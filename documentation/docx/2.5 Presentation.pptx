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2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8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1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</p:sldIdLst>
  <p:sldSz cy="5143500" cx="9144000"/>
  <p:notesSz cx="6858000" cy="9144000"/>
  <p:embeddedFontLst>
    <p:embeddedFont>
      <p:font typeface="Anton"/>
      <p:regular r:id="rId19"/>
    </p:embeddedFont>
    <p:embeddedFont>
      <p:font typeface="Cormorant Garamond"/>
      <p:regular r:id="rId20"/>
      <p:bold r:id="rId21"/>
      <p:italic r:id="rId22"/>
      <p:boldItalic r:id="rId23"/>
    </p:embeddedFont>
    <p:embeddedFont>
      <p:font typeface="Bowlby One"/>
      <p:regular r:id="rId24"/>
    </p:embeddedFont>
    <p:embeddedFont>
      <p:font typeface="PT Sans"/>
      <p:regular r:id="rId25"/>
      <p:bold r:id="rId26"/>
      <p:italic r:id="rId27"/>
      <p:boldItalic r:id="rId28"/>
    </p:embeddedFont>
    <p:embeddedFont>
      <p:font typeface="Open Sans"/>
      <p:regular r:id="rId29"/>
      <p:bold r:id="rId30"/>
      <p:italic r:id="rId31"/>
      <p:boldItalic r:id="rId3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96105778-6774-46F2-BA87-25D558C9729E}">
  <a:tblStyle styleId="{96105778-6774-46F2-BA87-25D558C9729E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635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635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635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635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635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635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font" Target="fonts/CormorantGaramond-regular.fntdata"/><Relationship Id="rId22" Type="http://schemas.openxmlformats.org/officeDocument/2006/relationships/font" Target="fonts/CormorantGaramond-italic.fntdata"/><Relationship Id="rId21" Type="http://schemas.openxmlformats.org/officeDocument/2006/relationships/font" Target="fonts/CormorantGaramond-bold.fntdata"/><Relationship Id="rId24" Type="http://schemas.openxmlformats.org/officeDocument/2006/relationships/font" Target="fonts/BowlbyOne-regular.fntdata"/><Relationship Id="rId23" Type="http://schemas.openxmlformats.org/officeDocument/2006/relationships/font" Target="fonts/CormorantGaramond-bold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font" Target="fonts/PTSans-bold.fntdata"/><Relationship Id="rId25" Type="http://schemas.openxmlformats.org/officeDocument/2006/relationships/font" Target="fonts/PTSans-regular.fntdata"/><Relationship Id="rId28" Type="http://schemas.openxmlformats.org/officeDocument/2006/relationships/font" Target="fonts/PTSans-boldItalic.fntdata"/><Relationship Id="rId27" Type="http://schemas.openxmlformats.org/officeDocument/2006/relationships/font" Target="fonts/PTSans-italic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font" Target="fonts/OpenSans-regular.fntdata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font" Target="fonts/OpenSans-italic.fntdata"/><Relationship Id="rId30" Type="http://schemas.openxmlformats.org/officeDocument/2006/relationships/font" Target="fonts/OpenSans-bold.fntdata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32" Type="http://schemas.openxmlformats.org/officeDocument/2006/relationships/font" Target="fonts/OpenSans-boldItalic.fntdata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5" Type="http://schemas.openxmlformats.org/officeDocument/2006/relationships/slide" Target="slides/slide10.xml"/><Relationship Id="rId14" Type="http://schemas.openxmlformats.org/officeDocument/2006/relationships/slide" Target="slides/slide9.xml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font" Target="fonts/Anton-regular.fntdata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52" name="Shape 9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3" name="Google Shape;9053;g3faee42f283_5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54" name="Google Shape;9054;g3faee42f283_5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73" name="Shape 9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4" name="Google Shape;9074;g2259a73fc43_0_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75" name="Google Shape;9075;g2259a73fc43_0_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79" name="Shape 9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0" name="Google Shape;9080;g54dda1946d_6_3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81" name="Google Shape;9081;g54dda1946d_6_3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37" name="Shape 9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8" name="Google Shape;9138;g3f9ad995f80_0_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39" name="Google Shape;9139;g3f9ad995f80_0_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45" name="Shape 9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6" name="Google Shape;9146;g3f9ad995f80_0_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47" name="Google Shape;9147;g3f9ad995f80_0_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51" name="Shape 9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2" name="Google Shape;9152;g3f9ad995f80_0_2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53" name="Google Shape;9153;g3f9ad995f80_0_2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25" name="Shape 9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6" name="Google Shape;9226;g3f9ad995f80_0_2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27" name="Google Shape;9227;g3f9ad995f80_0_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99" name="Shape 9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0" name="Google Shape;9300;g3f86a0088c9_0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01" name="Google Shape;9301;g3f86a0088c9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06" name="Shape 9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7" name="Google Shape;9307;g3f9ad995f80_0_3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08" name="Google Shape;9308;g3f9ad995f80_0_3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12" name="Shape 9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3" name="Google Shape;9313;g3facfe30543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14" name="Google Shape;9314;g3facfe30543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29" name="Shape 9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0" name="Google Shape;9330;g3facfe30543_0_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31" name="Google Shape;9331;g3facfe30543_0_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46" name="Shape 9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7" name="Google Shape;9347;g3faee42f283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48" name="Google Shape;9348;g3faee42f283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53" name="Shape 9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4" name="Google Shape;9354;g2259a73fc43_0_4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55" name="Google Shape;9355;g2259a73fc43_0_4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8" y="16530"/>
            <a:ext cx="9143944" cy="5110441"/>
            <a:chOff x="0" y="0"/>
            <a:chExt cx="2940175" cy="3689050"/>
          </a:xfrm>
        </p:grpSpPr>
        <p:sp>
          <p:nvSpPr>
            <p:cNvPr id="10" name="Google Shape;10;p2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0" y="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0" y="2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0" y="2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0" y="3680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0" y="3680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0" y="3683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0" y="3683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" name="Google Shape;134;p2"/>
          <p:cNvSpPr txBox="1"/>
          <p:nvPr>
            <p:ph type="ctrTitle"/>
          </p:nvPr>
        </p:nvSpPr>
        <p:spPr>
          <a:xfrm>
            <a:off x="1971056" y="958645"/>
            <a:ext cx="5202000" cy="26955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500"/>
              <a:buFont typeface="Loved by the King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5" name="Google Shape;135;p2"/>
          <p:cNvSpPr txBox="1"/>
          <p:nvPr>
            <p:ph idx="1" type="subTitle"/>
          </p:nvPr>
        </p:nvSpPr>
        <p:spPr>
          <a:xfrm>
            <a:off x="1970944" y="3819155"/>
            <a:ext cx="5202000" cy="365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36" name="Google Shape;136;p2"/>
          <p:cNvGrpSpPr/>
          <p:nvPr/>
        </p:nvGrpSpPr>
        <p:grpSpPr>
          <a:xfrm>
            <a:off x="8009088" y="-269659"/>
            <a:ext cx="1363145" cy="1433258"/>
            <a:chOff x="8529150" y="-173700"/>
            <a:chExt cx="1669089" cy="1754724"/>
          </a:xfrm>
        </p:grpSpPr>
        <p:sp>
          <p:nvSpPr>
            <p:cNvPr id="137" name="Google Shape;137;p2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" name="Google Shape;179;p2"/>
          <p:cNvGrpSpPr/>
          <p:nvPr/>
        </p:nvGrpSpPr>
        <p:grpSpPr>
          <a:xfrm rot="1746615">
            <a:off x="4048366" y="-193218"/>
            <a:ext cx="1047275" cy="979617"/>
            <a:chOff x="-252624" y="1601574"/>
            <a:chExt cx="1047258" cy="979600"/>
          </a:xfrm>
        </p:grpSpPr>
        <p:sp>
          <p:nvSpPr>
            <p:cNvPr id="180" name="Google Shape;180;p2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" name="Google Shape;193;p2"/>
          <p:cNvGrpSpPr/>
          <p:nvPr/>
        </p:nvGrpSpPr>
        <p:grpSpPr>
          <a:xfrm>
            <a:off x="8525275" y="3413813"/>
            <a:ext cx="925639" cy="688028"/>
            <a:chOff x="8588925" y="2091476"/>
            <a:chExt cx="925639" cy="688028"/>
          </a:xfrm>
        </p:grpSpPr>
        <p:sp>
          <p:nvSpPr>
            <p:cNvPr id="194" name="Google Shape;194;p2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" name="Google Shape;208;p2"/>
          <p:cNvGrpSpPr/>
          <p:nvPr/>
        </p:nvGrpSpPr>
        <p:grpSpPr>
          <a:xfrm>
            <a:off x="-314825" y="1642175"/>
            <a:ext cx="898165" cy="766770"/>
            <a:chOff x="-252625" y="2918525"/>
            <a:chExt cx="898165" cy="766770"/>
          </a:xfrm>
        </p:grpSpPr>
        <p:sp>
          <p:nvSpPr>
            <p:cNvPr id="209" name="Google Shape;209;p2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" name="Google Shape;245;p2"/>
          <p:cNvGrpSpPr/>
          <p:nvPr/>
        </p:nvGrpSpPr>
        <p:grpSpPr>
          <a:xfrm>
            <a:off x="8042790" y="3923975"/>
            <a:ext cx="1294621" cy="1350901"/>
            <a:chOff x="8465725" y="2863051"/>
            <a:chExt cx="1956212" cy="2041561"/>
          </a:xfrm>
        </p:grpSpPr>
        <p:sp>
          <p:nvSpPr>
            <p:cNvPr id="246" name="Google Shape;246;p2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" name="Google Shape;290;p2"/>
          <p:cNvGrpSpPr/>
          <p:nvPr/>
        </p:nvGrpSpPr>
        <p:grpSpPr>
          <a:xfrm>
            <a:off x="-314833" y="-441745"/>
            <a:ext cx="1646313" cy="1753805"/>
            <a:chOff x="-2092800" y="-1252032"/>
            <a:chExt cx="1956171" cy="2083646"/>
          </a:xfrm>
        </p:grpSpPr>
        <p:sp>
          <p:nvSpPr>
            <p:cNvPr id="291" name="Google Shape;291;p2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" name="Google Shape;340;p2"/>
          <p:cNvGrpSpPr/>
          <p:nvPr/>
        </p:nvGrpSpPr>
        <p:grpSpPr>
          <a:xfrm>
            <a:off x="8448925" y="1260505"/>
            <a:ext cx="679382" cy="871990"/>
            <a:chOff x="8619938" y="2813305"/>
            <a:chExt cx="679382" cy="871990"/>
          </a:xfrm>
        </p:grpSpPr>
        <p:sp>
          <p:nvSpPr>
            <p:cNvPr id="341" name="Google Shape;341;p2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9" name="Google Shape;369;p2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370" name="Google Shape;370;p2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2" name="Google Shape;372;p2"/>
          <p:cNvGrpSpPr/>
          <p:nvPr/>
        </p:nvGrpSpPr>
        <p:grpSpPr>
          <a:xfrm>
            <a:off x="-340873" y="3921240"/>
            <a:ext cx="1973759" cy="1718179"/>
            <a:chOff x="-1914575" y="2967750"/>
            <a:chExt cx="1540675" cy="1341175"/>
          </a:xfrm>
        </p:grpSpPr>
        <p:sp>
          <p:nvSpPr>
            <p:cNvPr id="373" name="Google Shape;373;p2"/>
            <p:cNvSpPr/>
            <p:nvPr/>
          </p:nvSpPr>
          <p:spPr>
            <a:xfrm>
              <a:off x="-484050" y="3675375"/>
              <a:ext cx="53850" cy="59775"/>
            </a:xfrm>
            <a:custGeom>
              <a:rect b="b" l="l" r="r" t="t"/>
              <a:pathLst>
                <a:path extrusionOk="0" h="2391" w="2154">
                  <a:moveTo>
                    <a:pt x="1186" y="0"/>
                  </a:moveTo>
                  <a:lnTo>
                    <a:pt x="1048" y="20"/>
                  </a:lnTo>
                  <a:lnTo>
                    <a:pt x="890" y="59"/>
                  </a:lnTo>
                  <a:lnTo>
                    <a:pt x="712" y="119"/>
                  </a:lnTo>
                  <a:lnTo>
                    <a:pt x="534" y="217"/>
                  </a:lnTo>
                  <a:lnTo>
                    <a:pt x="356" y="356"/>
                  </a:lnTo>
                  <a:lnTo>
                    <a:pt x="258" y="435"/>
                  </a:lnTo>
                  <a:lnTo>
                    <a:pt x="179" y="533"/>
                  </a:lnTo>
                  <a:lnTo>
                    <a:pt x="119" y="632"/>
                  </a:lnTo>
                  <a:lnTo>
                    <a:pt x="60" y="751"/>
                  </a:lnTo>
                  <a:lnTo>
                    <a:pt x="40" y="889"/>
                  </a:lnTo>
                  <a:lnTo>
                    <a:pt x="1" y="1007"/>
                  </a:lnTo>
                  <a:lnTo>
                    <a:pt x="1" y="1146"/>
                  </a:lnTo>
                  <a:lnTo>
                    <a:pt x="1" y="1264"/>
                  </a:lnTo>
                  <a:lnTo>
                    <a:pt x="21" y="1402"/>
                  </a:lnTo>
                  <a:lnTo>
                    <a:pt x="60" y="1521"/>
                  </a:lnTo>
                  <a:lnTo>
                    <a:pt x="119" y="1639"/>
                  </a:lnTo>
                  <a:lnTo>
                    <a:pt x="179" y="1758"/>
                  </a:lnTo>
                  <a:lnTo>
                    <a:pt x="258" y="1857"/>
                  </a:lnTo>
                  <a:lnTo>
                    <a:pt x="356" y="1956"/>
                  </a:lnTo>
                  <a:lnTo>
                    <a:pt x="475" y="2054"/>
                  </a:lnTo>
                  <a:lnTo>
                    <a:pt x="593" y="2133"/>
                  </a:lnTo>
                  <a:lnTo>
                    <a:pt x="732" y="2212"/>
                  </a:lnTo>
                  <a:lnTo>
                    <a:pt x="890" y="2272"/>
                  </a:lnTo>
                  <a:lnTo>
                    <a:pt x="1048" y="2331"/>
                  </a:lnTo>
                  <a:lnTo>
                    <a:pt x="1225" y="2370"/>
                  </a:lnTo>
                  <a:lnTo>
                    <a:pt x="1403" y="2390"/>
                  </a:lnTo>
                  <a:lnTo>
                    <a:pt x="1561" y="2370"/>
                  </a:lnTo>
                  <a:lnTo>
                    <a:pt x="1680" y="2331"/>
                  </a:lnTo>
                  <a:lnTo>
                    <a:pt x="1798" y="2272"/>
                  </a:lnTo>
                  <a:lnTo>
                    <a:pt x="1897" y="2193"/>
                  </a:lnTo>
                  <a:lnTo>
                    <a:pt x="1956" y="2094"/>
                  </a:lnTo>
                  <a:lnTo>
                    <a:pt x="2016" y="1995"/>
                  </a:lnTo>
                  <a:lnTo>
                    <a:pt x="2075" y="1877"/>
                  </a:lnTo>
                  <a:lnTo>
                    <a:pt x="2134" y="1659"/>
                  </a:lnTo>
                  <a:lnTo>
                    <a:pt x="2154" y="1462"/>
                  </a:lnTo>
                  <a:lnTo>
                    <a:pt x="2154" y="1264"/>
                  </a:lnTo>
                  <a:lnTo>
                    <a:pt x="2035" y="1304"/>
                  </a:lnTo>
                  <a:lnTo>
                    <a:pt x="1897" y="1323"/>
                  </a:lnTo>
                  <a:lnTo>
                    <a:pt x="1739" y="1343"/>
                  </a:lnTo>
                  <a:lnTo>
                    <a:pt x="1561" y="1363"/>
                  </a:lnTo>
                  <a:lnTo>
                    <a:pt x="1383" y="1323"/>
                  </a:lnTo>
                  <a:lnTo>
                    <a:pt x="1304" y="1304"/>
                  </a:lnTo>
                  <a:lnTo>
                    <a:pt x="1225" y="1244"/>
                  </a:lnTo>
                  <a:lnTo>
                    <a:pt x="1146" y="1205"/>
                  </a:lnTo>
                  <a:lnTo>
                    <a:pt x="1087" y="1126"/>
                  </a:lnTo>
                  <a:lnTo>
                    <a:pt x="1048" y="1047"/>
                  </a:lnTo>
                  <a:lnTo>
                    <a:pt x="1008" y="968"/>
                  </a:lnTo>
                  <a:lnTo>
                    <a:pt x="988" y="770"/>
                  </a:lnTo>
                  <a:lnTo>
                    <a:pt x="988" y="593"/>
                  </a:lnTo>
                  <a:lnTo>
                    <a:pt x="1028" y="395"/>
                  </a:lnTo>
                  <a:lnTo>
                    <a:pt x="1067" y="237"/>
                  </a:lnTo>
                  <a:lnTo>
                    <a:pt x="1127" y="119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-1182275" y="2967750"/>
              <a:ext cx="808375" cy="740725"/>
            </a:xfrm>
            <a:custGeom>
              <a:rect b="b" l="l" r="r" t="t"/>
              <a:pathLst>
                <a:path extrusionOk="0" h="29629" w="32335">
                  <a:moveTo>
                    <a:pt x="2706" y="0"/>
                  </a:moveTo>
                  <a:lnTo>
                    <a:pt x="2529" y="20"/>
                  </a:lnTo>
                  <a:lnTo>
                    <a:pt x="2331" y="40"/>
                  </a:lnTo>
                  <a:lnTo>
                    <a:pt x="1956" y="139"/>
                  </a:lnTo>
                  <a:lnTo>
                    <a:pt x="1581" y="277"/>
                  </a:lnTo>
                  <a:lnTo>
                    <a:pt x="1245" y="395"/>
                  </a:lnTo>
                  <a:lnTo>
                    <a:pt x="968" y="514"/>
                  </a:lnTo>
                  <a:lnTo>
                    <a:pt x="731" y="632"/>
                  </a:lnTo>
                  <a:lnTo>
                    <a:pt x="0" y="7309"/>
                  </a:lnTo>
                  <a:lnTo>
                    <a:pt x="4958" y="10943"/>
                  </a:lnTo>
                  <a:lnTo>
                    <a:pt x="10034" y="14637"/>
                  </a:lnTo>
                  <a:lnTo>
                    <a:pt x="15881" y="18844"/>
                  </a:lnTo>
                  <a:lnTo>
                    <a:pt x="18864" y="20957"/>
                  </a:lnTo>
                  <a:lnTo>
                    <a:pt x="21767" y="23012"/>
                  </a:lnTo>
                  <a:lnTo>
                    <a:pt x="24473" y="24888"/>
                  </a:lnTo>
                  <a:lnTo>
                    <a:pt x="26922" y="26547"/>
                  </a:lnTo>
                  <a:lnTo>
                    <a:pt x="28009" y="27278"/>
                  </a:lnTo>
                  <a:lnTo>
                    <a:pt x="29016" y="27930"/>
                  </a:lnTo>
                  <a:lnTo>
                    <a:pt x="29885" y="28483"/>
                  </a:lnTo>
                  <a:lnTo>
                    <a:pt x="30636" y="28937"/>
                  </a:lnTo>
                  <a:lnTo>
                    <a:pt x="31248" y="29293"/>
                  </a:lnTo>
                  <a:lnTo>
                    <a:pt x="31722" y="29530"/>
                  </a:lnTo>
                  <a:lnTo>
                    <a:pt x="31900" y="29589"/>
                  </a:lnTo>
                  <a:lnTo>
                    <a:pt x="32038" y="29628"/>
                  </a:lnTo>
                  <a:lnTo>
                    <a:pt x="32157" y="29628"/>
                  </a:lnTo>
                  <a:lnTo>
                    <a:pt x="32176" y="29609"/>
                  </a:lnTo>
                  <a:lnTo>
                    <a:pt x="32256" y="29411"/>
                  </a:lnTo>
                  <a:lnTo>
                    <a:pt x="32295" y="29194"/>
                  </a:lnTo>
                  <a:lnTo>
                    <a:pt x="32335" y="28996"/>
                  </a:lnTo>
                  <a:lnTo>
                    <a:pt x="32335" y="28799"/>
                  </a:lnTo>
                  <a:lnTo>
                    <a:pt x="32315" y="28582"/>
                  </a:lnTo>
                  <a:lnTo>
                    <a:pt x="32256" y="28384"/>
                  </a:lnTo>
                  <a:lnTo>
                    <a:pt x="32196" y="28187"/>
                  </a:lnTo>
                  <a:lnTo>
                    <a:pt x="32137" y="27969"/>
                  </a:lnTo>
                  <a:lnTo>
                    <a:pt x="32038" y="27792"/>
                  </a:lnTo>
                  <a:lnTo>
                    <a:pt x="31939" y="27594"/>
                  </a:lnTo>
                  <a:lnTo>
                    <a:pt x="31722" y="27238"/>
                  </a:lnTo>
                  <a:lnTo>
                    <a:pt x="31485" y="26942"/>
                  </a:lnTo>
                  <a:lnTo>
                    <a:pt x="31248" y="26685"/>
                  </a:lnTo>
                  <a:lnTo>
                    <a:pt x="31090" y="26547"/>
                  </a:lnTo>
                  <a:lnTo>
                    <a:pt x="30833" y="26369"/>
                  </a:lnTo>
                  <a:lnTo>
                    <a:pt x="30162" y="25915"/>
                  </a:lnTo>
                  <a:lnTo>
                    <a:pt x="29293" y="25362"/>
                  </a:lnTo>
                  <a:lnTo>
                    <a:pt x="28364" y="24809"/>
                  </a:lnTo>
                  <a:lnTo>
                    <a:pt x="26685" y="23802"/>
                  </a:lnTo>
                  <a:lnTo>
                    <a:pt x="25935" y="23367"/>
                  </a:lnTo>
                  <a:lnTo>
                    <a:pt x="26824" y="21096"/>
                  </a:lnTo>
                  <a:lnTo>
                    <a:pt x="27614" y="19061"/>
                  </a:lnTo>
                  <a:lnTo>
                    <a:pt x="28364" y="17185"/>
                  </a:lnTo>
                  <a:lnTo>
                    <a:pt x="28443" y="16967"/>
                  </a:lnTo>
                  <a:lnTo>
                    <a:pt x="28483" y="16770"/>
                  </a:lnTo>
                  <a:lnTo>
                    <a:pt x="28503" y="16572"/>
                  </a:lnTo>
                  <a:lnTo>
                    <a:pt x="28503" y="16355"/>
                  </a:lnTo>
                  <a:lnTo>
                    <a:pt x="28463" y="16158"/>
                  </a:lnTo>
                  <a:lnTo>
                    <a:pt x="28424" y="15960"/>
                  </a:lnTo>
                  <a:lnTo>
                    <a:pt x="28364" y="15762"/>
                  </a:lnTo>
                  <a:lnTo>
                    <a:pt x="28266" y="15545"/>
                  </a:lnTo>
                  <a:lnTo>
                    <a:pt x="28167" y="15348"/>
                  </a:lnTo>
                  <a:lnTo>
                    <a:pt x="28048" y="15150"/>
                  </a:lnTo>
                  <a:lnTo>
                    <a:pt x="27910" y="14972"/>
                  </a:lnTo>
                  <a:lnTo>
                    <a:pt x="27752" y="14775"/>
                  </a:lnTo>
                  <a:lnTo>
                    <a:pt x="27416" y="14400"/>
                  </a:lnTo>
                  <a:lnTo>
                    <a:pt x="27041" y="14024"/>
                  </a:lnTo>
                  <a:lnTo>
                    <a:pt x="26626" y="13689"/>
                  </a:lnTo>
                  <a:lnTo>
                    <a:pt x="26192" y="13353"/>
                  </a:lnTo>
                  <a:lnTo>
                    <a:pt x="25737" y="13037"/>
                  </a:lnTo>
                  <a:lnTo>
                    <a:pt x="25283" y="12740"/>
                  </a:lnTo>
                  <a:lnTo>
                    <a:pt x="24848" y="12464"/>
                  </a:lnTo>
                  <a:lnTo>
                    <a:pt x="24394" y="12207"/>
                  </a:lnTo>
                  <a:lnTo>
                    <a:pt x="23604" y="11773"/>
                  </a:lnTo>
                  <a:lnTo>
                    <a:pt x="23071" y="11476"/>
                  </a:lnTo>
                  <a:lnTo>
                    <a:pt x="22202" y="10982"/>
                  </a:lnTo>
                  <a:lnTo>
                    <a:pt x="19693" y="9541"/>
                  </a:lnTo>
                  <a:lnTo>
                    <a:pt x="12899" y="5570"/>
                  </a:lnTo>
                  <a:lnTo>
                    <a:pt x="9383" y="3536"/>
                  </a:lnTo>
                  <a:lnTo>
                    <a:pt x="6301" y="1778"/>
                  </a:lnTo>
                  <a:lnTo>
                    <a:pt x="5057" y="1067"/>
                  </a:lnTo>
                  <a:lnTo>
                    <a:pt x="4050" y="514"/>
                  </a:lnTo>
                  <a:lnTo>
                    <a:pt x="3358" y="158"/>
                  </a:lnTo>
                  <a:lnTo>
                    <a:pt x="3141" y="60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-1370425" y="2977625"/>
              <a:ext cx="991100" cy="806900"/>
            </a:xfrm>
            <a:custGeom>
              <a:rect b="b" l="l" r="r" t="t"/>
              <a:pathLst>
                <a:path extrusionOk="0" h="32276" w="39644">
                  <a:moveTo>
                    <a:pt x="36858" y="28068"/>
                  </a:moveTo>
                  <a:lnTo>
                    <a:pt x="36977" y="28108"/>
                  </a:lnTo>
                  <a:lnTo>
                    <a:pt x="37075" y="28147"/>
                  </a:lnTo>
                  <a:lnTo>
                    <a:pt x="37174" y="28206"/>
                  </a:lnTo>
                  <a:lnTo>
                    <a:pt x="37273" y="28266"/>
                  </a:lnTo>
                  <a:lnTo>
                    <a:pt x="37352" y="28345"/>
                  </a:lnTo>
                  <a:lnTo>
                    <a:pt x="37431" y="28424"/>
                  </a:lnTo>
                  <a:lnTo>
                    <a:pt x="37490" y="28522"/>
                  </a:lnTo>
                  <a:lnTo>
                    <a:pt x="37530" y="28621"/>
                  </a:lnTo>
                  <a:lnTo>
                    <a:pt x="37550" y="28740"/>
                  </a:lnTo>
                  <a:lnTo>
                    <a:pt x="37569" y="28957"/>
                  </a:lnTo>
                  <a:lnTo>
                    <a:pt x="37550" y="29154"/>
                  </a:lnTo>
                  <a:lnTo>
                    <a:pt x="37490" y="29332"/>
                  </a:lnTo>
                  <a:lnTo>
                    <a:pt x="37411" y="29510"/>
                  </a:lnTo>
                  <a:lnTo>
                    <a:pt x="37313" y="29648"/>
                  </a:lnTo>
                  <a:lnTo>
                    <a:pt x="37194" y="29747"/>
                  </a:lnTo>
                  <a:lnTo>
                    <a:pt x="37056" y="29826"/>
                  </a:lnTo>
                  <a:lnTo>
                    <a:pt x="36898" y="29866"/>
                  </a:lnTo>
                  <a:lnTo>
                    <a:pt x="36759" y="29885"/>
                  </a:lnTo>
                  <a:lnTo>
                    <a:pt x="36621" y="29866"/>
                  </a:lnTo>
                  <a:lnTo>
                    <a:pt x="36483" y="29826"/>
                  </a:lnTo>
                  <a:lnTo>
                    <a:pt x="36384" y="29806"/>
                  </a:lnTo>
                  <a:lnTo>
                    <a:pt x="36226" y="29727"/>
                  </a:lnTo>
                  <a:lnTo>
                    <a:pt x="36167" y="29688"/>
                  </a:lnTo>
                  <a:lnTo>
                    <a:pt x="36048" y="29569"/>
                  </a:lnTo>
                  <a:lnTo>
                    <a:pt x="35950" y="29431"/>
                  </a:lnTo>
                  <a:lnTo>
                    <a:pt x="35851" y="29273"/>
                  </a:lnTo>
                  <a:lnTo>
                    <a:pt x="35811" y="29174"/>
                  </a:lnTo>
                  <a:lnTo>
                    <a:pt x="35792" y="29056"/>
                  </a:lnTo>
                  <a:lnTo>
                    <a:pt x="35772" y="28957"/>
                  </a:lnTo>
                  <a:lnTo>
                    <a:pt x="35772" y="28838"/>
                  </a:lnTo>
                  <a:lnTo>
                    <a:pt x="35792" y="28720"/>
                  </a:lnTo>
                  <a:lnTo>
                    <a:pt x="35831" y="28601"/>
                  </a:lnTo>
                  <a:lnTo>
                    <a:pt x="35910" y="28483"/>
                  </a:lnTo>
                  <a:lnTo>
                    <a:pt x="36009" y="28364"/>
                  </a:lnTo>
                  <a:lnTo>
                    <a:pt x="36127" y="28266"/>
                  </a:lnTo>
                  <a:lnTo>
                    <a:pt x="36246" y="28187"/>
                  </a:lnTo>
                  <a:lnTo>
                    <a:pt x="36364" y="28127"/>
                  </a:lnTo>
                  <a:lnTo>
                    <a:pt x="36483" y="28088"/>
                  </a:lnTo>
                  <a:lnTo>
                    <a:pt x="36601" y="28068"/>
                  </a:lnTo>
                  <a:close/>
                  <a:moveTo>
                    <a:pt x="8949" y="0"/>
                  </a:moveTo>
                  <a:lnTo>
                    <a:pt x="8731" y="40"/>
                  </a:lnTo>
                  <a:lnTo>
                    <a:pt x="8514" y="99"/>
                  </a:lnTo>
                  <a:lnTo>
                    <a:pt x="8317" y="178"/>
                  </a:lnTo>
                  <a:lnTo>
                    <a:pt x="8119" y="277"/>
                  </a:lnTo>
                  <a:lnTo>
                    <a:pt x="7902" y="395"/>
                  </a:lnTo>
                  <a:lnTo>
                    <a:pt x="7704" y="553"/>
                  </a:lnTo>
                  <a:lnTo>
                    <a:pt x="7487" y="771"/>
                  </a:lnTo>
                  <a:lnTo>
                    <a:pt x="7210" y="1106"/>
                  </a:lnTo>
                  <a:lnTo>
                    <a:pt x="6894" y="1502"/>
                  </a:lnTo>
                  <a:lnTo>
                    <a:pt x="6559" y="1995"/>
                  </a:lnTo>
                  <a:lnTo>
                    <a:pt x="5808" y="3121"/>
                  </a:lnTo>
                  <a:lnTo>
                    <a:pt x="5038" y="4346"/>
                  </a:lnTo>
                  <a:lnTo>
                    <a:pt x="4307" y="5511"/>
                  </a:lnTo>
                  <a:lnTo>
                    <a:pt x="3695" y="6519"/>
                  </a:lnTo>
                  <a:lnTo>
                    <a:pt x="3122" y="7486"/>
                  </a:lnTo>
                  <a:lnTo>
                    <a:pt x="2964" y="7802"/>
                  </a:lnTo>
                  <a:lnTo>
                    <a:pt x="2529" y="8672"/>
                  </a:lnTo>
                  <a:lnTo>
                    <a:pt x="1956" y="9916"/>
                  </a:lnTo>
                  <a:lnTo>
                    <a:pt x="1621" y="10627"/>
                  </a:lnTo>
                  <a:lnTo>
                    <a:pt x="1305" y="11378"/>
                  </a:lnTo>
                  <a:lnTo>
                    <a:pt x="989" y="12148"/>
                  </a:lnTo>
                  <a:lnTo>
                    <a:pt x="692" y="12918"/>
                  </a:lnTo>
                  <a:lnTo>
                    <a:pt x="435" y="13669"/>
                  </a:lnTo>
                  <a:lnTo>
                    <a:pt x="238" y="14360"/>
                  </a:lnTo>
                  <a:lnTo>
                    <a:pt x="159" y="14676"/>
                  </a:lnTo>
                  <a:lnTo>
                    <a:pt x="80" y="14992"/>
                  </a:lnTo>
                  <a:lnTo>
                    <a:pt x="40" y="15288"/>
                  </a:lnTo>
                  <a:lnTo>
                    <a:pt x="21" y="15545"/>
                  </a:lnTo>
                  <a:lnTo>
                    <a:pt x="1" y="15782"/>
                  </a:lnTo>
                  <a:lnTo>
                    <a:pt x="21" y="16000"/>
                  </a:lnTo>
                  <a:lnTo>
                    <a:pt x="80" y="16177"/>
                  </a:lnTo>
                  <a:lnTo>
                    <a:pt x="139" y="16316"/>
                  </a:lnTo>
                  <a:lnTo>
                    <a:pt x="277" y="16474"/>
                  </a:lnTo>
                  <a:lnTo>
                    <a:pt x="495" y="16671"/>
                  </a:lnTo>
                  <a:lnTo>
                    <a:pt x="791" y="16928"/>
                  </a:lnTo>
                  <a:lnTo>
                    <a:pt x="1186" y="17224"/>
                  </a:lnTo>
                  <a:lnTo>
                    <a:pt x="2154" y="17935"/>
                  </a:lnTo>
                  <a:lnTo>
                    <a:pt x="3398" y="18785"/>
                  </a:lnTo>
                  <a:lnTo>
                    <a:pt x="4820" y="19733"/>
                  </a:lnTo>
                  <a:lnTo>
                    <a:pt x="6401" y="20760"/>
                  </a:lnTo>
                  <a:lnTo>
                    <a:pt x="9837" y="22952"/>
                  </a:lnTo>
                  <a:lnTo>
                    <a:pt x="13314" y="25125"/>
                  </a:lnTo>
                  <a:lnTo>
                    <a:pt x="16494" y="27080"/>
                  </a:lnTo>
                  <a:lnTo>
                    <a:pt x="20385" y="29490"/>
                  </a:lnTo>
                  <a:lnTo>
                    <a:pt x="21175" y="29984"/>
                  </a:lnTo>
                  <a:lnTo>
                    <a:pt x="22024" y="30537"/>
                  </a:lnTo>
                  <a:lnTo>
                    <a:pt x="22894" y="31070"/>
                  </a:lnTo>
                  <a:lnTo>
                    <a:pt x="23328" y="31327"/>
                  </a:lnTo>
                  <a:lnTo>
                    <a:pt x="23743" y="31564"/>
                  </a:lnTo>
                  <a:lnTo>
                    <a:pt x="24177" y="31762"/>
                  </a:lnTo>
                  <a:lnTo>
                    <a:pt x="24592" y="31939"/>
                  </a:lnTo>
                  <a:lnTo>
                    <a:pt x="25007" y="32098"/>
                  </a:lnTo>
                  <a:lnTo>
                    <a:pt x="25402" y="32196"/>
                  </a:lnTo>
                  <a:lnTo>
                    <a:pt x="25777" y="32256"/>
                  </a:lnTo>
                  <a:lnTo>
                    <a:pt x="25955" y="32275"/>
                  </a:lnTo>
                  <a:lnTo>
                    <a:pt x="26133" y="32275"/>
                  </a:lnTo>
                  <a:lnTo>
                    <a:pt x="26311" y="32256"/>
                  </a:lnTo>
                  <a:lnTo>
                    <a:pt x="26469" y="32216"/>
                  </a:lnTo>
                  <a:lnTo>
                    <a:pt x="26627" y="32177"/>
                  </a:lnTo>
                  <a:lnTo>
                    <a:pt x="26785" y="32117"/>
                  </a:lnTo>
                  <a:lnTo>
                    <a:pt x="26943" y="32019"/>
                  </a:lnTo>
                  <a:lnTo>
                    <a:pt x="27081" y="31939"/>
                  </a:lnTo>
                  <a:lnTo>
                    <a:pt x="27397" y="31702"/>
                  </a:lnTo>
                  <a:lnTo>
                    <a:pt x="27713" y="31406"/>
                  </a:lnTo>
                  <a:lnTo>
                    <a:pt x="28029" y="31070"/>
                  </a:lnTo>
                  <a:lnTo>
                    <a:pt x="28345" y="30715"/>
                  </a:lnTo>
                  <a:lnTo>
                    <a:pt x="28641" y="30320"/>
                  </a:lnTo>
                  <a:lnTo>
                    <a:pt x="28938" y="29925"/>
                  </a:lnTo>
                  <a:lnTo>
                    <a:pt x="29214" y="29530"/>
                  </a:lnTo>
                  <a:lnTo>
                    <a:pt x="29708" y="28779"/>
                  </a:lnTo>
                  <a:lnTo>
                    <a:pt x="30103" y="28127"/>
                  </a:lnTo>
                  <a:lnTo>
                    <a:pt x="30459" y="27515"/>
                  </a:lnTo>
                  <a:lnTo>
                    <a:pt x="32750" y="29194"/>
                  </a:lnTo>
                  <a:lnTo>
                    <a:pt x="34468" y="30438"/>
                  </a:lnTo>
                  <a:lnTo>
                    <a:pt x="35535" y="31189"/>
                  </a:lnTo>
                  <a:lnTo>
                    <a:pt x="35792" y="31367"/>
                  </a:lnTo>
                  <a:lnTo>
                    <a:pt x="36127" y="31525"/>
                  </a:lnTo>
                  <a:lnTo>
                    <a:pt x="36285" y="31604"/>
                  </a:lnTo>
                  <a:lnTo>
                    <a:pt x="36483" y="31663"/>
                  </a:lnTo>
                  <a:lnTo>
                    <a:pt x="36680" y="31702"/>
                  </a:lnTo>
                  <a:lnTo>
                    <a:pt x="36878" y="31742"/>
                  </a:lnTo>
                  <a:lnTo>
                    <a:pt x="37075" y="31762"/>
                  </a:lnTo>
                  <a:lnTo>
                    <a:pt x="37510" y="31762"/>
                  </a:lnTo>
                  <a:lnTo>
                    <a:pt x="37727" y="31702"/>
                  </a:lnTo>
                  <a:lnTo>
                    <a:pt x="37945" y="31643"/>
                  </a:lnTo>
                  <a:lnTo>
                    <a:pt x="38162" y="31544"/>
                  </a:lnTo>
                  <a:lnTo>
                    <a:pt x="38379" y="31426"/>
                  </a:lnTo>
                  <a:lnTo>
                    <a:pt x="38596" y="31268"/>
                  </a:lnTo>
                  <a:lnTo>
                    <a:pt x="38794" y="31090"/>
                  </a:lnTo>
                  <a:lnTo>
                    <a:pt x="38972" y="30893"/>
                  </a:lnTo>
                  <a:lnTo>
                    <a:pt x="39130" y="30675"/>
                  </a:lnTo>
                  <a:lnTo>
                    <a:pt x="39248" y="30438"/>
                  </a:lnTo>
                  <a:lnTo>
                    <a:pt x="39367" y="30201"/>
                  </a:lnTo>
                  <a:lnTo>
                    <a:pt x="39465" y="29964"/>
                  </a:lnTo>
                  <a:lnTo>
                    <a:pt x="39525" y="29708"/>
                  </a:lnTo>
                  <a:lnTo>
                    <a:pt x="39584" y="29470"/>
                  </a:lnTo>
                  <a:lnTo>
                    <a:pt x="39623" y="29214"/>
                  </a:lnTo>
                  <a:lnTo>
                    <a:pt x="39643" y="28977"/>
                  </a:lnTo>
                  <a:lnTo>
                    <a:pt x="39643" y="28759"/>
                  </a:lnTo>
                  <a:lnTo>
                    <a:pt x="39623" y="28542"/>
                  </a:lnTo>
                  <a:lnTo>
                    <a:pt x="39604" y="28345"/>
                  </a:lnTo>
                  <a:lnTo>
                    <a:pt x="39564" y="28167"/>
                  </a:lnTo>
                  <a:lnTo>
                    <a:pt x="39525" y="28009"/>
                  </a:lnTo>
                  <a:lnTo>
                    <a:pt x="39446" y="27871"/>
                  </a:lnTo>
                  <a:lnTo>
                    <a:pt x="39406" y="27811"/>
                  </a:lnTo>
                  <a:lnTo>
                    <a:pt x="39327" y="27713"/>
                  </a:lnTo>
                  <a:lnTo>
                    <a:pt x="39070" y="27515"/>
                  </a:lnTo>
                  <a:lnTo>
                    <a:pt x="38735" y="27258"/>
                  </a:lnTo>
                  <a:lnTo>
                    <a:pt x="38300" y="26942"/>
                  </a:lnTo>
                  <a:lnTo>
                    <a:pt x="37273" y="26271"/>
                  </a:lnTo>
                  <a:lnTo>
                    <a:pt x="36127" y="25560"/>
                  </a:lnTo>
                  <a:lnTo>
                    <a:pt x="35002" y="24868"/>
                  </a:lnTo>
                  <a:lnTo>
                    <a:pt x="34034" y="24276"/>
                  </a:lnTo>
                  <a:lnTo>
                    <a:pt x="33086" y="23723"/>
                  </a:lnTo>
                  <a:lnTo>
                    <a:pt x="33441" y="23051"/>
                  </a:lnTo>
                  <a:lnTo>
                    <a:pt x="34231" y="21451"/>
                  </a:lnTo>
                  <a:lnTo>
                    <a:pt x="34685" y="20464"/>
                  </a:lnTo>
                  <a:lnTo>
                    <a:pt x="35120" y="19476"/>
                  </a:lnTo>
                  <a:lnTo>
                    <a:pt x="35515" y="18548"/>
                  </a:lnTo>
                  <a:lnTo>
                    <a:pt x="35673" y="18113"/>
                  </a:lnTo>
                  <a:lnTo>
                    <a:pt x="35811" y="17738"/>
                  </a:lnTo>
                  <a:lnTo>
                    <a:pt x="35890" y="17382"/>
                  </a:lnTo>
                  <a:lnTo>
                    <a:pt x="35930" y="17066"/>
                  </a:lnTo>
                  <a:lnTo>
                    <a:pt x="35930" y="16750"/>
                  </a:lnTo>
                  <a:lnTo>
                    <a:pt x="35890" y="16474"/>
                  </a:lnTo>
                  <a:lnTo>
                    <a:pt x="35831" y="16217"/>
                  </a:lnTo>
                  <a:lnTo>
                    <a:pt x="35732" y="15960"/>
                  </a:lnTo>
                  <a:lnTo>
                    <a:pt x="35594" y="15723"/>
                  </a:lnTo>
                  <a:lnTo>
                    <a:pt x="35456" y="15506"/>
                  </a:lnTo>
                  <a:lnTo>
                    <a:pt x="35278" y="15308"/>
                  </a:lnTo>
                  <a:lnTo>
                    <a:pt x="35081" y="15111"/>
                  </a:lnTo>
                  <a:lnTo>
                    <a:pt x="34883" y="14933"/>
                  </a:lnTo>
                  <a:lnTo>
                    <a:pt x="34666" y="14755"/>
                  </a:lnTo>
                  <a:lnTo>
                    <a:pt x="34231" y="14439"/>
                  </a:lnTo>
                  <a:lnTo>
                    <a:pt x="33797" y="14143"/>
                  </a:lnTo>
                  <a:lnTo>
                    <a:pt x="32592" y="13373"/>
                  </a:lnTo>
                  <a:lnTo>
                    <a:pt x="30103" y="11812"/>
                  </a:lnTo>
                  <a:lnTo>
                    <a:pt x="26745" y="9758"/>
                  </a:lnTo>
                  <a:lnTo>
                    <a:pt x="22953" y="7427"/>
                  </a:lnTo>
                  <a:lnTo>
                    <a:pt x="19141" y="5096"/>
                  </a:lnTo>
                  <a:lnTo>
                    <a:pt x="15704" y="3042"/>
                  </a:lnTo>
                  <a:lnTo>
                    <a:pt x="13077" y="1482"/>
                  </a:lnTo>
                  <a:lnTo>
                    <a:pt x="12188" y="988"/>
                  </a:lnTo>
                  <a:lnTo>
                    <a:pt x="11655" y="711"/>
                  </a:lnTo>
                  <a:lnTo>
                    <a:pt x="11003" y="435"/>
                  </a:lnTo>
                  <a:lnTo>
                    <a:pt x="10430" y="218"/>
                  </a:lnTo>
                  <a:lnTo>
                    <a:pt x="10153" y="139"/>
                  </a:lnTo>
                  <a:lnTo>
                    <a:pt x="9897" y="79"/>
                  </a:lnTo>
                  <a:lnTo>
                    <a:pt x="9640" y="20"/>
                  </a:lnTo>
                  <a:lnTo>
                    <a:pt x="94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-1246975" y="3112925"/>
              <a:ext cx="4975" cy="3475"/>
            </a:xfrm>
            <a:custGeom>
              <a:rect b="b" l="l" r="r" t="t"/>
              <a:pathLst>
                <a:path extrusionOk="0" h="139" w="199">
                  <a:moveTo>
                    <a:pt x="198" y="0"/>
                  </a:moveTo>
                  <a:lnTo>
                    <a:pt x="1" y="139"/>
                  </a:lnTo>
                  <a:lnTo>
                    <a:pt x="1" y="139"/>
                  </a:lnTo>
                  <a:lnTo>
                    <a:pt x="80" y="99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-1235125" y="3112925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-905750" y="3252175"/>
              <a:ext cx="3975" cy="1025"/>
            </a:xfrm>
            <a:custGeom>
              <a:rect b="b" l="l" r="r" t="t"/>
              <a:pathLst>
                <a:path extrusionOk="0" h="41" w="159">
                  <a:moveTo>
                    <a:pt x="1" y="1"/>
                  </a:moveTo>
                  <a:lnTo>
                    <a:pt x="99" y="40"/>
                  </a:lnTo>
                  <a:lnTo>
                    <a:pt x="159" y="40"/>
                  </a:lnTo>
                  <a:lnTo>
                    <a:pt x="6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-582300" y="3332175"/>
              <a:ext cx="1000" cy="525"/>
            </a:xfrm>
            <a:custGeom>
              <a:rect b="b" l="l" r="r" t="t"/>
              <a:pathLst>
                <a:path extrusionOk="0" h="21" w="40">
                  <a:moveTo>
                    <a:pt x="0" y="0"/>
                  </a:move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-1286950" y="3160825"/>
              <a:ext cx="2000" cy="2500"/>
            </a:xfrm>
            <a:custGeom>
              <a:rect b="b" l="l" r="r" t="t"/>
              <a:pathLst>
                <a:path extrusionOk="0" h="100" w="80">
                  <a:moveTo>
                    <a:pt x="59" y="0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79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-968950" y="3215150"/>
              <a:ext cx="1000" cy="500"/>
            </a:xfrm>
            <a:custGeom>
              <a:rect b="b" l="l" r="r" t="t"/>
              <a:pathLst>
                <a:path extrusionOk="0" h="20" w="40">
                  <a:moveTo>
                    <a:pt x="40" y="0"/>
                  </a:moveTo>
                  <a:lnTo>
                    <a:pt x="4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-1299300" y="3366250"/>
              <a:ext cx="1500" cy="2000"/>
            </a:xfrm>
            <a:custGeom>
              <a:rect b="b" l="l" r="r" t="t"/>
              <a:pathLst>
                <a:path extrusionOk="0" h="80" w="60">
                  <a:moveTo>
                    <a:pt x="59" y="79"/>
                  </a:moveTo>
                  <a:lnTo>
                    <a:pt x="59" y="7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" y="79"/>
                  </a:lnTo>
                  <a:lnTo>
                    <a:pt x="59" y="79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-621825" y="3419575"/>
              <a:ext cx="1525" cy="525"/>
            </a:xfrm>
            <a:custGeom>
              <a:rect b="b" l="l" r="r" t="t"/>
              <a:pathLst>
                <a:path extrusionOk="0" h="21" w="61">
                  <a:moveTo>
                    <a:pt x="60" y="0"/>
                  </a:moveTo>
                  <a:lnTo>
                    <a:pt x="6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-1302275" y="316575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-1336825" y="3072925"/>
              <a:ext cx="793050" cy="646900"/>
            </a:xfrm>
            <a:custGeom>
              <a:rect b="b" l="l" r="r" t="t"/>
              <a:pathLst>
                <a:path extrusionOk="0" h="25876" w="31722">
                  <a:moveTo>
                    <a:pt x="3773" y="889"/>
                  </a:moveTo>
                  <a:lnTo>
                    <a:pt x="3733" y="909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889"/>
                  </a:lnTo>
                  <a:close/>
                  <a:moveTo>
                    <a:pt x="13115" y="3971"/>
                  </a:moveTo>
                  <a:lnTo>
                    <a:pt x="13115" y="3971"/>
                  </a:lnTo>
                  <a:lnTo>
                    <a:pt x="13115" y="3971"/>
                  </a:lnTo>
                  <a:close/>
                  <a:moveTo>
                    <a:pt x="13115" y="3971"/>
                  </a:moveTo>
                  <a:lnTo>
                    <a:pt x="13135" y="3990"/>
                  </a:lnTo>
                  <a:lnTo>
                    <a:pt x="13135" y="3990"/>
                  </a:lnTo>
                  <a:lnTo>
                    <a:pt x="13115" y="3971"/>
                  </a:lnTo>
                  <a:close/>
                  <a:moveTo>
                    <a:pt x="0" y="7566"/>
                  </a:moveTo>
                  <a:lnTo>
                    <a:pt x="20" y="7803"/>
                  </a:lnTo>
                  <a:lnTo>
                    <a:pt x="79" y="7980"/>
                  </a:lnTo>
                  <a:lnTo>
                    <a:pt x="158" y="8119"/>
                  </a:lnTo>
                  <a:lnTo>
                    <a:pt x="237" y="8217"/>
                  </a:lnTo>
                  <a:lnTo>
                    <a:pt x="395" y="8375"/>
                  </a:lnTo>
                  <a:lnTo>
                    <a:pt x="564" y="8525"/>
                  </a:lnTo>
                  <a:lnTo>
                    <a:pt x="564" y="8525"/>
                  </a:lnTo>
                  <a:lnTo>
                    <a:pt x="553" y="8494"/>
                  </a:lnTo>
                  <a:lnTo>
                    <a:pt x="454" y="8237"/>
                  </a:lnTo>
                  <a:lnTo>
                    <a:pt x="494" y="8237"/>
                  </a:lnTo>
                  <a:lnTo>
                    <a:pt x="296" y="8079"/>
                  </a:lnTo>
                  <a:lnTo>
                    <a:pt x="316" y="8277"/>
                  </a:lnTo>
                  <a:lnTo>
                    <a:pt x="217" y="8138"/>
                  </a:lnTo>
                  <a:lnTo>
                    <a:pt x="119" y="7941"/>
                  </a:lnTo>
                  <a:lnTo>
                    <a:pt x="20" y="7724"/>
                  </a:lnTo>
                  <a:lnTo>
                    <a:pt x="0" y="7566"/>
                  </a:lnTo>
                  <a:close/>
                  <a:moveTo>
                    <a:pt x="564" y="8525"/>
                  </a:moveTo>
                  <a:lnTo>
                    <a:pt x="576" y="8562"/>
                  </a:lnTo>
                  <a:lnTo>
                    <a:pt x="573" y="8533"/>
                  </a:lnTo>
                  <a:lnTo>
                    <a:pt x="564" y="8525"/>
                  </a:lnTo>
                  <a:close/>
                  <a:moveTo>
                    <a:pt x="4800" y="13432"/>
                  </a:moveTo>
                  <a:lnTo>
                    <a:pt x="4820" y="13452"/>
                  </a:lnTo>
                  <a:lnTo>
                    <a:pt x="4820" y="13447"/>
                  </a:lnTo>
                  <a:lnTo>
                    <a:pt x="4800" y="13432"/>
                  </a:lnTo>
                  <a:close/>
                  <a:moveTo>
                    <a:pt x="29253" y="16000"/>
                  </a:moveTo>
                  <a:lnTo>
                    <a:pt x="29253" y="16059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53" y="16000"/>
                  </a:lnTo>
                  <a:close/>
                  <a:moveTo>
                    <a:pt x="9501" y="988"/>
                  </a:moveTo>
                  <a:lnTo>
                    <a:pt x="9481" y="1028"/>
                  </a:lnTo>
                  <a:lnTo>
                    <a:pt x="9422" y="1067"/>
                  </a:lnTo>
                  <a:lnTo>
                    <a:pt x="9303" y="1087"/>
                  </a:lnTo>
                  <a:lnTo>
                    <a:pt x="9481" y="1126"/>
                  </a:lnTo>
                  <a:lnTo>
                    <a:pt x="9600" y="1186"/>
                  </a:lnTo>
                  <a:lnTo>
                    <a:pt x="9639" y="1205"/>
                  </a:lnTo>
                  <a:lnTo>
                    <a:pt x="9659" y="1245"/>
                  </a:lnTo>
                  <a:lnTo>
                    <a:pt x="9442" y="1265"/>
                  </a:lnTo>
                  <a:lnTo>
                    <a:pt x="9343" y="1284"/>
                  </a:lnTo>
                  <a:lnTo>
                    <a:pt x="9244" y="1324"/>
                  </a:lnTo>
                  <a:lnTo>
                    <a:pt x="9442" y="1383"/>
                  </a:lnTo>
                  <a:lnTo>
                    <a:pt x="9442" y="1403"/>
                  </a:lnTo>
                  <a:lnTo>
                    <a:pt x="9442" y="1423"/>
                  </a:lnTo>
                  <a:lnTo>
                    <a:pt x="9422" y="1442"/>
                  </a:lnTo>
                  <a:lnTo>
                    <a:pt x="9402" y="1462"/>
                  </a:lnTo>
                  <a:lnTo>
                    <a:pt x="9422" y="1502"/>
                  </a:lnTo>
                  <a:lnTo>
                    <a:pt x="9461" y="1541"/>
                  </a:lnTo>
                  <a:lnTo>
                    <a:pt x="9461" y="1482"/>
                  </a:lnTo>
                  <a:lnTo>
                    <a:pt x="9521" y="1462"/>
                  </a:lnTo>
                  <a:lnTo>
                    <a:pt x="9679" y="1462"/>
                  </a:lnTo>
                  <a:lnTo>
                    <a:pt x="9876" y="1521"/>
                  </a:lnTo>
                  <a:lnTo>
                    <a:pt x="10093" y="1561"/>
                  </a:lnTo>
                  <a:lnTo>
                    <a:pt x="10074" y="1581"/>
                  </a:lnTo>
                  <a:lnTo>
                    <a:pt x="10054" y="1600"/>
                  </a:lnTo>
                  <a:lnTo>
                    <a:pt x="9995" y="1600"/>
                  </a:lnTo>
                  <a:lnTo>
                    <a:pt x="9916" y="1581"/>
                  </a:lnTo>
                  <a:lnTo>
                    <a:pt x="9837" y="1581"/>
                  </a:lnTo>
                  <a:lnTo>
                    <a:pt x="9975" y="1719"/>
                  </a:lnTo>
                  <a:lnTo>
                    <a:pt x="10093" y="1798"/>
                  </a:lnTo>
                  <a:lnTo>
                    <a:pt x="10232" y="1837"/>
                  </a:lnTo>
                  <a:lnTo>
                    <a:pt x="10350" y="1857"/>
                  </a:lnTo>
                  <a:lnTo>
                    <a:pt x="10508" y="1877"/>
                  </a:lnTo>
                  <a:lnTo>
                    <a:pt x="10666" y="1897"/>
                  </a:lnTo>
                  <a:lnTo>
                    <a:pt x="10844" y="1936"/>
                  </a:lnTo>
                  <a:lnTo>
                    <a:pt x="11022" y="2035"/>
                  </a:lnTo>
                  <a:lnTo>
                    <a:pt x="10883" y="2035"/>
                  </a:lnTo>
                  <a:lnTo>
                    <a:pt x="10982" y="2055"/>
                  </a:lnTo>
                  <a:lnTo>
                    <a:pt x="11061" y="2114"/>
                  </a:lnTo>
                  <a:lnTo>
                    <a:pt x="11199" y="2213"/>
                  </a:lnTo>
                  <a:lnTo>
                    <a:pt x="11318" y="2312"/>
                  </a:lnTo>
                  <a:lnTo>
                    <a:pt x="11377" y="2331"/>
                  </a:lnTo>
                  <a:lnTo>
                    <a:pt x="11456" y="2331"/>
                  </a:lnTo>
                  <a:lnTo>
                    <a:pt x="11496" y="2391"/>
                  </a:lnTo>
                  <a:lnTo>
                    <a:pt x="11535" y="2450"/>
                  </a:lnTo>
                  <a:lnTo>
                    <a:pt x="11535" y="2529"/>
                  </a:lnTo>
                  <a:lnTo>
                    <a:pt x="11535" y="2588"/>
                  </a:lnTo>
                  <a:lnTo>
                    <a:pt x="11555" y="2628"/>
                  </a:lnTo>
                  <a:lnTo>
                    <a:pt x="11614" y="2687"/>
                  </a:lnTo>
                  <a:lnTo>
                    <a:pt x="11713" y="2766"/>
                  </a:lnTo>
                  <a:lnTo>
                    <a:pt x="11713" y="2726"/>
                  </a:lnTo>
                  <a:lnTo>
                    <a:pt x="11733" y="2707"/>
                  </a:lnTo>
                  <a:lnTo>
                    <a:pt x="11772" y="2707"/>
                  </a:lnTo>
                  <a:lnTo>
                    <a:pt x="11832" y="2746"/>
                  </a:lnTo>
                  <a:lnTo>
                    <a:pt x="11911" y="2805"/>
                  </a:lnTo>
                  <a:lnTo>
                    <a:pt x="11990" y="2865"/>
                  </a:lnTo>
                  <a:lnTo>
                    <a:pt x="12069" y="2904"/>
                  </a:lnTo>
                  <a:lnTo>
                    <a:pt x="12148" y="2924"/>
                  </a:lnTo>
                  <a:lnTo>
                    <a:pt x="12167" y="2924"/>
                  </a:lnTo>
                  <a:lnTo>
                    <a:pt x="12207" y="2904"/>
                  </a:lnTo>
                  <a:lnTo>
                    <a:pt x="12365" y="3200"/>
                  </a:lnTo>
                  <a:lnTo>
                    <a:pt x="12444" y="3200"/>
                  </a:lnTo>
                  <a:lnTo>
                    <a:pt x="12523" y="3181"/>
                  </a:lnTo>
                  <a:lnTo>
                    <a:pt x="12622" y="3102"/>
                  </a:lnTo>
                  <a:lnTo>
                    <a:pt x="12661" y="3062"/>
                  </a:lnTo>
                  <a:lnTo>
                    <a:pt x="12740" y="3062"/>
                  </a:lnTo>
                  <a:lnTo>
                    <a:pt x="12839" y="3102"/>
                  </a:lnTo>
                  <a:lnTo>
                    <a:pt x="12977" y="3220"/>
                  </a:lnTo>
                  <a:lnTo>
                    <a:pt x="13056" y="3339"/>
                  </a:lnTo>
                  <a:lnTo>
                    <a:pt x="13076" y="3398"/>
                  </a:lnTo>
                  <a:lnTo>
                    <a:pt x="13076" y="3437"/>
                  </a:lnTo>
                  <a:lnTo>
                    <a:pt x="13056" y="3457"/>
                  </a:lnTo>
                  <a:lnTo>
                    <a:pt x="13036" y="3497"/>
                  </a:lnTo>
                  <a:lnTo>
                    <a:pt x="12977" y="3516"/>
                  </a:lnTo>
                  <a:lnTo>
                    <a:pt x="12898" y="3556"/>
                  </a:lnTo>
                  <a:lnTo>
                    <a:pt x="12839" y="3595"/>
                  </a:lnTo>
                  <a:lnTo>
                    <a:pt x="12819" y="3615"/>
                  </a:lnTo>
                  <a:lnTo>
                    <a:pt x="12819" y="3655"/>
                  </a:lnTo>
                  <a:lnTo>
                    <a:pt x="12819" y="3694"/>
                  </a:lnTo>
                  <a:lnTo>
                    <a:pt x="12839" y="3734"/>
                  </a:lnTo>
                  <a:lnTo>
                    <a:pt x="13017" y="3753"/>
                  </a:lnTo>
                  <a:lnTo>
                    <a:pt x="13135" y="3990"/>
                  </a:lnTo>
                  <a:lnTo>
                    <a:pt x="13214" y="4069"/>
                  </a:lnTo>
                  <a:lnTo>
                    <a:pt x="13333" y="4168"/>
                  </a:lnTo>
                  <a:lnTo>
                    <a:pt x="13412" y="4287"/>
                  </a:lnTo>
                  <a:lnTo>
                    <a:pt x="13412" y="4326"/>
                  </a:lnTo>
                  <a:lnTo>
                    <a:pt x="13412" y="4346"/>
                  </a:lnTo>
                  <a:lnTo>
                    <a:pt x="13352" y="4346"/>
                  </a:lnTo>
                  <a:lnTo>
                    <a:pt x="13293" y="4306"/>
                  </a:lnTo>
                  <a:lnTo>
                    <a:pt x="13214" y="4267"/>
                  </a:lnTo>
                  <a:lnTo>
                    <a:pt x="13175" y="4247"/>
                  </a:lnTo>
                  <a:lnTo>
                    <a:pt x="13214" y="4287"/>
                  </a:lnTo>
                  <a:lnTo>
                    <a:pt x="13273" y="4326"/>
                  </a:lnTo>
                  <a:lnTo>
                    <a:pt x="13392" y="4464"/>
                  </a:lnTo>
                  <a:lnTo>
                    <a:pt x="13668" y="4820"/>
                  </a:lnTo>
                  <a:lnTo>
                    <a:pt x="13826" y="4978"/>
                  </a:lnTo>
                  <a:lnTo>
                    <a:pt x="14004" y="5136"/>
                  </a:lnTo>
                  <a:lnTo>
                    <a:pt x="14103" y="5195"/>
                  </a:lnTo>
                  <a:lnTo>
                    <a:pt x="14202" y="5235"/>
                  </a:lnTo>
                  <a:lnTo>
                    <a:pt x="14281" y="5255"/>
                  </a:lnTo>
                  <a:lnTo>
                    <a:pt x="14380" y="5255"/>
                  </a:lnTo>
                  <a:lnTo>
                    <a:pt x="14518" y="5373"/>
                  </a:lnTo>
                  <a:lnTo>
                    <a:pt x="14656" y="5511"/>
                  </a:lnTo>
                  <a:lnTo>
                    <a:pt x="14755" y="5610"/>
                  </a:lnTo>
                  <a:lnTo>
                    <a:pt x="14775" y="5650"/>
                  </a:lnTo>
                  <a:lnTo>
                    <a:pt x="14755" y="5689"/>
                  </a:lnTo>
                  <a:lnTo>
                    <a:pt x="14854" y="5689"/>
                  </a:lnTo>
                  <a:lnTo>
                    <a:pt x="14972" y="5748"/>
                  </a:lnTo>
                  <a:lnTo>
                    <a:pt x="15249" y="5887"/>
                  </a:lnTo>
                  <a:lnTo>
                    <a:pt x="15505" y="6045"/>
                  </a:lnTo>
                  <a:lnTo>
                    <a:pt x="15624" y="6104"/>
                  </a:lnTo>
                  <a:lnTo>
                    <a:pt x="15742" y="6124"/>
                  </a:lnTo>
                  <a:lnTo>
                    <a:pt x="15723" y="6143"/>
                  </a:lnTo>
                  <a:lnTo>
                    <a:pt x="15742" y="6183"/>
                  </a:lnTo>
                  <a:lnTo>
                    <a:pt x="15802" y="6242"/>
                  </a:lnTo>
                  <a:lnTo>
                    <a:pt x="15900" y="6321"/>
                  </a:lnTo>
                  <a:lnTo>
                    <a:pt x="16019" y="6361"/>
                  </a:lnTo>
                  <a:lnTo>
                    <a:pt x="15960" y="6321"/>
                  </a:lnTo>
                  <a:lnTo>
                    <a:pt x="15940" y="6282"/>
                  </a:lnTo>
                  <a:lnTo>
                    <a:pt x="15940" y="6262"/>
                  </a:lnTo>
                  <a:lnTo>
                    <a:pt x="15960" y="6242"/>
                  </a:lnTo>
                  <a:lnTo>
                    <a:pt x="16039" y="6222"/>
                  </a:lnTo>
                  <a:lnTo>
                    <a:pt x="16157" y="6203"/>
                  </a:lnTo>
                  <a:lnTo>
                    <a:pt x="16216" y="6282"/>
                  </a:lnTo>
                  <a:lnTo>
                    <a:pt x="16315" y="6341"/>
                  </a:lnTo>
                  <a:lnTo>
                    <a:pt x="16513" y="6459"/>
                  </a:lnTo>
                  <a:lnTo>
                    <a:pt x="16612" y="6519"/>
                  </a:lnTo>
                  <a:lnTo>
                    <a:pt x="16691" y="6578"/>
                  </a:lnTo>
                  <a:lnTo>
                    <a:pt x="16750" y="6637"/>
                  </a:lnTo>
                  <a:lnTo>
                    <a:pt x="16750" y="6716"/>
                  </a:lnTo>
                  <a:lnTo>
                    <a:pt x="16849" y="6716"/>
                  </a:lnTo>
                  <a:lnTo>
                    <a:pt x="16908" y="6696"/>
                  </a:lnTo>
                  <a:lnTo>
                    <a:pt x="16967" y="6677"/>
                  </a:lnTo>
                  <a:lnTo>
                    <a:pt x="16987" y="6637"/>
                  </a:lnTo>
                  <a:lnTo>
                    <a:pt x="17046" y="6578"/>
                  </a:lnTo>
                  <a:lnTo>
                    <a:pt x="17105" y="6499"/>
                  </a:lnTo>
                  <a:lnTo>
                    <a:pt x="17165" y="6558"/>
                  </a:lnTo>
                  <a:lnTo>
                    <a:pt x="17224" y="6637"/>
                  </a:lnTo>
                  <a:lnTo>
                    <a:pt x="17382" y="6775"/>
                  </a:lnTo>
                  <a:lnTo>
                    <a:pt x="17441" y="6854"/>
                  </a:lnTo>
                  <a:lnTo>
                    <a:pt x="17500" y="6933"/>
                  </a:lnTo>
                  <a:lnTo>
                    <a:pt x="17500" y="6993"/>
                  </a:lnTo>
                  <a:lnTo>
                    <a:pt x="17481" y="7013"/>
                  </a:lnTo>
                  <a:lnTo>
                    <a:pt x="17461" y="7032"/>
                  </a:lnTo>
                  <a:lnTo>
                    <a:pt x="17362" y="6953"/>
                  </a:lnTo>
                  <a:lnTo>
                    <a:pt x="17244" y="6874"/>
                  </a:lnTo>
                  <a:lnTo>
                    <a:pt x="17184" y="6854"/>
                  </a:lnTo>
                  <a:lnTo>
                    <a:pt x="17125" y="6854"/>
                  </a:lnTo>
                  <a:lnTo>
                    <a:pt x="17105" y="6914"/>
                  </a:lnTo>
                  <a:lnTo>
                    <a:pt x="17184" y="6993"/>
                  </a:lnTo>
                  <a:lnTo>
                    <a:pt x="17244" y="6993"/>
                  </a:lnTo>
                  <a:lnTo>
                    <a:pt x="17303" y="6973"/>
                  </a:lnTo>
                  <a:lnTo>
                    <a:pt x="17342" y="6973"/>
                  </a:lnTo>
                  <a:lnTo>
                    <a:pt x="17402" y="7013"/>
                  </a:lnTo>
                  <a:lnTo>
                    <a:pt x="17402" y="7052"/>
                  </a:lnTo>
                  <a:lnTo>
                    <a:pt x="17421" y="7111"/>
                  </a:lnTo>
                  <a:lnTo>
                    <a:pt x="17421" y="7171"/>
                  </a:lnTo>
                  <a:lnTo>
                    <a:pt x="17421" y="7210"/>
                  </a:lnTo>
                  <a:lnTo>
                    <a:pt x="17402" y="7210"/>
                  </a:lnTo>
                  <a:lnTo>
                    <a:pt x="17619" y="7348"/>
                  </a:lnTo>
                  <a:lnTo>
                    <a:pt x="17876" y="7566"/>
                  </a:lnTo>
                  <a:lnTo>
                    <a:pt x="17816" y="7467"/>
                  </a:lnTo>
                  <a:lnTo>
                    <a:pt x="17797" y="7427"/>
                  </a:lnTo>
                  <a:lnTo>
                    <a:pt x="17895" y="7427"/>
                  </a:lnTo>
                  <a:lnTo>
                    <a:pt x="18014" y="7447"/>
                  </a:lnTo>
                  <a:lnTo>
                    <a:pt x="18034" y="7447"/>
                  </a:lnTo>
                  <a:lnTo>
                    <a:pt x="18034" y="7427"/>
                  </a:lnTo>
                  <a:lnTo>
                    <a:pt x="18014" y="7388"/>
                  </a:lnTo>
                  <a:lnTo>
                    <a:pt x="17639" y="7309"/>
                  </a:lnTo>
                  <a:lnTo>
                    <a:pt x="17560" y="7250"/>
                  </a:lnTo>
                  <a:lnTo>
                    <a:pt x="17500" y="7210"/>
                  </a:lnTo>
                  <a:lnTo>
                    <a:pt x="17500" y="7171"/>
                  </a:lnTo>
                  <a:lnTo>
                    <a:pt x="17520" y="7151"/>
                  </a:lnTo>
                  <a:lnTo>
                    <a:pt x="17560" y="7111"/>
                  </a:lnTo>
                  <a:lnTo>
                    <a:pt x="17560" y="7092"/>
                  </a:lnTo>
                  <a:lnTo>
                    <a:pt x="17560" y="7052"/>
                  </a:lnTo>
                  <a:lnTo>
                    <a:pt x="17737" y="7151"/>
                  </a:lnTo>
                  <a:lnTo>
                    <a:pt x="17895" y="7210"/>
                  </a:lnTo>
                  <a:lnTo>
                    <a:pt x="18034" y="7250"/>
                  </a:lnTo>
                  <a:lnTo>
                    <a:pt x="18152" y="7269"/>
                  </a:lnTo>
                  <a:lnTo>
                    <a:pt x="18429" y="7329"/>
                  </a:lnTo>
                  <a:lnTo>
                    <a:pt x="18606" y="7368"/>
                  </a:lnTo>
                  <a:lnTo>
                    <a:pt x="18843" y="7467"/>
                  </a:lnTo>
                  <a:lnTo>
                    <a:pt x="19081" y="7645"/>
                  </a:lnTo>
                  <a:lnTo>
                    <a:pt x="19278" y="7783"/>
                  </a:lnTo>
                  <a:lnTo>
                    <a:pt x="19179" y="7743"/>
                  </a:lnTo>
                  <a:lnTo>
                    <a:pt x="19120" y="7743"/>
                  </a:lnTo>
                  <a:lnTo>
                    <a:pt x="19081" y="7763"/>
                  </a:lnTo>
                  <a:lnTo>
                    <a:pt x="19041" y="7803"/>
                  </a:lnTo>
                  <a:lnTo>
                    <a:pt x="19041" y="7842"/>
                  </a:lnTo>
                  <a:lnTo>
                    <a:pt x="19041" y="7882"/>
                  </a:lnTo>
                  <a:lnTo>
                    <a:pt x="19081" y="7921"/>
                  </a:lnTo>
                  <a:lnTo>
                    <a:pt x="19120" y="7961"/>
                  </a:lnTo>
                  <a:lnTo>
                    <a:pt x="19298" y="8000"/>
                  </a:lnTo>
                  <a:lnTo>
                    <a:pt x="19436" y="8040"/>
                  </a:lnTo>
                  <a:lnTo>
                    <a:pt x="19594" y="8099"/>
                  </a:lnTo>
                  <a:lnTo>
                    <a:pt x="19713" y="8178"/>
                  </a:lnTo>
                  <a:lnTo>
                    <a:pt x="19950" y="8336"/>
                  </a:lnTo>
                  <a:lnTo>
                    <a:pt x="20068" y="8415"/>
                  </a:lnTo>
                  <a:lnTo>
                    <a:pt x="20206" y="8474"/>
                  </a:lnTo>
                  <a:lnTo>
                    <a:pt x="20206" y="8474"/>
                  </a:lnTo>
                  <a:lnTo>
                    <a:pt x="20108" y="8415"/>
                  </a:lnTo>
                  <a:lnTo>
                    <a:pt x="20068" y="8375"/>
                  </a:lnTo>
                  <a:lnTo>
                    <a:pt x="20048" y="8356"/>
                  </a:lnTo>
                  <a:lnTo>
                    <a:pt x="20048" y="8316"/>
                  </a:lnTo>
                  <a:lnTo>
                    <a:pt x="20088" y="8296"/>
                  </a:lnTo>
                  <a:lnTo>
                    <a:pt x="20127" y="8277"/>
                  </a:lnTo>
                  <a:lnTo>
                    <a:pt x="20226" y="8257"/>
                  </a:lnTo>
                  <a:lnTo>
                    <a:pt x="20443" y="8277"/>
                  </a:lnTo>
                  <a:lnTo>
                    <a:pt x="20562" y="8296"/>
                  </a:lnTo>
                  <a:lnTo>
                    <a:pt x="20621" y="8316"/>
                  </a:lnTo>
                  <a:lnTo>
                    <a:pt x="20641" y="8356"/>
                  </a:lnTo>
                  <a:lnTo>
                    <a:pt x="20641" y="8435"/>
                  </a:lnTo>
                  <a:lnTo>
                    <a:pt x="20680" y="8474"/>
                  </a:lnTo>
                  <a:lnTo>
                    <a:pt x="20740" y="8533"/>
                  </a:lnTo>
                  <a:lnTo>
                    <a:pt x="21115" y="8612"/>
                  </a:lnTo>
                  <a:lnTo>
                    <a:pt x="21411" y="8691"/>
                  </a:lnTo>
                  <a:lnTo>
                    <a:pt x="21984" y="8869"/>
                  </a:lnTo>
                  <a:lnTo>
                    <a:pt x="22241" y="8948"/>
                  </a:lnTo>
                  <a:lnTo>
                    <a:pt x="22498" y="9007"/>
                  </a:lnTo>
                  <a:lnTo>
                    <a:pt x="22774" y="9047"/>
                  </a:lnTo>
                  <a:lnTo>
                    <a:pt x="23051" y="9067"/>
                  </a:lnTo>
                  <a:lnTo>
                    <a:pt x="23051" y="9067"/>
                  </a:lnTo>
                  <a:lnTo>
                    <a:pt x="22735" y="8830"/>
                  </a:lnTo>
                  <a:lnTo>
                    <a:pt x="22577" y="8968"/>
                  </a:lnTo>
                  <a:lnTo>
                    <a:pt x="22517" y="8909"/>
                  </a:lnTo>
                  <a:lnTo>
                    <a:pt x="22498" y="8849"/>
                  </a:lnTo>
                  <a:lnTo>
                    <a:pt x="22517" y="8770"/>
                  </a:lnTo>
                  <a:lnTo>
                    <a:pt x="22557" y="8731"/>
                  </a:lnTo>
                  <a:lnTo>
                    <a:pt x="22636" y="8672"/>
                  </a:lnTo>
                  <a:lnTo>
                    <a:pt x="22715" y="8612"/>
                  </a:lnTo>
                  <a:lnTo>
                    <a:pt x="22873" y="8553"/>
                  </a:lnTo>
                  <a:lnTo>
                    <a:pt x="22912" y="8573"/>
                  </a:lnTo>
                  <a:lnTo>
                    <a:pt x="22972" y="8593"/>
                  </a:lnTo>
                  <a:lnTo>
                    <a:pt x="23110" y="8632"/>
                  </a:lnTo>
                  <a:lnTo>
                    <a:pt x="23209" y="8691"/>
                  </a:lnTo>
                  <a:lnTo>
                    <a:pt x="23228" y="8711"/>
                  </a:lnTo>
                  <a:lnTo>
                    <a:pt x="23169" y="8731"/>
                  </a:lnTo>
                  <a:lnTo>
                    <a:pt x="23643" y="8731"/>
                  </a:lnTo>
                  <a:lnTo>
                    <a:pt x="23604" y="8711"/>
                  </a:lnTo>
                  <a:lnTo>
                    <a:pt x="23564" y="8691"/>
                  </a:lnTo>
                  <a:lnTo>
                    <a:pt x="23465" y="8652"/>
                  </a:lnTo>
                  <a:lnTo>
                    <a:pt x="23446" y="8632"/>
                  </a:lnTo>
                  <a:lnTo>
                    <a:pt x="23426" y="8612"/>
                  </a:lnTo>
                  <a:lnTo>
                    <a:pt x="23446" y="8612"/>
                  </a:lnTo>
                  <a:lnTo>
                    <a:pt x="23505" y="8593"/>
                  </a:lnTo>
                  <a:lnTo>
                    <a:pt x="23663" y="8652"/>
                  </a:lnTo>
                  <a:lnTo>
                    <a:pt x="23821" y="8731"/>
                  </a:lnTo>
                  <a:lnTo>
                    <a:pt x="23880" y="8770"/>
                  </a:lnTo>
                  <a:lnTo>
                    <a:pt x="23900" y="8790"/>
                  </a:lnTo>
                  <a:lnTo>
                    <a:pt x="23880" y="8810"/>
                  </a:lnTo>
                  <a:lnTo>
                    <a:pt x="23801" y="8830"/>
                  </a:lnTo>
                  <a:lnTo>
                    <a:pt x="23979" y="8869"/>
                  </a:lnTo>
                  <a:lnTo>
                    <a:pt x="24236" y="8869"/>
                  </a:lnTo>
                  <a:lnTo>
                    <a:pt x="24295" y="8849"/>
                  </a:lnTo>
                  <a:lnTo>
                    <a:pt x="24315" y="8830"/>
                  </a:lnTo>
                  <a:lnTo>
                    <a:pt x="24315" y="8790"/>
                  </a:lnTo>
                  <a:lnTo>
                    <a:pt x="24433" y="8810"/>
                  </a:lnTo>
                  <a:lnTo>
                    <a:pt x="24473" y="8849"/>
                  </a:lnTo>
                  <a:lnTo>
                    <a:pt x="24453" y="8869"/>
                  </a:lnTo>
                  <a:lnTo>
                    <a:pt x="24394" y="8909"/>
                  </a:lnTo>
                  <a:lnTo>
                    <a:pt x="24236" y="8968"/>
                  </a:lnTo>
                  <a:lnTo>
                    <a:pt x="24058" y="9007"/>
                  </a:lnTo>
                  <a:lnTo>
                    <a:pt x="24157" y="9047"/>
                  </a:lnTo>
                  <a:lnTo>
                    <a:pt x="24216" y="9067"/>
                  </a:lnTo>
                  <a:lnTo>
                    <a:pt x="24256" y="9106"/>
                  </a:lnTo>
                  <a:lnTo>
                    <a:pt x="24275" y="9146"/>
                  </a:lnTo>
                  <a:lnTo>
                    <a:pt x="24275" y="9185"/>
                  </a:lnTo>
                  <a:lnTo>
                    <a:pt x="24256" y="9205"/>
                  </a:lnTo>
                  <a:lnTo>
                    <a:pt x="24196" y="9244"/>
                  </a:lnTo>
                  <a:lnTo>
                    <a:pt x="24611" y="9304"/>
                  </a:lnTo>
                  <a:lnTo>
                    <a:pt x="24552" y="9323"/>
                  </a:lnTo>
                  <a:lnTo>
                    <a:pt x="24512" y="9363"/>
                  </a:lnTo>
                  <a:lnTo>
                    <a:pt x="24453" y="9403"/>
                  </a:lnTo>
                  <a:lnTo>
                    <a:pt x="24394" y="9422"/>
                  </a:lnTo>
                  <a:lnTo>
                    <a:pt x="24493" y="9462"/>
                  </a:lnTo>
                  <a:lnTo>
                    <a:pt x="24769" y="9462"/>
                  </a:lnTo>
                  <a:lnTo>
                    <a:pt x="24848" y="9482"/>
                  </a:lnTo>
                  <a:lnTo>
                    <a:pt x="24927" y="9482"/>
                  </a:lnTo>
                  <a:lnTo>
                    <a:pt x="24986" y="9521"/>
                  </a:lnTo>
                  <a:lnTo>
                    <a:pt x="25065" y="9580"/>
                  </a:lnTo>
                  <a:lnTo>
                    <a:pt x="25184" y="9462"/>
                  </a:lnTo>
                  <a:lnTo>
                    <a:pt x="25539" y="9620"/>
                  </a:lnTo>
                  <a:lnTo>
                    <a:pt x="25757" y="9719"/>
                  </a:lnTo>
                  <a:lnTo>
                    <a:pt x="26231" y="9936"/>
                  </a:lnTo>
                  <a:lnTo>
                    <a:pt x="26191" y="9817"/>
                  </a:lnTo>
                  <a:lnTo>
                    <a:pt x="26330" y="9817"/>
                  </a:lnTo>
                  <a:lnTo>
                    <a:pt x="26409" y="9857"/>
                  </a:lnTo>
                  <a:lnTo>
                    <a:pt x="26468" y="9916"/>
                  </a:lnTo>
                  <a:lnTo>
                    <a:pt x="26507" y="9975"/>
                  </a:lnTo>
                  <a:lnTo>
                    <a:pt x="26547" y="10035"/>
                  </a:lnTo>
                  <a:lnTo>
                    <a:pt x="26586" y="10114"/>
                  </a:lnTo>
                  <a:lnTo>
                    <a:pt x="26665" y="10173"/>
                  </a:lnTo>
                  <a:lnTo>
                    <a:pt x="26784" y="10252"/>
                  </a:lnTo>
                  <a:lnTo>
                    <a:pt x="26942" y="10311"/>
                  </a:lnTo>
                  <a:lnTo>
                    <a:pt x="27060" y="10351"/>
                  </a:lnTo>
                  <a:lnTo>
                    <a:pt x="27120" y="10370"/>
                  </a:lnTo>
                  <a:lnTo>
                    <a:pt x="27159" y="10351"/>
                  </a:lnTo>
                  <a:lnTo>
                    <a:pt x="27199" y="10331"/>
                  </a:lnTo>
                  <a:lnTo>
                    <a:pt x="27238" y="10291"/>
                  </a:lnTo>
                  <a:lnTo>
                    <a:pt x="27317" y="10351"/>
                  </a:lnTo>
                  <a:lnTo>
                    <a:pt x="27337" y="10410"/>
                  </a:lnTo>
                  <a:lnTo>
                    <a:pt x="27337" y="10469"/>
                  </a:lnTo>
                  <a:lnTo>
                    <a:pt x="27317" y="10528"/>
                  </a:lnTo>
                  <a:lnTo>
                    <a:pt x="27436" y="10548"/>
                  </a:lnTo>
                  <a:lnTo>
                    <a:pt x="27554" y="10607"/>
                  </a:lnTo>
                  <a:lnTo>
                    <a:pt x="27613" y="10667"/>
                  </a:lnTo>
                  <a:lnTo>
                    <a:pt x="27633" y="10706"/>
                  </a:lnTo>
                  <a:lnTo>
                    <a:pt x="27653" y="10765"/>
                  </a:lnTo>
                  <a:lnTo>
                    <a:pt x="27653" y="10825"/>
                  </a:lnTo>
                  <a:lnTo>
                    <a:pt x="27436" y="10647"/>
                  </a:lnTo>
                  <a:lnTo>
                    <a:pt x="27416" y="10686"/>
                  </a:lnTo>
                  <a:lnTo>
                    <a:pt x="27396" y="10726"/>
                  </a:lnTo>
                  <a:lnTo>
                    <a:pt x="27436" y="10825"/>
                  </a:lnTo>
                  <a:lnTo>
                    <a:pt x="27475" y="10923"/>
                  </a:lnTo>
                  <a:lnTo>
                    <a:pt x="27475" y="10963"/>
                  </a:lnTo>
                  <a:lnTo>
                    <a:pt x="27455" y="11002"/>
                  </a:lnTo>
                  <a:lnTo>
                    <a:pt x="27495" y="11042"/>
                  </a:lnTo>
                  <a:lnTo>
                    <a:pt x="27515" y="11101"/>
                  </a:lnTo>
                  <a:lnTo>
                    <a:pt x="27574" y="11200"/>
                  </a:lnTo>
                  <a:lnTo>
                    <a:pt x="27613" y="11338"/>
                  </a:lnTo>
                  <a:lnTo>
                    <a:pt x="27673" y="11595"/>
                  </a:lnTo>
                  <a:lnTo>
                    <a:pt x="27771" y="11852"/>
                  </a:lnTo>
                  <a:lnTo>
                    <a:pt x="27870" y="12089"/>
                  </a:lnTo>
                  <a:lnTo>
                    <a:pt x="28008" y="12326"/>
                  </a:lnTo>
                  <a:lnTo>
                    <a:pt x="28166" y="12523"/>
                  </a:lnTo>
                  <a:lnTo>
                    <a:pt x="28324" y="12681"/>
                  </a:lnTo>
                  <a:lnTo>
                    <a:pt x="28305" y="12583"/>
                  </a:lnTo>
                  <a:lnTo>
                    <a:pt x="28344" y="12523"/>
                  </a:lnTo>
                  <a:lnTo>
                    <a:pt x="28384" y="12484"/>
                  </a:lnTo>
                  <a:lnTo>
                    <a:pt x="28443" y="12464"/>
                  </a:lnTo>
                  <a:lnTo>
                    <a:pt x="28542" y="12484"/>
                  </a:lnTo>
                  <a:lnTo>
                    <a:pt x="28641" y="12543"/>
                  </a:lnTo>
                  <a:lnTo>
                    <a:pt x="28917" y="12721"/>
                  </a:lnTo>
                  <a:lnTo>
                    <a:pt x="28897" y="12721"/>
                  </a:lnTo>
                  <a:lnTo>
                    <a:pt x="28897" y="12741"/>
                  </a:lnTo>
                  <a:lnTo>
                    <a:pt x="28917" y="12820"/>
                  </a:lnTo>
                  <a:lnTo>
                    <a:pt x="29055" y="13017"/>
                  </a:lnTo>
                  <a:lnTo>
                    <a:pt x="29194" y="13195"/>
                  </a:lnTo>
                  <a:lnTo>
                    <a:pt x="29253" y="13274"/>
                  </a:lnTo>
                  <a:lnTo>
                    <a:pt x="29273" y="13353"/>
                  </a:lnTo>
                  <a:lnTo>
                    <a:pt x="29233" y="13373"/>
                  </a:lnTo>
                  <a:lnTo>
                    <a:pt x="29213" y="13412"/>
                  </a:lnTo>
                  <a:lnTo>
                    <a:pt x="29194" y="13511"/>
                  </a:lnTo>
                  <a:lnTo>
                    <a:pt x="29174" y="13550"/>
                  </a:lnTo>
                  <a:lnTo>
                    <a:pt x="29154" y="13570"/>
                  </a:lnTo>
                  <a:lnTo>
                    <a:pt x="29115" y="13570"/>
                  </a:lnTo>
                  <a:lnTo>
                    <a:pt x="29055" y="13531"/>
                  </a:lnTo>
                  <a:lnTo>
                    <a:pt x="29075" y="13373"/>
                  </a:lnTo>
                  <a:lnTo>
                    <a:pt x="29055" y="13333"/>
                  </a:lnTo>
                  <a:lnTo>
                    <a:pt x="29036" y="13294"/>
                  </a:lnTo>
                  <a:lnTo>
                    <a:pt x="29016" y="13254"/>
                  </a:lnTo>
                  <a:lnTo>
                    <a:pt x="28957" y="13215"/>
                  </a:lnTo>
                  <a:lnTo>
                    <a:pt x="28976" y="13353"/>
                  </a:lnTo>
                  <a:lnTo>
                    <a:pt x="29016" y="13511"/>
                  </a:lnTo>
                  <a:lnTo>
                    <a:pt x="29016" y="13570"/>
                  </a:lnTo>
                  <a:lnTo>
                    <a:pt x="29016" y="13629"/>
                  </a:lnTo>
                  <a:lnTo>
                    <a:pt x="28996" y="13728"/>
                  </a:lnTo>
                  <a:lnTo>
                    <a:pt x="28858" y="13728"/>
                  </a:lnTo>
                  <a:lnTo>
                    <a:pt x="28838" y="13708"/>
                  </a:lnTo>
                  <a:lnTo>
                    <a:pt x="28897" y="13689"/>
                  </a:lnTo>
                  <a:lnTo>
                    <a:pt x="28937" y="13649"/>
                  </a:lnTo>
                  <a:lnTo>
                    <a:pt x="28838" y="13610"/>
                  </a:lnTo>
                  <a:lnTo>
                    <a:pt x="28779" y="13610"/>
                  </a:lnTo>
                  <a:lnTo>
                    <a:pt x="28759" y="13629"/>
                  </a:lnTo>
                  <a:lnTo>
                    <a:pt x="28759" y="13649"/>
                  </a:lnTo>
                  <a:lnTo>
                    <a:pt x="28739" y="13708"/>
                  </a:lnTo>
                  <a:lnTo>
                    <a:pt x="28739" y="13748"/>
                  </a:lnTo>
                  <a:lnTo>
                    <a:pt x="28720" y="13807"/>
                  </a:lnTo>
                  <a:lnTo>
                    <a:pt x="28660" y="13866"/>
                  </a:lnTo>
                  <a:lnTo>
                    <a:pt x="28680" y="13866"/>
                  </a:lnTo>
                  <a:lnTo>
                    <a:pt x="28700" y="13886"/>
                  </a:lnTo>
                  <a:lnTo>
                    <a:pt x="28720" y="13886"/>
                  </a:lnTo>
                  <a:lnTo>
                    <a:pt x="28759" y="13847"/>
                  </a:lnTo>
                  <a:lnTo>
                    <a:pt x="28720" y="13906"/>
                  </a:lnTo>
                  <a:lnTo>
                    <a:pt x="28720" y="13965"/>
                  </a:lnTo>
                  <a:lnTo>
                    <a:pt x="28739" y="14024"/>
                  </a:lnTo>
                  <a:lnTo>
                    <a:pt x="28799" y="14104"/>
                  </a:lnTo>
                  <a:lnTo>
                    <a:pt x="28838" y="14202"/>
                  </a:lnTo>
                  <a:lnTo>
                    <a:pt x="28878" y="14321"/>
                  </a:lnTo>
                  <a:lnTo>
                    <a:pt x="28878" y="14439"/>
                  </a:lnTo>
                  <a:lnTo>
                    <a:pt x="28858" y="14499"/>
                  </a:lnTo>
                  <a:lnTo>
                    <a:pt x="28838" y="14558"/>
                  </a:lnTo>
                  <a:lnTo>
                    <a:pt x="28858" y="14538"/>
                  </a:lnTo>
                  <a:lnTo>
                    <a:pt x="28897" y="14499"/>
                  </a:lnTo>
                  <a:lnTo>
                    <a:pt x="28957" y="14499"/>
                  </a:lnTo>
                  <a:lnTo>
                    <a:pt x="28976" y="14538"/>
                  </a:lnTo>
                  <a:lnTo>
                    <a:pt x="28996" y="14578"/>
                  </a:lnTo>
                  <a:lnTo>
                    <a:pt x="29016" y="14696"/>
                  </a:lnTo>
                  <a:lnTo>
                    <a:pt x="29016" y="14775"/>
                  </a:lnTo>
                  <a:lnTo>
                    <a:pt x="28996" y="14834"/>
                  </a:lnTo>
                  <a:lnTo>
                    <a:pt x="28976" y="14874"/>
                  </a:lnTo>
                  <a:lnTo>
                    <a:pt x="28917" y="14953"/>
                  </a:lnTo>
                  <a:lnTo>
                    <a:pt x="28878" y="15032"/>
                  </a:lnTo>
                  <a:lnTo>
                    <a:pt x="28897" y="15091"/>
                  </a:lnTo>
                  <a:lnTo>
                    <a:pt x="28937" y="15170"/>
                  </a:lnTo>
                  <a:lnTo>
                    <a:pt x="28957" y="15368"/>
                  </a:lnTo>
                  <a:lnTo>
                    <a:pt x="28976" y="15545"/>
                  </a:lnTo>
                  <a:lnTo>
                    <a:pt x="28976" y="15585"/>
                  </a:lnTo>
                  <a:lnTo>
                    <a:pt x="28996" y="15644"/>
                  </a:lnTo>
                  <a:lnTo>
                    <a:pt x="29036" y="15664"/>
                  </a:lnTo>
                  <a:lnTo>
                    <a:pt x="29075" y="15624"/>
                  </a:lnTo>
                  <a:lnTo>
                    <a:pt x="29134" y="15605"/>
                  </a:lnTo>
                  <a:lnTo>
                    <a:pt x="29174" y="15565"/>
                  </a:lnTo>
                  <a:lnTo>
                    <a:pt x="29233" y="15565"/>
                  </a:lnTo>
                  <a:lnTo>
                    <a:pt x="29273" y="15585"/>
                  </a:lnTo>
                  <a:lnTo>
                    <a:pt x="29312" y="15664"/>
                  </a:lnTo>
                  <a:lnTo>
                    <a:pt x="29371" y="15763"/>
                  </a:lnTo>
                  <a:lnTo>
                    <a:pt x="29391" y="15842"/>
                  </a:lnTo>
                  <a:lnTo>
                    <a:pt x="29391" y="15940"/>
                  </a:lnTo>
                  <a:lnTo>
                    <a:pt x="29391" y="16039"/>
                  </a:lnTo>
                  <a:lnTo>
                    <a:pt x="29371" y="16237"/>
                  </a:lnTo>
                  <a:lnTo>
                    <a:pt x="29371" y="16335"/>
                  </a:lnTo>
                  <a:lnTo>
                    <a:pt x="29371" y="16434"/>
                  </a:lnTo>
                  <a:lnTo>
                    <a:pt x="29332" y="16494"/>
                  </a:lnTo>
                  <a:lnTo>
                    <a:pt x="29312" y="16513"/>
                  </a:lnTo>
                  <a:lnTo>
                    <a:pt x="29292" y="16494"/>
                  </a:lnTo>
                  <a:lnTo>
                    <a:pt x="29292" y="16454"/>
                  </a:lnTo>
                  <a:lnTo>
                    <a:pt x="29273" y="16375"/>
                  </a:lnTo>
                  <a:lnTo>
                    <a:pt x="29273" y="16158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73" y="16415"/>
                  </a:lnTo>
                  <a:lnTo>
                    <a:pt x="29273" y="16849"/>
                  </a:lnTo>
                  <a:lnTo>
                    <a:pt x="29233" y="16908"/>
                  </a:lnTo>
                  <a:lnTo>
                    <a:pt x="29213" y="16928"/>
                  </a:lnTo>
                  <a:lnTo>
                    <a:pt x="29174" y="16908"/>
                  </a:lnTo>
                  <a:lnTo>
                    <a:pt x="29154" y="16849"/>
                  </a:lnTo>
                  <a:lnTo>
                    <a:pt x="29154" y="16671"/>
                  </a:lnTo>
                  <a:lnTo>
                    <a:pt x="29154" y="16474"/>
                  </a:lnTo>
                  <a:lnTo>
                    <a:pt x="29115" y="16612"/>
                  </a:lnTo>
                  <a:lnTo>
                    <a:pt x="29095" y="16731"/>
                  </a:lnTo>
                  <a:lnTo>
                    <a:pt x="29095" y="16869"/>
                  </a:lnTo>
                  <a:lnTo>
                    <a:pt x="29095" y="16987"/>
                  </a:lnTo>
                  <a:lnTo>
                    <a:pt x="29115" y="17106"/>
                  </a:lnTo>
                  <a:lnTo>
                    <a:pt x="29134" y="17205"/>
                  </a:lnTo>
                  <a:lnTo>
                    <a:pt x="29174" y="17303"/>
                  </a:lnTo>
                  <a:lnTo>
                    <a:pt x="29213" y="17343"/>
                  </a:lnTo>
                  <a:lnTo>
                    <a:pt x="29174" y="17481"/>
                  </a:lnTo>
                  <a:lnTo>
                    <a:pt x="29154" y="17600"/>
                  </a:lnTo>
                  <a:lnTo>
                    <a:pt x="29134" y="17718"/>
                  </a:lnTo>
                  <a:lnTo>
                    <a:pt x="29075" y="17856"/>
                  </a:lnTo>
                  <a:lnTo>
                    <a:pt x="29055" y="17777"/>
                  </a:lnTo>
                  <a:lnTo>
                    <a:pt x="29016" y="17718"/>
                  </a:lnTo>
                  <a:lnTo>
                    <a:pt x="28917" y="17619"/>
                  </a:lnTo>
                  <a:lnTo>
                    <a:pt x="28878" y="17560"/>
                  </a:lnTo>
                  <a:lnTo>
                    <a:pt x="28838" y="17501"/>
                  </a:lnTo>
                  <a:lnTo>
                    <a:pt x="28799" y="17422"/>
                  </a:lnTo>
                  <a:lnTo>
                    <a:pt x="28799" y="17323"/>
                  </a:lnTo>
                  <a:lnTo>
                    <a:pt x="28818" y="17185"/>
                  </a:lnTo>
                  <a:lnTo>
                    <a:pt x="28858" y="17145"/>
                  </a:lnTo>
                  <a:lnTo>
                    <a:pt x="28878" y="17145"/>
                  </a:lnTo>
                  <a:lnTo>
                    <a:pt x="28917" y="17185"/>
                  </a:lnTo>
                  <a:lnTo>
                    <a:pt x="28937" y="17224"/>
                  </a:lnTo>
                  <a:lnTo>
                    <a:pt x="28976" y="17244"/>
                  </a:lnTo>
                  <a:lnTo>
                    <a:pt x="28996" y="17244"/>
                  </a:lnTo>
                  <a:lnTo>
                    <a:pt x="29016" y="17224"/>
                  </a:lnTo>
                  <a:lnTo>
                    <a:pt x="29036" y="17106"/>
                  </a:lnTo>
                  <a:lnTo>
                    <a:pt x="28897" y="17066"/>
                  </a:lnTo>
                  <a:lnTo>
                    <a:pt x="28937" y="16987"/>
                  </a:lnTo>
                  <a:lnTo>
                    <a:pt x="28937" y="16928"/>
                  </a:lnTo>
                  <a:lnTo>
                    <a:pt x="28937" y="16810"/>
                  </a:lnTo>
                  <a:lnTo>
                    <a:pt x="28917" y="16671"/>
                  </a:lnTo>
                  <a:lnTo>
                    <a:pt x="28917" y="16533"/>
                  </a:lnTo>
                  <a:lnTo>
                    <a:pt x="28937" y="16494"/>
                  </a:lnTo>
                  <a:lnTo>
                    <a:pt x="28957" y="16513"/>
                  </a:lnTo>
                  <a:lnTo>
                    <a:pt x="28976" y="16632"/>
                  </a:lnTo>
                  <a:lnTo>
                    <a:pt x="29016" y="16158"/>
                  </a:lnTo>
                  <a:lnTo>
                    <a:pt x="29016" y="16039"/>
                  </a:lnTo>
                  <a:lnTo>
                    <a:pt x="28996" y="15940"/>
                  </a:lnTo>
                  <a:lnTo>
                    <a:pt x="28957" y="15822"/>
                  </a:lnTo>
                  <a:lnTo>
                    <a:pt x="28917" y="15723"/>
                  </a:lnTo>
                  <a:lnTo>
                    <a:pt x="28878" y="15921"/>
                  </a:lnTo>
                  <a:lnTo>
                    <a:pt x="28858" y="16118"/>
                  </a:lnTo>
                  <a:lnTo>
                    <a:pt x="28838" y="16533"/>
                  </a:lnTo>
                  <a:lnTo>
                    <a:pt x="28838" y="16711"/>
                  </a:lnTo>
                  <a:lnTo>
                    <a:pt x="28818" y="16889"/>
                  </a:lnTo>
                  <a:lnTo>
                    <a:pt x="28779" y="17027"/>
                  </a:lnTo>
                  <a:lnTo>
                    <a:pt x="28759" y="17066"/>
                  </a:lnTo>
                  <a:lnTo>
                    <a:pt x="28720" y="17106"/>
                  </a:lnTo>
                  <a:lnTo>
                    <a:pt x="28759" y="17580"/>
                  </a:lnTo>
                  <a:lnTo>
                    <a:pt x="28779" y="18054"/>
                  </a:lnTo>
                  <a:lnTo>
                    <a:pt x="28799" y="18034"/>
                  </a:lnTo>
                  <a:lnTo>
                    <a:pt x="28838" y="18014"/>
                  </a:lnTo>
                  <a:lnTo>
                    <a:pt x="28917" y="17955"/>
                  </a:lnTo>
                  <a:lnTo>
                    <a:pt x="28957" y="17935"/>
                  </a:lnTo>
                  <a:lnTo>
                    <a:pt x="28996" y="17935"/>
                  </a:lnTo>
                  <a:lnTo>
                    <a:pt x="29036" y="17955"/>
                  </a:lnTo>
                  <a:lnTo>
                    <a:pt x="29055" y="18034"/>
                  </a:lnTo>
                  <a:lnTo>
                    <a:pt x="28976" y="18074"/>
                  </a:lnTo>
                  <a:lnTo>
                    <a:pt x="28917" y="18133"/>
                  </a:lnTo>
                  <a:lnTo>
                    <a:pt x="28818" y="18271"/>
                  </a:lnTo>
                  <a:lnTo>
                    <a:pt x="28700" y="18469"/>
                  </a:lnTo>
                  <a:lnTo>
                    <a:pt x="28621" y="18686"/>
                  </a:lnTo>
                  <a:lnTo>
                    <a:pt x="28660" y="18686"/>
                  </a:lnTo>
                  <a:lnTo>
                    <a:pt x="28680" y="18706"/>
                  </a:lnTo>
                  <a:lnTo>
                    <a:pt x="28720" y="18745"/>
                  </a:lnTo>
                  <a:lnTo>
                    <a:pt x="28720" y="18844"/>
                  </a:lnTo>
                  <a:lnTo>
                    <a:pt x="28720" y="18943"/>
                  </a:lnTo>
                  <a:lnTo>
                    <a:pt x="28720" y="19042"/>
                  </a:lnTo>
                  <a:lnTo>
                    <a:pt x="28720" y="19121"/>
                  </a:lnTo>
                  <a:lnTo>
                    <a:pt x="28759" y="19160"/>
                  </a:lnTo>
                  <a:lnTo>
                    <a:pt x="28799" y="19160"/>
                  </a:lnTo>
                  <a:lnTo>
                    <a:pt x="28799" y="19081"/>
                  </a:lnTo>
                  <a:lnTo>
                    <a:pt x="28818" y="19042"/>
                  </a:lnTo>
                  <a:lnTo>
                    <a:pt x="28838" y="19002"/>
                  </a:lnTo>
                  <a:lnTo>
                    <a:pt x="28858" y="18963"/>
                  </a:lnTo>
                  <a:lnTo>
                    <a:pt x="28917" y="18923"/>
                  </a:lnTo>
                  <a:lnTo>
                    <a:pt x="28957" y="18903"/>
                  </a:lnTo>
                  <a:lnTo>
                    <a:pt x="28937" y="19022"/>
                  </a:lnTo>
                  <a:lnTo>
                    <a:pt x="28937" y="19081"/>
                  </a:lnTo>
                  <a:lnTo>
                    <a:pt x="28957" y="19101"/>
                  </a:lnTo>
                  <a:lnTo>
                    <a:pt x="28996" y="19101"/>
                  </a:lnTo>
                  <a:lnTo>
                    <a:pt x="29055" y="19121"/>
                  </a:lnTo>
                  <a:lnTo>
                    <a:pt x="29055" y="19140"/>
                  </a:lnTo>
                  <a:lnTo>
                    <a:pt x="29055" y="19200"/>
                  </a:lnTo>
                  <a:lnTo>
                    <a:pt x="28976" y="19358"/>
                  </a:lnTo>
                  <a:lnTo>
                    <a:pt x="28937" y="19437"/>
                  </a:lnTo>
                  <a:lnTo>
                    <a:pt x="28897" y="19476"/>
                  </a:lnTo>
                  <a:lnTo>
                    <a:pt x="28878" y="19456"/>
                  </a:lnTo>
                  <a:lnTo>
                    <a:pt x="28858" y="19456"/>
                  </a:lnTo>
                  <a:lnTo>
                    <a:pt x="28818" y="19476"/>
                  </a:lnTo>
                  <a:lnTo>
                    <a:pt x="28759" y="19535"/>
                  </a:lnTo>
                  <a:lnTo>
                    <a:pt x="28680" y="19693"/>
                  </a:lnTo>
                  <a:lnTo>
                    <a:pt x="28641" y="19338"/>
                  </a:lnTo>
                  <a:lnTo>
                    <a:pt x="28621" y="19101"/>
                  </a:lnTo>
                  <a:lnTo>
                    <a:pt x="28621" y="18844"/>
                  </a:lnTo>
                  <a:lnTo>
                    <a:pt x="28581" y="18844"/>
                  </a:lnTo>
                  <a:lnTo>
                    <a:pt x="28561" y="18884"/>
                  </a:lnTo>
                  <a:lnTo>
                    <a:pt x="28522" y="19002"/>
                  </a:lnTo>
                  <a:lnTo>
                    <a:pt x="28482" y="19160"/>
                  </a:lnTo>
                  <a:lnTo>
                    <a:pt x="28443" y="19219"/>
                  </a:lnTo>
                  <a:lnTo>
                    <a:pt x="28482" y="19219"/>
                  </a:lnTo>
                  <a:lnTo>
                    <a:pt x="28502" y="19239"/>
                  </a:lnTo>
                  <a:lnTo>
                    <a:pt x="28522" y="19279"/>
                  </a:lnTo>
                  <a:lnTo>
                    <a:pt x="28561" y="19338"/>
                  </a:lnTo>
                  <a:lnTo>
                    <a:pt x="28581" y="19338"/>
                  </a:lnTo>
                  <a:lnTo>
                    <a:pt x="28601" y="19298"/>
                  </a:lnTo>
                  <a:lnTo>
                    <a:pt x="28542" y="19693"/>
                  </a:lnTo>
                  <a:lnTo>
                    <a:pt x="28463" y="20088"/>
                  </a:lnTo>
                  <a:lnTo>
                    <a:pt x="28403" y="20306"/>
                  </a:lnTo>
                  <a:lnTo>
                    <a:pt x="28344" y="20503"/>
                  </a:lnTo>
                  <a:lnTo>
                    <a:pt x="28265" y="20720"/>
                  </a:lnTo>
                  <a:lnTo>
                    <a:pt x="28166" y="20918"/>
                  </a:lnTo>
                  <a:lnTo>
                    <a:pt x="28127" y="20859"/>
                  </a:lnTo>
                  <a:lnTo>
                    <a:pt x="28127" y="20799"/>
                  </a:lnTo>
                  <a:lnTo>
                    <a:pt x="28127" y="20661"/>
                  </a:lnTo>
                  <a:lnTo>
                    <a:pt x="28206" y="20365"/>
                  </a:lnTo>
                  <a:lnTo>
                    <a:pt x="28226" y="20207"/>
                  </a:lnTo>
                  <a:lnTo>
                    <a:pt x="28245" y="20088"/>
                  </a:lnTo>
                  <a:lnTo>
                    <a:pt x="28226" y="20029"/>
                  </a:lnTo>
                  <a:lnTo>
                    <a:pt x="28186" y="19990"/>
                  </a:lnTo>
                  <a:lnTo>
                    <a:pt x="28147" y="19970"/>
                  </a:lnTo>
                  <a:lnTo>
                    <a:pt x="28087" y="19970"/>
                  </a:lnTo>
                  <a:lnTo>
                    <a:pt x="28048" y="20148"/>
                  </a:lnTo>
                  <a:lnTo>
                    <a:pt x="28048" y="20266"/>
                  </a:lnTo>
                  <a:lnTo>
                    <a:pt x="28048" y="20365"/>
                  </a:lnTo>
                  <a:lnTo>
                    <a:pt x="28028" y="20404"/>
                  </a:lnTo>
                  <a:lnTo>
                    <a:pt x="27989" y="20483"/>
                  </a:lnTo>
                  <a:lnTo>
                    <a:pt x="27910" y="20523"/>
                  </a:lnTo>
                  <a:lnTo>
                    <a:pt x="27831" y="20602"/>
                  </a:lnTo>
                  <a:lnTo>
                    <a:pt x="27771" y="20701"/>
                  </a:lnTo>
                  <a:lnTo>
                    <a:pt x="27692" y="20799"/>
                  </a:lnTo>
                  <a:lnTo>
                    <a:pt x="27554" y="21056"/>
                  </a:lnTo>
                  <a:lnTo>
                    <a:pt x="27475" y="21175"/>
                  </a:lnTo>
                  <a:lnTo>
                    <a:pt x="27396" y="21293"/>
                  </a:lnTo>
                  <a:lnTo>
                    <a:pt x="27554" y="21214"/>
                  </a:lnTo>
                  <a:lnTo>
                    <a:pt x="27534" y="21274"/>
                  </a:lnTo>
                  <a:lnTo>
                    <a:pt x="27495" y="21333"/>
                  </a:lnTo>
                  <a:lnTo>
                    <a:pt x="27396" y="21451"/>
                  </a:lnTo>
                  <a:lnTo>
                    <a:pt x="27179" y="21649"/>
                  </a:lnTo>
                  <a:lnTo>
                    <a:pt x="27179" y="21590"/>
                  </a:lnTo>
                  <a:lnTo>
                    <a:pt x="27100" y="21748"/>
                  </a:lnTo>
                  <a:lnTo>
                    <a:pt x="27060" y="21748"/>
                  </a:lnTo>
                  <a:lnTo>
                    <a:pt x="27021" y="21807"/>
                  </a:lnTo>
                  <a:lnTo>
                    <a:pt x="26962" y="21886"/>
                  </a:lnTo>
                  <a:lnTo>
                    <a:pt x="26764" y="22064"/>
                  </a:lnTo>
                  <a:lnTo>
                    <a:pt x="26547" y="22222"/>
                  </a:lnTo>
                  <a:lnTo>
                    <a:pt x="26349" y="22399"/>
                  </a:lnTo>
                  <a:lnTo>
                    <a:pt x="26369" y="22419"/>
                  </a:lnTo>
                  <a:lnTo>
                    <a:pt x="26409" y="22399"/>
                  </a:lnTo>
                  <a:lnTo>
                    <a:pt x="26527" y="22320"/>
                  </a:lnTo>
                  <a:lnTo>
                    <a:pt x="26646" y="22202"/>
                  </a:lnTo>
                  <a:lnTo>
                    <a:pt x="26764" y="22103"/>
                  </a:lnTo>
                  <a:lnTo>
                    <a:pt x="26942" y="22044"/>
                  </a:lnTo>
                  <a:lnTo>
                    <a:pt x="26981" y="22024"/>
                  </a:lnTo>
                  <a:lnTo>
                    <a:pt x="27021" y="22044"/>
                  </a:lnTo>
                  <a:lnTo>
                    <a:pt x="27041" y="22064"/>
                  </a:lnTo>
                  <a:lnTo>
                    <a:pt x="27041" y="22103"/>
                  </a:lnTo>
                  <a:lnTo>
                    <a:pt x="26804" y="22320"/>
                  </a:lnTo>
                  <a:lnTo>
                    <a:pt x="26606" y="22538"/>
                  </a:lnTo>
                  <a:lnTo>
                    <a:pt x="26389" y="22755"/>
                  </a:lnTo>
                  <a:lnTo>
                    <a:pt x="26251" y="22854"/>
                  </a:lnTo>
                  <a:lnTo>
                    <a:pt x="26092" y="22952"/>
                  </a:lnTo>
                  <a:lnTo>
                    <a:pt x="26092" y="22952"/>
                  </a:lnTo>
                  <a:lnTo>
                    <a:pt x="26251" y="22913"/>
                  </a:lnTo>
                  <a:lnTo>
                    <a:pt x="26211" y="22972"/>
                  </a:lnTo>
                  <a:lnTo>
                    <a:pt x="26152" y="23012"/>
                  </a:lnTo>
                  <a:lnTo>
                    <a:pt x="26033" y="23091"/>
                  </a:lnTo>
                  <a:lnTo>
                    <a:pt x="25717" y="23229"/>
                  </a:lnTo>
                  <a:lnTo>
                    <a:pt x="25599" y="23249"/>
                  </a:lnTo>
                  <a:lnTo>
                    <a:pt x="25579" y="23229"/>
                  </a:lnTo>
                  <a:lnTo>
                    <a:pt x="25559" y="23209"/>
                  </a:lnTo>
                  <a:lnTo>
                    <a:pt x="25579" y="23170"/>
                  </a:lnTo>
                  <a:lnTo>
                    <a:pt x="25638" y="23110"/>
                  </a:lnTo>
                  <a:lnTo>
                    <a:pt x="25717" y="23012"/>
                  </a:lnTo>
                  <a:lnTo>
                    <a:pt x="25737" y="22992"/>
                  </a:lnTo>
                  <a:lnTo>
                    <a:pt x="25717" y="22972"/>
                  </a:lnTo>
                  <a:lnTo>
                    <a:pt x="25658" y="22972"/>
                  </a:lnTo>
                  <a:lnTo>
                    <a:pt x="25717" y="22913"/>
                  </a:lnTo>
                  <a:lnTo>
                    <a:pt x="25776" y="22873"/>
                  </a:lnTo>
                  <a:lnTo>
                    <a:pt x="25895" y="22794"/>
                  </a:lnTo>
                  <a:lnTo>
                    <a:pt x="25954" y="22755"/>
                  </a:lnTo>
                  <a:lnTo>
                    <a:pt x="26013" y="22715"/>
                  </a:lnTo>
                  <a:lnTo>
                    <a:pt x="26033" y="22676"/>
                  </a:lnTo>
                  <a:lnTo>
                    <a:pt x="26033" y="22617"/>
                  </a:lnTo>
                  <a:lnTo>
                    <a:pt x="25875" y="22597"/>
                  </a:lnTo>
                  <a:lnTo>
                    <a:pt x="25717" y="22577"/>
                  </a:lnTo>
                  <a:lnTo>
                    <a:pt x="25678" y="22636"/>
                  </a:lnTo>
                  <a:lnTo>
                    <a:pt x="25599" y="22676"/>
                  </a:lnTo>
                  <a:lnTo>
                    <a:pt x="25441" y="22715"/>
                  </a:lnTo>
                  <a:lnTo>
                    <a:pt x="25302" y="22735"/>
                  </a:lnTo>
                  <a:lnTo>
                    <a:pt x="25243" y="22735"/>
                  </a:lnTo>
                  <a:lnTo>
                    <a:pt x="25184" y="22755"/>
                  </a:lnTo>
                  <a:lnTo>
                    <a:pt x="25362" y="22794"/>
                  </a:lnTo>
                  <a:lnTo>
                    <a:pt x="25362" y="22834"/>
                  </a:lnTo>
                  <a:lnTo>
                    <a:pt x="25342" y="22873"/>
                  </a:lnTo>
                  <a:lnTo>
                    <a:pt x="25322" y="22873"/>
                  </a:lnTo>
                  <a:lnTo>
                    <a:pt x="25283" y="22893"/>
                  </a:lnTo>
                  <a:lnTo>
                    <a:pt x="25144" y="22873"/>
                  </a:lnTo>
                  <a:lnTo>
                    <a:pt x="25302" y="23051"/>
                  </a:lnTo>
                  <a:lnTo>
                    <a:pt x="25381" y="23031"/>
                  </a:lnTo>
                  <a:lnTo>
                    <a:pt x="25460" y="22992"/>
                  </a:lnTo>
                  <a:lnTo>
                    <a:pt x="25579" y="22893"/>
                  </a:lnTo>
                  <a:lnTo>
                    <a:pt x="25618" y="22854"/>
                  </a:lnTo>
                  <a:lnTo>
                    <a:pt x="25678" y="22814"/>
                  </a:lnTo>
                  <a:lnTo>
                    <a:pt x="25737" y="22794"/>
                  </a:lnTo>
                  <a:lnTo>
                    <a:pt x="25816" y="22794"/>
                  </a:lnTo>
                  <a:lnTo>
                    <a:pt x="25618" y="22952"/>
                  </a:lnTo>
                  <a:lnTo>
                    <a:pt x="25520" y="23091"/>
                  </a:lnTo>
                  <a:lnTo>
                    <a:pt x="25460" y="23150"/>
                  </a:lnTo>
                  <a:lnTo>
                    <a:pt x="25381" y="23209"/>
                  </a:lnTo>
                  <a:lnTo>
                    <a:pt x="25283" y="23268"/>
                  </a:lnTo>
                  <a:lnTo>
                    <a:pt x="25105" y="23328"/>
                  </a:lnTo>
                  <a:lnTo>
                    <a:pt x="25105" y="23308"/>
                  </a:lnTo>
                  <a:lnTo>
                    <a:pt x="25105" y="23288"/>
                  </a:lnTo>
                  <a:lnTo>
                    <a:pt x="25144" y="23268"/>
                  </a:lnTo>
                  <a:lnTo>
                    <a:pt x="25204" y="23249"/>
                  </a:lnTo>
                  <a:lnTo>
                    <a:pt x="25243" y="23189"/>
                  </a:lnTo>
                  <a:lnTo>
                    <a:pt x="25243" y="23189"/>
                  </a:lnTo>
                  <a:lnTo>
                    <a:pt x="25164" y="23209"/>
                  </a:lnTo>
                  <a:lnTo>
                    <a:pt x="25105" y="23229"/>
                  </a:lnTo>
                  <a:lnTo>
                    <a:pt x="24967" y="23288"/>
                  </a:lnTo>
                  <a:lnTo>
                    <a:pt x="24888" y="23328"/>
                  </a:lnTo>
                  <a:lnTo>
                    <a:pt x="24809" y="23367"/>
                  </a:lnTo>
                  <a:lnTo>
                    <a:pt x="24730" y="23387"/>
                  </a:lnTo>
                  <a:lnTo>
                    <a:pt x="24611" y="23387"/>
                  </a:lnTo>
                  <a:lnTo>
                    <a:pt x="24749" y="23328"/>
                  </a:lnTo>
                  <a:lnTo>
                    <a:pt x="24848" y="23249"/>
                  </a:lnTo>
                  <a:lnTo>
                    <a:pt x="24868" y="23209"/>
                  </a:lnTo>
                  <a:lnTo>
                    <a:pt x="24868" y="23170"/>
                  </a:lnTo>
                  <a:lnTo>
                    <a:pt x="24848" y="23130"/>
                  </a:lnTo>
                  <a:lnTo>
                    <a:pt x="24789" y="23110"/>
                  </a:lnTo>
                  <a:lnTo>
                    <a:pt x="24670" y="23288"/>
                  </a:lnTo>
                  <a:lnTo>
                    <a:pt x="24591" y="23288"/>
                  </a:lnTo>
                  <a:lnTo>
                    <a:pt x="24572" y="23249"/>
                  </a:lnTo>
                  <a:lnTo>
                    <a:pt x="24552" y="23229"/>
                  </a:lnTo>
                  <a:lnTo>
                    <a:pt x="24473" y="23229"/>
                  </a:lnTo>
                  <a:lnTo>
                    <a:pt x="24453" y="23249"/>
                  </a:lnTo>
                  <a:lnTo>
                    <a:pt x="24453" y="23308"/>
                  </a:lnTo>
                  <a:lnTo>
                    <a:pt x="24453" y="23328"/>
                  </a:lnTo>
                  <a:lnTo>
                    <a:pt x="24433" y="23347"/>
                  </a:lnTo>
                  <a:lnTo>
                    <a:pt x="24394" y="23367"/>
                  </a:lnTo>
                  <a:lnTo>
                    <a:pt x="24295" y="23367"/>
                  </a:lnTo>
                  <a:lnTo>
                    <a:pt x="24216" y="23328"/>
                  </a:lnTo>
                  <a:lnTo>
                    <a:pt x="24196" y="23308"/>
                  </a:lnTo>
                  <a:lnTo>
                    <a:pt x="24196" y="23288"/>
                  </a:lnTo>
                  <a:lnTo>
                    <a:pt x="24038" y="23288"/>
                  </a:lnTo>
                  <a:lnTo>
                    <a:pt x="23979" y="23308"/>
                  </a:lnTo>
                  <a:lnTo>
                    <a:pt x="23900" y="23347"/>
                  </a:lnTo>
                  <a:lnTo>
                    <a:pt x="23841" y="23387"/>
                  </a:lnTo>
                  <a:lnTo>
                    <a:pt x="23742" y="23407"/>
                  </a:lnTo>
                  <a:lnTo>
                    <a:pt x="23841" y="23407"/>
                  </a:lnTo>
                  <a:lnTo>
                    <a:pt x="23900" y="23446"/>
                  </a:lnTo>
                  <a:lnTo>
                    <a:pt x="23940" y="23486"/>
                  </a:lnTo>
                  <a:lnTo>
                    <a:pt x="23959" y="23525"/>
                  </a:lnTo>
                  <a:lnTo>
                    <a:pt x="23940" y="23585"/>
                  </a:lnTo>
                  <a:lnTo>
                    <a:pt x="23900" y="23624"/>
                  </a:lnTo>
                  <a:lnTo>
                    <a:pt x="23821" y="23644"/>
                  </a:lnTo>
                  <a:lnTo>
                    <a:pt x="23722" y="23664"/>
                  </a:lnTo>
                  <a:lnTo>
                    <a:pt x="23169" y="23604"/>
                  </a:lnTo>
                  <a:lnTo>
                    <a:pt x="23051" y="23565"/>
                  </a:lnTo>
                  <a:lnTo>
                    <a:pt x="22952" y="23525"/>
                  </a:lnTo>
                  <a:lnTo>
                    <a:pt x="22853" y="23466"/>
                  </a:lnTo>
                  <a:lnTo>
                    <a:pt x="22754" y="23367"/>
                  </a:lnTo>
                  <a:lnTo>
                    <a:pt x="22537" y="23387"/>
                  </a:lnTo>
                  <a:lnTo>
                    <a:pt x="22577" y="23367"/>
                  </a:lnTo>
                  <a:lnTo>
                    <a:pt x="22577" y="23328"/>
                  </a:lnTo>
                  <a:lnTo>
                    <a:pt x="22478" y="23268"/>
                  </a:lnTo>
                  <a:lnTo>
                    <a:pt x="22320" y="23209"/>
                  </a:lnTo>
                  <a:lnTo>
                    <a:pt x="22201" y="23150"/>
                  </a:lnTo>
                  <a:lnTo>
                    <a:pt x="22221" y="23130"/>
                  </a:lnTo>
                  <a:lnTo>
                    <a:pt x="22300" y="23130"/>
                  </a:lnTo>
                  <a:lnTo>
                    <a:pt x="22517" y="23209"/>
                  </a:lnTo>
                  <a:lnTo>
                    <a:pt x="22636" y="23229"/>
                  </a:lnTo>
                  <a:lnTo>
                    <a:pt x="22735" y="23249"/>
                  </a:lnTo>
                  <a:lnTo>
                    <a:pt x="22833" y="23229"/>
                  </a:lnTo>
                  <a:lnTo>
                    <a:pt x="22853" y="23189"/>
                  </a:lnTo>
                  <a:lnTo>
                    <a:pt x="22873" y="23150"/>
                  </a:lnTo>
                  <a:lnTo>
                    <a:pt x="22754" y="23091"/>
                  </a:lnTo>
                  <a:lnTo>
                    <a:pt x="22754" y="23051"/>
                  </a:lnTo>
                  <a:lnTo>
                    <a:pt x="22754" y="23031"/>
                  </a:lnTo>
                  <a:lnTo>
                    <a:pt x="22794" y="22992"/>
                  </a:lnTo>
                  <a:lnTo>
                    <a:pt x="22873" y="22972"/>
                  </a:lnTo>
                  <a:lnTo>
                    <a:pt x="22794" y="22952"/>
                  </a:lnTo>
                  <a:lnTo>
                    <a:pt x="22735" y="22952"/>
                  </a:lnTo>
                  <a:lnTo>
                    <a:pt x="22695" y="22992"/>
                  </a:lnTo>
                  <a:lnTo>
                    <a:pt x="22675" y="23012"/>
                  </a:lnTo>
                  <a:lnTo>
                    <a:pt x="22636" y="23110"/>
                  </a:lnTo>
                  <a:lnTo>
                    <a:pt x="22596" y="23130"/>
                  </a:lnTo>
                  <a:lnTo>
                    <a:pt x="22557" y="23170"/>
                  </a:lnTo>
                  <a:lnTo>
                    <a:pt x="22537" y="23130"/>
                  </a:lnTo>
                  <a:lnTo>
                    <a:pt x="22498" y="23091"/>
                  </a:lnTo>
                  <a:lnTo>
                    <a:pt x="22379" y="23012"/>
                  </a:lnTo>
                  <a:lnTo>
                    <a:pt x="22320" y="22972"/>
                  </a:lnTo>
                  <a:lnTo>
                    <a:pt x="22280" y="22933"/>
                  </a:lnTo>
                  <a:lnTo>
                    <a:pt x="22280" y="22893"/>
                  </a:lnTo>
                  <a:lnTo>
                    <a:pt x="22340" y="22873"/>
                  </a:lnTo>
                  <a:lnTo>
                    <a:pt x="22261" y="22834"/>
                  </a:lnTo>
                  <a:lnTo>
                    <a:pt x="22201" y="22814"/>
                  </a:lnTo>
                  <a:lnTo>
                    <a:pt x="21964" y="22814"/>
                  </a:lnTo>
                  <a:lnTo>
                    <a:pt x="21925" y="22794"/>
                  </a:lnTo>
                  <a:lnTo>
                    <a:pt x="21866" y="22755"/>
                  </a:lnTo>
                  <a:lnTo>
                    <a:pt x="21964" y="22676"/>
                  </a:lnTo>
                  <a:lnTo>
                    <a:pt x="22004" y="22636"/>
                  </a:lnTo>
                  <a:lnTo>
                    <a:pt x="22043" y="22577"/>
                  </a:lnTo>
                  <a:lnTo>
                    <a:pt x="21984" y="22577"/>
                  </a:lnTo>
                  <a:lnTo>
                    <a:pt x="21925" y="22518"/>
                  </a:lnTo>
                  <a:lnTo>
                    <a:pt x="21826" y="22399"/>
                  </a:lnTo>
                  <a:lnTo>
                    <a:pt x="21826" y="22419"/>
                  </a:lnTo>
                  <a:lnTo>
                    <a:pt x="21806" y="22439"/>
                  </a:lnTo>
                  <a:lnTo>
                    <a:pt x="21767" y="22459"/>
                  </a:lnTo>
                  <a:lnTo>
                    <a:pt x="21767" y="22478"/>
                  </a:lnTo>
                  <a:lnTo>
                    <a:pt x="21767" y="22498"/>
                  </a:lnTo>
                  <a:lnTo>
                    <a:pt x="21866" y="22538"/>
                  </a:lnTo>
                  <a:lnTo>
                    <a:pt x="21806" y="22557"/>
                  </a:lnTo>
                  <a:lnTo>
                    <a:pt x="21747" y="22538"/>
                  </a:lnTo>
                  <a:lnTo>
                    <a:pt x="21609" y="22439"/>
                  </a:lnTo>
                  <a:lnTo>
                    <a:pt x="21510" y="22340"/>
                  </a:lnTo>
                  <a:lnTo>
                    <a:pt x="21451" y="22320"/>
                  </a:lnTo>
                  <a:lnTo>
                    <a:pt x="21431" y="22320"/>
                  </a:lnTo>
                  <a:lnTo>
                    <a:pt x="21431" y="22281"/>
                  </a:lnTo>
                  <a:lnTo>
                    <a:pt x="21411" y="22222"/>
                  </a:lnTo>
                  <a:lnTo>
                    <a:pt x="21372" y="22162"/>
                  </a:lnTo>
                  <a:lnTo>
                    <a:pt x="21313" y="22083"/>
                  </a:lnTo>
                  <a:lnTo>
                    <a:pt x="21174" y="21945"/>
                  </a:lnTo>
                  <a:lnTo>
                    <a:pt x="21115" y="21866"/>
                  </a:lnTo>
                  <a:lnTo>
                    <a:pt x="21095" y="21787"/>
                  </a:lnTo>
                  <a:lnTo>
                    <a:pt x="21016" y="21846"/>
                  </a:lnTo>
                  <a:lnTo>
                    <a:pt x="21016" y="21886"/>
                  </a:lnTo>
                  <a:lnTo>
                    <a:pt x="21016" y="21906"/>
                  </a:lnTo>
                  <a:lnTo>
                    <a:pt x="21056" y="21965"/>
                  </a:lnTo>
                  <a:lnTo>
                    <a:pt x="21135" y="22004"/>
                  </a:lnTo>
                  <a:lnTo>
                    <a:pt x="21194" y="22044"/>
                  </a:lnTo>
                  <a:lnTo>
                    <a:pt x="21253" y="22103"/>
                  </a:lnTo>
                  <a:lnTo>
                    <a:pt x="21273" y="22123"/>
                  </a:lnTo>
                  <a:lnTo>
                    <a:pt x="21273" y="22162"/>
                  </a:lnTo>
                  <a:lnTo>
                    <a:pt x="21273" y="22202"/>
                  </a:lnTo>
                  <a:lnTo>
                    <a:pt x="21253" y="22241"/>
                  </a:lnTo>
                  <a:lnTo>
                    <a:pt x="21135" y="22162"/>
                  </a:lnTo>
                  <a:lnTo>
                    <a:pt x="21036" y="22064"/>
                  </a:lnTo>
                  <a:lnTo>
                    <a:pt x="20917" y="21925"/>
                  </a:lnTo>
                  <a:lnTo>
                    <a:pt x="20858" y="21846"/>
                  </a:lnTo>
                  <a:lnTo>
                    <a:pt x="20819" y="21767"/>
                  </a:lnTo>
                  <a:lnTo>
                    <a:pt x="20700" y="21590"/>
                  </a:lnTo>
                  <a:lnTo>
                    <a:pt x="20700" y="21570"/>
                  </a:lnTo>
                  <a:lnTo>
                    <a:pt x="20680" y="21530"/>
                  </a:lnTo>
                  <a:lnTo>
                    <a:pt x="20641" y="21432"/>
                  </a:lnTo>
                  <a:lnTo>
                    <a:pt x="20582" y="21254"/>
                  </a:lnTo>
                  <a:lnTo>
                    <a:pt x="20522" y="21096"/>
                  </a:lnTo>
                  <a:lnTo>
                    <a:pt x="20463" y="20918"/>
                  </a:lnTo>
                  <a:lnTo>
                    <a:pt x="20404" y="20740"/>
                  </a:lnTo>
                  <a:lnTo>
                    <a:pt x="20345" y="20562"/>
                  </a:lnTo>
                  <a:lnTo>
                    <a:pt x="20325" y="20306"/>
                  </a:lnTo>
                  <a:lnTo>
                    <a:pt x="20345" y="20167"/>
                  </a:lnTo>
                  <a:lnTo>
                    <a:pt x="20364" y="20128"/>
                  </a:lnTo>
                  <a:lnTo>
                    <a:pt x="20384" y="20148"/>
                  </a:lnTo>
                  <a:lnTo>
                    <a:pt x="20463" y="20227"/>
                  </a:lnTo>
                  <a:lnTo>
                    <a:pt x="20503" y="20227"/>
                  </a:lnTo>
                  <a:lnTo>
                    <a:pt x="20522" y="20207"/>
                  </a:lnTo>
                  <a:lnTo>
                    <a:pt x="20542" y="20167"/>
                  </a:lnTo>
                  <a:lnTo>
                    <a:pt x="20661" y="20681"/>
                  </a:lnTo>
                  <a:lnTo>
                    <a:pt x="20700" y="20898"/>
                  </a:lnTo>
                  <a:lnTo>
                    <a:pt x="20740" y="21056"/>
                  </a:lnTo>
                  <a:lnTo>
                    <a:pt x="20819" y="21392"/>
                  </a:lnTo>
                  <a:lnTo>
                    <a:pt x="20858" y="21530"/>
                  </a:lnTo>
                  <a:lnTo>
                    <a:pt x="20898" y="21570"/>
                  </a:lnTo>
                  <a:lnTo>
                    <a:pt x="20937" y="21609"/>
                  </a:lnTo>
                  <a:lnTo>
                    <a:pt x="20898" y="21511"/>
                  </a:lnTo>
                  <a:lnTo>
                    <a:pt x="20878" y="21471"/>
                  </a:lnTo>
                  <a:lnTo>
                    <a:pt x="20858" y="21432"/>
                  </a:lnTo>
                  <a:lnTo>
                    <a:pt x="20838" y="21293"/>
                  </a:lnTo>
                  <a:lnTo>
                    <a:pt x="20759" y="21036"/>
                  </a:lnTo>
                  <a:lnTo>
                    <a:pt x="20720" y="20918"/>
                  </a:lnTo>
                  <a:lnTo>
                    <a:pt x="20700" y="20760"/>
                  </a:lnTo>
                  <a:lnTo>
                    <a:pt x="20562" y="20167"/>
                  </a:lnTo>
                  <a:lnTo>
                    <a:pt x="20463" y="19674"/>
                  </a:lnTo>
                  <a:lnTo>
                    <a:pt x="20364" y="19674"/>
                  </a:lnTo>
                  <a:lnTo>
                    <a:pt x="20246" y="19693"/>
                  </a:lnTo>
                  <a:lnTo>
                    <a:pt x="20068" y="19753"/>
                  </a:lnTo>
                  <a:lnTo>
                    <a:pt x="19792" y="19772"/>
                  </a:lnTo>
                  <a:lnTo>
                    <a:pt x="19594" y="19753"/>
                  </a:lnTo>
                  <a:lnTo>
                    <a:pt x="19416" y="19713"/>
                  </a:lnTo>
                  <a:lnTo>
                    <a:pt x="19239" y="19674"/>
                  </a:lnTo>
                  <a:lnTo>
                    <a:pt x="19041" y="19634"/>
                  </a:lnTo>
                  <a:lnTo>
                    <a:pt x="18824" y="19595"/>
                  </a:lnTo>
                  <a:lnTo>
                    <a:pt x="18527" y="19575"/>
                  </a:lnTo>
                  <a:lnTo>
                    <a:pt x="18448" y="19595"/>
                  </a:lnTo>
                  <a:lnTo>
                    <a:pt x="18409" y="19575"/>
                  </a:lnTo>
                  <a:lnTo>
                    <a:pt x="18310" y="19595"/>
                  </a:lnTo>
                  <a:lnTo>
                    <a:pt x="18350" y="19654"/>
                  </a:lnTo>
                  <a:lnTo>
                    <a:pt x="18369" y="19713"/>
                  </a:lnTo>
                  <a:lnTo>
                    <a:pt x="18429" y="19753"/>
                  </a:lnTo>
                  <a:lnTo>
                    <a:pt x="18606" y="19772"/>
                  </a:lnTo>
                  <a:lnTo>
                    <a:pt x="18508" y="19792"/>
                  </a:lnTo>
                  <a:lnTo>
                    <a:pt x="18409" y="19792"/>
                  </a:lnTo>
                  <a:lnTo>
                    <a:pt x="18290" y="19772"/>
                  </a:lnTo>
                  <a:lnTo>
                    <a:pt x="18053" y="19753"/>
                  </a:lnTo>
                  <a:lnTo>
                    <a:pt x="18034" y="19772"/>
                  </a:lnTo>
                  <a:lnTo>
                    <a:pt x="18034" y="19792"/>
                  </a:lnTo>
                  <a:lnTo>
                    <a:pt x="18093" y="19832"/>
                  </a:lnTo>
                  <a:lnTo>
                    <a:pt x="18132" y="19851"/>
                  </a:lnTo>
                  <a:lnTo>
                    <a:pt x="18132" y="19871"/>
                  </a:lnTo>
                  <a:lnTo>
                    <a:pt x="18113" y="19891"/>
                  </a:lnTo>
                  <a:lnTo>
                    <a:pt x="18053" y="19891"/>
                  </a:lnTo>
                  <a:lnTo>
                    <a:pt x="17915" y="19851"/>
                  </a:lnTo>
                  <a:lnTo>
                    <a:pt x="17856" y="19812"/>
                  </a:lnTo>
                  <a:lnTo>
                    <a:pt x="17856" y="19792"/>
                  </a:lnTo>
                  <a:lnTo>
                    <a:pt x="17856" y="19753"/>
                  </a:lnTo>
                  <a:lnTo>
                    <a:pt x="17737" y="19753"/>
                  </a:lnTo>
                  <a:lnTo>
                    <a:pt x="17619" y="19713"/>
                  </a:lnTo>
                  <a:lnTo>
                    <a:pt x="17540" y="19674"/>
                  </a:lnTo>
                  <a:lnTo>
                    <a:pt x="17500" y="19614"/>
                  </a:lnTo>
                  <a:lnTo>
                    <a:pt x="17441" y="19575"/>
                  </a:lnTo>
                  <a:lnTo>
                    <a:pt x="17382" y="19535"/>
                  </a:lnTo>
                  <a:lnTo>
                    <a:pt x="17283" y="19535"/>
                  </a:lnTo>
                  <a:lnTo>
                    <a:pt x="17125" y="19555"/>
                  </a:lnTo>
                  <a:lnTo>
                    <a:pt x="17165" y="19575"/>
                  </a:lnTo>
                  <a:lnTo>
                    <a:pt x="17224" y="19595"/>
                  </a:lnTo>
                  <a:lnTo>
                    <a:pt x="17283" y="19595"/>
                  </a:lnTo>
                  <a:lnTo>
                    <a:pt x="17362" y="19634"/>
                  </a:lnTo>
                  <a:lnTo>
                    <a:pt x="17362" y="19654"/>
                  </a:lnTo>
                  <a:lnTo>
                    <a:pt x="17342" y="19693"/>
                  </a:lnTo>
                  <a:lnTo>
                    <a:pt x="17303" y="19713"/>
                  </a:lnTo>
                  <a:lnTo>
                    <a:pt x="17244" y="19753"/>
                  </a:lnTo>
                  <a:lnTo>
                    <a:pt x="17086" y="19772"/>
                  </a:lnTo>
                  <a:lnTo>
                    <a:pt x="16908" y="19772"/>
                  </a:lnTo>
                  <a:lnTo>
                    <a:pt x="16928" y="19753"/>
                  </a:lnTo>
                  <a:lnTo>
                    <a:pt x="16908" y="19733"/>
                  </a:lnTo>
                  <a:lnTo>
                    <a:pt x="16849" y="19693"/>
                  </a:lnTo>
                  <a:lnTo>
                    <a:pt x="16730" y="19674"/>
                  </a:lnTo>
                  <a:lnTo>
                    <a:pt x="16631" y="19634"/>
                  </a:lnTo>
                  <a:lnTo>
                    <a:pt x="16631" y="19595"/>
                  </a:lnTo>
                  <a:lnTo>
                    <a:pt x="16651" y="19575"/>
                  </a:lnTo>
                  <a:lnTo>
                    <a:pt x="16789" y="19614"/>
                  </a:lnTo>
                  <a:lnTo>
                    <a:pt x="16947" y="19654"/>
                  </a:lnTo>
                  <a:lnTo>
                    <a:pt x="17007" y="19654"/>
                  </a:lnTo>
                  <a:lnTo>
                    <a:pt x="17066" y="19634"/>
                  </a:lnTo>
                  <a:lnTo>
                    <a:pt x="16710" y="19516"/>
                  </a:lnTo>
                  <a:lnTo>
                    <a:pt x="16770" y="19555"/>
                  </a:lnTo>
                  <a:lnTo>
                    <a:pt x="16335" y="19535"/>
                  </a:lnTo>
                  <a:lnTo>
                    <a:pt x="16335" y="19535"/>
                  </a:lnTo>
                  <a:lnTo>
                    <a:pt x="16414" y="19555"/>
                  </a:lnTo>
                  <a:lnTo>
                    <a:pt x="16473" y="19595"/>
                  </a:lnTo>
                  <a:lnTo>
                    <a:pt x="16473" y="19614"/>
                  </a:lnTo>
                  <a:lnTo>
                    <a:pt x="16473" y="19654"/>
                  </a:lnTo>
                  <a:lnTo>
                    <a:pt x="16434" y="19674"/>
                  </a:lnTo>
                  <a:lnTo>
                    <a:pt x="16394" y="19693"/>
                  </a:lnTo>
                  <a:lnTo>
                    <a:pt x="16276" y="19693"/>
                  </a:lnTo>
                  <a:lnTo>
                    <a:pt x="16078" y="19595"/>
                  </a:lnTo>
                  <a:lnTo>
                    <a:pt x="15920" y="19476"/>
                  </a:lnTo>
                  <a:lnTo>
                    <a:pt x="15861" y="19437"/>
                  </a:lnTo>
                  <a:lnTo>
                    <a:pt x="15841" y="19377"/>
                  </a:lnTo>
                  <a:lnTo>
                    <a:pt x="15821" y="19338"/>
                  </a:lnTo>
                  <a:lnTo>
                    <a:pt x="15841" y="19279"/>
                  </a:lnTo>
                  <a:lnTo>
                    <a:pt x="15841" y="19279"/>
                  </a:lnTo>
                  <a:lnTo>
                    <a:pt x="15802" y="19318"/>
                  </a:lnTo>
                  <a:lnTo>
                    <a:pt x="15663" y="19318"/>
                  </a:lnTo>
                  <a:lnTo>
                    <a:pt x="15565" y="19279"/>
                  </a:lnTo>
                  <a:lnTo>
                    <a:pt x="15367" y="19200"/>
                  </a:lnTo>
                  <a:lnTo>
                    <a:pt x="15170" y="19101"/>
                  </a:lnTo>
                  <a:lnTo>
                    <a:pt x="15170" y="19101"/>
                  </a:lnTo>
                  <a:lnTo>
                    <a:pt x="15249" y="19160"/>
                  </a:lnTo>
                  <a:lnTo>
                    <a:pt x="15268" y="19219"/>
                  </a:lnTo>
                  <a:lnTo>
                    <a:pt x="15268" y="19239"/>
                  </a:lnTo>
                  <a:lnTo>
                    <a:pt x="15150" y="19239"/>
                  </a:lnTo>
                  <a:lnTo>
                    <a:pt x="15051" y="19219"/>
                  </a:lnTo>
                  <a:lnTo>
                    <a:pt x="14913" y="19042"/>
                  </a:lnTo>
                  <a:lnTo>
                    <a:pt x="14775" y="18864"/>
                  </a:lnTo>
                  <a:lnTo>
                    <a:pt x="14873" y="18923"/>
                  </a:lnTo>
                  <a:lnTo>
                    <a:pt x="14952" y="18923"/>
                  </a:lnTo>
                  <a:lnTo>
                    <a:pt x="14952" y="18903"/>
                  </a:lnTo>
                  <a:lnTo>
                    <a:pt x="14933" y="18864"/>
                  </a:lnTo>
                  <a:lnTo>
                    <a:pt x="14873" y="18745"/>
                  </a:lnTo>
                  <a:lnTo>
                    <a:pt x="14873" y="18706"/>
                  </a:lnTo>
                  <a:lnTo>
                    <a:pt x="14893" y="18686"/>
                  </a:lnTo>
                  <a:lnTo>
                    <a:pt x="15051" y="18686"/>
                  </a:lnTo>
                  <a:lnTo>
                    <a:pt x="15110" y="18725"/>
                  </a:lnTo>
                  <a:lnTo>
                    <a:pt x="15189" y="18765"/>
                  </a:lnTo>
                  <a:lnTo>
                    <a:pt x="15466" y="18982"/>
                  </a:lnTo>
                  <a:lnTo>
                    <a:pt x="15367" y="18844"/>
                  </a:lnTo>
                  <a:lnTo>
                    <a:pt x="15249" y="18765"/>
                  </a:lnTo>
                  <a:lnTo>
                    <a:pt x="15150" y="18706"/>
                  </a:lnTo>
                  <a:lnTo>
                    <a:pt x="15031" y="18666"/>
                  </a:lnTo>
                  <a:lnTo>
                    <a:pt x="14913" y="18627"/>
                  </a:lnTo>
                  <a:lnTo>
                    <a:pt x="14814" y="18587"/>
                  </a:lnTo>
                  <a:lnTo>
                    <a:pt x="14696" y="18508"/>
                  </a:lnTo>
                  <a:lnTo>
                    <a:pt x="14656" y="18469"/>
                  </a:lnTo>
                  <a:lnTo>
                    <a:pt x="14617" y="18409"/>
                  </a:lnTo>
                  <a:lnTo>
                    <a:pt x="14656" y="18370"/>
                  </a:lnTo>
                  <a:lnTo>
                    <a:pt x="14696" y="18350"/>
                  </a:lnTo>
                  <a:lnTo>
                    <a:pt x="14775" y="18370"/>
                  </a:lnTo>
                  <a:lnTo>
                    <a:pt x="14854" y="18429"/>
                  </a:lnTo>
                  <a:lnTo>
                    <a:pt x="14834" y="18409"/>
                  </a:lnTo>
                  <a:lnTo>
                    <a:pt x="14794" y="18370"/>
                  </a:lnTo>
                  <a:lnTo>
                    <a:pt x="14656" y="18311"/>
                  </a:lnTo>
                  <a:lnTo>
                    <a:pt x="14498" y="18212"/>
                  </a:lnTo>
                  <a:lnTo>
                    <a:pt x="14419" y="18153"/>
                  </a:lnTo>
                  <a:lnTo>
                    <a:pt x="14360" y="18054"/>
                  </a:lnTo>
                  <a:lnTo>
                    <a:pt x="14360" y="18133"/>
                  </a:lnTo>
                  <a:lnTo>
                    <a:pt x="14360" y="18212"/>
                  </a:lnTo>
                  <a:lnTo>
                    <a:pt x="14340" y="18251"/>
                  </a:lnTo>
                  <a:lnTo>
                    <a:pt x="14301" y="18251"/>
                  </a:lnTo>
                  <a:lnTo>
                    <a:pt x="14241" y="18232"/>
                  </a:lnTo>
                  <a:lnTo>
                    <a:pt x="14162" y="18192"/>
                  </a:lnTo>
                  <a:lnTo>
                    <a:pt x="14064" y="17975"/>
                  </a:lnTo>
                  <a:lnTo>
                    <a:pt x="13925" y="17758"/>
                  </a:lnTo>
                  <a:lnTo>
                    <a:pt x="13787" y="17639"/>
                  </a:lnTo>
                  <a:lnTo>
                    <a:pt x="13668" y="17560"/>
                  </a:lnTo>
                  <a:lnTo>
                    <a:pt x="13550" y="17560"/>
                  </a:lnTo>
                  <a:lnTo>
                    <a:pt x="13491" y="17580"/>
                  </a:lnTo>
                  <a:lnTo>
                    <a:pt x="13313" y="17580"/>
                  </a:lnTo>
                  <a:lnTo>
                    <a:pt x="13155" y="17521"/>
                  </a:lnTo>
                  <a:lnTo>
                    <a:pt x="13293" y="17659"/>
                  </a:lnTo>
                  <a:lnTo>
                    <a:pt x="13412" y="17797"/>
                  </a:lnTo>
                  <a:lnTo>
                    <a:pt x="13372" y="17817"/>
                  </a:lnTo>
                  <a:lnTo>
                    <a:pt x="13333" y="17817"/>
                  </a:lnTo>
                  <a:lnTo>
                    <a:pt x="13254" y="17777"/>
                  </a:lnTo>
                  <a:lnTo>
                    <a:pt x="13056" y="17679"/>
                  </a:lnTo>
                  <a:lnTo>
                    <a:pt x="12938" y="17639"/>
                  </a:lnTo>
                  <a:lnTo>
                    <a:pt x="12859" y="17600"/>
                  </a:lnTo>
                  <a:lnTo>
                    <a:pt x="12760" y="17600"/>
                  </a:lnTo>
                  <a:lnTo>
                    <a:pt x="12740" y="17639"/>
                  </a:lnTo>
                  <a:lnTo>
                    <a:pt x="12918" y="17698"/>
                  </a:lnTo>
                  <a:lnTo>
                    <a:pt x="13096" y="17738"/>
                  </a:lnTo>
                  <a:lnTo>
                    <a:pt x="13273" y="17817"/>
                  </a:lnTo>
                  <a:lnTo>
                    <a:pt x="13372" y="17856"/>
                  </a:lnTo>
                  <a:lnTo>
                    <a:pt x="13451" y="17935"/>
                  </a:lnTo>
                  <a:lnTo>
                    <a:pt x="13431" y="17995"/>
                  </a:lnTo>
                  <a:lnTo>
                    <a:pt x="13392" y="17995"/>
                  </a:lnTo>
                  <a:lnTo>
                    <a:pt x="13333" y="17975"/>
                  </a:lnTo>
                  <a:lnTo>
                    <a:pt x="13234" y="17916"/>
                  </a:lnTo>
                  <a:lnTo>
                    <a:pt x="13036" y="17837"/>
                  </a:lnTo>
                  <a:lnTo>
                    <a:pt x="12957" y="17797"/>
                  </a:lnTo>
                  <a:lnTo>
                    <a:pt x="12878" y="17797"/>
                  </a:lnTo>
                  <a:lnTo>
                    <a:pt x="12582" y="17619"/>
                  </a:lnTo>
                  <a:lnTo>
                    <a:pt x="12424" y="17540"/>
                  </a:lnTo>
                  <a:lnTo>
                    <a:pt x="12108" y="17323"/>
                  </a:lnTo>
                  <a:lnTo>
                    <a:pt x="12128" y="17284"/>
                  </a:lnTo>
                  <a:lnTo>
                    <a:pt x="12167" y="17244"/>
                  </a:lnTo>
                  <a:lnTo>
                    <a:pt x="12246" y="17205"/>
                  </a:lnTo>
                  <a:lnTo>
                    <a:pt x="12365" y="17165"/>
                  </a:lnTo>
                  <a:lnTo>
                    <a:pt x="12503" y="17145"/>
                  </a:lnTo>
                  <a:lnTo>
                    <a:pt x="12641" y="17126"/>
                  </a:lnTo>
                  <a:lnTo>
                    <a:pt x="12760" y="17086"/>
                  </a:lnTo>
                  <a:lnTo>
                    <a:pt x="12799" y="17066"/>
                  </a:lnTo>
                  <a:lnTo>
                    <a:pt x="12859" y="17027"/>
                  </a:lnTo>
                  <a:lnTo>
                    <a:pt x="12878" y="16987"/>
                  </a:lnTo>
                  <a:lnTo>
                    <a:pt x="12878" y="16928"/>
                  </a:lnTo>
                  <a:lnTo>
                    <a:pt x="12424" y="16810"/>
                  </a:lnTo>
                  <a:lnTo>
                    <a:pt x="12029" y="16731"/>
                  </a:lnTo>
                  <a:lnTo>
                    <a:pt x="11891" y="16671"/>
                  </a:lnTo>
                  <a:lnTo>
                    <a:pt x="11753" y="16612"/>
                  </a:lnTo>
                  <a:lnTo>
                    <a:pt x="11634" y="16533"/>
                  </a:lnTo>
                  <a:lnTo>
                    <a:pt x="11535" y="16454"/>
                  </a:lnTo>
                  <a:lnTo>
                    <a:pt x="11417" y="16434"/>
                  </a:lnTo>
                  <a:lnTo>
                    <a:pt x="11318" y="16415"/>
                  </a:lnTo>
                  <a:lnTo>
                    <a:pt x="11239" y="16434"/>
                  </a:lnTo>
                  <a:lnTo>
                    <a:pt x="11180" y="16454"/>
                  </a:lnTo>
                  <a:lnTo>
                    <a:pt x="11140" y="16494"/>
                  </a:lnTo>
                  <a:lnTo>
                    <a:pt x="11101" y="16553"/>
                  </a:lnTo>
                  <a:lnTo>
                    <a:pt x="11081" y="16652"/>
                  </a:lnTo>
                  <a:lnTo>
                    <a:pt x="10982" y="16612"/>
                  </a:lnTo>
                  <a:lnTo>
                    <a:pt x="10903" y="16553"/>
                  </a:lnTo>
                  <a:lnTo>
                    <a:pt x="10785" y="16434"/>
                  </a:lnTo>
                  <a:lnTo>
                    <a:pt x="10785" y="16434"/>
                  </a:lnTo>
                  <a:lnTo>
                    <a:pt x="10982" y="16474"/>
                  </a:lnTo>
                  <a:lnTo>
                    <a:pt x="10666" y="16335"/>
                  </a:lnTo>
                  <a:lnTo>
                    <a:pt x="10370" y="16177"/>
                  </a:lnTo>
                  <a:lnTo>
                    <a:pt x="10074" y="16000"/>
                  </a:lnTo>
                  <a:lnTo>
                    <a:pt x="9738" y="15763"/>
                  </a:lnTo>
                  <a:lnTo>
                    <a:pt x="9639" y="15723"/>
                  </a:lnTo>
                  <a:lnTo>
                    <a:pt x="9560" y="15703"/>
                  </a:lnTo>
                  <a:lnTo>
                    <a:pt x="9521" y="15723"/>
                  </a:lnTo>
                  <a:lnTo>
                    <a:pt x="9481" y="15743"/>
                  </a:lnTo>
                  <a:lnTo>
                    <a:pt x="9461" y="15782"/>
                  </a:lnTo>
                  <a:lnTo>
                    <a:pt x="9461" y="15822"/>
                  </a:lnTo>
                  <a:lnTo>
                    <a:pt x="9461" y="15940"/>
                  </a:lnTo>
                  <a:lnTo>
                    <a:pt x="9145" y="15743"/>
                  </a:lnTo>
                  <a:lnTo>
                    <a:pt x="9185" y="15802"/>
                  </a:lnTo>
                  <a:lnTo>
                    <a:pt x="9106" y="15822"/>
                  </a:lnTo>
                  <a:lnTo>
                    <a:pt x="9046" y="15802"/>
                  </a:lnTo>
                  <a:lnTo>
                    <a:pt x="8967" y="15782"/>
                  </a:lnTo>
                  <a:lnTo>
                    <a:pt x="8888" y="15723"/>
                  </a:lnTo>
                  <a:lnTo>
                    <a:pt x="8730" y="15624"/>
                  </a:lnTo>
                  <a:lnTo>
                    <a:pt x="8592" y="15506"/>
                  </a:lnTo>
                  <a:lnTo>
                    <a:pt x="8592" y="15486"/>
                  </a:lnTo>
                  <a:lnTo>
                    <a:pt x="8770" y="15486"/>
                  </a:lnTo>
                  <a:lnTo>
                    <a:pt x="8632" y="15348"/>
                  </a:lnTo>
                  <a:lnTo>
                    <a:pt x="8474" y="15249"/>
                  </a:lnTo>
                  <a:lnTo>
                    <a:pt x="8296" y="15150"/>
                  </a:lnTo>
                  <a:lnTo>
                    <a:pt x="8158" y="15091"/>
                  </a:lnTo>
                  <a:lnTo>
                    <a:pt x="8217" y="15052"/>
                  </a:lnTo>
                  <a:lnTo>
                    <a:pt x="8375" y="15052"/>
                  </a:lnTo>
                  <a:lnTo>
                    <a:pt x="8434" y="15091"/>
                  </a:lnTo>
                  <a:lnTo>
                    <a:pt x="8513" y="15131"/>
                  </a:lnTo>
                  <a:lnTo>
                    <a:pt x="8592" y="15190"/>
                  </a:lnTo>
                  <a:lnTo>
                    <a:pt x="8592" y="15210"/>
                  </a:lnTo>
                  <a:lnTo>
                    <a:pt x="8592" y="15249"/>
                  </a:lnTo>
                  <a:lnTo>
                    <a:pt x="8987" y="15427"/>
                  </a:lnTo>
                  <a:lnTo>
                    <a:pt x="8829" y="15348"/>
                  </a:lnTo>
                  <a:lnTo>
                    <a:pt x="8711" y="15249"/>
                  </a:lnTo>
                  <a:lnTo>
                    <a:pt x="8592" y="15150"/>
                  </a:lnTo>
                  <a:lnTo>
                    <a:pt x="8533" y="15071"/>
                  </a:lnTo>
                  <a:lnTo>
                    <a:pt x="8474" y="14973"/>
                  </a:lnTo>
                  <a:lnTo>
                    <a:pt x="8454" y="14894"/>
                  </a:lnTo>
                  <a:lnTo>
                    <a:pt x="8454" y="14834"/>
                  </a:lnTo>
                  <a:lnTo>
                    <a:pt x="8474" y="14775"/>
                  </a:lnTo>
                  <a:lnTo>
                    <a:pt x="8355" y="14736"/>
                  </a:lnTo>
                  <a:lnTo>
                    <a:pt x="8316" y="14736"/>
                  </a:lnTo>
                  <a:lnTo>
                    <a:pt x="8316" y="14795"/>
                  </a:lnTo>
                  <a:lnTo>
                    <a:pt x="8355" y="14854"/>
                  </a:lnTo>
                  <a:lnTo>
                    <a:pt x="8395" y="14894"/>
                  </a:lnTo>
                  <a:lnTo>
                    <a:pt x="8395" y="14933"/>
                  </a:lnTo>
                  <a:lnTo>
                    <a:pt x="8335" y="14933"/>
                  </a:lnTo>
                  <a:lnTo>
                    <a:pt x="8197" y="14854"/>
                  </a:lnTo>
                  <a:lnTo>
                    <a:pt x="8098" y="14736"/>
                  </a:lnTo>
                  <a:lnTo>
                    <a:pt x="8000" y="14617"/>
                  </a:lnTo>
                  <a:lnTo>
                    <a:pt x="7782" y="14439"/>
                  </a:lnTo>
                  <a:lnTo>
                    <a:pt x="7565" y="14281"/>
                  </a:lnTo>
                  <a:lnTo>
                    <a:pt x="7348" y="14143"/>
                  </a:lnTo>
                  <a:lnTo>
                    <a:pt x="7150" y="14005"/>
                  </a:lnTo>
                  <a:lnTo>
                    <a:pt x="6992" y="13866"/>
                  </a:lnTo>
                  <a:lnTo>
                    <a:pt x="6933" y="13787"/>
                  </a:lnTo>
                  <a:lnTo>
                    <a:pt x="6874" y="13708"/>
                  </a:lnTo>
                  <a:lnTo>
                    <a:pt x="6834" y="13610"/>
                  </a:lnTo>
                  <a:lnTo>
                    <a:pt x="6795" y="13491"/>
                  </a:lnTo>
                  <a:lnTo>
                    <a:pt x="6538" y="13412"/>
                  </a:lnTo>
                  <a:lnTo>
                    <a:pt x="6222" y="13294"/>
                  </a:lnTo>
                  <a:lnTo>
                    <a:pt x="5906" y="13136"/>
                  </a:lnTo>
                  <a:lnTo>
                    <a:pt x="5748" y="13037"/>
                  </a:lnTo>
                  <a:lnTo>
                    <a:pt x="5570" y="12938"/>
                  </a:lnTo>
                  <a:lnTo>
                    <a:pt x="5550" y="12958"/>
                  </a:lnTo>
                  <a:lnTo>
                    <a:pt x="5491" y="12958"/>
                  </a:lnTo>
                  <a:lnTo>
                    <a:pt x="5373" y="12899"/>
                  </a:lnTo>
                  <a:lnTo>
                    <a:pt x="5313" y="12879"/>
                  </a:lnTo>
                  <a:lnTo>
                    <a:pt x="5274" y="12859"/>
                  </a:lnTo>
                  <a:lnTo>
                    <a:pt x="5234" y="12859"/>
                  </a:lnTo>
                  <a:lnTo>
                    <a:pt x="5195" y="12899"/>
                  </a:lnTo>
                  <a:lnTo>
                    <a:pt x="5254" y="12978"/>
                  </a:lnTo>
                  <a:lnTo>
                    <a:pt x="5333" y="13057"/>
                  </a:lnTo>
                  <a:lnTo>
                    <a:pt x="5471" y="13175"/>
                  </a:lnTo>
                  <a:lnTo>
                    <a:pt x="5649" y="13254"/>
                  </a:lnTo>
                  <a:lnTo>
                    <a:pt x="5807" y="13333"/>
                  </a:lnTo>
                  <a:lnTo>
                    <a:pt x="5985" y="13412"/>
                  </a:lnTo>
                  <a:lnTo>
                    <a:pt x="6123" y="13491"/>
                  </a:lnTo>
                  <a:lnTo>
                    <a:pt x="6242" y="13590"/>
                  </a:lnTo>
                  <a:lnTo>
                    <a:pt x="6301" y="13669"/>
                  </a:lnTo>
                  <a:lnTo>
                    <a:pt x="6340" y="13748"/>
                  </a:lnTo>
                  <a:lnTo>
                    <a:pt x="6419" y="13768"/>
                  </a:lnTo>
                  <a:lnTo>
                    <a:pt x="6538" y="13768"/>
                  </a:lnTo>
                  <a:lnTo>
                    <a:pt x="6558" y="13748"/>
                  </a:lnTo>
                  <a:lnTo>
                    <a:pt x="6637" y="13708"/>
                  </a:lnTo>
                  <a:lnTo>
                    <a:pt x="6657" y="13689"/>
                  </a:lnTo>
                  <a:lnTo>
                    <a:pt x="6696" y="13689"/>
                  </a:lnTo>
                  <a:lnTo>
                    <a:pt x="6834" y="13768"/>
                  </a:lnTo>
                  <a:lnTo>
                    <a:pt x="6933" y="13866"/>
                  </a:lnTo>
                  <a:lnTo>
                    <a:pt x="7012" y="13945"/>
                  </a:lnTo>
                  <a:lnTo>
                    <a:pt x="7012" y="13985"/>
                  </a:lnTo>
                  <a:lnTo>
                    <a:pt x="7012" y="14005"/>
                  </a:lnTo>
                  <a:lnTo>
                    <a:pt x="6874" y="13965"/>
                  </a:lnTo>
                  <a:lnTo>
                    <a:pt x="6775" y="13945"/>
                  </a:lnTo>
                  <a:lnTo>
                    <a:pt x="6696" y="13965"/>
                  </a:lnTo>
                  <a:lnTo>
                    <a:pt x="6637" y="13985"/>
                  </a:lnTo>
                  <a:lnTo>
                    <a:pt x="6577" y="14005"/>
                  </a:lnTo>
                  <a:lnTo>
                    <a:pt x="6498" y="13985"/>
                  </a:lnTo>
                  <a:lnTo>
                    <a:pt x="6380" y="13945"/>
                  </a:lnTo>
                  <a:lnTo>
                    <a:pt x="6202" y="13847"/>
                  </a:lnTo>
                  <a:lnTo>
                    <a:pt x="6222" y="13906"/>
                  </a:lnTo>
                  <a:lnTo>
                    <a:pt x="6281" y="13965"/>
                  </a:lnTo>
                  <a:lnTo>
                    <a:pt x="6459" y="14123"/>
                  </a:lnTo>
                  <a:lnTo>
                    <a:pt x="6657" y="14262"/>
                  </a:lnTo>
                  <a:lnTo>
                    <a:pt x="6834" y="14400"/>
                  </a:lnTo>
                  <a:lnTo>
                    <a:pt x="6775" y="14420"/>
                  </a:lnTo>
                  <a:lnTo>
                    <a:pt x="6775" y="14479"/>
                  </a:lnTo>
                  <a:lnTo>
                    <a:pt x="6795" y="14538"/>
                  </a:lnTo>
                  <a:lnTo>
                    <a:pt x="6854" y="14637"/>
                  </a:lnTo>
                  <a:lnTo>
                    <a:pt x="6676" y="14617"/>
                  </a:lnTo>
                  <a:lnTo>
                    <a:pt x="6479" y="14558"/>
                  </a:lnTo>
                  <a:lnTo>
                    <a:pt x="6281" y="14499"/>
                  </a:lnTo>
                  <a:lnTo>
                    <a:pt x="6103" y="14459"/>
                  </a:lnTo>
                  <a:lnTo>
                    <a:pt x="6123" y="14459"/>
                  </a:lnTo>
                  <a:lnTo>
                    <a:pt x="6143" y="14439"/>
                  </a:lnTo>
                  <a:lnTo>
                    <a:pt x="6143" y="14400"/>
                  </a:lnTo>
                  <a:lnTo>
                    <a:pt x="6143" y="14380"/>
                  </a:lnTo>
                  <a:lnTo>
                    <a:pt x="6143" y="14360"/>
                  </a:lnTo>
                  <a:lnTo>
                    <a:pt x="6163" y="14360"/>
                  </a:lnTo>
                  <a:lnTo>
                    <a:pt x="5511" y="14123"/>
                  </a:lnTo>
                  <a:lnTo>
                    <a:pt x="5452" y="14005"/>
                  </a:lnTo>
                  <a:lnTo>
                    <a:pt x="5432" y="13906"/>
                  </a:lnTo>
                  <a:lnTo>
                    <a:pt x="5432" y="13886"/>
                  </a:lnTo>
                  <a:lnTo>
                    <a:pt x="5471" y="13847"/>
                  </a:lnTo>
                  <a:lnTo>
                    <a:pt x="5531" y="13847"/>
                  </a:lnTo>
                  <a:lnTo>
                    <a:pt x="5412" y="13748"/>
                  </a:lnTo>
                  <a:lnTo>
                    <a:pt x="5294" y="13649"/>
                  </a:lnTo>
                  <a:lnTo>
                    <a:pt x="5017" y="13471"/>
                  </a:lnTo>
                  <a:lnTo>
                    <a:pt x="4899" y="13392"/>
                  </a:lnTo>
                  <a:lnTo>
                    <a:pt x="4820" y="13313"/>
                  </a:lnTo>
                  <a:lnTo>
                    <a:pt x="4780" y="13254"/>
                  </a:lnTo>
                  <a:lnTo>
                    <a:pt x="4780" y="13215"/>
                  </a:lnTo>
                  <a:lnTo>
                    <a:pt x="4780" y="13195"/>
                  </a:lnTo>
                  <a:lnTo>
                    <a:pt x="4681" y="13116"/>
                  </a:lnTo>
                  <a:lnTo>
                    <a:pt x="4622" y="13096"/>
                  </a:lnTo>
                  <a:lnTo>
                    <a:pt x="4622" y="13136"/>
                  </a:lnTo>
                  <a:lnTo>
                    <a:pt x="4662" y="13195"/>
                  </a:lnTo>
                  <a:lnTo>
                    <a:pt x="4760" y="13333"/>
                  </a:lnTo>
                  <a:lnTo>
                    <a:pt x="4820" y="13392"/>
                  </a:lnTo>
                  <a:lnTo>
                    <a:pt x="4820" y="13447"/>
                  </a:lnTo>
                  <a:lnTo>
                    <a:pt x="5195" y="13728"/>
                  </a:lnTo>
                  <a:lnTo>
                    <a:pt x="5175" y="13748"/>
                  </a:lnTo>
                  <a:lnTo>
                    <a:pt x="5155" y="13768"/>
                  </a:lnTo>
                  <a:lnTo>
                    <a:pt x="5116" y="13768"/>
                  </a:lnTo>
                  <a:lnTo>
                    <a:pt x="5096" y="13748"/>
                  </a:lnTo>
                  <a:lnTo>
                    <a:pt x="5017" y="13689"/>
                  </a:lnTo>
                  <a:lnTo>
                    <a:pt x="4938" y="13629"/>
                  </a:lnTo>
                  <a:lnTo>
                    <a:pt x="4839" y="13531"/>
                  </a:lnTo>
                  <a:lnTo>
                    <a:pt x="4741" y="13471"/>
                  </a:lnTo>
                  <a:lnTo>
                    <a:pt x="4662" y="13432"/>
                  </a:lnTo>
                  <a:lnTo>
                    <a:pt x="4622" y="13432"/>
                  </a:lnTo>
                  <a:lnTo>
                    <a:pt x="4583" y="13452"/>
                  </a:lnTo>
                  <a:lnTo>
                    <a:pt x="4523" y="13491"/>
                  </a:lnTo>
                  <a:lnTo>
                    <a:pt x="4405" y="13491"/>
                  </a:lnTo>
                  <a:lnTo>
                    <a:pt x="4365" y="13471"/>
                  </a:lnTo>
                  <a:lnTo>
                    <a:pt x="4267" y="13373"/>
                  </a:lnTo>
                  <a:lnTo>
                    <a:pt x="4187" y="13234"/>
                  </a:lnTo>
                  <a:lnTo>
                    <a:pt x="4010" y="12938"/>
                  </a:lnTo>
                  <a:lnTo>
                    <a:pt x="3911" y="12800"/>
                  </a:lnTo>
                  <a:lnTo>
                    <a:pt x="3871" y="12741"/>
                  </a:lnTo>
                  <a:lnTo>
                    <a:pt x="3812" y="12701"/>
                  </a:lnTo>
                  <a:lnTo>
                    <a:pt x="4306" y="12741"/>
                  </a:lnTo>
                  <a:lnTo>
                    <a:pt x="4010" y="12563"/>
                  </a:lnTo>
                  <a:lnTo>
                    <a:pt x="4168" y="12563"/>
                  </a:lnTo>
                  <a:lnTo>
                    <a:pt x="4306" y="12543"/>
                  </a:lnTo>
                  <a:lnTo>
                    <a:pt x="4464" y="12523"/>
                  </a:lnTo>
                  <a:lnTo>
                    <a:pt x="4563" y="12543"/>
                  </a:lnTo>
                  <a:lnTo>
                    <a:pt x="4681" y="12563"/>
                  </a:lnTo>
                  <a:lnTo>
                    <a:pt x="4681" y="12563"/>
                  </a:lnTo>
                  <a:lnTo>
                    <a:pt x="4405" y="12306"/>
                  </a:lnTo>
                  <a:lnTo>
                    <a:pt x="4128" y="12010"/>
                  </a:lnTo>
                  <a:lnTo>
                    <a:pt x="3871" y="11733"/>
                  </a:lnTo>
                  <a:lnTo>
                    <a:pt x="3674" y="11536"/>
                  </a:lnTo>
                  <a:lnTo>
                    <a:pt x="3674" y="11437"/>
                  </a:lnTo>
                  <a:lnTo>
                    <a:pt x="3713" y="11358"/>
                  </a:lnTo>
                  <a:lnTo>
                    <a:pt x="3753" y="11299"/>
                  </a:lnTo>
                  <a:lnTo>
                    <a:pt x="3832" y="11259"/>
                  </a:lnTo>
                  <a:lnTo>
                    <a:pt x="3674" y="11160"/>
                  </a:lnTo>
                  <a:lnTo>
                    <a:pt x="3575" y="11062"/>
                  </a:lnTo>
                  <a:lnTo>
                    <a:pt x="3496" y="10943"/>
                  </a:lnTo>
                  <a:lnTo>
                    <a:pt x="3437" y="10825"/>
                  </a:lnTo>
                  <a:lnTo>
                    <a:pt x="3358" y="10588"/>
                  </a:lnTo>
                  <a:lnTo>
                    <a:pt x="3318" y="10469"/>
                  </a:lnTo>
                  <a:lnTo>
                    <a:pt x="3239" y="10351"/>
                  </a:lnTo>
                  <a:lnTo>
                    <a:pt x="3160" y="10272"/>
                  </a:lnTo>
                  <a:lnTo>
                    <a:pt x="3141" y="10272"/>
                  </a:lnTo>
                  <a:lnTo>
                    <a:pt x="3121" y="10291"/>
                  </a:lnTo>
                  <a:lnTo>
                    <a:pt x="3121" y="10351"/>
                  </a:lnTo>
                  <a:lnTo>
                    <a:pt x="3141" y="10430"/>
                  </a:lnTo>
                  <a:lnTo>
                    <a:pt x="3160" y="10528"/>
                  </a:lnTo>
                  <a:lnTo>
                    <a:pt x="3160" y="10588"/>
                  </a:lnTo>
                  <a:lnTo>
                    <a:pt x="3160" y="10607"/>
                  </a:lnTo>
                  <a:lnTo>
                    <a:pt x="3141" y="10627"/>
                  </a:lnTo>
                  <a:lnTo>
                    <a:pt x="3101" y="10627"/>
                  </a:lnTo>
                  <a:lnTo>
                    <a:pt x="3062" y="10607"/>
                  </a:lnTo>
                  <a:lnTo>
                    <a:pt x="3062" y="10548"/>
                  </a:lnTo>
                  <a:lnTo>
                    <a:pt x="3022" y="10489"/>
                  </a:lnTo>
                  <a:lnTo>
                    <a:pt x="2963" y="10390"/>
                  </a:lnTo>
                  <a:lnTo>
                    <a:pt x="2805" y="10212"/>
                  </a:lnTo>
                  <a:lnTo>
                    <a:pt x="2844" y="10272"/>
                  </a:lnTo>
                  <a:lnTo>
                    <a:pt x="2884" y="10331"/>
                  </a:lnTo>
                  <a:lnTo>
                    <a:pt x="2983" y="10528"/>
                  </a:lnTo>
                  <a:lnTo>
                    <a:pt x="3220" y="11002"/>
                  </a:lnTo>
                  <a:lnTo>
                    <a:pt x="3220" y="11002"/>
                  </a:lnTo>
                  <a:lnTo>
                    <a:pt x="3160" y="10943"/>
                  </a:lnTo>
                  <a:lnTo>
                    <a:pt x="3121" y="10904"/>
                  </a:lnTo>
                  <a:lnTo>
                    <a:pt x="3081" y="10884"/>
                  </a:lnTo>
                  <a:lnTo>
                    <a:pt x="3042" y="10884"/>
                  </a:lnTo>
                  <a:lnTo>
                    <a:pt x="2963" y="10904"/>
                  </a:lnTo>
                  <a:lnTo>
                    <a:pt x="2884" y="10904"/>
                  </a:lnTo>
                  <a:lnTo>
                    <a:pt x="3101" y="11239"/>
                  </a:lnTo>
                  <a:lnTo>
                    <a:pt x="3042" y="11239"/>
                  </a:lnTo>
                  <a:lnTo>
                    <a:pt x="2983" y="11220"/>
                  </a:lnTo>
                  <a:lnTo>
                    <a:pt x="2923" y="11160"/>
                  </a:lnTo>
                  <a:lnTo>
                    <a:pt x="2864" y="11062"/>
                  </a:lnTo>
                  <a:lnTo>
                    <a:pt x="2746" y="10884"/>
                  </a:lnTo>
                  <a:lnTo>
                    <a:pt x="2686" y="10805"/>
                  </a:lnTo>
                  <a:lnTo>
                    <a:pt x="2627" y="10746"/>
                  </a:lnTo>
                  <a:lnTo>
                    <a:pt x="2726" y="10746"/>
                  </a:lnTo>
                  <a:lnTo>
                    <a:pt x="2805" y="10726"/>
                  </a:lnTo>
                  <a:lnTo>
                    <a:pt x="2864" y="10706"/>
                  </a:lnTo>
                  <a:lnTo>
                    <a:pt x="2983" y="10706"/>
                  </a:lnTo>
                  <a:lnTo>
                    <a:pt x="2805" y="10489"/>
                  </a:lnTo>
                  <a:lnTo>
                    <a:pt x="2627" y="10252"/>
                  </a:lnTo>
                  <a:lnTo>
                    <a:pt x="2568" y="10114"/>
                  </a:lnTo>
                  <a:lnTo>
                    <a:pt x="2509" y="9975"/>
                  </a:lnTo>
                  <a:lnTo>
                    <a:pt x="2469" y="9857"/>
                  </a:lnTo>
                  <a:lnTo>
                    <a:pt x="2449" y="9738"/>
                  </a:lnTo>
                  <a:lnTo>
                    <a:pt x="2449" y="9679"/>
                  </a:lnTo>
                  <a:lnTo>
                    <a:pt x="2469" y="9679"/>
                  </a:lnTo>
                  <a:lnTo>
                    <a:pt x="2528" y="9719"/>
                  </a:lnTo>
                  <a:lnTo>
                    <a:pt x="2588" y="9798"/>
                  </a:lnTo>
                  <a:lnTo>
                    <a:pt x="2667" y="9877"/>
                  </a:lnTo>
                  <a:lnTo>
                    <a:pt x="2667" y="9837"/>
                  </a:lnTo>
                  <a:lnTo>
                    <a:pt x="2667" y="9778"/>
                  </a:lnTo>
                  <a:lnTo>
                    <a:pt x="2588" y="9679"/>
                  </a:lnTo>
                  <a:lnTo>
                    <a:pt x="2528" y="9600"/>
                  </a:lnTo>
                  <a:lnTo>
                    <a:pt x="2528" y="9541"/>
                  </a:lnTo>
                  <a:lnTo>
                    <a:pt x="2548" y="9501"/>
                  </a:lnTo>
                  <a:lnTo>
                    <a:pt x="2588" y="9501"/>
                  </a:lnTo>
                  <a:lnTo>
                    <a:pt x="2607" y="9521"/>
                  </a:lnTo>
                  <a:lnTo>
                    <a:pt x="2647" y="9600"/>
                  </a:lnTo>
                  <a:lnTo>
                    <a:pt x="2686" y="9679"/>
                  </a:lnTo>
                  <a:lnTo>
                    <a:pt x="2726" y="9758"/>
                  </a:lnTo>
                  <a:lnTo>
                    <a:pt x="2627" y="9541"/>
                  </a:lnTo>
                  <a:lnTo>
                    <a:pt x="2548" y="9323"/>
                  </a:lnTo>
                  <a:lnTo>
                    <a:pt x="2469" y="9106"/>
                  </a:lnTo>
                  <a:lnTo>
                    <a:pt x="2410" y="8889"/>
                  </a:lnTo>
                  <a:lnTo>
                    <a:pt x="2430" y="8889"/>
                  </a:lnTo>
                  <a:lnTo>
                    <a:pt x="2449" y="8909"/>
                  </a:lnTo>
                  <a:lnTo>
                    <a:pt x="2509" y="8988"/>
                  </a:lnTo>
                  <a:lnTo>
                    <a:pt x="2548" y="9106"/>
                  </a:lnTo>
                  <a:lnTo>
                    <a:pt x="2588" y="9205"/>
                  </a:lnTo>
                  <a:lnTo>
                    <a:pt x="2548" y="9027"/>
                  </a:lnTo>
                  <a:lnTo>
                    <a:pt x="2469" y="8849"/>
                  </a:lnTo>
                  <a:lnTo>
                    <a:pt x="2351" y="8691"/>
                  </a:lnTo>
                  <a:lnTo>
                    <a:pt x="2153" y="8514"/>
                  </a:lnTo>
                  <a:lnTo>
                    <a:pt x="2153" y="8277"/>
                  </a:lnTo>
                  <a:lnTo>
                    <a:pt x="2173" y="8059"/>
                  </a:lnTo>
                  <a:lnTo>
                    <a:pt x="2193" y="7980"/>
                  </a:lnTo>
                  <a:lnTo>
                    <a:pt x="2232" y="7941"/>
                  </a:lnTo>
                  <a:lnTo>
                    <a:pt x="2272" y="7901"/>
                  </a:lnTo>
                  <a:lnTo>
                    <a:pt x="2311" y="7921"/>
                  </a:lnTo>
                  <a:lnTo>
                    <a:pt x="2252" y="7862"/>
                  </a:lnTo>
                  <a:lnTo>
                    <a:pt x="2212" y="7862"/>
                  </a:lnTo>
                  <a:lnTo>
                    <a:pt x="2173" y="7882"/>
                  </a:lnTo>
                  <a:lnTo>
                    <a:pt x="2133" y="7901"/>
                  </a:lnTo>
                  <a:lnTo>
                    <a:pt x="2114" y="7763"/>
                  </a:lnTo>
                  <a:lnTo>
                    <a:pt x="2094" y="7664"/>
                  </a:lnTo>
                  <a:lnTo>
                    <a:pt x="2054" y="7566"/>
                  </a:lnTo>
                  <a:lnTo>
                    <a:pt x="2015" y="7506"/>
                  </a:lnTo>
                  <a:lnTo>
                    <a:pt x="1916" y="7368"/>
                  </a:lnTo>
                  <a:lnTo>
                    <a:pt x="1896" y="7289"/>
                  </a:lnTo>
                  <a:lnTo>
                    <a:pt x="1896" y="7210"/>
                  </a:lnTo>
                  <a:lnTo>
                    <a:pt x="1758" y="7408"/>
                  </a:lnTo>
                  <a:lnTo>
                    <a:pt x="1798" y="7269"/>
                  </a:lnTo>
                  <a:lnTo>
                    <a:pt x="1798" y="7190"/>
                  </a:lnTo>
                  <a:lnTo>
                    <a:pt x="1758" y="7171"/>
                  </a:lnTo>
                  <a:lnTo>
                    <a:pt x="1718" y="7151"/>
                  </a:lnTo>
                  <a:lnTo>
                    <a:pt x="1679" y="7131"/>
                  </a:lnTo>
                  <a:lnTo>
                    <a:pt x="1659" y="7092"/>
                  </a:lnTo>
                  <a:lnTo>
                    <a:pt x="1639" y="7032"/>
                  </a:lnTo>
                  <a:lnTo>
                    <a:pt x="1679" y="6914"/>
                  </a:lnTo>
                  <a:lnTo>
                    <a:pt x="1778" y="6953"/>
                  </a:lnTo>
                  <a:lnTo>
                    <a:pt x="1877" y="6973"/>
                  </a:lnTo>
                  <a:lnTo>
                    <a:pt x="1975" y="6953"/>
                  </a:lnTo>
                  <a:lnTo>
                    <a:pt x="2094" y="6933"/>
                  </a:lnTo>
                  <a:lnTo>
                    <a:pt x="2054" y="6894"/>
                  </a:lnTo>
                  <a:lnTo>
                    <a:pt x="2035" y="6854"/>
                  </a:lnTo>
                  <a:lnTo>
                    <a:pt x="2054" y="6756"/>
                  </a:lnTo>
                  <a:lnTo>
                    <a:pt x="2094" y="6637"/>
                  </a:lnTo>
                  <a:lnTo>
                    <a:pt x="2133" y="6519"/>
                  </a:lnTo>
                  <a:lnTo>
                    <a:pt x="2094" y="6519"/>
                  </a:lnTo>
                  <a:lnTo>
                    <a:pt x="2074" y="6499"/>
                  </a:lnTo>
                  <a:lnTo>
                    <a:pt x="2035" y="6380"/>
                  </a:lnTo>
                  <a:lnTo>
                    <a:pt x="2035" y="6341"/>
                  </a:lnTo>
                  <a:lnTo>
                    <a:pt x="1995" y="6321"/>
                  </a:lnTo>
                  <a:lnTo>
                    <a:pt x="1975" y="6321"/>
                  </a:lnTo>
                  <a:lnTo>
                    <a:pt x="1916" y="6380"/>
                  </a:lnTo>
                  <a:lnTo>
                    <a:pt x="1916" y="6242"/>
                  </a:lnTo>
                  <a:lnTo>
                    <a:pt x="1936" y="6124"/>
                  </a:lnTo>
                  <a:lnTo>
                    <a:pt x="2015" y="5946"/>
                  </a:lnTo>
                  <a:lnTo>
                    <a:pt x="2074" y="5768"/>
                  </a:lnTo>
                  <a:lnTo>
                    <a:pt x="2094" y="5689"/>
                  </a:lnTo>
                  <a:lnTo>
                    <a:pt x="2094" y="5571"/>
                  </a:lnTo>
                  <a:lnTo>
                    <a:pt x="2054" y="5590"/>
                  </a:lnTo>
                  <a:lnTo>
                    <a:pt x="2035" y="5571"/>
                  </a:lnTo>
                  <a:lnTo>
                    <a:pt x="2035" y="5452"/>
                  </a:lnTo>
                  <a:lnTo>
                    <a:pt x="2035" y="5334"/>
                  </a:lnTo>
                  <a:lnTo>
                    <a:pt x="1995" y="5294"/>
                  </a:lnTo>
                  <a:lnTo>
                    <a:pt x="1956" y="5314"/>
                  </a:lnTo>
                  <a:lnTo>
                    <a:pt x="2035" y="5195"/>
                  </a:lnTo>
                  <a:lnTo>
                    <a:pt x="2094" y="5077"/>
                  </a:lnTo>
                  <a:lnTo>
                    <a:pt x="2173" y="4998"/>
                  </a:lnTo>
                  <a:lnTo>
                    <a:pt x="2252" y="4939"/>
                  </a:lnTo>
                  <a:lnTo>
                    <a:pt x="2311" y="4919"/>
                  </a:lnTo>
                  <a:lnTo>
                    <a:pt x="2370" y="4899"/>
                  </a:lnTo>
                  <a:lnTo>
                    <a:pt x="2430" y="4919"/>
                  </a:lnTo>
                  <a:lnTo>
                    <a:pt x="2449" y="4958"/>
                  </a:lnTo>
                  <a:lnTo>
                    <a:pt x="2331" y="5136"/>
                  </a:lnTo>
                  <a:lnTo>
                    <a:pt x="2311" y="5215"/>
                  </a:lnTo>
                  <a:lnTo>
                    <a:pt x="2311" y="5255"/>
                  </a:lnTo>
                  <a:lnTo>
                    <a:pt x="2351" y="5255"/>
                  </a:lnTo>
                  <a:lnTo>
                    <a:pt x="2489" y="4958"/>
                  </a:lnTo>
                  <a:lnTo>
                    <a:pt x="2647" y="4662"/>
                  </a:lnTo>
                  <a:lnTo>
                    <a:pt x="2864" y="4484"/>
                  </a:lnTo>
                  <a:lnTo>
                    <a:pt x="2983" y="4425"/>
                  </a:lnTo>
                  <a:lnTo>
                    <a:pt x="3081" y="4425"/>
                  </a:lnTo>
                  <a:lnTo>
                    <a:pt x="3101" y="4326"/>
                  </a:lnTo>
                  <a:lnTo>
                    <a:pt x="3141" y="4247"/>
                  </a:lnTo>
                  <a:lnTo>
                    <a:pt x="3220" y="4148"/>
                  </a:lnTo>
                  <a:lnTo>
                    <a:pt x="3299" y="4069"/>
                  </a:lnTo>
                  <a:lnTo>
                    <a:pt x="3378" y="3990"/>
                  </a:lnTo>
                  <a:lnTo>
                    <a:pt x="3437" y="3911"/>
                  </a:lnTo>
                  <a:lnTo>
                    <a:pt x="3476" y="3832"/>
                  </a:lnTo>
                  <a:lnTo>
                    <a:pt x="3476" y="3734"/>
                  </a:lnTo>
                  <a:lnTo>
                    <a:pt x="3457" y="3813"/>
                  </a:lnTo>
                  <a:lnTo>
                    <a:pt x="3417" y="3892"/>
                  </a:lnTo>
                  <a:lnTo>
                    <a:pt x="3378" y="3951"/>
                  </a:lnTo>
                  <a:lnTo>
                    <a:pt x="3318" y="3990"/>
                  </a:lnTo>
                  <a:lnTo>
                    <a:pt x="3220" y="4050"/>
                  </a:lnTo>
                  <a:lnTo>
                    <a:pt x="3141" y="4089"/>
                  </a:lnTo>
                  <a:lnTo>
                    <a:pt x="3180" y="3990"/>
                  </a:lnTo>
                  <a:lnTo>
                    <a:pt x="3141" y="4030"/>
                  </a:lnTo>
                  <a:lnTo>
                    <a:pt x="3101" y="3635"/>
                  </a:lnTo>
                  <a:lnTo>
                    <a:pt x="3042" y="3694"/>
                  </a:lnTo>
                  <a:lnTo>
                    <a:pt x="3002" y="3734"/>
                  </a:lnTo>
                  <a:lnTo>
                    <a:pt x="3002" y="3773"/>
                  </a:lnTo>
                  <a:lnTo>
                    <a:pt x="3022" y="3813"/>
                  </a:lnTo>
                  <a:lnTo>
                    <a:pt x="3042" y="3872"/>
                  </a:lnTo>
                  <a:lnTo>
                    <a:pt x="3062" y="3931"/>
                  </a:lnTo>
                  <a:lnTo>
                    <a:pt x="3022" y="4010"/>
                  </a:lnTo>
                  <a:lnTo>
                    <a:pt x="2963" y="4109"/>
                  </a:lnTo>
                  <a:lnTo>
                    <a:pt x="2904" y="4129"/>
                  </a:lnTo>
                  <a:lnTo>
                    <a:pt x="2864" y="4129"/>
                  </a:lnTo>
                  <a:lnTo>
                    <a:pt x="2825" y="4089"/>
                  </a:lnTo>
                  <a:lnTo>
                    <a:pt x="2825" y="4050"/>
                  </a:lnTo>
                  <a:lnTo>
                    <a:pt x="2825" y="3911"/>
                  </a:lnTo>
                  <a:lnTo>
                    <a:pt x="2864" y="3753"/>
                  </a:lnTo>
                  <a:lnTo>
                    <a:pt x="2904" y="3615"/>
                  </a:lnTo>
                  <a:lnTo>
                    <a:pt x="2923" y="3497"/>
                  </a:lnTo>
                  <a:lnTo>
                    <a:pt x="2923" y="3457"/>
                  </a:lnTo>
                  <a:lnTo>
                    <a:pt x="2904" y="3437"/>
                  </a:lnTo>
                  <a:lnTo>
                    <a:pt x="2864" y="3437"/>
                  </a:lnTo>
                  <a:lnTo>
                    <a:pt x="2805" y="3457"/>
                  </a:lnTo>
                  <a:lnTo>
                    <a:pt x="2746" y="3536"/>
                  </a:lnTo>
                  <a:lnTo>
                    <a:pt x="2706" y="3595"/>
                  </a:lnTo>
                  <a:lnTo>
                    <a:pt x="2686" y="3655"/>
                  </a:lnTo>
                  <a:lnTo>
                    <a:pt x="2686" y="3714"/>
                  </a:lnTo>
                  <a:lnTo>
                    <a:pt x="2726" y="3852"/>
                  </a:lnTo>
                  <a:lnTo>
                    <a:pt x="2726" y="3931"/>
                  </a:lnTo>
                  <a:lnTo>
                    <a:pt x="2706" y="4010"/>
                  </a:lnTo>
                  <a:lnTo>
                    <a:pt x="2706" y="4010"/>
                  </a:lnTo>
                  <a:lnTo>
                    <a:pt x="2746" y="3971"/>
                  </a:lnTo>
                  <a:lnTo>
                    <a:pt x="2746" y="3971"/>
                  </a:lnTo>
                  <a:lnTo>
                    <a:pt x="2528" y="4504"/>
                  </a:lnTo>
                  <a:lnTo>
                    <a:pt x="2489" y="4484"/>
                  </a:lnTo>
                  <a:lnTo>
                    <a:pt x="2489" y="4464"/>
                  </a:lnTo>
                  <a:lnTo>
                    <a:pt x="2469" y="4385"/>
                  </a:lnTo>
                  <a:lnTo>
                    <a:pt x="2469" y="4287"/>
                  </a:lnTo>
                  <a:lnTo>
                    <a:pt x="2232" y="4662"/>
                  </a:lnTo>
                  <a:lnTo>
                    <a:pt x="2035" y="4919"/>
                  </a:lnTo>
                  <a:lnTo>
                    <a:pt x="1837" y="5195"/>
                  </a:lnTo>
                  <a:lnTo>
                    <a:pt x="1718" y="5393"/>
                  </a:lnTo>
                  <a:lnTo>
                    <a:pt x="1600" y="5610"/>
                  </a:lnTo>
                  <a:lnTo>
                    <a:pt x="1679" y="5590"/>
                  </a:lnTo>
                  <a:lnTo>
                    <a:pt x="1778" y="5590"/>
                  </a:lnTo>
                  <a:lnTo>
                    <a:pt x="1837" y="5630"/>
                  </a:lnTo>
                  <a:lnTo>
                    <a:pt x="1857" y="5669"/>
                  </a:lnTo>
                  <a:lnTo>
                    <a:pt x="1877" y="5748"/>
                  </a:lnTo>
                  <a:lnTo>
                    <a:pt x="1857" y="5847"/>
                  </a:lnTo>
                  <a:lnTo>
                    <a:pt x="1857" y="5926"/>
                  </a:lnTo>
                  <a:lnTo>
                    <a:pt x="1837" y="5985"/>
                  </a:lnTo>
                  <a:lnTo>
                    <a:pt x="1758" y="6064"/>
                  </a:lnTo>
                  <a:lnTo>
                    <a:pt x="1699" y="6143"/>
                  </a:lnTo>
                  <a:lnTo>
                    <a:pt x="1659" y="6203"/>
                  </a:lnTo>
                  <a:lnTo>
                    <a:pt x="1639" y="6262"/>
                  </a:lnTo>
                  <a:lnTo>
                    <a:pt x="1620" y="6163"/>
                  </a:lnTo>
                  <a:lnTo>
                    <a:pt x="1600" y="6064"/>
                  </a:lnTo>
                  <a:lnTo>
                    <a:pt x="1600" y="6025"/>
                  </a:lnTo>
                  <a:lnTo>
                    <a:pt x="1600" y="5966"/>
                  </a:lnTo>
                  <a:lnTo>
                    <a:pt x="1620" y="5926"/>
                  </a:lnTo>
                  <a:lnTo>
                    <a:pt x="1679" y="5867"/>
                  </a:lnTo>
                  <a:lnTo>
                    <a:pt x="1501" y="5827"/>
                  </a:lnTo>
                  <a:lnTo>
                    <a:pt x="1501" y="5630"/>
                  </a:lnTo>
                  <a:lnTo>
                    <a:pt x="1462" y="5492"/>
                  </a:lnTo>
                  <a:lnTo>
                    <a:pt x="1422" y="5294"/>
                  </a:lnTo>
                  <a:lnTo>
                    <a:pt x="1402" y="5195"/>
                  </a:lnTo>
                  <a:lnTo>
                    <a:pt x="1402" y="5077"/>
                  </a:lnTo>
                  <a:lnTo>
                    <a:pt x="1442" y="4899"/>
                  </a:lnTo>
                  <a:lnTo>
                    <a:pt x="1541" y="4642"/>
                  </a:lnTo>
                  <a:lnTo>
                    <a:pt x="1521" y="4603"/>
                  </a:lnTo>
                  <a:lnTo>
                    <a:pt x="1521" y="4504"/>
                  </a:lnTo>
                  <a:lnTo>
                    <a:pt x="1560" y="4385"/>
                  </a:lnTo>
                  <a:lnTo>
                    <a:pt x="1620" y="4247"/>
                  </a:lnTo>
                  <a:lnTo>
                    <a:pt x="1758" y="3951"/>
                  </a:lnTo>
                  <a:lnTo>
                    <a:pt x="1857" y="3793"/>
                  </a:lnTo>
                  <a:lnTo>
                    <a:pt x="1956" y="3655"/>
                  </a:lnTo>
                  <a:lnTo>
                    <a:pt x="1758" y="3773"/>
                  </a:lnTo>
                  <a:lnTo>
                    <a:pt x="1758" y="3773"/>
                  </a:lnTo>
                  <a:lnTo>
                    <a:pt x="1778" y="3635"/>
                  </a:lnTo>
                  <a:lnTo>
                    <a:pt x="1817" y="3556"/>
                  </a:lnTo>
                  <a:lnTo>
                    <a:pt x="1857" y="3536"/>
                  </a:lnTo>
                  <a:lnTo>
                    <a:pt x="1896" y="3516"/>
                  </a:lnTo>
                  <a:lnTo>
                    <a:pt x="1936" y="3516"/>
                  </a:lnTo>
                  <a:lnTo>
                    <a:pt x="1995" y="3477"/>
                  </a:lnTo>
                  <a:lnTo>
                    <a:pt x="2054" y="3378"/>
                  </a:lnTo>
                  <a:lnTo>
                    <a:pt x="2133" y="3200"/>
                  </a:lnTo>
                  <a:lnTo>
                    <a:pt x="2390" y="3141"/>
                  </a:lnTo>
                  <a:lnTo>
                    <a:pt x="2528" y="3121"/>
                  </a:lnTo>
                  <a:lnTo>
                    <a:pt x="2647" y="3102"/>
                  </a:lnTo>
                  <a:lnTo>
                    <a:pt x="2765" y="3102"/>
                  </a:lnTo>
                  <a:lnTo>
                    <a:pt x="2844" y="3141"/>
                  </a:lnTo>
                  <a:lnTo>
                    <a:pt x="2864" y="3181"/>
                  </a:lnTo>
                  <a:lnTo>
                    <a:pt x="2884" y="3220"/>
                  </a:lnTo>
                  <a:lnTo>
                    <a:pt x="2884" y="3260"/>
                  </a:lnTo>
                  <a:lnTo>
                    <a:pt x="2884" y="3319"/>
                  </a:lnTo>
                  <a:lnTo>
                    <a:pt x="2983" y="3220"/>
                  </a:lnTo>
                  <a:lnTo>
                    <a:pt x="3062" y="3141"/>
                  </a:lnTo>
                  <a:lnTo>
                    <a:pt x="3180" y="2963"/>
                  </a:lnTo>
                  <a:lnTo>
                    <a:pt x="3279" y="2786"/>
                  </a:lnTo>
                  <a:lnTo>
                    <a:pt x="3437" y="2608"/>
                  </a:lnTo>
                  <a:lnTo>
                    <a:pt x="3516" y="2608"/>
                  </a:lnTo>
                  <a:lnTo>
                    <a:pt x="3575" y="2628"/>
                  </a:lnTo>
                  <a:lnTo>
                    <a:pt x="3595" y="2667"/>
                  </a:lnTo>
                  <a:lnTo>
                    <a:pt x="3595" y="2726"/>
                  </a:lnTo>
                  <a:lnTo>
                    <a:pt x="3595" y="2825"/>
                  </a:lnTo>
                  <a:lnTo>
                    <a:pt x="3615" y="2884"/>
                  </a:lnTo>
                  <a:lnTo>
                    <a:pt x="3654" y="2924"/>
                  </a:lnTo>
                  <a:lnTo>
                    <a:pt x="3792" y="2786"/>
                  </a:lnTo>
                  <a:lnTo>
                    <a:pt x="3871" y="2647"/>
                  </a:lnTo>
                  <a:lnTo>
                    <a:pt x="3891" y="2588"/>
                  </a:lnTo>
                  <a:lnTo>
                    <a:pt x="3891" y="2529"/>
                  </a:lnTo>
                  <a:lnTo>
                    <a:pt x="3871" y="2509"/>
                  </a:lnTo>
                  <a:lnTo>
                    <a:pt x="3812" y="2509"/>
                  </a:lnTo>
                  <a:lnTo>
                    <a:pt x="4029" y="2391"/>
                  </a:lnTo>
                  <a:lnTo>
                    <a:pt x="4247" y="2292"/>
                  </a:lnTo>
                  <a:lnTo>
                    <a:pt x="4227" y="2312"/>
                  </a:lnTo>
                  <a:lnTo>
                    <a:pt x="4187" y="2351"/>
                  </a:lnTo>
                  <a:lnTo>
                    <a:pt x="4069" y="2450"/>
                  </a:lnTo>
                  <a:lnTo>
                    <a:pt x="4207" y="2351"/>
                  </a:lnTo>
                  <a:lnTo>
                    <a:pt x="4365" y="2232"/>
                  </a:lnTo>
                  <a:lnTo>
                    <a:pt x="4484" y="2094"/>
                  </a:lnTo>
                  <a:lnTo>
                    <a:pt x="4563" y="1995"/>
                  </a:lnTo>
                  <a:lnTo>
                    <a:pt x="4484" y="2055"/>
                  </a:lnTo>
                  <a:lnTo>
                    <a:pt x="4425" y="2094"/>
                  </a:lnTo>
                  <a:lnTo>
                    <a:pt x="4385" y="2114"/>
                  </a:lnTo>
                  <a:lnTo>
                    <a:pt x="4523" y="1976"/>
                  </a:lnTo>
                  <a:lnTo>
                    <a:pt x="4662" y="1857"/>
                  </a:lnTo>
                  <a:lnTo>
                    <a:pt x="4839" y="1699"/>
                  </a:lnTo>
                  <a:lnTo>
                    <a:pt x="5037" y="1699"/>
                  </a:lnTo>
                  <a:lnTo>
                    <a:pt x="5175" y="1660"/>
                  </a:lnTo>
                  <a:lnTo>
                    <a:pt x="5313" y="1620"/>
                  </a:lnTo>
                  <a:lnTo>
                    <a:pt x="5412" y="1541"/>
                  </a:lnTo>
                  <a:lnTo>
                    <a:pt x="5531" y="1502"/>
                  </a:lnTo>
                  <a:lnTo>
                    <a:pt x="5629" y="1482"/>
                  </a:lnTo>
                  <a:lnTo>
                    <a:pt x="5708" y="1482"/>
                  </a:lnTo>
                  <a:lnTo>
                    <a:pt x="5807" y="1502"/>
                  </a:lnTo>
                  <a:lnTo>
                    <a:pt x="5926" y="1482"/>
                  </a:lnTo>
                  <a:lnTo>
                    <a:pt x="6044" y="1462"/>
                  </a:lnTo>
                  <a:lnTo>
                    <a:pt x="6163" y="1403"/>
                  </a:lnTo>
                  <a:lnTo>
                    <a:pt x="6202" y="1344"/>
                  </a:lnTo>
                  <a:lnTo>
                    <a:pt x="6242" y="1304"/>
                  </a:lnTo>
                  <a:lnTo>
                    <a:pt x="6340" y="1245"/>
                  </a:lnTo>
                  <a:lnTo>
                    <a:pt x="6459" y="1205"/>
                  </a:lnTo>
                  <a:lnTo>
                    <a:pt x="6577" y="1186"/>
                  </a:lnTo>
                  <a:lnTo>
                    <a:pt x="6736" y="1166"/>
                  </a:lnTo>
                  <a:lnTo>
                    <a:pt x="6874" y="1146"/>
                  </a:lnTo>
                  <a:lnTo>
                    <a:pt x="7012" y="1087"/>
                  </a:lnTo>
                  <a:lnTo>
                    <a:pt x="7131" y="988"/>
                  </a:lnTo>
                  <a:lnTo>
                    <a:pt x="7111" y="1028"/>
                  </a:lnTo>
                  <a:lnTo>
                    <a:pt x="7111" y="1067"/>
                  </a:lnTo>
                  <a:lnTo>
                    <a:pt x="7131" y="1067"/>
                  </a:lnTo>
                  <a:lnTo>
                    <a:pt x="7150" y="1087"/>
                  </a:lnTo>
                  <a:lnTo>
                    <a:pt x="7210" y="1087"/>
                  </a:lnTo>
                  <a:lnTo>
                    <a:pt x="7289" y="1107"/>
                  </a:lnTo>
                  <a:lnTo>
                    <a:pt x="7407" y="1107"/>
                  </a:lnTo>
                  <a:lnTo>
                    <a:pt x="7407" y="1126"/>
                  </a:lnTo>
                  <a:lnTo>
                    <a:pt x="7407" y="1166"/>
                  </a:lnTo>
                  <a:lnTo>
                    <a:pt x="7328" y="1225"/>
                  </a:lnTo>
                  <a:lnTo>
                    <a:pt x="7407" y="1245"/>
                  </a:lnTo>
                  <a:lnTo>
                    <a:pt x="7526" y="1225"/>
                  </a:lnTo>
                  <a:lnTo>
                    <a:pt x="7842" y="1146"/>
                  </a:lnTo>
                  <a:lnTo>
                    <a:pt x="8000" y="1087"/>
                  </a:lnTo>
                  <a:lnTo>
                    <a:pt x="8177" y="1067"/>
                  </a:lnTo>
                  <a:lnTo>
                    <a:pt x="8335" y="1067"/>
                  </a:lnTo>
                  <a:lnTo>
                    <a:pt x="8454" y="1107"/>
                  </a:lnTo>
                  <a:lnTo>
                    <a:pt x="8414" y="1166"/>
                  </a:lnTo>
                  <a:lnTo>
                    <a:pt x="8395" y="1186"/>
                  </a:lnTo>
                  <a:lnTo>
                    <a:pt x="8355" y="1205"/>
                  </a:lnTo>
                  <a:lnTo>
                    <a:pt x="8493" y="1186"/>
                  </a:lnTo>
                  <a:lnTo>
                    <a:pt x="8572" y="1186"/>
                  </a:lnTo>
                  <a:lnTo>
                    <a:pt x="8651" y="1205"/>
                  </a:lnTo>
                  <a:lnTo>
                    <a:pt x="8691" y="1225"/>
                  </a:lnTo>
                  <a:lnTo>
                    <a:pt x="8790" y="1284"/>
                  </a:lnTo>
                  <a:lnTo>
                    <a:pt x="8849" y="1324"/>
                  </a:lnTo>
                  <a:lnTo>
                    <a:pt x="8948" y="1324"/>
                  </a:lnTo>
                  <a:lnTo>
                    <a:pt x="8948" y="1166"/>
                  </a:lnTo>
                  <a:lnTo>
                    <a:pt x="8987" y="1146"/>
                  </a:lnTo>
                  <a:lnTo>
                    <a:pt x="9027" y="1146"/>
                  </a:lnTo>
                  <a:lnTo>
                    <a:pt x="9086" y="1186"/>
                  </a:lnTo>
                  <a:lnTo>
                    <a:pt x="9145" y="1205"/>
                  </a:lnTo>
                  <a:lnTo>
                    <a:pt x="9165" y="1225"/>
                  </a:lnTo>
                  <a:lnTo>
                    <a:pt x="9205" y="1225"/>
                  </a:lnTo>
                  <a:lnTo>
                    <a:pt x="9126" y="1186"/>
                  </a:lnTo>
                  <a:lnTo>
                    <a:pt x="9066" y="1146"/>
                  </a:lnTo>
                  <a:lnTo>
                    <a:pt x="9027" y="1087"/>
                  </a:lnTo>
                  <a:lnTo>
                    <a:pt x="9027" y="1047"/>
                  </a:lnTo>
                  <a:lnTo>
                    <a:pt x="9046" y="1028"/>
                  </a:lnTo>
                  <a:lnTo>
                    <a:pt x="9284" y="988"/>
                  </a:lnTo>
                  <a:close/>
                  <a:moveTo>
                    <a:pt x="8197" y="1"/>
                  </a:moveTo>
                  <a:lnTo>
                    <a:pt x="8079" y="20"/>
                  </a:lnTo>
                  <a:lnTo>
                    <a:pt x="7960" y="60"/>
                  </a:lnTo>
                  <a:lnTo>
                    <a:pt x="7861" y="99"/>
                  </a:lnTo>
                  <a:lnTo>
                    <a:pt x="7743" y="139"/>
                  </a:lnTo>
                  <a:lnTo>
                    <a:pt x="7624" y="139"/>
                  </a:lnTo>
                  <a:lnTo>
                    <a:pt x="7466" y="99"/>
                  </a:lnTo>
                  <a:lnTo>
                    <a:pt x="7545" y="60"/>
                  </a:lnTo>
                  <a:lnTo>
                    <a:pt x="7071" y="139"/>
                  </a:lnTo>
                  <a:lnTo>
                    <a:pt x="6637" y="178"/>
                  </a:lnTo>
                  <a:lnTo>
                    <a:pt x="6439" y="238"/>
                  </a:lnTo>
                  <a:lnTo>
                    <a:pt x="6222" y="297"/>
                  </a:lnTo>
                  <a:lnTo>
                    <a:pt x="6005" y="376"/>
                  </a:lnTo>
                  <a:lnTo>
                    <a:pt x="5787" y="514"/>
                  </a:lnTo>
                  <a:lnTo>
                    <a:pt x="5491" y="613"/>
                  </a:lnTo>
                  <a:lnTo>
                    <a:pt x="5294" y="652"/>
                  </a:lnTo>
                  <a:lnTo>
                    <a:pt x="5116" y="672"/>
                  </a:lnTo>
                  <a:lnTo>
                    <a:pt x="4879" y="731"/>
                  </a:lnTo>
                  <a:lnTo>
                    <a:pt x="4800" y="810"/>
                  </a:lnTo>
                  <a:lnTo>
                    <a:pt x="4721" y="889"/>
                  </a:lnTo>
                  <a:lnTo>
                    <a:pt x="4622" y="1028"/>
                  </a:lnTo>
                  <a:lnTo>
                    <a:pt x="4583" y="1126"/>
                  </a:lnTo>
                  <a:lnTo>
                    <a:pt x="4563" y="1166"/>
                  </a:lnTo>
                  <a:lnTo>
                    <a:pt x="4701" y="1087"/>
                  </a:lnTo>
                  <a:lnTo>
                    <a:pt x="4760" y="1087"/>
                  </a:lnTo>
                  <a:lnTo>
                    <a:pt x="4760" y="1126"/>
                  </a:lnTo>
                  <a:lnTo>
                    <a:pt x="4721" y="1166"/>
                  </a:lnTo>
                  <a:lnTo>
                    <a:pt x="4662" y="1245"/>
                  </a:lnTo>
                  <a:lnTo>
                    <a:pt x="4504" y="1403"/>
                  </a:lnTo>
                  <a:lnTo>
                    <a:pt x="4365" y="1581"/>
                  </a:lnTo>
                  <a:lnTo>
                    <a:pt x="4464" y="1581"/>
                  </a:lnTo>
                  <a:lnTo>
                    <a:pt x="4543" y="1620"/>
                  </a:lnTo>
                  <a:lnTo>
                    <a:pt x="4721" y="1679"/>
                  </a:lnTo>
                  <a:lnTo>
                    <a:pt x="4820" y="1699"/>
                  </a:lnTo>
                  <a:lnTo>
                    <a:pt x="4741" y="1739"/>
                  </a:lnTo>
                  <a:lnTo>
                    <a:pt x="4681" y="1778"/>
                  </a:lnTo>
                  <a:lnTo>
                    <a:pt x="4543" y="1798"/>
                  </a:lnTo>
                  <a:lnTo>
                    <a:pt x="4484" y="1818"/>
                  </a:lnTo>
                  <a:lnTo>
                    <a:pt x="4405" y="1837"/>
                  </a:lnTo>
                  <a:lnTo>
                    <a:pt x="4326" y="1877"/>
                  </a:lnTo>
                  <a:lnTo>
                    <a:pt x="4247" y="1956"/>
                  </a:lnTo>
                  <a:lnTo>
                    <a:pt x="4247" y="1916"/>
                  </a:lnTo>
                  <a:lnTo>
                    <a:pt x="4267" y="1857"/>
                  </a:lnTo>
                  <a:lnTo>
                    <a:pt x="4326" y="1778"/>
                  </a:lnTo>
                  <a:lnTo>
                    <a:pt x="4425" y="1739"/>
                  </a:lnTo>
                  <a:lnTo>
                    <a:pt x="4306" y="1739"/>
                  </a:lnTo>
                  <a:lnTo>
                    <a:pt x="4207" y="1778"/>
                  </a:lnTo>
                  <a:lnTo>
                    <a:pt x="4010" y="1837"/>
                  </a:lnTo>
                  <a:lnTo>
                    <a:pt x="3852" y="1897"/>
                  </a:lnTo>
                  <a:lnTo>
                    <a:pt x="3773" y="1916"/>
                  </a:lnTo>
                  <a:lnTo>
                    <a:pt x="3713" y="1916"/>
                  </a:lnTo>
                  <a:lnTo>
                    <a:pt x="3792" y="1877"/>
                  </a:lnTo>
                  <a:lnTo>
                    <a:pt x="3871" y="1837"/>
                  </a:lnTo>
                  <a:lnTo>
                    <a:pt x="3970" y="1739"/>
                  </a:lnTo>
                  <a:lnTo>
                    <a:pt x="4029" y="1660"/>
                  </a:lnTo>
                  <a:lnTo>
                    <a:pt x="4069" y="1600"/>
                  </a:lnTo>
                  <a:lnTo>
                    <a:pt x="3891" y="1699"/>
                  </a:lnTo>
                  <a:lnTo>
                    <a:pt x="3694" y="1837"/>
                  </a:lnTo>
                  <a:lnTo>
                    <a:pt x="3536" y="1995"/>
                  </a:lnTo>
                  <a:lnTo>
                    <a:pt x="3437" y="2114"/>
                  </a:lnTo>
                  <a:lnTo>
                    <a:pt x="3358" y="2114"/>
                  </a:lnTo>
                  <a:lnTo>
                    <a:pt x="3259" y="2153"/>
                  </a:lnTo>
                  <a:lnTo>
                    <a:pt x="3160" y="2232"/>
                  </a:lnTo>
                  <a:lnTo>
                    <a:pt x="3081" y="2331"/>
                  </a:lnTo>
                  <a:lnTo>
                    <a:pt x="3002" y="2410"/>
                  </a:lnTo>
                  <a:lnTo>
                    <a:pt x="2943" y="2470"/>
                  </a:lnTo>
                  <a:lnTo>
                    <a:pt x="2904" y="2489"/>
                  </a:lnTo>
                  <a:lnTo>
                    <a:pt x="2904" y="2470"/>
                  </a:lnTo>
                  <a:lnTo>
                    <a:pt x="2884" y="2391"/>
                  </a:lnTo>
                  <a:lnTo>
                    <a:pt x="2884" y="2430"/>
                  </a:lnTo>
                  <a:lnTo>
                    <a:pt x="2864" y="2470"/>
                  </a:lnTo>
                  <a:lnTo>
                    <a:pt x="2785" y="2588"/>
                  </a:lnTo>
                  <a:lnTo>
                    <a:pt x="2686" y="2707"/>
                  </a:lnTo>
                  <a:lnTo>
                    <a:pt x="2568" y="2805"/>
                  </a:lnTo>
                  <a:lnTo>
                    <a:pt x="2548" y="2766"/>
                  </a:lnTo>
                  <a:lnTo>
                    <a:pt x="2568" y="2707"/>
                  </a:lnTo>
                  <a:lnTo>
                    <a:pt x="2627" y="2529"/>
                  </a:lnTo>
                  <a:lnTo>
                    <a:pt x="2726" y="2351"/>
                  </a:lnTo>
                  <a:lnTo>
                    <a:pt x="2805" y="2173"/>
                  </a:lnTo>
                  <a:lnTo>
                    <a:pt x="2963" y="1976"/>
                  </a:lnTo>
                  <a:lnTo>
                    <a:pt x="3062" y="1897"/>
                  </a:lnTo>
                  <a:lnTo>
                    <a:pt x="3081" y="1877"/>
                  </a:lnTo>
                  <a:lnTo>
                    <a:pt x="3101" y="1897"/>
                  </a:lnTo>
                  <a:lnTo>
                    <a:pt x="3081" y="1956"/>
                  </a:lnTo>
                  <a:lnTo>
                    <a:pt x="3042" y="2134"/>
                  </a:lnTo>
                  <a:lnTo>
                    <a:pt x="3042" y="2193"/>
                  </a:lnTo>
                  <a:lnTo>
                    <a:pt x="3101" y="2193"/>
                  </a:lnTo>
                  <a:lnTo>
                    <a:pt x="3338" y="1956"/>
                  </a:lnTo>
                  <a:lnTo>
                    <a:pt x="3595" y="1739"/>
                  </a:lnTo>
                  <a:lnTo>
                    <a:pt x="3575" y="1739"/>
                  </a:lnTo>
                  <a:lnTo>
                    <a:pt x="3575" y="1699"/>
                  </a:lnTo>
                  <a:lnTo>
                    <a:pt x="3595" y="1640"/>
                  </a:lnTo>
                  <a:lnTo>
                    <a:pt x="3595" y="1620"/>
                  </a:lnTo>
                  <a:lnTo>
                    <a:pt x="3555" y="1620"/>
                  </a:lnTo>
                  <a:lnTo>
                    <a:pt x="3496" y="1660"/>
                  </a:lnTo>
                  <a:lnTo>
                    <a:pt x="3378" y="1739"/>
                  </a:lnTo>
                  <a:lnTo>
                    <a:pt x="3417" y="1640"/>
                  </a:lnTo>
                  <a:lnTo>
                    <a:pt x="3476" y="1541"/>
                  </a:lnTo>
                  <a:lnTo>
                    <a:pt x="3575" y="1442"/>
                  </a:lnTo>
                  <a:lnTo>
                    <a:pt x="3674" y="1344"/>
                  </a:lnTo>
                  <a:lnTo>
                    <a:pt x="3792" y="1265"/>
                  </a:lnTo>
                  <a:lnTo>
                    <a:pt x="3931" y="1186"/>
                  </a:lnTo>
                  <a:lnTo>
                    <a:pt x="4069" y="1107"/>
                  </a:lnTo>
                  <a:lnTo>
                    <a:pt x="4207" y="1067"/>
                  </a:lnTo>
                  <a:lnTo>
                    <a:pt x="4227" y="1047"/>
                  </a:lnTo>
                  <a:lnTo>
                    <a:pt x="4207" y="1047"/>
                  </a:lnTo>
                  <a:lnTo>
                    <a:pt x="4128" y="1067"/>
                  </a:lnTo>
                  <a:lnTo>
                    <a:pt x="3931" y="1146"/>
                  </a:lnTo>
                  <a:lnTo>
                    <a:pt x="4010" y="1028"/>
                  </a:lnTo>
                  <a:lnTo>
                    <a:pt x="4069" y="889"/>
                  </a:lnTo>
                  <a:lnTo>
                    <a:pt x="4069" y="830"/>
                  </a:lnTo>
                  <a:lnTo>
                    <a:pt x="4049" y="810"/>
                  </a:lnTo>
                  <a:lnTo>
                    <a:pt x="4029" y="810"/>
                  </a:lnTo>
                  <a:lnTo>
                    <a:pt x="3911" y="830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909"/>
                  </a:lnTo>
                  <a:lnTo>
                    <a:pt x="3713" y="988"/>
                  </a:lnTo>
                  <a:lnTo>
                    <a:pt x="3694" y="1028"/>
                  </a:lnTo>
                  <a:lnTo>
                    <a:pt x="3694" y="1047"/>
                  </a:lnTo>
                  <a:lnTo>
                    <a:pt x="3733" y="1067"/>
                  </a:lnTo>
                  <a:lnTo>
                    <a:pt x="3832" y="1047"/>
                  </a:lnTo>
                  <a:lnTo>
                    <a:pt x="3615" y="1166"/>
                  </a:lnTo>
                  <a:lnTo>
                    <a:pt x="3358" y="1304"/>
                  </a:lnTo>
                  <a:lnTo>
                    <a:pt x="3259" y="1344"/>
                  </a:lnTo>
                  <a:lnTo>
                    <a:pt x="3180" y="1363"/>
                  </a:lnTo>
                  <a:lnTo>
                    <a:pt x="3160" y="1344"/>
                  </a:lnTo>
                  <a:lnTo>
                    <a:pt x="3141" y="1324"/>
                  </a:lnTo>
                  <a:lnTo>
                    <a:pt x="3160" y="1265"/>
                  </a:lnTo>
                  <a:lnTo>
                    <a:pt x="2963" y="1462"/>
                  </a:lnTo>
                  <a:lnTo>
                    <a:pt x="2765" y="1699"/>
                  </a:lnTo>
                  <a:lnTo>
                    <a:pt x="2449" y="2114"/>
                  </a:lnTo>
                  <a:lnTo>
                    <a:pt x="2430" y="2094"/>
                  </a:lnTo>
                  <a:lnTo>
                    <a:pt x="2430" y="2074"/>
                  </a:lnTo>
                  <a:lnTo>
                    <a:pt x="2469" y="1995"/>
                  </a:lnTo>
                  <a:lnTo>
                    <a:pt x="2548" y="1916"/>
                  </a:lnTo>
                  <a:lnTo>
                    <a:pt x="2607" y="1818"/>
                  </a:lnTo>
                  <a:lnTo>
                    <a:pt x="2351" y="2134"/>
                  </a:lnTo>
                  <a:lnTo>
                    <a:pt x="2114" y="2450"/>
                  </a:lnTo>
                  <a:lnTo>
                    <a:pt x="2331" y="2351"/>
                  </a:lnTo>
                  <a:lnTo>
                    <a:pt x="2193" y="2509"/>
                  </a:lnTo>
                  <a:lnTo>
                    <a:pt x="2094" y="2647"/>
                  </a:lnTo>
                  <a:lnTo>
                    <a:pt x="2015" y="2805"/>
                  </a:lnTo>
                  <a:lnTo>
                    <a:pt x="1956" y="2963"/>
                  </a:lnTo>
                  <a:lnTo>
                    <a:pt x="1857" y="3279"/>
                  </a:lnTo>
                  <a:lnTo>
                    <a:pt x="1817" y="3418"/>
                  </a:lnTo>
                  <a:lnTo>
                    <a:pt x="1758" y="3576"/>
                  </a:lnTo>
                  <a:lnTo>
                    <a:pt x="1718" y="3516"/>
                  </a:lnTo>
                  <a:lnTo>
                    <a:pt x="1718" y="3437"/>
                  </a:lnTo>
                  <a:lnTo>
                    <a:pt x="1738" y="3358"/>
                  </a:lnTo>
                  <a:lnTo>
                    <a:pt x="1758" y="3260"/>
                  </a:lnTo>
                  <a:lnTo>
                    <a:pt x="1936" y="2845"/>
                  </a:lnTo>
                  <a:lnTo>
                    <a:pt x="1837" y="2884"/>
                  </a:lnTo>
                  <a:lnTo>
                    <a:pt x="1778" y="2924"/>
                  </a:lnTo>
                  <a:lnTo>
                    <a:pt x="1758" y="2983"/>
                  </a:lnTo>
                  <a:lnTo>
                    <a:pt x="1758" y="3042"/>
                  </a:lnTo>
                  <a:lnTo>
                    <a:pt x="1758" y="3102"/>
                  </a:lnTo>
                  <a:lnTo>
                    <a:pt x="1738" y="3181"/>
                  </a:lnTo>
                  <a:lnTo>
                    <a:pt x="1718" y="3279"/>
                  </a:lnTo>
                  <a:lnTo>
                    <a:pt x="1639" y="3398"/>
                  </a:lnTo>
                  <a:lnTo>
                    <a:pt x="1600" y="3418"/>
                  </a:lnTo>
                  <a:lnTo>
                    <a:pt x="1560" y="3418"/>
                  </a:lnTo>
                  <a:lnTo>
                    <a:pt x="1521" y="3398"/>
                  </a:lnTo>
                  <a:lnTo>
                    <a:pt x="1501" y="3378"/>
                  </a:lnTo>
                  <a:lnTo>
                    <a:pt x="1442" y="3753"/>
                  </a:lnTo>
                  <a:lnTo>
                    <a:pt x="1402" y="3773"/>
                  </a:lnTo>
                  <a:lnTo>
                    <a:pt x="1383" y="3773"/>
                  </a:lnTo>
                  <a:lnTo>
                    <a:pt x="1383" y="3734"/>
                  </a:lnTo>
                  <a:lnTo>
                    <a:pt x="1343" y="3911"/>
                  </a:lnTo>
                  <a:lnTo>
                    <a:pt x="1343" y="4010"/>
                  </a:lnTo>
                  <a:lnTo>
                    <a:pt x="1363" y="4050"/>
                  </a:lnTo>
                  <a:lnTo>
                    <a:pt x="1383" y="4089"/>
                  </a:lnTo>
                  <a:lnTo>
                    <a:pt x="1402" y="4129"/>
                  </a:lnTo>
                  <a:lnTo>
                    <a:pt x="1383" y="4208"/>
                  </a:lnTo>
                  <a:lnTo>
                    <a:pt x="1343" y="4346"/>
                  </a:lnTo>
                  <a:lnTo>
                    <a:pt x="1264" y="4563"/>
                  </a:lnTo>
                  <a:lnTo>
                    <a:pt x="1343" y="4445"/>
                  </a:lnTo>
                  <a:lnTo>
                    <a:pt x="1402" y="4326"/>
                  </a:lnTo>
                  <a:lnTo>
                    <a:pt x="1442" y="4247"/>
                  </a:lnTo>
                  <a:lnTo>
                    <a:pt x="1442" y="4168"/>
                  </a:lnTo>
                  <a:lnTo>
                    <a:pt x="1481" y="4010"/>
                  </a:lnTo>
                  <a:lnTo>
                    <a:pt x="1521" y="3911"/>
                  </a:lnTo>
                  <a:lnTo>
                    <a:pt x="1580" y="3793"/>
                  </a:lnTo>
                  <a:lnTo>
                    <a:pt x="1659" y="3793"/>
                  </a:lnTo>
                  <a:lnTo>
                    <a:pt x="1659" y="3832"/>
                  </a:lnTo>
                  <a:lnTo>
                    <a:pt x="1659" y="3911"/>
                  </a:lnTo>
                  <a:lnTo>
                    <a:pt x="1639" y="4030"/>
                  </a:lnTo>
                  <a:lnTo>
                    <a:pt x="1560" y="4267"/>
                  </a:lnTo>
                  <a:lnTo>
                    <a:pt x="1541" y="4366"/>
                  </a:lnTo>
                  <a:lnTo>
                    <a:pt x="1541" y="4445"/>
                  </a:lnTo>
                  <a:lnTo>
                    <a:pt x="1442" y="4563"/>
                  </a:lnTo>
                  <a:lnTo>
                    <a:pt x="1363" y="4642"/>
                  </a:lnTo>
                  <a:lnTo>
                    <a:pt x="1205" y="4761"/>
                  </a:lnTo>
                  <a:lnTo>
                    <a:pt x="1126" y="4840"/>
                  </a:lnTo>
                  <a:lnTo>
                    <a:pt x="1067" y="4939"/>
                  </a:lnTo>
                  <a:lnTo>
                    <a:pt x="1007" y="5057"/>
                  </a:lnTo>
                  <a:lnTo>
                    <a:pt x="968" y="5235"/>
                  </a:lnTo>
                  <a:lnTo>
                    <a:pt x="988" y="5136"/>
                  </a:lnTo>
                  <a:lnTo>
                    <a:pt x="988" y="5057"/>
                  </a:lnTo>
                  <a:lnTo>
                    <a:pt x="948" y="4998"/>
                  </a:lnTo>
                  <a:lnTo>
                    <a:pt x="948" y="4978"/>
                  </a:lnTo>
                  <a:lnTo>
                    <a:pt x="948" y="4919"/>
                  </a:lnTo>
                  <a:lnTo>
                    <a:pt x="1047" y="4682"/>
                  </a:lnTo>
                  <a:lnTo>
                    <a:pt x="1047" y="4603"/>
                  </a:lnTo>
                  <a:lnTo>
                    <a:pt x="1047" y="4563"/>
                  </a:lnTo>
                  <a:lnTo>
                    <a:pt x="1027" y="4583"/>
                  </a:lnTo>
                  <a:lnTo>
                    <a:pt x="988" y="4622"/>
                  </a:lnTo>
                  <a:lnTo>
                    <a:pt x="889" y="4741"/>
                  </a:lnTo>
                  <a:lnTo>
                    <a:pt x="849" y="4781"/>
                  </a:lnTo>
                  <a:lnTo>
                    <a:pt x="790" y="4800"/>
                  </a:lnTo>
                  <a:lnTo>
                    <a:pt x="790" y="4840"/>
                  </a:lnTo>
                  <a:lnTo>
                    <a:pt x="810" y="4860"/>
                  </a:lnTo>
                  <a:lnTo>
                    <a:pt x="869" y="4899"/>
                  </a:lnTo>
                  <a:lnTo>
                    <a:pt x="889" y="4919"/>
                  </a:lnTo>
                  <a:lnTo>
                    <a:pt x="889" y="4958"/>
                  </a:lnTo>
                  <a:lnTo>
                    <a:pt x="869" y="5037"/>
                  </a:lnTo>
                  <a:lnTo>
                    <a:pt x="810" y="5136"/>
                  </a:lnTo>
                  <a:lnTo>
                    <a:pt x="790" y="5116"/>
                  </a:lnTo>
                  <a:lnTo>
                    <a:pt x="770" y="5452"/>
                  </a:lnTo>
                  <a:lnTo>
                    <a:pt x="751" y="5788"/>
                  </a:lnTo>
                  <a:lnTo>
                    <a:pt x="711" y="5906"/>
                  </a:lnTo>
                  <a:lnTo>
                    <a:pt x="672" y="6025"/>
                  </a:lnTo>
                  <a:lnTo>
                    <a:pt x="632" y="6262"/>
                  </a:lnTo>
                  <a:lnTo>
                    <a:pt x="612" y="6499"/>
                  </a:lnTo>
                  <a:lnTo>
                    <a:pt x="612" y="6756"/>
                  </a:lnTo>
                  <a:lnTo>
                    <a:pt x="612" y="6993"/>
                  </a:lnTo>
                  <a:lnTo>
                    <a:pt x="612" y="7210"/>
                  </a:lnTo>
                  <a:lnTo>
                    <a:pt x="593" y="7388"/>
                  </a:lnTo>
                  <a:lnTo>
                    <a:pt x="553" y="7566"/>
                  </a:lnTo>
                  <a:lnTo>
                    <a:pt x="711" y="7467"/>
                  </a:lnTo>
                  <a:lnTo>
                    <a:pt x="751" y="7763"/>
                  </a:lnTo>
                  <a:lnTo>
                    <a:pt x="790" y="8079"/>
                  </a:lnTo>
                  <a:lnTo>
                    <a:pt x="849" y="8356"/>
                  </a:lnTo>
                  <a:lnTo>
                    <a:pt x="909" y="8593"/>
                  </a:lnTo>
                  <a:lnTo>
                    <a:pt x="909" y="8593"/>
                  </a:lnTo>
                  <a:lnTo>
                    <a:pt x="869" y="8553"/>
                  </a:lnTo>
                  <a:lnTo>
                    <a:pt x="849" y="8533"/>
                  </a:lnTo>
                  <a:lnTo>
                    <a:pt x="770" y="8395"/>
                  </a:lnTo>
                  <a:lnTo>
                    <a:pt x="731" y="8237"/>
                  </a:lnTo>
                  <a:lnTo>
                    <a:pt x="672" y="8059"/>
                  </a:lnTo>
                  <a:lnTo>
                    <a:pt x="711" y="8296"/>
                  </a:lnTo>
                  <a:lnTo>
                    <a:pt x="751" y="8533"/>
                  </a:lnTo>
                  <a:lnTo>
                    <a:pt x="830" y="8751"/>
                  </a:lnTo>
                  <a:lnTo>
                    <a:pt x="909" y="8948"/>
                  </a:lnTo>
                  <a:lnTo>
                    <a:pt x="988" y="9126"/>
                  </a:lnTo>
                  <a:lnTo>
                    <a:pt x="1086" y="9304"/>
                  </a:lnTo>
                  <a:lnTo>
                    <a:pt x="1205" y="9462"/>
                  </a:lnTo>
                  <a:lnTo>
                    <a:pt x="1304" y="9600"/>
                  </a:lnTo>
                  <a:lnTo>
                    <a:pt x="1304" y="9383"/>
                  </a:lnTo>
                  <a:lnTo>
                    <a:pt x="1304" y="9244"/>
                  </a:lnTo>
                  <a:lnTo>
                    <a:pt x="1284" y="8928"/>
                  </a:lnTo>
                  <a:lnTo>
                    <a:pt x="1383" y="9027"/>
                  </a:lnTo>
                  <a:lnTo>
                    <a:pt x="1442" y="9146"/>
                  </a:lnTo>
                  <a:lnTo>
                    <a:pt x="1462" y="9244"/>
                  </a:lnTo>
                  <a:lnTo>
                    <a:pt x="1462" y="9343"/>
                  </a:lnTo>
                  <a:lnTo>
                    <a:pt x="1462" y="9442"/>
                  </a:lnTo>
                  <a:lnTo>
                    <a:pt x="1462" y="9580"/>
                  </a:lnTo>
                  <a:lnTo>
                    <a:pt x="1521" y="9699"/>
                  </a:lnTo>
                  <a:lnTo>
                    <a:pt x="1600" y="9857"/>
                  </a:lnTo>
                  <a:lnTo>
                    <a:pt x="1560" y="9877"/>
                  </a:lnTo>
                  <a:lnTo>
                    <a:pt x="1442" y="9877"/>
                  </a:lnTo>
                  <a:lnTo>
                    <a:pt x="1402" y="9857"/>
                  </a:lnTo>
                  <a:lnTo>
                    <a:pt x="1383" y="9877"/>
                  </a:lnTo>
                  <a:lnTo>
                    <a:pt x="1343" y="9896"/>
                  </a:lnTo>
                  <a:lnTo>
                    <a:pt x="1304" y="9956"/>
                  </a:lnTo>
                  <a:lnTo>
                    <a:pt x="1442" y="10094"/>
                  </a:lnTo>
                  <a:lnTo>
                    <a:pt x="1580" y="10272"/>
                  </a:lnTo>
                  <a:lnTo>
                    <a:pt x="1718" y="10469"/>
                  </a:lnTo>
                  <a:lnTo>
                    <a:pt x="1778" y="10548"/>
                  </a:lnTo>
                  <a:lnTo>
                    <a:pt x="1857" y="10607"/>
                  </a:lnTo>
                  <a:lnTo>
                    <a:pt x="1817" y="10667"/>
                  </a:lnTo>
                  <a:lnTo>
                    <a:pt x="1778" y="10686"/>
                  </a:lnTo>
                  <a:lnTo>
                    <a:pt x="1699" y="10686"/>
                  </a:lnTo>
                  <a:lnTo>
                    <a:pt x="1639" y="10667"/>
                  </a:lnTo>
                  <a:lnTo>
                    <a:pt x="1541" y="10588"/>
                  </a:lnTo>
                  <a:lnTo>
                    <a:pt x="1462" y="10489"/>
                  </a:lnTo>
                  <a:lnTo>
                    <a:pt x="1363" y="10351"/>
                  </a:lnTo>
                  <a:lnTo>
                    <a:pt x="1264" y="10193"/>
                  </a:lnTo>
                  <a:lnTo>
                    <a:pt x="1244" y="10035"/>
                  </a:lnTo>
                  <a:lnTo>
                    <a:pt x="1185" y="9877"/>
                  </a:lnTo>
                  <a:lnTo>
                    <a:pt x="1027" y="9600"/>
                  </a:lnTo>
                  <a:lnTo>
                    <a:pt x="948" y="9442"/>
                  </a:lnTo>
                  <a:lnTo>
                    <a:pt x="889" y="9304"/>
                  </a:lnTo>
                  <a:lnTo>
                    <a:pt x="849" y="9165"/>
                  </a:lnTo>
                  <a:lnTo>
                    <a:pt x="849" y="9027"/>
                  </a:lnTo>
                  <a:lnTo>
                    <a:pt x="810" y="9264"/>
                  </a:lnTo>
                  <a:lnTo>
                    <a:pt x="711" y="8988"/>
                  </a:lnTo>
                  <a:lnTo>
                    <a:pt x="632" y="8731"/>
                  </a:lnTo>
                  <a:lnTo>
                    <a:pt x="576" y="8562"/>
                  </a:lnTo>
                  <a:lnTo>
                    <a:pt x="593" y="8731"/>
                  </a:lnTo>
                  <a:lnTo>
                    <a:pt x="593" y="8909"/>
                  </a:lnTo>
                  <a:lnTo>
                    <a:pt x="593" y="9205"/>
                  </a:lnTo>
                  <a:lnTo>
                    <a:pt x="593" y="9343"/>
                  </a:lnTo>
                  <a:lnTo>
                    <a:pt x="612" y="9462"/>
                  </a:lnTo>
                  <a:lnTo>
                    <a:pt x="652" y="9580"/>
                  </a:lnTo>
                  <a:lnTo>
                    <a:pt x="731" y="9699"/>
                  </a:lnTo>
                  <a:lnTo>
                    <a:pt x="711" y="9738"/>
                  </a:lnTo>
                  <a:lnTo>
                    <a:pt x="691" y="9778"/>
                  </a:lnTo>
                  <a:lnTo>
                    <a:pt x="672" y="9896"/>
                  </a:lnTo>
                  <a:lnTo>
                    <a:pt x="652" y="9936"/>
                  </a:lnTo>
                  <a:lnTo>
                    <a:pt x="632" y="9956"/>
                  </a:lnTo>
                  <a:lnTo>
                    <a:pt x="593" y="9936"/>
                  </a:lnTo>
                  <a:lnTo>
                    <a:pt x="533" y="9877"/>
                  </a:lnTo>
                  <a:lnTo>
                    <a:pt x="454" y="9679"/>
                  </a:lnTo>
                  <a:lnTo>
                    <a:pt x="395" y="9501"/>
                  </a:lnTo>
                  <a:lnTo>
                    <a:pt x="356" y="9383"/>
                  </a:lnTo>
                  <a:lnTo>
                    <a:pt x="336" y="9363"/>
                  </a:lnTo>
                  <a:lnTo>
                    <a:pt x="296" y="9343"/>
                  </a:lnTo>
                  <a:lnTo>
                    <a:pt x="336" y="9521"/>
                  </a:lnTo>
                  <a:lnTo>
                    <a:pt x="356" y="9640"/>
                  </a:lnTo>
                  <a:lnTo>
                    <a:pt x="395" y="9798"/>
                  </a:lnTo>
                  <a:lnTo>
                    <a:pt x="494" y="10054"/>
                  </a:lnTo>
                  <a:lnTo>
                    <a:pt x="573" y="10074"/>
                  </a:lnTo>
                  <a:lnTo>
                    <a:pt x="652" y="10133"/>
                  </a:lnTo>
                  <a:lnTo>
                    <a:pt x="830" y="10272"/>
                  </a:lnTo>
                  <a:lnTo>
                    <a:pt x="1244" y="10627"/>
                  </a:lnTo>
                  <a:lnTo>
                    <a:pt x="1422" y="10864"/>
                  </a:lnTo>
                  <a:lnTo>
                    <a:pt x="1600" y="11101"/>
                  </a:lnTo>
                  <a:lnTo>
                    <a:pt x="1738" y="11358"/>
                  </a:lnTo>
                  <a:lnTo>
                    <a:pt x="1857" y="11575"/>
                  </a:lnTo>
                  <a:lnTo>
                    <a:pt x="1679" y="11378"/>
                  </a:lnTo>
                  <a:lnTo>
                    <a:pt x="1501" y="11220"/>
                  </a:lnTo>
                  <a:lnTo>
                    <a:pt x="1422" y="11180"/>
                  </a:lnTo>
                  <a:lnTo>
                    <a:pt x="1363" y="11141"/>
                  </a:lnTo>
                  <a:lnTo>
                    <a:pt x="1304" y="11141"/>
                  </a:lnTo>
                  <a:lnTo>
                    <a:pt x="1284" y="11180"/>
                  </a:lnTo>
                  <a:lnTo>
                    <a:pt x="1363" y="11239"/>
                  </a:lnTo>
                  <a:lnTo>
                    <a:pt x="1422" y="11338"/>
                  </a:lnTo>
                  <a:lnTo>
                    <a:pt x="1541" y="11536"/>
                  </a:lnTo>
                  <a:lnTo>
                    <a:pt x="1580" y="11615"/>
                  </a:lnTo>
                  <a:lnTo>
                    <a:pt x="1620" y="11674"/>
                  </a:lnTo>
                  <a:lnTo>
                    <a:pt x="1639" y="11694"/>
                  </a:lnTo>
                  <a:lnTo>
                    <a:pt x="1659" y="11694"/>
                  </a:lnTo>
                  <a:lnTo>
                    <a:pt x="1699" y="11654"/>
                  </a:lnTo>
                  <a:lnTo>
                    <a:pt x="1896" y="11951"/>
                  </a:lnTo>
                  <a:lnTo>
                    <a:pt x="2114" y="12267"/>
                  </a:lnTo>
                  <a:lnTo>
                    <a:pt x="2212" y="12405"/>
                  </a:lnTo>
                  <a:lnTo>
                    <a:pt x="2272" y="12523"/>
                  </a:lnTo>
                  <a:lnTo>
                    <a:pt x="2311" y="12642"/>
                  </a:lnTo>
                  <a:lnTo>
                    <a:pt x="2311" y="12681"/>
                  </a:lnTo>
                  <a:lnTo>
                    <a:pt x="2291" y="12721"/>
                  </a:lnTo>
                  <a:lnTo>
                    <a:pt x="2173" y="12602"/>
                  </a:lnTo>
                  <a:lnTo>
                    <a:pt x="2074" y="12504"/>
                  </a:lnTo>
                  <a:lnTo>
                    <a:pt x="1896" y="12267"/>
                  </a:lnTo>
                  <a:lnTo>
                    <a:pt x="1738" y="12030"/>
                  </a:lnTo>
                  <a:lnTo>
                    <a:pt x="1659" y="11911"/>
                  </a:lnTo>
                  <a:lnTo>
                    <a:pt x="1560" y="11812"/>
                  </a:lnTo>
                  <a:lnTo>
                    <a:pt x="1600" y="11872"/>
                  </a:lnTo>
                  <a:lnTo>
                    <a:pt x="1620" y="11931"/>
                  </a:lnTo>
                  <a:lnTo>
                    <a:pt x="1600" y="11970"/>
                  </a:lnTo>
                  <a:lnTo>
                    <a:pt x="1560" y="11970"/>
                  </a:lnTo>
                  <a:lnTo>
                    <a:pt x="1284" y="11536"/>
                  </a:lnTo>
                  <a:lnTo>
                    <a:pt x="1284" y="11536"/>
                  </a:lnTo>
                  <a:lnTo>
                    <a:pt x="1402" y="11891"/>
                  </a:lnTo>
                  <a:lnTo>
                    <a:pt x="1481" y="12049"/>
                  </a:lnTo>
                  <a:lnTo>
                    <a:pt x="1659" y="12286"/>
                  </a:lnTo>
                  <a:lnTo>
                    <a:pt x="1659" y="12227"/>
                  </a:lnTo>
                  <a:lnTo>
                    <a:pt x="1659" y="12207"/>
                  </a:lnTo>
                  <a:lnTo>
                    <a:pt x="1679" y="12207"/>
                  </a:lnTo>
                  <a:lnTo>
                    <a:pt x="1936" y="12523"/>
                  </a:lnTo>
                  <a:lnTo>
                    <a:pt x="1817" y="12642"/>
                  </a:lnTo>
                  <a:lnTo>
                    <a:pt x="1936" y="12760"/>
                  </a:lnTo>
                  <a:lnTo>
                    <a:pt x="2054" y="12899"/>
                  </a:lnTo>
                  <a:lnTo>
                    <a:pt x="2331" y="13254"/>
                  </a:lnTo>
                  <a:lnTo>
                    <a:pt x="2489" y="13452"/>
                  </a:lnTo>
                  <a:lnTo>
                    <a:pt x="2647" y="13629"/>
                  </a:lnTo>
                  <a:lnTo>
                    <a:pt x="2844" y="13787"/>
                  </a:lnTo>
                  <a:lnTo>
                    <a:pt x="3042" y="13945"/>
                  </a:lnTo>
                  <a:lnTo>
                    <a:pt x="3042" y="13945"/>
                  </a:lnTo>
                  <a:lnTo>
                    <a:pt x="2983" y="13926"/>
                  </a:lnTo>
                  <a:lnTo>
                    <a:pt x="2983" y="13926"/>
                  </a:lnTo>
                  <a:lnTo>
                    <a:pt x="3121" y="14044"/>
                  </a:lnTo>
                  <a:lnTo>
                    <a:pt x="3239" y="14123"/>
                  </a:lnTo>
                  <a:lnTo>
                    <a:pt x="3378" y="14163"/>
                  </a:lnTo>
                  <a:lnTo>
                    <a:pt x="3496" y="14183"/>
                  </a:lnTo>
                  <a:lnTo>
                    <a:pt x="3634" y="14202"/>
                  </a:lnTo>
                  <a:lnTo>
                    <a:pt x="3753" y="14242"/>
                  </a:lnTo>
                  <a:lnTo>
                    <a:pt x="3911" y="14301"/>
                  </a:lnTo>
                  <a:lnTo>
                    <a:pt x="4069" y="14400"/>
                  </a:lnTo>
                  <a:lnTo>
                    <a:pt x="3970" y="14380"/>
                  </a:lnTo>
                  <a:lnTo>
                    <a:pt x="3950" y="14400"/>
                  </a:lnTo>
                  <a:lnTo>
                    <a:pt x="3911" y="14420"/>
                  </a:lnTo>
                  <a:lnTo>
                    <a:pt x="3891" y="14479"/>
                  </a:lnTo>
                  <a:lnTo>
                    <a:pt x="3871" y="14538"/>
                  </a:lnTo>
                  <a:lnTo>
                    <a:pt x="3970" y="14578"/>
                  </a:lnTo>
                  <a:lnTo>
                    <a:pt x="4049" y="14637"/>
                  </a:lnTo>
                  <a:lnTo>
                    <a:pt x="4168" y="14755"/>
                  </a:lnTo>
                  <a:lnTo>
                    <a:pt x="4247" y="14894"/>
                  </a:lnTo>
                  <a:lnTo>
                    <a:pt x="4385" y="15052"/>
                  </a:lnTo>
                  <a:lnTo>
                    <a:pt x="4326" y="14973"/>
                  </a:lnTo>
                  <a:lnTo>
                    <a:pt x="4346" y="14933"/>
                  </a:lnTo>
                  <a:lnTo>
                    <a:pt x="4365" y="14913"/>
                  </a:lnTo>
                  <a:lnTo>
                    <a:pt x="4523" y="14913"/>
                  </a:lnTo>
                  <a:lnTo>
                    <a:pt x="4543" y="14894"/>
                  </a:lnTo>
                  <a:lnTo>
                    <a:pt x="4504" y="14854"/>
                  </a:lnTo>
                  <a:lnTo>
                    <a:pt x="4523" y="14815"/>
                  </a:lnTo>
                  <a:lnTo>
                    <a:pt x="4642" y="14815"/>
                  </a:lnTo>
                  <a:lnTo>
                    <a:pt x="4721" y="14854"/>
                  </a:lnTo>
                  <a:lnTo>
                    <a:pt x="4839" y="14894"/>
                  </a:lnTo>
                  <a:lnTo>
                    <a:pt x="5076" y="15052"/>
                  </a:lnTo>
                  <a:lnTo>
                    <a:pt x="5274" y="15210"/>
                  </a:lnTo>
                  <a:lnTo>
                    <a:pt x="5254" y="15249"/>
                  </a:lnTo>
                  <a:lnTo>
                    <a:pt x="5234" y="15269"/>
                  </a:lnTo>
                  <a:lnTo>
                    <a:pt x="5155" y="15269"/>
                  </a:lnTo>
                  <a:lnTo>
                    <a:pt x="5037" y="15229"/>
                  </a:lnTo>
                  <a:lnTo>
                    <a:pt x="4899" y="15150"/>
                  </a:lnTo>
                  <a:lnTo>
                    <a:pt x="4780" y="15111"/>
                  </a:lnTo>
                  <a:lnTo>
                    <a:pt x="4701" y="15071"/>
                  </a:lnTo>
                  <a:lnTo>
                    <a:pt x="4662" y="15091"/>
                  </a:lnTo>
                  <a:lnTo>
                    <a:pt x="4662" y="15111"/>
                  </a:lnTo>
                  <a:lnTo>
                    <a:pt x="4662" y="15150"/>
                  </a:lnTo>
                  <a:lnTo>
                    <a:pt x="4701" y="15229"/>
                  </a:lnTo>
                  <a:lnTo>
                    <a:pt x="4780" y="15289"/>
                  </a:lnTo>
                  <a:lnTo>
                    <a:pt x="4839" y="15328"/>
                  </a:lnTo>
                  <a:lnTo>
                    <a:pt x="4958" y="15328"/>
                  </a:lnTo>
                  <a:lnTo>
                    <a:pt x="4958" y="15289"/>
                  </a:lnTo>
                  <a:lnTo>
                    <a:pt x="4938" y="15249"/>
                  </a:lnTo>
                  <a:lnTo>
                    <a:pt x="4899" y="15190"/>
                  </a:lnTo>
                  <a:lnTo>
                    <a:pt x="5373" y="15585"/>
                  </a:lnTo>
                  <a:lnTo>
                    <a:pt x="5590" y="15802"/>
                  </a:lnTo>
                  <a:lnTo>
                    <a:pt x="5669" y="15901"/>
                  </a:lnTo>
                  <a:lnTo>
                    <a:pt x="5748" y="16000"/>
                  </a:lnTo>
                  <a:lnTo>
                    <a:pt x="5886" y="16039"/>
                  </a:lnTo>
                  <a:lnTo>
                    <a:pt x="6005" y="16079"/>
                  </a:lnTo>
                  <a:lnTo>
                    <a:pt x="6202" y="16158"/>
                  </a:lnTo>
                  <a:lnTo>
                    <a:pt x="6380" y="16217"/>
                  </a:lnTo>
                  <a:lnTo>
                    <a:pt x="6597" y="16217"/>
                  </a:lnTo>
                  <a:lnTo>
                    <a:pt x="6538" y="16177"/>
                  </a:lnTo>
                  <a:lnTo>
                    <a:pt x="6479" y="16177"/>
                  </a:lnTo>
                  <a:lnTo>
                    <a:pt x="6360" y="16158"/>
                  </a:lnTo>
                  <a:lnTo>
                    <a:pt x="6301" y="16138"/>
                  </a:lnTo>
                  <a:lnTo>
                    <a:pt x="6261" y="16118"/>
                  </a:lnTo>
                  <a:lnTo>
                    <a:pt x="6202" y="16079"/>
                  </a:lnTo>
                  <a:lnTo>
                    <a:pt x="6123" y="16000"/>
                  </a:lnTo>
                  <a:lnTo>
                    <a:pt x="6479" y="16039"/>
                  </a:lnTo>
                  <a:lnTo>
                    <a:pt x="6597" y="16118"/>
                  </a:lnTo>
                  <a:lnTo>
                    <a:pt x="6696" y="16197"/>
                  </a:lnTo>
                  <a:lnTo>
                    <a:pt x="6874" y="16395"/>
                  </a:lnTo>
                  <a:lnTo>
                    <a:pt x="7032" y="16553"/>
                  </a:lnTo>
                  <a:lnTo>
                    <a:pt x="7190" y="16711"/>
                  </a:lnTo>
                  <a:lnTo>
                    <a:pt x="7190" y="16711"/>
                  </a:lnTo>
                  <a:lnTo>
                    <a:pt x="6913" y="16612"/>
                  </a:lnTo>
                  <a:lnTo>
                    <a:pt x="6953" y="16592"/>
                  </a:lnTo>
                  <a:lnTo>
                    <a:pt x="6894" y="16573"/>
                  </a:lnTo>
                  <a:lnTo>
                    <a:pt x="6834" y="16553"/>
                  </a:lnTo>
                  <a:lnTo>
                    <a:pt x="6696" y="16494"/>
                  </a:lnTo>
                  <a:lnTo>
                    <a:pt x="6577" y="16454"/>
                  </a:lnTo>
                  <a:lnTo>
                    <a:pt x="6518" y="16454"/>
                  </a:lnTo>
                  <a:lnTo>
                    <a:pt x="6498" y="16474"/>
                  </a:lnTo>
                  <a:lnTo>
                    <a:pt x="6617" y="16494"/>
                  </a:lnTo>
                  <a:lnTo>
                    <a:pt x="6696" y="16533"/>
                  </a:lnTo>
                  <a:lnTo>
                    <a:pt x="6854" y="16632"/>
                  </a:lnTo>
                  <a:lnTo>
                    <a:pt x="7012" y="16731"/>
                  </a:lnTo>
                  <a:lnTo>
                    <a:pt x="7111" y="16790"/>
                  </a:lnTo>
                  <a:lnTo>
                    <a:pt x="7229" y="16829"/>
                  </a:lnTo>
                  <a:lnTo>
                    <a:pt x="7190" y="16829"/>
                  </a:lnTo>
                  <a:lnTo>
                    <a:pt x="7387" y="16928"/>
                  </a:lnTo>
                  <a:lnTo>
                    <a:pt x="7545" y="17047"/>
                  </a:lnTo>
                  <a:lnTo>
                    <a:pt x="7684" y="17165"/>
                  </a:lnTo>
                  <a:lnTo>
                    <a:pt x="7802" y="17303"/>
                  </a:lnTo>
                  <a:lnTo>
                    <a:pt x="7921" y="17402"/>
                  </a:lnTo>
                  <a:lnTo>
                    <a:pt x="8039" y="17501"/>
                  </a:lnTo>
                  <a:lnTo>
                    <a:pt x="8177" y="17540"/>
                  </a:lnTo>
                  <a:lnTo>
                    <a:pt x="8256" y="17560"/>
                  </a:lnTo>
                  <a:lnTo>
                    <a:pt x="8335" y="17560"/>
                  </a:lnTo>
                  <a:lnTo>
                    <a:pt x="8276" y="17481"/>
                  </a:lnTo>
                  <a:lnTo>
                    <a:pt x="8217" y="17402"/>
                  </a:lnTo>
                  <a:lnTo>
                    <a:pt x="8217" y="17303"/>
                  </a:lnTo>
                  <a:lnTo>
                    <a:pt x="8217" y="17284"/>
                  </a:lnTo>
                  <a:lnTo>
                    <a:pt x="8237" y="17264"/>
                  </a:lnTo>
                  <a:lnTo>
                    <a:pt x="8276" y="17323"/>
                  </a:lnTo>
                  <a:lnTo>
                    <a:pt x="8316" y="17382"/>
                  </a:lnTo>
                  <a:lnTo>
                    <a:pt x="8434" y="17481"/>
                  </a:lnTo>
                  <a:lnTo>
                    <a:pt x="8533" y="17580"/>
                  </a:lnTo>
                  <a:lnTo>
                    <a:pt x="8553" y="17619"/>
                  </a:lnTo>
                  <a:lnTo>
                    <a:pt x="8533" y="17659"/>
                  </a:lnTo>
                  <a:lnTo>
                    <a:pt x="8434" y="17619"/>
                  </a:lnTo>
                  <a:lnTo>
                    <a:pt x="8750" y="17876"/>
                  </a:lnTo>
                  <a:lnTo>
                    <a:pt x="8869" y="17975"/>
                  </a:lnTo>
                  <a:lnTo>
                    <a:pt x="8967" y="18014"/>
                  </a:lnTo>
                  <a:lnTo>
                    <a:pt x="9046" y="17975"/>
                  </a:lnTo>
                  <a:lnTo>
                    <a:pt x="9106" y="17935"/>
                  </a:lnTo>
                  <a:lnTo>
                    <a:pt x="9145" y="17935"/>
                  </a:lnTo>
                  <a:lnTo>
                    <a:pt x="9185" y="17916"/>
                  </a:lnTo>
                  <a:lnTo>
                    <a:pt x="9244" y="17935"/>
                  </a:lnTo>
                  <a:lnTo>
                    <a:pt x="9323" y="17955"/>
                  </a:lnTo>
                  <a:lnTo>
                    <a:pt x="9461" y="18093"/>
                  </a:lnTo>
                  <a:lnTo>
                    <a:pt x="9481" y="18133"/>
                  </a:lnTo>
                  <a:lnTo>
                    <a:pt x="9481" y="18153"/>
                  </a:lnTo>
                  <a:lnTo>
                    <a:pt x="9461" y="18172"/>
                  </a:lnTo>
                  <a:lnTo>
                    <a:pt x="9442" y="18192"/>
                  </a:lnTo>
                  <a:lnTo>
                    <a:pt x="9284" y="18192"/>
                  </a:lnTo>
                  <a:lnTo>
                    <a:pt x="9224" y="18212"/>
                  </a:lnTo>
                  <a:lnTo>
                    <a:pt x="9205" y="18232"/>
                  </a:lnTo>
                  <a:lnTo>
                    <a:pt x="9205" y="18271"/>
                  </a:lnTo>
                  <a:lnTo>
                    <a:pt x="9224" y="18311"/>
                  </a:lnTo>
                  <a:lnTo>
                    <a:pt x="9264" y="18350"/>
                  </a:lnTo>
                  <a:lnTo>
                    <a:pt x="9876" y="18607"/>
                  </a:lnTo>
                  <a:lnTo>
                    <a:pt x="9955" y="18785"/>
                  </a:lnTo>
                  <a:lnTo>
                    <a:pt x="10113" y="18884"/>
                  </a:lnTo>
                  <a:lnTo>
                    <a:pt x="10271" y="18982"/>
                  </a:lnTo>
                  <a:lnTo>
                    <a:pt x="10449" y="19061"/>
                  </a:lnTo>
                  <a:lnTo>
                    <a:pt x="10627" y="19121"/>
                  </a:lnTo>
                  <a:lnTo>
                    <a:pt x="10982" y="19239"/>
                  </a:lnTo>
                  <a:lnTo>
                    <a:pt x="11338" y="19318"/>
                  </a:lnTo>
                  <a:lnTo>
                    <a:pt x="11911" y="19377"/>
                  </a:lnTo>
                  <a:lnTo>
                    <a:pt x="12108" y="19417"/>
                  </a:lnTo>
                  <a:lnTo>
                    <a:pt x="12227" y="19456"/>
                  </a:lnTo>
                  <a:lnTo>
                    <a:pt x="12187" y="19516"/>
                  </a:lnTo>
                  <a:lnTo>
                    <a:pt x="12148" y="19535"/>
                  </a:lnTo>
                  <a:lnTo>
                    <a:pt x="12088" y="19555"/>
                  </a:lnTo>
                  <a:lnTo>
                    <a:pt x="12029" y="19575"/>
                  </a:lnTo>
                  <a:lnTo>
                    <a:pt x="11851" y="19555"/>
                  </a:lnTo>
                  <a:lnTo>
                    <a:pt x="11674" y="19516"/>
                  </a:lnTo>
                  <a:lnTo>
                    <a:pt x="11753" y="19595"/>
                  </a:lnTo>
                  <a:lnTo>
                    <a:pt x="11832" y="19634"/>
                  </a:lnTo>
                  <a:lnTo>
                    <a:pt x="11970" y="19674"/>
                  </a:lnTo>
                  <a:lnTo>
                    <a:pt x="12069" y="19693"/>
                  </a:lnTo>
                  <a:lnTo>
                    <a:pt x="12088" y="19693"/>
                  </a:lnTo>
                  <a:lnTo>
                    <a:pt x="12088" y="19733"/>
                  </a:lnTo>
                  <a:lnTo>
                    <a:pt x="12167" y="19772"/>
                  </a:lnTo>
                  <a:lnTo>
                    <a:pt x="12286" y="19812"/>
                  </a:lnTo>
                  <a:lnTo>
                    <a:pt x="12404" y="19832"/>
                  </a:lnTo>
                  <a:lnTo>
                    <a:pt x="12444" y="19812"/>
                  </a:lnTo>
                  <a:lnTo>
                    <a:pt x="12464" y="19772"/>
                  </a:lnTo>
                  <a:lnTo>
                    <a:pt x="12562" y="19851"/>
                  </a:lnTo>
                  <a:lnTo>
                    <a:pt x="12641" y="19930"/>
                  </a:lnTo>
                  <a:lnTo>
                    <a:pt x="12661" y="19990"/>
                  </a:lnTo>
                  <a:lnTo>
                    <a:pt x="12681" y="20029"/>
                  </a:lnTo>
                  <a:lnTo>
                    <a:pt x="12681" y="20069"/>
                  </a:lnTo>
                  <a:lnTo>
                    <a:pt x="12661" y="20088"/>
                  </a:lnTo>
                  <a:lnTo>
                    <a:pt x="12641" y="20108"/>
                  </a:lnTo>
                  <a:lnTo>
                    <a:pt x="12641" y="20128"/>
                  </a:lnTo>
                  <a:lnTo>
                    <a:pt x="12740" y="20148"/>
                  </a:lnTo>
                  <a:lnTo>
                    <a:pt x="12859" y="20207"/>
                  </a:lnTo>
                  <a:lnTo>
                    <a:pt x="12997" y="20286"/>
                  </a:lnTo>
                  <a:lnTo>
                    <a:pt x="13135" y="20385"/>
                  </a:lnTo>
                  <a:lnTo>
                    <a:pt x="13412" y="20602"/>
                  </a:lnTo>
                  <a:lnTo>
                    <a:pt x="13570" y="20701"/>
                  </a:lnTo>
                  <a:lnTo>
                    <a:pt x="13708" y="20780"/>
                  </a:lnTo>
                  <a:lnTo>
                    <a:pt x="13668" y="20878"/>
                  </a:lnTo>
                  <a:lnTo>
                    <a:pt x="13965" y="20997"/>
                  </a:lnTo>
                  <a:lnTo>
                    <a:pt x="14261" y="21116"/>
                  </a:lnTo>
                  <a:lnTo>
                    <a:pt x="14261" y="21116"/>
                  </a:lnTo>
                  <a:lnTo>
                    <a:pt x="14222" y="21076"/>
                  </a:lnTo>
                  <a:lnTo>
                    <a:pt x="14222" y="21056"/>
                  </a:lnTo>
                  <a:lnTo>
                    <a:pt x="14222" y="21036"/>
                  </a:lnTo>
                  <a:lnTo>
                    <a:pt x="14241" y="21017"/>
                  </a:lnTo>
                  <a:lnTo>
                    <a:pt x="14301" y="20997"/>
                  </a:lnTo>
                  <a:lnTo>
                    <a:pt x="14340" y="20957"/>
                  </a:lnTo>
                  <a:lnTo>
                    <a:pt x="14478" y="21036"/>
                  </a:lnTo>
                  <a:lnTo>
                    <a:pt x="14478" y="21036"/>
                  </a:lnTo>
                  <a:lnTo>
                    <a:pt x="14399" y="20938"/>
                  </a:lnTo>
                  <a:lnTo>
                    <a:pt x="14301" y="20859"/>
                  </a:lnTo>
                  <a:lnTo>
                    <a:pt x="14123" y="20720"/>
                  </a:lnTo>
                  <a:lnTo>
                    <a:pt x="13905" y="20582"/>
                  </a:lnTo>
                  <a:lnTo>
                    <a:pt x="13668" y="20464"/>
                  </a:lnTo>
                  <a:lnTo>
                    <a:pt x="13451" y="20325"/>
                  </a:lnTo>
                  <a:lnTo>
                    <a:pt x="13234" y="20187"/>
                  </a:lnTo>
                  <a:lnTo>
                    <a:pt x="13155" y="20088"/>
                  </a:lnTo>
                  <a:lnTo>
                    <a:pt x="13076" y="19990"/>
                  </a:lnTo>
                  <a:lnTo>
                    <a:pt x="12997" y="19891"/>
                  </a:lnTo>
                  <a:lnTo>
                    <a:pt x="12957" y="19772"/>
                  </a:lnTo>
                  <a:lnTo>
                    <a:pt x="12997" y="19792"/>
                  </a:lnTo>
                  <a:lnTo>
                    <a:pt x="13036" y="19792"/>
                  </a:lnTo>
                  <a:lnTo>
                    <a:pt x="13036" y="19772"/>
                  </a:lnTo>
                  <a:lnTo>
                    <a:pt x="13036" y="19753"/>
                  </a:lnTo>
                  <a:lnTo>
                    <a:pt x="13056" y="19733"/>
                  </a:lnTo>
                  <a:lnTo>
                    <a:pt x="13096" y="19733"/>
                  </a:lnTo>
                  <a:lnTo>
                    <a:pt x="13135" y="19753"/>
                  </a:lnTo>
                  <a:lnTo>
                    <a:pt x="13234" y="19871"/>
                  </a:lnTo>
                  <a:lnTo>
                    <a:pt x="13254" y="19911"/>
                  </a:lnTo>
                  <a:lnTo>
                    <a:pt x="13254" y="19930"/>
                  </a:lnTo>
                  <a:lnTo>
                    <a:pt x="13451" y="19950"/>
                  </a:lnTo>
                  <a:lnTo>
                    <a:pt x="13471" y="19950"/>
                  </a:lnTo>
                  <a:lnTo>
                    <a:pt x="13471" y="19930"/>
                  </a:lnTo>
                  <a:lnTo>
                    <a:pt x="13352" y="19832"/>
                  </a:lnTo>
                  <a:lnTo>
                    <a:pt x="13392" y="19812"/>
                  </a:lnTo>
                  <a:lnTo>
                    <a:pt x="13431" y="19792"/>
                  </a:lnTo>
                  <a:lnTo>
                    <a:pt x="13530" y="19812"/>
                  </a:lnTo>
                  <a:lnTo>
                    <a:pt x="13649" y="19851"/>
                  </a:lnTo>
                  <a:lnTo>
                    <a:pt x="13767" y="19930"/>
                  </a:lnTo>
                  <a:lnTo>
                    <a:pt x="14064" y="20108"/>
                  </a:lnTo>
                  <a:lnTo>
                    <a:pt x="14222" y="20207"/>
                  </a:lnTo>
                  <a:lnTo>
                    <a:pt x="14380" y="20286"/>
                  </a:lnTo>
                  <a:lnTo>
                    <a:pt x="14419" y="20365"/>
                  </a:lnTo>
                  <a:lnTo>
                    <a:pt x="14419" y="20385"/>
                  </a:lnTo>
                  <a:lnTo>
                    <a:pt x="14399" y="20404"/>
                  </a:lnTo>
                  <a:lnTo>
                    <a:pt x="14320" y="20404"/>
                  </a:lnTo>
                  <a:lnTo>
                    <a:pt x="14222" y="20385"/>
                  </a:lnTo>
                  <a:lnTo>
                    <a:pt x="13965" y="20306"/>
                  </a:lnTo>
                  <a:lnTo>
                    <a:pt x="13846" y="20246"/>
                  </a:lnTo>
                  <a:lnTo>
                    <a:pt x="13747" y="20227"/>
                  </a:lnTo>
                  <a:lnTo>
                    <a:pt x="13747" y="20227"/>
                  </a:lnTo>
                  <a:lnTo>
                    <a:pt x="13866" y="20286"/>
                  </a:lnTo>
                  <a:lnTo>
                    <a:pt x="13985" y="20325"/>
                  </a:lnTo>
                  <a:lnTo>
                    <a:pt x="14103" y="20404"/>
                  </a:lnTo>
                  <a:lnTo>
                    <a:pt x="14222" y="20503"/>
                  </a:lnTo>
                  <a:lnTo>
                    <a:pt x="14083" y="20602"/>
                  </a:lnTo>
                  <a:lnTo>
                    <a:pt x="14261" y="20681"/>
                  </a:lnTo>
                  <a:lnTo>
                    <a:pt x="14360" y="20701"/>
                  </a:lnTo>
                  <a:lnTo>
                    <a:pt x="14419" y="20701"/>
                  </a:lnTo>
                  <a:lnTo>
                    <a:pt x="14439" y="20681"/>
                  </a:lnTo>
                  <a:lnTo>
                    <a:pt x="14439" y="20582"/>
                  </a:lnTo>
                  <a:lnTo>
                    <a:pt x="14459" y="20543"/>
                  </a:lnTo>
                  <a:lnTo>
                    <a:pt x="14518" y="20503"/>
                  </a:lnTo>
                  <a:lnTo>
                    <a:pt x="14597" y="20483"/>
                  </a:lnTo>
                  <a:lnTo>
                    <a:pt x="14696" y="20503"/>
                  </a:lnTo>
                  <a:lnTo>
                    <a:pt x="14775" y="20562"/>
                  </a:lnTo>
                  <a:lnTo>
                    <a:pt x="14854" y="20622"/>
                  </a:lnTo>
                  <a:lnTo>
                    <a:pt x="15012" y="20760"/>
                  </a:lnTo>
                  <a:lnTo>
                    <a:pt x="15071" y="20799"/>
                  </a:lnTo>
                  <a:lnTo>
                    <a:pt x="15130" y="20839"/>
                  </a:lnTo>
                  <a:lnTo>
                    <a:pt x="15130" y="20839"/>
                  </a:lnTo>
                  <a:lnTo>
                    <a:pt x="14952" y="20799"/>
                  </a:lnTo>
                  <a:lnTo>
                    <a:pt x="15091" y="20878"/>
                  </a:lnTo>
                  <a:lnTo>
                    <a:pt x="15209" y="20938"/>
                  </a:lnTo>
                  <a:lnTo>
                    <a:pt x="15328" y="20977"/>
                  </a:lnTo>
                  <a:lnTo>
                    <a:pt x="15426" y="20997"/>
                  </a:lnTo>
                  <a:lnTo>
                    <a:pt x="15644" y="21036"/>
                  </a:lnTo>
                  <a:lnTo>
                    <a:pt x="15762" y="21056"/>
                  </a:lnTo>
                  <a:lnTo>
                    <a:pt x="15900" y="21116"/>
                  </a:lnTo>
                  <a:lnTo>
                    <a:pt x="16039" y="21293"/>
                  </a:lnTo>
                  <a:lnTo>
                    <a:pt x="15881" y="21195"/>
                  </a:lnTo>
                  <a:lnTo>
                    <a:pt x="15742" y="21155"/>
                  </a:lnTo>
                  <a:lnTo>
                    <a:pt x="15604" y="21135"/>
                  </a:lnTo>
                  <a:lnTo>
                    <a:pt x="15486" y="21135"/>
                  </a:lnTo>
                  <a:lnTo>
                    <a:pt x="15387" y="21155"/>
                  </a:lnTo>
                  <a:lnTo>
                    <a:pt x="15288" y="21155"/>
                  </a:lnTo>
                  <a:lnTo>
                    <a:pt x="15189" y="21135"/>
                  </a:lnTo>
                  <a:lnTo>
                    <a:pt x="15091" y="21076"/>
                  </a:lnTo>
                  <a:lnTo>
                    <a:pt x="15091" y="21076"/>
                  </a:lnTo>
                  <a:lnTo>
                    <a:pt x="15268" y="21214"/>
                  </a:lnTo>
                  <a:lnTo>
                    <a:pt x="15308" y="21274"/>
                  </a:lnTo>
                  <a:lnTo>
                    <a:pt x="15308" y="21313"/>
                  </a:lnTo>
                  <a:lnTo>
                    <a:pt x="15308" y="21333"/>
                  </a:lnTo>
                  <a:lnTo>
                    <a:pt x="15268" y="21353"/>
                  </a:lnTo>
                  <a:lnTo>
                    <a:pt x="15150" y="21372"/>
                  </a:lnTo>
                  <a:lnTo>
                    <a:pt x="14992" y="21372"/>
                  </a:lnTo>
                  <a:lnTo>
                    <a:pt x="14794" y="21353"/>
                  </a:lnTo>
                  <a:lnTo>
                    <a:pt x="14498" y="21313"/>
                  </a:lnTo>
                  <a:lnTo>
                    <a:pt x="14735" y="21432"/>
                  </a:lnTo>
                  <a:lnTo>
                    <a:pt x="14933" y="21530"/>
                  </a:lnTo>
                  <a:lnTo>
                    <a:pt x="15110" y="21649"/>
                  </a:lnTo>
                  <a:lnTo>
                    <a:pt x="15249" y="21767"/>
                  </a:lnTo>
                  <a:lnTo>
                    <a:pt x="15466" y="21787"/>
                  </a:lnTo>
                  <a:lnTo>
                    <a:pt x="15663" y="21827"/>
                  </a:lnTo>
                  <a:lnTo>
                    <a:pt x="16039" y="21985"/>
                  </a:lnTo>
                  <a:lnTo>
                    <a:pt x="16236" y="22044"/>
                  </a:lnTo>
                  <a:lnTo>
                    <a:pt x="16414" y="22083"/>
                  </a:lnTo>
                  <a:lnTo>
                    <a:pt x="16612" y="22103"/>
                  </a:lnTo>
                  <a:lnTo>
                    <a:pt x="16730" y="22103"/>
                  </a:lnTo>
                  <a:lnTo>
                    <a:pt x="16829" y="22083"/>
                  </a:lnTo>
                  <a:lnTo>
                    <a:pt x="16888" y="22103"/>
                  </a:lnTo>
                  <a:lnTo>
                    <a:pt x="16888" y="22123"/>
                  </a:lnTo>
                  <a:lnTo>
                    <a:pt x="16868" y="22143"/>
                  </a:lnTo>
                  <a:lnTo>
                    <a:pt x="16829" y="22143"/>
                  </a:lnTo>
                  <a:lnTo>
                    <a:pt x="16750" y="22162"/>
                  </a:lnTo>
                  <a:lnTo>
                    <a:pt x="16770" y="22182"/>
                  </a:lnTo>
                  <a:lnTo>
                    <a:pt x="16849" y="22202"/>
                  </a:lnTo>
                  <a:lnTo>
                    <a:pt x="17244" y="22281"/>
                  </a:lnTo>
                  <a:lnTo>
                    <a:pt x="17461" y="22320"/>
                  </a:lnTo>
                  <a:lnTo>
                    <a:pt x="17658" y="22340"/>
                  </a:lnTo>
                  <a:lnTo>
                    <a:pt x="18073" y="22340"/>
                  </a:lnTo>
                  <a:lnTo>
                    <a:pt x="18271" y="22320"/>
                  </a:lnTo>
                  <a:lnTo>
                    <a:pt x="18310" y="22281"/>
                  </a:lnTo>
                  <a:lnTo>
                    <a:pt x="18330" y="22301"/>
                  </a:lnTo>
                  <a:lnTo>
                    <a:pt x="18330" y="22340"/>
                  </a:lnTo>
                  <a:lnTo>
                    <a:pt x="18310" y="22439"/>
                  </a:lnTo>
                  <a:lnTo>
                    <a:pt x="18330" y="22459"/>
                  </a:lnTo>
                  <a:lnTo>
                    <a:pt x="18350" y="22459"/>
                  </a:lnTo>
                  <a:lnTo>
                    <a:pt x="18389" y="22439"/>
                  </a:lnTo>
                  <a:lnTo>
                    <a:pt x="18508" y="22439"/>
                  </a:lnTo>
                  <a:lnTo>
                    <a:pt x="18567" y="22498"/>
                  </a:lnTo>
                  <a:lnTo>
                    <a:pt x="18606" y="22538"/>
                  </a:lnTo>
                  <a:lnTo>
                    <a:pt x="18685" y="22656"/>
                  </a:lnTo>
                  <a:lnTo>
                    <a:pt x="18883" y="22972"/>
                  </a:lnTo>
                  <a:lnTo>
                    <a:pt x="19120" y="23308"/>
                  </a:lnTo>
                  <a:lnTo>
                    <a:pt x="19397" y="23683"/>
                  </a:lnTo>
                  <a:lnTo>
                    <a:pt x="19160" y="23545"/>
                  </a:lnTo>
                  <a:lnTo>
                    <a:pt x="19160" y="23545"/>
                  </a:lnTo>
                  <a:lnTo>
                    <a:pt x="19318" y="23743"/>
                  </a:lnTo>
                  <a:lnTo>
                    <a:pt x="19456" y="23940"/>
                  </a:lnTo>
                  <a:lnTo>
                    <a:pt x="19614" y="24059"/>
                  </a:lnTo>
                  <a:lnTo>
                    <a:pt x="19693" y="24098"/>
                  </a:lnTo>
                  <a:lnTo>
                    <a:pt x="19772" y="24118"/>
                  </a:lnTo>
                  <a:lnTo>
                    <a:pt x="19811" y="24217"/>
                  </a:lnTo>
                  <a:lnTo>
                    <a:pt x="19871" y="24315"/>
                  </a:lnTo>
                  <a:lnTo>
                    <a:pt x="19950" y="24394"/>
                  </a:lnTo>
                  <a:lnTo>
                    <a:pt x="20029" y="24473"/>
                  </a:lnTo>
                  <a:lnTo>
                    <a:pt x="20266" y="24631"/>
                  </a:lnTo>
                  <a:lnTo>
                    <a:pt x="20503" y="24770"/>
                  </a:lnTo>
                  <a:lnTo>
                    <a:pt x="20759" y="24908"/>
                  </a:lnTo>
                  <a:lnTo>
                    <a:pt x="21016" y="25046"/>
                  </a:lnTo>
                  <a:lnTo>
                    <a:pt x="21233" y="25184"/>
                  </a:lnTo>
                  <a:lnTo>
                    <a:pt x="21332" y="25283"/>
                  </a:lnTo>
                  <a:lnTo>
                    <a:pt x="21411" y="25362"/>
                  </a:lnTo>
                  <a:lnTo>
                    <a:pt x="21629" y="25461"/>
                  </a:lnTo>
                  <a:lnTo>
                    <a:pt x="21826" y="25540"/>
                  </a:lnTo>
                  <a:lnTo>
                    <a:pt x="21984" y="25560"/>
                  </a:lnTo>
                  <a:lnTo>
                    <a:pt x="22122" y="25560"/>
                  </a:lnTo>
                  <a:lnTo>
                    <a:pt x="22399" y="25540"/>
                  </a:lnTo>
                  <a:lnTo>
                    <a:pt x="22557" y="25540"/>
                  </a:lnTo>
                  <a:lnTo>
                    <a:pt x="22754" y="25579"/>
                  </a:lnTo>
                  <a:lnTo>
                    <a:pt x="22715" y="25619"/>
                  </a:lnTo>
                  <a:lnTo>
                    <a:pt x="22675" y="25678"/>
                  </a:lnTo>
                  <a:lnTo>
                    <a:pt x="22675" y="25718"/>
                  </a:lnTo>
                  <a:lnTo>
                    <a:pt x="22675" y="25737"/>
                  </a:lnTo>
                  <a:lnTo>
                    <a:pt x="22735" y="25777"/>
                  </a:lnTo>
                  <a:lnTo>
                    <a:pt x="22814" y="25816"/>
                  </a:lnTo>
                  <a:lnTo>
                    <a:pt x="23169" y="25856"/>
                  </a:lnTo>
                  <a:lnTo>
                    <a:pt x="23525" y="25876"/>
                  </a:lnTo>
                  <a:lnTo>
                    <a:pt x="23880" y="25876"/>
                  </a:lnTo>
                  <a:lnTo>
                    <a:pt x="24236" y="25856"/>
                  </a:lnTo>
                  <a:lnTo>
                    <a:pt x="24572" y="25816"/>
                  </a:lnTo>
                  <a:lnTo>
                    <a:pt x="24907" y="25777"/>
                  </a:lnTo>
                  <a:lnTo>
                    <a:pt x="25243" y="25718"/>
                  </a:lnTo>
                  <a:lnTo>
                    <a:pt x="25559" y="25619"/>
                  </a:lnTo>
                  <a:lnTo>
                    <a:pt x="25895" y="25520"/>
                  </a:lnTo>
                  <a:lnTo>
                    <a:pt x="26211" y="25421"/>
                  </a:lnTo>
                  <a:lnTo>
                    <a:pt x="26527" y="25283"/>
                  </a:lnTo>
                  <a:lnTo>
                    <a:pt x="26823" y="25145"/>
                  </a:lnTo>
                  <a:lnTo>
                    <a:pt x="27139" y="24987"/>
                  </a:lnTo>
                  <a:lnTo>
                    <a:pt x="27436" y="24809"/>
                  </a:lnTo>
                  <a:lnTo>
                    <a:pt x="27732" y="24612"/>
                  </a:lnTo>
                  <a:lnTo>
                    <a:pt x="28028" y="24394"/>
                  </a:lnTo>
                  <a:lnTo>
                    <a:pt x="28008" y="24434"/>
                  </a:lnTo>
                  <a:lnTo>
                    <a:pt x="27989" y="24473"/>
                  </a:lnTo>
                  <a:lnTo>
                    <a:pt x="27910" y="24533"/>
                  </a:lnTo>
                  <a:lnTo>
                    <a:pt x="28107" y="24394"/>
                  </a:lnTo>
                  <a:lnTo>
                    <a:pt x="28305" y="24256"/>
                  </a:lnTo>
                  <a:lnTo>
                    <a:pt x="28641" y="23940"/>
                  </a:lnTo>
                  <a:lnTo>
                    <a:pt x="28937" y="23604"/>
                  </a:lnTo>
                  <a:lnTo>
                    <a:pt x="29233" y="23249"/>
                  </a:lnTo>
                  <a:lnTo>
                    <a:pt x="29470" y="22913"/>
                  </a:lnTo>
                  <a:lnTo>
                    <a:pt x="29707" y="22557"/>
                  </a:lnTo>
                  <a:lnTo>
                    <a:pt x="30161" y="21925"/>
                  </a:lnTo>
                  <a:lnTo>
                    <a:pt x="30240" y="21728"/>
                  </a:lnTo>
                  <a:lnTo>
                    <a:pt x="30319" y="21511"/>
                  </a:lnTo>
                  <a:lnTo>
                    <a:pt x="30339" y="21412"/>
                  </a:lnTo>
                  <a:lnTo>
                    <a:pt x="30339" y="21333"/>
                  </a:lnTo>
                  <a:lnTo>
                    <a:pt x="30319" y="21293"/>
                  </a:lnTo>
                  <a:lnTo>
                    <a:pt x="30260" y="21313"/>
                  </a:lnTo>
                  <a:lnTo>
                    <a:pt x="30221" y="21372"/>
                  </a:lnTo>
                  <a:lnTo>
                    <a:pt x="30181" y="21412"/>
                  </a:lnTo>
                  <a:lnTo>
                    <a:pt x="30122" y="21432"/>
                  </a:lnTo>
                  <a:lnTo>
                    <a:pt x="30082" y="21451"/>
                  </a:lnTo>
                  <a:lnTo>
                    <a:pt x="29984" y="21432"/>
                  </a:lnTo>
                  <a:lnTo>
                    <a:pt x="29924" y="21392"/>
                  </a:lnTo>
                  <a:lnTo>
                    <a:pt x="30023" y="21155"/>
                  </a:lnTo>
                  <a:lnTo>
                    <a:pt x="30102" y="21017"/>
                  </a:lnTo>
                  <a:lnTo>
                    <a:pt x="30181" y="20938"/>
                  </a:lnTo>
                  <a:lnTo>
                    <a:pt x="30240" y="20898"/>
                  </a:lnTo>
                  <a:lnTo>
                    <a:pt x="30319" y="20878"/>
                  </a:lnTo>
                  <a:lnTo>
                    <a:pt x="30379" y="20839"/>
                  </a:lnTo>
                  <a:lnTo>
                    <a:pt x="30438" y="20740"/>
                  </a:lnTo>
                  <a:lnTo>
                    <a:pt x="30517" y="20602"/>
                  </a:lnTo>
                  <a:lnTo>
                    <a:pt x="30596" y="20582"/>
                  </a:lnTo>
                  <a:lnTo>
                    <a:pt x="30616" y="20602"/>
                  </a:lnTo>
                  <a:lnTo>
                    <a:pt x="30635" y="20622"/>
                  </a:lnTo>
                  <a:lnTo>
                    <a:pt x="30635" y="20681"/>
                  </a:lnTo>
                  <a:lnTo>
                    <a:pt x="30635" y="20760"/>
                  </a:lnTo>
                  <a:lnTo>
                    <a:pt x="30616" y="20938"/>
                  </a:lnTo>
                  <a:lnTo>
                    <a:pt x="30635" y="21017"/>
                  </a:lnTo>
                  <a:lnTo>
                    <a:pt x="30655" y="21056"/>
                  </a:lnTo>
                  <a:lnTo>
                    <a:pt x="30675" y="21076"/>
                  </a:lnTo>
                  <a:lnTo>
                    <a:pt x="30793" y="20641"/>
                  </a:lnTo>
                  <a:lnTo>
                    <a:pt x="30872" y="20227"/>
                  </a:lnTo>
                  <a:lnTo>
                    <a:pt x="30951" y="20069"/>
                  </a:lnTo>
                  <a:lnTo>
                    <a:pt x="31011" y="19911"/>
                  </a:lnTo>
                  <a:lnTo>
                    <a:pt x="31110" y="19575"/>
                  </a:lnTo>
                  <a:lnTo>
                    <a:pt x="31189" y="19259"/>
                  </a:lnTo>
                  <a:lnTo>
                    <a:pt x="31248" y="19101"/>
                  </a:lnTo>
                  <a:lnTo>
                    <a:pt x="31289" y="19005"/>
                  </a:lnTo>
                  <a:lnTo>
                    <a:pt x="31289" y="19005"/>
                  </a:lnTo>
                  <a:lnTo>
                    <a:pt x="31307" y="19042"/>
                  </a:lnTo>
                  <a:lnTo>
                    <a:pt x="31327" y="19101"/>
                  </a:lnTo>
                  <a:lnTo>
                    <a:pt x="31347" y="19140"/>
                  </a:lnTo>
                  <a:lnTo>
                    <a:pt x="31347" y="19180"/>
                  </a:lnTo>
                  <a:lnTo>
                    <a:pt x="31347" y="19239"/>
                  </a:lnTo>
                  <a:lnTo>
                    <a:pt x="31287" y="19338"/>
                  </a:lnTo>
                  <a:lnTo>
                    <a:pt x="31287" y="19298"/>
                  </a:lnTo>
                  <a:lnTo>
                    <a:pt x="31268" y="19259"/>
                  </a:lnTo>
                  <a:lnTo>
                    <a:pt x="31208" y="19476"/>
                  </a:lnTo>
                  <a:lnTo>
                    <a:pt x="31189" y="19614"/>
                  </a:lnTo>
                  <a:lnTo>
                    <a:pt x="31189" y="19713"/>
                  </a:lnTo>
                  <a:lnTo>
                    <a:pt x="31189" y="19792"/>
                  </a:lnTo>
                  <a:lnTo>
                    <a:pt x="31189" y="19950"/>
                  </a:lnTo>
                  <a:lnTo>
                    <a:pt x="31169" y="20088"/>
                  </a:lnTo>
                  <a:lnTo>
                    <a:pt x="31129" y="20266"/>
                  </a:lnTo>
                  <a:lnTo>
                    <a:pt x="31228" y="19832"/>
                  </a:lnTo>
                  <a:lnTo>
                    <a:pt x="31347" y="19377"/>
                  </a:lnTo>
                  <a:lnTo>
                    <a:pt x="31445" y="18923"/>
                  </a:lnTo>
                  <a:lnTo>
                    <a:pt x="31544" y="18528"/>
                  </a:lnTo>
                  <a:lnTo>
                    <a:pt x="31485" y="18528"/>
                  </a:lnTo>
                  <a:lnTo>
                    <a:pt x="31465" y="18488"/>
                  </a:lnTo>
                  <a:lnTo>
                    <a:pt x="31465" y="18429"/>
                  </a:lnTo>
                  <a:lnTo>
                    <a:pt x="31465" y="18350"/>
                  </a:lnTo>
                  <a:lnTo>
                    <a:pt x="31485" y="18153"/>
                  </a:lnTo>
                  <a:lnTo>
                    <a:pt x="31485" y="18054"/>
                  </a:lnTo>
                  <a:lnTo>
                    <a:pt x="31465" y="17995"/>
                  </a:lnTo>
                  <a:lnTo>
                    <a:pt x="31485" y="17955"/>
                  </a:lnTo>
                  <a:lnTo>
                    <a:pt x="31465" y="17935"/>
                  </a:lnTo>
                  <a:lnTo>
                    <a:pt x="31445" y="17916"/>
                  </a:lnTo>
                  <a:lnTo>
                    <a:pt x="31426" y="17797"/>
                  </a:lnTo>
                  <a:lnTo>
                    <a:pt x="31406" y="17560"/>
                  </a:lnTo>
                  <a:lnTo>
                    <a:pt x="31603" y="17481"/>
                  </a:lnTo>
                  <a:lnTo>
                    <a:pt x="31603" y="17422"/>
                  </a:lnTo>
                  <a:lnTo>
                    <a:pt x="31584" y="17382"/>
                  </a:lnTo>
                  <a:lnTo>
                    <a:pt x="31564" y="17382"/>
                  </a:lnTo>
                  <a:lnTo>
                    <a:pt x="31544" y="17402"/>
                  </a:lnTo>
                  <a:lnTo>
                    <a:pt x="31524" y="17402"/>
                  </a:lnTo>
                  <a:lnTo>
                    <a:pt x="31505" y="17363"/>
                  </a:lnTo>
                  <a:lnTo>
                    <a:pt x="31505" y="17303"/>
                  </a:lnTo>
                  <a:lnTo>
                    <a:pt x="31505" y="16987"/>
                  </a:lnTo>
                  <a:lnTo>
                    <a:pt x="31544" y="16533"/>
                  </a:lnTo>
                  <a:lnTo>
                    <a:pt x="31564" y="16316"/>
                  </a:lnTo>
                  <a:lnTo>
                    <a:pt x="31603" y="16138"/>
                  </a:lnTo>
                  <a:lnTo>
                    <a:pt x="31663" y="16000"/>
                  </a:lnTo>
                  <a:lnTo>
                    <a:pt x="31682" y="15960"/>
                  </a:lnTo>
                  <a:lnTo>
                    <a:pt x="31722" y="15921"/>
                  </a:lnTo>
                  <a:lnTo>
                    <a:pt x="31702" y="15703"/>
                  </a:lnTo>
                  <a:lnTo>
                    <a:pt x="31663" y="15526"/>
                  </a:lnTo>
                  <a:lnTo>
                    <a:pt x="31623" y="15348"/>
                  </a:lnTo>
                  <a:lnTo>
                    <a:pt x="31623" y="15131"/>
                  </a:lnTo>
                  <a:lnTo>
                    <a:pt x="31663" y="15150"/>
                  </a:lnTo>
                  <a:lnTo>
                    <a:pt x="31682" y="15190"/>
                  </a:lnTo>
                  <a:lnTo>
                    <a:pt x="31722" y="15249"/>
                  </a:lnTo>
                  <a:lnTo>
                    <a:pt x="31722" y="14953"/>
                  </a:lnTo>
                  <a:lnTo>
                    <a:pt x="31722" y="14657"/>
                  </a:lnTo>
                  <a:lnTo>
                    <a:pt x="31702" y="14321"/>
                  </a:lnTo>
                  <a:lnTo>
                    <a:pt x="31682" y="13965"/>
                  </a:lnTo>
                  <a:lnTo>
                    <a:pt x="31623" y="13590"/>
                  </a:lnTo>
                  <a:lnTo>
                    <a:pt x="31544" y="13195"/>
                  </a:lnTo>
                  <a:lnTo>
                    <a:pt x="31426" y="12800"/>
                  </a:lnTo>
                  <a:lnTo>
                    <a:pt x="31268" y="12385"/>
                  </a:lnTo>
                  <a:lnTo>
                    <a:pt x="31070" y="12109"/>
                  </a:lnTo>
                  <a:lnTo>
                    <a:pt x="30853" y="11872"/>
                  </a:lnTo>
                  <a:lnTo>
                    <a:pt x="30675" y="11714"/>
                  </a:lnTo>
                  <a:lnTo>
                    <a:pt x="30517" y="11595"/>
                  </a:lnTo>
                  <a:lnTo>
                    <a:pt x="30458" y="11536"/>
                  </a:lnTo>
                  <a:lnTo>
                    <a:pt x="30418" y="11516"/>
                  </a:lnTo>
                  <a:lnTo>
                    <a:pt x="30359" y="11496"/>
                  </a:lnTo>
                  <a:lnTo>
                    <a:pt x="30221" y="11457"/>
                  </a:lnTo>
                  <a:lnTo>
                    <a:pt x="30260" y="11496"/>
                  </a:lnTo>
                  <a:lnTo>
                    <a:pt x="30280" y="11555"/>
                  </a:lnTo>
                  <a:lnTo>
                    <a:pt x="30280" y="11595"/>
                  </a:lnTo>
                  <a:lnTo>
                    <a:pt x="30260" y="11615"/>
                  </a:lnTo>
                  <a:lnTo>
                    <a:pt x="30240" y="11634"/>
                  </a:lnTo>
                  <a:lnTo>
                    <a:pt x="30122" y="11634"/>
                  </a:lnTo>
                  <a:lnTo>
                    <a:pt x="30082" y="11595"/>
                  </a:lnTo>
                  <a:lnTo>
                    <a:pt x="30003" y="11476"/>
                  </a:lnTo>
                  <a:lnTo>
                    <a:pt x="29964" y="11437"/>
                  </a:lnTo>
                  <a:lnTo>
                    <a:pt x="30003" y="11417"/>
                  </a:lnTo>
                  <a:lnTo>
                    <a:pt x="30023" y="11378"/>
                  </a:lnTo>
                  <a:lnTo>
                    <a:pt x="30043" y="11299"/>
                  </a:lnTo>
                  <a:lnTo>
                    <a:pt x="30043" y="11279"/>
                  </a:lnTo>
                  <a:lnTo>
                    <a:pt x="30082" y="11279"/>
                  </a:lnTo>
                  <a:lnTo>
                    <a:pt x="30102" y="11338"/>
                  </a:lnTo>
                  <a:lnTo>
                    <a:pt x="30161" y="11279"/>
                  </a:lnTo>
                  <a:lnTo>
                    <a:pt x="30181" y="11239"/>
                  </a:lnTo>
                  <a:lnTo>
                    <a:pt x="30201" y="11200"/>
                  </a:lnTo>
                  <a:lnTo>
                    <a:pt x="30181" y="11160"/>
                  </a:lnTo>
                  <a:lnTo>
                    <a:pt x="30181" y="11002"/>
                  </a:lnTo>
                  <a:lnTo>
                    <a:pt x="30122" y="10588"/>
                  </a:lnTo>
                  <a:lnTo>
                    <a:pt x="30142" y="10430"/>
                  </a:lnTo>
                  <a:lnTo>
                    <a:pt x="30142" y="10390"/>
                  </a:lnTo>
                  <a:lnTo>
                    <a:pt x="30181" y="10370"/>
                  </a:lnTo>
                  <a:lnTo>
                    <a:pt x="30142" y="10272"/>
                  </a:lnTo>
                  <a:lnTo>
                    <a:pt x="30082" y="10133"/>
                  </a:lnTo>
                  <a:lnTo>
                    <a:pt x="30023" y="9936"/>
                  </a:lnTo>
                  <a:lnTo>
                    <a:pt x="29924" y="9738"/>
                  </a:lnTo>
                  <a:lnTo>
                    <a:pt x="29826" y="9541"/>
                  </a:lnTo>
                  <a:lnTo>
                    <a:pt x="29707" y="9363"/>
                  </a:lnTo>
                  <a:lnTo>
                    <a:pt x="29589" y="9205"/>
                  </a:lnTo>
                  <a:lnTo>
                    <a:pt x="29470" y="9106"/>
                  </a:lnTo>
                  <a:lnTo>
                    <a:pt x="29470" y="9086"/>
                  </a:lnTo>
                  <a:lnTo>
                    <a:pt x="29490" y="9086"/>
                  </a:lnTo>
                  <a:lnTo>
                    <a:pt x="29529" y="9106"/>
                  </a:lnTo>
                  <a:lnTo>
                    <a:pt x="29648" y="9244"/>
                  </a:lnTo>
                  <a:lnTo>
                    <a:pt x="29766" y="9403"/>
                  </a:lnTo>
                  <a:lnTo>
                    <a:pt x="29806" y="9442"/>
                  </a:lnTo>
                  <a:lnTo>
                    <a:pt x="29845" y="9462"/>
                  </a:lnTo>
                  <a:lnTo>
                    <a:pt x="29727" y="9284"/>
                  </a:lnTo>
                  <a:lnTo>
                    <a:pt x="29589" y="9106"/>
                  </a:lnTo>
                  <a:lnTo>
                    <a:pt x="29648" y="9067"/>
                  </a:lnTo>
                  <a:lnTo>
                    <a:pt x="29490" y="8849"/>
                  </a:lnTo>
                  <a:lnTo>
                    <a:pt x="29352" y="8691"/>
                  </a:lnTo>
                  <a:lnTo>
                    <a:pt x="29213" y="8573"/>
                  </a:lnTo>
                  <a:lnTo>
                    <a:pt x="29075" y="8494"/>
                  </a:lnTo>
                  <a:lnTo>
                    <a:pt x="28818" y="8375"/>
                  </a:lnTo>
                  <a:lnTo>
                    <a:pt x="28700" y="8336"/>
                  </a:lnTo>
                  <a:lnTo>
                    <a:pt x="28561" y="8257"/>
                  </a:lnTo>
                  <a:lnTo>
                    <a:pt x="28581" y="8237"/>
                  </a:lnTo>
                  <a:lnTo>
                    <a:pt x="28344" y="8099"/>
                  </a:lnTo>
                  <a:lnTo>
                    <a:pt x="28344" y="8099"/>
                  </a:lnTo>
                  <a:lnTo>
                    <a:pt x="28720" y="8158"/>
                  </a:lnTo>
                  <a:lnTo>
                    <a:pt x="28581" y="8079"/>
                  </a:lnTo>
                  <a:lnTo>
                    <a:pt x="28443" y="8000"/>
                  </a:lnTo>
                  <a:lnTo>
                    <a:pt x="28186" y="7901"/>
                  </a:lnTo>
                  <a:lnTo>
                    <a:pt x="27910" y="7803"/>
                  </a:lnTo>
                  <a:lnTo>
                    <a:pt x="27594" y="7684"/>
                  </a:lnTo>
                  <a:lnTo>
                    <a:pt x="27574" y="7605"/>
                  </a:lnTo>
                  <a:lnTo>
                    <a:pt x="27297" y="7546"/>
                  </a:lnTo>
                  <a:lnTo>
                    <a:pt x="27357" y="7546"/>
                  </a:lnTo>
                  <a:lnTo>
                    <a:pt x="27357" y="7526"/>
                  </a:lnTo>
                  <a:lnTo>
                    <a:pt x="27357" y="7506"/>
                  </a:lnTo>
                  <a:lnTo>
                    <a:pt x="27218" y="7506"/>
                  </a:lnTo>
                  <a:lnTo>
                    <a:pt x="27080" y="7487"/>
                  </a:lnTo>
                  <a:lnTo>
                    <a:pt x="26764" y="7427"/>
                  </a:lnTo>
                  <a:lnTo>
                    <a:pt x="26468" y="7368"/>
                  </a:lnTo>
                  <a:lnTo>
                    <a:pt x="26349" y="7348"/>
                  </a:lnTo>
                  <a:lnTo>
                    <a:pt x="26231" y="7368"/>
                  </a:lnTo>
                  <a:lnTo>
                    <a:pt x="26172" y="7348"/>
                  </a:lnTo>
                  <a:lnTo>
                    <a:pt x="26112" y="7289"/>
                  </a:lnTo>
                  <a:lnTo>
                    <a:pt x="26013" y="7210"/>
                  </a:lnTo>
                  <a:lnTo>
                    <a:pt x="25954" y="7171"/>
                  </a:lnTo>
                  <a:lnTo>
                    <a:pt x="25895" y="7131"/>
                  </a:lnTo>
                  <a:lnTo>
                    <a:pt x="25816" y="7131"/>
                  </a:lnTo>
                  <a:lnTo>
                    <a:pt x="25717" y="7151"/>
                  </a:lnTo>
                  <a:lnTo>
                    <a:pt x="25816" y="6953"/>
                  </a:lnTo>
                  <a:lnTo>
                    <a:pt x="25994" y="6993"/>
                  </a:lnTo>
                  <a:lnTo>
                    <a:pt x="26092" y="7032"/>
                  </a:lnTo>
                  <a:lnTo>
                    <a:pt x="26152" y="7072"/>
                  </a:lnTo>
                  <a:lnTo>
                    <a:pt x="26191" y="7111"/>
                  </a:lnTo>
                  <a:lnTo>
                    <a:pt x="26231" y="7151"/>
                  </a:lnTo>
                  <a:lnTo>
                    <a:pt x="26310" y="7171"/>
                  </a:lnTo>
                  <a:lnTo>
                    <a:pt x="26428" y="7210"/>
                  </a:lnTo>
                  <a:lnTo>
                    <a:pt x="26606" y="7250"/>
                  </a:lnTo>
                  <a:lnTo>
                    <a:pt x="26527" y="7171"/>
                  </a:lnTo>
                  <a:lnTo>
                    <a:pt x="26428" y="7111"/>
                  </a:lnTo>
                  <a:lnTo>
                    <a:pt x="26191" y="6973"/>
                  </a:lnTo>
                  <a:lnTo>
                    <a:pt x="25875" y="6854"/>
                  </a:lnTo>
                  <a:lnTo>
                    <a:pt x="25539" y="6736"/>
                  </a:lnTo>
                  <a:lnTo>
                    <a:pt x="25204" y="6657"/>
                  </a:lnTo>
                  <a:lnTo>
                    <a:pt x="24848" y="6598"/>
                  </a:lnTo>
                  <a:lnTo>
                    <a:pt x="24216" y="6479"/>
                  </a:lnTo>
                  <a:lnTo>
                    <a:pt x="23959" y="6459"/>
                  </a:lnTo>
                  <a:lnTo>
                    <a:pt x="23683" y="6420"/>
                  </a:lnTo>
                  <a:lnTo>
                    <a:pt x="23110" y="6321"/>
                  </a:lnTo>
                  <a:lnTo>
                    <a:pt x="22853" y="6282"/>
                  </a:lnTo>
                  <a:lnTo>
                    <a:pt x="22616" y="6262"/>
                  </a:lnTo>
                  <a:lnTo>
                    <a:pt x="22399" y="6262"/>
                  </a:lnTo>
                  <a:lnTo>
                    <a:pt x="22320" y="6301"/>
                  </a:lnTo>
                  <a:lnTo>
                    <a:pt x="22261" y="6341"/>
                  </a:lnTo>
                  <a:lnTo>
                    <a:pt x="22261" y="6341"/>
                  </a:lnTo>
                  <a:lnTo>
                    <a:pt x="22340" y="6222"/>
                  </a:lnTo>
                  <a:lnTo>
                    <a:pt x="21332" y="5926"/>
                  </a:lnTo>
                  <a:lnTo>
                    <a:pt x="21016" y="5867"/>
                  </a:lnTo>
                  <a:lnTo>
                    <a:pt x="20740" y="5808"/>
                  </a:lnTo>
                  <a:lnTo>
                    <a:pt x="20463" y="5729"/>
                  </a:lnTo>
                  <a:lnTo>
                    <a:pt x="20226" y="5630"/>
                  </a:lnTo>
                  <a:lnTo>
                    <a:pt x="19811" y="5452"/>
                  </a:lnTo>
                  <a:lnTo>
                    <a:pt x="19594" y="5353"/>
                  </a:lnTo>
                  <a:lnTo>
                    <a:pt x="19357" y="5274"/>
                  </a:lnTo>
                  <a:lnTo>
                    <a:pt x="19258" y="5077"/>
                  </a:lnTo>
                  <a:lnTo>
                    <a:pt x="19100" y="5057"/>
                  </a:lnTo>
                  <a:lnTo>
                    <a:pt x="18942" y="4998"/>
                  </a:lnTo>
                  <a:lnTo>
                    <a:pt x="18547" y="4820"/>
                  </a:lnTo>
                  <a:lnTo>
                    <a:pt x="18113" y="4622"/>
                  </a:lnTo>
                  <a:lnTo>
                    <a:pt x="17678" y="4445"/>
                  </a:lnTo>
                  <a:lnTo>
                    <a:pt x="17263" y="4287"/>
                  </a:lnTo>
                  <a:lnTo>
                    <a:pt x="16888" y="4188"/>
                  </a:lnTo>
                  <a:lnTo>
                    <a:pt x="16710" y="4148"/>
                  </a:lnTo>
                  <a:lnTo>
                    <a:pt x="16552" y="4129"/>
                  </a:lnTo>
                  <a:lnTo>
                    <a:pt x="16434" y="4129"/>
                  </a:lnTo>
                  <a:lnTo>
                    <a:pt x="16295" y="4148"/>
                  </a:lnTo>
                  <a:lnTo>
                    <a:pt x="16236" y="4069"/>
                  </a:lnTo>
                  <a:lnTo>
                    <a:pt x="16216" y="4030"/>
                  </a:lnTo>
                  <a:lnTo>
                    <a:pt x="16236" y="4010"/>
                  </a:lnTo>
                  <a:lnTo>
                    <a:pt x="16295" y="3990"/>
                  </a:lnTo>
                  <a:lnTo>
                    <a:pt x="16434" y="4010"/>
                  </a:lnTo>
                  <a:lnTo>
                    <a:pt x="16552" y="4010"/>
                  </a:lnTo>
                  <a:lnTo>
                    <a:pt x="16454" y="3951"/>
                  </a:lnTo>
                  <a:lnTo>
                    <a:pt x="16315" y="3911"/>
                  </a:lnTo>
                  <a:lnTo>
                    <a:pt x="16058" y="3852"/>
                  </a:lnTo>
                  <a:lnTo>
                    <a:pt x="15920" y="3813"/>
                  </a:lnTo>
                  <a:lnTo>
                    <a:pt x="15821" y="3753"/>
                  </a:lnTo>
                  <a:lnTo>
                    <a:pt x="15723" y="3674"/>
                  </a:lnTo>
                  <a:lnTo>
                    <a:pt x="15683" y="3635"/>
                  </a:lnTo>
                  <a:lnTo>
                    <a:pt x="15663" y="3576"/>
                  </a:lnTo>
                  <a:lnTo>
                    <a:pt x="15742" y="3576"/>
                  </a:lnTo>
                  <a:lnTo>
                    <a:pt x="15841" y="3615"/>
                  </a:lnTo>
                  <a:lnTo>
                    <a:pt x="15900" y="3635"/>
                  </a:lnTo>
                  <a:lnTo>
                    <a:pt x="15920" y="3635"/>
                  </a:lnTo>
                  <a:lnTo>
                    <a:pt x="15881" y="3595"/>
                  </a:lnTo>
                  <a:lnTo>
                    <a:pt x="15841" y="3536"/>
                  </a:lnTo>
                  <a:lnTo>
                    <a:pt x="15802" y="3497"/>
                  </a:lnTo>
                  <a:lnTo>
                    <a:pt x="15703" y="3477"/>
                  </a:lnTo>
                  <a:lnTo>
                    <a:pt x="15644" y="3457"/>
                  </a:lnTo>
                  <a:lnTo>
                    <a:pt x="15604" y="3437"/>
                  </a:lnTo>
                  <a:lnTo>
                    <a:pt x="15545" y="3398"/>
                  </a:lnTo>
                  <a:lnTo>
                    <a:pt x="15505" y="3319"/>
                  </a:lnTo>
                  <a:lnTo>
                    <a:pt x="15486" y="3378"/>
                  </a:lnTo>
                  <a:lnTo>
                    <a:pt x="15446" y="3398"/>
                  </a:lnTo>
                  <a:lnTo>
                    <a:pt x="15367" y="3398"/>
                  </a:lnTo>
                  <a:lnTo>
                    <a:pt x="15268" y="3378"/>
                  </a:lnTo>
                  <a:lnTo>
                    <a:pt x="15150" y="3319"/>
                  </a:lnTo>
                  <a:lnTo>
                    <a:pt x="15031" y="3260"/>
                  </a:lnTo>
                  <a:lnTo>
                    <a:pt x="14913" y="3200"/>
                  </a:lnTo>
                  <a:lnTo>
                    <a:pt x="14794" y="3121"/>
                  </a:lnTo>
                  <a:lnTo>
                    <a:pt x="14834" y="3161"/>
                  </a:lnTo>
                  <a:lnTo>
                    <a:pt x="14854" y="3200"/>
                  </a:lnTo>
                  <a:lnTo>
                    <a:pt x="14834" y="3220"/>
                  </a:lnTo>
                  <a:lnTo>
                    <a:pt x="14814" y="3220"/>
                  </a:lnTo>
                  <a:lnTo>
                    <a:pt x="14735" y="3181"/>
                  </a:lnTo>
                  <a:lnTo>
                    <a:pt x="14538" y="3023"/>
                  </a:lnTo>
                  <a:lnTo>
                    <a:pt x="14597" y="3023"/>
                  </a:lnTo>
                  <a:lnTo>
                    <a:pt x="14044" y="2568"/>
                  </a:lnTo>
                  <a:lnTo>
                    <a:pt x="13451" y="2094"/>
                  </a:lnTo>
                  <a:lnTo>
                    <a:pt x="13135" y="1857"/>
                  </a:lnTo>
                  <a:lnTo>
                    <a:pt x="12819" y="1640"/>
                  </a:lnTo>
                  <a:lnTo>
                    <a:pt x="12483" y="1423"/>
                  </a:lnTo>
                  <a:lnTo>
                    <a:pt x="12128" y="1225"/>
                  </a:lnTo>
                  <a:lnTo>
                    <a:pt x="11772" y="1028"/>
                  </a:lnTo>
                  <a:lnTo>
                    <a:pt x="11417" y="870"/>
                  </a:lnTo>
                  <a:lnTo>
                    <a:pt x="11041" y="712"/>
                  </a:lnTo>
                  <a:lnTo>
                    <a:pt x="10666" y="554"/>
                  </a:lnTo>
                  <a:lnTo>
                    <a:pt x="10291" y="435"/>
                  </a:lnTo>
                  <a:lnTo>
                    <a:pt x="9916" y="336"/>
                  </a:lnTo>
                  <a:lnTo>
                    <a:pt x="9521" y="238"/>
                  </a:lnTo>
                  <a:lnTo>
                    <a:pt x="9126" y="178"/>
                  </a:lnTo>
                  <a:lnTo>
                    <a:pt x="9521" y="139"/>
                  </a:lnTo>
                  <a:lnTo>
                    <a:pt x="9264" y="139"/>
                  </a:lnTo>
                  <a:lnTo>
                    <a:pt x="8967" y="99"/>
                  </a:lnTo>
                  <a:lnTo>
                    <a:pt x="8513" y="60"/>
                  </a:lnTo>
                  <a:lnTo>
                    <a:pt x="8553" y="40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-1287950" y="3163300"/>
              <a:ext cx="2000" cy="1000"/>
            </a:xfrm>
            <a:custGeom>
              <a:rect b="b" l="l" r="r" t="t"/>
              <a:pathLst>
                <a:path extrusionOk="0" h="40" w="80">
                  <a:moveTo>
                    <a:pt x="40" y="0"/>
                  </a:moveTo>
                  <a:lnTo>
                    <a:pt x="1" y="40"/>
                  </a:lnTo>
                  <a:lnTo>
                    <a:pt x="1" y="4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-660325" y="3614625"/>
              <a:ext cx="525" cy="2000"/>
            </a:xfrm>
            <a:custGeom>
              <a:rect b="b" l="l" r="r" t="t"/>
              <a:pathLst>
                <a:path extrusionOk="0" h="80" w="21">
                  <a:moveTo>
                    <a:pt x="20" y="1"/>
                  </a:moveTo>
                  <a:lnTo>
                    <a:pt x="0" y="40"/>
                  </a:lnTo>
                  <a:lnTo>
                    <a:pt x="0" y="80"/>
                  </a:lnTo>
                  <a:lnTo>
                    <a:pt x="20" y="4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-785750" y="363635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1"/>
                  </a:move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-1257325" y="3169700"/>
              <a:ext cx="1000" cy="3000"/>
            </a:xfrm>
            <a:custGeom>
              <a:rect b="b" l="l" r="r" t="t"/>
              <a:pathLst>
                <a:path extrusionOk="0" h="120" w="40">
                  <a:moveTo>
                    <a:pt x="40" y="1"/>
                  </a:moveTo>
                  <a:lnTo>
                    <a:pt x="0" y="119"/>
                  </a:lnTo>
                  <a:lnTo>
                    <a:pt x="20" y="6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-831175" y="3371675"/>
              <a:ext cx="278525" cy="333350"/>
            </a:xfrm>
            <a:custGeom>
              <a:rect b="b" l="l" r="r" t="t"/>
              <a:pathLst>
                <a:path extrusionOk="0" h="13334" w="11141">
                  <a:moveTo>
                    <a:pt x="7980" y="1"/>
                  </a:moveTo>
                  <a:lnTo>
                    <a:pt x="7684" y="20"/>
                  </a:lnTo>
                  <a:lnTo>
                    <a:pt x="7387" y="40"/>
                  </a:lnTo>
                  <a:lnTo>
                    <a:pt x="7052" y="99"/>
                  </a:lnTo>
                  <a:lnTo>
                    <a:pt x="6716" y="159"/>
                  </a:lnTo>
                  <a:lnTo>
                    <a:pt x="6360" y="257"/>
                  </a:lnTo>
                  <a:lnTo>
                    <a:pt x="6005" y="396"/>
                  </a:lnTo>
                  <a:lnTo>
                    <a:pt x="5649" y="554"/>
                  </a:lnTo>
                  <a:lnTo>
                    <a:pt x="5294" y="771"/>
                  </a:lnTo>
                  <a:lnTo>
                    <a:pt x="4958" y="1028"/>
                  </a:lnTo>
                  <a:lnTo>
                    <a:pt x="4800" y="1166"/>
                  </a:lnTo>
                  <a:lnTo>
                    <a:pt x="4642" y="1324"/>
                  </a:lnTo>
                  <a:lnTo>
                    <a:pt x="4326" y="1679"/>
                  </a:lnTo>
                  <a:lnTo>
                    <a:pt x="3970" y="2154"/>
                  </a:lnTo>
                  <a:lnTo>
                    <a:pt x="3595" y="2687"/>
                  </a:lnTo>
                  <a:lnTo>
                    <a:pt x="3220" y="3299"/>
                  </a:lnTo>
                  <a:lnTo>
                    <a:pt x="2825" y="3951"/>
                  </a:lnTo>
                  <a:lnTo>
                    <a:pt x="2430" y="4623"/>
                  </a:lnTo>
                  <a:lnTo>
                    <a:pt x="2035" y="5334"/>
                  </a:lnTo>
                  <a:lnTo>
                    <a:pt x="1679" y="6045"/>
                  </a:lnTo>
                  <a:lnTo>
                    <a:pt x="1324" y="6736"/>
                  </a:lnTo>
                  <a:lnTo>
                    <a:pt x="1007" y="7408"/>
                  </a:lnTo>
                  <a:lnTo>
                    <a:pt x="711" y="8040"/>
                  </a:lnTo>
                  <a:lnTo>
                    <a:pt x="454" y="8612"/>
                  </a:lnTo>
                  <a:lnTo>
                    <a:pt x="257" y="9126"/>
                  </a:lnTo>
                  <a:lnTo>
                    <a:pt x="119" y="9561"/>
                  </a:lnTo>
                  <a:lnTo>
                    <a:pt x="20" y="9877"/>
                  </a:lnTo>
                  <a:lnTo>
                    <a:pt x="0" y="9995"/>
                  </a:lnTo>
                  <a:lnTo>
                    <a:pt x="0" y="10094"/>
                  </a:lnTo>
                  <a:lnTo>
                    <a:pt x="59" y="10410"/>
                  </a:lnTo>
                  <a:lnTo>
                    <a:pt x="138" y="10765"/>
                  </a:lnTo>
                  <a:lnTo>
                    <a:pt x="257" y="11121"/>
                  </a:lnTo>
                  <a:lnTo>
                    <a:pt x="336" y="11299"/>
                  </a:lnTo>
                  <a:lnTo>
                    <a:pt x="435" y="11496"/>
                  </a:lnTo>
                  <a:lnTo>
                    <a:pt x="553" y="11674"/>
                  </a:lnTo>
                  <a:lnTo>
                    <a:pt x="672" y="11852"/>
                  </a:lnTo>
                  <a:lnTo>
                    <a:pt x="830" y="12030"/>
                  </a:lnTo>
                  <a:lnTo>
                    <a:pt x="1007" y="12207"/>
                  </a:lnTo>
                  <a:lnTo>
                    <a:pt x="1205" y="12365"/>
                  </a:lnTo>
                  <a:lnTo>
                    <a:pt x="1422" y="12523"/>
                  </a:lnTo>
                  <a:lnTo>
                    <a:pt x="1659" y="12681"/>
                  </a:lnTo>
                  <a:lnTo>
                    <a:pt x="1936" y="12839"/>
                  </a:lnTo>
                  <a:lnTo>
                    <a:pt x="2212" y="12958"/>
                  </a:lnTo>
                  <a:lnTo>
                    <a:pt x="2489" y="13076"/>
                  </a:lnTo>
                  <a:lnTo>
                    <a:pt x="2746" y="13175"/>
                  </a:lnTo>
                  <a:lnTo>
                    <a:pt x="3002" y="13254"/>
                  </a:lnTo>
                  <a:lnTo>
                    <a:pt x="3259" y="13294"/>
                  </a:lnTo>
                  <a:lnTo>
                    <a:pt x="3536" y="13333"/>
                  </a:lnTo>
                  <a:lnTo>
                    <a:pt x="4069" y="13333"/>
                  </a:lnTo>
                  <a:lnTo>
                    <a:pt x="4346" y="13294"/>
                  </a:lnTo>
                  <a:lnTo>
                    <a:pt x="4642" y="13234"/>
                  </a:lnTo>
                  <a:lnTo>
                    <a:pt x="4958" y="13155"/>
                  </a:lnTo>
                  <a:lnTo>
                    <a:pt x="5294" y="13037"/>
                  </a:lnTo>
                  <a:lnTo>
                    <a:pt x="5629" y="12918"/>
                  </a:lnTo>
                  <a:lnTo>
                    <a:pt x="6005" y="12741"/>
                  </a:lnTo>
                  <a:lnTo>
                    <a:pt x="6834" y="12346"/>
                  </a:lnTo>
                  <a:lnTo>
                    <a:pt x="7170" y="12168"/>
                  </a:lnTo>
                  <a:lnTo>
                    <a:pt x="7486" y="11931"/>
                  </a:lnTo>
                  <a:lnTo>
                    <a:pt x="7782" y="11674"/>
                  </a:lnTo>
                  <a:lnTo>
                    <a:pt x="8059" y="11397"/>
                  </a:lnTo>
                  <a:lnTo>
                    <a:pt x="8316" y="11081"/>
                  </a:lnTo>
                  <a:lnTo>
                    <a:pt x="8553" y="10746"/>
                  </a:lnTo>
                  <a:lnTo>
                    <a:pt x="8790" y="10410"/>
                  </a:lnTo>
                  <a:lnTo>
                    <a:pt x="8987" y="10035"/>
                  </a:lnTo>
                  <a:lnTo>
                    <a:pt x="9205" y="9659"/>
                  </a:lnTo>
                  <a:lnTo>
                    <a:pt x="9402" y="9264"/>
                  </a:lnTo>
                  <a:lnTo>
                    <a:pt x="9758" y="8474"/>
                  </a:lnTo>
                  <a:lnTo>
                    <a:pt x="10469" y="6874"/>
                  </a:lnTo>
                  <a:lnTo>
                    <a:pt x="10627" y="6479"/>
                  </a:lnTo>
                  <a:lnTo>
                    <a:pt x="10765" y="6084"/>
                  </a:lnTo>
                  <a:lnTo>
                    <a:pt x="10884" y="5689"/>
                  </a:lnTo>
                  <a:lnTo>
                    <a:pt x="10982" y="5314"/>
                  </a:lnTo>
                  <a:lnTo>
                    <a:pt x="11042" y="4939"/>
                  </a:lnTo>
                  <a:lnTo>
                    <a:pt x="11101" y="4563"/>
                  </a:lnTo>
                  <a:lnTo>
                    <a:pt x="11121" y="4188"/>
                  </a:lnTo>
                  <a:lnTo>
                    <a:pt x="11140" y="3832"/>
                  </a:lnTo>
                  <a:lnTo>
                    <a:pt x="11140" y="3497"/>
                  </a:lnTo>
                  <a:lnTo>
                    <a:pt x="11121" y="3161"/>
                  </a:lnTo>
                  <a:lnTo>
                    <a:pt x="11081" y="2845"/>
                  </a:lnTo>
                  <a:lnTo>
                    <a:pt x="11022" y="2549"/>
                  </a:lnTo>
                  <a:lnTo>
                    <a:pt x="10963" y="2252"/>
                  </a:lnTo>
                  <a:lnTo>
                    <a:pt x="10903" y="1976"/>
                  </a:lnTo>
                  <a:lnTo>
                    <a:pt x="10804" y="1719"/>
                  </a:lnTo>
                  <a:lnTo>
                    <a:pt x="10725" y="1502"/>
                  </a:lnTo>
                  <a:lnTo>
                    <a:pt x="10607" y="1284"/>
                  </a:lnTo>
                  <a:lnTo>
                    <a:pt x="10488" y="1087"/>
                  </a:lnTo>
                  <a:lnTo>
                    <a:pt x="10350" y="929"/>
                  </a:lnTo>
                  <a:lnTo>
                    <a:pt x="10212" y="771"/>
                  </a:lnTo>
                  <a:lnTo>
                    <a:pt x="10074" y="633"/>
                  </a:lnTo>
                  <a:lnTo>
                    <a:pt x="9916" y="514"/>
                  </a:lnTo>
                  <a:lnTo>
                    <a:pt x="9758" y="415"/>
                  </a:lnTo>
                  <a:lnTo>
                    <a:pt x="9600" y="336"/>
                  </a:lnTo>
                  <a:lnTo>
                    <a:pt x="9323" y="198"/>
                  </a:lnTo>
                  <a:lnTo>
                    <a:pt x="9086" y="119"/>
                  </a:lnTo>
                  <a:lnTo>
                    <a:pt x="8869" y="60"/>
                  </a:lnTo>
                  <a:lnTo>
                    <a:pt x="8770" y="40"/>
                  </a:lnTo>
                  <a:lnTo>
                    <a:pt x="8454" y="20"/>
                  </a:lnTo>
                  <a:lnTo>
                    <a:pt x="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-813400" y="3369700"/>
              <a:ext cx="247400" cy="321500"/>
            </a:xfrm>
            <a:custGeom>
              <a:rect b="b" l="l" r="r" t="t"/>
              <a:pathLst>
                <a:path extrusionOk="0" h="12860" w="9896">
                  <a:moveTo>
                    <a:pt x="6044" y="1"/>
                  </a:moveTo>
                  <a:lnTo>
                    <a:pt x="5827" y="20"/>
                  </a:lnTo>
                  <a:lnTo>
                    <a:pt x="5709" y="40"/>
                  </a:lnTo>
                  <a:lnTo>
                    <a:pt x="5590" y="99"/>
                  </a:lnTo>
                  <a:lnTo>
                    <a:pt x="5472" y="159"/>
                  </a:lnTo>
                  <a:lnTo>
                    <a:pt x="5333" y="238"/>
                  </a:lnTo>
                  <a:lnTo>
                    <a:pt x="5057" y="455"/>
                  </a:lnTo>
                  <a:lnTo>
                    <a:pt x="4760" y="731"/>
                  </a:lnTo>
                  <a:lnTo>
                    <a:pt x="4464" y="1067"/>
                  </a:lnTo>
                  <a:lnTo>
                    <a:pt x="4148" y="1442"/>
                  </a:lnTo>
                  <a:lnTo>
                    <a:pt x="3832" y="1837"/>
                  </a:lnTo>
                  <a:lnTo>
                    <a:pt x="3496" y="2272"/>
                  </a:lnTo>
                  <a:lnTo>
                    <a:pt x="2884" y="3181"/>
                  </a:lnTo>
                  <a:lnTo>
                    <a:pt x="2291" y="4089"/>
                  </a:lnTo>
                  <a:lnTo>
                    <a:pt x="1798" y="4919"/>
                  </a:lnTo>
                  <a:lnTo>
                    <a:pt x="1403" y="5610"/>
                  </a:lnTo>
                  <a:lnTo>
                    <a:pt x="1225" y="5926"/>
                  </a:lnTo>
                  <a:lnTo>
                    <a:pt x="1067" y="6262"/>
                  </a:lnTo>
                  <a:lnTo>
                    <a:pt x="909" y="6637"/>
                  </a:lnTo>
                  <a:lnTo>
                    <a:pt x="751" y="6993"/>
                  </a:lnTo>
                  <a:lnTo>
                    <a:pt x="613" y="7388"/>
                  </a:lnTo>
                  <a:lnTo>
                    <a:pt x="494" y="7783"/>
                  </a:lnTo>
                  <a:lnTo>
                    <a:pt x="376" y="8178"/>
                  </a:lnTo>
                  <a:lnTo>
                    <a:pt x="257" y="8573"/>
                  </a:lnTo>
                  <a:lnTo>
                    <a:pt x="178" y="8948"/>
                  </a:lnTo>
                  <a:lnTo>
                    <a:pt x="99" y="9343"/>
                  </a:lnTo>
                  <a:lnTo>
                    <a:pt x="40" y="9699"/>
                  </a:lnTo>
                  <a:lnTo>
                    <a:pt x="0" y="10054"/>
                  </a:lnTo>
                  <a:lnTo>
                    <a:pt x="0" y="10390"/>
                  </a:lnTo>
                  <a:lnTo>
                    <a:pt x="0" y="10706"/>
                  </a:lnTo>
                  <a:lnTo>
                    <a:pt x="40" y="10983"/>
                  </a:lnTo>
                  <a:lnTo>
                    <a:pt x="99" y="11220"/>
                  </a:lnTo>
                  <a:lnTo>
                    <a:pt x="138" y="11338"/>
                  </a:lnTo>
                  <a:lnTo>
                    <a:pt x="178" y="11457"/>
                  </a:lnTo>
                  <a:lnTo>
                    <a:pt x="336" y="11694"/>
                  </a:lnTo>
                  <a:lnTo>
                    <a:pt x="534" y="11911"/>
                  </a:lnTo>
                  <a:lnTo>
                    <a:pt x="751" y="12109"/>
                  </a:lnTo>
                  <a:lnTo>
                    <a:pt x="1027" y="12286"/>
                  </a:lnTo>
                  <a:lnTo>
                    <a:pt x="1343" y="12464"/>
                  </a:lnTo>
                  <a:lnTo>
                    <a:pt x="1679" y="12602"/>
                  </a:lnTo>
                  <a:lnTo>
                    <a:pt x="2035" y="12721"/>
                  </a:lnTo>
                  <a:lnTo>
                    <a:pt x="2430" y="12800"/>
                  </a:lnTo>
                  <a:lnTo>
                    <a:pt x="2845" y="12859"/>
                  </a:lnTo>
                  <a:lnTo>
                    <a:pt x="3259" y="12859"/>
                  </a:lnTo>
                  <a:lnTo>
                    <a:pt x="3694" y="12820"/>
                  </a:lnTo>
                  <a:lnTo>
                    <a:pt x="3911" y="12780"/>
                  </a:lnTo>
                  <a:lnTo>
                    <a:pt x="4128" y="12741"/>
                  </a:lnTo>
                  <a:lnTo>
                    <a:pt x="4365" y="12681"/>
                  </a:lnTo>
                  <a:lnTo>
                    <a:pt x="4583" y="12602"/>
                  </a:lnTo>
                  <a:lnTo>
                    <a:pt x="4820" y="12523"/>
                  </a:lnTo>
                  <a:lnTo>
                    <a:pt x="5037" y="12425"/>
                  </a:lnTo>
                  <a:lnTo>
                    <a:pt x="5254" y="12306"/>
                  </a:lnTo>
                  <a:lnTo>
                    <a:pt x="5491" y="12168"/>
                  </a:lnTo>
                  <a:lnTo>
                    <a:pt x="5709" y="12030"/>
                  </a:lnTo>
                  <a:lnTo>
                    <a:pt x="5926" y="11872"/>
                  </a:lnTo>
                  <a:lnTo>
                    <a:pt x="6321" y="11536"/>
                  </a:lnTo>
                  <a:lnTo>
                    <a:pt x="6716" y="11160"/>
                  </a:lnTo>
                  <a:lnTo>
                    <a:pt x="7071" y="10765"/>
                  </a:lnTo>
                  <a:lnTo>
                    <a:pt x="7387" y="10351"/>
                  </a:lnTo>
                  <a:lnTo>
                    <a:pt x="7704" y="9916"/>
                  </a:lnTo>
                  <a:lnTo>
                    <a:pt x="8000" y="9462"/>
                  </a:lnTo>
                  <a:lnTo>
                    <a:pt x="8257" y="9007"/>
                  </a:lnTo>
                  <a:lnTo>
                    <a:pt x="8494" y="8533"/>
                  </a:lnTo>
                  <a:lnTo>
                    <a:pt x="8731" y="8059"/>
                  </a:lnTo>
                  <a:lnTo>
                    <a:pt x="8928" y="7585"/>
                  </a:lnTo>
                  <a:lnTo>
                    <a:pt x="9106" y="7131"/>
                  </a:lnTo>
                  <a:lnTo>
                    <a:pt x="9284" y="6677"/>
                  </a:lnTo>
                  <a:lnTo>
                    <a:pt x="9422" y="6242"/>
                  </a:lnTo>
                  <a:lnTo>
                    <a:pt x="9659" y="5452"/>
                  </a:lnTo>
                  <a:lnTo>
                    <a:pt x="9758" y="5077"/>
                  </a:lnTo>
                  <a:lnTo>
                    <a:pt x="9817" y="4702"/>
                  </a:lnTo>
                  <a:lnTo>
                    <a:pt x="9876" y="4326"/>
                  </a:lnTo>
                  <a:lnTo>
                    <a:pt x="9896" y="3971"/>
                  </a:lnTo>
                  <a:lnTo>
                    <a:pt x="9896" y="3615"/>
                  </a:lnTo>
                  <a:lnTo>
                    <a:pt x="9876" y="3260"/>
                  </a:lnTo>
                  <a:lnTo>
                    <a:pt x="9817" y="2944"/>
                  </a:lnTo>
                  <a:lnTo>
                    <a:pt x="9758" y="2608"/>
                  </a:lnTo>
                  <a:lnTo>
                    <a:pt x="9659" y="2312"/>
                  </a:lnTo>
                  <a:lnTo>
                    <a:pt x="9540" y="2015"/>
                  </a:lnTo>
                  <a:lnTo>
                    <a:pt x="9402" y="1739"/>
                  </a:lnTo>
                  <a:lnTo>
                    <a:pt x="9244" y="1482"/>
                  </a:lnTo>
                  <a:lnTo>
                    <a:pt x="9066" y="1245"/>
                  </a:lnTo>
                  <a:lnTo>
                    <a:pt x="8869" y="1028"/>
                  </a:lnTo>
                  <a:lnTo>
                    <a:pt x="8632" y="830"/>
                  </a:lnTo>
                  <a:lnTo>
                    <a:pt x="8375" y="672"/>
                  </a:lnTo>
                  <a:lnTo>
                    <a:pt x="8118" y="534"/>
                  </a:lnTo>
                  <a:lnTo>
                    <a:pt x="7862" y="415"/>
                  </a:lnTo>
                  <a:lnTo>
                    <a:pt x="7624" y="317"/>
                  </a:lnTo>
                  <a:lnTo>
                    <a:pt x="7387" y="218"/>
                  </a:lnTo>
                  <a:lnTo>
                    <a:pt x="6953" y="99"/>
                  </a:lnTo>
                  <a:lnTo>
                    <a:pt x="6578" y="40"/>
                  </a:lnTo>
                  <a:lnTo>
                    <a:pt x="6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-836625" y="3276375"/>
              <a:ext cx="241000" cy="352600"/>
            </a:xfrm>
            <a:custGeom>
              <a:rect b="b" l="l" r="r" t="t"/>
              <a:pathLst>
                <a:path extrusionOk="0" h="14104" w="9640">
                  <a:moveTo>
                    <a:pt x="6025" y="0"/>
                  </a:moveTo>
                  <a:lnTo>
                    <a:pt x="5887" y="20"/>
                  </a:lnTo>
                  <a:lnTo>
                    <a:pt x="5729" y="40"/>
                  </a:lnTo>
                  <a:lnTo>
                    <a:pt x="5591" y="79"/>
                  </a:lnTo>
                  <a:lnTo>
                    <a:pt x="5354" y="158"/>
                  </a:lnTo>
                  <a:lnTo>
                    <a:pt x="5176" y="277"/>
                  </a:lnTo>
                  <a:lnTo>
                    <a:pt x="5018" y="395"/>
                  </a:lnTo>
                  <a:lnTo>
                    <a:pt x="4919" y="514"/>
                  </a:lnTo>
                  <a:lnTo>
                    <a:pt x="4840" y="613"/>
                  </a:lnTo>
                  <a:lnTo>
                    <a:pt x="4781" y="711"/>
                  </a:lnTo>
                  <a:lnTo>
                    <a:pt x="4030" y="2114"/>
                  </a:lnTo>
                  <a:lnTo>
                    <a:pt x="3260" y="3595"/>
                  </a:lnTo>
                  <a:lnTo>
                    <a:pt x="2371" y="5353"/>
                  </a:lnTo>
                  <a:lnTo>
                    <a:pt x="1937" y="6282"/>
                  </a:lnTo>
                  <a:lnTo>
                    <a:pt x="1502" y="7190"/>
                  </a:lnTo>
                  <a:lnTo>
                    <a:pt x="1087" y="8079"/>
                  </a:lnTo>
                  <a:lnTo>
                    <a:pt x="732" y="8928"/>
                  </a:lnTo>
                  <a:lnTo>
                    <a:pt x="435" y="9699"/>
                  </a:lnTo>
                  <a:lnTo>
                    <a:pt x="198" y="10370"/>
                  </a:lnTo>
                  <a:lnTo>
                    <a:pt x="119" y="10647"/>
                  </a:lnTo>
                  <a:lnTo>
                    <a:pt x="60" y="10904"/>
                  </a:lnTo>
                  <a:lnTo>
                    <a:pt x="21" y="11141"/>
                  </a:lnTo>
                  <a:lnTo>
                    <a:pt x="1" y="11318"/>
                  </a:lnTo>
                  <a:lnTo>
                    <a:pt x="21" y="11634"/>
                  </a:lnTo>
                  <a:lnTo>
                    <a:pt x="60" y="11911"/>
                  </a:lnTo>
                  <a:lnTo>
                    <a:pt x="119" y="12168"/>
                  </a:lnTo>
                  <a:lnTo>
                    <a:pt x="198" y="12405"/>
                  </a:lnTo>
                  <a:lnTo>
                    <a:pt x="297" y="12602"/>
                  </a:lnTo>
                  <a:lnTo>
                    <a:pt x="396" y="12780"/>
                  </a:lnTo>
                  <a:lnTo>
                    <a:pt x="514" y="12938"/>
                  </a:lnTo>
                  <a:lnTo>
                    <a:pt x="653" y="13096"/>
                  </a:lnTo>
                  <a:lnTo>
                    <a:pt x="791" y="13215"/>
                  </a:lnTo>
                  <a:lnTo>
                    <a:pt x="949" y="13333"/>
                  </a:lnTo>
                  <a:lnTo>
                    <a:pt x="1107" y="13432"/>
                  </a:lnTo>
                  <a:lnTo>
                    <a:pt x="1265" y="13531"/>
                  </a:lnTo>
                  <a:lnTo>
                    <a:pt x="1601" y="13708"/>
                  </a:lnTo>
                  <a:lnTo>
                    <a:pt x="1937" y="13847"/>
                  </a:lnTo>
                  <a:lnTo>
                    <a:pt x="2114" y="13926"/>
                  </a:lnTo>
                  <a:lnTo>
                    <a:pt x="2312" y="13985"/>
                  </a:lnTo>
                  <a:lnTo>
                    <a:pt x="2509" y="14044"/>
                  </a:lnTo>
                  <a:lnTo>
                    <a:pt x="2727" y="14084"/>
                  </a:lnTo>
                  <a:lnTo>
                    <a:pt x="2964" y="14103"/>
                  </a:lnTo>
                  <a:lnTo>
                    <a:pt x="3477" y="14103"/>
                  </a:lnTo>
                  <a:lnTo>
                    <a:pt x="3734" y="14064"/>
                  </a:lnTo>
                  <a:lnTo>
                    <a:pt x="4011" y="14024"/>
                  </a:lnTo>
                  <a:lnTo>
                    <a:pt x="4287" y="13945"/>
                  </a:lnTo>
                  <a:lnTo>
                    <a:pt x="4583" y="13847"/>
                  </a:lnTo>
                  <a:lnTo>
                    <a:pt x="4880" y="13728"/>
                  </a:lnTo>
                  <a:lnTo>
                    <a:pt x="5176" y="13570"/>
                  </a:lnTo>
                  <a:lnTo>
                    <a:pt x="5472" y="13392"/>
                  </a:lnTo>
                  <a:lnTo>
                    <a:pt x="5768" y="13195"/>
                  </a:lnTo>
                  <a:lnTo>
                    <a:pt x="6065" y="12958"/>
                  </a:lnTo>
                  <a:lnTo>
                    <a:pt x="6361" y="12681"/>
                  </a:lnTo>
                  <a:lnTo>
                    <a:pt x="6618" y="12405"/>
                  </a:lnTo>
                  <a:lnTo>
                    <a:pt x="6875" y="12108"/>
                  </a:lnTo>
                  <a:lnTo>
                    <a:pt x="7131" y="11792"/>
                  </a:lnTo>
                  <a:lnTo>
                    <a:pt x="7368" y="11457"/>
                  </a:lnTo>
                  <a:lnTo>
                    <a:pt x="7586" y="11121"/>
                  </a:lnTo>
                  <a:lnTo>
                    <a:pt x="7783" y="10765"/>
                  </a:lnTo>
                  <a:lnTo>
                    <a:pt x="7981" y="10390"/>
                  </a:lnTo>
                  <a:lnTo>
                    <a:pt x="8178" y="10015"/>
                  </a:lnTo>
                  <a:lnTo>
                    <a:pt x="8356" y="9620"/>
                  </a:lnTo>
                  <a:lnTo>
                    <a:pt x="8692" y="8810"/>
                  </a:lnTo>
                  <a:lnTo>
                    <a:pt x="9008" y="7980"/>
                  </a:lnTo>
                  <a:lnTo>
                    <a:pt x="9304" y="7111"/>
                  </a:lnTo>
                  <a:lnTo>
                    <a:pt x="9442" y="6677"/>
                  </a:lnTo>
                  <a:lnTo>
                    <a:pt x="9541" y="6262"/>
                  </a:lnTo>
                  <a:lnTo>
                    <a:pt x="9600" y="5867"/>
                  </a:lnTo>
                  <a:lnTo>
                    <a:pt x="9640" y="5472"/>
                  </a:lnTo>
                  <a:lnTo>
                    <a:pt x="9640" y="5096"/>
                  </a:lnTo>
                  <a:lnTo>
                    <a:pt x="9620" y="4721"/>
                  </a:lnTo>
                  <a:lnTo>
                    <a:pt x="9581" y="4385"/>
                  </a:lnTo>
                  <a:lnTo>
                    <a:pt x="9502" y="4030"/>
                  </a:lnTo>
                  <a:lnTo>
                    <a:pt x="9423" y="3714"/>
                  </a:lnTo>
                  <a:lnTo>
                    <a:pt x="9324" y="3378"/>
                  </a:lnTo>
                  <a:lnTo>
                    <a:pt x="9205" y="3082"/>
                  </a:lnTo>
                  <a:lnTo>
                    <a:pt x="9087" y="2785"/>
                  </a:lnTo>
                  <a:lnTo>
                    <a:pt x="8949" y="2489"/>
                  </a:lnTo>
                  <a:lnTo>
                    <a:pt x="8791" y="2213"/>
                  </a:lnTo>
                  <a:lnTo>
                    <a:pt x="8474" y="1699"/>
                  </a:lnTo>
                  <a:lnTo>
                    <a:pt x="8316" y="1462"/>
                  </a:lnTo>
                  <a:lnTo>
                    <a:pt x="8158" y="1245"/>
                  </a:lnTo>
                  <a:lnTo>
                    <a:pt x="8000" y="1047"/>
                  </a:lnTo>
                  <a:lnTo>
                    <a:pt x="7823" y="869"/>
                  </a:lnTo>
                  <a:lnTo>
                    <a:pt x="7665" y="711"/>
                  </a:lnTo>
                  <a:lnTo>
                    <a:pt x="7507" y="553"/>
                  </a:lnTo>
                  <a:lnTo>
                    <a:pt x="7329" y="435"/>
                  </a:lnTo>
                  <a:lnTo>
                    <a:pt x="7171" y="316"/>
                  </a:lnTo>
                  <a:lnTo>
                    <a:pt x="7013" y="237"/>
                  </a:lnTo>
                  <a:lnTo>
                    <a:pt x="6835" y="158"/>
                  </a:lnTo>
                  <a:lnTo>
                    <a:pt x="6677" y="99"/>
                  </a:lnTo>
                  <a:lnTo>
                    <a:pt x="6519" y="60"/>
                  </a:lnTo>
                  <a:lnTo>
                    <a:pt x="6361" y="20"/>
                  </a:lnTo>
                  <a:lnTo>
                    <a:pt x="6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-826250" y="3285750"/>
              <a:ext cx="215325" cy="330875"/>
            </a:xfrm>
            <a:custGeom>
              <a:rect b="b" l="l" r="r" t="t"/>
              <a:pathLst>
                <a:path extrusionOk="0" h="13235" w="8613">
                  <a:moveTo>
                    <a:pt x="5511" y="1"/>
                  </a:moveTo>
                  <a:lnTo>
                    <a:pt x="5353" y="20"/>
                  </a:lnTo>
                  <a:lnTo>
                    <a:pt x="5215" y="60"/>
                  </a:lnTo>
                  <a:lnTo>
                    <a:pt x="5097" y="99"/>
                  </a:lnTo>
                  <a:lnTo>
                    <a:pt x="4998" y="139"/>
                  </a:lnTo>
                  <a:lnTo>
                    <a:pt x="4899" y="198"/>
                  </a:lnTo>
                  <a:lnTo>
                    <a:pt x="4820" y="277"/>
                  </a:lnTo>
                  <a:lnTo>
                    <a:pt x="4682" y="396"/>
                  </a:lnTo>
                  <a:lnTo>
                    <a:pt x="4603" y="514"/>
                  </a:lnTo>
                  <a:lnTo>
                    <a:pt x="4544" y="652"/>
                  </a:lnTo>
                  <a:lnTo>
                    <a:pt x="4050" y="1541"/>
                  </a:lnTo>
                  <a:lnTo>
                    <a:pt x="2884" y="3615"/>
                  </a:lnTo>
                  <a:lnTo>
                    <a:pt x="2213" y="4820"/>
                  </a:lnTo>
                  <a:lnTo>
                    <a:pt x="1601" y="5986"/>
                  </a:lnTo>
                  <a:lnTo>
                    <a:pt x="1087" y="6973"/>
                  </a:lnTo>
                  <a:lnTo>
                    <a:pt x="890" y="7388"/>
                  </a:lnTo>
                  <a:lnTo>
                    <a:pt x="751" y="7724"/>
                  </a:lnTo>
                  <a:lnTo>
                    <a:pt x="534" y="8297"/>
                  </a:lnTo>
                  <a:lnTo>
                    <a:pt x="336" y="8889"/>
                  </a:lnTo>
                  <a:lnTo>
                    <a:pt x="178" y="9501"/>
                  </a:lnTo>
                  <a:lnTo>
                    <a:pt x="60" y="10074"/>
                  </a:lnTo>
                  <a:lnTo>
                    <a:pt x="20" y="10351"/>
                  </a:lnTo>
                  <a:lnTo>
                    <a:pt x="1" y="10627"/>
                  </a:lnTo>
                  <a:lnTo>
                    <a:pt x="1" y="10884"/>
                  </a:lnTo>
                  <a:lnTo>
                    <a:pt x="20" y="11141"/>
                  </a:lnTo>
                  <a:lnTo>
                    <a:pt x="40" y="11378"/>
                  </a:lnTo>
                  <a:lnTo>
                    <a:pt x="99" y="11595"/>
                  </a:lnTo>
                  <a:lnTo>
                    <a:pt x="159" y="11773"/>
                  </a:lnTo>
                  <a:lnTo>
                    <a:pt x="257" y="11951"/>
                  </a:lnTo>
                  <a:lnTo>
                    <a:pt x="376" y="12128"/>
                  </a:lnTo>
                  <a:lnTo>
                    <a:pt x="534" y="12286"/>
                  </a:lnTo>
                  <a:lnTo>
                    <a:pt x="712" y="12444"/>
                  </a:lnTo>
                  <a:lnTo>
                    <a:pt x="909" y="12603"/>
                  </a:lnTo>
                  <a:lnTo>
                    <a:pt x="1127" y="12741"/>
                  </a:lnTo>
                  <a:lnTo>
                    <a:pt x="1364" y="12859"/>
                  </a:lnTo>
                  <a:lnTo>
                    <a:pt x="1640" y="12978"/>
                  </a:lnTo>
                  <a:lnTo>
                    <a:pt x="1917" y="13077"/>
                  </a:lnTo>
                  <a:lnTo>
                    <a:pt x="2213" y="13156"/>
                  </a:lnTo>
                  <a:lnTo>
                    <a:pt x="2509" y="13195"/>
                  </a:lnTo>
                  <a:lnTo>
                    <a:pt x="2825" y="13235"/>
                  </a:lnTo>
                  <a:lnTo>
                    <a:pt x="3141" y="13215"/>
                  </a:lnTo>
                  <a:lnTo>
                    <a:pt x="3477" y="13195"/>
                  </a:lnTo>
                  <a:lnTo>
                    <a:pt x="3813" y="13116"/>
                  </a:lnTo>
                  <a:lnTo>
                    <a:pt x="4168" y="12998"/>
                  </a:lnTo>
                  <a:lnTo>
                    <a:pt x="4504" y="12859"/>
                  </a:lnTo>
                  <a:lnTo>
                    <a:pt x="4840" y="12662"/>
                  </a:lnTo>
                  <a:lnTo>
                    <a:pt x="5156" y="12444"/>
                  </a:lnTo>
                  <a:lnTo>
                    <a:pt x="5452" y="12188"/>
                  </a:lnTo>
                  <a:lnTo>
                    <a:pt x="5729" y="11931"/>
                  </a:lnTo>
                  <a:lnTo>
                    <a:pt x="5986" y="11635"/>
                  </a:lnTo>
                  <a:lnTo>
                    <a:pt x="6223" y="11319"/>
                  </a:lnTo>
                  <a:lnTo>
                    <a:pt x="6440" y="11003"/>
                  </a:lnTo>
                  <a:lnTo>
                    <a:pt x="6657" y="10667"/>
                  </a:lnTo>
                  <a:lnTo>
                    <a:pt x="6855" y="10331"/>
                  </a:lnTo>
                  <a:lnTo>
                    <a:pt x="7032" y="9975"/>
                  </a:lnTo>
                  <a:lnTo>
                    <a:pt x="7368" y="9284"/>
                  </a:lnTo>
                  <a:lnTo>
                    <a:pt x="7645" y="8632"/>
                  </a:lnTo>
                  <a:lnTo>
                    <a:pt x="7901" y="8020"/>
                  </a:lnTo>
                  <a:lnTo>
                    <a:pt x="8119" y="7427"/>
                  </a:lnTo>
                  <a:lnTo>
                    <a:pt x="8297" y="6815"/>
                  </a:lnTo>
                  <a:lnTo>
                    <a:pt x="8455" y="6183"/>
                  </a:lnTo>
                  <a:lnTo>
                    <a:pt x="8514" y="5867"/>
                  </a:lnTo>
                  <a:lnTo>
                    <a:pt x="8553" y="5551"/>
                  </a:lnTo>
                  <a:lnTo>
                    <a:pt x="8593" y="5215"/>
                  </a:lnTo>
                  <a:lnTo>
                    <a:pt x="8613" y="4899"/>
                  </a:lnTo>
                  <a:lnTo>
                    <a:pt x="8613" y="4583"/>
                  </a:lnTo>
                  <a:lnTo>
                    <a:pt x="8613" y="4267"/>
                  </a:lnTo>
                  <a:lnTo>
                    <a:pt x="8573" y="3971"/>
                  </a:lnTo>
                  <a:lnTo>
                    <a:pt x="8534" y="3655"/>
                  </a:lnTo>
                  <a:lnTo>
                    <a:pt x="8474" y="3339"/>
                  </a:lnTo>
                  <a:lnTo>
                    <a:pt x="8395" y="3042"/>
                  </a:lnTo>
                  <a:lnTo>
                    <a:pt x="8297" y="2746"/>
                  </a:lnTo>
                  <a:lnTo>
                    <a:pt x="8198" y="2470"/>
                  </a:lnTo>
                  <a:lnTo>
                    <a:pt x="8079" y="2193"/>
                  </a:lnTo>
                  <a:lnTo>
                    <a:pt x="7961" y="1936"/>
                  </a:lnTo>
                  <a:lnTo>
                    <a:pt x="7822" y="1680"/>
                  </a:lnTo>
                  <a:lnTo>
                    <a:pt x="7664" y="1443"/>
                  </a:lnTo>
                  <a:lnTo>
                    <a:pt x="7506" y="1225"/>
                  </a:lnTo>
                  <a:lnTo>
                    <a:pt x="7348" y="1028"/>
                  </a:lnTo>
                  <a:lnTo>
                    <a:pt x="7190" y="830"/>
                  </a:lnTo>
                  <a:lnTo>
                    <a:pt x="7013" y="652"/>
                  </a:lnTo>
                  <a:lnTo>
                    <a:pt x="6835" y="494"/>
                  </a:lnTo>
                  <a:lnTo>
                    <a:pt x="6657" y="376"/>
                  </a:lnTo>
                  <a:lnTo>
                    <a:pt x="6460" y="257"/>
                  </a:lnTo>
                  <a:lnTo>
                    <a:pt x="6262" y="159"/>
                  </a:lnTo>
                  <a:lnTo>
                    <a:pt x="6065" y="80"/>
                  </a:lnTo>
                  <a:lnTo>
                    <a:pt x="5867" y="40"/>
                  </a:lnTo>
                  <a:lnTo>
                    <a:pt x="5689" y="20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-911675" y="3264025"/>
              <a:ext cx="249900" cy="354575"/>
            </a:xfrm>
            <a:custGeom>
              <a:rect b="b" l="l" r="r" t="t"/>
              <a:pathLst>
                <a:path extrusionOk="0" h="14183" w="9996">
                  <a:moveTo>
                    <a:pt x="5808" y="1"/>
                  </a:moveTo>
                  <a:lnTo>
                    <a:pt x="5689" y="20"/>
                  </a:lnTo>
                  <a:lnTo>
                    <a:pt x="5571" y="40"/>
                  </a:lnTo>
                  <a:lnTo>
                    <a:pt x="5452" y="99"/>
                  </a:lnTo>
                  <a:lnTo>
                    <a:pt x="5215" y="198"/>
                  </a:lnTo>
                  <a:lnTo>
                    <a:pt x="5018" y="336"/>
                  </a:lnTo>
                  <a:lnTo>
                    <a:pt x="4860" y="494"/>
                  </a:lnTo>
                  <a:lnTo>
                    <a:pt x="4721" y="613"/>
                  </a:lnTo>
                  <a:lnTo>
                    <a:pt x="4623" y="731"/>
                  </a:lnTo>
                  <a:lnTo>
                    <a:pt x="4010" y="1956"/>
                  </a:lnTo>
                  <a:lnTo>
                    <a:pt x="2647" y="4741"/>
                  </a:lnTo>
                  <a:lnTo>
                    <a:pt x="1877" y="6341"/>
                  </a:lnTo>
                  <a:lnTo>
                    <a:pt x="1166" y="7862"/>
                  </a:lnTo>
                  <a:lnTo>
                    <a:pt x="593" y="9146"/>
                  </a:lnTo>
                  <a:lnTo>
                    <a:pt x="396" y="9659"/>
                  </a:lnTo>
                  <a:lnTo>
                    <a:pt x="257" y="10054"/>
                  </a:lnTo>
                  <a:lnTo>
                    <a:pt x="178" y="10370"/>
                  </a:lnTo>
                  <a:lnTo>
                    <a:pt x="99" y="10686"/>
                  </a:lnTo>
                  <a:lnTo>
                    <a:pt x="40" y="10983"/>
                  </a:lnTo>
                  <a:lnTo>
                    <a:pt x="20" y="11259"/>
                  </a:lnTo>
                  <a:lnTo>
                    <a:pt x="1" y="11516"/>
                  </a:lnTo>
                  <a:lnTo>
                    <a:pt x="1" y="11773"/>
                  </a:lnTo>
                  <a:lnTo>
                    <a:pt x="20" y="12010"/>
                  </a:lnTo>
                  <a:lnTo>
                    <a:pt x="60" y="12227"/>
                  </a:lnTo>
                  <a:lnTo>
                    <a:pt x="139" y="12444"/>
                  </a:lnTo>
                  <a:lnTo>
                    <a:pt x="218" y="12642"/>
                  </a:lnTo>
                  <a:lnTo>
                    <a:pt x="317" y="12839"/>
                  </a:lnTo>
                  <a:lnTo>
                    <a:pt x="435" y="13017"/>
                  </a:lnTo>
                  <a:lnTo>
                    <a:pt x="573" y="13175"/>
                  </a:lnTo>
                  <a:lnTo>
                    <a:pt x="731" y="13333"/>
                  </a:lnTo>
                  <a:lnTo>
                    <a:pt x="929" y="13491"/>
                  </a:lnTo>
                  <a:lnTo>
                    <a:pt x="1126" y="13630"/>
                  </a:lnTo>
                  <a:lnTo>
                    <a:pt x="1344" y="13748"/>
                  </a:lnTo>
                  <a:lnTo>
                    <a:pt x="1581" y="13867"/>
                  </a:lnTo>
                  <a:lnTo>
                    <a:pt x="1837" y="13965"/>
                  </a:lnTo>
                  <a:lnTo>
                    <a:pt x="2114" y="14044"/>
                  </a:lnTo>
                  <a:lnTo>
                    <a:pt x="2391" y="14104"/>
                  </a:lnTo>
                  <a:lnTo>
                    <a:pt x="2687" y="14163"/>
                  </a:lnTo>
                  <a:lnTo>
                    <a:pt x="2983" y="14183"/>
                  </a:lnTo>
                  <a:lnTo>
                    <a:pt x="3279" y="14183"/>
                  </a:lnTo>
                  <a:lnTo>
                    <a:pt x="3615" y="14163"/>
                  </a:lnTo>
                  <a:lnTo>
                    <a:pt x="3931" y="14104"/>
                  </a:lnTo>
                  <a:lnTo>
                    <a:pt x="4247" y="14044"/>
                  </a:lnTo>
                  <a:lnTo>
                    <a:pt x="4583" y="13946"/>
                  </a:lnTo>
                  <a:lnTo>
                    <a:pt x="4919" y="13807"/>
                  </a:lnTo>
                  <a:lnTo>
                    <a:pt x="5255" y="13649"/>
                  </a:lnTo>
                  <a:lnTo>
                    <a:pt x="5590" y="13452"/>
                  </a:lnTo>
                  <a:lnTo>
                    <a:pt x="5906" y="13234"/>
                  </a:lnTo>
                  <a:lnTo>
                    <a:pt x="6242" y="12997"/>
                  </a:lnTo>
                  <a:lnTo>
                    <a:pt x="6538" y="12721"/>
                  </a:lnTo>
                  <a:lnTo>
                    <a:pt x="6815" y="12444"/>
                  </a:lnTo>
                  <a:lnTo>
                    <a:pt x="7092" y="12148"/>
                  </a:lnTo>
                  <a:lnTo>
                    <a:pt x="7348" y="11832"/>
                  </a:lnTo>
                  <a:lnTo>
                    <a:pt x="7585" y="11516"/>
                  </a:lnTo>
                  <a:lnTo>
                    <a:pt x="7822" y="11161"/>
                  </a:lnTo>
                  <a:lnTo>
                    <a:pt x="8040" y="10805"/>
                  </a:lnTo>
                  <a:lnTo>
                    <a:pt x="8257" y="10449"/>
                  </a:lnTo>
                  <a:lnTo>
                    <a:pt x="8454" y="10074"/>
                  </a:lnTo>
                  <a:lnTo>
                    <a:pt x="8830" y="9284"/>
                  </a:lnTo>
                  <a:lnTo>
                    <a:pt x="9185" y="8454"/>
                  </a:lnTo>
                  <a:lnTo>
                    <a:pt x="9521" y="7585"/>
                  </a:lnTo>
                  <a:lnTo>
                    <a:pt x="9679" y="7131"/>
                  </a:lnTo>
                  <a:lnTo>
                    <a:pt x="9798" y="6697"/>
                  </a:lnTo>
                  <a:lnTo>
                    <a:pt x="9896" y="6282"/>
                  </a:lnTo>
                  <a:lnTo>
                    <a:pt x="9956" y="5867"/>
                  </a:lnTo>
                  <a:lnTo>
                    <a:pt x="9995" y="5472"/>
                  </a:lnTo>
                  <a:lnTo>
                    <a:pt x="9995" y="5077"/>
                  </a:lnTo>
                  <a:lnTo>
                    <a:pt x="9975" y="4682"/>
                  </a:lnTo>
                  <a:lnTo>
                    <a:pt x="9936" y="4307"/>
                  </a:lnTo>
                  <a:lnTo>
                    <a:pt x="9877" y="3951"/>
                  </a:lnTo>
                  <a:lnTo>
                    <a:pt x="9798" y="3595"/>
                  </a:lnTo>
                  <a:lnTo>
                    <a:pt x="9679" y="3260"/>
                  </a:lnTo>
                  <a:lnTo>
                    <a:pt x="9541" y="2924"/>
                  </a:lnTo>
                  <a:lnTo>
                    <a:pt x="9403" y="2608"/>
                  </a:lnTo>
                  <a:lnTo>
                    <a:pt x="9225" y="2292"/>
                  </a:lnTo>
                  <a:lnTo>
                    <a:pt x="9027" y="1996"/>
                  </a:lnTo>
                  <a:lnTo>
                    <a:pt x="8830" y="1719"/>
                  </a:lnTo>
                  <a:lnTo>
                    <a:pt x="8612" y="1462"/>
                  </a:lnTo>
                  <a:lnTo>
                    <a:pt x="8395" y="1225"/>
                  </a:lnTo>
                  <a:lnTo>
                    <a:pt x="8178" y="1028"/>
                  </a:lnTo>
                  <a:lnTo>
                    <a:pt x="7961" y="830"/>
                  </a:lnTo>
                  <a:lnTo>
                    <a:pt x="7763" y="692"/>
                  </a:lnTo>
                  <a:lnTo>
                    <a:pt x="7566" y="554"/>
                  </a:lnTo>
                  <a:lnTo>
                    <a:pt x="7368" y="435"/>
                  </a:lnTo>
                  <a:lnTo>
                    <a:pt x="7190" y="336"/>
                  </a:lnTo>
                  <a:lnTo>
                    <a:pt x="6835" y="198"/>
                  </a:lnTo>
                  <a:lnTo>
                    <a:pt x="6499" y="99"/>
                  </a:lnTo>
                  <a:lnTo>
                    <a:pt x="6203" y="40"/>
                  </a:lnTo>
                  <a:lnTo>
                    <a:pt x="5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-899325" y="3276875"/>
              <a:ext cx="221250" cy="328400"/>
            </a:xfrm>
            <a:custGeom>
              <a:rect b="b" l="l" r="r" t="t"/>
              <a:pathLst>
                <a:path extrusionOk="0" h="13136" w="8850">
                  <a:moveTo>
                    <a:pt x="5274" y="0"/>
                  </a:moveTo>
                  <a:lnTo>
                    <a:pt x="5136" y="40"/>
                  </a:lnTo>
                  <a:lnTo>
                    <a:pt x="5017" y="79"/>
                  </a:lnTo>
                  <a:lnTo>
                    <a:pt x="4899" y="138"/>
                  </a:lnTo>
                  <a:lnTo>
                    <a:pt x="4721" y="257"/>
                  </a:lnTo>
                  <a:lnTo>
                    <a:pt x="4583" y="375"/>
                  </a:lnTo>
                  <a:lnTo>
                    <a:pt x="4464" y="494"/>
                  </a:lnTo>
                  <a:lnTo>
                    <a:pt x="4385" y="612"/>
                  </a:lnTo>
                  <a:lnTo>
                    <a:pt x="3773" y="1936"/>
                  </a:lnTo>
                  <a:lnTo>
                    <a:pt x="2390" y="4938"/>
                  </a:lnTo>
                  <a:lnTo>
                    <a:pt x="1620" y="6597"/>
                  </a:lnTo>
                  <a:lnTo>
                    <a:pt x="929" y="8118"/>
                  </a:lnTo>
                  <a:lnTo>
                    <a:pt x="415" y="9323"/>
                  </a:lnTo>
                  <a:lnTo>
                    <a:pt x="237" y="9758"/>
                  </a:lnTo>
                  <a:lnTo>
                    <a:pt x="139" y="10034"/>
                  </a:lnTo>
                  <a:lnTo>
                    <a:pt x="79" y="10232"/>
                  </a:lnTo>
                  <a:lnTo>
                    <a:pt x="40" y="10429"/>
                  </a:lnTo>
                  <a:lnTo>
                    <a:pt x="20" y="10647"/>
                  </a:lnTo>
                  <a:lnTo>
                    <a:pt x="0" y="10844"/>
                  </a:lnTo>
                  <a:lnTo>
                    <a:pt x="0" y="11061"/>
                  </a:lnTo>
                  <a:lnTo>
                    <a:pt x="20" y="11259"/>
                  </a:lnTo>
                  <a:lnTo>
                    <a:pt x="40" y="11456"/>
                  </a:lnTo>
                  <a:lnTo>
                    <a:pt x="79" y="11654"/>
                  </a:lnTo>
                  <a:lnTo>
                    <a:pt x="139" y="11851"/>
                  </a:lnTo>
                  <a:lnTo>
                    <a:pt x="218" y="12029"/>
                  </a:lnTo>
                  <a:lnTo>
                    <a:pt x="297" y="12187"/>
                  </a:lnTo>
                  <a:lnTo>
                    <a:pt x="415" y="12345"/>
                  </a:lnTo>
                  <a:lnTo>
                    <a:pt x="534" y="12483"/>
                  </a:lnTo>
                  <a:lnTo>
                    <a:pt x="672" y="12622"/>
                  </a:lnTo>
                  <a:lnTo>
                    <a:pt x="850" y="12720"/>
                  </a:lnTo>
                  <a:lnTo>
                    <a:pt x="1027" y="12799"/>
                  </a:lnTo>
                  <a:lnTo>
                    <a:pt x="1423" y="12938"/>
                  </a:lnTo>
                  <a:lnTo>
                    <a:pt x="1877" y="13037"/>
                  </a:lnTo>
                  <a:lnTo>
                    <a:pt x="2351" y="13116"/>
                  </a:lnTo>
                  <a:lnTo>
                    <a:pt x="2845" y="13135"/>
                  </a:lnTo>
                  <a:lnTo>
                    <a:pt x="3101" y="13135"/>
                  </a:lnTo>
                  <a:lnTo>
                    <a:pt x="3338" y="13116"/>
                  </a:lnTo>
                  <a:lnTo>
                    <a:pt x="3575" y="13076"/>
                  </a:lnTo>
                  <a:lnTo>
                    <a:pt x="3813" y="13017"/>
                  </a:lnTo>
                  <a:lnTo>
                    <a:pt x="4050" y="12958"/>
                  </a:lnTo>
                  <a:lnTo>
                    <a:pt x="4287" y="12878"/>
                  </a:lnTo>
                  <a:lnTo>
                    <a:pt x="4504" y="12799"/>
                  </a:lnTo>
                  <a:lnTo>
                    <a:pt x="4721" y="12681"/>
                  </a:lnTo>
                  <a:lnTo>
                    <a:pt x="4919" y="12543"/>
                  </a:lnTo>
                  <a:lnTo>
                    <a:pt x="5136" y="12385"/>
                  </a:lnTo>
                  <a:lnTo>
                    <a:pt x="5353" y="12227"/>
                  </a:lnTo>
                  <a:lnTo>
                    <a:pt x="5570" y="12029"/>
                  </a:lnTo>
                  <a:lnTo>
                    <a:pt x="5807" y="11812"/>
                  </a:lnTo>
                  <a:lnTo>
                    <a:pt x="6025" y="11575"/>
                  </a:lnTo>
                  <a:lnTo>
                    <a:pt x="6262" y="11318"/>
                  </a:lnTo>
                  <a:lnTo>
                    <a:pt x="6479" y="11042"/>
                  </a:lnTo>
                  <a:lnTo>
                    <a:pt x="6696" y="10745"/>
                  </a:lnTo>
                  <a:lnTo>
                    <a:pt x="6914" y="10429"/>
                  </a:lnTo>
                  <a:lnTo>
                    <a:pt x="7111" y="10113"/>
                  </a:lnTo>
                  <a:lnTo>
                    <a:pt x="7328" y="9758"/>
                  </a:lnTo>
                  <a:lnTo>
                    <a:pt x="7506" y="9402"/>
                  </a:lnTo>
                  <a:lnTo>
                    <a:pt x="7684" y="9027"/>
                  </a:lnTo>
                  <a:lnTo>
                    <a:pt x="7862" y="8632"/>
                  </a:lnTo>
                  <a:lnTo>
                    <a:pt x="8020" y="8217"/>
                  </a:lnTo>
                  <a:lnTo>
                    <a:pt x="8276" y="7447"/>
                  </a:lnTo>
                  <a:lnTo>
                    <a:pt x="8494" y="6736"/>
                  </a:lnTo>
                  <a:lnTo>
                    <a:pt x="8672" y="6104"/>
                  </a:lnTo>
                  <a:lnTo>
                    <a:pt x="8770" y="5491"/>
                  </a:lnTo>
                  <a:lnTo>
                    <a:pt x="8810" y="5195"/>
                  </a:lnTo>
                  <a:lnTo>
                    <a:pt x="8849" y="4918"/>
                  </a:lnTo>
                  <a:lnTo>
                    <a:pt x="8849" y="4622"/>
                  </a:lnTo>
                  <a:lnTo>
                    <a:pt x="8849" y="4326"/>
                  </a:lnTo>
                  <a:lnTo>
                    <a:pt x="8830" y="4030"/>
                  </a:lnTo>
                  <a:lnTo>
                    <a:pt x="8810" y="3733"/>
                  </a:lnTo>
                  <a:lnTo>
                    <a:pt x="8691" y="3081"/>
                  </a:lnTo>
                  <a:lnTo>
                    <a:pt x="8612" y="2765"/>
                  </a:lnTo>
                  <a:lnTo>
                    <a:pt x="8513" y="2449"/>
                  </a:lnTo>
                  <a:lnTo>
                    <a:pt x="8375" y="2153"/>
                  </a:lnTo>
                  <a:lnTo>
                    <a:pt x="8217" y="1877"/>
                  </a:lnTo>
                  <a:lnTo>
                    <a:pt x="8039" y="1620"/>
                  </a:lnTo>
                  <a:lnTo>
                    <a:pt x="7842" y="1363"/>
                  </a:lnTo>
                  <a:lnTo>
                    <a:pt x="7625" y="1146"/>
                  </a:lnTo>
                  <a:lnTo>
                    <a:pt x="7407" y="928"/>
                  </a:lnTo>
                  <a:lnTo>
                    <a:pt x="7190" y="751"/>
                  </a:lnTo>
                  <a:lnTo>
                    <a:pt x="6973" y="593"/>
                  </a:lnTo>
                  <a:lnTo>
                    <a:pt x="6736" y="435"/>
                  </a:lnTo>
                  <a:lnTo>
                    <a:pt x="6519" y="316"/>
                  </a:lnTo>
                  <a:lnTo>
                    <a:pt x="6301" y="198"/>
                  </a:lnTo>
                  <a:lnTo>
                    <a:pt x="6084" y="119"/>
                  </a:lnTo>
                  <a:lnTo>
                    <a:pt x="5906" y="59"/>
                  </a:lnTo>
                  <a:lnTo>
                    <a:pt x="5728" y="2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-1012900" y="3249225"/>
              <a:ext cx="277050" cy="358025"/>
            </a:xfrm>
            <a:custGeom>
              <a:rect b="b" l="l" r="r" t="t"/>
              <a:pathLst>
                <a:path extrusionOk="0" h="14321" w="11082">
                  <a:moveTo>
                    <a:pt x="6894" y="0"/>
                  </a:moveTo>
                  <a:lnTo>
                    <a:pt x="6716" y="20"/>
                  </a:lnTo>
                  <a:lnTo>
                    <a:pt x="6538" y="59"/>
                  </a:lnTo>
                  <a:lnTo>
                    <a:pt x="6440" y="119"/>
                  </a:lnTo>
                  <a:lnTo>
                    <a:pt x="6321" y="217"/>
                  </a:lnTo>
                  <a:lnTo>
                    <a:pt x="6183" y="356"/>
                  </a:lnTo>
                  <a:lnTo>
                    <a:pt x="6025" y="533"/>
                  </a:lnTo>
                  <a:lnTo>
                    <a:pt x="5669" y="1007"/>
                  </a:lnTo>
                  <a:lnTo>
                    <a:pt x="5254" y="1620"/>
                  </a:lnTo>
                  <a:lnTo>
                    <a:pt x="4780" y="2311"/>
                  </a:lnTo>
                  <a:lnTo>
                    <a:pt x="4287" y="3081"/>
                  </a:lnTo>
                  <a:lnTo>
                    <a:pt x="3279" y="4741"/>
                  </a:lnTo>
                  <a:lnTo>
                    <a:pt x="2311" y="6400"/>
                  </a:lnTo>
                  <a:lnTo>
                    <a:pt x="1482" y="7822"/>
                  </a:lnTo>
                  <a:lnTo>
                    <a:pt x="711" y="9204"/>
                  </a:lnTo>
                  <a:lnTo>
                    <a:pt x="652" y="9264"/>
                  </a:lnTo>
                  <a:lnTo>
                    <a:pt x="514" y="9461"/>
                  </a:lnTo>
                  <a:lnTo>
                    <a:pt x="336" y="9758"/>
                  </a:lnTo>
                  <a:lnTo>
                    <a:pt x="257" y="9935"/>
                  </a:lnTo>
                  <a:lnTo>
                    <a:pt x="178" y="10133"/>
                  </a:lnTo>
                  <a:lnTo>
                    <a:pt x="99" y="10350"/>
                  </a:lnTo>
                  <a:lnTo>
                    <a:pt x="40" y="10587"/>
                  </a:lnTo>
                  <a:lnTo>
                    <a:pt x="20" y="10844"/>
                  </a:lnTo>
                  <a:lnTo>
                    <a:pt x="0" y="11101"/>
                  </a:lnTo>
                  <a:lnTo>
                    <a:pt x="20" y="11357"/>
                  </a:lnTo>
                  <a:lnTo>
                    <a:pt x="79" y="11634"/>
                  </a:lnTo>
                  <a:lnTo>
                    <a:pt x="178" y="11930"/>
                  </a:lnTo>
                  <a:lnTo>
                    <a:pt x="316" y="12207"/>
                  </a:lnTo>
                  <a:lnTo>
                    <a:pt x="514" y="12483"/>
                  </a:lnTo>
                  <a:lnTo>
                    <a:pt x="711" y="12720"/>
                  </a:lnTo>
                  <a:lnTo>
                    <a:pt x="948" y="12957"/>
                  </a:lnTo>
                  <a:lnTo>
                    <a:pt x="1186" y="13155"/>
                  </a:lnTo>
                  <a:lnTo>
                    <a:pt x="1462" y="13352"/>
                  </a:lnTo>
                  <a:lnTo>
                    <a:pt x="1739" y="13530"/>
                  </a:lnTo>
                  <a:lnTo>
                    <a:pt x="2035" y="13668"/>
                  </a:lnTo>
                  <a:lnTo>
                    <a:pt x="2331" y="13807"/>
                  </a:lnTo>
                  <a:lnTo>
                    <a:pt x="2627" y="13925"/>
                  </a:lnTo>
                  <a:lnTo>
                    <a:pt x="2924" y="14024"/>
                  </a:lnTo>
                  <a:lnTo>
                    <a:pt x="3220" y="14103"/>
                  </a:lnTo>
                  <a:lnTo>
                    <a:pt x="3516" y="14182"/>
                  </a:lnTo>
                  <a:lnTo>
                    <a:pt x="3793" y="14241"/>
                  </a:lnTo>
                  <a:lnTo>
                    <a:pt x="4069" y="14281"/>
                  </a:lnTo>
                  <a:lnTo>
                    <a:pt x="4563" y="14320"/>
                  </a:lnTo>
                  <a:lnTo>
                    <a:pt x="4780" y="14320"/>
                  </a:lnTo>
                  <a:lnTo>
                    <a:pt x="5017" y="14301"/>
                  </a:lnTo>
                  <a:lnTo>
                    <a:pt x="5235" y="14281"/>
                  </a:lnTo>
                  <a:lnTo>
                    <a:pt x="5452" y="14241"/>
                  </a:lnTo>
                  <a:lnTo>
                    <a:pt x="5669" y="14162"/>
                  </a:lnTo>
                  <a:lnTo>
                    <a:pt x="5886" y="14103"/>
                  </a:lnTo>
                  <a:lnTo>
                    <a:pt x="6104" y="14004"/>
                  </a:lnTo>
                  <a:lnTo>
                    <a:pt x="6301" y="13905"/>
                  </a:lnTo>
                  <a:lnTo>
                    <a:pt x="6499" y="13787"/>
                  </a:lnTo>
                  <a:lnTo>
                    <a:pt x="6696" y="13649"/>
                  </a:lnTo>
                  <a:lnTo>
                    <a:pt x="6894" y="13510"/>
                  </a:lnTo>
                  <a:lnTo>
                    <a:pt x="7072" y="13352"/>
                  </a:lnTo>
                  <a:lnTo>
                    <a:pt x="7249" y="13194"/>
                  </a:lnTo>
                  <a:lnTo>
                    <a:pt x="7407" y="13017"/>
                  </a:lnTo>
                  <a:lnTo>
                    <a:pt x="7565" y="12819"/>
                  </a:lnTo>
                  <a:lnTo>
                    <a:pt x="7723" y="12622"/>
                  </a:lnTo>
                  <a:lnTo>
                    <a:pt x="8079" y="12128"/>
                  </a:lnTo>
                  <a:lnTo>
                    <a:pt x="8514" y="11456"/>
                  </a:lnTo>
                  <a:lnTo>
                    <a:pt x="8988" y="10646"/>
                  </a:lnTo>
                  <a:lnTo>
                    <a:pt x="9481" y="9738"/>
                  </a:lnTo>
                  <a:lnTo>
                    <a:pt x="9955" y="8809"/>
                  </a:lnTo>
                  <a:lnTo>
                    <a:pt x="10173" y="8335"/>
                  </a:lnTo>
                  <a:lnTo>
                    <a:pt x="10370" y="7881"/>
                  </a:lnTo>
                  <a:lnTo>
                    <a:pt x="10548" y="7427"/>
                  </a:lnTo>
                  <a:lnTo>
                    <a:pt x="10706" y="6992"/>
                  </a:lnTo>
                  <a:lnTo>
                    <a:pt x="10825" y="6577"/>
                  </a:lnTo>
                  <a:lnTo>
                    <a:pt x="10923" y="6202"/>
                  </a:lnTo>
                  <a:lnTo>
                    <a:pt x="10983" y="5847"/>
                  </a:lnTo>
                  <a:lnTo>
                    <a:pt x="11022" y="5491"/>
                  </a:lnTo>
                  <a:lnTo>
                    <a:pt x="11062" y="5155"/>
                  </a:lnTo>
                  <a:lnTo>
                    <a:pt x="11081" y="4839"/>
                  </a:lnTo>
                  <a:lnTo>
                    <a:pt x="11081" y="4523"/>
                  </a:lnTo>
                  <a:lnTo>
                    <a:pt x="11062" y="4227"/>
                  </a:lnTo>
                  <a:lnTo>
                    <a:pt x="11022" y="3950"/>
                  </a:lnTo>
                  <a:lnTo>
                    <a:pt x="10983" y="3674"/>
                  </a:lnTo>
                  <a:lnTo>
                    <a:pt x="10923" y="3397"/>
                  </a:lnTo>
                  <a:lnTo>
                    <a:pt x="10844" y="3141"/>
                  </a:lnTo>
                  <a:lnTo>
                    <a:pt x="10745" y="2904"/>
                  </a:lnTo>
                  <a:lnTo>
                    <a:pt x="10627" y="2647"/>
                  </a:lnTo>
                  <a:lnTo>
                    <a:pt x="10489" y="2410"/>
                  </a:lnTo>
                  <a:lnTo>
                    <a:pt x="10331" y="2192"/>
                  </a:lnTo>
                  <a:lnTo>
                    <a:pt x="10153" y="1955"/>
                  </a:lnTo>
                  <a:lnTo>
                    <a:pt x="9975" y="1738"/>
                  </a:lnTo>
                  <a:lnTo>
                    <a:pt x="9541" y="1323"/>
                  </a:lnTo>
                  <a:lnTo>
                    <a:pt x="9106" y="948"/>
                  </a:lnTo>
                  <a:lnTo>
                    <a:pt x="8869" y="770"/>
                  </a:lnTo>
                  <a:lnTo>
                    <a:pt x="8632" y="612"/>
                  </a:lnTo>
                  <a:lnTo>
                    <a:pt x="8415" y="474"/>
                  </a:lnTo>
                  <a:lnTo>
                    <a:pt x="8178" y="356"/>
                  </a:lnTo>
                  <a:lnTo>
                    <a:pt x="7941" y="237"/>
                  </a:lnTo>
                  <a:lnTo>
                    <a:pt x="7723" y="158"/>
                  </a:lnTo>
                  <a:lnTo>
                    <a:pt x="7506" y="79"/>
                  </a:lnTo>
                  <a:lnTo>
                    <a:pt x="7289" y="40"/>
                  </a:lnTo>
                  <a:lnTo>
                    <a:pt x="7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-1298325" y="3095150"/>
              <a:ext cx="417775" cy="434075"/>
            </a:xfrm>
            <a:custGeom>
              <a:rect b="b" l="l" r="r" t="t"/>
              <a:pathLst>
                <a:path extrusionOk="0" h="17363" w="16711">
                  <a:moveTo>
                    <a:pt x="6973" y="0"/>
                  </a:moveTo>
                  <a:lnTo>
                    <a:pt x="6519" y="40"/>
                  </a:lnTo>
                  <a:lnTo>
                    <a:pt x="6084" y="119"/>
                  </a:lnTo>
                  <a:lnTo>
                    <a:pt x="5630" y="218"/>
                  </a:lnTo>
                  <a:lnTo>
                    <a:pt x="5196" y="356"/>
                  </a:lnTo>
                  <a:lnTo>
                    <a:pt x="4781" y="514"/>
                  </a:lnTo>
                  <a:lnTo>
                    <a:pt x="4366" y="711"/>
                  </a:lnTo>
                  <a:lnTo>
                    <a:pt x="3971" y="929"/>
                  </a:lnTo>
                  <a:lnTo>
                    <a:pt x="3596" y="1166"/>
                  </a:lnTo>
                  <a:lnTo>
                    <a:pt x="3240" y="1442"/>
                  </a:lnTo>
                  <a:lnTo>
                    <a:pt x="2904" y="1739"/>
                  </a:lnTo>
                  <a:lnTo>
                    <a:pt x="2588" y="2055"/>
                  </a:lnTo>
                  <a:lnTo>
                    <a:pt x="2292" y="2390"/>
                  </a:lnTo>
                  <a:lnTo>
                    <a:pt x="1996" y="2766"/>
                  </a:lnTo>
                  <a:lnTo>
                    <a:pt x="1719" y="3161"/>
                  </a:lnTo>
                  <a:lnTo>
                    <a:pt x="1443" y="3575"/>
                  </a:lnTo>
                  <a:lnTo>
                    <a:pt x="1206" y="4010"/>
                  </a:lnTo>
                  <a:lnTo>
                    <a:pt x="969" y="4445"/>
                  </a:lnTo>
                  <a:lnTo>
                    <a:pt x="751" y="4899"/>
                  </a:lnTo>
                  <a:lnTo>
                    <a:pt x="574" y="5353"/>
                  </a:lnTo>
                  <a:lnTo>
                    <a:pt x="396" y="5807"/>
                  </a:lnTo>
                  <a:lnTo>
                    <a:pt x="258" y="6282"/>
                  </a:lnTo>
                  <a:lnTo>
                    <a:pt x="159" y="6756"/>
                  </a:lnTo>
                  <a:lnTo>
                    <a:pt x="80" y="7210"/>
                  </a:lnTo>
                  <a:lnTo>
                    <a:pt x="20" y="7664"/>
                  </a:lnTo>
                  <a:lnTo>
                    <a:pt x="1" y="8118"/>
                  </a:lnTo>
                  <a:lnTo>
                    <a:pt x="20" y="8553"/>
                  </a:lnTo>
                  <a:lnTo>
                    <a:pt x="60" y="8751"/>
                  </a:lnTo>
                  <a:lnTo>
                    <a:pt x="99" y="8968"/>
                  </a:lnTo>
                  <a:lnTo>
                    <a:pt x="159" y="9185"/>
                  </a:lnTo>
                  <a:lnTo>
                    <a:pt x="238" y="9402"/>
                  </a:lnTo>
                  <a:lnTo>
                    <a:pt x="337" y="9620"/>
                  </a:lnTo>
                  <a:lnTo>
                    <a:pt x="435" y="9837"/>
                  </a:lnTo>
                  <a:lnTo>
                    <a:pt x="692" y="10271"/>
                  </a:lnTo>
                  <a:lnTo>
                    <a:pt x="1008" y="10686"/>
                  </a:lnTo>
                  <a:lnTo>
                    <a:pt x="1344" y="11121"/>
                  </a:lnTo>
                  <a:lnTo>
                    <a:pt x="1719" y="11536"/>
                  </a:lnTo>
                  <a:lnTo>
                    <a:pt x="2134" y="11950"/>
                  </a:lnTo>
                  <a:lnTo>
                    <a:pt x="2568" y="12345"/>
                  </a:lnTo>
                  <a:lnTo>
                    <a:pt x="3023" y="12740"/>
                  </a:lnTo>
                  <a:lnTo>
                    <a:pt x="3477" y="13116"/>
                  </a:lnTo>
                  <a:lnTo>
                    <a:pt x="3931" y="13491"/>
                  </a:lnTo>
                  <a:lnTo>
                    <a:pt x="4840" y="14182"/>
                  </a:lnTo>
                  <a:lnTo>
                    <a:pt x="5670" y="14795"/>
                  </a:lnTo>
                  <a:lnTo>
                    <a:pt x="7131" y="15861"/>
                  </a:lnTo>
                  <a:lnTo>
                    <a:pt x="8277" y="16711"/>
                  </a:lnTo>
                  <a:lnTo>
                    <a:pt x="8731" y="17027"/>
                  </a:lnTo>
                  <a:lnTo>
                    <a:pt x="9067" y="17244"/>
                  </a:lnTo>
                  <a:lnTo>
                    <a:pt x="9304" y="17362"/>
                  </a:lnTo>
                  <a:lnTo>
                    <a:pt x="9403" y="17362"/>
                  </a:lnTo>
                  <a:lnTo>
                    <a:pt x="11161" y="14360"/>
                  </a:lnTo>
                  <a:lnTo>
                    <a:pt x="12504" y="12049"/>
                  </a:lnTo>
                  <a:lnTo>
                    <a:pt x="13709" y="9995"/>
                  </a:lnTo>
                  <a:lnTo>
                    <a:pt x="14933" y="7921"/>
                  </a:lnTo>
                  <a:lnTo>
                    <a:pt x="16711" y="4919"/>
                  </a:lnTo>
                  <a:lnTo>
                    <a:pt x="15822" y="4326"/>
                  </a:lnTo>
                  <a:lnTo>
                    <a:pt x="13847" y="3062"/>
                  </a:lnTo>
                  <a:lnTo>
                    <a:pt x="12682" y="2331"/>
                  </a:lnTo>
                  <a:lnTo>
                    <a:pt x="11516" y="1620"/>
                  </a:lnTo>
                  <a:lnTo>
                    <a:pt x="10450" y="988"/>
                  </a:lnTo>
                  <a:lnTo>
                    <a:pt x="9975" y="731"/>
                  </a:lnTo>
                  <a:lnTo>
                    <a:pt x="9561" y="514"/>
                  </a:lnTo>
                  <a:lnTo>
                    <a:pt x="9146" y="336"/>
                  </a:lnTo>
                  <a:lnTo>
                    <a:pt x="8731" y="198"/>
                  </a:lnTo>
                  <a:lnTo>
                    <a:pt x="8297" y="99"/>
                  </a:lnTo>
                  <a:lnTo>
                    <a:pt x="7862" y="40"/>
                  </a:lnTo>
                  <a:lnTo>
                    <a:pt x="7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-880575" y="32181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A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-1510150" y="3967200"/>
              <a:ext cx="345675" cy="325450"/>
            </a:xfrm>
            <a:custGeom>
              <a:rect b="b" l="l" r="r" t="t"/>
              <a:pathLst>
                <a:path extrusionOk="0" h="13018" w="13827">
                  <a:moveTo>
                    <a:pt x="3872" y="1"/>
                  </a:moveTo>
                  <a:lnTo>
                    <a:pt x="3259" y="1047"/>
                  </a:lnTo>
                  <a:lnTo>
                    <a:pt x="1896" y="3378"/>
                  </a:lnTo>
                  <a:lnTo>
                    <a:pt x="1185" y="4623"/>
                  </a:lnTo>
                  <a:lnTo>
                    <a:pt x="573" y="5748"/>
                  </a:lnTo>
                  <a:lnTo>
                    <a:pt x="138" y="6558"/>
                  </a:lnTo>
                  <a:lnTo>
                    <a:pt x="20" y="6815"/>
                  </a:lnTo>
                  <a:lnTo>
                    <a:pt x="0" y="6894"/>
                  </a:lnTo>
                  <a:lnTo>
                    <a:pt x="0" y="6934"/>
                  </a:lnTo>
                  <a:lnTo>
                    <a:pt x="20" y="6973"/>
                  </a:lnTo>
                  <a:lnTo>
                    <a:pt x="119" y="7052"/>
                  </a:lnTo>
                  <a:lnTo>
                    <a:pt x="494" y="7289"/>
                  </a:lnTo>
                  <a:lnTo>
                    <a:pt x="1758" y="8040"/>
                  </a:lnTo>
                  <a:lnTo>
                    <a:pt x="3536" y="9047"/>
                  </a:lnTo>
                  <a:lnTo>
                    <a:pt x="5570" y="10193"/>
                  </a:lnTo>
                  <a:lnTo>
                    <a:pt x="7624" y="11299"/>
                  </a:lnTo>
                  <a:lnTo>
                    <a:pt x="8572" y="11793"/>
                  </a:lnTo>
                  <a:lnTo>
                    <a:pt x="9442" y="12227"/>
                  </a:lnTo>
                  <a:lnTo>
                    <a:pt x="10172" y="12583"/>
                  </a:lnTo>
                  <a:lnTo>
                    <a:pt x="10745" y="12839"/>
                  </a:lnTo>
                  <a:lnTo>
                    <a:pt x="11140" y="12997"/>
                  </a:lnTo>
                  <a:lnTo>
                    <a:pt x="11259" y="13017"/>
                  </a:lnTo>
                  <a:lnTo>
                    <a:pt x="11318" y="13017"/>
                  </a:lnTo>
                  <a:lnTo>
                    <a:pt x="11397" y="12859"/>
                  </a:lnTo>
                  <a:lnTo>
                    <a:pt x="11516" y="12563"/>
                  </a:lnTo>
                  <a:lnTo>
                    <a:pt x="11832" y="11556"/>
                  </a:lnTo>
                  <a:lnTo>
                    <a:pt x="12246" y="10193"/>
                  </a:lnTo>
                  <a:lnTo>
                    <a:pt x="12681" y="8672"/>
                  </a:lnTo>
                  <a:lnTo>
                    <a:pt x="13491" y="5827"/>
                  </a:lnTo>
                  <a:lnTo>
                    <a:pt x="13827" y="4544"/>
                  </a:lnTo>
                  <a:lnTo>
                    <a:pt x="3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-1914575" y="3337100"/>
              <a:ext cx="321475" cy="387675"/>
            </a:xfrm>
            <a:custGeom>
              <a:rect b="b" l="l" r="r" t="t"/>
              <a:pathLst>
                <a:path extrusionOk="0" h="15507" w="12859">
                  <a:moveTo>
                    <a:pt x="8632" y="1"/>
                  </a:moveTo>
                  <a:lnTo>
                    <a:pt x="5985" y="1028"/>
                  </a:lnTo>
                  <a:lnTo>
                    <a:pt x="5017" y="1423"/>
                  </a:lnTo>
                  <a:lnTo>
                    <a:pt x="4978" y="1443"/>
                  </a:lnTo>
                  <a:lnTo>
                    <a:pt x="4859" y="1482"/>
                  </a:lnTo>
                  <a:lnTo>
                    <a:pt x="4820" y="1502"/>
                  </a:lnTo>
                  <a:lnTo>
                    <a:pt x="4780" y="1502"/>
                  </a:lnTo>
                  <a:lnTo>
                    <a:pt x="4780" y="1522"/>
                  </a:lnTo>
                  <a:lnTo>
                    <a:pt x="4760" y="1522"/>
                  </a:lnTo>
                  <a:lnTo>
                    <a:pt x="4721" y="1542"/>
                  </a:lnTo>
                  <a:lnTo>
                    <a:pt x="4701" y="1542"/>
                  </a:lnTo>
                  <a:lnTo>
                    <a:pt x="4662" y="1561"/>
                  </a:lnTo>
                  <a:lnTo>
                    <a:pt x="4642" y="1561"/>
                  </a:lnTo>
                  <a:lnTo>
                    <a:pt x="3437" y="2055"/>
                  </a:lnTo>
                  <a:lnTo>
                    <a:pt x="2351" y="2509"/>
                  </a:lnTo>
                  <a:lnTo>
                    <a:pt x="1482" y="2885"/>
                  </a:lnTo>
                  <a:lnTo>
                    <a:pt x="1166" y="3043"/>
                  </a:lnTo>
                  <a:lnTo>
                    <a:pt x="948" y="3141"/>
                  </a:lnTo>
                  <a:lnTo>
                    <a:pt x="0" y="3695"/>
                  </a:lnTo>
                  <a:lnTo>
                    <a:pt x="534" y="4959"/>
                  </a:lnTo>
                  <a:lnTo>
                    <a:pt x="553" y="4978"/>
                  </a:lnTo>
                  <a:lnTo>
                    <a:pt x="1047" y="6164"/>
                  </a:lnTo>
                  <a:lnTo>
                    <a:pt x="1067" y="6183"/>
                  </a:lnTo>
                  <a:lnTo>
                    <a:pt x="1087" y="6243"/>
                  </a:lnTo>
                  <a:lnTo>
                    <a:pt x="1087" y="6262"/>
                  </a:lnTo>
                  <a:lnTo>
                    <a:pt x="1106" y="6282"/>
                  </a:lnTo>
                  <a:lnTo>
                    <a:pt x="3358" y="11516"/>
                  </a:lnTo>
                  <a:lnTo>
                    <a:pt x="3733" y="12405"/>
                  </a:lnTo>
                  <a:lnTo>
                    <a:pt x="3733" y="12425"/>
                  </a:lnTo>
                  <a:lnTo>
                    <a:pt x="3753" y="12445"/>
                  </a:lnTo>
                  <a:lnTo>
                    <a:pt x="3832" y="12622"/>
                  </a:lnTo>
                  <a:lnTo>
                    <a:pt x="3832" y="12642"/>
                  </a:lnTo>
                  <a:lnTo>
                    <a:pt x="3832" y="12662"/>
                  </a:lnTo>
                  <a:lnTo>
                    <a:pt x="3852" y="12682"/>
                  </a:lnTo>
                  <a:lnTo>
                    <a:pt x="3852" y="12701"/>
                  </a:lnTo>
                  <a:lnTo>
                    <a:pt x="3872" y="12741"/>
                  </a:lnTo>
                  <a:lnTo>
                    <a:pt x="3891" y="12761"/>
                  </a:lnTo>
                  <a:lnTo>
                    <a:pt x="3911" y="12800"/>
                  </a:lnTo>
                  <a:lnTo>
                    <a:pt x="4741" y="14677"/>
                  </a:lnTo>
                  <a:lnTo>
                    <a:pt x="4997" y="15249"/>
                  </a:lnTo>
                  <a:lnTo>
                    <a:pt x="5136" y="15506"/>
                  </a:lnTo>
                  <a:lnTo>
                    <a:pt x="5175" y="15506"/>
                  </a:lnTo>
                  <a:lnTo>
                    <a:pt x="5274" y="15487"/>
                  </a:lnTo>
                  <a:lnTo>
                    <a:pt x="5412" y="15408"/>
                  </a:lnTo>
                  <a:lnTo>
                    <a:pt x="5570" y="15309"/>
                  </a:lnTo>
                  <a:lnTo>
                    <a:pt x="6025" y="15032"/>
                  </a:lnTo>
                  <a:lnTo>
                    <a:pt x="6578" y="14637"/>
                  </a:lnTo>
                  <a:lnTo>
                    <a:pt x="7921" y="13610"/>
                  </a:lnTo>
                  <a:lnTo>
                    <a:pt x="9422" y="12445"/>
                  </a:lnTo>
                  <a:lnTo>
                    <a:pt x="9442" y="12445"/>
                  </a:lnTo>
                  <a:lnTo>
                    <a:pt x="10291" y="11753"/>
                  </a:lnTo>
                  <a:lnTo>
                    <a:pt x="10331" y="11734"/>
                  </a:lnTo>
                  <a:lnTo>
                    <a:pt x="12859" y="9699"/>
                  </a:lnTo>
                  <a:lnTo>
                    <a:pt x="86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-1617800" y="3222550"/>
              <a:ext cx="250375" cy="293825"/>
            </a:xfrm>
            <a:custGeom>
              <a:rect b="b" l="l" r="r" t="t"/>
              <a:pathLst>
                <a:path extrusionOk="0" h="11753" w="10015">
                  <a:moveTo>
                    <a:pt x="6222" y="0"/>
                  </a:moveTo>
                  <a:lnTo>
                    <a:pt x="1640" y="2252"/>
                  </a:lnTo>
                  <a:lnTo>
                    <a:pt x="0" y="3062"/>
                  </a:lnTo>
                  <a:lnTo>
                    <a:pt x="1087" y="5511"/>
                  </a:lnTo>
                  <a:lnTo>
                    <a:pt x="1126" y="5630"/>
                  </a:lnTo>
                  <a:lnTo>
                    <a:pt x="1146" y="5649"/>
                  </a:lnTo>
                  <a:lnTo>
                    <a:pt x="1166" y="5709"/>
                  </a:lnTo>
                  <a:lnTo>
                    <a:pt x="1659" y="6835"/>
                  </a:lnTo>
                  <a:lnTo>
                    <a:pt x="1719" y="6953"/>
                  </a:lnTo>
                  <a:lnTo>
                    <a:pt x="1778" y="7111"/>
                  </a:lnTo>
                  <a:lnTo>
                    <a:pt x="1837" y="7230"/>
                  </a:lnTo>
                  <a:lnTo>
                    <a:pt x="1975" y="7565"/>
                  </a:lnTo>
                  <a:lnTo>
                    <a:pt x="2114" y="7862"/>
                  </a:lnTo>
                  <a:lnTo>
                    <a:pt x="2133" y="7881"/>
                  </a:lnTo>
                  <a:lnTo>
                    <a:pt x="2153" y="7960"/>
                  </a:lnTo>
                  <a:lnTo>
                    <a:pt x="2153" y="7980"/>
                  </a:lnTo>
                  <a:lnTo>
                    <a:pt x="2212" y="8079"/>
                  </a:lnTo>
                  <a:lnTo>
                    <a:pt x="2212" y="8119"/>
                  </a:lnTo>
                  <a:lnTo>
                    <a:pt x="2232" y="8158"/>
                  </a:lnTo>
                  <a:lnTo>
                    <a:pt x="2252" y="8158"/>
                  </a:lnTo>
                  <a:lnTo>
                    <a:pt x="2410" y="8553"/>
                  </a:lnTo>
                  <a:lnTo>
                    <a:pt x="2430" y="8573"/>
                  </a:lnTo>
                  <a:lnTo>
                    <a:pt x="2509" y="8751"/>
                  </a:lnTo>
                  <a:lnTo>
                    <a:pt x="2528" y="8810"/>
                  </a:lnTo>
                  <a:lnTo>
                    <a:pt x="2825" y="9481"/>
                  </a:lnTo>
                  <a:lnTo>
                    <a:pt x="2864" y="9560"/>
                  </a:lnTo>
                  <a:lnTo>
                    <a:pt x="3812" y="11753"/>
                  </a:lnTo>
                  <a:lnTo>
                    <a:pt x="4326" y="11457"/>
                  </a:lnTo>
                  <a:lnTo>
                    <a:pt x="6321" y="10271"/>
                  </a:lnTo>
                  <a:lnTo>
                    <a:pt x="10014" y="8059"/>
                  </a:lnTo>
                  <a:lnTo>
                    <a:pt x="622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-1048450" y="3187975"/>
              <a:ext cx="209875" cy="360025"/>
            </a:xfrm>
            <a:custGeom>
              <a:rect b="b" l="l" r="r" t="t"/>
              <a:pathLst>
                <a:path extrusionOk="0" h="14401" w="8395">
                  <a:moveTo>
                    <a:pt x="8237" y="1"/>
                  </a:moveTo>
                  <a:lnTo>
                    <a:pt x="8197" y="40"/>
                  </a:lnTo>
                  <a:lnTo>
                    <a:pt x="8099" y="139"/>
                  </a:lnTo>
                  <a:lnTo>
                    <a:pt x="7822" y="574"/>
                  </a:lnTo>
                  <a:lnTo>
                    <a:pt x="7388" y="1245"/>
                  </a:lnTo>
                  <a:lnTo>
                    <a:pt x="6854" y="2134"/>
                  </a:lnTo>
                  <a:lnTo>
                    <a:pt x="5531" y="4346"/>
                  </a:lnTo>
                  <a:lnTo>
                    <a:pt x="4030" y="6894"/>
                  </a:lnTo>
                  <a:lnTo>
                    <a:pt x="1264" y="11654"/>
                  </a:lnTo>
                  <a:lnTo>
                    <a:pt x="0" y="13807"/>
                  </a:lnTo>
                  <a:lnTo>
                    <a:pt x="257" y="14400"/>
                  </a:lnTo>
                  <a:lnTo>
                    <a:pt x="8375" y="179"/>
                  </a:lnTo>
                  <a:lnTo>
                    <a:pt x="8395" y="159"/>
                  </a:lnTo>
                  <a:lnTo>
                    <a:pt x="8395" y="100"/>
                  </a:lnTo>
                  <a:lnTo>
                    <a:pt x="8375" y="80"/>
                  </a:lnTo>
                  <a:lnTo>
                    <a:pt x="8355" y="40"/>
                  </a:lnTo>
                  <a:lnTo>
                    <a:pt x="8316" y="20"/>
                  </a:lnTo>
                  <a:lnTo>
                    <a:pt x="82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-1273625" y="3541050"/>
              <a:ext cx="185200" cy="231625"/>
            </a:xfrm>
            <a:custGeom>
              <a:rect b="b" l="l" r="r" t="t"/>
              <a:pathLst>
                <a:path extrusionOk="0" h="9265" w="7408">
                  <a:moveTo>
                    <a:pt x="6242" y="0"/>
                  </a:moveTo>
                  <a:lnTo>
                    <a:pt x="6084" y="20"/>
                  </a:lnTo>
                  <a:lnTo>
                    <a:pt x="5906" y="60"/>
                  </a:lnTo>
                  <a:lnTo>
                    <a:pt x="5728" y="119"/>
                  </a:lnTo>
                  <a:lnTo>
                    <a:pt x="5531" y="198"/>
                  </a:lnTo>
                  <a:lnTo>
                    <a:pt x="5096" y="376"/>
                  </a:lnTo>
                  <a:lnTo>
                    <a:pt x="4662" y="633"/>
                  </a:lnTo>
                  <a:lnTo>
                    <a:pt x="4543" y="692"/>
                  </a:lnTo>
                  <a:lnTo>
                    <a:pt x="4148" y="949"/>
                  </a:lnTo>
                  <a:lnTo>
                    <a:pt x="3733" y="1225"/>
                  </a:lnTo>
                  <a:lnTo>
                    <a:pt x="3299" y="1541"/>
                  </a:lnTo>
                  <a:lnTo>
                    <a:pt x="2884" y="1877"/>
                  </a:lnTo>
                  <a:lnTo>
                    <a:pt x="2627" y="2094"/>
                  </a:lnTo>
                  <a:lnTo>
                    <a:pt x="2371" y="2331"/>
                  </a:lnTo>
                  <a:lnTo>
                    <a:pt x="2134" y="2568"/>
                  </a:lnTo>
                  <a:lnTo>
                    <a:pt x="1916" y="2805"/>
                  </a:lnTo>
                  <a:lnTo>
                    <a:pt x="1719" y="3062"/>
                  </a:lnTo>
                  <a:lnTo>
                    <a:pt x="1521" y="3319"/>
                  </a:lnTo>
                  <a:lnTo>
                    <a:pt x="1166" y="3832"/>
                  </a:lnTo>
                  <a:lnTo>
                    <a:pt x="869" y="4346"/>
                  </a:lnTo>
                  <a:lnTo>
                    <a:pt x="593" y="4860"/>
                  </a:lnTo>
                  <a:lnTo>
                    <a:pt x="395" y="5353"/>
                  </a:lnTo>
                  <a:lnTo>
                    <a:pt x="218" y="5847"/>
                  </a:lnTo>
                  <a:lnTo>
                    <a:pt x="139" y="6104"/>
                  </a:lnTo>
                  <a:lnTo>
                    <a:pt x="99" y="6361"/>
                  </a:lnTo>
                  <a:lnTo>
                    <a:pt x="60" y="6637"/>
                  </a:lnTo>
                  <a:lnTo>
                    <a:pt x="20" y="6914"/>
                  </a:lnTo>
                  <a:lnTo>
                    <a:pt x="0" y="7487"/>
                  </a:lnTo>
                  <a:lnTo>
                    <a:pt x="20" y="8040"/>
                  </a:lnTo>
                  <a:lnTo>
                    <a:pt x="60" y="8514"/>
                  </a:lnTo>
                  <a:lnTo>
                    <a:pt x="99" y="8909"/>
                  </a:lnTo>
                  <a:lnTo>
                    <a:pt x="139" y="9264"/>
                  </a:lnTo>
                  <a:lnTo>
                    <a:pt x="909" y="8652"/>
                  </a:lnTo>
                  <a:lnTo>
                    <a:pt x="1699" y="8020"/>
                  </a:lnTo>
                  <a:lnTo>
                    <a:pt x="2588" y="7289"/>
                  </a:lnTo>
                  <a:lnTo>
                    <a:pt x="3477" y="6519"/>
                  </a:lnTo>
                  <a:lnTo>
                    <a:pt x="3891" y="6163"/>
                  </a:lnTo>
                  <a:lnTo>
                    <a:pt x="4247" y="5827"/>
                  </a:lnTo>
                  <a:lnTo>
                    <a:pt x="4563" y="5511"/>
                  </a:lnTo>
                  <a:lnTo>
                    <a:pt x="4780" y="5255"/>
                  </a:lnTo>
                  <a:lnTo>
                    <a:pt x="4919" y="5057"/>
                  </a:lnTo>
                  <a:lnTo>
                    <a:pt x="4958" y="4978"/>
                  </a:lnTo>
                  <a:lnTo>
                    <a:pt x="4958" y="4919"/>
                  </a:lnTo>
                  <a:lnTo>
                    <a:pt x="4938" y="4721"/>
                  </a:lnTo>
                  <a:lnTo>
                    <a:pt x="4938" y="4524"/>
                  </a:lnTo>
                  <a:lnTo>
                    <a:pt x="4958" y="4346"/>
                  </a:lnTo>
                  <a:lnTo>
                    <a:pt x="5017" y="4168"/>
                  </a:lnTo>
                  <a:lnTo>
                    <a:pt x="5116" y="3990"/>
                  </a:lnTo>
                  <a:lnTo>
                    <a:pt x="5215" y="3852"/>
                  </a:lnTo>
                  <a:lnTo>
                    <a:pt x="5333" y="3694"/>
                  </a:lnTo>
                  <a:lnTo>
                    <a:pt x="5452" y="3556"/>
                  </a:lnTo>
                  <a:lnTo>
                    <a:pt x="5768" y="3279"/>
                  </a:lnTo>
                  <a:lnTo>
                    <a:pt x="6084" y="3042"/>
                  </a:lnTo>
                  <a:lnTo>
                    <a:pt x="6400" y="2805"/>
                  </a:lnTo>
                  <a:lnTo>
                    <a:pt x="6696" y="2568"/>
                  </a:lnTo>
                  <a:lnTo>
                    <a:pt x="6914" y="2371"/>
                  </a:lnTo>
                  <a:lnTo>
                    <a:pt x="7072" y="2173"/>
                  </a:lnTo>
                  <a:lnTo>
                    <a:pt x="7210" y="1976"/>
                  </a:lnTo>
                  <a:lnTo>
                    <a:pt x="7309" y="1778"/>
                  </a:lnTo>
                  <a:lnTo>
                    <a:pt x="7368" y="1581"/>
                  </a:lnTo>
                  <a:lnTo>
                    <a:pt x="7407" y="1383"/>
                  </a:lnTo>
                  <a:lnTo>
                    <a:pt x="7407" y="1205"/>
                  </a:lnTo>
                  <a:lnTo>
                    <a:pt x="7388" y="1008"/>
                  </a:lnTo>
                  <a:lnTo>
                    <a:pt x="7348" y="850"/>
                  </a:lnTo>
                  <a:lnTo>
                    <a:pt x="7269" y="672"/>
                  </a:lnTo>
                  <a:lnTo>
                    <a:pt x="7190" y="534"/>
                  </a:lnTo>
                  <a:lnTo>
                    <a:pt x="7091" y="396"/>
                  </a:lnTo>
                  <a:lnTo>
                    <a:pt x="6993" y="277"/>
                  </a:lnTo>
                  <a:lnTo>
                    <a:pt x="6874" y="178"/>
                  </a:lnTo>
                  <a:lnTo>
                    <a:pt x="6756" y="99"/>
                  </a:lnTo>
                  <a:lnTo>
                    <a:pt x="6617" y="40"/>
                  </a:lnTo>
                  <a:lnTo>
                    <a:pt x="6479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-1191650" y="3522275"/>
              <a:ext cx="165925" cy="240025"/>
            </a:xfrm>
            <a:custGeom>
              <a:rect b="b" l="l" r="r" t="t"/>
              <a:pathLst>
                <a:path extrusionOk="0" h="9601" w="6637">
                  <a:moveTo>
                    <a:pt x="5570" y="1"/>
                  </a:moveTo>
                  <a:lnTo>
                    <a:pt x="5531" y="21"/>
                  </a:lnTo>
                  <a:lnTo>
                    <a:pt x="5412" y="119"/>
                  </a:lnTo>
                  <a:lnTo>
                    <a:pt x="5215" y="396"/>
                  </a:lnTo>
                  <a:lnTo>
                    <a:pt x="4543" y="1344"/>
                  </a:lnTo>
                  <a:lnTo>
                    <a:pt x="3654" y="2667"/>
                  </a:lnTo>
                  <a:lnTo>
                    <a:pt x="2667" y="4208"/>
                  </a:lnTo>
                  <a:lnTo>
                    <a:pt x="1679" y="5749"/>
                  </a:lnTo>
                  <a:lnTo>
                    <a:pt x="830" y="7131"/>
                  </a:lnTo>
                  <a:lnTo>
                    <a:pt x="237" y="8159"/>
                  </a:lnTo>
                  <a:lnTo>
                    <a:pt x="59" y="8475"/>
                  </a:lnTo>
                  <a:lnTo>
                    <a:pt x="20" y="8573"/>
                  </a:lnTo>
                  <a:lnTo>
                    <a:pt x="0" y="8652"/>
                  </a:lnTo>
                  <a:lnTo>
                    <a:pt x="20" y="8731"/>
                  </a:lnTo>
                  <a:lnTo>
                    <a:pt x="40" y="8810"/>
                  </a:lnTo>
                  <a:lnTo>
                    <a:pt x="79" y="8889"/>
                  </a:lnTo>
                  <a:lnTo>
                    <a:pt x="138" y="8968"/>
                  </a:lnTo>
                  <a:lnTo>
                    <a:pt x="296" y="9126"/>
                  </a:lnTo>
                  <a:lnTo>
                    <a:pt x="474" y="9265"/>
                  </a:lnTo>
                  <a:lnTo>
                    <a:pt x="672" y="9383"/>
                  </a:lnTo>
                  <a:lnTo>
                    <a:pt x="869" y="9482"/>
                  </a:lnTo>
                  <a:lnTo>
                    <a:pt x="1027" y="9561"/>
                  </a:lnTo>
                  <a:lnTo>
                    <a:pt x="1146" y="9600"/>
                  </a:lnTo>
                  <a:lnTo>
                    <a:pt x="1185" y="9581"/>
                  </a:lnTo>
                  <a:lnTo>
                    <a:pt x="1264" y="9521"/>
                  </a:lnTo>
                  <a:lnTo>
                    <a:pt x="1462" y="9265"/>
                  </a:lnTo>
                  <a:lnTo>
                    <a:pt x="1738" y="8870"/>
                  </a:lnTo>
                  <a:lnTo>
                    <a:pt x="2094" y="8336"/>
                  </a:lnTo>
                  <a:lnTo>
                    <a:pt x="2963" y="6993"/>
                  </a:lnTo>
                  <a:lnTo>
                    <a:pt x="3931" y="5433"/>
                  </a:lnTo>
                  <a:lnTo>
                    <a:pt x="4899" y="3853"/>
                  </a:lnTo>
                  <a:lnTo>
                    <a:pt x="5748" y="2450"/>
                  </a:lnTo>
                  <a:lnTo>
                    <a:pt x="6360" y="1423"/>
                  </a:lnTo>
                  <a:lnTo>
                    <a:pt x="6617" y="929"/>
                  </a:lnTo>
                  <a:lnTo>
                    <a:pt x="6637" y="870"/>
                  </a:lnTo>
                  <a:lnTo>
                    <a:pt x="6617" y="791"/>
                  </a:lnTo>
                  <a:lnTo>
                    <a:pt x="6578" y="712"/>
                  </a:lnTo>
                  <a:lnTo>
                    <a:pt x="6538" y="633"/>
                  </a:lnTo>
                  <a:lnTo>
                    <a:pt x="6380" y="455"/>
                  </a:lnTo>
                  <a:lnTo>
                    <a:pt x="6202" y="317"/>
                  </a:lnTo>
                  <a:lnTo>
                    <a:pt x="5985" y="179"/>
                  </a:lnTo>
                  <a:lnTo>
                    <a:pt x="5788" y="80"/>
                  </a:lnTo>
                  <a:lnTo>
                    <a:pt x="5629" y="21"/>
                  </a:lnTo>
                  <a:lnTo>
                    <a:pt x="5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-1258325" y="3556850"/>
              <a:ext cx="279025" cy="311125"/>
            </a:xfrm>
            <a:custGeom>
              <a:rect b="b" l="l" r="r" t="t"/>
              <a:pathLst>
                <a:path extrusionOk="0" h="12445" w="11161">
                  <a:moveTo>
                    <a:pt x="9087" y="1"/>
                  </a:moveTo>
                  <a:lnTo>
                    <a:pt x="9008" y="40"/>
                  </a:lnTo>
                  <a:lnTo>
                    <a:pt x="8948" y="60"/>
                  </a:lnTo>
                  <a:lnTo>
                    <a:pt x="8850" y="159"/>
                  </a:lnTo>
                  <a:lnTo>
                    <a:pt x="8751" y="257"/>
                  </a:lnTo>
                  <a:lnTo>
                    <a:pt x="8692" y="376"/>
                  </a:lnTo>
                  <a:lnTo>
                    <a:pt x="8632" y="514"/>
                  </a:lnTo>
                  <a:lnTo>
                    <a:pt x="8514" y="810"/>
                  </a:lnTo>
                  <a:lnTo>
                    <a:pt x="8375" y="1146"/>
                  </a:lnTo>
                  <a:lnTo>
                    <a:pt x="8138" y="1640"/>
                  </a:lnTo>
                  <a:lnTo>
                    <a:pt x="7822" y="2252"/>
                  </a:lnTo>
                  <a:lnTo>
                    <a:pt x="7487" y="2805"/>
                  </a:lnTo>
                  <a:lnTo>
                    <a:pt x="7348" y="3003"/>
                  </a:lnTo>
                  <a:lnTo>
                    <a:pt x="7269" y="3121"/>
                  </a:lnTo>
                  <a:lnTo>
                    <a:pt x="7092" y="3279"/>
                  </a:lnTo>
                  <a:lnTo>
                    <a:pt x="6855" y="3437"/>
                  </a:lnTo>
                  <a:lnTo>
                    <a:pt x="6558" y="3615"/>
                  </a:lnTo>
                  <a:lnTo>
                    <a:pt x="6163" y="3813"/>
                  </a:lnTo>
                  <a:lnTo>
                    <a:pt x="5827" y="3951"/>
                  </a:lnTo>
                  <a:lnTo>
                    <a:pt x="5551" y="4030"/>
                  </a:lnTo>
                  <a:lnTo>
                    <a:pt x="5294" y="4089"/>
                  </a:lnTo>
                  <a:lnTo>
                    <a:pt x="5097" y="4109"/>
                  </a:lnTo>
                  <a:lnTo>
                    <a:pt x="4919" y="4089"/>
                  </a:lnTo>
                  <a:lnTo>
                    <a:pt x="4781" y="4050"/>
                  </a:lnTo>
                  <a:lnTo>
                    <a:pt x="4662" y="3990"/>
                  </a:lnTo>
                  <a:lnTo>
                    <a:pt x="4583" y="3931"/>
                  </a:lnTo>
                  <a:lnTo>
                    <a:pt x="4504" y="3852"/>
                  </a:lnTo>
                  <a:lnTo>
                    <a:pt x="4465" y="3773"/>
                  </a:lnTo>
                  <a:lnTo>
                    <a:pt x="4445" y="3674"/>
                  </a:lnTo>
                  <a:lnTo>
                    <a:pt x="4425" y="3595"/>
                  </a:lnTo>
                  <a:lnTo>
                    <a:pt x="4405" y="3477"/>
                  </a:lnTo>
                  <a:lnTo>
                    <a:pt x="4425" y="3418"/>
                  </a:lnTo>
                  <a:lnTo>
                    <a:pt x="2233" y="5610"/>
                  </a:lnTo>
                  <a:lnTo>
                    <a:pt x="731" y="7151"/>
                  </a:lnTo>
                  <a:lnTo>
                    <a:pt x="218" y="7684"/>
                  </a:lnTo>
                  <a:lnTo>
                    <a:pt x="60" y="7862"/>
                  </a:lnTo>
                  <a:lnTo>
                    <a:pt x="1" y="7941"/>
                  </a:lnTo>
                  <a:lnTo>
                    <a:pt x="1" y="7961"/>
                  </a:lnTo>
                  <a:lnTo>
                    <a:pt x="40" y="8020"/>
                  </a:lnTo>
                  <a:lnTo>
                    <a:pt x="198" y="8178"/>
                  </a:lnTo>
                  <a:lnTo>
                    <a:pt x="810" y="8711"/>
                  </a:lnTo>
                  <a:lnTo>
                    <a:pt x="1699" y="9422"/>
                  </a:lnTo>
                  <a:lnTo>
                    <a:pt x="2746" y="10212"/>
                  </a:lnTo>
                  <a:lnTo>
                    <a:pt x="4721" y="11714"/>
                  </a:lnTo>
                  <a:lnTo>
                    <a:pt x="5709" y="12425"/>
                  </a:lnTo>
                  <a:lnTo>
                    <a:pt x="5788" y="12444"/>
                  </a:lnTo>
                  <a:lnTo>
                    <a:pt x="5887" y="12425"/>
                  </a:lnTo>
                  <a:lnTo>
                    <a:pt x="6223" y="12326"/>
                  </a:lnTo>
                  <a:lnTo>
                    <a:pt x="6677" y="12128"/>
                  </a:lnTo>
                  <a:lnTo>
                    <a:pt x="7190" y="11891"/>
                  </a:lnTo>
                  <a:lnTo>
                    <a:pt x="7743" y="11615"/>
                  </a:lnTo>
                  <a:lnTo>
                    <a:pt x="8296" y="11299"/>
                  </a:lnTo>
                  <a:lnTo>
                    <a:pt x="8810" y="11002"/>
                  </a:lnTo>
                  <a:lnTo>
                    <a:pt x="9225" y="10706"/>
                  </a:lnTo>
                  <a:lnTo>
                    <a:pt x="9758" y="10272"/>
                  </a:lnTo>
                  <a:lnTo>
                    <a:pt x="9936" y="10114"/>
                  </a:lnTo>
                  <a:lnTo>
                    <a:pt x="10074" y="9995"/>
                  </a:lnTo>
                  <a:lnTo>
                    <a:pt x="10153" y="9877"/>
                  </a:lnTo>
                  <a:lnTo>
                    <a:pt x="10232" y="9778"/>
                  </a:lnTo>
                  <a:lnTo>
                    <a:pt x="10370" y="9521"/>
                  </a:lnTo>
                  <a:lnTo>
                    <a:pt x="10469" y="9304"/>
                  </a:lnTo>
                  <a:lnTo>
                    <a:pt x="10588" y="9027"/>
                  </a:lnTo>
                  <a:lnTo>
                    <a:pt x="10825" y="8296"/>
                  </a:lnTo>
                  <a:lnTo>
                    <a:pt x="11022" y="7566"/>
                  </a:lnTo>
                  <a:lnTo>
                    <a:pt x="11082" y="7269"/>
                  </a:lnTo>
                  <a:lnTo>
                    <a:pt x="11121" y="7072"/>
                  </a:lnTo>
                  <a:lnTo>
                    <a:pt x="11141" y="6795"/>
                  </a:lnTo>
                  <a:lnTo>
                    <a:pt x="11141" y="6539"/>
                  </a:lnTo>
                  <a:lnTo>
                    <a:pt x="11121" y="6282"/>
                  </a:lnTo>
                  <a:lnTo>
                    <a:pt x="11121" y="6222"/>
                  </a:lnTo>
                  <a:lnTo>
                    <a:pt x="11141" y="6025"/>
                  </a:lnTo>
                  <a:lnTo>
                    <a:pt x="11161" y="5669"/>
                  </a:lnTo>
                  <a:lnTo>
                    <a:pt x="11121" y="5136"/>
                  </a:lnTo>
                  <a:lnTo>
                    <a:pt x="11082" y="4840"/>
                  </a:lnTo>
                  <a:lnTo>
                    <a:pt x="11022" y="4563"/>
                  </a:lnTo>
                  <a:lnTo>
                    <a:pt x="10943" y="4129"/>
                  </a:lnTo>
                  <a:lnTo>
                    <a:pt x="10864" y="3852"/>
                  </a:lnTo>
                  <a:lnTo>
                    <a:pt x="10825" y="3753"/>
                  </a:lnTo>
                  <a:lnTo>
                    <a:pt x="10805" y="3477"/>
                  </a:lnTo>
                  <a:lnTo>
                    <a:pt x="10785" y="3260"/>
                  </a:lnTo>
                  <a:lnTo>
                    <a:pt x="10726" y="3082"/>
                  </a:lnTo>
                  <a:lnTo>
                    <a:pt x="10667" y="2963"/>
                  </a:lnTo>
                  <a:lnTo>
                    <a:pt x="10588" y="2865"/>
                  </a:lnTo>
                  <a:lnTo>
                    <a:pt x="10548" y="2805"/>
                  </a:lnTo>
                  <a:lnTo>
                    <a:pt x="10489" y="2786"/>
                  </a:lnTo>
                  <a:lnTo>
                    <a:pt x="10548" y="2549"/>
                  </a:lnTo>
                  <a:lnTo>
                    <a:pt x="10588" y="2292"/>
                  </a:lnTo>
                  <a:lnTo>
                    <a:pt x="10647" y="1996"/>
                  </a:lnTo>
                  <a:lnTo>
                    <a:pt x="10667" y="1660"/>
                  </a:lnTo>
                  <a:lnTo>
                    <a:pt x="10667" y="1324"/>
                  </a:lnTo>
                  <a:lnTo>
                    <a:pt x="10647" y="1166"/>
                  </a:lnTo>
                  <a:lnTo>
                    <a:pt x="10607" y="1008"/>
                  </a:lnTo>
                  <a:lnTo>
                    <a:pt x="10548" y="870"/>
                  </a:lnTo>
                  <a:lnTo>
                    <a:pt x="10489" y="751"/>
                  </a:lnTo>
                  <a:lnTo>
                    <a:pt x="10410" y="633"/>
                  </a:lnTo>
                  <a:lnTo>
                    <a:pt x="10331" y="534"/>
                  </a:lnTo>
                  <a:lnTo>
                    <a:pt x="10114" y="356"/>
                  </a:lnTo>
                  <a:lnTo>
                    <a:pt x="9916" y="198"/>
                  </a:lnTo>
                  <a:lnTo>
                    <a:pt x="9679" y="99"/>
                  </a:lnTo>
                  <a:lnTo>
                    <a:pt x="9462" y="20"/>
                  </a:lnTo>
                  <a:lnTo>
                    <a:pt x="9264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-1024250" y="3626475"/>
              <a:ext cx="29150" cy="64725"/>
            </a:xfrm>
            <a:custGeom>
              <a:rect b="b" l="l" r="r" t="t"/>
              <a:pathLst>
                <a:path extrusionOk="0" h="2589" w="1166">
                  <a:moveTo>
                    <a:pt x="1126" y="1"/>
                  </a:moveTo>
                  <a:lnTo>
                    <a:pt x="948" y="573"/>
                  </a:lnTo>
                  <a:lnTo>
                    <a:pt x="790" y="1067"/>
                  </a:lnTo>
                  <a:lnTo>
                    <a:pt x="691" y="1344"/>
                  </a:lnTo>
                  <a:lnTo>
                    <a:pt x="593" y="1601"/>
                  </a:lnTo>
                  <a:lnTo>
                    <a:pt x="474" y="1818"/>
                  </a:lnTo>
                  <a:lnTo>
                    <a:pt x="356" y="2035"/>
                  </a:lnTo>
                  <a:lnTo>
                    <a:pt x="138" y="2351"/>
                  </a:lnTo>
                  <a:lnTo>
                    <a:pt x="20" y="2549"/>
                  </a:lnTo>
                  <a:lnTo>
                    <a:pt x="0" y="2588"/>
                  </a:lnTo>
                  <a:lnTo>
                    <a:pt x="40" y="2588"/>
                  </a:lnTo>
                  <a:lnTo>
                    <a:pt x="119" y="2529"/>
                  </a:lnTo>
                  <a:lnTo>
                    <a:pt x="198" y="2430"/>
                  </a:lnTo>
                  <a:lnTo>
                    <a:pt x="316" y="2292"/>
                  </a:lnTo>
                  <a:lnTo>
                    <a:pt x="435" y="2114"/>
                  </a:lnTo>
                  <a:lnTo>
                    <a:pt x="691" y="1660"/>
                  </a:lnTo>
                  <a:lnTo>
                    <a:pt x="830" y="1383"/>
                  </a:lnTo>
                  <a:lnTo>
                    <a:pt x="968" y="1087"/>
                  </a:lnTo>
                  <a:lnTo>
                    <a:pt x="1067" y="810"/>
                  </a:lnTo>
                  <a:lnTo>
                    <a:pt x="1126" y="573"/>
                  </a:lnTo>
                  <a:lnTo>
                    <a:pt x="1165" y="396"/>
                  </a:lnTo>
                  <a:lnTo>
                    <a:pt x="1165" y="238"/>
                  </a:lnTo>
                  <a:lnTo>
                    <a:pt x="1165" y="119"/>
                  </a:lnTo>
                  <a:lnTo>
                    <a:pt x="1146" y="40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-1007475" y="3650675"/>
              <a:ext cx="21250" cy="81500"/>
            </a:xfrm>
            <a:custGeom>
              <a:rect b="b" l="l" r="r" t="t"/>
              <a:pathLst>
                <a:path extrusionOk="0" h="3260" w="850">
                  <a:moveTo>
                    <a:pt x="771" y="0"/>
                  </a:moveTo>
                  <a:lnTo>
                    <a:pt x="751" y="99"/>
                  </a:lnTo>
                  <a:lnTo>
                    <a:pt x="731" y="494"/>
                  </a:lnTo>
                  <a:lnTo>
                    <a:pt x="712" y="751"/>
                  </a:lnTo>
                  <a:lnTo>
                    <a:pt x="692" y="1067"/>
                  </a:lnTo>
                  <a:lnTo>
                    <a:pt x="633" y="1403"/>
                  </a:lnTo>
                  <a:lnTo>
                    <a:pt x="554" y="1739"/>
                  </a:lnTo>
                  <a:lnTo>
                    <a:pt x="396" y="2292"/>
                  </a:lnTo>
                  <a:lnTo>
                    <a:pt x="297" y="2588"/>
                  </a:lnTo>
                  <a:lnTo>
                    <a:pt x="198" y="2766"/>
                  </a:lnTo>
                  <a:lnTo>
                    <a:pt x="80" y="2924"/>
                  </a:lnTo>
                  <a:lnTo>
                    <a:pt x="20" y="3082"/>
                  </a:lnTo>
                  <a:lnTo>
                    <a:pt x="1" y="3161"/>
                  </a:lnTo>
                  <a:lnTo>
                    <a:pt x="20" y="3240"/>
                  </a:lnTo>
                  <a:lnTo>
                    <a:pt x="40" y="3260"/>
                  </a:lnTo>
                  <a:lnTo>
                    <a:pt x="80" y="3220"/>
                  </a:lnTo>
                  <a:lnTo>
                    <a:pt x="139" y="3161"/>
                  </a:lnTo>
                  <a:lnTo>
                    <a:pt x="198" y="3042"/>
                  </a:lnTo>
                  <a:lnTo>
                    <a:pt x="277" y="2884"/>
                  </a:lnTo>
                  <a:lnTo>
                    <a:pt x="376" y="2647"/>
                  </a:lnTo>
                  <a:lnTo>
                    <a:pt x="494" y="2331"/>
                  </a:lnTo>
                  <a:lnTo>
                    <a:pt x="613" y="1956"/>
                  </a:lnTo>
                  <a:lnTo>
                    <a:pt x="712" y="1561"/>
                  </a:lnTo>
                  <a:lnTo>
                    <a:pt x="791" y="1205"/>
                  </a:lnTo>
                  <a:lnTo>
                    <a:pt x="830" y="870"/>
                  </a:lnTo>
                  <a:lnTo>
                    <a:pt x="850" y="593"/>
                  </a:lnTo>
                  <a:lnTo>
                    <a:pt x="850" y="356"/>
                  </a:lnTo>
                  <a:lnTo>
                    <a:pt x="830" y="178"/>
                  </a:lnTo>
                  <a:lnTo>
                    <a:pt x="811" y="60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-1004025" y="3711400"/>
              <a:ext cx="23250" cy="67200"/>
            </a:xfrm>
            <a:custGeom>
              <a:rect b="b" l="l" r="r" t="t"/>
              <a:pathLst>
                <a:path extrusionOk="0" h="2688" w="930">
                  <a:moveTo>
                    <a:pt x="910" y="1"/>
                  </a:moveTo>
                  <a:lnTo>
                    <a:pt x="870" y="60"/>
                  </a:lnTo>
                  <a:lnTo>
                    <a:pt x="811" y="337"/>
                  </a:lnTo>
                  <a:lnTo>
                    <a:pt x="712" y="771"/>
                  </a:lnTo>
                  <a:lnTo>
                    <a:pt x="574" y="1344"/>
                  </a:lnTo>
                  <a:lnTo>
                    <a:pt x="475" y="1621"/>
                  </a:lnTo>
                  <a:lnTo>
                    <a:pt x="376" y="1877"/>
                  </a:lnTo>
                  <a:lnTo>
                    <a:pt x="198" y="2272"/>
                  </a:lnTo>
                  <a:lnTo>
                    <a:pt x="60" y="2529"/>
                  </a:lnTo>
                  <a:lnTo>
                    <a:pt x="1" y="2608"/>
                  </a:lnTo>
                  <a:lnTo>
                    <a:pt x="21" y="2668"/>
                  </a:lnTo>
                  <a:lnTo>
                    <a:pt x="40" y="2687"/>
                  </a:lnTo>
                  <a:lnTo>
                    <a:pt x="60" y="2687"/>
                  </a:lnTo>
                  <a:lnTo>
                    <a:pt x="119" y="2648"/>
                  </a:lnTo>
                  <a:lnTo>
                    <a:pt x="198" y="2549"/>
                  </a:lnTo>
                  <a:lnTo>
                    <a:pt x="277" y="2411"/>
                  </a:lnTo>
                  <a:lnTo>
                    <a:pt x="356" y="2213"/>
                  </a:lnTo>
                  <a:lnTo>
                    <a:pt x="455" y="2016"/>
                  </a:lnTo>
                  <a:lnTo>
                    <a:pt x="534" y="1759"/>
                  </a:lnTo>
                  <a:lnTo>
                    <a:pt x="692" y="1206"/>
                  </a:lnTo>
                  <a:lnTo>
                    <a:pt x="831" y="653"/>
                  </a:lnTo>
                  <a:lnTo>
                    <a:pt x="910" y="218"/>
                  </a:lnTo>
                  <a:lnTo>
                    <a:pt x="929" y="60"/>
                  </a:lnTo>
                  <a:lnTo>
                    <a:pt x="91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-1361025" y="3708950"/>
              <a:ext cx="279500" cy="288400"/>
            </a:xfrm>
            <a:custGeom>
              <a:rect b="b" l="l" r="r" t="t"/>
              <a:pathLst>
                <a:path extrusionOk="0" h="11536" w="11180">
                  <a:moveTo>
                    <a:pt x="4148" y="0"/>
                  </a:moveTo>
                  <a:lnTo>
                    <a:pt x="1185" y="5057"/>
                  </a:lnTo>
                  <a:lnTo>
                    <a:pt x="0" y="7071"/>
                  </a:lnTo>
                  <a:lnTo>
                    <a:pt x="0" y="7091"/>
                  </a:lnTo>
                  <a:lnTo>
                    <a:pt x="40" y="7131"/>
                  </a:lnTo>
                  <a:lnTo>
                    <a:pt x="178" y="7190"/>
                  </a:lnTo>
                  <a:lnTo>
                    <a:pt x="198" y="7210"/>
                  </a:lnTo>
                  <a:lnTo>
                    <a:pt x="277" y="7249"/>
                  </a:lnTo>
                  <a:lnTo>
                    <a:pt x="553" y="7407"/>
                  </a:lnTo>
                  <a:lnTo>
                    <a:pt x="573" y="7407"/>
                  </a:lnTo>
                  <a:lnTo>
                    <a:pt x="672" y="7467"/>
                  </a:lnTo>
                  <a:lnTo>
                    <a:pt x="948" y="7625"/>
                  </a:lnTo>
                  <a:lnTo>
                    <a:pt x="988" y="7625"/>
                  </a:lnTo>
                  <a:lnTo>
                    <a:pt x="1008" y="7644"/>
                  </a:lnTo>
                  <a:lnTo>
                    <a:pt x="1245" y="7763"/>
                  </a:lnTo>
                  <a:lnTo>
                    <a:pt x="1896" y="8118"/>
                  </a:lnTo>
                  <a:lnTo>
                    <a:pt x="1936" y="8138"/>
                  </a:lnTo>
                  <a:lnTo>
                    <a:pt x="1956" y="8158"/>
                  </a:lnTo>
                  <a:lnTo>
                    <a:pt x="1995" y="8178"/>
                  </a:lnTo>
                  <a:lnTo>
                    <a:pt x="2193" y="8276"/>
                  </a:lnTo>
                  <a:lnTo>
                    <a:pt x="2489" y="8434"/>
                  </a:lnTo>
                  <a:lnTo>
                    <a:pt x="2785" y="8573"/>
                  </a:lnTo>
                  <a:lnTo>
                    <a:pt x="2845" y="8612"/>
                  </a:lnTo>
                  <a:lnTo>
                    <a:pt x="2963" y="8671"/>
                  </a:lnTo>
                  <a:lnTo>
                    <a:pt x="3003" y="8711"/>
                  </a:lnTo>
                  <a:lnTo>
                    <a:pt x="3121" y="8750"/>
                  </a:lnTo>
                  <a:lnTo>
                    <a:pt x="3161" y="8770"/>
                  </a:lnTo>
                  <a:lnTo>
                    <a:pt x="3220" y="8810"/>
                  </a:lnTo>
                  <a:lnTo>
                    <a:pt x="3299" y="8849"/>
                  </a:lnTo>
                  <a:lnTo>
                    <a:pt x="3358" y="8889"/>
                  </a:lnTo>
                  <a:lnTo>
                    <a:pt x="3615" y="9027"/>
                  </a:lnTo>
                  <a:lnTo>
                    <a:pt x="3753" y="9086"/>
                  </a:lnTo>
                  <a:lnTo>
                    <a:pt x="3773" y="9106"/>
                  </a:lnTo>
                  <a:lnTo>
                    <a:pt x="6992" y="10765"/>
                  </a:lnTo>
                  <a:lnTo>
                    <a:pt x="8118" y="11338"/>
                  </a:lnTo>
                  <a:lnTo>
                    <a:pt x="8434" y="11476"/>
                  </a:lnTo>
                  <a:lnTo>
                    <a:pt x="8573" y="11535"/>
                  </a:lnTo>
                  <a:lnTo>
                    <a:pt x="8671" y="11318"/>
                  </a:lnTo>
                  <a:lnTo>
                    <a:pt x="8928" y="10785"/>
                  </a:lnTo>
                  <a:lnTo>
                    <a:pt x="9066" y="10508"/>
                  </a:lnTo>
                  <a:lnTo>
                    <a:pt x="9106" y="10410"/>
                  </a:lnTo>
                  <a:lnTo>
                    <a:pt x="9106" y="10390"/>
                  </a:lnTo>
                  <a:lnTo>
                    <a:pt x="9323" y="9936"/>
                  </a:lnTo>
                  <a:lnTo>
                    <a:pt x="9718" y="9086"/>
                  </a:lnTo>
                  <a:lnTo>
                    <a:pt x="11180" y="5867"/>
                  </a:lnTo>
                  <a:lnTo>
                    <a:pt x="4148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-1360050" y="389362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-1104250" y="39474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-1300800" y="3924250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21" y="0"/>
                  </a:moveTo>
                  <a:lnTo>
                    <a:pt x="2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-1190675" y="39647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1"/>
                  </a:move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-1270675" y="39341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-1139325" y="3971650"/>
              <a:ext cx="4975" cy="6925"/>
            </a:xfrm>
            <a:custGeom>
              <a:rect b="b" l="l" r="r" t="t"/>
              <a:pathLst>
                <a:path extrusionOk="0" h="277" w="199">
                  <a:moveTo>
                    <a:pt x="198" y="0"/>
                  </a:moveTo>
                  <a:lnTo>
                    <a:pt x="100" y="99"/>
                  </a:lnTo>
                  <a:lnTo>
                    <a:pt x="1" y="178"/>
                  </a:lnTo>
                  <a:lnTo>
                    <a:pt x="60" y="277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-1133400" y="39686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-1361525" y="3832400"/>
              <a:ext cx="245925" cy="149150"/>
            </a:xfrm>
            <a:custGeom>
              <a:rect b="b" l="l" r="r" t="t"/>
              <a:pathLst>
                <a:path extrusionOk="0" h="5966" w="9837">
                  <a:moveTo>
                    <a:pt x="178" y="2272"/>
                  </a:moveTo>
                  <a:lnTo>
                    <a:pt x="170" y="2276"/>
                  </a:lnTo>
                  <a:lnTo>
                    <a:pt x="170" y="2276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78" y="2272"/>
                  </a:lnTo>
                  <a:close/>
                  <a:moveTo>
                    <a:pt x="119" y="2232"/>
                  </a:moveTo>
                  <a:lnTo>
                    <a:pt x="79" y="2311"/>
                  </a:lnTo>
                  <a:lnTo>
                    <a:pt x="79" y="2331"/>
                  </a:lnTo>
                  <a:lnTo>
                    <a:pt x="119" y="2311"/>
                  </a:lnTo>
                  <a:lnTo>
                    <a:pt x="139" y="2291"/>
                  </a:lnTo>
                  <a:lnTo>
                    <a:pt x="170" y="2276"/>
                  </a:lnTo>
                  <a:lnTo>
                    <a:pt x="170" y="2276"/>
                  </a:lnTo>
                  <a:lnTo>
                    <a:pt x="158" y="2252"/>
                  </a:lnTo>
                  <a:lnTo>
                    <a:pt x="139" y="2232"/>
                  </a:lnTo>
                  <a:close/>
                  <a:moveTo>
                    <a:pt x="3299" y="3753"/>
                  </a:moveTo>
                  <a:lnTo>
                    <a:pt x="3240" y="3872"/>
                  </a:lnTo>
                  <a:lnTo>
                    <a:pt x="3240" y="3872"/>
                  </a:lnTo>
                  <a:lnTo>
                    <a:pt x="3299" y="3812"/>
                  </a:lnTo>
                  <a:lnTo>
                    <a:pt x="3319" y="3773"/>
                  </a:lnTo>
                  <a:lnTo>
                    <a:pt x="3299" y="3753"/>
                  </a:lnTo>
                  <a:close/>
                  <a:moveTo>
                    <a:pt x="4682" y="4425"/>
                  </a:moveTo>
                  <a:lnTo>
                    <a:pt x="4682" y="4425"/>
                  </a:lnTo>
                  <a:lnTo>
                    <a:pt x="4682" y="4425"/>
                  </a:lnTo>
                  <a:close/>
                  <a:moveTo>
                    <a:pt x="1502" y="0"/>
                  </a:moveTo>
                  <a:lnTo>
                    <a:pt x="1423" y="59"/>
                  </a:lnTo>
                  <a:lnTo>
                    <a:pt x="1344" y="99"/>
                  </a:lnTo>
                  <a:lnTo>
                    <a:pt x="1265" y="119"/>
                  </a:lnTo>
                  <a:lnTo>
                    <a:pt x="1205" y="119"/>
                  </a:lnTo>
                  <a:lnTo>
                    <a:pt x="20" y="2133"/>
                  </a:lnTo>
                  <a:lnTo>
                    <a:pt x="20" y="2153"/>
                  </a:lnTo>
                  <a:lnTo>
                    <a:pt x="20" y="2193"/>
                  </a:lnTo>
                  <a:lnTo>
                    <a:pt x="0" y="2252"/>
                  </a:lnTo>
                  <a:lnTo>
                    <a:pt x="0" y="2252"/>
                  </a:lnTo>
                  <a:lnTo>
                    <a:pt x="60" y="2193"/>
                  </a:lnTo>
                  <a:lnTo>
                    <a:pt x="139" y="2094"/>
                  </a:lnTo>
                  <a:lnTo>
                    <a:pt x="218" y="1975"/>
                  </a:lnTo>
                  <a:lnTo>
                    <a:pt x="218" y="2035"/>
                  </a:lnTo>
                  <a:lnTo>
                    <a:pt x="237" y="2094"/>
                  </a:lnTo>
                  <a:lnTo>
                    <a:pt x="237" y="2173"/>
                  </a:lnTo>
                  <a:lnTo>
                    <a:pt x="198" y="2252"/>
                  </a:lnTo>
                  <a:lnTo>
                    <a:pt x="178" y="2291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39" y="2351"/>
                  </a:lnTo>
                  <a:lnTo>
                    <a:pt x="99" y="2449"/>
                  </a:lnTo>
                  <a:lnTo>
                    <a:pt x="158" y="2449"/>
                  </a:lnTo>
                  <a:lnTo>
                    <a:pt x="198" y="2509"/>
                  </a:lnTo>
                  <a:lnTo>
                    <a:pt x="198" y="2449"/>
                  </a:lnTo>
                  <a:lnTo>
                    <a:pt x="237" y="2410"/>
                  </a:lnTo>
                  <a:lnTo>
                    <a:pt x="277" y="2370"/>
                  </a:lnTo>
                  <a:lnTo>
                    <a:pt x="297" y="2311"/>
                  </a:lnTo>
                  <a:lnTo>
                    <a:pt x="178" y="2410"/>
                  </a:lnTo>
                  <a:lnTo>
                    <a:pt x="158" y="2390"/>
                  </a:lnTo>
                  <a:lnTo>
                    <a:pt x="178" y="2351"/>
                  </a:lnTo>
                  <a:lnTo>
                    <a:pt x="218" y="2272"/>
                  </a:lnTo>
                  <a:lnTo>
                    <a:pt x="218" y="2252"/>
                  </a:lnTo>
                  <a:lnTo>
                    <a:pt x="277" y="2252"/>
                  </a:lnTo>
                  <a:lnTo>
                    <a:pt x="317" y="2232"/>
                  </a:lnTo>
                  <a:lnTo>
                    <a:pt x="396" y="2173"/>
                  </a:lnTo>
                  <a:lnTo>
                    <a:pt x="475" y="2094"/>
                  </a:lnTo>
                  <a:lnTo>
                    <a:pt x="534" y="2074"/>
                  </a:lnTo>
                  <a:lnTo>
                    <a:pt x="573" y="2054"/>
                  </a:lnTo>
                  <a:lnTo>
                    <a:pt x="593" y="2173"/>
                  </a:lnTo>
                  <a:lnTo>
                    <a:pt x="573" y="2193"/>
                  </a:lnTo>
                  <a:lnTo>
                    <a:pt x="534" y="2252"/>
                  </a:lnTo>
                  <a:lnTo>
                    <a:pt x="494" y="2331"/>
                  </a:lnTo>
                  <a:lnTo>
                    <a:pt x="475" y="2370"/>
                  </a:lnTo>
                  <a:lnTo>
                    <a:pt x="534" y="2351"/>
                  </a:lnTo>
                  <a:lnTo>
                    <a:pt x="554" y="2370"/>
                  </a:lnTo>
                  <a:lnTo>
                    <a:pt x="573" y="2410"/>
                  </a:lnTo>
                  <a:lnTo>
                    <a:pt x="573" y="2469"/>
                  </a:lnTo>
                  <a:lnTo>
                    <a:pt x="554" y="2529"/>
                  </a:lnTo>
                  <a:lnTo>
                    <a:pt x="573" y="2568"/>
                  </a:lnTo>
                  <a:lnTo>
                    <a:pt x="573" y="2529"/>
                  </a:lnTo>
                  <a:lnTo>
                    <a:pt x="593" y="2469"/>
                  </a:lnTo>
                  <a:lnTo>
                    <a:pt x="672" y="2390"/>
                  </a:lnTo>
                  <a:lnTo>
                    <a:pt x="731" y="2370"/>
                  </a:lnTo>
                  <a:lnTo>
                    <a:pt x="731" y="2390"/>
                  </a:lnTo>
                  <a:lnTo>
                    <a:pt x="731" y="2410"/>
                  </a:lnTo>
                  <a:lnTo>
                    <a:pt x="692" y="2529"/>
                  </a:lnTo>
                  <a:lnTo>
                    <a:pt x="672" y="2568"/>
                  </a:lnTo>
                  <a:lnTo>
                    <a:pt x="731" y="2608"/>
                  </a:lnTo>
                  <a:lnTo>
                    <a:pt x="771" y="2647"/>
                  </a:lnTo>
                  <a:lnTo>
                    <a:pt x="830" y="2746"/>
                  </a:lnTo>
                  <a:lnTo>
                    <a:pt x="870" y="2805"/>
                  </a:lnTo>
                  <a:lnTo>
                    <a:pt x="909" y="2825"/>
                  </a:lnTo>
                  <a:lnTo>
                    <a:pt x="949" y="2845"/>
                  </a:lnTo>
                  <a:lnTo>
                    <a:pt x="1008" y="2845"/>
                  </a:lnTo>
                  <a:lnTo>
                    <a:pt x="1028" y="2706"/>
                  </a:lnTo>
                  <a:lnTo>
                    <a:pt x="1028" y="2667"/>
                  </a:lnTo>
                  <a:lnTo>
                    <a:pt x="1008" y="2687"/>
                  </a:lnTo>
                  <a:lnTo>
                    <a:pt x="929" y="2805"/>
                  </a:lnTo>
                  <a:lnTo>
                    <a:pt x="968" y="2687"/>
                  </a:lnTo>
                  <a:lnTo>
                    <a:pt x="1087" y="2509"/>
                  </a:lnTo>
                  <a:lnTo>
                    <a:pt x="1186" y="2390"/>
                  </a:lnTo>
                  <a:lnTo>
                    <a:pt x="1186" y="2430"/>
                  </a:lnTo>
                  <a:lnTo>
                    <a:pt x="1205" y="2449"/>
                  </a:lnTo>
                  <a:lnTo>
                    <a:pt x="1205" y="2489"/>
                  </a:lnTo>
                  <a:lnTo>
                    <a:pt x="1186" y="2529"/>
                  </a:lnTo>
                  <a:lnTo>
                    <a:pt x="1284" y="2489"/>
                  </a:lnTo>
                  <a:lnTo>
                    <a:pt x="1284" y="2449"/>
                  </a:lnTo>
                  <a:lnTo>
                    <a:pt x="1284" y="2430"/>
                  </a:lnTo>
                  <a:lnTo>
                    <a:pt x="1284" y="2410"/>
                  </a:lnTo>
                  <a:lnTo>
                    <a:pt x="1324" y="2370"/>
                  </a:lnTo>
                  <a:lnTo>
                    <a:pt x="1344" y="2469"/>
                  </a:lnTo>
                  <a:lnTo>
                    <a:pt x="1324" y="2529"/>
                  </a:lnTo>
                  <a:lnTo>
                    <a:pt x="1284" y="2568"/>
                  </a:lnTo>
                  <a:lnTo>
                    <a:pt x="1324" y="2588"/>
                  </a:lnTo>
                  <a:lnTo>
                    <a:pt x="1363" y="2568"/>
                  </a:lnTo>
                  <a:lnTo>
                    <a:pt x="1403" y="2529"/>
                  </a:lnTo>
                  <a:lnTo>
                    <a:pt x="1442" y="2469"/>
                  </a:lnTo>
                  <a:lnTo>
                    <a:pt x="1442" y="2489"/>
                  </a:lnTo>
                  <a:lnTo>
                    <a:pt x="1442" y="2509"/>
                  </a:lnTo>
                  <a:lnTo>
                    <a:pt x="1403" y="2588"/>
                  </a:lnTo>
                  <a:lnTo>
                    <a:pt x="1284" y="2706"/>
                  </a:lnTo>
                  <a:lnTo>
                    <a:pt x="1284" y="2726"/>
                  </a:lnTo>
                  <a:lnTo>
                    <a:pt x="1284" y="2766"/>
                  </a:lnTo>
                  <a:lnTo>
                    <a:pt x="1265" y="2825"/>
                  </a:lnTo>
                  <a:lnTo>
                    <a:pt x="1205" y="2904"/>
                  </a:lnTo>
                  <a:lnTo>
                    <a:pt x="1284" y="2904"/>
                  </a:lnTo>
                  <a:lnTo>
                    <a:pt x="1186" y="3042"/>
                  </a:lnTo>
                  <a:lnTo>
                    <a:pt x="1205" y="3062"/>
                  </a:lnTo>
                  <a:lnTo>
                    <a:pt x="1225" y="3062"/>
                  </a:lnTo>
                  <a:lnTo>
                    <a:pt x="1265" y="3042"/>
                  </a:lnTo>
                  <a:lnTo>
                    <a:pt x="1304" y="3042"/>
                  </a:lnTo>
                  <a:lnTo>
                    <a:pt x="1304" y="3062"/>
                  </a:lnTo>
                  <a:lnTo>
                    <a:pt x="1304" y="3101"/>
                  </a:lnTo>
                  <a:lnTo>
                    <a:pt x="1383" y="3003"/>
                  </a:lnTo>
                  <a:lnTo>
                    <a:pt x="1442" y="3161"/>
                  </a:lnTo>
                  <a:lnTo>
                    <a:pt x="1482" y="3200"/>
                  </a:lnTo>
                  <a:lnTo>
                    <a:pt x="1541" y="3240"/>
                  </a:lnTo>
                  <a:lnTo>
                    <a:pt x="1581" y="3141"/>
                  </a:lnTo>
                  <a:lnTo>
                    <a:pt x="1620" y="3121"/>
                  </a:lnTo>
                  <a:lnTo>
                    <a:pt x="1640" y="3121"/>
                  </a:lnTo>
                  <a:lnTo>
                    <a:pt x="1660" y="3141"/>
                  </a:lnTo>
                  <a:lnTo>
                    <a:pt x="1640" y="3180"/>
                  </a:lnTo>
                  <a:lnTo>
                    <a:pt x="1660" y="3279"/>
                  </a:lnTo>
                  <a:lnTo>
                    <a:pt x="1679" y="3299"/>
                  </a:lnTo>
                  <a:lnTo>
                    <a:pt x="1719" y="3319"/>
                  </a:lnTo>
                  <a:lnTo>
                    <a:pt x="1818" y="3279"/>
                  </a:lnTo>
                  <a:lnTo>
                    <a:pt x="1857" y="3240"/>
                  </a:lnTo>
                  <a:lnTo>
                    <a:pt x="1916" y="3180"/>
                  </a:lnTo>
                  <a:lnTo>
                    <a:pt x="1936" y="3121"/>
                  </a:lnTo>
                  <a:lnTo>
                    <a:pt x="1956" y="3101"/>
                  </a:lnTo>
                  <a:lnTo>
                    <a:pt x="1976" y="3121"/>
                  </a:lnTo>
                  <a:lnTo>
                    <a:pt x="1956" y="3200"/>
                  </a:lnTo>
                  <a:lnTo>
                    <a:pt x="1956" y="3240"/>
                  </a:lnTo>
                  <a:lnTo>
                    <a:pt x="1976" y="3220"/>
                  </a:lnTo>
                  <a:lnTo>
                    <a:pt x="2035" y="3161"/>
                  </a:lnTo>
                  <a:lnTo>
                    <a:pt x="2094" y="3121"/>
                  </a:lnTo>
                  <a:lnTo>
                    <a:pt x="2153" y="3121"/>
                  </a:lnTo>
                  <a:lnTo>
                    <a:pt x="2153" y="3141"/>
                  </a:lnTo>
                  <a:lnTo>
                    <a:pt x="2173" y="3161"/>
                  </a:lnTo>
                  <a:lnTo>
                    <a:pt x="2094" y="3200"/>
                  </a:lnTo>
                  <a:lnTo>
                    <a:pt x="2035" y="3220"/>
                  </a:lnTo>
                  <a:lnTo>
                    <a:pt x="2015" y="3240"/>
                  </a:lnTo>
                  <a:lnTo>
                    <a:pt x="2015" y="3279"/>
                  </a:lnTo>
                  <a:lnTo>
                    <a:pt x="2015" y="3299"/>
                  </a:lnTo>
                  <a:lnTo>
                    <a:pt x="2055" y="3338"/>
                  </a:lnTo>
                  <a:lnTo>
                    <a:pt x="2094" y="3358"/>
                  </a:lnTo>
                  <a:lnTo>
                    <a:pt x="2114" y="3378"/>
                  </a:lnTo>
                  <a:lnTo>
                    <a:pt x="2134" y="3398"/>
                  </a:lnTo>
                  <a:lnTo>
                    <a:pt x="2213" y="3338"/>
                  </a:lnTo>
                  <a:lnTo>
                    <a:pt x="2529" y="3121"/>
                  </a:lnTo>
                  <a:lnTo>
                    <a:pt x="2548" y="3022"/>
                  </a:lnTo>
                  <a:lnTo>
                    <a:pt x="2608" y="2924"/>
                  </a:lnTo>
                  <a:lnTo>
                    <a:pt x="2687" y="2825"/>
                  </a:lnTo>
                  <a:lnTo>
                    <a:pt x="2766" y="2726"/>
                  </a:lnTo>
                  <a:lnTo>
                    <a:pt x="2746" y="2785"/>
                  </a:lnTo>
                  <a:lnTo>
                    <a:pt x="2766" y="2845"/>
                  </a:lnTo>
                  <a:lnTo>
                    <a:pt x="2786" y="2884"/>
                  </a:lnTo>
                  <a:lnTo>
                    <a:pt x="2805" y="2943"/>
                  </a:lnTo>
                  <a:lnTo>
                    <a:pt x="2766" y="3022"/>
                  </a:lnTo>
                  <a:lnTo>
                    <a:pt x="2746" y="3101"/>
                  </a:lnTo>
                  <a:lnTo>
                    <a:pt x="2726" y="3161"/>
                  </a:lnTo>
                  <a:lnTo>
                    <a:pt x="2706" y="3180"/>
                  </a:lnTo>
                  <a:lnTo>
                    <a:pt x="2687" y="3200"/>
                  </a:lnTo>
                  <a:lnTo>
                    <a:pt x="2706" y="3082"/>
                  </a:lnTo>
                  <a:lnTo>
                    <a:pt x="2706" y="3042"/>
                  </a:lnTo>
                  <a:lnTo>
                    <a:pt x="2667" y="3042"/>
                  </a:lnTo>
                  <a:lnTo>
                    <a:pt x="2647" y="3200"/>
                  </a:lnTo>
                  <a:lnTo>
                    <a:pt x="2667" y="3378"/>
                  </a:lnTo>
                  <a:lnTo>
                    <a:pt x="2608" y="3437"/>
                  </a:lnTo>
                  <a:lnTo>
                    <a:pt x="2568" y="3457"/>
                  </a:lnTo>
                  <a:lnTo>
                    <a:pt x="2548" y="3457"/>
                  </a:lnTo>
                  <a:lnTo>
                    <a:pt x="2588" y="3398"/>
                  </a:lnTo>
                  <a:lnTo>
                    <a:pt x="2608" y="3358"/>
                  </a:lnTo>
                  <a:lnTo>
                    <a:pt x="2568" y="3378"/>
                  </a:lnTo>
                  <a:lnTo>
                    <a:pt x="2529" y="3417"/>
                  </a:lnTo>
                  <a:lnTo>
                    <a:pt x="2509" y="3496"/>
                  </a:lnTo>
                  <a:lnTo>
                    <a:pt x="2489" y="3595"/>
                  </a:lnTo>
                  <a:lnTo>
                    <a:pt x="2450" y="3674"/>
                  </a:lnTo>
                  <a:lnTo>
                    <a:pt x="2529" y="3674"/>
                  </a:lnTo>
                  <a:lnTo>
                    <a:pt x="2548" y="3635"/>
                  </a:lnTo>
                  <a:lnTo>
                    <a:pt x="2548" y="3694"/>
                  </a:lnTo>
                  <a:lnTo>
                    <a:pt x="2568" y="3714"/>
                  </a:lnTo>
                  <a:lnTo>
                    <a:pt x="2647" y="3714"/>
                  </a:lnTo>
                  <a:lnTo>
                    <a:pt x="2687" y="3694"/>
                  </a:lnTo>
                  <a:lnTo>
                    <a:pt x="2726" y="3694"/>
                  </a:lnTo>
                  <a:lnTo>
                    <a:pt x="2746" y="3714"/>
                  </a:lnTo>
                  <a:lnTo>
                    <a:pt x="2746" y="3773"/>
                  </a:lnTo>
                  <a:lnTo>
                    <a:pt x="2766" y="3714"/>
                  </a:lnTo>
                  <a:lnTo>
                    <a:pt x="2805" y="3635"/>
                  </a:lnTo>
                  <a:lnTo>
                    <a:pt x="2825" y="3615"/>
                  </a:lnTo>
                  <a:lnTo>
                    <a:pt x="2845" y="3635"/>
                  </a:lnTo>
                  <a:lnTo>
                    <a:pt x="2865" y="3674"/>
                  </a:lnTo>
                  <a:lnTo>
                    <a:pt x="2845" y="3793"/>
                  </a:lnTo>
                  <a:lnTo>
                    <a:pt x="2884" y="3753"/>
                  </a:lnTo>
                  <a:lnTo>
                    <a:pt x="2924" y="3733"/>
                  </a:lnTo>
                  <a:lnTo>
                    <a:pt x="2963" y="3733"/>
                  </a:lnTo>
                  <a:lnTo>
                    <a:pt x="2963" y="3753"/>
                  </a:lnTo>
                  <a:lnTo>
                    <a:pt x="2983" y="3733"/>
                  </a:lnTo>
                  <a:lnTo>
                    <a:pt x="3023" y="3674"/>
                  </a:lnTo>
                  <a:lnTo>
                    <a:pt x="3042" y="3595"/>
                  </a:lnTo>
                  <a:lnTo>
                    <a:pt x="3082" y="3516"/>
                  </a:lnTo>
                  <a:lnTo>
                    <a:pt x="3141" y="3437"/>
                  </a:lnTo>
                  <a:lnTo>
                    <a:pt x="3200" y="3398"/>
                  </a:lnTo>
                  <a:lnTo>
                    <a:pt x="3240" y="3398"/>
                  </a:lnTo>
                  <a:lnTo>
                    <a:pt x="3260" y="3437"/>
                  </a:lnTo>
                  <a:lnTo>
                    <a:pt x="3299" y="3437"/>
                  </a:lnTo>
                  <a:lnTo>
                    <a:pt x="3279" y="3516"/>
                  </a:lnTo>
                  <a:lnTo>
                    <a:pt x="3200" y="3516"/>
                  </a:lnTo>
                  <a:lnTo>
                    <a:pt x="3161" y="3536"/>
                  </a:lnTo>
                  <a:lnTo>
                    <a:pt x="3339" y="3536"/>
                  </a:lnTo>
                  <a:lnTo>
                    <a:pt x="3339" y="3595"/>
                  </a:lnTo>
                  <a:lnTo>
                    <a:pt x="3299" y="3635"/>
                  </a:lnTo>
                  <a:lnTo>
                    <a:pt x="3260" y="3654"/>
                  </a:lnTo>
                  <a:lnTo>
                    <a:pt x="3220" y="3635"/>
                  </a:lnTo>
                  <a:lnTo>
                    <a:pt x="3220" y="3674"/>
                  </a:lnTo>
                  <a:lnTo>
                    <a:pt x="3240" y="3694"/>
                  </a:lnTo>
                  <a:lnTo>
                    <a:pt x="3299" y="3694"/>
                  </a:lnTo>
                  <a:lnTo>
                    <a:pt x="3358" y="3654"/>
                  </a:lnTo>
                  <a:lnTo>
                    <a:pt x="3418" y="3595"/>
                  </a:lnTo>
                  <a:lnTo>
                    <a:pt x="3457" y="3635"/>
                  </a:lnTo>
                  <a:lnTo>
                    <a:pt x="3477" y="3654"/>
                  </a:lnTo>
                  <a:lnTo>
                    <a:pt x="3477" y="3674"/>
                  </a:lnTo>
                  <a:lnTo>
                    <a:pt x="3398" y="3793"/>
                  </a:lnTo>
                  <a:lnTo>
                    <a:pt x="3319" y="3911"/>
                  </a:lnTo>
                  <a:lnTo>
                    <a:pt x="3279" y="3951"/>
                  </a:lnTo>
                  <a:lnTo>
                    <a:pt x="3220" y="3951"/>
                  </a:lnTo>
                  <a:lnTo>
                    <a:pt x="3220" y="3931"/>
                  </a:lnTo>
                  <a:lnTo>
                    <a:pt x="3240" y="3872"/>
                  </a:lnTo>
                  <a:lnTo>
                    <a:pt x="3220" y="3832"/>
                  </a:lnTo>
                  <a:lnTo>
                    <a:pt x="3181" y="3832"/>
                  </a:lnTo>
                  <a:lnTo>
                    <a:pt x="3121" y="3852"/>
                  </a:lnTo>
                  <a:lnTo>
                    <a:pt x="3141" y="3812"/>
                  </a:lnTo>
                  <a:lnTo>
                    <a:pt x="3181" y="3793"/>
                  </a:lnTo>
                  <a:lnTo>
                    <a:pt x="3102" y="3753"/>
                  </a:lnTo>
                  <a:lnTo>
                    <a:pt x="3062" y="3753"/>
                  </a:lnTo>
                  <a:lnTo>
                    <a:pt x="3023" y="3773"/>
                  </a:lnTo>
                  <a:lnTo>
                    <a:pt x="2963" y="3812"/>
                  </a:lnTo>
                  <a:lnTo>
                    <a:pt x="2983" y="3852"/>
                  </a:lnTo>
                  <a:lnTo>
                    <a:pt x="3023" y="3891"/>
                  </a:lnTo>
                  <a:lnTo>
                    <a:pt x="3082" y="3931"/>
                  </a:lnTo>
                  <a:lnTo>
                    <a:pt x="3161" y="3951"/>
                  </a:lnTo>
                  <a:lnTo>
                    <a:pt x="3161" y="3990"/>
                  </a:lnTo>
                  <a:lnTo>
                    <a:pt x="3161" y="4030"/>
                  </a:lnTo>
                  <a:lnTo>
                    <a:pt x="3378" y="3951"/>
                  </a:lnTo>
                  <a:lnTo>
                    <a:pt x="3418" y="3931"/>
                  </a:lnTo>
                  <a:lnTo>
                    <a:pt x="3457" y="3812"/>
                  </a:lnTo>
                  <a:lnTo>
                    <a:pt x="3477" y="3753"/>
                  </a:lnTo>
                  <a:lnTo>
                    <a:pt x="3516" y="3694"/>
                  </a:lnTo>
                  <a:lnTo>
                    <a:pt x="3497" y="3793"/>
                  </a:lnTo>
                  <a:lnTo>
                    <a:pt x="3497" y="3891"/>
                  </a:lnTo>
                  <a:lnTo>
                    <a:pt x="3497" y="3951"/>
                  </a:lnTo>
                  <a:lnTo>
                    <a:pt x="3536" y="3990"/>
                  </a:lnTo>
                  <a:lnTo>
                    <a:pt x="3556" y="3951"/>
                  </a:lnTo>
                  <a:lnTo>
                    <a:pt x="3595" y="3911"/>
                  </a:lnTo>
                  <a:lnTo>
                    <a:pt x="3655" y="3872"/>
                  </a:lnTo>
                  <a:lnTo>
                    <a:pt x="3694" y="3832"/>
                  </a:lnTo>
                  <a:lnTo>
                    <a:pt x="3734" y="3793"/>
                  </a:lnTo>
                  <a:lnTo>
                    <a:pt x="3734" y="3753"/>
                  </a:lnTo>
                  <a:lnTo>
                    <a:pt x="3714" y="3773"/>
                  </a:lnTo>
                  <a:lnTo>
                    <a:pt x="3714" y="3733"/>
                  </a:lnTo>
                  <a:lnTo>
                    <a:pt x="3734" y="3654"/>
                  </a:lnTo>
                  <a:lnTo>
                    <a:pt x="3773" y="3654"/>
                  </a:lnTo>
                  <a:lnTo>
                    <a:pt x="3793" y="3595"/>
                  </a:lnTo>
                  <a:lnTo>
                    <a:pt x="3813" y="3536"/>
                  </a:lnTo>
                  <a:lnTo>
                    <a:pt x="3852" y="3516"/>
                  </a:lnTo>
                  <a:lnTo>
                    <a:pt x="3872" y="3556"/>
                  </a:lnTo>
                  <a:lnTo>
                    <a:pt x="3872" y="3575"/>
                  </a:lnTo>
                  <a:lnTo>
                    <a:pt x="3872" y="3615"/>
                  </a:lnTo>
                  <a:lnTo>
                    <a:pt x="3852" y="3674"/>
                  </a:lnTo>
                  <a:lnTo>
                    <a:pt x="3852" y="3694"/>
                  </a:lnTo>
                  <a:lnTo>
                    <a:pt x="3872" y="3733"/>
                  </a:lnTo>
                  <a:lnTo>
                    <a:pt x="3734" y="3872"/>
                  </a:lnTo>
                  <a:lnTo>
                    <a:pt x="3655" y="3931"/>
                  </a:lnTo>
                  <a:lnTo>
                    <a:pt x="3576" y="3970"/>
                  </a:lnTo>
                  <a:lnTo>
                    <a:pt x="3576" y="4010"/>
                  </a:lnTo>
                  <a:lnTo>
                    <a:pt x="3595" y="4030"/>
                  </a:lnTo>
                  <a:lnTo>
                    <a:pt x="3615" y="4030"/>
                  </a:lnTo>
                  <a:lnTo>
                    <a:pt x="3635" y="4069"/>
                  </a:lnTo>
                  <a:lnTo>
                    <a:pt x="3655" y="4010"/>
                  </a:lnTo>
                  <a:lnTo>
                    <a:pt x="3674" y="3970"/>
                  </a:lnTo>
                  <a:lnTo>
                    <a:pt x="3714" y="3931"/>
                  </a:lnTo>
                  <a:lnTo>
                    <a:pt x="3714" y="3891"/>
                  </a:lnTo>
                  <a:lnTo>
                    <a:pt x="3813" y="3872"/>
                  </a:lnTo>
                  <a:lnTo>
                    <a:pt x="3931" y="3812"/>
                  </a:lnTo>
                  <a:lnTo>
                    <a:pt x="4050" y="3773"/>
                  </a:lnTo>
                  <a:lnTo>
                    <a:pt x="4148" y="3773"/>
                  </a:lnTo>
                  <a:lnTo>
                    <a:pt x="4109" y="3832"/>
                  </a:lnTo>
                  <a:lnTo>
                    <a:pt x="4050" y="3891"/>
                  </a:lnTo>
                  <a:lnTo>
                    <a:pt x="3951" y="3931"/>
                  </a:lnTo>
                  <a:lnTo>
                    <a:pt x="3911" y="3970"/>
                  </a:lnTo>
                  <a:lnTo>
                    <a:pt x="3852" y="4010"/>
                  </a:lnTo>
                  <a:lnTo>
                    <a:pt x="3813" y="4069"/>
                  </a:lnTo>
                  <a:lnTo>
                    <a:pt x="3773" y="4148"/>
                  </a:lnTo>
                  <a:lnTo>
                    <a:pt x="3773" y="4168"/>
                  </a:lnTo>
                  <a:lnTo>
                    <a:pt x="3793" y="4168"/>
                  </a:lnTo>
                  <a:lnTo>
                    <a:pt x="3832" y="4128"/>
                  </a:lnTo>
                  <a:lnTo>
                    <a:pt x="3872" y="4089"/>
                  </a:lnTo>
                  <a:lnTo>
                    <a:pt x="3911" y="4069"/>
                  </a:lnTo>
                  <a:lnTo>
                    <a:pt x="3931" y="4069"/>
                  </a:lnTo>
                  <a:lnTo>
                    <a:pt x="3931" y="4128"/>
                  </a:lnTo>
                  <a:lnTo>
                    <a:pt x="3931" y="4148"/>
                  </a:lnTo>
                  <a:lnTo>
                    <a:pt x="3951" y="4168"/>
                  </a:lnTo>
                  <a:lnTo>
                    <a:pt x="3990" y="4188"/>
                  </a:lnTo>
                  <a:lnTo>
                    <a:pt x="4050" y="4168"/>
                  </a:lnTo>
                  <a:lnTo>
                    <a:pt x="4129" y="4188"/>
                  </a:lnTo>
                  <a:lnTo>
                    <a:pt x="4129" y="4089"/>
                  </a:lnTo>
                  <a:lnTo>
                    <a:pt x="4188" y="4089"/>
                  </a:lnTo>
                  <a:lnTo>
                    <a:pt x="4227" y="4148"/>
                  </a:lnTo>
                  <a:lnTo>
                    <a:pt x="4208" y="4168"/>
                  </a:lnTo>
                  <a:lnTo>
                    <a:pt x="4267" y="4148"/>
                  </a:lnTo>
                  <a:lnTo>
                    <a:pt x="4267" y="4168"/>
                  </a:lnTo>
                  <a:lnTo>
                    <a:pt x="4287" y="4168"/>
                  </a:lnTo>
                  <a:lnTo>
                    <a:pt x="4306" y="4148"/>
                  </a:lnTo>
                  <a:lnTo>
                    <a:pt x="4366" y="4188"/>
                  </a:lnTo>
                  <a:lnTo>
                    <a:pt x="4405" y="4207"/>
                  </a:lnTo>
                  <a:lnTo>
                    <a:pt x="4464" y="4227"/>
                  </a:lnTo>
                  <a:lnTo>
                    <a:pt x="4484" y="4168"/>
                  </a:lnTo>
                  <a:lnTo>
                    <a:pt x="4464" y="4148"/>
                  </a:lnTo>
                  <a:lnTo>
                    <a:pt x="4405" y="4168"/>
                  </a:lnTo>
                  <a:lnTo>
                    <a:pt x="4385" y="4148"/>
                  </a:lnTo>
                  <a:lnTo>
                    <a:pt x="4385" y="4069"/>
                  </a:lnTo>
                  <a:lnTo>
                    <a:pt x="4385" y="4030"/>
                  </a:lnTo>
                  <a:lnTo>
                    <a:pt x="4425" y="3970"/>
                  </a:lnTo>
                  <a:lnTo>
                    <a:pt x="4445" y="3990"/>
                  </a:lnTo>
                  <a:lnTo>
                    <a:pt x="4484" y="3990"/>
                  </a:lnTo>
                  <a:lnTo>
                    <a:pt x="4563" y="3951"/>
                  </a:lnTo>
                  <a:lnTo>
                    <a:pt x="4642" y="3931"/>
                  </a:lnTo>
                  <a:lnTo>
                    <a:pt x="4682" y="3931"/>
                  </a:lnTo>
                  <a:lnTo>
                    <a:pt x="4721" y="3951"/>
                  </a:lnTo>
                  <a:lnTo>
                    <a:pt x="4701" y="3911"/>
                  </a:lnTo>
                  <a:lnTo>
                    <a:pt x="4761" y="3872"/>
                  </a:lnTo>
                  <a:lnTo>
                    <a:pt x="4780" y="3872"/>
                  </a:lnTo>
                  <a:lnTo>
                    <a:pt x="4840" y="3911"/>
                  </a:lnTo>
                  <a:lnTo>
                    <a:pt x="4840" y="3951"/>
                  </a:lnTo>
                  <a:lnTo>
                    <a:pt x="4840" y="3990"/>
                  </a:lnTo>
                  <a:lnTo>
                    <a:pt x="4780" y="4030"/>
                  </a:lnTo>
                  <a:lnTo>
                    <a:pt x="4741" y="4089"/>
                  </a:lnTo>
                  <a:lnTo>
                    <a:pt x="4721" y="4109"/>
                  </a:lnTo>
                  <a:lnTo>
                    <a:pt x="4721" y="4148"/>
                  </a:lnTo>
                  <a:lnTo>
                    <a:pt x="4662" y="4168"/>
                  </a:lnTo>
                  <a:lnTo>
                    <a:pt x="4603" y="4168"/>
                  </a:lnTo>
                  <a:lnTo>
                    <a:pt x="4563" y="4227"/>
                  </a:lnTo>
                  <a:lnTo>
                    <a:pt x="4524" y="4425"/>
                  </a:lnTo>
                  <a:lnTo>
                    <a:pt x="4524" y="4425"/>
                  </a:lnTo>
                  <a:lnTo>
                    <a:pt x="4543" y="4405"/>
                  </a:lnTo>
                  <a:lnTo>
                    <a:pt x="4563" y="4405"/>
                  </a:lnTo>
                  <a:lnTo>
                    <a:pt x="4583" y="4425"/>
                  </a:lnTo>
                  <a:lnTo>
                    <a:pt x="4603" y="4484"/>
                  </a:lnTo>
                  <a:lnTo>
                    <a:pt x="4603" y="4504"/>
                  </a:lnTo>
                  <a:lnTo>
                    <a:pt x="4622" y="4504"/>
                  </a:lnTo>
                  <a:lnTo>
                    <a:pt x="4622" y="4405"/>
                  </a:lnTo>
                  <a:lnTo>
                    <a:pt x="4662" y="4365"/>
                  </a:lnTo>
                  <a:lnTo>
                    <a:pt x="4682" y="4346"/>
                  </a:lnTo>
                  <a:lnTo>
                    <a:pt x="4682" y="4365"/>
                  </a:lnTo>
                  <a:lnTo>
                    <a:pt x="4682" y="4425"/>
                  </a:lnTo>
                  <a:lnTo>
                    <a:pt x="4761" y="4227"/>
                  </a:lnTo>
                  <a:lnTo>
                    <a:pt x="4741" y="4207"/>
                  </a:lnTo>
                  <a:lnTo>
                    <a:pt x="4721" y="4227"/>
                  </a:lnTo>
                  <a:lnTo>
                    <a:pt x="4682" y="4247"/>
                  </a:lnTo>
                  <a:lnTo>
                    <a:pt x="4642" y="4247"/>
                  </a:lnTo>
                  <a:lnTo>
                    <a:pt x="4642" y="4227"/>
                  </a:lnTo>
                  <a:lnTo>
                    <a:pt x="4642" y="4188"/>
                  </a:lnTo>
                  <a:lnTo>
                    <a:pt x="4721" y="4168"/>
                  </a:lnTo>
                  <a:lnTo>
                    <a:pt x="4780" y="4109"/>
                  </a:lnTo>
                  <a:lnTo>
                    <a:pt x="4840" y="4069"/>
                  </a:lnTo>
                  <a:lnTo>
                    <a:pt x="4879" y="4049"/>
                  </a:lnTo>
                  <a:lnTo>
                    <a:pt x="4899" y="4069"/>
                  </a:lnTo>
                  <a:lnTo>
                    <a:pt x="4879" y="4089"/>
                  </a:lnTo>
                  <a:lnTo>
                    <a:pt x="4879" y="4109"/>
                  </a:lnTo>
                  <a:lnTo>
                    <a:pt x="4859" y="4109"/>
                  </a:lnTo>
                  <a:lnTo>
                    <a:pt x="4840" y="4128"/>
                  </a:lnTo>
                  <a:lnTo>
                    <a:pt x="4840" y="4148"/>
                  </a:lnTo>
                  <a:lnTo>
                    <a:pt x="4859" y="4148"/>
                  </a:lnTo>
                  <a:lnTo>
                    <a:pt x="4899" y="4128"/>
                  </a:lnTo>
                  <a:lnTo>
                    <a:pt x="4958" y="4128"/>
                  </a:lnTo>
                  <a:lnTo>
                    <a:pt x="4978" y="4148"/>
                  </a:lnTo>
                  <a:lnTo>
                    <a:pt x="4879" y="4207"/>
                  </a:lnTo>
                  <a:lnTo>
                    <a:pt x="4840" y="4267"/>
                  </a:lnTo>
                  <a:lnTo>
                    <a:pt x="4820" y="4346"/>
                  </a:lnTo>
                  <a:lnTo>
                    <a:pt x="4820" y="4346"/>
                  </a:lnTo>
                  <a:lnTo>
                    <a:pt x="4919" y="4227"/>
                  </a:lnTo>
                  <a:lnTo>
                    <a:pt x="4938" y="4247"/>
                  </a:lnTo>
                  <a:lnTo>
                    <a:pt x="4919" y="4286"/>
                  </a:lnTo>
                  <a:lnTo>
                    <a:pt x="4919" y="4306"/>
                  </a:lnTo>
                  <a:lnTo>
                    <a:pt x="4919" y="4326"/>
                  </a:lnTo>
                  <a:lnTo>
                    <a:pt x="4938" y="4306"/>
                  </a:lnTo>
                  <a:lnTo>
                    <a:pt x="4958" y="4267"/>
                  </a:lnTo>
                  <a:lnTo>
                    <a:pt x="4978" y="4227"/>
                  </a:lnTo>
                  <a:lnTo>
                    <a:pt x="5017" y="4227"/>
                  </a:lnTo>
                  <a:lnTo>
                    <a:pt x="4998" y="4286"/>
                  </a:lnTo>
                  <a:lnTo>
                    <a:pt x="4978" y="4326"/>
                  </a:lnTo>
                  <a:lnTo>
                    <a:pt x="5017" y="4346"/>
                  </a:lnTo>
                  <a:lnTo>
                    <a:pt x="5037" y="4326"/>
                  </a:lnTo>
                  <a:lnTo>
                    <a:pt x="5077" y="4286"/>
                  </a:lnTo>
                  <a:lnTo>
                    <a:pt x="5136" y="4267"/>
                  </a:lnTo>
                  <a:lnTo>
                    <a:pt x="5116" y="4247"/>
                  </a:lnTo>
                  <a:lnTo>
                    <a:pt x="5116" y="4207"/>
                  </a:lnTo>
                  <a:lnTo>
                    <a:pt x="5156" y="4128"/>
                  </a:lnTo>
                  <a:lnTo>
                    <a:pt x="5195" y="4069"/>
                  </a:lnTo>
                  <a:lnTo>
                    <a:pt x="5235" y="4030"/>
                  </a:lnTo>
                  <a:lnTo>
                    <a:pt x="5255" y="4030"/>
                  </a:lnTo>
                  <a:lnTo>
                    <a:pt x="5314" y="4049"/>
                  </a:lnTo>
                  <a:lnTo>
                    <a:pt x="5373" y="4069"/>
                  </a:lnTo>
                  <a:lnTo>
                    <a:pt x="5393" y="4069"/>
                  </a:lnTo>
                  <a:lnTo>
                    <a:pt x="5393" y="4109"/>
                  </a:lnTo>
                  <a:lnTo>
                    <a:pt x="5413" y="4148"/>
                  </a:lnTo>
                  <a:lnTo>
                    <a:pt x="5393" y="4207"/>
                  </a:lnTo>
                  <a:lnTo>
                    <a:pt x="5472" y="4128"/>
                  </a:lnTo>
                  <a:lnTo>
                    <a:pt x="5452" y="4188"/>
                  </a:lnTo>
                  <a:lnTo>
                    <a:pt x="5452" y="4207"/>
                  </a:lnTo>
                  <a:lnTo>
                    <a:pt x="5452" y="4227"/>
                  </a:lnTo>
                  <a:lnTo>
                    <a:pt x="5492" y="4227"/>
                  </a:lnTo>
                  <a:lnTo>
                    <a:pt x="5511" y="4247"/>
                  </a:lnTo>
                  <a:lnTo>
                    <a:pt x="5492" y="4286"/>
                  </a:lnTo>
                  <a:lnTo>
                    <a:pt x="5393" y="4286"/>
                  </a:lnTo>
                  <a:lnTo>
                    <a:pt x="5353" y="4306"/>
                  </a:lnTo>
                  <a:lnTo>
                    <a:pt x="5334" y="4346"/>
                  </a:lnTo>
                  <a:lnTo>
                    <a:pt x="5274" y="4405"/>
                  </a:lnTo>
                  <a:lnTo>
                    <a:pt x="5294" y="4444"/>
                  </a:lnTo>
                  <a:lnTo>
                    <a:pt x="5274" y="4484"/>
                  </a:lnTo>
                  <a:lnTo>
                    <a:pt x="5215" y="4583"/>
                  </a:lnTo>
                  <a:lnTo>
                    <a:pt x="5235" y="4563"/>
                  </a:lnTo>
                  <a:lnTo>
                    <a:pt x="5255" y="4543"/>
                  </a:lnTo>
                  <a:lnTo>
                    <a:pt x="5294" y="4484"/>
                  </a:lnTo>
                  <a:lnTo>
                    <a:pt x="5353" y="4405"/>
                  </a:lnTo>
                  <a:lnTo>
                    <a:pt x="5393" y="4326"/>
                  </a:lnTo>
                  <a:lnTo>
                    <a:pt x="5393" y="4365"/>
                  </a:lnTo>
                  <a:lnTo>
                    <a:pt x="5413" y="4405"/>
                  </a:lnTo>
                  <a:lnTo>
                    <a:pt x="5413" y="4444"/>
                  </a:lnTo>
                  <a:lnTo>
                    <a:pt x="5373" y="4504"/>
                  </a:lnTo>
                  <a:lnTo>
                    <a:pt x="5393" y="4523"/>
                  </a:lnTo>
                  <a:lnTo>
                    <a:pt x="5413" y="4504"/>
                  </a:lnTo>
                  <a:lnTo>
                    <a:pt x="5472" y="4464"/>
                  </a:lnTo>
                  <a:lnTo>
                    <a:pt x="5511" y="4444"/>
                  </a:lnTo>
                  <a:lnTo>
                    <a:pt x="5531" y="4444"/>
                  </a:lnTo>
                  <a:lnTo>
                    <a:pt x="5472" y="4543"/>
                  </a:lnTo>
                  <a:lnTo>
                    <a:pt x="5413" y="4642"/>
                  </a:lnTo>
                  <a:lnTo>
                    <a:pt x="5452" y="4642"/>
                  </a:lnTo>
                  <a:lnTo>
                    <a:pt x="5472" y="4681"/>
                  </a:lnTo>
                  <a:lnTo>
                    <a:pt x="5492" y="4622"/>
                  </a:lnTo>
                  <a:lnTo>
                    <a:pt x="5511" y="4602"/>
                  </a:lnTo>
                  <a:lnTo>
                    <a:pt x="5472" y="4602"/>
                  </a:lnTo>
                  <a:lnTo>
                    <a:pt x="5511" y="4563"/>
                  </a:lnTo>
                  <a:lnTo>
                    <a:pt x="5571" y="4563"/>
                  </a:lnTo>
                  <a:lnTo>
                    <a:pt x="5590" y="4583"/>
                  </a:lnTo>
                  <a:lnTo>
                    <a:pt x="5610" y="4563"/>
                  </a:lnTo>
                  <a:lnTo>
                    <a:pt x="5630" y="4543"/>
                  </a:lnTo>
                  <a:lnTo>
                    <a:pt x="5610" y="4583"/>
                  </a:lnTo>
                  <a:lnTo>
                    <a:pt x="5610" y="4622"/>
                  </a:lnTo>
                  <a:lnTo>
                    <a:pt x="5650" y="4642"/>
                  </a:lnTo>
                  <a:lnTo>
                    <a:pt x="5689" y="4662"/>
                  </a:lnTo>
                  <a:lnTo>
                    <a:pt x="5709" y="4681"/>
                  </a:lnTo>
                  <a:lnTo>
                    <a:pt x="5709" y="4701"/>
                  </a:lnTo>
                  <a:lnTo>
                    <a:pt x="5748" y="4602"/>
                  </a:lnTo>
                  <a:lnTo>
                    <a:pt x="5768" y="4583"/>
                  </a:lnTo>
                  <a:lnTo>
                    <a:pt x="5748" y="4563"/>
                  </a:lnTo>
                  <a:lnTo>
                    <a:pt x="5709" y="4583"/>
                  </a:lnTo>
                  <a:lnTo>
                    <a:pt x="5689" y="4602"/>
                  </a:lnTo>
                  <a:lnTo>
                    <a:pt x="5669" y="4602"/>
                  </a:lnTo>
                  <a:lnTo>
                    <a:pt x="5669" y="4583"/>
                  </a:lnTo>
                  <a:lnTo>
                    <a:pt x="5689" y="4504"/>
                  </a:lnTo>
                  <a:lnTo>
                    <a:pt x="5768" y="4504"/>
                  </a:lnTo>
                  <a:lnTo>
                    <a:pt x="5847" y="4523"/>
                  </a:lnTo>
                  <a:lnTo>
                    <a:pt x="5946" y="4543"/>
                  </a:lnTo>
                  <a:lnTo>
                    <a:pt x="5985" y="4543"/>
                  </a:lnTo>
                  <a:lnTo>
                    <a:pt x="6045" y="4523"/>
                  </a:lnTo>
                  <a:lnTo>
                    <a:pt x="6064" y="4563"/>
                  </a:lnTo>
                  <a:lnTo>
                    <a:pt x="6064" y="4583"/>
                  </a:lnTo>
                  <a:lnTo>
                    <a:pt x="6025" y="4622"/>
                  </a:lnTo>
                  <a:lnTo>
                    <a:pt x="5985" y="4681"/>
                  </a:lnTo>
                  <a:lnTo>
                    <a:pt x="5946" y="4760"/>
                  </a:lnTo>
                  <a:lnTo>
                    <a:pt x="5887" y="4741"/>
                  </a:lnTo>
                  <a:lnTo>
                    <a:pt x="5867" y="4721"/>
                  </a:lnTo>
                  <a:lnTo>
                    <a:pt x="5827" y="4681"/>
                  </a:lnTo>
                  <a:lnTo>
                    <a:pt x="5788" y="4681"/>
                  </a:lnTo>
                  <a:lnTo>
                    <a:pt x="5827" y="4741"/>
                  </a:lnTo>
                  <a:lnTo>
                    <a:pt x="5887" y="4780"/>
                  </a:lnTo>
                  <a:lnTo>
                    <a:pt x="5985" y="4780"/>
                  </a:lnTo>
                  <a:lnTo>
                    <a:pt x="6064" y="4741"/>
                  </a:lnTo>
                  <a:lnTo>
                    <a:pt x="6084" y="4760"/>
                  </a:lnTo>
                  <a:lnTo>
                    <a:pt x="6084" y="4800"/>
                  </a:lnTo>
                  <a:lnTo>
                    <a:pt x="6064" y="4919"/>
                  </a:lnTo>
                  <a:lnTo>
                    <a:pt x="6045" y="5017"/>
                  </a:lnTo>
                  <a:lnTo>
                    <a:pt x="6064" y="5057"/>
                  </a:lnTo>
                  <a:lnTo>
                    <a:pt x="6104" y="5057"/>
                  </a:lnTo>
                  <a:lnTo>
                    <a:pt x="6143" y="4958"/>
                  </a:lnTo>
                  <a:lnTo>
                    <a:pt x="6143" y="4879"/>
                  </a:lnTo>
                  <a:lnTo>
                    <a:pt x="6183" y="4879"/>
                  </a:lnTo>
                  <a:lnTo>
                    <a:pt x="6203" y="4899"/>
                  </a:lnTo>
                  <a:lnTo>
                    <a:pt x="6222" y="4919"/>
                  </a:lnTo>
                  <a:lnTo>
                    <a:pt x="6242" y="4899"/>
                  </a:lnTo>
                  <a:lnTo>
                    <a:pt x="6262" y="4859"/>
                  </a:lnTo>
                  <a:lnTo>
                    <a:pt x="6262" y="4820"/>
                  </a:lnTo>
                  <a:lnTo>
                    <a:pt x="6301" y="4800"/>
                  </a:lnTo>
                  <a:lnTo>
                    <a:pt x="6301" y="4839"/>
                  </a:lnTo>
                  <a:lnTo>
                    <a:pt x="6301" y="4879"/>
                  </a:lnTo>
                  <a:lnTo>
                    <a:pt x="6282" y="4919"/>
                  </a:lnTo>
                  <a:lnTo>
                    <a:pt x="6301" y="4919"/>
                  </a:lnTo>
                  <a:lnTo>
                    <a:pt x="6321" y="4938"/>
                  </a:lnTo>
                  <a:lnTo>
                    <a:pt x="6301" y="5017"/>
                  </a:lnTo>
                  <a:lnTo>
                    <a:pt x="6301" y="5057"/>
                  </a:lnTo>
                  <a:lnTo>
                    <a:pt x="6301" y="5077"/>
                  </a:lnTo>
                  <a:lnTo>
                    <a:pt x="6321" y="5077"/>
                  </a:lnTo>
                  <a:lnTo>
                    <a:pt x="6380" y="5037"/>
                  </a:lnTo>
                  <a:lnTo>
                    <a:pt x="6380" y="5017"/>
                  </a:lnTo>
                  <a:lnTo>
                    <a:pt x="6361" y="5017"/>
                  </a:lnTo>
                  <a:lnTo>
                    <a:pt x="6341" y="4998"/>
                  </a:lnTo>
                  <a:lnTo>
                    <a:pt x="6380" y="4938"/>
                  </a:lnTo>
                  <a:lnTo>
                    <a:pt x="6440" y="4899"/>
                  </a:lnTo>
                  <a:lnTo>
                    <a:pt x="6479" y="4859"/>
                  </a:lnTo>
                  <a:lnTo>
                    <a:pt x="6538" y="4839"/>
                  </a:lnTo>
                  <a:lnTo>
                    <a:pt x="6519" y="4859"/>
                  </a:lnTo>
                  <a:lnTo>
                    <a:pt x="6538" y="4879"/>
                  </a:lnTo>
                  <a:lnTo>
                    <a:pt x="6558" y="4879"/>
                  </a:lnTo>
                  <a:lnTo>
                    <a:pt x="6558" y="4899"/>
                  </a:lnTo>
                  <a:lnTo>
                    <a:pt x="6538" y="4938"/>
                  </a:lnTo>
                  <a:lnTo>
                    <a:pt x="6479" y="4938"/>
                  </a:lnTo>
                  <a:lnTo>
                    <a:pt x="6440" y="4958"/>
                  </a:lnTo>
                  <a:lnTo>
                    <a:pt x="6479" y="4998"/>
                  </a:lnTo>
                  <a:lnTo>
                    <a:pt x="6479" y="4998"/>
                  </a:lnTo>
                  <a:lnTo>
                    <a:pt x="6617" y="4919"/>
                  </a:lnTo>
                  <a:lnTo>
                    <a:pt x="6598" y="4919"/>
                  </a:lnTo>
                  <a:lnTo>
                    <a:pt x="6598" y="4899"/>
                  </a:lnTo>
                  <a:lnTo>
                    <a:pt x="6617" y="4859"/>
                  </a:lnTo>
                  <a:lnTo>
                    <a:pt x="6677" y="4800"/>
                  </a:lnTo>
                  <a:lnTo>
                    <a:pt x="6696" y="4780"/>
                  </a:lnTo>
                  <a:lnTo>
                    <a:pt x="6736" y="4800"/>
                  </a:lnTo>
                  <a:lnTo>
                    <a:pt x="6736" y="4859"/>
                  </a:lnTo>
                  <a:lnTo>
                    <a:pt x="6736" y="4899"/>
                  </a:lnTo>
                  <a:lnTo>
                    <a:pt x="6716" y="4978"/>
                  </a:lnTo>
                  <a:lnTo>
                    <a:pt x="6756" y="4919"/>
                  </a:lnTo>
                  <a:lnTo>
                    <a:pt x="6815" y="4899"/>
                  </a:lnTo>
                  <a:lnTo>
                    <a:pt x="6894" y="4919"/>
                  </a:lnTo>
                  <a:lnTo>
                    <a:pt x="6894" y="4859"/>
                  </a:lnTo>
                  <a:lnTo>
                    <a:pt x="6914" y="4820"/>
                  </a:lnTo>
                  <a:lnTo>
                    <a:pt x="6993" y="4780"/>
                  </a:lnTo>
                  <a:lnTo>
                    <a:pt x="6993" y="4938"/>
                  </a:lnTo>
                  <a:lnTo>
                    <a:pt x="6953" y="4938"/>
                  </a:lnTo>
                  <a:lnTo>
                    <a:pt x="6933" y="4958"/>
                  </a:lnTo>
                  <a:lnTo>
                    <a:pt x="6914" y="4998"/>
                  </a:lnTo>
                  <a:lnTo>
                    <a:pt x="6914" y="5057"/>
                  </a:lnTo>
                  <a:lnTo>
                    <a:pt x="6874" y="5136"/>
                  </a:lnTo>
                  <a:lnTo>
                    <a:pt x="6815" y="5175"/>
                  </a:lnTo>
                  <a:lnTo>
                    <a:pt x="6775" y="5175"/>
                  </a:lnTo>
                  <a:lnTo>
                    <a:pt x="6736" y="5116"/>
                  </a:lnTo>
                  <a:lnTo>
                    <a:pt x="6736" y="5195"/>
                  </a:lnTo>
                  <a:lnTo>
                    <a:pt x="6756" y="5215"/>
                  </a:lnTo>
                  <a:lnTo>
                    <a:pt x="6775" y="5215"/>
                  </a:lnTo>
                  <a:lnTo>
                    <a:pt x="6815" y="5195"/>
                  </a:lnTo>
                  <a:lnTo>
                    <a:pt x="6894" y="5156"/>
                  </a:lnTo>
                  <a:lnTo>
                    <a:pt x="6914" y="5156"/>
                  </a:lnTo>
                  <a:lnTo>
                    <a:pt x="6933" y="5195"/>
                  </a:lnTo>
                  <a:lnTo>
                    <a:pt x="6894" y="5254"/>
                  </a:lnTo>
                  <a:lnTo>
                    <a:pt x="6854" y="5294"/>
                  </a:lnTo>
                  <a:lnTo>
                    <a:pt x="6914" y="5274"/>
                  </a:lnTo>
                  <a:lnTo>
                    <a:pt x="6933" y="5274"/>
                  </a:lnTo>
                  <a:lnTo>
                    <a:pt x="6953" y="5314"/>
                  </a:lnTo>
                  <a:lnTo>
                    <a:pt x="6993" y="5195"/>
                  </a:lnTo>
                  <a:lnTo>
                    <a:pt x="7032" y="5136"/>
                  </a:lnTo>
                  <a:lnTo>
                    <a:pt x="7091" y="5116"/>
                  </a:lnTo>
                  <a:lnTo>
                    <a:pt x="7052" y="5294"/>
                  </a:lnTo>
                  <a:lnTo>
                    <a:pt x="7091" y="5294"/>
                  </a:lnTo>
                  <a:lnTo>
                    <a:pt x="7151" y="5235"/>
                  </a:lnTo>
                  <a:lnTo>
                    <a:pt x="7210" y="5175"/>
                  </a:lnTo>
                  <a:lnTo>
                    <a:pt x="7230" y="5136"/>
                  </a:lnTo>
                  <a:lnTo>
                    <a:pt x="7269" y="5116"/>
                  </a:lnTo>
                  <a:lnTo>
                    <a:pt x="7289" y="4998"/>
                  </a:lnTo>
                  <a:lnTo>
                    <a:pt x="7328" y="4958"/>
                  </a:lnTo>
                  <a:lnTo>
                    <a:pt x="7407" y="4958"/>
                  </a:lnTo>
                  <a:lnTo>
                    <a:pt x="7447" y="4919"/>
                  </a:lnTo>
                  <a:lnTo>
                    <a:pt x="7368" y="4919"/>
                  </a:lnTo>
                  <a:lnTo>
                    <a:pt x="7348" y="4938"/>
                  </a:lnTo>
                  <a:lnTo>
                    <a:pt x="7328" y="4938"/>
                  </a:lnTo>
                  <a:lnTo>
                    <a:pt x="7309" y="4919"/>
                  </a:lnTo>
                  <a:lnTo>
                    <a:pt x="7368" y="4859"/>
                  </a:lnTo>
                  <a:lnTo>
                    <a:pt x="7388" y="4839"/>
                  </a:lnTo>
                  <a:lnTo>
                    <a:pt x="7427" y="4839"/>
                  </a:lnTo>
                  <a:lnTo>
                    <a:pt x="7467" y="4820"/>
                  </a:lnTo>
                  <a:lnTo>
                    <a:pt x="7506" y="4919"/>
                  </a:lnTo>
                  <a:lnTo>
                    <a:pt x="7486" y="5057"/>
                  </a:lnTo>
                  <a:lnTo>
                    <a:pt x="7407" y="5175"/>
                  </a:lnTo>
                  <a:lnTo>
                    <a:pt x="7309" y="5254"/>
                  </a:lnTo>
                  <a:lnTo>
                    <a:pt x="7210" y="5373"/>
                  </a:lnTo>
                  <a:lnTo>
                    <a:pt x="7091" y="5531"/>
                  </a:lnTo>
                  <a:lnTo>
                    <a:pt x="7170" y="5531"/>
                  </a:lnTo>
                  <a:lnTo>
                    <a:pt x="7249" y="5551"/>
                  </a:lnTo>
                  <a:lnTo>
                    <a:pt x="7309" y="5570"/>
                  </a:lnTo>
                  <a:lnTo>
                    <a:pt x="7328" y="5610"/>
                  </a:lnTo>
                  <a:lnTo>
                    <a:pt x="7328" y="5649"/>
                  </a:lnTo>
                  <a:lnTo>
                    <a:pt x="7407" y="5610"/>
                  </a:lnTo>
                  <a:lnTo>
                    <a:pt x="7486" y="5531"/>
                  </a:lnTo>
                  <a:lnTo>
                    <a:pt x="7585" y="5333"/>
                  </a:lnTo>
                  <a:lnTo>
                    <a:pt x="7625" y="5333"/>
                  </a:lnTo>
                  <a:lnTo>
                    <a:pt x="7625" y="5353"/>
                  </a:lnTo>
                  <a:lnTo>
                    <a:pt x="7645" y="5393"/>
                  </a:lnTo>
                  <a:lnTo>
                    <a:pt x="7565" y="5452"/>
                  </a:lnTo>
                  <a:lnTo>
                    <a:pt x="7565" y="5452"/>
                  </a:lnTo>
                  <a:lnTo>
                    <a:pt x="7724" y="5412"/>
                  </a:lnTo>
                  <a:lnTo>
                    <a:pt x="7803" y="5412"/>
                  </a:lnTo>
                  <a:lnTo>
                    <a:pt x="7862" y="5452"/>
                  </a:lnTo>
                  <a:lnTo>
                    <a:pt x="7901" y="5412"/>
                  </a:lnTo>
                  <a:lnTo>
                    <a:pt x="7961" y="5373"/>
                  </a:lnTo>
                  <a:lnTo>
                    <a:pt x="8040" y="5215"/>
                  </a:lnTo>
                  <a:lnTo>
                    <a:pt x="8099" y="5215"/>
                  </a:lnTo>
                  <a:lnTo>
                    <a:pt x="8119" y="5195"/>
                  </a:lnTo>
                  <a:lnTo>
                    <a:pt x="8178" y="5136"/>
                  </a:lnTo>
                  <a:lnTo>
                    <a:pt x="8198" y="5116"/>
                  </a:lnTo>
                  <a:lnTo>
                    <a:pt x="8237" y="5156"/>
                  </a:lnTo>
                  <a:lnTo>
                    <a:pt x="8257" y="5175"/>
                  </a:lnTo>
                  <a:lnTo>
                    <a:pt x="8198" y="5215"/>
                  </a:lnTo>
                  <a:lnTo>
                    <a:pt x="8178" y="5254"/>
                  </a:lnTo>
                  <a:lnTo>
                    <a:pt x="8178" y="5294"/>
                  </a:lnTo>
                  <a:lnTo>
                    <a:pt x="8198" y="5314"/>
                  </a:lnTo>
                  <a:lnTo>
                    <a:pt x="8237" y="5333"/>
                  </a:lnTo>
                  <a:lnTo>
                    <a:pt x="8277" y="5314"/>
                  </a:lnTo>
                  <a:lnTo>
                    <a:pt x="8277" y="5314"/>
                  </a:lnTo>
                  <a:lnTo>
                    <a:pt x="8198" y="5393"/>
                  </a:lnTo>
                  <a:lnTo>
                    <a:pt x="8158" y="5432"/>
                  </a:lnTo>
                  <a:lnTo>
                    <a:pt x="8138" y="5432"/>
                  </a:lnTo>
                  <a:lnTo>
                    <a:pt x="8138" y="5412"/>
                  </a:lnTo>
                  <a:lnTo>
                    <a:pt x="8158" y="5353"/>
                  </a:lnTo>
                  <a:lnTo>
                    <a:pt x="8059" y="5393"/>
                  </a:lnTo>
                  <a:lnTo>
                    <a:pt x="8099" y="5393"/>
                  </a:lnTo>
                  <a:lnTo>
                    <a:pt x="8119" y="5412"/>
                  </a:lnTo>
                  <a:lnTo>
                    <a:pt x="8119" y="5432"/>
                  </a:lnTo>
                  <a:lnTo>
                    <a:pt x="8119" y="5472"/>
                  </a:lnTo>
                  <a:lnTo>
                    <a:pt x="8079" y="5570"/>
                  </a:lnTo>
                  <a:lnTo>
                    <a:pt x="8040" y="5669"/>
                  </a:lnTo>
                  <a:lnTo>
                    <a:pt x="8040" y="5669"/>
                  </a:lnTo>
                  <a:lnTo>
                    <a:pt x="8059" y="5649"/>
                  </a:lnTo>
                  <a:lnTo>
                    <a:pt x="8079" y="5630"/>
                  </a:lnTo>
                  <a:lnTo>
                    <a:pt x="8099" y="5570"/>
                  </a:lnTo>
                  <a:lnTo>
                    <a:pt x="8119" y="5511"/>
                  </a:lnTo>
                  <a:lnTo>
                    <a:pt x="8138" y="5511"/>
                  </a:lnTo>
                  <a:lnTo>
                    <a:pt x="8178" y="5491"/>
                  </a:lnTo>
                  <a:lnTo>
                    <a:pt x="8178" y="5590"/>
                  </a:lnTo>
                  <a:lnTo>
                    <a:pt x="8198" y="5649"/>
                  </a:lnTo>
                  <a:lnTo>
                    <a:pt x="8217" y="5689"/>
                  </a:lnTo>
                  <a:lnTo>
                    <a:pt x="8257" y="5709"/>
                  </a:lnTo>
                  <a:lnTo>
                    <a:pt x="8296" y="5728"/>
                  </a:lnTo>
                  <a:lnTo>
                    <a:pt x="8316" y="5768"/>
                  </a:lnTo>
                  <a:lnTo>
                    <a:pt x="8296" y="5847"/>
                  </a:lnTo>
                  <a:lnTo>
                    <a:pt x="8257" y="5965"/>
                  </a:lnTo>
                  <a:lnTo>
                    <a:pt x="8257" y="5965"/>
                  </a:lnTo>
                  <a:lnTo>
                    <a:pt x="8415" y="5906"/>
                  </a:lnTo>
                  <a:lnTo>
                    <a:pt x="8514" y="5886"/>
                  </a:lnTo>
                  <a:lnTo>
                    <a:pt x="8573" y="5886"/>
                  </a:lnTo>
                  <a:lnTo>
                    <a:pt x="8632" y="5847"/>
                  </a:lnTo>
                  <a:lnTo>
                    <a:pt x="8672" y="5827"/>
                  </a:lnTo>
                  <a:lnTo>
                    <a:pt x="8691" y="5807"/>
                  </a:lnTo>
                  <a:lnTo>
                    <a:pt x="8751" y="5748"/>
                  </a:lnTo>
                  <a:lnTo>
                    <a:pt x="8751" y="5689"/>
                  </a:lnTo>
                  <a:lnTo>
                    <a:pt x="8711" y="5689"/>
                  </a:lnTo>
                  <a:lnTo>
                    <a:pt x="8632" y="5709"/>
                  </a:lnTo>
                  <a:lnTo>
                    <a:pt x="8553" y="5709"/>
                  </a:lnTo>
                  <a:lnTo>
                    <a:pt x="8533" y="5689"/>
                  </a:lnTo>
                  <a:lnTo>
                    <a:pt x="8533" y="5610"/>
                  </a:lnTo>
                  <a:lnTo>
                    <a:pt x="8494" y="5649"/>
                  </a:lnTo>
                  <a:lnTo>
                    <a:pt x="8454" y="5689"/>
                  </a:lnTo>
                  <a:lnTo>
                    <a:pt x="8375" y="5788"/>
                  </a:lnTo>
                  <a:lnTo>
                    <a:pt x="8336" y="5788"/>
                  </a:lnTo>
                  <a:lnTo>
                    <a:pt x="8336" y="5748"/>
                  </a:lnTo>
                  <a:lnTo>
                    <a:pt x="8336" y="5728"/>
                  </a:lnTo>
                  <a:lnTo>
                    <a:pt x="8356" y="5669"/>
                  </a:lnTo>
                  <a:lnTo>
                    <a:pt x="8395" y="5669"/>
                  </a:lnTo>
                  <a:lnTo>
                    <a:pt x="8435" y="5630"/>
                  </a:lnTo>
                  <a:lnTo>
                    <a:pt x="8514" y="5551"/>
                  </a:lnTo>
                  <a:lnTo>
                    <a:pt x="8573" y="5491"/>
                  </a:lnTo>
                  <a:lnTo>
                    <a:pt x="8612" y="5472"/>
                  </a:lnTo>
                  <a:lnTo>
                    <a:pt x="8652" y="5491"/>
                  </a:lnTo>
                  <a:lnTo>
                    <a:pt x="8652" y="5432"/>
                  </a:lnTo>
                  <a:lnTo>
                    <a:pt x="8632" y="5393"/>
                  </a:lnTo>
                  <a:lnTo>
                    <a:pt x="8612" y="5353"/>
                  </a:lnTo>
                  <a:lnTo>
                    <a:pt x="8593" y="5314"/>
                  </a:lnTo>
                  <a:lnTo>
                    <a:pt x="8632" y="5235"/>
                  </a:lnTo>
                  <a:lnTo>
                    <a:pt x="8672" y="5156"/>
                  </a:lnTo>
                  <a:lnTo>
                    <a:pt x="8810" y="5057"/>
                  </a:lnTo>
                  <a:lnTo>
                    <a:pt x="8928" y="4978"/>
                  </a:lnTo>
                  <a:lnTo>
                    <a:pt x="8889" y="5057"/>
                  </a:lnTo>
                  <a:lnTo>
                    <a:pt x="8849" y="5096"/>
                  </a:lnTo>
                  <a:lnTo>
                    <a:pt x="9067" y="4998"/>
                  </a:lnTo>
                  <a:lnTo>
                    <a:pt x="9007" y="5136"/>
                  </a:lnTo>
                  <a:lnTo>
                    <a:pt x="8948" y="5235"/>
                  </a:lnTo>
                  <a:lnTo>
                    <a:pt x="8968" y="5254"/>
                  </a:lnTo>
                  <a:lnTo>
                    <a:pt x="8988" y="5254"/>
                  </a:lnTo>
                  <a:lnTo>
                    <a:pt x="9047" y="5274"/>
                  </a:lnTo>
                  <a:lnTo>
                    <a:pt x="9067" y="5274"/>
                  </a:lnTo>
                  <a:lnTo>
                    <a:pt x="9086" y="5294"/>
                  </a:lnTo>
                  <a:lnTo>
                    <a:pt x="9086" y="5333"/>
                  </a:lnTo>
                  <a:lnTo>
                    <a:pt x="9047" y="5373"/>
                  </a:lnTo>
                  <a:lnTo>
                    <a:pt x="9086" y="5373"/>
                  </a:lnTo>
                  <a:lnTo>
                    <a:pt x="9106" y="5333"/>
                  </a:lnTo>
                  <a:lnTo>
                    <a:pt x="9106" y="5274"/>
                  </a:lnTo>
                  <a:lnTo>
                    <a:pt x="9126" y="5215"/>
                  </a:lnTo>
                  <a:lnTo>
                    <a:pt x="9047" y="5175"/>
                  </a:lnTo>
                  <a:lnTo>
                    <a:pt x="9086" y="5116"/>
                  </a:lnTo>
                  <a:lnTo>
                    <a:pt x="9106" y="5096"/>
                  </a:lnTo>
                  <a:lnTo>
                    <a:pt x="9126" y="5116"/>
                  </a:lnTo>
                  <a:lnTo>
                    <a:pt x="9146" y="5136"/>
                  </a:lnTo>
                  <a:lnTo>
                    <a:pt x="9146" y="5156"/>
                  </a:lnTo>
                  <a:lnTo>
                    <a:pt x="9205" y="5156"/>
                  </a:lnTo>
                  <a:lnTo>
                    <a:pt x="9244" y="5116"/>
                  </a:lnTo>
                  <a:lnTo>
                    <a:pt x="9304" y="5017"/>
                  </a:lnTo>
                  <a:lnTo>
                    <a:pt x="9343" y="4998"/>
                  </a:lnTo>
                  <a:lnTo>
                    <a:pt x="9738" y="4148"/>
                  </a:lnTo>
                  <a:lnTo>
                    <a:pt x="9738" y="4148"/>
                  </a:lnTo>
                  <a:lnTo>
                    <a:pt x="9679" y="4168"/>
                  </a:lnTo>
                  <a:lnTo>
                    <a:pt x="9639" y="4168"/>
                  </a:lnTo>
                  <a:lnTo>
                    <a:pt x="9600" y="4148"/>
                  </a:lnTo>
                  <a:lnTo>
                    <a:pt x="9580" y="4128"/>
                  </a:lnTo>
                  <a:lnTo>
                    <a:pt x="9620" y="4069"/>
                  </a:lnTo>
                  <a:lnTo>
                    <a:pt x="9659" y="4030"/>
                  </a:lnTo>
                  <a:lnTo>
                    <a:pt x="9718" y="4010"/>
                  </a:lnTo>
                  <a:lnTo>
                    <a:pt x="9758" y="4010"/>
                  </a:lnTo>
                  <a:lnTo>
                    <a:pt x="9797" y="3990"/>
                  </a:lnTo>
                  <a:lnTo>
                    <a:pt x="9817" y="3951"/>
                  </a:lnTo>
                  <a:lnTo>
                    <a:pt x="9837" y="3891"/>
                  </a:lnTo>
                  <a:lnTo>
                    <a:pt x="9837" y="3872"/>
                  </a:lnTo>
                  <a:lnTo>
                    <a:pt x="9817" y="3872"/>
                  </a:lnTo>
                  <a:lnTo>
                    <a:pt x="9778" y="3891"/>
                  </a:lnTo>
                  <a:lnTo>
                    <a:pt x="9758" y="3951"/>
                  </a:lnTo>
                  <a:lnTo>
                    <a:pt x="9738" y="3990"/>
                  </a:lnTo>
                  <a:lnTo>
                    <a:pt x="9679" y="3891"/>
                  </a:lnTo>
                  <a:lnTo>
                    <a:pt x="9659" y="3812"/>
                  </a:lnTo>
                  <a:lnTo>
                    <a:pt x="9679" y="3714"/>
                  </a:lnTo>
                  <a:lnTo>
                    <a:pt x="9580" y="3753"/>
                  </a:lnTo>
                  <a:lnTo>
                    <a:pt x="9521" y="3773"/>
                  </a:lnTo>
                  <a:lnTo>
                    <a:pt x="9481" y="3793"/>
                  </a:lnTo>
                  <a:lnTo>
                    <a:pt x="9383" y="3872"/>
                  </a:lnTo>
                  <a:lnTo>
                    <a:pt x="9422" y="3872"/>
                  </a:lnTo>
                  <a:lnTo>
                    <a:pt x="9462" y="3832"/>
                  </a:lnTo>
                  <a:lnTo>
                    <a:pt x="9501" y="3832"/>
                  </a:lnTo>
                  <a:lnTo>
                    <a:pt x="9501" y="3852"/>
                  </a:lnTo>
                  <a:lnTo>
                    <a:pt x="9363" y="3970"/>
                  </a:lnTo>
                  <a:lnTo>
                    <a:pt x="9343" y="3951"/>
                  </a:lnTo>
                  <a:lnTo>
                    <a:pt x="9323" y="3931"/>
                  </a:lnTo>
                  <a:lnTo>
                    <a:pt x="9323" y="3852"/>
                  </a:lnTo>
                  <a:lnTo>
                    <a:pt x="9323" y="3793"/>
                  </a:lnTo>
                  <a:lnTo>
                    <a:pt x="9304" y="3733"/>
                  </a:lnTo>
                  <a:lnTo>
                    <a:pt x="9383" y="3714"/>
                  </a:lnTo>
                  <a:lnTo>
                    <a:pt x="9363" y="3733"/>
                  </a:lnTo>
                  <a:lnTo>
                    <a:pt x="9363" y="3733"/>
                  </a:lnTo>
                  <a:lnTo>
                    <a:pt x="9402" y="3714"/>
                  </a:lnTo>
                  <a:lnTo>
                    <a:pt x="9442" y="3714"/>
                  </a:lnTo>
                  <a:lnTo>
                    <a:pt x="9481" y="3694"/>
                  </a:lnTo>
                  <a:lnTo>
                    <a:pt x="9521" y="3654"/>
                  </a:lnTo>
                  <a:lnTo>
                    <a:pt x="9521" y="3654"/>
                  </a:lnTo>
                  <a:lnTo>
                    <a:pt x="9462" y="3674"/>
                  </a:lnTo>
                  <a:lnTo>
                    <a:pt x="9422" y="3674"/>
                  </a:lnTo>
                  <a:lnTo>
                    <a:pt x="9383" y="3654"/>
                  </a:lnTo>
                  <a:lnTo>
                    <a:pt x="9363" y="3635"/>
                  </a:lnTo>
                  <a:lnTo>
                    <a:pt x="9323" y="3654"/>
                  </a:lnTo>
                  <a:lnTo>
                    <a:pt x="9343" y="3635"/>
                  </a:lnTo>
                  <a:lnTo>
                    <a:pt x="9304" y="3635"/>
                  </a:lnTo>
                  <a:lnTo>
                    <a:pt x="9264" y="3615"/>
                  </a:lnTo>
                  <a:lnTo>
                    <a:pt x="9244" y="3516"/>
                  </a:lnTo>
                  <a:lnTo>
                    <a:pt x="9225" y="3477"/>
                  </a:lnTo>
                  <a:lnTo>
                    <a:pt x="9205" y="3477"/>
                  </a:lnTo>
                  <a:lnTo>
                    <a:pt x="9165" y="3496"/>
                  </a:lnTo>
                  <a:lnTo>
                    <a:pt x="9086" y="3556"/>
                  </a:lnTo>
                  <a:lnTo>
                    <a:pt x="9106" y="3575"/>
                  </a:lnTo>
                  <a:lnTo>
                    <a:pt x="9086" y="3615"/>
                  </a:lnTo>
                  <a:lnTo>
                    <a:pt x="9067" y="3674"/>
                  </a:lnTo>
                  <a:lnTo>
                    <a:pt x="9027" y="3714"/>
                  </a:lnTo>
                  <a:lnTo>
                    <a:pt x="9047" y="3674"/>
                  </a:lnTo>
                  <a:lnTo>
                    <a:pt x="9027" y="3635"/>
                  </a:lnTo>
                  <a:lnTo>
                    <a:pt x="9027" y="3595"/>
                  </a:lnTo>
                  <a:lnTo>
                    <a:pt x="9027" y="3556"/>
                  </a:lnTo>
                  <a:lnTo>
                    <a:pt x="9067" y="3536"/>
                  </a:lnTo>
                  <a:lnTo>
                    <a:pt x="9027" y="3477"/>
                  </a:lnTo>
                  <a:lnTo>
                    <a:pt x="8988" y="3457"/>
                  </a:lnTo>
                  <a:lnTo>
                    <a:pt x="8968" y="3457"/>
                  </a:lnTo>
                  <a:lnTo>
                    <a:pt x="8889" y="3595"/>
                  </a:lnTo>
                  <a:lnTo>
                    <a:pt x="8849" y="3635"/>
                  </a:lnTo>
                  <a:lnTo>
                    <a:pt x="8790" y="3654"/>
                  </a:lnTo>
                  <a:lnTo>
                    <a:pt x="8790" y="3615"/>
                  </a:lnTo>
                  <a:lnTo>
                    <a:pt x="8810" y="3575"/>
                  </a:lnTo>
                  <a:lnTo>
                    <a:pt x="8869" y="3496"/>
                  </a:lnTo>
                  <a:lnTo>
                    <a:pt x="8928" y="3437"/>
                  </a:lnTo>
                  <a:lnTo>
                    <a:pt x="8948" y="3398"/>
                  </a:lnTo>
                  <a:lnTo>
                    <a:pt x="8968" y="3338"/>
                  </a:lnTo>
                  <a:lnTo>
                    <a:pt x="8810" y="3398"/>
                  </a:lnTo>
                  <a:lnTo>
                    <a:pt x="8849" y="3299"/>
                  </a:lnTo>
                  <a:lnTo>
                    <a:pt x="8810" y="3240"/>
                  </a:lnTo>
                  <a:lnTo>
                    <a:pt x="8751" y="3220"/>
                  </a:lnTo>
                  <a:lnTo>
                    <a:pt x="8691" y="3240"/>
                  </a:lnTo>
                  <a:lnTo>
                    <a:pt x="8612" y="3240"/>
                  </a:lnTo>
                  <a:lnTo>
                    <a:pt x="8474" y="3279"/>
                  </a:lnTo>
                  <a:lnTo>
                    <a:pt x="8415" y="3279"/>
                  </a:lnTo>
                  <a:lnTo>
                    <a:pt x="8356" y="3259"/>
                  </a:lnTo>
                  <a:lnTo>
                    <a:pt x="8435" y="3180"/>
                  </a:lnTo>
                  <a:lnTo>
                    <a:pt x="8494" y="3141"/>
                  </a:lnTo>
                  <a:lnTo>
                    <a:pt x="8573" y="3121"/>
                  </a:lnTo>
                  <a:lnTo>
                    <a:pt x="8612" y="3121"/>
                  </a:lnTo>
                  <a:lnTo>
                    <a:pt x="8612" y="3082"/>
                  </a:lnTo>
                  <a:lnTo>
                    <a:pt x="8612" y="3062"/>
                  </a:lnTo>
                  <a:lnTo>
                    <a:pt x="8553" y="3042"/>
                  </a:lnTo>
                  <a:lnTo>
                    <a:pt x="8514" y="3042"/>
                  </a:lnTo>
                  <a:lnTo>
                    <a:pt x="8494" y="3022"/>
                  </a:lnTo>
                  <a:lnTo>
                    <a:pt x="8474" y="2983"/>
                  </a:lnTo>
                  <a:lnTo>
                    <a:pt x="8454" y="2963"/>
                  </a:lnTo>
                  <a:lnTo>
                    <a:pt x="8435" y="2963"/>
                  </a:lnTo>
                  <a:lnTo>
                    <a:pt x="8375" y="3003"/>
                  </a:lnTo>
                  <a:lnTo>
                    <a:pt x="8316" y="3062"/>
                  </a:lnTo>
                  <a:lnTo>
                    <a:pt x="8277" y="3121"/>
                  </a:lnTo>
                  <a:lnTo>
                    <a:pt x="8237" y="3121"/>
                  </a:lnTo>
                  <a:lnTo>
                    <a:pt x="8237" y="3062"/>
                  </a:lnTo>
                  <a:lnTo>
                    <a:pt x="8296" y="2983"/>
                  </a:lnTo>
                  <a:lnTo>
                    <a:pt x="8257" y="3022"/>
                  </a:lnTo>
                  <a:lnTo>
                    <a:pt x="8217" y="3042"/>
                  </a:lnTo>
                  <a:lnTo>
                    <a:pt x="8178" y="3062"/>
                  </a:lnTo>
                  <a:lnTo>
                    <a:pt x="8158" y="3062"/>
                  </a:lnTo>
                  <a:lnTo>
                    <a:pt x="8099" y="3042"/>
                  </a:lnTo>
                  <a:lnTo>
                    <a:pt x="8040" y="3022"/>
                  </a:lnTo>
                  <a:lnTo>
                    <a:pt x="8099" y="2943"/>
                  </a:lnTo>
                  <a:lnTo>
                    <a:pt x="7941" y="3003"/>
                  </a:lnTo>
                  <a:lnTo>
                    <a:pt x="7941" y="3022"/>
                  </a:lnTo>
                  <a:lnTo>
                    <a:pt x="7921" y="3062"/>
                  </a:lnTo>
                  <a:lnTo>
                    <a:pt x="7862" y="3141"/>
                  </a:lnTo>
                  <a:lnTo>
                    <a:pt x="7842" y="3121"/>
                  </a:lnTo>
                  <a:lnTo>
                    <a:pt x="7842" y="3220"/>
                  </a:lnTo>
                  <a:lnTo>
                    <a:pt x="7862" y="3240"/>
                  </a:lnTo>
                  <a:lnTo>
                    <a:pt x="7901" y="3259"/>
                  </a:lnTo>
                  <a:lnTo>
                    <a:pt x="7961" y="3240"/>
                  </a:lnTo>
                  <a:lnTo>
                    <a:pt x="8000" y="3240"/>
                  </a:lnTo>
                  <a:lnTo>
                    <a:pt x="8040" y="3259"/>
                  </a:lnTo>
                  <a:lnTo>
                    <a:pt x="8059" y="3299"/>
                  </a:lnTo>
                  <a:lnTo>
                    <a:pt x="8059" y="3398"/>
                  </a:lnTo>
                  <a:lnTo>
                    <a:pt x="8020" y="3417"/>
                  </a:lnTo>
                  <a:lnTo>
                    <a:pt x="8000" y="3457"/>
                  </a:lnTo>
                  <a:lnTo>
                    <a:pt x="8000" y="3477"/>
                  </a:lnTo>
                  <a:lnTo>
                    <a:pt x="7961" y="3496"/>
                  </a:lnTo>
                  <a:lnTo>
                    <a:pt x="7961" y="3477"/>
                  </a:lnTo>
                  <a:lnTo>
                    <a:pt x="7980" y="3437"/>
                  </a:lnTo>
                  <a:lnTo>
                    <a:pt x="7901" y="3516"/>
                  </a:lnTo>
                  <a:lnTo>
                    <a:pt x="7882" y="3536"/>
                  </a:lnTo>
                  <a:lnTo>
                    <a:pt x="7882" y="3556"/>
                  </a:lnTo>
                  <a:lnTo>
                    <a:pt x="7803" y="3654"/>
                  </a:lnTo>
                  <a:lnTo>
                    <a:pt x="7783" y="3674"/>
                  </a:lnTo>
                  <a:lnTo>
                    <a:pt x="7743" y="3694"/>
                  </a:lnTo>
                  <a:lnTo>
                    <a:pt x="7684" y="3674"/>
                  </a:lnTo>
                  <a:lnTo>
                    <a:pt x="7625" y="3694"/>
                  </a:lnTo>
                  <a:lnTo>
                    <a:pt x="7625" y="3635"/>
                  </a:lnTo>
                  <a:lnTo>
                    <a:pt x="7645" y="3595"/>
                  </a:lnTo>
                  <a:lnTo>
                    <a:pt x="7704" y="3536"/>
                  </a:lnTo>
                  <a:lnTo>
                    <a:pt x="7783" y="3496"/>
                  </a:lnTo>
                  <a:lnTo>
                    <a:pt x="7842" y="3457"/>
                  </a:lnTo>
                  <a:lnTo>
                    <a:pt x="7783" y="3477"/>
                  </a:lnTo>
                  <a:lnTo>
                    <a:pt x="7763" y="3477"/>
                  </a:lnTo>
                  <a:lnTo>
                    <a:pt x="7743" y="3457"/>
                  </a:lnTo>
                  <a:lnTo>
                    <a:pt x="7842" y="3319"/>
                  </a:lnTo>
                  <a:lnTo>
                    <a:pt x="7763" y="3358"/>
                  </a:lnTo>
                  <a:lnTo>
                    <a:pt x="7724" y="3398"/>
                  </a:lnTo>
                  <a:lnTo>
                    <a:pt x="7704" y="3477"/>
                  </a:lnTo>
                  <a:lnTo>
                    <a:pt x="7645" y="3556"/>
                  </a:lnTo>
                  <a:lnTo>
                    <a:pt x="7605" y="3615"/>
                  </a:lnTo>
                  <a:lnTo>
                    <a:pt x="7585" y="3635"/>
                  </a:lnTo>
                  <a:lnTo>
                    <a:pt x="7565" y="3615"/>
                  </a:lnTo>
                  <a:lnTo>
                    <a:pt x="7565" y="3595"/>
                  </a:lnTo>
                  <a:lnTo>
                    <a:pt x="7546" y="3536"/>
                  </a:lnTo>
                  <a:lnTo>
                    <a:pt x="7546" y="3516"/>
                  </a:lnTo>
                  <a:lnTo>
                    <a:pt x="7585" y="3496"/>
                  </a:lnTo>
                  <a:lnTo>
                    <a:pt x="7565" y="3457"/>
                  </a:lnTo>
                  <a:lnTo>
                    <a:pt x="7546" y="3457"/>
                  </a:lnTo>
                  <a:lnTo>
                    <a:pt x="7506" y="3477"/>
                  </a:lnTo>
                  <a:lnTo>
                    <a:pt x="7447" y="3496"/>
                  </a:lnTo>
                  <a:lnTo>
                    <a:pt x="7407" y="3496"/>
                  </a:lnTo>
                  <a:lnTo>
                    <a:pt x="7447" y="3358"/>
                  </a:lnTo>
                  <a:lnTo>
                    <a:pt x="7447" y="3398"/>
                  </a:lnTo>
                  <a:lnTo>
                    <a:pt x="7467" y="3417"/>
                  </a:lnTo>
                  <a:lnTo>
                    <a:pt x="7546" y="3358"/>
                  </a:lnTo>
                  <a:lnTo>
                    <a:pt x="7605" y="3299"/>
                  </a:lnTo>
                  <a:lnTo>
                    <a:pt x="7645" y="3279"/>
                  </a:lnTo>
                  <a:lnTo>
                    <a:pt x="7645" y="3240"/>
                  </a:lnTo>
                  <a:lnTo>
                    <a:pt x="7664" y="3180"/>
                  </a:lnTo>
                  <a:lnTo>
                    <a:pt x="7704" y="3121"/>
                  </a:lnTo>
                  <a:lnTo>
                    <a:pt x="7743" y="3082"/>
                  </a:lnTo>
                  <a:lnTo>
                    <a:pt x="7941" y="2924"/>
                  </a:lnTo>
                  <a:lnTo>
                    <a:pt x="7901" y="2904"/>
                  </a:lnTo>
                  <a:lnTo>
                    <a:pt x="7882" y="2884"/>
                  </a:lnTo>
                  <a:lnTo>
                    <a:pt x="7862" y="2845"/>
                  </a:lnTo>
                  <a:lnTo>
                    <a:pt x="7862" y="2785"/>
                  </a:lnTo>
                  <a:lnTo>
                    <a:pt x="7822" y="2825"/>
                  </a:lnTo>
                  <a:lnTo>
                    <a:pt x="7783" y="2825"/>
                  </a:lnTo>
                  <a:lnTo>
                    <a:pt x="7743" y="2805"/>
                  </a:lnTo>
                  <a:lnTo>
                    <a:pt x="7724" y="2785"/>
                  </a:lnTo>
                  <a:lnTo>
                    <a:pt x="7704" y="2766"/>
                  </a:lnTo>
                  <a:lnTo>
                    <a:pt x="7684" y="2746"/>
                  </a:lnTo>
                  <a:lnTo>
                    <a:pt x="7625" y="2766"/>
                  </a:lnTo>
                  <a:lnTo>
                    <a:pt x="7565" y="2825"/>
                  </a:lnTo>
                  <a:lnTo>
                    <a:pt x="7585" y="2785"/>
                  </a:lnTo>
                  <a:lnTo>
                    <a:pt x="7605" y="2746"/>
                  </a:lnTo>
                  <a:lnTo>
                    <a:pt x="7625" y="2726"/>
                  </a:lnTo>
                  <a:lnTo>
                    <a:pt x="7625" y="2706"/>
                  </a:lnTo>
                  <a:lnTo>
                    <a:pt x="7565" y="2667"/>
                  </a:lnTo>
                  <a:lnTo>
                    <a:pt x="7506" y="2647"/>
                  </a:lnTo>
                  <a:lnTo>
                    <a:pt x="7427" y="2647"/>
                  </a:lnTo>
                  <a:lnTo>
                    <a:pt x="7348" y="2667"/>
                  </a:lnTo>
                  <a:lnTo>
                    <a:pt x="7328" y="2647"/>
                  </a:lnTo>
                  <a:lnTo>
                    <a:pt x="7348" y="2608"/>
                  </a:lnTo>
                  <a:lnTo>
                    <a:pt x="7388" y="2529"/>
                  </a:lnTo>
                  <a:lnTo>
                    <a:pt x="7328" y="2469"/>
                  </a:lnTo>
                  <a:lnTo>
                    <a:pt x="7249" y="2449"/>
                  </a:lnTo>
                  <a:lnTo>
                    <a:pt x="7190" y="2469"/>
                  </a:lnTo>
                  <a:lnTo>
                    <a:pt x="7111" y="2489"/>
                  </a:lnTo>
                  <a:lnTo>
                    <a:pt x="7032" y="2509"/>
                  </a:lnTo>
                  <a:lnTo>
                    <a:pt x="6874" y="2509"/>
                  </a:lnTo>
                  <a:lnTo>
                    <a:pt x="6815" y="2449"/>
                  </a:lnTo>
                  <a:lnTo>
                    <a:pt x="6894" y="2390"/>
                  </a:lnTo>
                  <a:lnTo>
                    <a:pt x="6874" y="2351"/>
                  </a:lnTo>
                  <a:lnTo>
                    <a:pt x="6835" y="2331"/>
                  </a:lnTo>
                  <a:lnTo>
                    <a:pt x="6795" y="2351"/>
                  </a:lnTo>
                  <a:lnTo>
                    <a:pt x="6756" y="2390"/>
                  </a:lnTo>
                  <a:lnTo>
                    <a:pt x="6775" y="2311"/>
                  </a:lnTo>
                  <a:lnTo>
                    <a:pt x="6756" y="2272"/>
                  </a:lnTo>
                  <a:lnTo>
                    <a:pt x="6657" y="2272"/>
                  </a:lnTo>
                  <a:lnTo>
                    <a:pt x="6617" y="2291"/>
                  </a:lnTo>
                  <a:lnTo>
                    <a:pt x="6578" y="2272"/>
                  </a:lnTo>
                  <a:lnTo>
                    <a:pt x="6558" y="2232"/>
                  </a:lnTo>
                  <a:lnTo>
                    <a:pt x="6558" y="2153"/>
                  </a:lnTo>
                  <a:lnTo>
                    <a:pt x="6538" y="2114"/>
                  </a:lnTo>
                  <a:lnTo>
                    <a:pt x="6499" y="2114"/>
                  </a:lnTo>
                  <a:lnTo>
                    <a:pt x="6440" y="2173"/>
                  </a:lnTo>
                  <a:lnTo>
                    <a:pt x="6361" y="2232"/>
                  </a:lnTo>
                  <a:lnTo>
                    <a:pt x="6321" y="2252"/>
                  </a:lnTo>
                  <a:lnTo>
                    <a:pt x="6282" y="2272"/>
                  </a:lnTo>
                  <a:lnTo>
                    <a:pt x="6341" y="2173"/>
                  </a:lnTo>
                  <a:lnTo>
                    <a:pt x="6380" y="2114"/>
                  </a:lnTo>
                  <a:lnTo>
                    <a:pt x="6380" y="2074"/>
                  </a:lnTo>
                  <a:lnTo>
                    <a:pt x="6163" y="2035"/>
                  </a:lnTo>
                  <a:lnTo>
                    <a:pt x="5985" y="1995"/>
                  </a:lnTo>
                  <a:lnTo>
                    <a:pt x="5590" y="1877"/>
                  </a:lnTo>
                  <a:lnTo>
                    <a:pt x="5650" y="1837"/>
                  </a:lnTo>
                  <a:lnTo>
                    <a:pt x="5571" y="1798"/>
                  </a:lnTo>
                  <a:lnTo>
                    <a:pt x="5353" y="1798"/>
                  </a:lnTo>
                  <a:lnTo>
                    <a:pt x="5215" y="1817"/>
                  </a:lnTo>
                  <a:lnTo>
                    <a:pt x="5156" y="1798"/>
                  </a:lnTo>
                  <a:lnTo>
                    <a:pt x="5096" y="1738"/>
                  </a:lnTo>
                  <a:lnTo>
                    <a:pt x="5017" y="1798"/>
                  </a:lnTo>
                  <a:lnTo>
                    <a:pt x="4958" y="1837"/>
                  </a:lnTo>
                  <a:lnTo>
                    <a:pt x="4938" y="1896"/>
                  </a:lnTo>
                  <a:lnTo>
                    <a:pt x="4938" y="1936"/>
                  </a:lnTo>
                  <a:lnTo>
                    <a:pt x="4919" y="1995"/>
                  </a:lnTo>
                  <a:lnTo>
                    <a:pt x="4859" y="2153"/>
                  </a:lnTo>
                  <a:lnTo>
                    <a:pt x="4800" y="2153"/>
                  </a:lnTo>
                  <a:lnTo>
                    <a:pt x="4780" y="2133"/>
                  </a:lnTo>
                  <a:lnTo>
                    <a:pt x="4780" y="2094"/>
                  </a:lnTo>
                  <a:lnTo>
                    <a:pt x="4800" y="2054"/>
                  </a:lnTo>
                  <a:lnTo>
                    <a:pt x="4820" y="1956"/>
                  </a:lnTo>
                  <a:lnTo>
                    <a:pt x="4820" y="1936"/>
                  </a:lnTo>
                  <a:lnTo>
                    <a:pt x="4780" y="1916"/>
                  </a:lnTo>
                  <a:lnTo>
                    <a:pt x="4840" y="1817"/>
                  </a:lnTo>
                  <a:lnTo>
                    <a:pt x="4879" y="1758"/>
                  </a:lnTo>
                  <a:lnTo>
                    <a:pt x="4938" y="1719"/>
                  </a:lnTo>
                  <a:lnTo>
                    <a:pt x="4998" y="1640"/>
                  </a:lnTo>
                  <a:lnTo>
                    <a:pt x="4998" y="1640"/>
                  </a:lnTo>
                  <a:lnTo>
                    <a:pt x="4800" y="1699"/>
                  </a:lnTo>
                  <a:lnTo>
                    <a:pt x="4800" y="1679"/>
                  </a:lnTo>
                  <a:lnTo>
                    <a:pt x="4780" y="1659"/>
                  </a:lnTo>
                  <a:lnTo>
                    <a:pt x="4721" y="1640"/>
                  </a:lnTo>
                  <a:lnTo>
                    <a:pt x="4662" y="1620"/>
                  </a:lnTo>
                  <a:lnTo>
                    <a:pt x="4642" y="1600"/>
                  </a:lnTo>
                  <a:lnTo>
                    <a:pt x="4642" y="1580"/>
                  </a:lnTo>
                  <a:lnTo>
                    <a:pt x="4662" y="1561"/>
                  </a:lnTo>
                  <a:lnTo>
                    <a:pt x="4682" y="1521"/>
                  </a:lnTo>
                  <a:lnTo>
                    <a:pt x="4721" y="1482"/>
                  </a:lnTo>
                  <a:lnTo>
                    <a:pt x="4721" y="1501"/>
                  </a:lnTo>
                  <a:lnTo>
                    <a:pt x="4721" y="1521"/>
                  </a:lnTo>
                  <a:lnTo>
                    <a:pt x="4701" y="1541"/>
                  </a:lnTo>
                  <a:lnTo>
                    <a:pt x="4741" y="1561"/>
                  </a:lnTo>
                  <a:lnTo>
                    <a:pt x="4761" y="1561"/>
                  </a:lnTo>
                  <a:lnTo>
                    <a:pt x="4800" y="1541"/>
                  </a:lnTo>
                  <a:lnTo>
                    <a:pt x="4840" y="1501"/>
                  </a:lnTo>
                  <a:lnTo>
                    <a:pt x="4879" y="1482"/>
                  </a:lnTo>
                  <a:lnTo>
                    <a:pt x="4761" y="1482"/>
                  </a:lnTo>
                  <a:lnTo>
                    <a:pt x="4682" y="1462"/>
                  </a:lnTo>
                  <a:lnTo>
                    <a:pt x="4642" y="1422"/>
                  </a:lnTo>
                  <a:lnTo>
                    <a:pt x="4603" y="1482"/>
                  </a:lnTo>
                  <a:lnTo>
                    <a:pt x="4563" y="1501"/>
                  </a:lnTo>
                  <a:lnTo>
                    <a:pt x="4524" y="1501"/>
                  </a:lnTo>
                  <a:lnTo>
                    <a:pt x="4484" y="1521"/>
                  </a:lnTo>
                  <a:lnTo>
                    <a:pt x="4484" y="1501"/>
                  </a:lnTo>
                  <a:lnTo>
                    <a:pt x="4464" y="1541"/>
                  </a:lnTo>
                  <a:lnTo>
                    <a:pt x="4425" y="1561"/>
                  </a:lnTo>
                  <a:lnTo>
                    <a:pt x="4385" y="1600"/>
                  </a:lnTo>
                  <a:lnTo>
                    <a:pt x="4445" y="1422"/>
                  </a:lnTo>
                  <a:lnTo>
                    <a:pt x="4425" y="1442"/>
                  </a:lnTo>
                  <a:lnTo>
                    <a:pt x="4405" y="1462"/>
                  </a:lnTo>
                  <a:lnTo>
                    <a:pt x="4405" y="1501"/>
                  </a:lnTo>
                  <a:lnTo>
                    <a:pt x="4366" y="1521"/>
                  </a:lnTo>
                  <a:lnTo>
                    <a:pt x="4306" y="1521"/>
                  </a:lnTo>
                  <a:lnTo>
                    <a:pt x="4247" y="1482"/>
                  </a:lnTo>
                  <a:lnTo>
                    <a:pt x="4227" y="1462"/>
                  </a:lnTo>
                  <a:lnTo>
                    <a:pt x="4208" y="1403"/>
                  </a:lnTo>
                  <a:lnTo>
                    <a:pt x="4208" y="1363"/>
                  </a:lnTo>
                  <a:lnTo>
                    <a:pt x="4227" y="1304"/>
                  </a:lnTo>
                  <a:lnTo>
                    <a:pt x="4188" y="1304"/>
                  </a:lnTo>
                  <a:lnTo>
                    <a:pt x="4148" y="1324"/>
                  </a:lnTo>
                  <a:lnTo>
                    <a:pt x="4109" y="1343"/>
                  </a:lnTo>
                  <a:lnTo>
                    <a:pt x="4069" y="1324"/>
                  </a:lnTo>
                  <a:lnTo>
                    <a:pt x="4129" y="1245"/>
                  </a:lnTo>
                  <a:lnTo>
                    <a:pt x="4050" y="1185"/>
                  </a:lnTo>
                  <a:lnTo>
                    <a:pt x="3951" y="1146"/>
                  </a:lnTo>
                  <a:lnTo>
                    <a:pt x="3872" y="1087"/>
                  </a:lnTo>
                  <a:lnTo>
                    <a:pt x="3832" y="1047"/>
                  </a:lnTo>
                  <a:lnTo>
                    <a:pt x="3813" y="988"/>
                  </a:lnTo>
                  <a:lnTo>
                    <a:pt x="3655" y="1008"/>
                  </a:lnTo>
                  <a:lnTo>
                    <a:pt x="3576" y="1027"/>
                  </a:lnTo>
                  <a:lnTo>
                    <a:pt x="3497" y="1087"/>
                  </a:lnTo>
                  <a:lnTo>
                    <a:pt x="3516" y="1087"/>
                  </a:lnTo>
                  <a:lnTo>
                    <a:pt x="3536" y="1126"/>
                  </a:lnTo>
                  <a:lnTo>
                    <a:pt x="3536" y="1185"/>
                  </a:lnTo>
                  <a:lnTo>
                    <a:pt x="3477" y="1225"/>
                  </a:lnTo>
                  <a:lnTo>
                    <a:pt x="3457" y="1264"/>
                  </a:lnTo>
                  <a:lnTo>
                    <a:pt x="3358" y="1264"/>
                  </a:lnTo>
                  <a:lnTo>
                    <a:pt x="3378" y="1205"/>
                  </a:lnTo>
                  <a:lnTo>
                    <a:pt x="3358" y="1166"/>
                  </a:lnTo>
                  <a:lnTo>
                    <a:pt x="3358" y="1126"/>
                  </a:lnTo>
                  <a:lnTo>
                    <a:pt x="3398" y="1106"/>
                  </a:lnTo>
                  <a:lnTo>
                    <a:pt x="3418" y="1047"/>
                  </a:lnTo>
                  <a:lnTo>
                    <a:pt x="3418" y="1008"/>
                  </a:lnTo>
                  <a:lnTo>
                    <a:pt x="3398" y="988"/>
                  </a:lnTo>
                  <a:lnTo>
                    <a:pt x="3339" y="988"/>
                  </a:lnTo>
                  <a:lnTo>
                    <a:pt x="3319" y="968"/>
                  </a:lnTo>
                  <a:lnTo>
                    <a:pt x="3319" y="929"/>
                  </a:lnTo>
                  <a:lnTo>
                    <a:pt x="3339" y="869"/>
                  </a:lnTo>
                  <a:lnTo>
                    <a:pt x="3299" y="889"/>
                  </a:lnTo>
                  <a:lnTo>
                    <a:pt x="3181" y="889"/>
                  </a:lnTo>
                  <a:lnTo>
                    <a:pt x="3102" y="929"/>
                  </a:lnTo>
                  <a:lnTo>
                    <a:pt x="3141" y="889"/>
                  </a:lnTo>
                  <a:lnTo>
                    <a:pt x="3161" y="869"/>
                  </a:lnTo>
                  <a:lnTo>
                    <a:pt x="3200" y="869"/>
                  </a:lnTo>
                  <a:lnTo>
                    <a:pt x="3220" y="830"/>
                  </a:lnTo>
                  <a:lnTo>
                    <a:pt x="3161" y="850"/>
                  </a:lnTo>
                  <a:lnTo>
                    <a:pt x="3161" y="850"/>
                  </a:lnTo>
                  <a:lnTo>
                    <a:pt x="3200" y="790"/>
                  </a:lnTo>
                  <a:lnTo>
                    <a:pt x="3161" y="771"/>
                  </a:lnTo>
                  <a:lnTo>
                    <a:pt x="3141" y="771"/>
                  </a:lnTo>
                  <a:lnTo>
                    <a:pt x="3062" y="810"/>
                  </a:lnTo>
                  <a:lnTo>
                    <a:pt x="2983" y="889"/>
                  </a:lnTo>
                  <a:lnTo>
                    <a:pt x="2924" y="929"/>
                  </a:lnTo>
                  <a:lnTo>
                    <a:pt x="2944" y="909"/>
                  </a:lnTo>
                  <a:lnTo>
                    <a:pt x="2884" y="929"/>
                  </a:lnTo>
                  <a:lnTo>
                    <a:pt x="3003" y="790"/>
                  </a:lnTo>
                  <a:lnTo>
                    <a:pt x="3003" y="790"/>
                  </a:lnTo>
                  <a:lnTo>
                    <a:pt x="2944" y="810"/>
                  </a:lnTo>
                  <a:lnTo>
                    <a:pt x="2884" y="850"/>
                  </a:lnTo>
                  <a:lnTo>
                    <a:pt x="2825" y="889"/>
                  </a:lnTo>
                  <a:lnTo>
                    <a:pt x="2766" y="909"/>
                  </a:lnTo>
                  <a:lnTo>
                    <a:pt x="2786" y="850"/>
                  </a:lnTo>
                  <a:lnTo>
                    <a:pt x="2706" y="889"/>
                  </a:lnTo>
                  <a:lnTo>
                    <a:pt x="2746" y="850"/>
                  </a:lnTo>
                  <a:lnTo>
                    <a:pt x="2667" y="909"/>
                  </a:lnTo>
                  <a:lnTo>
                    <a:pt x="2608" y="929"/>
                  </a:lnTo>
                  <a:lnTo>
                    <a:pt x="2548" y="948"/>
                  </a:lnTo>
                  <a:lnTo>
                    <a:pt x="2489" y="988"/>
                  </a:lnTo>
                  <a:lnTo>
                    <a:pt x="2489" y="948"/>
                  </a:lnTo>
                  <a:lnTo>
                    <a:pt x="2489" y="869"/>
                  </a:lnTo>
                  <a:lnTo>
                    <a:pt x="2489" y="830"/>
                  </a:lnTo>
                  <a:lnTo>
                    <a:pt x="2469" y="850"/>
                  </a:lnTo>
                  <a:lnTo>
                    <a:pt x="2450" y="869"/>
                  </a:lnTo>
                  <a:lnTo>
                    <a:pt x="2548" y="692"/>
                  </a:lnTo>
                  <a:lnTo>
                    <a:pt x="2568" y="692"/>
                  </a:lnTo>
                  <a:lnTo>
                    <a:pt x="2588" y="711"/>
                  </a:lnTo>
                  <a:lnTo>
                    <a:pt x="2568" y="771"/>
                  </a:lnTo>
                  <a:lnTo>
                    <a:pt x="2568" y="810"/>
                  </a:lnTo>
                  <a:lnTo>
                    <a:pt x="2627" y="810"/>
                  </a:lnTo>
                  <a:lnTo>
                    <a:pt x="2647" y="711"/>
                  </a:lnTo>
                  <a:lnTo>
                    <a:pt x="2627" y="632"/>
                  </a:lnTo>
                  <a:lnTo>
                    <a:pt x="2608" y="573"/>
                  </a:lnTo>
                  <a:lnTo>
                    <a:pt x="2568" y="534"/>
                  </a:lnTo>
                  <a:lnTo>
                    <a:pt x="2469" y="474"/>
                  </a:lnTo>
                  <a:lnTo>
                    <a:pt x="2351" y="435"/>
                  </a:lnTo>
                  <a:lnTo>
                    <a:pt x="2311" y="455"/>
                  </a:lnTo>
                  <a:lnTo>
                    <a:pt x="2252" y="435"/>
                  </a:lnTo>
                  <a:lnTo>
                    <a:pt x="2173" y="395"/>
                  </a:lnTo>
                  <a:lnTo>
                    <a:pt x="2134" y="376"/>
                  </a:lnTo>
                  <a:lnTo>
                    <a:pt x="2074" y="376"/>
                  </a:lnTo>
                  <a:lnTo>
                    <a:pt x="2035" y="415"/>
                  </a:lnTo>
                  <a:lnTo>
                    <a:pt x="1956" y="474"/>
                  </a:lnTo>
                  <a:lnTo>
                    <a:pt x="2035" y="376"/>
                  </a:lnTo>
                  <a:lnTo>
                    <a:pt x="1916" y="198"/>
                  </a:lnTo>
                  <a:lnTo>
                    <a:pt x="1818" y="158"/>
                  </a:lnTo>
                  <a:lnTo>
                    <a:pt x="1719" y="99"/>
                  </a:lnTo>
                  <a:lnTo>
                    <a:pt x="1660" y="79"/>
                  </a:lnTo>
                  <a:lnTo>
                    <a:pt x="1541" y="79"/>
                  </a:lnTo>
                  <a:lnTo>
                    <a:pt x="1482" y="119"/>
                  </a:lnTo>
                  <a:lnTo>
                    <a:pt x="1482" y="119"/>
                  </a:lnTo>
                  <a:lnTo>
                    <a:pt x="150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-1255850" y="3936575"/>
              <a:ext cx="1000" cy="1025"/>
            </a:xfrm>
            <a:custGeom>
              <a:rect b="b" l="l" r="r" t="t"/>
              <a:pathLst>
                <a:path extrusionOk="0" h="41" w="40">
                  <a:moveTo>
                    <a:pt x="40" y="1"/>
                  </a:moveTo>
                  <a:lnTo>
                    <a:pt x="4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-1226725" y="3948425"/>
              <a:ext cx="525" cy="1025"/>
            </a:xfrm>
            <a:custGeom>
              <a:rect b="b" l="l" r="r" t="t"/>
              <a:pathLst>
                <a:path extrusionOk="0" h="41" w="21">
                  <a:moveTo>
                    <a:pt x="21" y="1"/>
                  </a:moveTo>
                  <a:lnTo>
                    <a:pt x="2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-1426225" y="3852150"/>
              <a:ext cx="310150" cy="250875"/>
            </a:xfrm>
            <a:custGeom>
              <a:rect b="b" l="l" r="r" t="t"/>
              <a:pathLst>
                <a:path extrusionOk="0" h="10035" w="12406">
                  <a:moveTo>
                    <a:pt x="2470" y="0"/>
                  </a:moveTo>
                  <a:lnTo>
                    <a:pt x="2391" y="20"/>
                  </a:lnTo>
                  <a:lnTo>
                    <a:pt x="2332" y="60"/>
                  </a:lnTo>
                  <a:lnTo>
                    <a:pt x="2174" y="158"/>
                  </a:lnTo>
                  <a:lnTo>
                    <a:pt x="2016" y="316"/>
                  </a:lnTo>
                  <a:lnTo>
                    <a:pt x="1858" y="514"/>
                  </a:lnTo>
                  <a:lnTo>
                    <a:pt x="1700" y="731"/>
                  </a:lnTo>
                  <a:lnTo>
                    <a:pt x="1522" y="988"/>
                  </a:lnTo>
                  <a:lnTo>
                    <a:pt x="1364" y="1284"/>
                  </a:lnTo>
                  <a:lnTo>
                    <a:pt x="1344" y="1284"/>
                  </a:lnTo>
                  <a:lnTo>
                    <a:pt x="1324" y="1324"/>
                  </a:lnTo>
                  <a:lnTo>
                    <a:pt x="1324" y="1363"/>
                  </a:lnTo>
                  <a:lnTo>
                    <a:pt x="1265" y="1422"/>
                  </a:lnTo>
                  <a:lnTo>
                    <a:pt x="1226" y="1501"/>
                  </a:lnTo>
                  <a:lnTo>
                    <a:pt x="1226" y="1521"/>
                  </a:lnTo>
                  <a:lnTo>
                    <a:pt x="1226" y="1541"/>
                  </a:lnTo>
                  <a:lnTo>
                    <a:pt x="989" y="1995"/>
                  </a:lnTo>
                  <a:lnTo>
                    <a:pt x="752" y="2450"/>
                  </a:lnTo>
                  <a:lnTo>
                    <a:pt x="554" y="2904"/>
                  </a:lnTo>
                  <a:lnTo>
                    <a:pt x="376" y="3338"/>
                  </a:lnTo>
                  <a:lnTo>
                    <a:pt x="218" y="3733"/>
                  </a:lnTo>
                  <a:lnTo>
                    <a:pt x="100" y="4049"/>
                  </a:lnTo>
                  <a:lnTo>
                    <a:pt x="21" y="4306"/>
                  </a:lnTo>
                  <a:lnTo>
                    <a:pt x="1" y="4464"/>
                  </a:lnTo>
                  <a:lnTo>
                    <a:pt x="21" y="4524"/>
                  </a:lnTo>
                  <a:lnTo>
                    <a:pt x="40" y="4563"/>
                  </a:lnTo>
                  <a:lnTo>
                    <a:pt x="139" y="4701"/>
                  </a:lnTo>
                  <a:lnTo>
                    <a:pt x="277" y="4840"/>
                  </a:lnTo>
                  <a:lnTo>
                    <a:pt x="495" y="4978"/>
                  </a:lnTo>
                  <a:lnTo>
                    <a:pt x="732" y="5156"/>
                  </a:lnTo>
                  <a:lnTo>
                    <a:pt x="1008" y="5333"/>
                  </a:lnTo>
                  <a:lnTo>
                    <a:pt x="1680" y="5709"/>
                  </a:lnTo>
                  <a:lnTo>
                    <a:pt x="2411" y="6104"/>
                  </a:lnTo>
                  <a:lnTo>
                    <a:pt x="3201" y="6519"/>
                  </a:lnTo>
                  <a:lnTo>
                    <a:pt x="4662" y="7269"/>
                  </a:lnTo>
                  <a:lnTo>
                    <a:pt x="6243" y="8099"/>
                  </a:lnTo>
                  <a:lnTo>
                    <a:pt x="7131" y="8592"/>
                  </a:lnTo>
                  <a:lnTo>
                    <a:pt x="8040" y="9067"/>
                  </a:lnTo>
                  <a:lnTo>
                    <a:pt x="8889" y="9481"/>
                  </a:lnTo>
                  <a:lnTo>
                    <a:pt x="9620" y="9797"/>
                  </a:lnTo>
                  <a:lnTo>
                    <a:pt x="9916" y="9916"/>
                  </a:lnTo>
                  <a:lnTo>
                    <a:pt x="10173" y="9995"/>
                  </a:lnTo>
                  <a:lnTo>
                    <a:pt x="10371" y="10034"/>
                  </a:lnTo>
                  <a:lnTo>
                    <a:pt x="10450" y="10034"/>
                  </a:lnTo>
                  <a:lnTo>
                    <a:pt x="10509" y="10015"/>
                  </a:lnTo>
                  <a:lnTo>
                    <a:pt x="10588" y="9955"/>
                  </a:lnTo>
                  <a:lnTo>
                    <a:pt x="10667" y="9857"/>
                  </a:lnTo>
                  <a:lnTo>
                    <a:pt x="10687" y="9837"/>
                  </a:lnTo>
                  <a:lnTo>
                    <a:pt x="10687" y="9817"/>
                  </a:lnTo>
                  <a:lnTo>
                    <a:pt x="10707" y="9797"/>
                  </a:lnTo>
                  <a:lnTo>
                    <a:pt x="10726" y="9797"/>
                  </a:lnTo>
                  <a:lnTo>
                    <a:pt x="10726" y="9778"/>
                  </a:lnTo>
                  <a:lnTo>
                    <a:pt x="10746" y="9738"/>
                  </a:lnTo>
                  <a:lnTo>
                    <a:pt x="10766" y="9718"/>
                  </a:lnTo>
                  <a:lnTo>
                    <a:pt x="10904" y="9481"/>
                  </a:lnTo>
                  <a:lnTo>
                    <a:pt x="11042" y="9225"/>
                  </a:lnTo>
                  <a:lnTo>
                    <a:pt x="11319" y="8573"/>
                  </a:lnTo>
                  <a:lnTo>
                    <a:pt x="11516" y="8099"/>
                  </a:lnTo>
                  <a:lnTo>
                    <a:pt x="11714" y="7605"/>
                  </a:lnTo>
                  <a:lnTo>
                    <a:pt x="12050" y="6637"/>
                  </a:lnTo>
                  <a:lnTo>
                    <a:pt x="12306" y="5827"/>
                  </a:lnTo>
                  <a:lnTo>
                    <a:pt x="12366" y="5551"/>
                  </a:lnTo>
                  <a:lnTo>
                    <a:pt x="12405" y="5353"/>
                  </a:lnTo>
                  <a:lnTo>
                    <a:pt x="12385" y="5274"/>
                  </a:lnTo>
                  <a:lnTo>
                    <a:pt x="12326" y="5195"/>
                  </a:lnTo>
                  <a:lnTo>
                    <a:pt x="12247" y="5096"/>
                  </a:lnTo>
                  <a:lnTo>
                    <a:pt x="12129" y="4998"/>
                  </a:lnTo>
                  <a:lnTo>
                    <a:pt x="11832" y="4800"/>
                  </a:lnTo>
                  <a:lnTo>
                    <a:pt x="11418" y="4563"/>
                  </a:lnTo>
                  <a:lnTo>
                    <a:pt x="11358" y="4524"/>
                  </a:lnTo>
                  <a:lnTo>
                    <a:pt x="11339" y="4524"/>
                  </a:lnTo>
                  <a:lnTo>
                    <a:pt x="11260" y="4484"/>
                  </a:lnTo>
                  <a:lnTo>
                    <a:pt x="11260" y="4464"/>
                  </a:lnTo>
                  <a:lnTo>
                    <a:pt x="11240" y="4464"/>
                  </a:lnTo>
                  <a:lnTo>
                    <a:pt x="11220" y="4445"/>
                  </a:lnTo>
                  <a:lnTo>
                    <a:pt x="10233" y="3970"/>
                  </a:lnTo>
                  <a:lnTo>
                    <a:pt x="8435" y="3101"/>
                  </a:lnTo>
                  <a:lnTo>
                    <a:pt x="7447" y="2627"/>
                  </a:lnTo>
                  <a:lnTo>
                    <a:pt x="6499" y="2134"/>
                  </a:lnTo>
                  <a:lnTo>
                    <a:pt x="4761" y="1205"/>
                  </a:lnTo>
                  <a:lnTo>
                    <a:pt x="3537" y="553"/>
                  </a:lnTo>
                  <a:lnTo>
                    <a:pt x="2588" y="20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-1160050" y="3541050"/>
              <a:ext cx="44950" cy="29150"/>
            </a:xfrm>
            <a:custGeom>
              <a:rect b="b" l="l" r="r" t="t"/>
              <a:pathLst>
                <a:path extrusionOk="0" h="1166" w="1798">
                  <a:moveTo>
                    <a:pt x="1699" y="0"/>
                  </a:moveTo>
                  <a:lnTo>
                    <a:pt x="1679" y="139"/>
                  </a:lnTo>
                  <a:lnTo>
                    <a:pt x="1659" y="336"/>
                  </a:lnTo>
                  <a:lnTo>
                    <a:pt x="1679" y="514"/>
                  </a:lnTo>
                  <a:lnTo>
                    <a:pt x="1699" y="554"/>
                  </a:lnTo>
                  <a:lnTo>
                    <a:pt x="1245" y="751"/>
                  </a:lnTo>
                  <a:lnTo>
                    <a:pt x="889" y="889"/>
                  </a:lnTo>
                  <a:lnTo>
                    <a:pt x="632" y="988"/>
                  </a:lnTo>
                  <a:lnTo>
                    <a:pt x="376" y="1067"/>
                  </a:lnTo>
                  <a:lnTo>
                    <a:pt x="297" y="1067"/>
                  </a:lnTo>
                  <a:lnTo>
                    <a:pt x="237" y="1047"/>
                  </a:lnTo>
                  <a:lnTo>
                    <a:pt x="178" y="968"/>
                  </a:lnTo>
                  <a:lnTo>
                    <a:pt x="139" y="889"/>
                  </a:lnTo>
                  <a:lnTo>
                    <a:pt x="119" y="791"/>
                  </a:lnTo>
                  <a:lnTo>
                    <a:pt x="99" y="712"/>
                  </a:lnTo>
                  <a:lnTo>
                    <a:pt x="119" y="633"/>
                  </a:lnTo>
                  <a:lnTo>
                    <a:pt x="0" y="692"/>
                  </a:lnTo>
                  <a:lnTo>
                    <a:pt x="40" y="850"/>
                  </a:lnTo>
                  <a:lnTo>
                    <a:pt x="79" y="988"/>
                  </a:lnTo>
                  <a:lnTo>
                    <a:pt x="139" y="1107"/>
                  </a:lnTo>
                  <a:lnTo>
                    <a:pt x="178" y="1146"/>
                  </a:lnTo>
                  <a:lnTo>
                    <a:pt x="218" y="1166"/>
                  </a:lnTo>
                  <a:lnTo>
                    <a:pt x="297" y="1166"/>
                  </a:lnTo>
                  <a:lnTo>
                    <a:pt x="376" y="1146"/>
                  </a:lnTo>
                  <a:lnTo>
                    <a:pt x="593" y="1087"/>
                  </a:lnTo>
                  <a:lnTo>
                    <a:pt x="830" y="1008"/>
                  </a:lnTo>
                  <a:lnTo>
                    <a:pt x="1106" y="889"/>
                  </a:lnTo>
                  <a:lnTo>
                    <a:pt x="1580" y="692"/>
                  </a:lnTo>
                  <a:lnTo>
                    <a:pt x="1798" y="593"/>
                  </a:lnTo>
                  <a:lnTo>
                    <a:pt x="1758" y="554"/>
                  </a:lnTo>
                  <a:lnTo>
                    <a:pt x="1738" y="415"/>
                  </a:lnTo>
                  <a:lnTo>
                    <a:pt x="1719" y="336"/>
                  </a:lnTo>
                  <a:lnTo>
                    <a:pt x="1719" y="238"/>
                  </a:lnTo>
                  <a:lnTo>
                    <a:pt x="1758" y="119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-1201050" y="3651650"/>
              <a:ext cx="61750" cy="19800"/>
            </a:xfrm>
            <a:custGeom>
              <a:rect b="b" l="l" r="r" t="t"/>
              <a:pathLst>
                <a:path extrusionOk="0" h="792" w="2470">
                  <a:moveTo>
                    <a:pt x="2154" y="1"/>
                  </a:moveTo>
                  <a:lnTo>
                    <a:pt x="1917" y="60"/>
                  </a:lnTo>
                  <a:lnTo>
                    <a:pt x="1166" y="218"/>
                  </a:lnTo>
                  <a:lnTo>
                    <a:pt x="929" y="277"/>
                  </a:lnTo>
                  <a:lnTo>
                    <a:pt x="712" y="357"/>
                  </a:lnTo>
                  <a:lnTo>
                    <a:pt x="514" y="455"/>
                  </a:lnTo>
                  <a:lnTo>
                    <a:pt x="337" y="554"/>
                  </a:lnTo>
                  <a:lnTo>
                    <a:pt x="100" y="732"/>
                  </a:lnTo>
                  <a:lnTo>
                    <a:pt x="1" y="791"/>
                  </a:lnTo>
                  <a:lnTo>
                    <a:pt x="100" y="752"/>
                  </a:lnTo>
                  <a:lnTo>
                    <a:pt x="337" y="633"/>
                  </a:lnTo>
                  <a:lnTo>
                    <a:pt x="672" y="495"/>
                  </a:lnTo>
                  <a:lnTo>
                    <a:pt x="870" y="436"/>
                  </a:lnTo>
                  <a:lnTo>
                    <a:pt x="1087" y="376"/>
                  </a:lnTo>
                  <a:lnTo>
                    <a:pt x="1542" y="317"/>
                  </a:lnTo>
                  <a:lnTo>
                    <a:pt x="1996" y="277"/>
                  </a:lnTo>
                  <a:lnTo>
                    <a:pt x="2470" y="238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-1604475" y="3372675"/>
              <a:ext cx="1500" cy="25"/>
            </a:xfrm>
            <a:custGeom>
              <a:rect b="b" l="l" r="r" t="t"/>
              <a:pathLst>
                <a:path extrusionOk="0" h="1" w="60">
                  <a:moveTo>
                    <a:pt x="60" y="0"/>
                  </a:moveTo>
                  <a:lnTo>
                    <a:pt x="6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-1617800" y="3278850"/>
              <a:ext cx="158525" cy="230125"/>
            </a:xfrm>
            <a:custGeom>
              <a:rect b="b" l="l" r="r" t="t"/>
              <a:pathLst>
                <a:path extrusionOk="0" h="9205" w="6341">
                  <a:moveTo>
                    <a:pt x="1245" y="4089"/>
                  </a:moveTo>
                  <a:lnTo>
                    <a:pt x="1324" y="4148"/>
                  </a:lnTo>
                  <a:lnTo>
                    <a:pt x="1324" y="4148"/>
                  </a:lnTo>
                  <a:lnTo>
                    <a:pt x="1284" y="4109"/>
                  </a:lnTo>
                  <a:lnTo>
                    <a:pt x="1245" y="4089"/>
                  </a:lnTo>
                  <a:close/>
                  <a:moveTo>
                    <a:pt x="2054" y="5570"/>
                  </a:moveTo>
                  <a:lnTo>
                    <a:pt x="1995" y="5590"/>
                  </a:lnTo>
                  <a:lnTo>
                    <a:pt x="1857" y="5728"/>
                  </a:lnTo>
                  <a:lnTo>
                    <a:pt x="1896" y="5728"/>
                  </a:lnTo>
                  <a:lnTo>
                    <a:pt x="1916" y="5748"/>
                  </a:lnTo>
                  <a:lnTo>
                    <a:pt x="1896" y="5787"/>
                  </a:lnTo>
                  <a:lnTo>
                    <a:pt x="1896" y="5827"/>
                  </a:lnTo>
                  <a:lnTo>
                    <a:pt x="1877" y="5847"/>
                  </a:lnTo>
                  <a:lnTo>
                    <a:pt x="1896" y="5867"/>
                  </a:lnTo>
                  <a:lnTo>
                    <a:pt x="1956" y="5807"/>
                  </a:lnTo>
                  <a:lnTo>
                    <a:pt x="2015" y="5787"/>
                  </a:lnTo>
                  <a:lnTo>
                    <a:pt x="1995" y="5847"/>
                  </a:lnTo>
                  <a:lnTo>
                    <a:pt x="2173" y="5728"/>
                  </a:lnTo>
                  <a:lnTo>
                    <a:pt x="2153" y="5728"/>
                  </a:lnTo>
                  <a:lnTo>
                    <a:pt x="2153" y="5708"/>
                  </a:lnTo>
                  <a:lnTo>
                    <a:pt x="2133" y="5689"/>
                  </a:lnTo>
                  <a:lnTo>
                    <a:pt x="2074" y="5689"/>
                  </a:lnTo>
                  <a:lnTo>
                    <a:pt x="2054" y="5669"/>
                  </a:lnTo>
                  <a:lnTo>
                    <a:pt x="2074" y="5629"/>
                  </a:lnTo>
                  <a:lnTo>
                    <a:pt x="2133" y="5629"/>
                  </a:lnTo>
                  <a:lnTo>
                    <a:pt x="2114" y="5610"/>
                  </a:lnTo>
                  <a:lnTo>
                    <a:pt x="2094" y="5570"/>
                  </a:lnTo>
                  <a:close/>
                  <a:moveTo>
                    <a:pt x="3321" y="7543"/>
                  </a:moveTo>
                  <a:lnTo>
                    <a:pt x="3319" y="7545"/>
                  </a:lnTo>
                  <a:lnTo>
                    <a:pt x="3338" y="7545"/>
                  </a:lnTo>
                  <a:lnTo>
                    <a:pt x="3321" y="7543"/>
                  </a:lnTo>
                  <a:close/>
                  <a:moveTo>
                    <a:pt x="1640" y="0"/>
                  </a:moveTo>
                  <a:lnTo>
                    <a:pt x="0" y="810"/>
                  </a:lnTo>
                  <a:lnTo>
                    <a:pt x="1087" y="3259"/>
                  </a:lnTo>
                  <a:lnTo>
                    <a:pt x="1225" y="3200"/>
                  </a:lnTo>
                  <a:lnTo>
                    <a:pt x="1383" y="3180"/>
                  </a:lnTo>
                  <a:lnTo>
                    <a:pt x="1383" y="3180"/>
                  </a:lnTo>
                  <a:lnTo>
                    <a:pt x="1343" y="3200"/>
                  </a:lnTo>
                  <a:lnTo>
                    <a:pt x="1324" y="3259"/>
                  </a:lnTo>
                  <a:lnTo>
                    <a:pt x="1324" y="3318"/>
                  </a:lnTo>
                  <a:lnTo>
                    <a:pt x="1304" y="3378"/>
                  </a:lnTo>
                  <a:lnTo>
                    <a:pt x="1225" y="3417"/>
                  </a:lnTo>
                  <a:lnTo>
                    <a:pt x="1166" y="3457"/>
                  </a:lnTo>
                  <a:lnTo>
                    <a:pt x="1106" y="3516"/>
                  </a:lnTo>
                  <a:lnTo>
                    <a:pt x="1087" y="3516"/>
                  </a:lnTo>
                  <a:lnTo>
                    <a:pt x="1047" y="3496"/>
                  </a:lnTo>
                  <a:lnTo>
                    <a:pt x="1146" y="3397"/>
                  </a:lnTo>
                  <a:lnTo>
                    <a:pt x="1166" y="3378"/>
                  </a:lnTo>
                  <a:lnTo>
                    <a:pt x="1126" y="3378"/>
                  </a:lnTo>
                  <a:lnTo>
                    <a:pt x="1027" y="3496"/>
                  </a:lnTo>
                  <a:lnTo>
                    <a:pt x="929" y="3635"/>
                  </a:lnTo>
                  <a:lnTo>
                    <a:pt x="850" y="3654"/>
                  </a:lnTo>
                  <a:lnTo>
                    <a:pt x="810" y="3654"/>
                  </a:lnTo>
                  <a:lnTo>
                    <a:pt x="790" y="3635"/>
                  </a:lnTo>
                  <a:lnTo>
                    <a:pt x="850" y="3615"/>
                  </a:lnTo>
                  <a:lnTo>
                    <a:pt x="909" y="3575"/>
                  </a:lnTo>
                  <a:lnTo>
                    <a:pt x="810" y="3575"/>
                  </a:lnTo>
                  <a:lnTo>
                    <a:pt x="731" y="3635"/>
                  </a:lnTo>
                  <a:lnTo>
                    <a:pt x="652" y="3694"/>
                  </a:lnTo>
                  <a:lnTo>
                    <a:pt x="593" y="3753"/>
                  </a:lnTo>
                  <a:lnTo>
                    <a:pt x="632" y="3793"/>
                  </a:lnTo>
                  <a:lnTo>
                    <a:pt x="652" y="3793"/>
                  </a:lnTo>
                  <a:lnTo>
                    <a:pt x="691" y="3773"/>
                  </a:lnTo>
                  <a:lnTo>
                    <a:pt x="652" y="3832"/>
                  </a:lnTo>
                  <a:lnTo>
                    <a:pt x="652" y="3852"/>
                  </a:lnTo>
                  <a:lnTo>
                    <a:pt x="691" y="3872"/>
                  </a:lnTo>
                  <a:lnTo>
                    <a:pt x="731" y="3891"/>
                  </a:lnTo>
                  <a:lnTo>
                    <a:pt x="770" y="3911"/>
                  </a:lnTo>
                  <a:lnTo>
                    <a:pt x="790" y="3931"/>
                  </a:lnTo>
                  <a:lnTo>
                    <a:pt x="790" y="3970"/>
                  </a:lnTo>
                  <a:lnTo>
                    <a:pt x="770" y="4010"/>
                  </a:lnTo>
                  <a:lnTo>
                    <a:pt x="830" y="3970"/>
                  </a:lnTo>
                  <a:lnTo>
                    <a:pt x="869" y="3951"/>
                  </a:lnTo>
                  <a:lnTo>
                    <a:pt x="929" y="3951"/>
                  </a:lnTo>
                  <a:lnTo>
                    <a:pt x="929" y="3970"/>
                  </a:lnTo>
                  <a:lnTo>
                    <a:pt x="929" y="3990"/>
                  </a:lnTo>
                  <a:lnTo>
                    <a:pt x="909" y="4010"/>
                  </a:lnTo>
                  <a:lnTo>
                    <a:pt x="830" y="4089"/>
                  </a:lnTo>
                  <a:lnTo>
                    <a:pt x="889" y="4089"/>
                  </a:lnTo>
                  <a:lnTo>
                    <a:pt x="948" y="4109"/>
                  </a:lnTo>
                  <a:lnTo>
                    <a:pt x="968" y="4128"/>
                  </a:lnTo>
                  <a:lnTo>
                    <a:pt x="968" y="4148"/>
                  </a:lnTo>
                  <a:lnTo>
                    <a:pt x="988" y="4148"/>
                  </a:lnTo>
                  <a:lnTo>
                    <a:pt x="1027" y="4128"/>
                  </a:lnTo>
                  <a:lnTo>
                    <a:pt x="1106" y="4089"/>
                  </a:lnTo>
                  <a:lnTo>
                    <a:pt x="1185" y="4030"/>
                  </a:lnTo>
                  <a:lnTo>
                    <a:pt x="1245" y="4010"/>
                  </a:lnTo>
                  <a:lnTo>
                    <a:pt x="1383" y="4010"/>
                  </a:lnTo>
                  <a:lnTo>
                    <a:pt x="1383" y="4030"/>
                  </a:lnTo>
                  <a:lnTo>
                    <a:pt x="1383" y="4069"/>
                  </a:lnTo>
                  <a:lnTo>
                    <a:pt x="1403" y="4089"/>
                  </a:lnTo>
                  <a:lnTo>
                    <a:pt x="1422" y="4109"/>
                  </a:lnTo>
                  <a:lnTo>
                    <a:pt x="1363" y="4148"/>
                  </a:lnTo>
                  <a:lnTo>
                    <a:pt x="1324" y="4148"/>
                  </a:lnTo>
                  <a:lnTo>
                    <a:pt x="1403" y="4207"/>
                  </a:lnTo>
                  <a:lnTo>
                    <a:pt x="1343" y="4247"/>
                  </a:lnTo>
                  <a:lnTo>
                    <a:pt x="1304" y="4267"/>
                  </a:lnTo>
                  <a:lnTo>
                    <a:pt x="1264" y="4247"/>
                  </a:lnTo>
                  <a:lnTo>
                    <a:pt x="1245" y="4207"/>
                  </a:lnTo>
                  <a:lnTo>
                    <a:pt x="1225" y="4247"/>
                  </a:lnTo>
                  <a:lnTo>
                    <a:pt x="1225" y="4286"/>
                  </a:lnTo>
                  <a:lnTo>
                    <a:pt x="1245" y="4306"/>
                  </a:lnTo>
                  <a:lnTo>
                    <a:pt x="1264" y="4326"/>
                  </a:lnTo>
                  <a:lnTo>
                    <a:pt x="1343" y="4326"/>
                  </a:lnTo>
                  <a:lnTo>
                    <a:pt x="1442" y="4306"/>
                  </a:lnTo>
                  <a:lnTo>
                    <a:pt x="1442" y="4365"/>
                  </a:lnTo>
                  <a:lnTo>
                    <a:pt x="1442" y="4385"/>
                  </a:lnTo>
                  <a:lnTo>
                    <a:pt x="1422" y="4425"/>
                  </a:lnTo>
                  <a:lnTo>
                    <a:pt x="1343" y="4444"/>
                  </a:lnTo>
                  <a:lnTo>
                    <a:pt x="1245" y="4484"/>
                  </a:lnTo>
                  <a:lnTo>
                    <a:pt x="1146" y="4504"/>
                  </a:lnTo>
                  <a:lnTo>
                    <a:pt x="1067" y="4504"/>
                  </a:lnTo>
                  <a:lnTo>
                    <a:pt x="1067" y="4464"/>
                  </a:lnTo>
                  <a:lnTo>
                    <a:pt x="1087" y="4444"/>
                  </a:lnTo>
                  <a:lnTo>
                    <a:pt x="1146" y="4425"/>
                  </a:lnTo>
                  <a:lnTo>
                    <a:pt x="1205" y="4405"/>
                  </a:lnTo>
                  <a:lnTo>
                    <a:pt x="1225" y="4385"/>
                  </a:lnTo>
                  <a:lnTo>
                    <a:pt x="1245" y="4365"/>
                  </a:lnTo>
                  <a:lnTo>
                    <a:pt x="1106" y="4405"/>
                  </a:lnTo>
                  <a:lnTo>
                    <a:pt x="1126" y="4385"/>
                  </a:lnTo>
                  <a:lnTo>
                    <a:pt x="1106" y="4365"/>
                  </a:lnTo>
                  <a:lnTo>
                    <a:pt x="1067" y="4346"/>
                  </a:lnTo>
                  <a:lnTo>
                    <a:pt x="1027" y="4326"/>
                  </a:lnTo>
                  <a:lnTo>
                    <a:pt x="1047" y="4326"/>
                  </a:lnTo>
                  <a:lnTo>
                    <a:pt x="1067" y="4306"/>
                  </a:lnTo>
                  <a:lnTo>
                    <a:pt x="1106" y="4326"/>
                  </a:lnTo>
                  <a:lnTo>
                    <a:pt x="1087" y="4267"/>
                  </a:lnTo>
                  <a:lnTo>
                    <a:pt x="1067" y="4227"/>
                  </a:lnTo>
                  <a:lnTo>
                    <a:pt x="1027" y="4207"/>
                  </a:lnTo>
                  <a:lnTo>
                    <a:pt x="929" y="4207"/>
                  </a:lnTo>
                  <a:lnTo>
                    <a:pt x="909" y="4247"/>
                  </a:lnTo>
                  <a:lnTo>
                    <a:pt x="929" y="4286"/>
                  </a:lnTo>
                  <a:lnTo>
                    <a:pt x="968" y="4365"/>
                  </a:lnTo>
                  <a:lnTo>
                    <a:pt x="988" y="4425"/>
                  </a:lnTo>
                  <a:lnTo>
                    <a:pt x="988" y="4464"/>
                  </a:lnTo>
                  <a:lnTo>
                    <a:pt x="948" y="4504"/>
                  </a:lnTo>
                  <a:lnTo>
                    <a:pt x="1225" y="4602"/>
                  </a:lnTo>
                  <a:lnTo>
                    <a:pt x="1324" y="4504"/>
                  </a:lnTo>
                  <a:lnTo>
                    <a:pt x="1383" y="4484"/>
                  </a:lnTo>
                  <a:lnTo>
                    <a:pt x="1462" y="4464"/>
                  </a:lnTo>
                  <a:lnTo>
                    <a:pt x="1363" y="4523"/>
                  </a:lnTo>
                  <a:lnTo>
                    <a:pt x="1324" y="4602"/>
                  </a:lnTo>
                  <a:lnTo>
                    <a:pt x="1284" y="4662"/>
                  </a:lnTo>
                  <a:lnTo>
                    <a:pt x="1284" y="4721"/>
                  </a:lnTo>
                  <a:lnTo>
                    <a:pt x="1343" y="4701"/>
                  </a:lnTo>
                  <a:lnTo>
                    <a:pt x="1383" y="4681"/>
                  </a:lnTo>
                  <a:lnTo>
                    <a:pt x="1462" y="4681"/>
                  </a:lnTo>
                  <a:lnTo>
                    <a:pt x="1521" y="4701"/>
                  </a:lnTo>
                  <a:lnTo>
                    <a:pt x="1561" y="4681"/>
                  </a:lnTo>
                  <a:lnTo>
                    <a:pt x="1600" y="4662"/>
                  </a:lnTo>
                  <a:lnTo>
                    <a:pt x="1561" y="4642"/>
                  </a:lnTo>
                  <a:lnTo>
                    <a:pt x="1580" y="4622"/>
                  </a:lnTo>
                  <a:lnTo>
                    <a:pt x="1640" y="4563"/>
                  </a:lnTo>
                  <a:lnTo>
                    <a:pt x="1659" y="4583"/>
                  </a:lnTo>
                  <a:lnTo>
                    <a:pt x="1699" y="4583"/>
                  </a:lnTo>
                  <a:lnTo>
                    <a:pt x="1758" y="4563"/>
                  </a:lnTo>
                  <a:lnTo>
                    <a:pt x="1798" y="4543"/>
                  </a:lnTo>
                  <a:lnTo>
                    <a:pt x="1817" y="4543"/>
                  </a:lnTo>
                  <a:lnTo>
                    <a:pt x="1817" y="4602"/>
                  </a:lnTo>
                  <a:lnTo>
                    <a:pt x="1778" y="4622"/>
                  </a:lnTo>
                  <a:lnTo>
                    <a:pt x="1738" y="4642"/>
                  </a:lnTo>
                  <a:lnTo>
                    <a:pt x="1719" y="4662"/>
                  </a:lnTo>
                  <a:lnTo>
                    <a:pt x="1719" y="4701"/>
                  </a:lnTo>
                  <a:lnTo>
                    <a:pt x="1719" y="4721"/>
                  </a:lnTo>
                  <a:lnTo>
                    <a:pt x="1521" y="4741"/>
                  </a:lnTo>
                  <a:lnTo>
                    <a:pt x="1324" y="4741"/>
                  </a:lnTo>
                  <a:lnTo>
                    <a:pt x="1304" y="4760"/>
                  </a:lnTo>
                  <a:lnTo>
                    <a:pt x="1324" y="4780"/>
                  </a:lnTo>
                  <a:lnTo>
                    <a:pt x="1324" y="4820"/>
                  </a:lnTo>
                  <a:lnTo>
                    <a:pt x="1304" y="4859"/>
                  </a:lnTo>
                  <a:lnTo>
                    <a:pt x="1363" y="4820"/>
                  </a:lnTo>
                  <a:lnTo>
                    <a:pt x="1422" y="4800"/>
                  </a:lnTo>
                  <a:lnTo>
                    <a:pt x="1462" y="4780"/>
                  </a:lnTo>
                  <a:lnTo>
                    <a:pt x="1501" y="4760"/>
                  </a:lnTo>
                  <a:lnTo>
                    <a:pt x="1640" y="4820"/>
                  </a:lnTo>
                  <a:lnTo>
                    <a:pt x="1778" y="4859"/>
                  </a:lnTo>
                  <a:lnTo>
                    <a:pt x="1857" y="4899"/>
                  </a:lnTo>
                  <a:lnTo>
                    <a:pt x="1936" y="4938"/>
                  </a:lnTo>
                  <a:lnTo>
                    <a:pt x="1837" y="4978"/>
                  </a:lnTo>
                  <a:lnTo>
                    <a:pt x="1719" y="4958"/>
                  </a:lnTo>
                  <a:lnTo>
                    <a:pt x="1640" y="4938"/>
                  </a:lnTo>
                  <a:lnTo>
                    <a:pt x="1580" y="4938"/>
                  </a:lnTo>
                  <a:lnTo>
                    <a:pt x="1521" y="4958"/>
                  </a:lnTo>
                  <a:lnTo>
                    <a:pt x="1462" y="4978"/>
                  </a:lnTo>
                  <a:lnTo>
                    <a:pt x="1383" y="5017"/>
                  </a:lnTo>
                  <a:lnTo>
                    <a:pt x="1442" y="5037"/>
                  </a:lnTo>
                  <a:lnTo>
                    <a:pt x="1561" y="5037"/>
                  </a:lnTo>
                  <a:lnTo>
                    <a:pt x="1561" y="5057"/>
                  </a:lnTo>
                  <a:lnTo>
                    <a:pt x="1541" y="5096"/>
                  </a:lnTo>
                  <a:lnTo>
                    <a:pt x="1521" y="5116"/>
                  </a:lnTo>
                  <a:lnTo>
                    <a:pt x="1541" y="5155"/>
                  </a:lnTo>
                  <a:lnTo>
                    <a:pt x="1561" y="5175"/>
                  </a:lnTo>
                  <a:lnTo>
                    <a:pt x="1620" y="5215"/>
                  </a:lnTo>
                  <a:lnTo>
                    <a:pt x="1659" y="5274"/>
                  </a:lnTo>
                  <a:lnTo>
                    <a:pt x="1719" y="5195"/>
                  </a:lnTo>
                  <a:lnTo>
                    <a:pt x="1758" y="5215"/>
                  </a:lnTo>
                  <a:lnTo>
                    <a:pt x="1778" y="5234"/>
                  </a:lnTo>
                  <a:lnTo>
                    <a:pt x="1778" y="5313"/>
                  </a:lnTo>
                  <a:lnTo>
                    <a:pt x="1738" y="5313"/>
                  </a:lnTo>
                  <a:lnTo>
                    <a:pt x="1798" y="5333"/>
                  </a:lnTo>
                  <a:lnTo>
                    <a:pt x="1778" y="5353"/>
                  </a:lnTo>
                  <a:lnTo>
                    <a:pt x="1817" y="5353"/>
                  </a:lnTo>
                  <a:lnTo>
                    <a:pt x="1837" y="5373"/>
                  </a:lnTo>
                  <a:lnTo>
                    <a:pt x="1857" y="5412"/>
                  </a:lnTo>
                  <a:lnTo>
                    <a:pt x="1877" y="5471"/>
                  </a:lnTo>
                  <a:lnTo>
                    <a:pt x="1936" y="5531"/>
                  </a:lnTo>
                  <a:lnTo>
                    <a:pt x="1975" y="5491"/>
                  </a:lnTo>
                  <a:lnTo>
                    <a:pt x="1956" y="5471"/>
                  </a:lnTo>
                  <a:lnTo>
                    <a:pt x="1916" y="5432"/>
                  </a:lnTo>
                  <a:lnTo>
                    <a:pt x="1896" y="5412"/>
                  </a:lnTo>
                  <a:lnTo>
                    <a:pt x="1916" y="5373"/>
                  </a:lnTo>
                  <a:lnTo>
                    <a:pt x="1956" y="5333"/>
                  </a:lnTo>
                  <a:lnTo>
                    <a:pt x="1975" y="5313"/>
                  </a:lnTo>
                  <a:lnTo>
                    <a:pt x="2035" y="5294"/>
                  </a:lnTo>
                  <a:lnTo>
                    <a:pt x="2054" y="5313"/>
                  </a:lnTo>
                  <a:lnTo>
                    <a:pt x="2074" y="5353"/>
                  </a:lnTo>
                  <a:lnTo>
                    <a:pt x="2153" y="5373"/>
                  </a:lnTo>
                  <a:lnTo>
                    <a:pt x="2232" y="5412"/>
                  </a:lnTo>
                  <a:lnTo>
                    <a:pt x="2272" y="5432"/>
                  </a:lnTo>
                  <a:lnTo>
                    <a:pt x="2291" y="5471"/>
                  </a:lnTo>
                  <a:lnTo>
                    <a:pt x="2311" y="5432"/>
                  </a:lnTo>
                  <a:lnTo>
                    <a:pt x="2370" y="5432"/>
                  </a:lnTo>
                  <a:lnTo>
                    <a:pt x="2390" y="5452"/>
                  </a:lnTo>
                  <a:lnTo>
                    <a:pt x="2410" y="5531"/>
                  </a:lnTo>
                  <a:lnTo>
                    <a:pt x="2390" y="5550"/>
                  </a:lnTo>
                  <a:lnTo>
                    <a:pt x="2370" y="5590"/>
                  </a:lnTo>
                  <a:lnTo>
                    <a:pt x="2232" y="5590"/>
                  </a:lnTo>
                  <a:lnTo>
                    <a:pt x="2193" y="5610"/>
                  </a:lnTo>
                  <a:lnTo>
                    <a:pt x="2173" y="5629"/>
                  </a:lnTo>
                  <a:lnTo>
                    <a:pt x="2133" y="5629"/>
                  </a:lnTo>
                  <a:lnTo>
                    <a:pt x="2193" y="5649"/>
                  </a:lnTo>
                  <a:lnTo>
                    <a:pt x="2272" y="5629"/>
                  </a:lnTo>
                  <a:lnTo>
                    <a:pt x="2331" y="5649"/>
                  </a:lnTo>
                  <a:lnTo>
                    <a:pt x="2351" y="5669"/>
                  </a:lnTo>
                  <a:lnTo>
                    <a:pt x="2390" y="5689"/>
                  </a:lnTo>
                  <a:lnTo>
                    <a:pt x="2351" y="5708"/>
                  </a:lnTo>
                  <a:lnTo>
                    <a:pt x="2331" y="5708"/>
                  </a:lnTo>
                  <a:lnTo>
                    <a:pt x="2311" y="5689"/>
                  </a:lnTo>
                  <a:lnTo>
                    <a:pt x="2291" y="5689"/>
                  </a:lnTo>
                  <a:lnTo>
                    <a:pt x="2272" y="5708"/>
                  </a:lnTo>
                  <a:lnTo>
                    <a:pt x="2291" y="5728"/>
                  </a:lnTo>
                  <a:lnTo>
                    <a:pt x="2331" y="5748"/>
                  </a:lnTo>
                  <a:lnTo>
                    <a:pt x="2390" y="5768"/>
                  </a:lnTo>
                  <a:lnTo>
                    <a:pt x="2390" y="5787"/>
                  </a:lnTo>
                  <a:lnTo>
                    <a:pt x="2390" y="5807"/>
                  </a:lnTo>
                  <a:lnTo>
                    <a:pt x="2252" y="5807"/>
                  </a:lnTo>
                  <a:lnTo>
                    <a:pt x="2212" y="5827"/>
                  </a:lnTo>
                  <a:lnTo>
                    <a:pt x="2153" y="5867"/>
                  </a:lnTo>
                  <a:lnTo>
                    <a:pt x="2212" y="5867"/>
                  </a:lnTo>
                  <a:lnTo>
                    <a:pt x="2311" y="5847"/>
                  </a:lnTo>
                  <a:lnTo>
                    <a:pt x="2311" y="5847"/>
                  </a:lnTo>
                  <a:lnTo>
                    <a:pt x="2291" y="5867"/>
                  </a:lnTo>
                  <a:lnTo>
                    <a:pt x="2272" y="5886"/>
                  </a:lnTo>
                  <a:lnTo>
                    <a:pt x="2232" y="5906"/>
                  </a:lnTo>
                  <a:lnTo>
                    <a:pt x="2252" y="5906"/>
                  </a:lnTo>
                  <a:lnTo>
                    <a:pt x="2331" y="5886"/>
                  </a:lnTo>
                  <a:lnTo>
                    <a:pt x="2370" y="5886"/>
                  </a:lnTo>
                  <a:lnTo>
                    <a:pt x="2370" y="5906"/>
                  </a:lnTo>
                  <a:lnTo>
                    <a:pt x="2331" y="5946"/>
                  </a:lnTo>
                  <a:lnTo>
                    <a:pt x="2291" y="5965"/>
                  </a:lnTo>
                  <a:lnTo>
                    <a:pt x="2311" y="6005"/>
                  </a:lnTo>
                  <a:lnTo>
                    <a:pt x="2449" y="6005"/>
                  </a:lnTo>
                  <a:lnTo>
                    <a:pt x="2449" y="5985"/>
                  </a:lnTo>
                  <a:lnTo>
                    <a:pt x="2469" y="5965"/>
                  </a:lnTo>
                  <a:lnTo>
                    <a:pt x="2548" y="5906"/>
                  </a:lnTo>
                  <a:lnTo>
                    <a:pt x="2627" y="5886"/>
                  </a:lnTo>
                  <a:lnTo>
                    <a:pt x="2686" y="5886"/>
                  </a:lnTo>
                  <a:lnTo>
                    <a:pt x="2726" y="5946"/>
                  </a:lnTo>
                  <a:lnTo>
                    <a:pt x="2765" y="6005"/>
                  </a:lnTo>
                  <a:lnTo>
                    <a:pt x="2785" y="6025"/>
                  </a:lnTo>
                  <a:lnTo>
                    <a:pt x="2765" y="6044"/>
                  </a:lnTo>
                  <a:lnTo>
                    <a:pt x="2746" y="6084"/>
                  </a:lnTo>
                  <a:lnTo>
                    <a:pt x="2706" y="6143"/>
                  </a:lnTo>
                  <a:lnTo>
                    <a:pt x="2825" y="6123"/>
                  </a:lnTo>
                  <a:lnTo>
                    <a:pt x="2765" y="6163"/>
                  </a:lnTo>
                  <a:lnTo>
                    <a:pt x="2746" y="6183"/>
                  </a:lnTo>
                  <a:lnTo>
                    <a:pt x="2765" y="6183"/>
                  </a:lnTo>
                  <a:lnTo>
                    <a:pt x="2785" y="6222"/>
                  </a:lnTo>
                  <a:lnTo>
                    <a:pt x="2785" y="6242"/>
                  </a:lnTo>
                  <a:lnTo>
                    <a:pt x="2746" y="6262"/>
                  </a:lnTo>
                  <a:lnTo>
                    <a:pt x="2726" y="6262"/>
                  </a:lnTo>
                  <a:lnTo>
                    <a:pt x="2686" y="6222"/>
                  </a:lnTo>
                  <a:lnTo>
                    <a:pt x="2667" y="6202"/>
                  </a:lnTo>
                  <a:lnTo>
                    <a:pt x="2568" y="6202"/>
                  </a:lnTo>
                  <a:lnTo>
                    <a:pt x="2489" y="6222"/>
                  </a:lnTo>
                  <a:lnTo>
                    <a:pt x="2489" y="6262"/>
                  </a:lnTo>
                  <a:lnTo>
                    <a:pt x="2469" y="6281"/>
                  </a:lnTo>
                  <a:lnTo>
                    <a:pt x="2410" y="6301"/>
                  </a:lnTo>
                  <a:lnTo>
                    <a:pt x="2351" y="6321"/>
                  </a:lnTo>
                  <a:lnTo>
                    <a:pt x="2370" y="6341"/>
                  </a:lnTo>
                  <a:lnTo>
                    <a:pt x="2430" y="6321"/>
                  </a:lnTo>
                  <a:lnTo>
                    <a:pt x="2528" y="6281"/>
                  </a:lnTo>
                  <a:lnTo>
                    <a:pt x="2627" y="6242"/>
                  </a:lnTo>
                  <a:lnTo>
                    <a:pt x="2607" y="6281"/>
                  </a:lnTo>
                  <a:lnTo>
                    <a:pt x="2607" y="6321"/>
                  </a:lnTo>
                  <a:lnTo>
                    <a:pt x="2588" y="6360"/>
                  </a:lnTo>
                  <a:lnTo>
                    <a:pt x="2528" y="6380"/>
                  </a:lnTo>
                  <a:lnTo>
                    <a:pt x="2528" y="6400"/>
                  </a:lnTo>
                  <a:lnTo>
                    <a:pt x="2667" y="6400"/>
                  </a:lnTo>
                  <a:lnTo>
                    <a:pt x="2686" y="6420"/>
                  </a:lnTo>
                  <a:lnTo>
                    <a:pt x="2509" y="6499"/>
                  </a:lnTo>
                  <a:lnTo>
                    <a:pt x="2469" y="6518"/>
                  </a:lnTo>
                  <a:lnTo>
                    <a:pt x="2489" y="6518"/>
                  </a:lnTo>
                  <a:lnTo>
                    <a:pt x="2489" y="6538"/>
                  </a:lnTo>
                  <a:lnTo>
                    <a:pt x="2489" y="6597"/>
                  </a:lnTo>
                  <a:lnTo>
                    <a:pt x="2528" y="6558"/>
                  </a:lnTo>
                  <a:lnTo>
                    <a:pt x="2568" y="6538"/>
                  </a:lnTo>
                  <a:lnTo>
                    <a:pt x="2548" y="6518"/>
                  </a:lnTo>
                  <a:lnTo>
                    <a:pt x="2607" y="6518"/>
                  </a:lnTo>
                  <a:lnTo>
                    <a:pt x="2647" y="6558"/>
                  </a:lnTo>
                  <a:lnTo>
                    <a:pt x="2667" y="6578"/>
                  </a:lnTo>
                  <a:lnTo>
                    <a:pt x="2706" y="6578"/>
                  </a:lnTo>
                  <a:lnTo>
                    <a:pt x="2667" y="6597"/>
                  </a:lnTo>
                  <a:lnTo>
                    <a:pt x="2647" y="6617"/>
                  </a:lnTo>
                  <a:lnTo>
                    <a:pt x="2667" y="6676"/>
                  </a:lnTo>
                  <a:lnTo>
                    <a:pt x="2686" y="6716"/>
                  </a:lnTo>
                  <a:lnTo>
                    <a:pt x="2706" y="6736"/>
                  </a:lnTo>
                  <a:lnTo>
                    <a:pt x="2686" y="6755"/>
                  </a:lnTo>
                  <a:lnTo>
                    <a:pt x="2785" y="6716"/>
                  </a:lnTo>
                  <a:lnTo>
                    <a:pt x="2805" y="6696"/>
                  </a:lnTo>
                  <a:lnTo>
                    <a:pt x="2785" y="6676"/>
                  </a:lnTo>
                  <a:lnTo>
                    <a:pt x="2765" y="6676"/>
                  </a:lnTo>
                  <a:lnTo>
                    <a:pt x="2726" y="6657"/>
                  </a:lnTo>
                  <a:lnTo>
                    <a:pt x="2706" y="6657"/>
                  </a:lnTo>
                  <a:lnTo>
                    <a:pt x="2726" y="6637"/>
                  </a:lnTo>
                  <a:lnTo>
                    <a:pt x="2785" y="6597"/>
                  </a:lnTo>
                  <a:lnTo>
                    <a:pt x="2825" y="6597"/>
                  </a:lnTo>
                  <a:lnTo>
                    <a:pt x="2864" y="6637"/>
                  </a:lnTo>
                  <a:lnTo>
                    <a:pt x="2904" y="6696"/>
                  </a:lnTo>
                  <a:lnTo>
                    <a:pt x="2983" y="6775"/>
                  </a:lnTo>
                  <a:lnTo>
                    <a:pt x="3022" y="6815"/>
                  </a:lnTo>
                  <a:lnTo>
                    <a:pt x="3081" y="6834"/>
                  </a:lnTo>
                  <a:lnTo>
                    <a:pt x="3062" y="6874"/>
                  </a:lnTo>
                  <a:lnTo>
                    <a:pt x="3062" y="6894"/>
                  </a:lnTo>
                  <a:lnTo>
                    <a:pt x="3002" y="6913"/>
                  </a:lnTo>
                  <a:lnTo>
                    <a:pt x="2943" y="6933"/>
                  </a:lnTo>
                  <a:lnTo>
                    <a:pt x="2864" y="6973"/>
                  </a:lnTo>
                  <a:lnTo>
                    <a:pt x="2825" y="6913"/>
                  </a:lnTo>
                  <a:lnTo>
                    <a:pt x="2805" y="6874"/>
                  </a:lnTo>
                  <a:lnTo>
                    <a:pt x="2805" y="6834"/>
                  </a:lnTo>
                  <a:lnTo>
                    <a:pt x="2765" y="6795"/>
                  </a:lnTo>
                  <a:lnTo>
                    <a:pt x="2765" y="6874"/>
                  </a:lnTo>
                  <a:lnTo>
                    <a:pt x="2805" y="6953"/>
                  </a:lnTo>
                  <a:lnTo>
                    <a:pt x="2864" y="6992"/>
                  </a:lnTo>
                  <a:lnTo>
                    <a:pt x="2963" y="7032"/>
                  </a:lnTo>
                  <a:lnTo>
                    <a:pt x="2963" y="7052"/>
                  </a:lnTo>
                  <a:lnTo>
                    <a:pt x="2963" y="7071"/>
                  </a:lnTo>
                  <a:lnTo>
                    <a:pt x="2923" y="7111"/>
                  </a:lnTo>
                  <a:lnTo>
                    <a:pt x="2825" y="7229"/>
                  </a:lnTo>
                  <a:lnTo>
                    <a:pt x="2785" y="7289"/>
                  </a:lnTo>
                  <a:lnTo>
                    <a:pt x="2805" y="7308"/>
                  </a:lnTo>
                  <a:lnTo>
                    <a:pt x="2825" y="7328"/>
                  </a:lnTo>
                  <a:lnTo>
                    <a:pt x="2864" y="7308"/>
                  </a:lnTo>
                  <a:lnTo>
                    <a:pt x="2923" y="7269"/>
                  </a:lnTo>
                  <a:lnTo>
                    <a:pt x="2963" y="7210"/>
                  </a:lnTo>
                  <a:lnTo>
                    <a:pt x="2983" y="7229"/>
                  </a:lnTo>
                  <a:lnTo>
                    <a:pt x="3002" y="7249"/>
                  </a:lnTo>
                  <a:lnTo>
                    <a:pt x="3002" y="7308"/>
                  </a:lnTo>
                  <a:lnTo>
                    <a:pt x="3042" y="7289"/>
                  </a:lnTo>
                  <a:lnTo>
                    <a:pt x="3062" y="7249"/>
                  </a:lnTo>
                  <a:lnTo>
                    <a:pt x="3101" y="7229"/>
                  </a:lnTo>
                  <a:lnTo>
                    <a:pt x="3141" y="7229"/>
                  </a:lnTo>
                  <a:lnTo>
                    <a:pt x="3121" y="7269"/>
                  </a:lnTo>
                  <a:lnTo>
                    <a:pt x="3101" y="7308"/>
                  </a:lnTo>
                  <a:lnTo>
                    <a:pt x="3062" y="7328"/>
                  </a:lnTo>
                  <a:lnTo>
                    <a:pt x="3042" y="7328"/>
                  </a:lnTo>
                  <a:lnTo>
                    <a:pt x="3081" y="7348"/>
                  </a:lnTo>
                  <a:lnTo>
                    <a:pt x="3062" y="7368"/>
                  </a:lnTo>
                  <a:lnTo>
                    <a:pt x="3022" y="7427"/>
                  </a:lnTo>
                  <a:lnTo>
                    <a:pt x="2983" y="7466"/>
                  </a:lnTo>
                  <a:lnTo>
                    <a:pt x="2983" y="7486"/>
                  </a:lnTo>
                  <a:lnTo>
                    <a:pt x="3002" y="7506"/>
                  </a:lnTo>
                  <a:lnTo>
                    <a:pt x="3062" y="7506"/>
                  </a:lnTo>
                  <a:lnTo>
                    <a:pt x="3081" y="7486"/>
                  </a:lnTo>
                  <a:lnTo>
                    <a:pt x="3081" y="7466"/>
                  </a:lnTo>
                  <a:lnTo>
                    <a:pt x="3062" y="7466"/>
                  </a:lnTo>
                  <a:lnTo>
                    <a:pt x="3062" y="7447"/>
                  </a:lnTo>
                  <a:lnTo>
                    <a:pt x="3121" y="7407"/>
                  </a:lnTo>
                  <a:lnTo>
                    <a:pt x="3319" y="7407"/>
                  </a:lnTo>
                  <a:lnTo>
                    <a:pt x="3279" y="7427"/>
                  </a:lnTo>
                  <a:lnTo>
                    <a:pt x="3299" y="7447"/>
                  </a:lnTo>
                  <a:lnTo>
                    <a:pt x="3299" y="7466"/>
                  </a:lnTo>
                  <a:lnTo>
                    <a:pt x="3319" y="7486"/>
                  </a:lnTo>
                  <a:lnTo>
                    <a:pt x="3259" y="7526"/>
                  </a:lnTo>
                  <a:lnTo>
                    <a:pt x="3220" y="7506"/>
                  </a:lnTo>
                  <a:lnTo>
                    <a:pt x="3200" y="7466"/>
                  </a:lnTo>
                  <a:lnTo>
                    <a:pt x="3160" y="7466"/>
                  </a:lnTo>
                  <a:lnTo>
                    <a:pt x="3180" y="7545"/>
                  </a:lnTo>
                  <a:lnTo>
                    <a:pt x="3200" y="7526"/>
                  </a:lnTo>
                  <a:lnTo>
                    <a:pt x="3321" y="7543"/>
                  </a:lnTo>
                  <a:lnTo>
                    <a:pt x="3321" y="7543"/>
                  </a:lnTo>
                  <a:lnTo>
                    <a:pt x="3338" y="7526"/>
                  </a:lnTo>
                  <a:lnTo>
                    <a:pt x="3378" y="7486"/>
                  </a:lnTo>
                  <a:lnTo>
                    <a:pt x="3457" y="7466"/>
                  </a:lnTo>
                  <a:lnTo>
                    <a:pt x="3496" y="7466"/>
                  </a:lnTo>
                  <a:lnTo>
                    <a:pt x="3496" y="7526"/>
                  </a:lnTo>
                  <a:lnTo>
                    <a:pt x="3477" y="7565"/>
                  </a:lnTo>
                  <a:lnTo>
                    <a:pt x="3437" y="7624"/>
                  </a:lnTo>
                  <a:lnTo>
                    <a:pt x="3378" y="7664"/>
                  </a:lnTo>
                  <a:lnTo>
                    <a:pt x="3457" y="7644"/>
                  </a:lnTo>
                  <a:lnTo>
                    <a:pt x="3516" y="7664"/>
                  </a:lnTo>
                  <a:lnTo>
                    <a:pt x="3575" y="7723"/>
                  </a:lnTo>
                  <a:lnTo>
                    <a:pt x="3615" y="7684"/>
                  </a:lnTo>
                  <a:lnTo>
                    <a:pt x="3654" y="7664"/>
                  </a:lnTo>
                  <a:lnTo>
                    <a:pt x="3733" y="7664"/>
                  </a:lnTo>
                  <a:lnTo>
                    <a:pt x="3654" y="7802"/>
                  </a:lnTo>
                  <a:lnTo>
                    <a:pt x="3615" y="7782"/>
                  </a:lnTo>
                  <a:lnTo>
                    <a:pt x="3595" y="7782"/>
                  </a:lnTo>
                  <a:lnTo>
                    <a:pt x="3556" y="7822"/>
                  </a:lnTo>
                  <a:lnTo>
                    <a:pt x="3516" y="7861"/>
                  </a:lnTo>
                  <a:lnTo>
                    <a:pt x="3457" y="7901"/>
                  </a:lnTo>
                  <a:lnTo>
                    <a:pt x="3378" y="7901"/>
                  </a:lnTo>
                  <a:lnTo>
                    <a:pt x="3338" y="7881"/>
                  </a:lnTo>
                  <a:lnTo>
                    <a:pt x="3338" y="7802"/>
                  </a:lnTo>
                  <a:lnTo>
                    <a:pt x="3299" y="7861"/>
                  </a:lnTo>
                  <a:lnTo>
                    <a:pt x="3279" y="7881"/>
                  </a:lnTo>
                  <a:lnTo>
                    <a:pt x="3319" y="7901"/>
                  </a:lnTo>
                  <a:lnTo>
                    <a:pt x="3358" y="7921"/>
                  </a:lnTo>
                  <a:lnTo>
                    <a:pt x="3437" y="7940"/>
                  </a:lnTo>
                  <a:lnTo>
                    <a:pt x="3457" y="7960"/>
                  </a:lnTo>
                  <a:lnTo>
                    <a:pt x="3457" y="7980"/>
                  </a:lnTo>
                  <a:lnTo>
                    <a:pt x="3358" y="8019"/>
                  </a:lnTo>
                  <a:lnTo>
                    <a:pt x="3338" y="8019"/>
                  </a:lnTo>
                  <a:lnTo>
                    <a:pt x="3319" y="8000"/>
                  </a:lnTo>
                  <a:lnTo>
                    <a:pt x="3319" y="8019"/>
                  </a:lnTo>
                  <a:lnTo>
                    <a:pt x="3378" y="8039"/>
                  </a:lnTo>
                  <a:lnTo>
                    <a:pt x="3417" y="8059"/>
                  </a:lnTo>
                  <a:lnTo>
                    <a:pt x="3437" y="8079"/>
                  </a:lnTo>
                  <a:lnTo>
                    <a:pt x="3417" y="8098"/>
                  </a:lnTo>
                  <a:lnTo>
                    <a:pt x="3516" y="8039"/>
                  </a:lnTo>
                  <a:lnTo>
                    <a:pt x="3575" y="8000"/>
                  </a:lnTo>
                  <a:lnTo>
                    <a:pt x="3635" y="8019"/>
                  </a:lnTo>
                  <a:lnTo>
                    <a:pt x="3516" y="8158"/>
                  </a:lnTo>
                  <a:lnTo>
                    <a:pt x="3536" y="8178"/>
                  </a:lnTo>
                  <a:lnTo>
                    <a:pt x="3556" y="8178"/>
                  </a:lnTo>
                  <a:lnTo>
                    <a:pt x="3615" y="8158"/>
                  </a:lnTo>
                  <a:lnTo>
                    <a:pt x="3714" y="8138"/>
                  </a:lnTo>
                  <a:lnTo>
                    <a:pt x="3793" y="8138"/>
                  </a:lnTo>
                  <a:lnTo>
                    <a:pt x="3872" y="8039"/>
                  </a:lnTo>
                  <a:lnTo>
                    <a:pt x="3931" y="8039"/>
                  </a:lnTo>
                  <a:lnTo>
                    <a:pt x="3970" y="8059"/>
                  </a:lnTo>
                  <a:lnTo>
                    <a:pt x="3990" y="8079"/>
                  </a:lnTo>
                  <a:lnTo>
                    <a:pt x="4069" y="8079"/>
                  </a:lnTo>
                  <a:lnTo>
                    <a:pt x="4030" y="8039"/>
                  </a:lnTo>
                  <a:lnTo>
                    <a:pt x="3990" y="8039"/>
                  </a:lnTo>
                  <a:lnTo>
                    <a:pt x="3951" y="8019"/>
                  </a:lnTo>
                  <a:lnTo>
                    <a:pt x="3951" y="8000"/>
                  </a:lnTo>
                  <a:lnTo>
                    <a:pt x="4010" y="7960"/>
                  </a:lnTo>
                  <a:lnTo>
                    <a:pt x="4049" y="7980"/>
                  </a:lnTo>
                  <a:lnTo>
                    <a:pt x="4089" y="8000"/>
                  </a:lnTo>
                  <a:lnTo>
                    <a:pt x="4128" y="8000"/>
                  </a:lnTo>
                  <a:lnTo>
                    <a:pt x="4109" y="8079"/>
                  </a:lnTo>
                  <a:lnTo>
                    <a:pt x="4089" y="8118"/>
                  </a:lnTo>
                  <a:lnTo>
                    <a:pt x="4010" y="8217"/>
                  </a:lnTo>
                  <a:lnTo>
                    <a:pt x="3872" y="8276"/>
                  </a:lnTo>
                  <a:lnTo>
                    <a:pt x="3753" y="8296"/>
                  </a:lnTo>
                  <a:lnTo>
                    <a:pt x="3615" y="8316"/>
                  </a:lnTo>
                  <a:lnTo>
                    <a:pt x="3516" y="8336"/>
                  </a:lnTo>
                  <a:lnTo>
                    <a:pt x="3437" y="8395"/>
                  </a:lnTo>
                  <a:lnTo>
                    <a:pt x="3496" y="8434"/>
                  </a:lnTo>
                  <a:lnTo>
                    <a:pt x="3556" y="8494"/>
                  </a:lnTo>
                  <a:lnTo>
                    <a:pt x="3595" y="8573"/>
                  </a:lnTo>
                  <a:lnTo>
                    <a:pt x="3595" y="8612"/>
                  </a:lnTo>
                  <a:lnTo>
                    <a:pt x="3575" y="8652"/>
                  </a:lnTo>
                  <a:lnTo>
                    <a:pt x="3674" y="8652"/>
                  </a:lnTo>
                  <a:lnTo>
                    <a:pt x="3773" y="8632"/>
                  </a:lnTo>
                  <a:lnTo>
                    <a:pt x="3872" y="8592"/>
                  </a:lnTo>
                  <a:lnTo>
                    <a:pt x="3970" y="8533"/>
                  </a:lnTo>
                  <a:lnTo>
                    <a:pt x="3990" y="8553"/>
                  </a:lnTo>
                  <a:lnTo>
                    <a:pt x="3990" y="8573"/>
                  </a:lnTo>
                  <a:lnTo>
                    <a:pt x="3970" y="8612"/>
                  </a:lnTo>
                  <a:lnTo>
                    <a:pt x="3891" y="8612"/>
                  </a:lnTo>
                  <a:lnTo>
                    <a:pt x="4030" y="8691"/>
                  </a:lnTo>
                  <a:lnTo>
                    <a:pt x="4089" y="8731"/>
                  </a:lnTo>
                  <a:lnTo>
                    <a:pt x="4148" y="8790"/>
                  </a:lnTo>
                  <a:lnTo>
                    <a:pt x="4188" y="8810"/>
                  </a:lnTo>
                  <a:lnTo>
                    <a:pt x="4267" y="8790"/>
                  </a:lnTo>
                  <a:lnTo>
                    <a:pt x="4425" y="8691"/>
                  </a:lnTo>
                  <a:lnTo>
                    <a:pt x="4464" y="8750"/>
                  </a:lnTo>
                  <a:lnTo>
                    <a:pt x="4484" y="8711"/>
                  </a:lnTo>
                  <a:lnTo>
                    <a:pt x="4602" y="8711"/>
                  </a:lnTo>
                  <a:lnTo>
                    <a:pt x="4622" y="8750"/>
                  </a:lnTo>
                  <a:lnTo>
                    <a:pt x="4622" y="8790"/>
                  </a:lnTo>
                  <a:lnTo>
                    <a:pt x="4563" y="8810"/>
                  </a:lnTo>
                  <a:lnTo>
                    <a:pt x="4504" y="8810"/>
                  </a:lnTo>
                  <a:lnTo>
                    <a:pt x="4504" y="8869"/>
                  </a:lnTo>
                  <a:lnTo>
                    <a:pt x="4504" y="8889"/>
                  </a:lnTo>
                  <a:lnTo>
                    <a:pt x="4543" y="8928"/>
                  </a:lnTo>
                  <a:lnTo>
                    <a:pt x="4583" y="8928"/>
                  </a:lnTo>
                  <a:lnTo>
                    <a:pt x="4464" y="8968"/>
                  </a:lnTo>
                  <a:lnTo>
                    <a:pt x="4425" y="8968"/>
                  </a:lnTo>
                  <a:lnTo>
                    <a:pt x="4405" y="8948"/>
                  </a:lnTo>
                  <a:lnTo>
                    <a:pt x="4405" y="8928"/>
                  </a:lnTo>
                  <a:lnTo>
                    <a:pt x="4444" y="8908"/>
                  </a:lnTo>
                  <a:lnTo>
                    <a:pt x="4346" y="8869"/>
                  </a:lnTo>
                  <a:lnTo>
                    <a:pt x="4346" y="8869"/>
                  </a:lnTo>
                  <a:lnTo>
                    <a:pt x="4365" y="8889"/>
                  </a:lnTo>
                  <a:lnTo>
                    <a:pt x="4385" y="8908"/>
                  </a:lnTo>
                  <a:lnTo>
                    <a:pt x="4385" y="8948"/>
                  </a:lnTo>
                  <a:lnTo>
                    <a:pt x="4365" y="8968"/>
                  </a:lnTo>
                  <a:lnTo>
                    <a:pt x="4286" y="9047"/>
                  </a:lnTo>
                  <a:lnTo>
                    <a:pt x="4188" y="9106"/>
                  </a:lnTo>
                  <a:lnTo>
                    <a:pt x="4247" y="9106"/>
                  </a:lnTo>
                  <a:lnTo>
                    <a:pt x="4286" y="9066"/>
                  </a:lnTo>
                  <a:lnTo>
                    <a:pt x="4346" y="9027"/>
                  </a:lnTo>
                  <a:lnTo>
                    <a:pt x="4405" y="9027"/>
                  </a:lnTo>
                  <a:lnTo>
                    <a:pt x="4346" y="9126"/>
                  </a:lnTo>
                  <a:lnTo>
                    <a:pt x="4326" y="9205"/>
                  </a:lnTo>
                  <a:lnTo>
                    <a:pt x="6321" y="8019"/>
                  </a:lnTo>
                  <a:lnTo>
                    <a:pt x="6321" y="7940"/>
                  </a:lnTo>
                  <a:lnTo>
                    <a:pt x="6341" y="7881"/>
                  </a:lnTo>
                  <a:lnTo>
                    <a:pt x="6341" y="7861"/>
                  </a:lnTo>
                  <a:lnTo>
                    <a:pt x="6321" y="7842"/>
                  </a:lnTo>
                  <a:lnTo>
                    <a:pt x="6202" y="7842"/>
                  </a:lnTo>
                  <a:lnTo>
                    <a:pt x="6183" y="7881"/>
                  </a:lnTo>
                  <a:lnTo>
                    <a:pt x="6163" y="7901"/>
                  </a:lnTo>
                  <a:lnTo>
                    <a:pt x="6104" y="7940"/>
                  </a:lnTo>
                  <a:lnTo>
                    <a:pt x="6064" y="7960"/>
                  </a:lnTo>
                  <a:lnTo>
                    <a:pt x="6084" y="7921"/>
                  </a:lnTo>
                  <a:lnTo>
                    <a:pt x="6084" y="7881"/>
                  </a:lnTo>
                  <a:lnTo>
                    <a:pt x="6104" y="7861"/>
                  </a:lnTo>
                  <a:lnTo>
                    <a:pt x="6143" y="7822"/>
                  </a:lnTo>
                  <a:lnTo>
                    <a:pt x="6183" y="7842"/>
                  </a:lnTo>
                  <a:lnTo>
                    <a:pt x="6183" y="7743"/>
                  </a:lnTo>
                  <a:lnTo>
                    <a:pt x="6163" y="7723"/>
                  </a:lnTo>
                  <a:lnTo>
                    <a:pt x="6143" y="7723"/>
                  </a:lnTo>
                  <a:lnTo>
                    <a:pt x="6005" y="7763"/>
                  </a:lnTo>
                  <a:lnTo>
                    <a:pt x="5946" y="7782"/>
                  </a:lnTo>
                  <a:lnTo>
                    <a:pt x="5886" y="7782"/>
                  </a:lnTo>
                  <a:lnTo>
                    <a:pt x="5906" y="7743"/>
                  </a:lnTo>
                  <a:lnTo>
                    <a:pt x="5926" y="7723"/>
                  </a:lnTo>
                  <a:lnTo>
                    <a:pt x="6025" y="7684"/>
                  </a:lnTo>
                  <a:lnTo>
                    <a:pt x="6123" y="7664"/>
                  </a:lnTo>
                  <a:lnTo>
                    <a:pt x="6163" y="7644"/>
                  </a:lnTo>
                  <a:lnTo>
                    <a:pt x="6202" y="7605"/>
                  </a:lnTo>
                  <a:lnTo>
                    <a:pt x="6044" y="7565"/>
                  </a:lnTo>
                  <a:lnTo>
                    <a:pt x="6123" y="7506"/>
                  </a:lnTo>
                  <a:lnTo>
                    <a:pt x="6123" y="7427"/>
                  </a:lnTo>
                  <a:lnTo>
                    <a:pt x="6084" y="7387"/>
                  </a:lnTo>
                  <a:lnTo>
                    <a:pt x="6025" y="7368"/>
                  </a:lnTo>
                  <a:lnTo>
                    <a:pt x="5965" y="7328"/>
                  </a:lnTo>
                  <a:lnTo>
                    <a:pt x="5827" y="7289"/>
                  </a:lnTo>
                  <a:lnTo>
                    <a:pt x="5768" y="7249"/>
                  </a:lnTo>
                  <a:lnTo>
                    <a:pt x="5728" y="7190"/>
                  </a:lnTo>
                  <a:lnTo>
                    <a:pt x="5827" y="7170"/>
                  </a:lnTo>
                  <a:lnTo>
                    <a:pt x="5926" y="7170"/>
                  </a:lnTo>
                  <a:lnTo>
                    <a:pt x="5985" y="7210"/>
                  </a:lnTo>
                  <a:lnTo>
                    <a:pt x="6025" y="7229"/>
                  </a:lnTo>
                  <a:lnTo>
                    <a:pt x="6044" y="7190"/>
                  </a:lnTo>
                  <a:lnTo>
                    <a:pt x="6064" y="7170"/>
                  </a:lnTo>
                  <a:lnTo>
                    <a:pt x="6025" y="7131"/>
                  </a:lnTo>
                  <a:lnTo>
                    <a:pt x="5985" y="7091"/>
                  </a:lnTo>
                  <a:lnTo>
                    <a:pt x="5965" y="7071"/>
                  </a:lnTo>
                  <a:lnTo>
                    <a:pt x="5985" y="7032"/>
                  </a:lnTo>
                  <a:lnTo>
                    <a:pt x="5985" y="7012"/>
                  </a:lnTo>
                  <a:lnTo>
                    <a:pt x="5965" y="6992"/>
                  </a:lnTo>
                  <a:lnTo>
                    <a:pt x="5886" y="6992"/>
                  </a:lnTo>
                  <a:lnTo>
                    <a:pt x="5807" y="7012"/>
                  </a:lnTo>
                  <a:lnTo>
                    <a:pt x="5748" y="7032"/>
                  </a:lnTo>
                  <a:lnTo>
                    <a:pt x="5709" y="7012"/>
                  </a:lnTo>
                  <a:lnTo>
                    <a:pt x="5709" y="6992"/>
                  </a:lnTo>
                  <a:lnTo>
                    <a:pt x="5748" y="6973"/>
                  </a:lnTo>
                  <a:lnTo>
                    <a:pt x="5827" y="6913"/>
                  </a:lnTo>
                  <a:lnTo>
                    <a:pt x="5768" y="6933"/>
                  </a:lnTo>
                  <a:lnTo>
                    <a:pt x="5728" y="6933"/>
                  </a:lnTo>
                  <a:lnTo>
                    <a:pt x="5689" y="6913"/>
                  </a:lnTo>
                  <a:lnTo>
                    <a:pt x="5669" y="6913"/>
                  </a:lnTo>
                  <a:lnTo>
                    <a:pt x="5629" y="6854"/>
                  </a:lnTo>
                  <a:lnTo>
                    <a:pt x="5610" y="6815"/>
                  </a:lnTo>
                  <a:lnTo>
                    <a:pt x="5689" y="6775"/>
                  </a:lnTo>
                  <a:lnTo>
                    <a:pt x="5531" y="6736"/>
                  </a:lnTo>
                  <a:lnTo>
                    <a:pt x="5511" y="6755"/>
                  </a:lnTo>
                  <a:lnTo>
                    <a:pt x="5471" y="6775"/>
                  </a:lnTo>
                  <a:lnTo>
                    <a:pt x="5373" y="6815"/>
                  </a:lnTo>
                  <a:lnTo>
                    <a:pt x="5373" y="6795"/>
                  </a:lnTo>
                  <a:lnTo>
                    <a:pt x="5333" y="6854"/>
                  </a:lnTo>
                  <a:lnTo>
                    <a:pt x="5333" y="6894"/>
                  </a:lnTo>
                  <a:lnTo>
                    <a:pt x="5353" y="6933"/>
                  </a:lnTo>
                  <a:lnTo>
                    <a:pt x="5412" y="6953"/>
                  </a:lnTo>
                  <a:lnTo>
                    <a:pt x="5452" y="6973"/>
                  </a:lnTo>
                  <a:lnTo>
                    <a:pt x="5471" y="7012"/>
                  </a:lnTo>
                  <a:lnTo>
                    <a:pt x="5471" y="7052"/>
                  </a:lnTo>
                  <a:lnTo>
                    <a:pt x="5392" y="7131"/>
                  </a:lnTo>
                  <a:lnTo>
                    <a:pt x="5373" y="7131"/>
                  </a:lnTo>
                  <a:lnTo>
                    <a:pt x="5333" y="7150"/>
                  </a:lnTo>
                  <a:lnTo>
                    <a:pt x="5294" y="7170"/>
                  </a:lnTo>
                  <a:lnTo>
                    <a:pt x="5274" y="7170"/>
                  </a:lnTo>
                  <a:lnTo>
                    <a:pt x="5274" y="7131"/>
                  </a:lnTo>
                  <a:lnTo>
                    <a:pt x="5313" y="7111"/>
                  </a:lnTo>
                  <a:lnTo>
                    <a:pt x="5313" y="7111"/>
                  </a:lnTo>
                  <a:lnTo>
                    <a:pt x="5195" y="7131"/>
                  </a:lnTo>
                  <a:lnTo>
                    <a:pt x="5175" y="7150"/>
                  </a:lnTo>
                  <a:lnTo>
                    <a:pt x="5175" y="7170"/>
                  </a:lnTo>
                  <a:lnTo>
                    <a:pt x="5096" y="7210"/>
                  </a:lnTo>
                  <a:lnTo>
                    <a:pt x="5017" y="7210"/>
                  </a:lnTo>
                  <a:lnTo>
                    <a:pt x="4978" y="7190"/>
                  </a:lnTo>
                  <a:lnTo>
                    <a:pt x="4938" y="7150"/>
                  </a:lnTo>
                  <a:lnTo>
                    <a:pt x="4879" y="7111"/>
                  </a:lnTo>
                  <a:lnTo>
                    <a:pt x="4918" y="7091"/>
                  </a:lnTo>
                  <a:lnTo>
                    <a:pt x="4958" y="7071"/>
                  </a:lnTo>
                  <a:lnTo>
                    <a:pt x="5037" y="7052"/>
                  </a:lnTo>
                  <a:lnTo>
                    <a:pt x="5136" y="7052"/>
                  </a:lnTo>
                  <a:lnTo>
                    <a:pt x="5096" y="7032"/>
                  </a:lnTo>
                  <a:lnTo>
                    <a:pt x="5116" y="7012"/>
                  </a:lnTo>
                  <a:lnTo>
                    <a:pt x="5274" y="6933"/>
                  </a:lnTo>
                  <a:lnTo>
                    <a:pt x="5195" y="6933"/>
                  </a:lnTo>
                  <a:lnTo>
                    <a:pt x="5116" y="6953"/>
                  </a:lnTo>
                  <a:lnTo>
                    <a:pt x="5057" y="6992"/>
                  </a:lnTo>
                  <a:lnTo>
                    <a:pt x="4958" y="7032"/>
                  </a:lnTo>
                  <a:lnTo>
                    <a:pt x="4899" y="7052"/>
                  </a:lnTo>
                  <a:lnTo>
                    <a:pt x="4879" y="7052"/>
                  </a:lnTo>
                  <a:lnTo>
                    <a:pt x="4859" y="7032"/>
                  </a:lnTo>
                  <a:lnTo>
                    <a:pt x="4859" y="7012"/>
                  </a:lnTo>
                  <a:lnTo>
                    <a:pt x="4899" y="6953"/>
                  </a:lnTo>
                  <a:lnTo>
                    <a:pt x="4899" y="6913"/>
                  </a:lnTo>
                  <a:lnTo>
                    <a:pt x="4958" y="6933"/>
                  </a:lnTo>
                  <a:lnTo>
                    <a:pt x="4958" y="6894"/>
                  </a:lnTo>
                  <a:lnTo>
                    <a:pt x="4938" y="6874"/>
                  </a:lnTo>
                  <a:lnTo>
                    <a:pt x="4899" y="6874"/>
                  </a:lnTo>
                  <a:lnTo>
                    <a:pt x="4839" y="6854"/>
                  </a:lnTo>
                  <a:lnTo>
                    <a:pt x="4820" y="6834"/>
                  </a:lnTo>
                  <a:lnTo>
                    <a:pt x="4800" y="6815"/>
                  </a:lnTo>
                  <a:lnTo>
                    <a:pt x="4899" y="6736"/>
                  </a:lnTo>
                  <a:lnTo>
                    <a:pt x="4879" y="6775"/>
                  </a:lnTo>
                  <a:lnTo>
                    <a:pt x="4899" y="6795"/>
                  </a:lnTo>
                  <a:lnTo>
                    <a:pt x="5116" y="6795"/>
                  </a:lnTo>
                  <a:lnTo>
                    <a:pt x="5155" y="6755"/>
                  </a:lnTo>
                  <a:lnTo>
                    <a:pt x="5215" y="6716"/>
                  </a:lnTo>
                  <a:lnTo>
                    <a:pt x="5254" y="6696"/>
                  </a:lnTo>
                  <a:lnTo>
                    <a:pt x="5333" y="6676"/>
                  </a:lnTo>
                  <a:lnTo>
                    <a:pt x="5452" y="6676"/>
                  </a:lnTo>
                  <a:lnTo>
                    <a:pt x="5570" y="6657"/>
                  </a:lnTo>
                  <a:lnTo>
                    <a:pt x="5550" y="6637"/>
                  </a:lnTo>
                  <a:lnTo>
                    <a:pt x="5531" y="6597"/>
                  </a:lnTo>
                  <a:lnTo>
                    <a:pt x="5550" y="6558"/>
                  </a:lnTo>
                  <a:lnTo>
                    <a:pt x="5590" y="6499"/>
                  </a:lnTo>
                  <a:lnTo>
                    <a:pt x="5531" y="6499"/>
                  </a:lnTo>
                  <a:lnTo>
                    <a:pt x="5491" y="6479"/>
                  </a:lnTo>
                  <a:lnTo>
                    <a:pt x="5471" y="6459"/>
                  </a:lnTo>
                  <a:lnTo>
                    <a:pt x="5471" y="6420"/>
                  </a:lnTo>
                  <a:lnTo>
                    <a:pt x="5471" y="6400"/>
                  </a:lnTo>
                  <a:lnTo>
                    <a:pt x="5452" y="6360"/>
                  </a:lnTo>
                  <a:lnTo>
                    <a:pt x="5313" y="6360"/>
                  </a:lnTo>
                  <a:lnTo>
                    <a:pt x="5353" y="6341"/>
                  </a:lnTo>
                  <a:lnTo>
                    <a:pt x="5392" y="6321"/>
                  </a:lnTo>
                  <a:lnTo>
                    <a:pt x="5412" y="6321"/>
                  </a:lnTo>
                  <a:lnTo>
                    <a:pt x="5432" y="6301"/>
                  </a:lnTo>
                  <a:lnTo>
                    <a:pt x="5412" y="6242"/>
                  </a:lnTo>
                  <a:lnTo>
                    <a:pt x="5373" y="6183"/>
                  </a:lnTo>
                  <a:lnTo>
                    <a:pt x="5294" y="6143"/>
                  </a:lnTo>
                  <a:lnTo>
                    <a:pt x="5215" y="6104"/>
                  </a:lnTo>
                  <a:lnTo>
                    <a:pt x="5215" y="6084"/>
                  </a:lnTo>
                  <a:lnTo>
                    <a:pt x="5254" y="6044"/>
                  </a:lnTo>
                  <a:lnTo>
                    <a:pt x="5333" y="6005"/>
                  </a:lnTo>
                  <a:lnTo>
                    <a:pt x="5313" y="5926"/>
                  </a:lnTo>
                  <a:lnTo>
                    <a:pt x="5274" y="5867"/>
                  </a:lnTo>
                  <a:lnTo>
                    <a:pt x="5195" y="5827"/>
                  </a:lnTo>
                  <a:lnTo>
                    <a:pt x="5116" y="5787"/>
                  </a:lnTo>
                  <a:lnTo>
                    <a:pt x="5057" y="5768"/>
                  </a:lnTo>
                  <a:lnTo>
                    <a:pt x="4978" y="5728"/>
                  </a:lnTo>
                  <a:lnTo>
                    <a:pt x="4938" y="5669"/>
                  </a:lnTo>
                  <a:lnTo>
                    <a:pt x="4899" y="5590"/>
                  </a:lnTo>
                  <a:lnTo>
                    <a:pt x="4997" y="5570"/>
                  </a:lnTo>
                  <a:lnTo>
                    <a:pt x="4997" y="5531"/>
                  </a:lnTo>
                  <a:lnTo>
                    <a:pt x="4997" y="5511"/>
                  </a:lnTo>
                  <a:lnTo>
                    <a:pt x="4958" y="5491"/>
                  </a:lnTo>
                  <a:lnTo>
                    <a:pt x="4879" y="5511"/>
                  </a:lnTo>
                  <a:lnTo>
                    <a:pt x="4938" y="5452"/>
                  </a:lnTo>
                  <a:lnTo>
                    <a:pt x="4958" y="5412"/>
                  </a:lnTo>
                  <a:lnTo>
                    <a:pt x="4918" y="5373"/>
                  </a:lnTo>
                  <a:lnTo>
                    <a:pt x="4879" y="5353"/>
                  </a:lnTo>
                  <a:lnTo>
                    <a:pt x="4839" y="5333"/>
                  </a:lnTo>
                  <a:lnTo>
                    <a:pt x="4800" y="5294"/>
                  </a:lnTo>
                  <a:lnTo>
                    <a:pt x="4820" y="5234"/>
                  </a:lnTo>
                  <a:lnTo>
                    <a:pt x="4879" y="5175"/>
                  </a:lnTo>
                  <a:lnTo>
                    <a:pt x="4859" y="5136"/>
                  </a:lnTo>
                  <a:lnTo>
                    <a:pt x="4839" y="5116"/>
                  </a:lnTo>
                  <a:lnTo>
                    <a:pt x="4602" y="5116"/>
                  </a:lnTo>
                  <a:lnTo>
                    <a:pt x="4583" y="5096"/>
                  </a:lnTo>
                  <a:lnTo>
                    <a:pt x="4681" y="5057"/>
                  </a:lnTo>
                  <a:lnTo>
                    <a:pt x="4741" y="5037"/>
                  </a:lnTo>
                  <a:lnTo>
                    <a:pt x="4760" y="4997"/>
                  </a:lnTo>
                  <a:lnTo>
                    <a:pt x="4622" y="4839"/>
                  </a:lnTo>
                  <a:lnTo>
                    <a:pt x="4484" y="4681"/>
                  </a:lnTo>
                  <a:lnTo>
                    <a:pt x="4247" y="4326"/>
                  </a:lnTo>
                  <a:lnTo>
                    <a:pt x="4306" y="4326"/>
                  </a:lnTo>
                  <a:lnTo>
                    <a:pt x="4267" y="4267"/>
                  </a:lnTo>
                  <a:lnTo>
                    <a:pt x="4207" y="4207"/>
                  </a:lnTo>
                  <a:lnTo>
                    <a:pt x="4069" y="4109"/>
                  </a:lnTo>
                  <a:lnTo>
                    <a:pt x="3951" y="4030"/>
                  </a:lnTo>
                  <a:lnTo>
                    <a:pt x="3911" y="3970"/>
                  </a:lnTo>
                  <a:lnTo>
                    <a:pt x="3911" y="3911"/>
                  </a:lnTo>
                  <a:lnTo>
                    <a:pt x="3812" y="3872"/>
                  </a:lnTo>
                  <a:lnTo>
                    <a:pt x="3733" y="3872"/>
                  </a:lnTo>
                  <a:lnTo>
                    <a:pt x="3674" y="3911"/>
                  </a:lnTo>
                  <a:lnTo>
                    <a:pt x="3654" y="3951"/>
                  </a:lnTo>
                  <a:lnTo>
                    <a:pt x="3595" y="3990"/>
                  </a:lnTo>
                  <a:lnTo>
                    <a:pt x="3457" y="4069"/>
                  </a:lnTo>
                  <a:lnTo>
                    <a:pt x="3417" y="4030"/>
                  </a:lnTo>
                  <a:lnTo>
                    <a:pt x="3417" y="4010"/>
                  </a:lnTo>
                  <a:lnTo>
                    <a:pt x="3437" y="3990"/>
                  </a:lnTo>
                  <a:lnTo>
                    <a:pt x="3477" y="3951"/>
                  </a:lnTo>
                  <a:lnTo>
                    <a:pt x="3536" y="3891"/>
                  </a:lnTo>
                  <a:lnTo>
                    <a:pt x="3556" y="3872"/>
                  </a:lnTo>
                  <a:lnTo>
                    <a:pt x="3536" y="3832"/>
                  </a:lnTo>
                  <a:lnTo>
                    <a:pt x="3654" y="3773"/>
                  </a:lnTo>
                  <a:lnTo>
                    <a:pt x="3773" y="3773"/>
                  </a:lnTo>
                  <a:lnTo>
                    <a:pt x="3872" y="3733"/>
                  </a:lnTo>
                  <a:lnTo>
                    <a:pt x="3694" y="3674"/>
                  </a:lnTo>
                  <a:lnTo>
                    <a:pt x="3694" y="3635"/>
                  </a:lnTo>
                  <a:lnTo>
                    <a:pt x="3694" y="3615"/>
                  </a:lnTo>
                  <a:lnTo>
                    <a:pt x="3654" y="3575"/>
                  </a:lnTo>
                  <a:lnTo>
                    <a:pt x="3615" y="3516"/>
                  </a:lnTo>
                  <a:lnTo>
                    <a:pt x="3615" y="3496"/>
                  </a:lnTo>
                  <a:lnTo>
                    <a:pt x="3635" y="3457"/>
                  </a:lnTo>
                  <a:lnTo>
                    <a:pt x="3654" y="3457"/>
                  </a:lnTo>
                  <a:lnTo>
                    <a:pt x="3694" y="3437"/>
                  </a:lnTo>
                  <a:lnTo>
                    <a:pt x="3753" y="3437"/>
                  </a:lnTo>
                  <a:lnTo>
                    <a:pt x="3733" y="3477"/>
                  </a:lnTo>
                  <a:lnTo>
                    <a:pt x="3694" y="3477"/>
                  </a:lnTo>
                  <a:lnTo>
                    <a:pt x="3714" y="3516"/>
                  </a:lnTo>
                  <a:lnTo>
                    <a:pt x="3733" y="3536"/>
                  </a:lnTo>
                  <a:lnTo>
                    <a:pt x="3872" y="3536"/>
                  </a:lnTo>
                  <a:lnTo>
                    <a:pt x="3911" y="3556"/>
                  </a:lnTo>
                  <a:lnTo>
                    <a:pt x="3911" y="3556"/>
                  </a:lnTo>
                  <a:lnTo>
                    <a:pt x="3852" y="3516"/>
                  </a:lnTo>
                  <a:lnTo>
                    <a:pt x="3773" y="3457"/>
                  </a:lnTo>
                  <a:lnTo>
                    <a:pt x="3733" y="3378"/>
                  </a:lnTo>
                  <a:lnTo>
                    <a:pt x="3714" y="3318"/>
                  </a:lnTo>
                  <a:lnTo>
                    <a:pt x="3654" y="3358"/>
                  </a:lnTo>
                  <a:lnTo>
                    <a:pt x="3615" y="3338"/>
                  </a:lnTo>
                  <a:lnTo>
                    <a:pt x="3595" y="3318"/>
                  </a:lnTo>
                  <a:lnTo>
                    <a:pt x="3536" y="3318"/>
                  </a:lnTo>
                  <a:lnTo>
                    <a:pt x="3536" y="3299"/>
                  </a:lnTo>
                  <a:lnTo>
                    <a:pt x="3496" y="3318"/>
                  </a:lnTo>
                  <a:lnTo>
                    <a:pt x="3457" y="3318"/>
                  </a:lnTo>
                  <a:lnTo>
                    <a:pt x="3398" y="3299"/>
                  </a:lnTo>
                  <a:lnTo>
                    <a:pt x="3556" y="3200"/>
                  </a:lnTo>
                  <a:lnTo>
                    <a:pt x="3536" y="3200"/>
                  </a:lnTo>
                  <a:lnTo>
                    <a:pt x="3496" y="3220"/>
                  </a:lnTo>
                  <a:lnTo>
                    <a:pt x="3477" y="3239"/>
                  </a:lnTo>
                  <a:lnTo>
                    <a:pt x="3437" y="3220"/>
                  </a:lnTo>
                  <a:lnTo>
                    <a:pt x="3398" y="3180"/>
                  </a:lnTo>
                  <a:lnTo>
                    <a:pt x="3358" y="3121"/>
                  </a:lnTo>
                  <a:lnTo>
                    <a:pt x="3358" y="3081"/>
                  </a:lnTo>
                  <a:lnTo>
                    <a:pt x="3358" y="3042"/>
                  </a:lnTo>
                  <a:lnTo>
                    <a:pt x="3398" y="2983"/>
                  </a:lnTo>
                  <a:lnTo>
                    <a:pt x="3457" y="2943"/>
                  </a:lnTo>
                  <a:lnTo>
                    <a:pt x="3417" y="2923"/>
                  </a:lnTo>
                  <a:lnTo>
                    <a:pt x="3358" y="2923"/>
                  </a:lnTo>
                  <a:lnTo>
                    <a:pt x="3319" y="2904"/>
                  </a:lnTo>
                  <a:lnTo>
                    <a:pt x="3299" y="2864"/>
                  </a:lnTo>
                  <a:lnTo>
                    <a:pt x="3398" y="2844"/>
                  </a:lnTo>
                  <a:lnTo>
                    <a:pt x="3358" y="2746"/>
                  </a:lnTo>
                  <a:lnTo>
                    <a:pt x="3299" y="2647"/>
                  </a:lnTo>
                  <a:lnTo>
                    <a:pt x="3279" y="2548"/>
                  </a:lnTo>
                  <a:lnTo>
                    <a:pt x="3259" y="2489"/>
                  </a:lnTo>
                  <a:lnTo>
                    <a:pt x="3279" y="2430"/>
                  </a:lnTo>
                  <a:lnTo>
                    <a:pt x="3141" y="2331"/>
                  </a:lnTo>
                  <a:lnTo>
                    <a:pt x="3062" y="2291"/>
                  </a:lnTo>
                  <a:lnTo>
                    <a:pt x="2963" y="2291"/>
                  </a:lnTo>
                  <a:lnTo>
                    <a:pt x="2983" y="2311"/>
                  </a:lnTo>
                  <a:lnTo>
                    <a:pt x="2983" y="2351"/>
                  </a:lnTo>
                  <a:lnTo>
                    <a:pt x="2943" y="2390"/>
                  </a:lnTo>
                  <a:lnTo>
                    <a:pt x="2864" y="2410"/>
                  </a:lnTo>
                  <a:lnTo>
                    <a:pt x="2825" y="2410"/>
                  </a:lnTo>
                  <a:lnTo>
                    <a:pt x="2785" y="2390"/>
                  </a:lnTo>
                  <a:lnTo>
                    <a:pt x="2765" y="2370"/>
                  </a:lnTo>
                  <a:lnTo>
                    <a:pt x="2746" y="2351"/>
                  </a:lnTo>
                  <a:lnTo>
                    <a:pt x="2785" y="2311"/>
                  </a:lnTo>
                  <a:lnTo>
                    <a:pt x="2805" y="2272"/>
                  </a:lnTo>
                  <a:lnTo>
                    <a:pt x="2825" y="2232"/>
                  </a:lnTo>
                  <a:lnTo>
                    <a:pt x="2884" y="2252"/>
                  </a:lnTo>
                  <a:lnTo>
                    <a:pt x="2923" y="2212"/>
                  </a:lnTo>
                  <a:lnTo>
                    <a:pt x="2943" y="2173"/>
                  </a:lnTo>
                  <a:lnTo>
                    <a:pt x="2923" y="2133"/>
                  </a:lnTo>
                  <a:lnTo>
                    <a:pt x="2904" y="2114"/>
                  </a:lnTo>
                  <a:lnTo>
                    <a:pt x="2884" y="2094"/>
                  </a:lnTo>
                  <a:lnTo>
                    <a:pt x="2884" y="2054"/>
                  </a:lnTo>
                  <a:lnTo>
                    <a:pt x="2904" y="2035"/>
                  </a:lnTo>
                  <a:lnTo>
                    <a:pt x="2943" y="1995"/>
                  </a:lnTo>
                  <a:lnTo>
                    <a:pt x="2904" y="1995"/>
                  </a:lnTo>
                  <a:lnTo>
                    <a:pt x="2864" y="1956"/>
                  </a:lnTo>
                  <a:lnTo>
                    <a:pt x="2805" y="1916"/>
                  </a:lnTo>
                  <a:lnTo>
                    <a:pt x="2765" y="1896"/>
                  </a:lnTo>
                  <a:lnTo>
                    <a:pt x="2726" y="1896"/>
                  </a:lnTo>
                  <a:lnTo>
                    <a:pt x="2785" y="1877"/>
                  </a:lnTo>
                  <a:lnTo>
                    <a:pt x="2805" y="1896"/>
                  </a:lnTo>
                  <a:lnTo>
                    <a:pt x="2884" y="1896"/>
                  </a:lnTo>
                  <a:lnTo>
                    <a:pt x="2825" y="1857"/>
                  </a:lnTo>
                  <a:lnTo>
                    <a:pt x="2884" y="1837"/>
                  </a:lnTo>
                  <a:lnTo>
                    <a:pt x="2864" y="1798"/>
                  </a:lnTo>
                  <a:lnTo>
                    <a:pt x="2844" y="1778"/>
                  </a:lnTo>
                  <a:lnTo>
                    <a:pt x="2588" y="1778"/>
                  </a:lnTo>
                  <a:lnTo>
                    <a:pt x="2548" y="1738"/>
                  </a:lnTo>
                  <a:lnTo>
                    <a:pt x="2726" y="1719"/>
                  </a:lnTo>
                  <a:lnTo>
                    <a:pt x="2667" y="1679"/>
                  </a:lnTo>
                  <a:lnTo>
                    <a:pt x="2509" y="1679"/>
                  </a:lnTo>
                  <a:lnTo>
                    <a:pt x="2449" y="1659"/>
                  </a:lnTo>
                  <a:lnTo>
                    <a:pt x="2489" y="1620"/>
                  </a:lnTo>
                  <a:lnTo>
                    <a:pt x="2410" y="1600"/>
                  </a:lnTo>
                  <a:lnTo>
                    <a:pt x="2469" y="1580"/>
                  </a:lnTo>
                  <a:lnTo>
                    <a:pt x="2469" y="1580"/>
                  </a:lnTo>
                  <a:lnTo>
                    <a:pt x="2370" y="1600"/>
                  </a:lnTo>
                  <a:lnTo>
                    <a:pt x="2311" y="1561"/>
                  </a:lnTo>
                  <a:lnTo>
                    <a:pt x="2252" y="1541"/>
                  </a:lnTo>
                  <a:lnTo>
                    <a:pt x="2173" y="1541"/>
                  </a:lnTo>
                  <a:lnTo>
                    <a:pt x="2193" y="1501"/>
                  </a:lnTo>
                  <a:lnTo>
                    <a:pt x="2232" y="1442"/>
                  </a:lnTo>
                  <a:lnTo>
                    <a:pt x="2252" y="1403"/>
                  </a:lnTo>
                  <a:lnTo>
                    <a:pt x="2193" y="1403"/>
                  </a:lnTo>
                  <a:lnTo>
                    <a:pt x="2390" y="1324"/>
                  </a:lnTo>
                  <a:lnTo>
                    <a:pt x="2410" y="1343"/>
                  </a:lnTo>
                  <a:lnTo>
                    <a:pt x="2410" y="1363"/>
                  </a:lnTo>
                  <a:lnTo>
                    <a:pt x="2370" y="1403"/>
                  </a:lnTo>
                  <a:lnTo>
                    <a:pt x="2351" y="1442"/>
                  </a:lnTo>
                  <a:lnTo>
                    <a:pt x="2370" y="1462"/>
                  </a:lnTo>
                  <a:lnTo>
                    <a:pt x="2390" y="1482"/>
                  </a:lnTo>
                  <a:lnTo>
                    <a:pt x="2449" y="1403"/>
                  </a:lnTo>
                  <a:lnTo>
                    <a:pt x="2489" y="1343"/>
                  </a:lnTo>
                  <a:lnTo>
                    <a:pt x="2489" y="1264"/>
                  </a:lnTo>
                  <a:lnTo>
                    <a:pt x="2489" y="1205"/>
                  </a:lnTo>
                  <a:lnTo>
                    <a:pt x="2449" y="1086"/>
                  </a:lnTo>
                  <a:lnTo>
                    <a:pt x="2370" y="988"/>
                  </a:lnTo>
                  <a:lnTo>
                    <a:pt x="2331" y="948"/>
                  </a:lnTo>
                  <a:lnTo>
                    <a:pt x="2291" y="909"/>
                  </a:lnTo>
                  <a:lnTo>
                    <a:pt x="2232" y="810"/>
                  </a:lnTo>
                  <a:lnTo>
                    <a:pt x="2212" y="770"/>
                  </a:lnTo>
                  <a:lnTo>
                    <a:pt x="2173" y="751"/>
                  </a:lnTo>
                  <a:lnTo>
                    <a:pt x="2094" y="751"/>
                  </a:lnTo>
                  <a:lnTo>
                    <a:pt x="2015" y="770"/>
                  </a:lnTo>
                  <a:lnTo>
                    <a:pt x="2133" y="711"/>
                  </a:lnTo>
                  <a:lnTo>
                    <a:pt x="2133" y="494"/>
                  </a:lnTo>
                  <a:lnTo>
                    <a:pt x="2054" y="375"/>
                  </a:lnTo>
                  <a:lnTo>
                    <a:pt x="1995" y="277"/>
                  </a:lnTo>
                  <a:lnTo>
                    <a:pt x="1956" y="217"/>
                  </a:lnTo>
                  <a:lnTo>
                    <a:pt x="1916" y="178"/>
                  </a:lnTo>
                  <a:lnTo>
                    <a:pt x="1857" y="138"/>
                  </a:lnTo>
                  <a:lnTo>
                    <a:pt x="1778" y="119"/>
                  </a:lnTo>
                  <a:lnTo>
                    <a:pt x="1857" y="40"/>
                  </a:lnTo>
                  <a:lnTo>
                    <a:pt x="1738" y="4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-1574350" y="34126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1"/>
                  </a:moveTo>
                  <a:lnTo>
                    <a:pt x="4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-1557075" y="3441800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4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-1245975" y="3259100"/>
              <a:ext cx="260250" cy="195075"/>
            </a:xfrm>
            <a:custGeom>
              <a:rect b="b" l="l" r="r" t="t"/>
              <a:pathLst>
                <a:path extrusionOk="0" h="7803" w="10410">
                  <a:moveTo>
                    <a:pt x="0" y="0"/>
                  </a:moveTo>
                  <a:lnTo>
                    <a:pt x="139" y="277"/>
                  </a:lnTo>
                  <a:lnTo>
                    <a:pt x="356" y="612"/>
                  </a:lnTo>
                  <a:lnTo>
                    <a:pt x="652" y="1047"/>
                  </a:lnTo>
                  <a:lnTo>
                    <a:pt x="1047" y="1560"/>
                  </a:lnTo>
                  <a:lnTo>
                    <a:pt x="1284" y="1837"/>
                  </a:lnTo>
                  <a:lnTo>
                    <a:pt x="1541" y="2133"/>
                  </a:lnTo>
                  <a:lnTo>
                    <a:pt x="1837" y="2430"/>
                  </a:lnTo>
                  <a:lnTo>
                    <a:pt x="2153" y="2746"/>
                  </a:lnTo>
                  <a:lnTo>
                    <a:pt x="2509" y="3062"/>
                  </a:lnTo>
                  <a:lnTo>
                    <a:pt x="2884" y="3378"/>
                  </a:lnTo>
                  <a:lnTo>
                    <a:pt x="3615" y="3950"/>
                  </a:lnTo>
                  <a:lnTo>
                    <a:pt x="4445" y="4583"/>
                  </a:lnTo>
                  <a:lnTo>
                    <a:pt x="5333" y="5215"/>
                  </a:lnTo>
                  <a:lnTo>
                    <a:pt x="6242" y="5866"/>
                  </a:lnTo>
                  <a:lnTo>
                    <a:pt x="7901" y="7012"/>
                  </a:lnTo>
                  <a:lnTo>
                    <a:pt x="9067" y="7802"/>
                  </a:lnTo>
                  <a:lnTo>
                    <a:pt x="10410" y="5491"/>
                  </a:lnTo>
                  <a:lnTo>
                    <a:pt x="8652" y="4365"/>
                  </a:lnTo>
                  <a:lnTo>
                    <a:pt x="7447" y="3615"/>
                  </a:lnTo>
                  <a:lnTo>
                    <a:pt x="6124" y="2805"/>
                  </a:lnTo>
                  <a:lnTo>
                    <a:pt x="4800" y="2035"/>
                  </a:lnTo>
                  <a:lnTo>
                    <a:pt x="3576" y="1343"/>
                  </a:lnTo>
                  <a:lnTo>
                    <a:pt x="3023" y="1047"/>
                  </a:lnTo>
                  <a:lnTo>
                    <a:pt x="2529" y="810"/>
                  </a:lnTo>
                  <a:lnTo>
                    <a:pt x="2114" y="632"/>
                  </a:lnTo>
                  <a:lnTo>
                    <a:pt x="1778" y="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-1722000" y="3272425"/>
              <a:ext cx="240000" cy="328900"/>
            </a:xfrm>
            <a:custGeom>
              <a:rect b="b" l="l" r="r" t="t"/>
              <a:pathLst>
                <a:path extrusionOk="0" h="13156" w="9600">
                  <a:moveTo>
                    <a:pt x="4267" y="0"/>
                  </a:moveTo>
                  <a:lnTo>
                    <a:pt x="3990" y="40"/>
                  </a:lnTo>
                  <a:lnTo>
                    <a:pt x="3694" y="139"/>
                  </a:lnTo>
                  <a:lnTo>
                    <a:pt x="3339" y="257"/>
                  </a:lnTo>
                  <a:lnTo>
                    <a:pt x="2983" y="395"/>
                  </a:lnTo>
                  <a:lnTo>
                    <a:pt x="2608" y="573"/>
                  </a:lnTo>
                  <a:lnTo>
                    <a:pt x="2232" y="751"/>
                  </a:lnTo>
                  <a:lnTo>
                    <a:pt x="1620" y="1067"/>
                  </a:lnTo>
                  <a:lnTo>
                    <a:pt x="1067" y="1383"/>
                  </a:lnTo>
                  <a:lnTo>
                    <a:pt x="968" y="1442"/>
                  </a:lnTo>
                  <a:lnTo>
                    <a:pt x="909" y="1482"/>
                  </a:lnTo>
                  <a:lnTo>
                    <a:pt x="870" y="1502"/>
                  </a:lnTo>
                  <a:lnTo>
                    <a:pt x="336" y="1837"/>
                  </a:lnTo>
                  <a:lnTo>
                    <a:pt x="198" y="1936"/>
                  </a:lnTo>
                  <a:lnTo>
                    <a:pt x="119" y="2055"/>
                  </a:lnTo>
                  <a:lnTo>
                    <a:pt x="60" y="2153"/>
                  </a:lnTo>
                  <a:lnTo>
                    <a:pt x="20" y="2272"/>
                  </a:lnTo>
                  <a:lnTo>
                    <a:pt x="0" y="2410"/>
                  </a:lnTo>
                  <a:lnTo>
                    <a:pt x="0" y="2529"/>
                  </a:lnTo>
                  <a:lnTo>
                    <a:pt x="40" y="2667"/>
                  </a:lnTo>
                  <a:lnTo>
                    <a:pt x="80" y="2825"/>
                  </a:lnTo>
                  <a:lnTo>
                    <a:pt x="218" y="3141"/>
                  </a:lnTo>
                  <a:lnTo>
                    <a:pt x="396" y="3516"/>
                  </a:lnTo>
                  <a:lnTo>
                    <a:pt x="593" y="3911"/>
                  </a:lnTo>
                  <a:lnTo>
                    <a:pt x="791" y="4366"/>
                  </a:lnTo>
                  <a:lnTo>
                    <a:pt x="1620" y="6222"/>
                  </a:lnTo>
                  <a:lnTo>
                    <a:pt x="2924" y="9106"/>
                  </a:lnTo>
                  <a:lnTo>
                    <a:pt x="3595" y="10548"/>
                  </a:lnTo>
                  <a:lnTo>
                    <a:pt x="4188" y="11812"/>
                  </a:lnTo>
                  <a:lnTo>
                    <a:pt x="4662" y="12721"/>
                  </a:lnTo>
                  <a:lnTo>
                    <a:pt x="4820" y="12997"/>
                  </a:lnTo>
                  <a:lnTo>
                    <a:pt x="4919" y="13116"/>
                  </a:lnTo>
                  <a:lnTo>
                    <a:pt x="4958" y="13136"/>
                  </a:lnTo>
                  <a:lnTo>
                    <a:pt x="5018" y="13155"/>
                  </a:lnTo>
                  <a:lnTo>
                    <a:pt x="5195" y="13116"/>
                  </a:lnTo>
                  <a:lnTo>
                    <a:pt x="5413" y="13037"/>
                  </a:lnTo>
                  <a:lnTo>
                    <a:pt x="5669" y="12938"/>
                  </a:lnTo>
                  <a:lnTo>
                    <a:pt x="5966" y="12780"/>
                  </a:lnTo>
                  <a:lnTo>
                    <a:pt x="6282" y="12602"/>
                  </a:lnTo>
                  <a:lnTo>
                    <a:pt x="6953" y="12187"/>
                  </a:lnTo>
                  <a:lnTo>
                    <a:pt x="7645" y="11753"/>
                  </a:lnTo>
                  <a:lnTo>
                    <a:pt x="8277" y="11358"/>
                  </a:lnTo>
                  <a:lnTo>
                    <a:pt x="9067" y="10805"/>
                  </a:lnTo>
                  <a:lnTo>
                    <a:pt x="9225" y="10686"/>
                  </a:lnTo>
                  <a:lnTo>
                    <a:pt x="9343" y="10568"/>
                  </a:lnTo>
                  <a:lnTo>
                    <a:pt x="9442" y="10449"/>
                  </a:lnTo>
                  <a:lnTo>
                    <a:pt x="9521" y="10350"/>
                  </a:lnTo>
                  <a:lnTo>
                    <a:pt x="9560" y="10232"/>
                  </a:lnTo>
                  <a:lnTo>
                    <a:pt x="9580" y="10153"/>
                  </a:lnTo>
                  <a:lnTo>
                    <a:pt x="9600" y="10054"/>
                  </a:lnTo>
                  <a:lnTo>
                    <a:pt x="9600" y="9955"/>
                  </a:lnTo>
                  <a:lnTo>
                    <a:pt x="9541" y="9797"/>
                  </a:lnTo>
                  <a:lnTo>
                    <a:pt x="9481" y="9639"/>
                  </a:lnTo>
                  <a:lnTo>
                    <a:pt x="9402" y="9501"/>
                  </a:lnTo>
                  <a:lnTo>
                    <a:pt x="9343" y="9363"/>
                  </a:lnTo>
                  <a:lnTo>
                    <a:pt x="9323" y="9343"/>
                  </a:lnTo>
                  <a:lnTo>
                    <a:pt x="9323" y="9323"/>
                  </a:lnTo>
                  <a:lnTo>
                    <a:pt x="9304" y="9304"/>
                  </a:lnTo>
                  <a:lnTo>
                    <a:pt x="9304" y="9284"/>
                  </a:lnTo>
                  <a:lnTo>
                    <a:pt x="9304" y="9264"/>
                  </a:lnTo>
                  <a:lnTo>
                    <a:pt x="9067" y="8652"/>
                  </a:lnTo>
                  <a:lnTo>
                    <a:pt x="8770" y="7980"/>
                  </a:lnTo>
                  <a:lnTo>
                    <a:pt x="8138" y="6538"/>
                  </a:lnTo>
                  <a:lnTo>
                    <a:pt x="7427" y="4998"/>
                  </a:lnTo>
                  <a:lnTo>
                    <a:pt x="6677" y="3477"/>
                  </a:lnTo>
                  <a:lnTo>
                    <a:pt x="5966" y="2114"/>
                  </a:lnTo>
                  <a:lnTo>
                    <a:pt x="5650" y="1521"/>
                  </a:lnTo>
                  <a:lnTo>
                    <a:pt x="5353" y="1008"/>
                  </a:lnTo>
                  <a:lnTo>
                    <a:pt x="5334" y="968"/>
                  </a:lnTo>
                  <a:lnTo>
                    <a:pt x="5294" y="929"/>
                  </a:lnTo>
                  <a:lnTo>
                    <a:pt x="5294" y="909"/>
                  </a:lnTo>
                  <a:lnTo>
                    <a:pt x="5274" y="889"/>
                  </a:lnTo>
                  <a:lnTo>
                    <a:pt x="5235" y="830"/>
                  </a:lnTo>
                  <a:lnTo>
                    <a:pt x="5057" y="553"/>
                  </a:lnTo>
                  <a:lnTo>
                    <a:pt x="4899" y="316"/>
                  </a:lnTo>
                  <a:lnTo>
                    <a:pt x="4761" y="158"/>
                  </a:lnTo>
                  <a:lnTo>
                    <a:pt x="4662" y="60"/>
                  </a:lnTo>
                  <a:lnTo>
                    <a:pt x="4583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-1415350" y="3197850"/>
              <a:ext cx="229650" cy="228650"/>
            </a:xfrm>
            <a:custGeom>
              <a:rect b="b" l="l" r="r" t="t"/>
              <a:pathLst>
                <a:path extrusionOk="0" h="9146" w="9186">
                  <a:moveTo>
                    <a:pt x="7566" y="1"/>
                  </a:moveTo>
                  <a:lnTo>
                    <a:pt x="7368" y="60"/>
                  </a:lnTo>
                  <a:lnTo>
                    <a:pt x="7190" y="119"/>
                  </a:lnTo>
                  <a:lnTo>
                    <a:pt x="7012" y="198"/>
                  </a:lnTo>
                  <a:lnTo>
                    <a:pt x="6854" y="277"/>
                  </a:lnTo>
                  <a:lnTo>
                    <a:pt x="6696" y="376"/>
                  </a:lnTo>
                  <a:lnTo>
                    <a:pt x="6558" y="495"/>
                  </a:lnTo>
                  <a:lnTo>
                    <a:pt x="6282" y="751"/>
                  </a:lnTo>
                  <a:lnTo>
                    <a:pt x="6025" y="1028"/>
                  </a:lnTo>
                  <a:lnTo>
                    <a:pt x="5788" y="1304"/>
                  </a:lnTo>
                  <a:lnTo>
                    <a:pt x="5551" y="1581"/>
                  </a:lnTo>
                  <a:lnTo>
                    <a:pt x="5294" y="1838"/>
                  </a:lnTo>
                  <a:lnTo>
                    <a:pt x="5057" y="2075"/>
                  </a:lnTo>
                  <a:lnTo>
                    <a:pt x="4800" y="2292"/>
                  </a:lnTo>
                  <a:lnTo>
                    <a:pt x="4543" y="2490"/>
                  </a:lnTo>
                  <a:lnTo>
                    <a:pt x="4287" y="2648"/>
                  </a:lnTo>
                  <a:lnTo>
                    <a:pt x="4010" y="2786"/>
                  </a:lnTo>
                  <a:lnTo>
                    <a:pt x="3734" y="2885"/>
                  </a:lnTo>
                  <a:lnTo>
                    <a:pt x="3457" y="2983"/>
                  </a:lnTo>
                  <a:lnTo>
                    <a:pt x="3161" y="3023"/>
                  </a:lnTo>
                  <a:lnTo>
                    <a:pt x="3003" y="3062"/>
                  </a:lnTo>
                  <a:lnTo>
                    <a:pt x="2805" y="3122"/>
                  </a:lnTo>
                  <a:lnTo>
                    <a:pt x="2588" y="3240"/>
                  </a:lnTo>
                  <a:lnTo>
                    <a:pt x="2351" y="3378"/>
                  </a:lnTo>
                  <a:lnTo>
                    <a:pt x="2114" y="3536"/>
                  </a:lnTo>
                  <a:lnTo>
                    <a:pt x="1857" y="3714"/>
                  </a:lnTo>
                  <a:lnTo>
                    <a:pt x="1600" y="3931"/>
                  </a:lnTo>
                  <a:lnTo>
                    <a:pt x="1344" y="4168"/>
                  </a:lnTo>
                  <a:lnTo>
                    <a:pt x="1087" y="4425"/>
                  </a:lnTo>
                  <a:lnTo>
                    <a:pt x="870" y="4682"/>
                  </a:lnTo>
                  <a:lnTo>
                    <a:pt x="652" y="4978"/>
                  </a:lnTo>
                  <a:lnTo>
                    <a:pt x="455" y="5255"/>
                  </a:lnTo>
                  <a:lnTo>
                    <a:pt x="297" y="5571"/>
                  </a:lnTo>
                  <a:lnTo>
                    <a:pt x="159" y="5867"/>
                  </a:lnTo>
                  <a:lnTo>
                    <a:pt x="60" y="6183"/>
                  </a:lnTo>
                  <a:lnTo>
                    <a:pt x="20" y="6499"/>
                  </a:lnTo>
                  <a:lnTo>
                    <a:pt x="0" y="6796"/>
                  </a:lnTo>
                  <a:lnTo>
                    <a:pt x="40" y="7072"/>
                  </a:lnTo>
                  <a:lnTo>
                    <a:pt x="119" y="7349"/>
                  </a:lnTo>
                  <a:lnTo>
                    <a:pt x="218" y="7586"/>
                  </a:lnTo>
                  <a:lnTo>
                    <a:pt x="356" y="7823"/>
                  </a:lnTo>
                  <a:lnTo>
                    <a:pt x="514" y="8020"/>
                  </a:lnTo>
                  <a:lnTo>
                    <a:pt x="672" y="8218"/>
                  </a:lnTo>
                  <a:lnTo>
                    <a:pt x="830" y="8376"/>
                  </a:lnTo>
                  <a:lnTo>
                    <a:pt x="1008" y="8534"/>
                  </a:lnTo>
                  <a:lnTo>
                    <a:pt x="1186" y="8672"/>
                  </a:lnTo>
                  <a:lnTo>
                    <a:pt x="1482" y="8869"/>
                  </a:lnTo>
                  <a:lnTo>
                    <a:pt x="1699" y="8988"/>
                  </a:lnTo>
                  <a:lnTo>
                    <a:pt x="1778" y="9027"/>
                  </a:lnTo>
                  <a:lnTo>
                    <a:pt x="2094" y="9087"/>
                  </a:lnTo>
                  <a:lnTo>
                    <a:pt x="2450" y="9126"/>
                  </a:lnTo>
                  <a:lnTo>
                    <a:pt x="2904" y="9146"/>
                  </a:lnTo>
                  <a:lnTo>
                    <a:pt x="3141" y="9126"/>
                  </a:lnTo>
                  <a:lnTo>
                    <a:pt x="3378" y="9107"/>
                  </a:lnTo>
                  <a:lnTo>
                    <a:pt x="3615" y="9067"/>
                  </a:lnTo>
                  <a:lnTo>
                    <a:pt x="3872" y="9008"/>
                  </a:lnTo>
                  <a:lnTo>
                    <a:pt x="4089" y="8909"/>
                  </a:lnTo>
                  <a:lnTo>
                    <a:pt x="4326" y="8810"/>
                  </a:lnTo>
                  <a:lnTo>
                    <a:pt x="4524" y="8672"/>
                  </a:lnTo>
                  <a:lnTo>
                    <a:pt x="4721" y="8494"/>
                  </a:lnTo>
                  <a:lnTo>
                    <a:pt x="5037" y="8119"/>
                  </a:lnTo>
                  <a:lnTo>
                    <a:pt x="5314" y="7744"/>
                  </a:lnTo>
                  <a:lnTo>
                    <a:pt x="5531" y="7368"/>
                  </a:lnTo>
                  <a:lnTo>
                    <a:pt x="5748" y="6993"/>
                  </a:lnTo>
                  <a:lnTo>
                    <a:pt x="6143" y="6242"/>
                  </a:lnTo>
                  <a:lnTo>
                    <a:pt x="6361" y="5887"/>
                  </a:lnTo>
                  <a:lnTo>
                    <a:pt x="6598" y="5531"/>
                  </a:lnTo>
                  <a:lnTo>
                    <a:pt x="6736" y="5354"/>
                  </a:lnTo>
                  <a:lnTo>
                    <a:pt x="6894" y="5176"/>
                  </a:lnTo>
                  <a:lnTo>
                    <a:pt x="7249" y="4820"/>
                  </a:lnTo>
                  <a:lnTo>
                    <a:pt x="7625" y="4445"/>
                  </a:lnTo>
                  <a:lnTo>
                    <a:pt x="8020" y="4050"/>
                  </a:lnTo>
                  <a:lnTo>
                    <a:pt x="8415" y="3615"/>
                  </a:lnTo>
                  <a:lnTo>
                    <a:pt x="8573" y="3398"/>
                  </a:lnTo>
                  <a:lnTo>
                    <a:pt x="8731" y="3181"/>
                  </a:lnTo>
                  <a:lnTo>
                    <a:pt x="8869" y="2944"/>
                  </a:lnTo>
                  <a:lnTo>
                    <a:pt x="8988" y="2687"/>
                  </a:lnTo>
                  <a:lnTo>
                    <a:pt x="9086" y="2430"/>
                  </a:lnTo>
                  <a:lnTo>
                    <a:pt x="9146" y="2174"/>
                  </a:lnTo>
                  <a:lnTo>
                    <a:pt x="9185" y="1897"/>
                  </a:lnTo>
                  <a:lnTo>
                    <a:pt x="9185" y="1660"/>
                  </a:lnTo>
                  <a:lnTo>
                    <a:pt x="9165" y="1423"/>
                  </a:lnTo>
                  <a:lnTo>
                    <a:pt x="9126" y="1206"/>
                  </a:lnTo>
                  <a:lnTo>
                    <a:pt x="9047" y="1008"/>
                  </a:lnTo>
                  <a:lnTo>
                    <a:pt x="8948" y="811"/>
                  </a:lnTo>
                  <a:lnTo>
                    <a:pt x="8849" y="653"/>
                  </a:lnTo>
                  <a:lnTo>
                    <a:pt x="8731" y="495"/>
                  </a:lnTo>
                  <a:lnTo>
                    <a:pt x="8593" y="376"/>
                  </a:lnTo>
                  <a:lnTo>
                    <a:pt x="8454" y="258"/>
                  </a:lnTo>
                  <a:lnTo>
                    <a:pt x="8296" y="159"/>
                  </a:lnTo>
                  <a:lnTo>
                    <a:pt x="8158" y="100"/>
                  </a:lnTo>
                  <a:lnTo>
                    <a:pt x="8000" y="40"/>
                  </a:lnTo>
                  <a:lnTo>
                    <a:pt x="7862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-1467200" y="3098100"/>
              <a:ext cx="269150" cy="274600"/>
            </a:xfrm>
            <a:custGeom>
              <a:rect b="b" l="l" r="r" t="t"/>
              <a:pathLst>
                <a:path extrusionOk="0" h="10984" w="10766">
                  <a:moveTo>
                    <a:pt x="9659" y="1"/>
                  </a:moveTo>
                  <a:lnTo>
                    <a:pt x="9363" y="21"/>
                  </a:lnTo>
                  <a:lnTo>
                    <a:pt x="9086" y="60"/>
                  </a:lnTo>
                  <a:lnTo>
                    <a:pt x="8830" y="119"/>
                  </a:lnTo>
                  <a:lnTo>
                    <a:pt x="8612" y="198"/>
                  </a:lnTo>
                  <a:lnTo>
                    <a:pt x="8435" y="297"/>
                  </a:lnTo>
                  <a:lnTo>
                    <a:pt x="8316" y="376"/>
                  </a:lnTo>
                  <a:lnTo>
                    <a:pt x="8198" y="435"/>
                  </a:lnTo>
                  <a:lnTo>
                    <a:pt x="7842" y="376"/>
                  </a:lnTo>
                  <a:lnTo>
                    <a:pt x="7526" y="317"/>
                  </a:lnTo>
                  <a:lnTo>
                    <a:pt x="7210" y="277"/>
                  </a:lnTo>
                  <a:lnTo>
                    <a:pt x="6914" y="258"/>
                  </a:lnTo>
                  <a:lnTo>
                    <a:pt x="6380" y="258"/>
                  </a:lnTo>
                  <a:lnTo>
                    <a:pt x="5926" y="297"/>
                  </a:lnTo>
                  <a:lnTo>
                    <a:pt x="5571" y="337"/>
                  </a:lnTo>
                  <a:lnTo>
                    <a:pt x="5314" y="396"/>
                  </a:lnTo>
                  <a:lnTo>
                    <a:pt x="5097" y="475"/>
                  </a:lnTo>
                  <a:lnTo>
                    <a:pt x="4840" y="514"/>
                  </a:lnTo>
                  <a:lnTo>
                    <a:pt x="4603" y="554"/>
                  </a:lnTo>
                  <a:lnTo>
                    <a:pt x="4405" y="613"/>
                  </a:lnTo>
                  <a:lnTo>
                    <a:pt x="4227" y="672"/>
                  </a:lnTo>
                  <a:lnTo>
                    <a:pt x="3931" y="811"/>
                  </a:lnTo>
                  <a:lnTo>
                    <a:pt x="3714" y="949"/>
                  </a:lnTo>
                  <a:lnTo>
                    <a:pt x="3556" y="1067"/>
                  </a:lnTo>
                  <a:lnTo>
                    <a:pt x="3457" y="1186"/>
                  </a:lnTo>
                  <a:lnTo>
                    <a:pt x="3378" y="1245"/>
                  </a:lnTo>
                  <a:lnTo>
                    <a:pt x="3339" y="1285"/>
                  </a:lnTo>
                  <a:lnTo>
                    <a:pt x="3102" y="1364"/>
                  </a:lnTo>
                  <a:lnTo>
                    <a:pt x="2647" y="1581"/>
                  </a:lnTo>
                  <a:lnTo>
                    <a:pt x="2351" y="1739"/>
                  </a:lnTo>
                  <a:lnTo>
                    <a:pt x="2055" y="1937"/>
                  </a:lnTo>
                  <a:lnTo>
                    <a:pt x="1739" y="2154"/>
                  </a:lnTo>
                  <a:lnTo>
                    <a:pt x="1442" y="2391"/>
                  </a:lnTo>
                  <a:lnTo>
                    <a:pt x="1304" y="2529"/>
                  </a:lnTo>
                  <a:lnTo>
                    <a:pt x="1146" y="2707"/>
                  </a:lnTo>
                  <a:lnTo>
                    <a:pt x="1008" y="2924"/>
                  </a:lnTo>
                  <a:lnTo>
                    <a:pt x="889" y="3141"/>
                  </a:lnTo>
                  <a:lnTo>
                    <a:pt x="633" y="3635"/>
                  </a:lnTo>
                  <a:lnTo>
                    <a:pt x="415" y="4129"/>
                  </a:lnTo>
                  <a:lnTo>
                    <a:pt x="238" y="4583"/>
                  </a:lnTo>
                  <a:lnTo>
                    <a:pt x="119" y="4978"/>
                  </a:lnTo>
                  <a:lnTo>
                    <a:pt x="1" y="5354"/>
                  </a:lnTo>
                  <a:lnTo>
                    <a:pt x="317" y="6223"/>
                  </a:lnTo>
                  <a:lnTo>
                    <a:pt x="672" y="7131"/>
                  </a:lnTo>
                  <a:lnTo>
                    <a:pt x="1087" y="8158"/>
                  </a:lnTo>
                  <a:lnTo>
                    <a:pt x="1541" y="9205"/>
                  </a:lnTo>
                  <a:lnTo>
                    <a:pt x="1758" y="9679"/>
                  </a:lnTo>
                  <a:lnTo>
                    <a:pt x="1976" y="10114"/>
                  </a:lnTo>
                  <a:lnTo>
                    <a:pt x="2193" y="10469"/>
                  </a:lnTo>
                  <a:lnTo>
                    <a:pt x="2391" y="10746"/>
                  </a:lnTo>
                  <a:lnTo>
                    <a:pt x="2470" y="10845"/>
                  </a:lnTo>
                  <a:lnTo>
                    <a:pt x="2549" y="10924"/>
                  </a:lnTo>
                  <a:lnTo>
                    <a:pt x="2628" y="10983"/>
                  </a:lnTo>
                  <a:lnTo>
                    <a:pt x="2766" y="10983"/>
                  </a:lnTo>
                  <a:lnTo>
                    <a:pt x="2845" y="10963"/>
                  </a:lnTo>
                  <a:lnTo>
                    <a:pt x="3042" y="10865"/>
                  </a:lnTo>
                  <a:lnTo>
                    <a:pt x="3240" y="10707"/>
                  </a:lnTo>
                  <a:lnTo>
                    <a:pt x="3477" y="10509"/>
                  </a:lnTo>
                  <a:lnTo>
                    <a:pt x="3734" y="10272"/>
                  </a:lnTo>
                  <a:lnTo>
                    <a:pt x="3990" y="9995"/>
                  </a:lnTo>
                  <a:lnTo>
                    <a:pt x="4247" y="9699"/>
                  </a:lnTo>
                  <a:lnTo>
                    <a:pt x="4524" y="9383"/>
                  </a:lnTo>
                  <a:lnTo>
                    <a:pt x="5018" y="8751"/>
                  </a:lnTo>
                  <a:lnTo>
                    <a:pt x="5452" y="8119"/>
                  </a:lnTo>
                  <a:lnTo>
                    <a:pt x="5610" y="7842"/>
                  </a:lnTo>
                  <a:lnTo>
                    <a:pt x="5748" y="7605"/>
                  </a:lnTo>
                  <a:lnTo>
                    <a:pt x="5847" y="7388"/>
                  </a:lnTo>
                  <a:lnTo>
                    <a:pt x="5906" y="7210"/>
                  </a:lnTo>
                  <a:lnTo>
                    <a:pt x="5985" y="6894"/>
                  </a:lnTo>
                  <a:lnTo>
                    <a:pt x="6124" y="6499"/>
                  </a:lnTo>
                  <a:lnTo>
                    <a:pt x="6301" y="6065"/>
                  </a:lnTo>
                  <a:lnTo>
                    <a:pt x="6499" y="5630"/>
                  </a:lnTo>
                  <a:lnTo>
                    <a:pt x="6696" y="5196"/>
                  </a:lnTo>
                  <a:lnTo>
                    <a:pt x="6894" y="4820"/>
                  </a:lnTo>
                  <a:lnTo>
                    <a:pt x="7052" y="4524"/>
                  </a:lnTo>
                  <a:lnTo>
                    <a:pt x="7171" y="4346"/>
                  </a:lnTo>
                  <a:lnTo>
                    <a:pt x="7329" y="4188"/>
                  </a:lnTo>
                  <a:lnTo>
                    <a:pt x="7585" y="3991"/>
                  </a:lnTo>
                  <a:lnTo>
                    <a:pt x="8296" y="3497"/>
                  </a:lnTo>
                  <a:lnTo>
                    <a:pt x="9146" y="2944"/>
                  </a:lnTo>
                  <a:lnTo>
                    <a:pt x="9580" y="2648"/>
                  </a:lnTo>
                  <a:lnTo>
                    <a:pt x="9975" y="2371"/>
                  </a:lnTo>
                  <a:lnTo>
                    <a:pt x="10153" y="2233"/>
                  </a:lnTo>
                  <a:lnTo>
                    <a:pt x="10311" y="2075"/>
                  </a:lnTo>
                  <a:lnTo>
                    <a:pt x="10430" y="1917"/>
                  </a:lnTo>
                  <a:lnTo>
                    <a:pt x="10548" y="1759"/>
                  </a:lnTo>
                  <a:lnTo>
                    <a:pt x="10627" y="1581"/>
                  </a:lnTo>
                  <a:lnTo>
                    <a:pt x="10706" y="1403"/>
                  </a:lnTo>
                  <a:lnTo>
                    <a:pt x="10746" y="1225"/>
                  </a:lnTo>
                  <a:lnTo>
                    <a:pt x="10765" y="1048"/>
                  </a:lnTo>
                  <a:lnTo>
                    <a:pt x="10746" y="890"/>
                  </a:lnTo>
                  <a:lnTo>
                    <a:pt x="10726" y="732"/>
                  </a:lnTo>
                  <a:lnTo>
                    <a:pt x="10667" y="574"/>
                  </a:lnTo>
                  <a:lnTo>
                    <a:pt x="10588" y="435"/>
                  </a:lnTo>
                  <a:lnTo>
                    <a:pt x="10489" y="317"/>
                  </a:lnTo>
                  <a:lnTo>
                    <a:pt x="10370" y="218"/>
                  </a:lnTo>
                  <a:lnTo>
                    <a:pt x="10212" y="139"/>
                  </a:lnTo>
                  <a:lnTo>
                    <a:pt x="10035" y="80"/>
                  </a:lnTo>
                  <a:lnTo>
                    <a:pt x="9798" y="21"/>
                  </a:lnTo>
                  <a:lnTo>
                    <a:pt x="9659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-1390175" y="3108975"/>
              <a:ext cx="127925" cy="124950"/>
            </a:xfrm>
            <a:custGeom>
              <a:rect b="b" l="l" r="r" t="t"/>
              <a:pathLst>
                <a:path extrusionOk="0" h="4998" w="5117">
                  <a:moveTo>
                    <a:pt x="5117" y="0"/>
                  </a:moveTo>
                  <a:lnTo>
                    <a:pt x="4781" y="40"/>
                  </a:lnTo>
                  <a:lnTo>
                    <a:pt x="4406" y="99"/>
                  </a:lnTo>
                  <a:lnTo>
                    <a:pt x="3932" y="198"/>
                  </a:lnTo>
                  <a:lnTo>
                    <a:pt x="3675" y="277"/>
                  </a:lnTo>
                  <a:lnTo>
                    <a:pt x="3398" y="376"/>
                  </a:lnTo>
                  <a:lnTo>
                    <a:pt x="3102" y="474"/>
                  </a:lnTo>
                  <a:lnTo>
                    <a:pt x="2825" y="613"/>
                  </a:lnTo>
                  <a:lnTo>
                    <a:pt x="2529" y="771"/>
                  </a:lnTo>
                  <a:lnTo>
                    <a:pt x="2253" y="949"/>
                  </a:lnTo>
                  <a:lnTo>
                    <a:pt x="1976" y="1166"/>
                  </a:lnTo>
                  <a:lnTo>
                    <a:pt x="1719" y="1383"/>
                  </a:lnTo>
                  <a:lnTo>
                    <a:pt x="1482" y="1660"/>
                  </a:lnTo>
                  <a:lnTo>
                    <a:pt x="1265" y="1936"/>
                  </a:lnTo>
                  <a:lnTo>
                    <a:pt x="1067" y="2213"/>
                  </a:lnTo>
                  <a:lnTo>
                    <a:pt x="890" y="2509"/>
                  </a:lnTo>
                  <a:lnTo>
                    <a:pt x="732" y="2825"/>
                  </a:lnTo>
                  <a:lnTo>
                    <a:pt x="593" y="3121"/>
                  </a:lnTo>
                  <a:lnTo>
                    <a:pt x="475" y="3418"/>
                  </a:lnTo>
                  <a:lnTo>
                    <a:pt x="356" y="3694"/>
                  </a:lnTo>
                  <a:lnTo>
                    <a:pt x="198" y="4208"/>
                  </a:lnTo>
                  <a:lnTo>
                    <a:pt x="80" y="4622"/>
                  </a:lnTo>
                  <a:lnTo>
                    <a:pt x="1" y="4998"/>
                  </a:lnTo>
                  <a:lnTo>
                    <a:pt x="139" y="4583"/>
                  </a:lnTo>
                  <a:lnTo>
                    <a:pt x="317" y="4109"/>
                  </a:lnTo>
                  <a:lnTo>
                    <a:pt x="534" y="3556"/>
                  </a:lnTo>
                  <a:lnTo>
                    <a:pt x="672" y="3260"/>
                  </a:lnTo>
                  <a:lnTo>
                    <a:pt x="830" y="2963"/>
                  </a:lnTo>
                  <a:lnTo>
                    <a:pt x="1008" y="2667"/>
                  </a:lnTo>
                  <a:lnTo>
                    <a:pt x="1186" y="2371"/>
                  </a:lnTo>
                  <a:lnTo>
                    <a:pt x="1383" y="2094"/>
                  </a:lnTo>
                  <a:lnTo>
                    <a:pt x="1581" y="1837"/>
                  </a:lnTo>
                  <a:lnTo>
                    <a:pt x="1798" y="1600"/>
                  </a:lnTo>
                  <a:lnTo>
                    <a:pt x="2035" y="1403"/>
                  </a:lnTo>
                  <a:lnTo>
                    <a:pt x="2272" y="1245"/>
                  </a:lnTo>
                  <a:lnTo>
                    <a:pt x="2529" y="1087"/>
                  </a:lnTo>
                  <a:lnTo>
                    <a:pt x="3062" y="790"/>
                  </a:lnTo>
                  <a:lnTo>
                    <a:pt x="3576" y="553"/>
                  </a:lnTo>
                  <a:lnTo>
                    <a:pt x="4050" y="356"/>
                  </a:lnTo>
                  <a:lnTo>
                    <a:pt x="4485" y="198"/>
                  </a:lnTo>
                  <a:lnTo>
                    <a:pt x="4820" y="99"/>
                  </a:lnTo>
                  <a:lnTo>
                    <a:pt x="5117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-1421275" y="3109475"/>
              <a:ext cx="81500" cy="108150"/>
            </a:xfrm>
            <a:custGeom>
              <a:rect b="b" l="l" r="r" t="t"/>
              <a:pathLst>
                <a:path extrusionOk="0" h="4326" w="3260">
                  <a:moveTo>
                    <a:pt x="3260" y="0"/>
                  </a:moveTo>
                  <a:lnTo>
                    <a:pt x="3023" y="119"/>
                  </a:lnTo>
                  <a:lnTo>
                    <a:pt x="2746" y="257"/>
                  </a:lnTo>
                  <a:lnTo>
                    <a:pt x="2410" y="474"/>
                  </a:lnTo>
                  <a:lnTo>
                    <a:pt x="2055" y="731"/>
                  </a:lnTo>
                  <a:lnTo>
                    <a:pt x="1857" y="869"/>
                  </a:lnTo>
                  <a:lnTo>
                    <a:pt x="1679" y="1047"/>
                  </a:lnTo>
                  <a:lnTo>
                    <a:pt x="1502" y="1225"/>
                  </a:lnTo>
                  <a:lnTo>
                    <a:pt x="1324" y="1422"/>
                  </a:lnTo>
                  <a:lnTo>
                    <a:pt x="1146" y="1640"/>
                  </a:lnTo>
                  <a:lnTo>
                    <a:pt x="988" y="1877"/>
                  </a:lnTo>
                  <a:lnTo>
                    <a:pt x="731" y="2351"/>
                  </a:lnTo>
                  <a:lnTo>
                    <a:pt x="514" y="2785"/>
                  </a:lnTo>
                  <a:lnTo>
                    <a:pt x="336" y="3200"/>
                  </a:lnTo>
                  <a:lnTo>
                    <a:pt x="198" y="3575"/>
                  </a:lnTo>
                  <a:lnTo>
                    <a:pt x="99" y="3891"/>
                  </a:lnTo>
                  <a:lnTo>
                    <a:pt x="40" y="4128"/>
                  </a:lnTo>
                  <a:lnTo>
                    <a:pt x="0" y="4326"/>
                  </a:lnTo>
                  <a:lnTo>
                    <a:pt x="40" y="4188"/>
                  </a:lnTo>
                  <a:lnTo>
                    <a:pt x="198" y="3753"/>
                  </a:lnTo>
                  <a:lnTo>
                    <a:pt x="336" y="3437"/>
                  </a:lnTo>
                  <a:lnTo>
                    <a:pt x="514" y="3062"/>
                  </a:lnTo>
                  <a:lnTo>
                    <a:pt x="751" y="2627"/>
                  </a:lnTo>
                  <a:lnTo>
                    <a:pt x="1028" y="2114"/>
                  </a:lnTo>
                  <a:lnTo>
                    <a:pt x="1186" y="1857"/>
                  </a:lnTo>
                  <a:lnTo>
                    <a:pt x="1363" y="1620"/>
                  </a:lnTo>
                  <a:lnTo>
                    <a:pt x="1541" y="1403"/>
                  </a:lnTo>
                  <a:lnTo>
                    <a:pt x="1719" y="1185"/>
                  </a:lnTo>
                  <a:lnTo>
                    <a:pt x="1897" y="988"/>
                  </a:lnTo>
                  <a:lnTo>
                    <a:pt x="2094" y="830"/>
                  </a:lnTo>
                  <a:lnTo>
                    <a:pt x="2450" y="533"/>
                  </a:lnTo>
                  <a:lnTo>
                    <a:pt x="2766" y="296"/>
                  </a:lnTo>
                  <a:lnTo>
                    <a:pt x="3023" y="138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-1439550" y="3130200"/>
              <a:ext cx="55825" cy="79050"/>
            </a:xfrm>
            <a:custGeom>
              <a:rect b="b" l="l" r="r" t="t"/>
              <a:pathLst>
                <a:path extrusionOk="0" h="3162" w="2233">
                  <a:moveTo>
                    <a:pt x="2233" y="1"/>
                  </a:moveTo>
                  <a:lnTo>
                    <a:pt x="1857" y="80"/>
                  </a:lnTo>
                  <a:lnTo>
                    <a:pt x="1798" y="119"/>
                  </a:lnTo>
                  <a:lnTo>
                    <a:pt x="1660" y="238"/>
                  </a:lnTo>
                  <a:lnTo>
                    <a:pt x="1541" y="337"/>
                  </a:lnTo>
                  <a:lnTo>
                    <a:pt x="1423" y="475"/>
                  </a:lnTo>
                  <a:lnTo>
                    <a:pt x="1285" y="653"/>
                  </a:lnTo>
                  <a:lnTo>
                    <a:pt x="1127" y="850"/>
                  </a:lnTo>
                  <a:lnTo>
                    <a:pt x="949" y="1146"/>
                  </a:lnTo>
                  <a:lnTo>
                    <a:pt x="771" y="1482"/>
                  </a:lnTo>
                  <a:lnTo>
                    <a:pt x="396" y="2252"/>
                  </a:lnTo>
                  <a:lnTo>
                    <a:pt x="119" y="2904"/>
                  </a:lnTo>
                  <a:lnTo>
                    <a:pt x="1" y="3161"/>
                  </a:lnTo>
                  <a:lnTo>
                    <a:pt x="672" y="1877"/>
                  </a:lnTo>
                  <a:lnTo>
                    <a:pt x="929" y="1423"/>
                  </a:lnTo>
                  <a:lnTo>
                    <a:pt x="1186" y="1028"/>
                  </a:lnTo>
                  <a:lnTo>
                    <a:pt x="1462" y="712"/>
                  </a:lnTo>
                  <a:lnTo>
                    <a:pt x="1699" y="455"/>
                  </a:lnTo>
                  <a:lnTo>
                    <a:pt x="1917" y="258"/>
                  </a:lnTo>
                  <a:lnTo>
                    <a:pt x="2075" y="11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-1268200" y="3098100"/>
              <a:ext cx="50400" cy="39550"/>
            </a:xfrm>
            <a:custGeom>
              <a:rect b="b" l="l" r="r" t="t"/>
              <a:pathLst>
                <a:path extrusionOk="0" h="1582" w="2016">
                  <a:moveTo>
                    <a:pt x="1699" y="1"/>
                  </a:moveTo>
                  <a:lnTo>
                    <a:pt x="1719" y="297"/>
                  </a:lnTo>
                  <a:lnTo>
                    <a:pt x="1759" y="574"/>
                  </a:lnTo>
                  <a:lnTo>
                    <a:pt x="1818" y="830"/>
                  </a:lnTo>
                  <a:lnTo>
                    <a:pt x="1838" y="929"/>
                  </a:lnTo>
                  <a:lnTo>
                    <a:pt x="1541" y="1087"/>
                  </a:lnTo>
                  <a:lnTo>
                    <a:pt x="1265" y="1225"/>
                  </a:lnTo>
                  <a:lnTo>
                    <a:pt x="949" y="1344"/>
                  </a:lnTo>
                  <a:lnTo>
                    <a:pt x="692" y="1423"/>
                  </a:lnTo>
                  <a:lnTo>
                    <a:pt x="514" y="1463"/>
                  </a:lnTo>
                  <a:lnTo>
                    <a:pt x="376" y="1463"/>
                  </a:lnTo>
                  <a:lnTo>
                    <a:pt x="336" y="1423"/>
                  </a:lnTo>
                  <a:lnTo>
                    <a:pt x="277" y="1384"/>
                  </a:lnTo>
                  <a:lnTo>
                    <a:pt x="198" y="1285"/>
                  </a:lnTo>
                  <a:lnTo>
                    <a:pt x="139" y="1186"/>
                  </a:lnTo>
                  <a:lnTo>
                    <a:pt x="99" y="1048"/>
                  </a:lnTo>
                  <a:lnTo>
                    <a:pt x="80" y="929"/>
                  </a:lnTo>
                  <a:lnTo>
                    <a:pt x="80" y="613"/>
                  </a:lnTo>
                  <a:lnTo>
                    <a:pt x="80" y="455"/>
                  </a:lnTo>
                  <a:lnTo>
                    <a:pt x="1" y="475"/>
                  </a:lnTo>
                  <a:lnTo>
                    <a:pt x="1" y="613"/>
                  </a:lnTo>
                  <a:lnTo>
                    <a:pt x="1" y="751"/>
                  </a:lnTo>
                  <a:lnTo>
                    <a:pt x="1" y="890"/>
                  </a:lnTo>
                  <a:lnTo>
                    <a:pt x="1" y="1048"/>
                  </a:lnTo>
                  <a:lnTo>
                    <a:pt x="40" y="1225"/>
                  </a:lnTo>
                  <a:lnTo>
                    <a:pt x="99" y="1384"/>
                  </a:lnTo>
                  <a:lnTo>
                    <a:pt x="139" y="1443"/>
                  </a:lnTo>
                  <a:lnTo>
                    <a:pt x="198" y="1502"/>
                  </a:lnTo>
                  <a:lnTo>
                    <a:pt x="257" y="1542"/>
                  </a:lnTo>
                  <a:lnTo>
                    <a:pt x="336" y="1581"/>
                  </a:lnTo>
                  <a:lnTo>
                    <a:pt x="514" y="1581"/>
                  </a:lnTo>
                  <a:lnTo>
                    <a:pt x="771" y="1542"/>
                  </a:lnTo>
                  <a:lnTo>
                    <a:pt x="1047" y="1443"/>
                  </a:lnTo>
                  <a:lnTo>
                    <a:pt x="1324" y="1324"/>
                  </a:lnTo>
                  <a:lnTo>
                    <a:pt x="1798" y="1087"/>
                  </a:lnTo>
                  <a:lnTo>
                    <a:pt x="2015" y="988"/>
                  </a:lnTo>
                  <a:lnTo>
                    <a:pt x="1976" y="890"/>
                  </a:lnTo>
                  <a:lnTo>
                    <a:pt x="1897" y="653"/>
                  </a:lnTo>
                  <a:lnTo>
                    <a:pt x="1838" y="356"/>
                  </a:lnTo>
                  <a:lnTo>
                    <a:pt x="1838" y="179"/>
                  </a:lnTo>
                  <a:lnTo>
                    <a:pt x="1838" y="21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-1265225" y="3218100"/>
              <a:ext cx="72600" cy="76075"/>
            </a:xfrm>
            <a:custGeom>
              <a:rect b="b" l="l" r="r" t="t"/>
              <a:pathLst>
                <a:path extrusionOk="0" h="3043" w="2904">
                  <a:moveTo>
                    <a:pt x="1304" y="198"/>
                  </a:moveTo>
                  <a:lnTo>
                    <a:pt x="2667" y="1541"/>
                  </a:lnTo>
                  <a:lnTo>
                    <a:pt x="2548" y="1699"/>
                  </a:lnTo>
                  <a:lnTo>
                    <a:pt x="2252" y="2094"/>
                  </a:lnTo>
                  <a:lnTo>
                    <a:pt x="2054" y="2292"/>
                  </a:lnTo>
                  <a:lnTo>
                    <a:pt x="1877" y="2489"/>
                  </a:lnTo>
                  <a:lnTo>
                    <a:pt x="1699" y="2647"/>
                  </a:lnTo>
                  <a:lnTo>
                    <a:pt x="1561" y="2766"/>
                  </a:lnTo>
                  <a:lnTo>
                    <a:pt x="1403" y="2825"/>
                  </a:lnTo>
                  <a:lnTo>
                    <a:pt x="1264" y="2845"/>
                  </a:lnTo>
                  <a:lnTo>
                    <a:pt x="1106" y="2865"/>
                  </a:lnTo>
                  <a:lnTo>
                    <a:pt x="948" y="2845"/>
                  </a:lnTo>
                  <a:lnTo>
                    <a:pt x="790" y="2825"/>
                  </a:lnTo>
                  <a:lnTo>
                    <a:pt x="632" y="2766"/>
                  </a:lnTo>
                  <a:lnTo>
                    <a:pt x="494" y="2687"/>
                  </a:lnTo>
                  <a:lnTo>
                    <a:pt x="375" y="2588"/>
                  </a:lnTo>
                  <a:lnTo>
                    <a:pt x="277" y="2470"/>
                  </a:lnTo>
                  <a:lnTo>
                    <a:pt x="198" y="2331"/>
                  </a:lnTo>
                  <a:lnTo>
                    <a:pt x="178" y="2173"/>
                  </a:lnTo>
                  <a:lnTo>
                    <a:pt x="158" y="2015"/>
                  </a:lnTo>
                  <a:lnTo>
                    <a:pt x="158" y="1857"/>
                  </a:lnTo>
                  <a:lnTo>
                    <a:pt x="178" y="1719"/>
                  </a:lnTo>
                  <a:lnTo>
                    <a:pt x="217" y="1581"/>
                  </a:lnTo>
                  <a:lnTo>
                    <a:pt x="257" y="1482"/>
                  </a:lnTo>
                  <a:lnTo>
                    <a:pt x="336" y="1344"/>
                  </a:lnTo>
                  <a:lnTo>
                    <a:pt x="454" y="1166"/>
                  </a:lnTo>
                  <a:lnTo>
                    <a:pt x="810" y="731"/>
                  </a:lnTo>
                  <a:lnTo>
                    <a:pt x="1304" y="198"/>
                  </a:lnTo>
                  <a:close/>
                  <a:moveTo>
                    <a:pt x="1323" y="1"/>
                  </a:moveTo>
                  <a:lnTo>
                    <a:pt x="1185" y="119"/>
                  </a:lnTo>
                  <a:lnTo>
                    <a:pt x="869" y="415"/>
                  </a:lnTo>
                  <a:lnTo>
                    <a:pt x="514" y="810"/>
                  </a:lnTo>
                  <a:lnTo>
                    <a:pt x="336" y="1008"/>
                  </a:lnTo>
                  <a:lnTo>
                    <a:pt x="217" y="1225"/>
                  </a:lnTo>
                  <a:lnTo>
                    <a:pt x="119" y="1423"/>
                  </a:lnTo>
                  <a:lnTo>
                    <a:pt x="40" y="1620"/>
                  </a:lnTo>
                  <a:lnTo>
                    <a:pt x="0" y="1818"/>
                  </a:lnTo>
                  <a:lnTo>
                    <a:pt x="0" y="2015"/>
                  </a:lnTo>
                  <a:lnTo>
                    <a:pt x="0" y="2193"/>
                  </a:lnTo>
                  <a:lnTo>
                    <a:pt x="59" y="2371"/>
                  </a:lnTo>
                  <a:lnTo>
                    <a:pt x="119" y="2529"/>
                  </a:lnTo>
                  <a:lnTo>
                    <a:pt x="237" y="2667"/>
                  </a:lnTo>
                  <a:lnTo>
                    <a:pt x="356" y="2786"/>
                  </a:lnTo>
                  <a:lnTo>
                    <a:pt x="533" y="2904"/>
                  </a:lnTo>
                  <a:lnTo>
                    <a:pt x="731" y="2983"/>
                  </a:lnTo>
                  <a:lnTo>
                    <a:pt x="948" y="3023"/>
                  </a:lnTo>
                  <a:lnTo>
                    <a:pt x="1165" y="3042"/>
                  </a:lnTo>
                  <a:lnTo>
                    <a:pt x="1383" y="3023"/>
                  </a:lnTo>
                  <a:lnTo>
                    <a:pt x="1501" y="2983"/>
                  </a:lnTo>
                  <a:lnTo>
                    <a:pt x="1600" y="2944"/>
                  </a:lnTo>
                  <a:lnTo>
                    <a:pt x="1719" y="2884"/>
                  </a:lnTo>
                  <a:lnTo>
                    <a:pt x="1798" y="2805"/>
                  </a:lnTo>
                  <a:lnTo>
                    <a:pt x="1995" y="2628"/>
                  </a:lnTo>
                  <a:lnTo>
                    <a:pt x="2193" y="2430"/>
                  </a:lnTo>
                  <a:lnTo>
                    <a:pt x="2548" y="1996"/>
                  </a:lnTo>
                  <a:lnTo>
                    <a:pt x="2805" y="1660"/>
                  </a:lnTo>
                  <a:lnTo>
                    <a:pt x="2904" y="1522"/>
                  </a:lnTo>
                  <a:lnTo>
                    <a:pt x="2785" y="1423"/>
                  </a:lnTo>
                  <a:lnTo>
                    <a:pt x="2607" y="1265"/>
                  </a:lnTo>
                  <a:lnTo>
                    <a:pt x="2193" y="850"/>
                  </a:lnTo>
                  <a:lnTo>
                    <a:pt x="1640" y="277"/>
                  </a:lnTo>
                  <a:lnTo>
                    <a:pt x="132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-1000075" y="3266000"/>
              <a:ext cx="252375" cy="325450"/>
            </a:xfrm>
            <a:custGeom>
              <a:rect b="b" l="l" r="r" t="t"/>
              <a:pathLst>
                <a:path extrusionOk="0" h="13018" w="10095">
                  <a:moveTo>
                    <a:pt x="6539" y="1"/>
                  </a:moveTo>
                  <a:lnTo>
                    <a:pt x="6361" y="20"/>
                  </a:lnTo>
                  <a:lnTo>
                    <a:pt x="6183" y="40"/>
                  </a:lnTo>
                  <a:lnTo>
                    <a:pt x="6025" y="99"/>
                  </a:lnTo>
                  <a:lnTo>
                    <a:pt x="5867" y="178"/>
                  </a:lnTo>
                  <a:lnTo>
                    <a:pt x="5729" y="277"/>
                  </a:lnTo>
                  <a:lnTo>
                    <a:pt x="5591" y="376"/>
                  </a:lnTo>
                  <a:lnTo>
                    <a:pt x="5472" y="514"/>
                  </a:lnTo>
                  <a:lnTo>
                    <a:pt x="5215" y="791"/>
                  </a:lnTo>
                  <a:lnTo>
                    <a:pt x="4939" y="1126"/>
                  </a:lnTo>
                  <a:lnTo>
                    <a:pt x="4623" y="1600"/>
                  </a:lnTo>
                  <a:lnTo>
                    <a:pt x="4188" y="2272"/>
                  </a:lnTo>
                  <a:lnTo>
                    <a:pt x="3655" y="3141"/>
                  </a:lnTo>
                  <a:lnTo>
                    <a:pt x="3063" y="4149"/>
                  </a:lnTo>
                  <a:lnTo>
                    <a:pt x="1779" y="6400"/>
                  </a:lnTo>
                  <a:lnTo>
                    <a:pt x="495" y="8711"/>
                  </a:lnTo>
                  <a:lnTo>
                    <a:pt x="356" y="8988"/>
                  </a:lnTo>
                  <a:lnTo>
                    <a:pt x="238" y="9245"/>
                  </a:lnTo>
                  <a:lnTo>
                    <a:pt x="139" y="9501"/>
                  </a:lnTo>
                  <a:lnTo>
                    <a:pt x="80" y="9738"/>
                  </a:lnTo>
                  <a:lnTo>
                    <a:pt x="40" y="9956"/>
                  </a:lnTo>
                  <a:lnTo>
                    <a:pt x="1" y="10173"/>
                  </a:lnTo>
                  <a:lnTo>
                    <a:pt x="1" y="10390"/>
                  </a:lnTo>
                  <a:lnTo>
                    <a:pt x="1" y="10568"/>
                  </a:lnTo>
                  <a:lnTo>
                    <a:pt x="40" y="10765"/>
                  </a:lnTo>
                  <a:lnTo>
                    <a:pt x="80" y="10923"/>
                  </a:lnTo>
                  <a:lnTo>
                    <a:pt x="119" y="11101"/>
                  </a:lnTo>
                  <a:lnTo>
                    <a:pt x="198" y="11240"/>
                  </a:lnTo>
                  <a:lnTo>
                    <a:pt x="258" y="11378"/>
                  </a:lnTo>
                  <a:lnTo>
                    <a:pt x="356" y="11516"/>
                  </a:lnTo>
                  <a:lnTo>
                    <a:pt x="534" y="11753"/>
                  </a:lnTo>
                  <a:lnTo>
                    <a:pt x="752" y="11970"/>
                  </a:lnTo>
                  <a:lnTo>
                    <a:pt x="969" y="12128"/>
                  </a:lnTo>
                  <a:lnTo>
                    <a:pt x="1166" y="12267"/>
                  </a:lnTo>
                  <a:lnTo>
                    <a:pt x="1364" y="12385"/>
                  </a:lnTo>
                  <a:lnTo>
                    <a:pt x="1680" y="12523"/>
                  </a:lnTo>
                  <a:lnTo>
                    <a:pt x="1798" y="12563"/>
                  </a:lnTo>
                  <a:lnTo>
                    <a:pt x="2075" y="12662"/>
                  </a:lnTo>
                  <a:lnTo>
                    <a:pt x="2391" y="12760"/>
                  </a:lnTo>
                  <a:lnTo>
                    <a:pt x="2786" y="12859"/>
                  </a:lnTo>
                  <a:lnTo>
                    <a:pt x="3240" y="12938"/>
                  </a:lnTo>
                  <a:lnTo>
                    <a:pt x="3774" y="12997"/>
                  </a:lnTo>
                  <a:lnTo>
                    <a:pt x="4030" y="13017"/>
                  </a:lnTo>
                  <a:lnTo>
                    <a:pt x="4327" y="13017"/>
                  </a:lnTo>
                  <a:lnTo>
                    <a:pt x="4603" y="12997"/>
                  </a:lnTo>
                  <a:lnTo>
                    <a:pt x="4880" y="12958"/>
                  </a:lnTo>
                  <a:lnTo>
                    <a:pt x="5156" y="12899"/>
                  </a:lnTo>
                  <a:lnTo>
                    <a:pt x="5413" y="12820"/>
                  </a:lnTo>
                  <a:lnTo>
                    <a:pt x="5670" y="12721"/>
                  </a:lnTo>
                  <a:lnTo>
                    <a:pt x="5887" y="12583"/>
                  </a:lnTo>
                  <a:lnTo>
                    <a:pt x="6104" y="12425"/>
                  </a:lnTo>
                  <a:lnTo>
                    <a:pt x="6322" y="12247"/>
                  </a:lnTo>
                  <a:lnTo>
                    <a:pt x="6519" y="12049"/>
                  </a:lnTo>
                  <a:lnTo>
                    <a:pt x="6717" y="11832"/>
                  </a:lnTo>
                  <a:lnTo>
                    <a:pt x="6894" y="11595"/>
                  </a:lnTo>
                  <a:lnTo>
                    <a:pt x="7072" y="11338"/>
                  </a:lnTo>
                  <a:lnTo>
                    <a:pt x="7428" y="10805"/>
                  </a:lnTo>
                  <a:lnTo>
                    <a:pt x="7763" y="10212"/>
                  </a:lnTo>
                  <a:lnTo>
                    <a:pt x="8099" y="9600"/>
                  </a:lnTo>
                  <a:lnTo>
                    <a:pt x="8455" y="8948"/>
                  </a:lnTo>
                  <a:lnTo>
                    <a:pt x="8791" y="8277"/>
                  </a:lnTo>
                  <a:lnTo>
                    <a:pt x="9126" y="7566"/>
                  </a:lnTo>
                  <a:lnTo>
                    <a:pt x="9423" y="6835"/>
                  </a:lnTo>
                  <a:lnTo>
                    <a:pt x="9679" y="6124"/>
                  </a:lnTo>
                  <a:lnTo>
                    <a:pt x="9798" y="5748"/>
                  </a:lnTo>
                  <a:lnTo>
                    <a:pt x="9877" y="5393"/>
                  </a:lnTo>
                  <a:lnTo>
                    <a:pt x="9956" y="5037"/>
                  </a:lnTo>
                  <a:lnTo>
                    <a:pt x="10035" y="4682"/>
                  </a:lnTo>
                  <a:lnTo>
                    <a:pt x="10074" y="4346"/>
                  </a:lnTo>
                  <a:lnTo>
                    <a:pt x="10094" y="3991"/>
                  </a:lnTo>
                  <a:lnTo>
                    <a:pt x="10094" y="3674"/>
                  </a:lnTo>
                  <a:lnTo>
                    <a:pt x="10074" y="3358"/>
                  </a:lnTo>
                  <a:lnTo>
                    <a:pt x="10035" y="3062"/>
                  </a:lnTo>
                  <a:lnTo>
                    <a:pt x="9956" y="2766"/>
                  </a:lnTo>
                  <a:lnTo>
                    <a:pt x="9877" y="2509"/>
                  </a:lnTo>
                  <a:lnTo>
                    <a:pt x="9758" y="2252"/>
                  </a:lnTo>
                  <a:lnTo>
                    <a:pt x="9640" y="1996"/>
                  </a:lnTo>
                  <a:lnTo>
                    <a:pt x="9482" y="1759"/>
                  </a:lnTo>
                  <a:lnTo>
                    <a:pt x="9324" y="1541"/>
                  </a:lnTo>
                  <a:lnTo>
                    <a:pt x="9146" y="1344"/>
                  </a:lnTo>
                  <a:lnTo>
                    <a:pt x="8929" y="1146"/>
                  </a:lnTo>
                  <a:lnTo>
                    <a:pt x="8712" y="949"/>
                  </a:lnTo>
                  <a:lnTo>
                    <a:pt x="8494" y="791"/>
                  </a:lnTo>
                  <a:lnTo>
                    <a:pt x="8238" y="613"/>
                  </a:lnTo>
                  <a:lnTo>
                    <a:pt x="7981" y="475"/>
                  </a:lnTo>
                  <a:lnTo>
                    <a:pt x="7704" y="317"/>
                  </a:lnTo>
                  <a:lnTo>
                    <a:pt x="7428" y="198"/>
                  </a:lnTo>
                  <a:lnTo>
                    <a:pt x="7171" y="119"/>
                  </a:lnTo>
                  <a:lnTo>
                    <a:pt x="6954" y="40"/>
                  </a:lnTo>
                  <a:lnTo>
                    <a:pt x="67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-1423750" y="3975100"/>
              <a:ext cx="253850" cy="137300"/>
            </a:xfrm>
            <a:custGeom>
              <a:rect b="b" l="l" r="r" t="t"/>
              <a:pathLst>
                <a:path extrusionOk="0" h="5492" w="10154">
                  <a:moveTo>
                    <a:pt x="178" y="1"/>
                  </a:moveTo>
                  <a:lnTo>
                    <a:pt x="1" y="277"/>
                  </a:lnTo>
                  <a:lnTo>
                    <a:pt x="1285" y="1008"/>
                  </a:lnTo>
                  <a:lnTo>
                    <a:pt x="2509" y="1680"/>
                  </a:lnTo>
                  <a:lnTo>
                    <a:pt x="3754" y="2351"/>
                  </a:lnTo>
                  <a:lnTo>
                    <a:pt x="5373" y="3200"/>
                  </a:lnTo>
                  <a:lnTo>
                    <a:pt x="7427" y="4228"/>
                  </a:lnTo>
                  <a:lnTo>
                    <a:pt x="9975" y="5492"/>
                  </a:lnTo>
                  <a:lnTo>
                    <a:pt x="10153" y="5097"/>
                  </a:lnTo>
                  <a:lnTo>
                    <a:pt x="9936" y="4998"/>
                  </a:lnTo>
                  <a:lnTo>
                    <a:pt x="9264" y="4702"/>
                  </a:lnTo>
                  <a:lnTo>
                    <a:pt x="8257" y="4188"/>
                  </a:lnTo>
                  <a:lnTo>
                    <a:pt x="7625" y="3872"/>
                  </a:lnTo>
                  <a:lnTo>
                    <a:pt x="6934" y="3477"/>
                  </a:lnTo>
                  <a:lnTo>
                    <a:pt x="6084" y="3023"/>
                  </a:lnTo>
                  <a:lnTo>
                    <a:pt x="5077" y="2489"/>
                  </a:lnTo>
                  <a:lnTo>
                    <a:pt x="2825" y="1344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-1731375" y="3345000"/>
              <a:ext cx="124950" cy="251375"/>
            </a:xfrm>
            <a:custGeom>
              <a:rect b="b" l="l" r="r" t="t"/>
              <a:pathLst>
                <a:path extrusionOk="0" h="10055" w="4998">
                  <a:moveTo>
                    <a:pt x="395" y="1"/>
                  </a:moveTo>
                  <a:lnTo>
                    <a:pt x="178" y="40"/>
                  </a:lnTo>
                  <a:lnTo>
                    <a:pt x="40" y="60"/>
                  </a:lnTo>
                  <a:lnTo>
                    <a:pt x="20" y="100"/>
                  </a:lnTo>
                  <a:lnTo>
                    <a:pt x="0" y="119"/>
                  </a:lnTo>
                  <a:lnTo>
                    <a:pt x="2331" y="5117"/>
                  </a:lnTo>
                  <a:lnTo>
                    <a:pt x="4622" y="10055"/>
                  </a:lnTo>
                  <a:lnTo>
                    <a:pt x="4997" y="9699"/>
                  </a:lnTo>
                  <a:lnTo>
                    <a:pt x="4089" y="7823"/>
                  </a:lnTo>
                  <a:lnTo>
                    <a:pt x="2528" y="4524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98B1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-1187225" y="3148475"/>
              <a:ext cx="262250" cy="196550"/>
            </a:xfrm>
            <a:custGeom>
              <a:rect b="b" l="l" r="r" t="t"/>
              <a:pathLst>
                <a:path extrusionOk="0" h="7862" w="10490">
                  <a:moveTo>
                    <a:pt x="119" y="1"/>
                  </a:moveTo>
                  <a:lnTo>
                    <a:pt x="60" y="20"/>
                  </a:lnTo>
                  <a:lnTo>
                    <a:pt x="40" y="40"/>
                  </a:lnTo>
                  <a:lnTo>
                    <a:pt x="21" y="60"/>
                  </a:lnTo>
                  <a:lnTo>
                    <a:pt x="1" y="99"/>
                  </a:lnTo>
                  <a:lnTo>
                    <a:pt x="21" y="159"/>
                  </a:lnTo>
                  <a:lnTo>
                    <a:pt x="60" y="297"/>
                  </a:lnTo>
                  <a:lnTo>
                    <a:pt x="139" y="494"/>
                  </a:lnTo>
                  <a:lnTo>
                    <a:pt x="258" y="712"/>
                  </a:lnTo>
                  <a:lnTo>
                    <a:pt x="435" y="949"/>
                  </a:lnTo>
                  <a:lnTo>
                    <a:pt x="633" y="1225"/>
                  </a:lnTo>
                  <a:lnTo>
                    <a:pt x="870" y="1541"/>
                  </a:lnTo>
                  <a:lnTo>
                    <a:pt x="1127" y="1838"/>
                  </a:lnTo>
                  <a:lnTo>
                    <a:pt x="1423" y="2173"/>
                  </a:lnTo>
                  <a:lnTo>
                    <a:pt x="1739" y="2509"/>
                  </a:lnTo>
                  <a:lnTo>
                    <a:pt x="2095" y="2845"/>
                  </a:lnTo>
                  <a:lnTo>
                    <a:pt x="2470" y="3181"/>
                  </a:lnTo>
                  <a:lnTo>
                    <a:pt x="2845" y="3516"/>
                  </a:lnTo>
                  <a:lnTo>
                    <a:pt x="3260" y="3813"/>
                  </a:lnTo>
                  <a:lnTo>
                    <a:pt x="3695" y="4129"/>
                  </a:lnTo>
                  <a:lnTo>
                    <a:pt x="6993" y="6321"/>
                  </a:lnTo>
                  <a:lnTo>
                    <a:pt x="9265" y="7862"/>
                  </a:lnTo>
                  <a:lnTo>
                    <a:pt x="10489" y="5788"/>
                  </a:lnTo>
                  <a:lnTo>
                    <a:pt x="9028" y="4860"/>
                  </a:lnTo>
                  <a:lnTo>
                    <a:pt x="6796" y="3477"/>
                  </a:lnTo>
                  <a:lnTo>
                    <a:pt x="5887" y="2944"/>
                  </a:lnTo>
                  <a:lnTo>
                    <a:pt x="4880" y="2351"/>
                  </a:lnTo>
                  <a:lnTo>
                    <a:pt x="3813" y="1759"/>
                  </a:lnTo>
                  <a:lnTo>
                    <a:pt x="2766" y="1205"/>
                  </a:lnTo>
                  <a:lnTo>
                    <a:pt x="1798" y="712"/>
                  </a:lnTo>
                  <a:lnTo>
                    <a:pt x="969" y="317"/>
                  </a:lnTo>
                  <a:lnTo>
                    <a:pt x="653" y="178"/>
                  </a:lnTo>
                  <a:lnTo>
                    <a:pt x="376" y="80"/>
                  </a:lnTo>
                  <a:lnTo>
                    <a:pt x="179" y="2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-1768900" y="3553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-1768425" y="355092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-1782750" y="3483275"/>
              <a:ext cx="58800" cy="75075"/>
            </a:xfrm>
            <a:custGeom>
              <a:rect b="b" l="l" r="r" t="t"/>
              <a:pathLst>
                <a:path extrusionOk="0" h="3003" w="2352">
                  <a:moveTo>
                    <a:pt x="1324" y="20"/>
                  </a:moveTo>
                  <a:lnTo>
                    <a:pt x="1364" y="40"/>
                  </a:lnTo>
                  <a:lnTo>
                    <a:pt x="1364" y="40"/>
                  </a:lnTo>
                  <a:lnTo>
                    <a:pt x="1344" y="20"/>
                  </a:lnTo>
                  <a:close/>
                  <a:moveTo>
                    <a:pt x="969" y="99"/>
                  </a:moveTo>
                  <a:lnTo>
                    <a:pt x="969" y="119"/>
                  </a:lnTo>
                  <a:lnTo>
                    <a:pt x="949" y="11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89" y="119"/>
                  </a:lnTo>
                  <a:lnTo>
                    <a:pt x="1008" y="129"/>
                  </a:lnTo>
                  <a:lnTo>
                    <a:pt x="969" y="99"/>
                  </a:lnTo>
                  <a:close/>
                  <a:moveTo>
                    <a:pt x="1008" y="129"/>
                  </a:moveTo>
                  <a:lnTo>
                    <a:pt x="1048" y="159"/>
                  </a:lnTo>
                  <a:lnTo>
                    <a:pt x="1048" y="159"/>
                  </a:lnTo>
                  <a:lnTo>
                    <a:pt x="1041" y="145"/>
                  </a:lnTo>
                  <a:lnTo>
                    <a:pt x="1041" y="145"/>
                  </a:lnTo>
                  <a:lnTo>
                    <a:pt x="1028" y="139"/>
                  </a:lnTo>
                  <a:lnTo>
                    <a:pt x="1008" y="129"/>
                  </a:lnTo>
                  <a:close/>
                  <a:moveTo>
                    <a:pt x="1028" y="119"/>
                  </a:moveTo>
                  <a:lnTo>
                    <a:pt x="1041" y="145"/>
                  </a:lnTo>
                  <a:lnTo>
                    <a:pt x="1041" y="145"/>
                  </a:lnTo>
                  <a:lnTo>
                    <a:pt x="1068" y="159"/>
                  </a:lnTo>
                  <a:lnTo>
                    <a:pt x="1028" y="119"/>
                  </a:lnTo>
                  <a:close/>
                  <a:moveTo>
                    <a:pt x="1048" y="159"/>
                  </a:moveTo>
                  <a:lnTo>
                    <a:pt x="1074" y="172"/>
                  </a:lnTo>
                  <a:lnTo>
                    <a:pt x="1074" y="172"/>
                  </a:lnTo>
                  <a:lnTo>
                    <a:pt x="1068" y="159"/>
                  </a:lnTo>
                  <a:close/>
                  <a:moveTo>
                    <a:pt x="1087" y="435"/>
                  </a:moveTo>
                  <a:lnTo>
                    <a:pt x="1107" y="455"/>
                  </a:lnTo>
                  <a:lnTo>
                    <a:pt x="1068" y="435"/>
                  </a:lnTo>
                  <a:close/>
                  <a:moveTo>
                    <a:pt x="811" y="494"/>
                  </a:moveTo>
                  <a:lnTo>
                    <a:pt x="850" y="534"/>
                  </a:lnTo>
                  <a:lnTo>
                    <a:pt x="850" y="554"/>
                  </a:lnTo>
                  <a:lnTo>
                    <a:pt x="811" y="494"/>
                  </a:lnTo>
                  <a:close/>
                  <a:moveTo>
                    <a:pt x="613" y="731"/>
                  </a:moveTo>
                  <a:lnTo>
                    <a:pt x="673" y="771"/>
                  </a:lnTo>
                  <a:lnTo>
                    <a:pt x="653" y="751"/>
                  </a:lnTo>
                  <a:lnTo>
                    <a:pt x="633" y="731"/>
                  </a:lnTo>
                  <a:close/>
                  <a:moveTo>
                    <a:pt x="594" y="652"/>
                  </a:moveTo>
                  <a:lnTo>
                    <a:pt x="594" y="672"/>
                  </a:lnTo>
                  <a:lnTo>
                    <a:pt x="574" y="692"/>
                  </a:lnTo>
                  <a:lnTo>
                    <a:pt x="534" y="672"/>
                  </a:lnTo>
                  <a:lnTo>
                    <a:pt x="534" y="672"/>
                  </a:lnTo>
                  <a:lnTo>
                    <a:pt x="594" y="771"/>
                  </a:lnTo>
                  <a:lnTo>
                    <a:pt x="653" y="791"/>
                  </a:lnTo>
                  <a:lnTo>
                    <a:pt x="712" y="830"/>
                  </a:lnTo>
                  <a:lnTo>
                    <a:pt x="712" y="830"/>
                  </a:lnTo>
                  <a:lnTo>
                    <a:pt x="633" y="771"/>
                  </a:lnTo>
                  <a:lnTo>
                    <a:pt x="574" y="712"/>
                  </a:lnTo>
                  <a:lnTo>
                    <a:pt x="594" y="712"/>
                  </a:lnTo>
                  <a:lnTo>
                    <a:pt x="633" y="731"/>
                  </a:lnTo>
                  <a:lnTo>
                    <a:pt x="633" y="712"/>
                  </a:lnTo>
                  <a:lnTo>
                    <a:pt x="653" y="712"/>
                  </a:lnTo>
                  <a:lnTo>
                    <a:pt x="613" y="652"/>
                  </a:lnTo>
                  <a:close/>
                  <a:moveTo>
                    <a:pt x="475" y="988"/>
                  </a:moveTo>
                  <a:lnTo>
                    <a:pt x="495" y="1008"/>
                  </a:lnTo>
                  <a:lnTo>
                    <a:pt x="455" y="1008"/>
                  </a:lnTo>
                  <a:lnTo>
                    <a:pt x="475" y="1028"/>
                  </a:lnTo>
                  <a:lnTo>
                    <a:pt x="515" y="1047"/>
                  </a:lnTo>
                  <a:lnTo>
                    <a:pt x="475" y="1047"/>
                  </a:lnTo>
                  <a:lnTo>
                    <a:pt x="574" y="1087"/>
                  </a:lnTo>
                  <a:lnTo>
                    <a:pt x="554" y="1067"/>
                  </a:lnTo>
                  <a:lnTo>
                    <a:pt x="574" y="1067"/>
                  </a:lnTo>
                  <a:lnTo>
                    <a:pt x="607" y="1100"/>
                  </a:lnTo>
                  <a:lnTo>
                    <a:pt x="594" y="1087"/>
                  </a:lnTo>
                  <a:lnTo>
                    <a:pt x="594" y="1067"/>
                  </a:lnTo>
                  <a:lnTo>
                    <a:pt x="554" y="1028"/>
                  </a:lnTo>
                  <a:lnTo>
                    <a:pt x="475" y="988"/>
                  </a:lnTo>
                  <a:close/>
                  <a:moveTo>
                    <a:pt x="613" y="1107"/>
                  </a:moveTo>
                  <a:lnTo>
                    <a:pt x="633" y="1126"/>
                  </a:lnTo>
                  <a:lnTo>
                    <a:pt x="653" y="1146"/>
                  </a:lnTo>
                  <a:lnTo>
                    <a:pt x="613" y="1107"/>
                  </a:lnTo>
                  <a:close/>
                  <a:moveTo>
                    <a:pt x="436" y="1205"/>
                  </a:moveTo>
                  <a:lnTo>
                    <a:pt x="436" y="1205"/>
                  </a:lnTo>
                  <a:lnTo>
                    <a:pt x="436" y="1205"/>
                  </a:lnTo>
                  <a:close/>
                  <a:moveTo>
                    <a:pt x="455" y="1304"/>
                  </a:moveTo>
                  <a:lnTo>
                    <a:pt x="436" y="1324"/>
                  </a:lnTo>
                  <a:lnTo>
                    <a:pt x="440" y="1339"/>
                  </a:lnTo>
                  <a:lnTo>
                    <a:pt x="440" y="1339"/>
                  </a:lnTo>
                  <a:lnTo>
                    <a:pt x="455" y="1324"/>
                  </a:lnTo>
                  <a:lnTo>
                    <a:pt x="455" y="1304"/>
                  </a:lnTo>
                  <a:close/>
                  <a:moveTo>
                    <a:pt x="440" y="1339"/>
                  </a:moveTo>
                  <a:lnTo>
                    <a:pt x="436" y="1344"/>
                  </a:lnTo>
                  <a:lnTo>
                    <a:pt x="445" y="1354"/>
                  </a:lnTo>
                  <a:lnTo>
                    <a:pt x="440" y="1339"/>
                  </a:lnTo>
                  <a:close/>
                  <a:moveTo>
                    <a:pt x="1680" y="1477"/>
                  </a:moveTo>
                  <a:lnTo>
                    <a:pt x="1680" y="1482"/>
                  </a:lnTo>
                  <a:lnTo>
                    <a:pt x="1739" y="1521"/>
                  </a:lnTo>
                  <a:lnTo>
                    <a:pt x="1680" y="1477"/>
                  </a:lnTo>
                  <a:close/>
                  <a:moveTo>
                    <a:pt x="324" y="1732"/>
                  </a:moveTo>
                  <a:lnTo>
                    <a:pt x="357" y="1758"/>
                  </a:lnTo>
                  <a:lnTo>
                    <a:pt x="337" y="1758"/>
                  </a:lnTo>
                  <a:lnTo>
                    <a:pt x="324" y="1732"/>
                  </a:lnTo>
                  <a:close/>
                  <a:moveTo>
                    <a:pt x="495" y="1739"/>
                  </a:moveTo>
                  <a:lnTo>
                    <a:pt x="495" y="1758"/>
                  </a:lnTo>
                  <a:lnTo>
                    <a:pt x="515" y="1778"/>
                  </a:lnTo>
                  <a:lnTo>
                    <a:pt x="495" y="1739"/>
                  </a:lnTo>
                  <a:close/>
                  <a:moveTo>
                    <a:pt x="1087" y="2055"/>
                  </a:moveTo>
                  <a:lnTo>
                    <a:pt x="1107" y="2074"/>
                  </a:lnTo>
                  <a:lnTo>
                    <a:pt x="1166" y="2134"/>
                  </a:lnTo>
                  <a:lnTo>
                    <a:pt x="1166" y="2134"/>
                  </a:lnTo>
                  <a:lnTo>
                    <a:pt x="1147" y="2094"/>
                  </a:lnTo>
                  <a:lnTo>
                    <a:pt x="1206" y="2153"/>
                  </a:lnTo>
                  <a:lnTo>
                    <a:pt x="1166" y="2094"/>
                  </a:lnTo>
                  <a:lnTo>
                    <a:pt x="1087" y="2055"/>
                  </a:lnTo>
                  <a:close/>
                  <a:moveTo>
                    <a:pt x="199" y="2134"/>
                  </a:moveTo>
                  <a:lnTo>
                    <a:pt x="218" y="2153"/>
                  </a:lnTo>
                  <a:lnTo>
                    <a:pt x="218" y="2134"/>
                  </a:lnTo>
                  <a:close/>
                  <a:moveTo>
                    <a:pt x="515" y="2193"/>
                  </a:moveTo>
                  <a:lnTo>
                    <a:pt x="534" y="2213"/>
                  </a:lnTo>
                  <a:lnTo>
                    <a:pt x="554" y="2213"/>
                  </a:lnTo>
                  <a:lnTo>
                    <a:pt x="515" y="2193"/>
                  </a:lnTo>
                  <a:close/>
                  <a:moveTo>
                    <a:pt x="1" y="2351"/>
                  </a:moveTo>
                  <a:lnTo>
                    <a:pt x="40" y="2371"/>
                  </a:lnTo>
                  <a:lnTo>
                    <a:pt x="21" y="2351"/>
                  </a:lnTo>
                  <a:close/>
                  <a:moveTo>
                    <a:pt x="278" y="2391"/>
                  </a:moveTo>
                  <a:lnTo>
                    <a:pt x="317" y="2430"/>
                  </a:lnTo>
                  <a:lnTo>
                    <a:pt x="297" y="2430"/>
                  </a:lnTo>
                  <a:lnTo>
                    <a:pt x="238" y="2391"/>
                  </a:lnTo>
                  <a:close/>
                  <a:moveTo>
                    <a:pt x="1226" y="2430"/>
                  </a:moveTo>
                  <a:lnTo>
                    <a:pt x="1245" y="2450"/>
                  </a:lnTo>
                  <a:lnTo>
                    <a:pt x="1265" y="2470"/>
                  </a:lnTo>
                  <a:lnTo>
                    <a:pt x="1265" y="2470"/>
                  </a:lnTo>
                  <a:lnTo>
                    <a:pt x="1186" y="2430"/>
                  </a:lnTo>
                  <a:close/>
                  <a:moveTo>
                    <a:pt x="1324" y="2470"/>
                  </a:moveTo>
                  <a:lnTo>
                    <a:pt x="1324" y="2470"/>
                  </a:lnTo>
                  <a:lnTo>
                    <a:pt x="1324" y="2470"/>
                  </a:lnTo>
                  <a:close/>
                  <a:moveTo>
                    <a:pt x="1166" y="2509"/>
                  </a:moveTo>
                  <a:lnTo>
                    <a:pt x="1186" y="2529"/>
                  </a:lnTo>
                  <a:lnTo>
                    <a:pt x="1206" y="2549"/>
                  </a:lnTo>
                  <a:lnTo>
                    <a:pt x="1166" y="2509"/>
                  </a:lnTo>
                  <a:close/>
                  <a:moveTo>
                    <a:pt x="297" y="2549"/>
                  </a:moveTo>
                  <a:lnTo>
                    <a:pt x="317" y="2568"/>
                  </a:lnTo>
                  <a:lnTo>
                    <a:pt x="337" y="2568"/>
                  </a:lnTo>
                  <a:lnTo>
                    <a:pt x="297" y="2549"/>
                  </a:lnTo>
                  <a:close/>
                  <a:moveTo>
                    <a:pt x="673" y="2568"/>
                  </a:moveTo>
                  <a:lnTo>
                    <a:pt x="673" y="2608"/>
                  </a:lnTo>
                  <a:lnTo>
                    <a:pt x="692" y="2588"/>
                  </a:lnTo>
                  <a:lnTo>
                    <a:pt x="673" y="2568"/>
                  </a:lnTo>
                  <a:close/>
                  <a:moveTo>
                    <a:pt x="1166" y="2588"/>
                  </a:moveTo>
                  <a:lnTo>
                    <a:pt x="1166" y="2608"/>
                  </a:lnTo>
                  <a:lnTo>
                    <a:pt x="1226" y="2647"/>
                  </a:lnTo>
                  <a:lnTo>
                    <a:pt x="1226" y="2647"/>
                  </a:lnTo>
                  <a:lnTo>
                    <a:pt x="1206" y="2628"/>
                  </a:lnTo>
                  <a:lnTo>
                    <a:pt x="1166" y="2588"/>
                  </a:lnTo>
                  <a:close/>
                  <a:moveTo>
                    <a:pt x="771" y="2647"/>
                  </a:moveTo>
                  <a:lnTo>
                    <a:pt x="831" y="2707"/>
                  </a:lnTo>
                  <a:lnTo>
                    <a:pt x="929" y="2805"/>
                  </a:lnTo>
                  <a:lnTo>
                    <a:pt x="910" y="2766"/>
                  </a:lnTo>
                  <a:lnTo>
                    <a:pt x="870" y="2726"/>
                  </a:lnTo>
                  <a:lnTo>
                    <a:pt x="771" y="2647"/>
                  </a:lnTo>
                  <a:close/>
                  <a:moveTo>
                    <a:pt x="732" y="2825"/>
                  </a:moveTo>
                  <a:lnTo>
                    <a:pt x="752" y="2845"/>
                  </a:lnTo>
                  <a:lnTo>
                    <a:pt x="771" y="2884"/>
                  </a:lnTo>
                  <a:lnTo>
                    <a:pt x="791" y="2884"/>
                  </a:lnTo>
                  <a:lnTo>
                    <a:pt x="771" y="2865"/>
                  </a:lnTo>
                  <a:lnTo>
                    <a:pt x="752" y="2845"/>
                  </a:lnTo>
                  <a:lnTo>
                    <a:pt x="752" y="2845"/>
                  </a:lnTo>
                  <a:lnTo>
                    <a:pt x="791" y="2865"/>
                  </a:lnTo>
                  <a:lnTo>
                    <a:pt x="732" y="2825"/>
                  </a:lnTo>
                  <a:close/>
                  <a:moveTo>
                    <a:pt x="1443" y="1"/>
                  </a:moveTo>
                  <a:lnTo>
                    <a:pt x="1443" y="20"/>
                  </a:lnTo>
                  <a:lnTo>
                    <a:pt x="1463" y="40"/>
                  </a:lnTo>
                  <a:lnTo>
                    <a:pt x="1482" y="60"/>
                  </a:lnTo>
                  <a:lnTo>
                    <a:pt x="1463" y="60"/>
                  </a:lnTo>
                  <a:lnTo>
                    <a:pt x="1443" y="40"/>
                  </a:lnTo>
                  <a:lnTo>
                    <a:pt x="1443" y="60"/>
                  </a:lnTo>
                  <a:lnTo>
                    <a:pt x="1423" y="60"/>
                  </a:lnTo>
                  <a:lnTo>
                    <a:pt x="1364" y="40"/>
                  </a:lnTo>
                  <a:lnTo>
                    <a:pt x="1344" y="40"/>
                  </a:lnTo>
                  <a:lnTo>
                    <a:pt x="1344" y="60"/>
                  </a:lnTo>
                  <a:lnTo>
                    <a:pt x="1384" y="80"/>
                  </a:lnTo>
                  <a:lnTo>
                    <a:pt x="1384" y="80"/>
                  </a:lnTo>
                  <a:lnTo>
                    <a:pt x="1324" y="60"/>
                  </a:lnTo>
                  <a:lnTo>
                    <a:pt x="1423" y="139"/>
                  </a:lnTo>
                  <a:lnTo>
                    <a:pt x="1463" y="159"/>
                  </a:lnTo>
                  <a:lnTo>
                    <a:pt x="1482" y="198"/>
                  </a:lnTo>
                  <a:lnTo>
                    <a:pt x="1423" y="178"/>
                  </a:lnTo>
                  <a:lnTo>
                    <a:pt x="1384" y="139"/>
                  </a:lnTo>
                  <a:lnTo>
                    <a:pt x="1324" y="99"/>
                  </a:lnTo>
                  <a:lnTo>
                    <a:pt x="1324" y="99"/>
                  </a:lnTo>
                  <a:lnTo>
                    <a:pt x="1285" y="80"/>
                  </a:lnTo>
                  <a:lnTo>
                    <a:pt x="1245" y="80"/>
                  </a:lnTo>
                  <a:lnTo>
                    <a:pt x="1206" y="40"/>
                  </a:lnTo>
                  <a:lnTo>
                    <a:pt x="1147" y="40"/>
                  </a:lnTo>
                  <a:lnTo>
                    <a:pt x="1186" y="80"/>
                  </a:lnTo>
                  <a:lnTo>
                    <a:pt x="1147" y="80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27" y="80"/>
                  </a:lnTo>
                  <a:lnTo>
                    <a:pt x="1107" y="80"/>
                  </a:lnTo>
                  <a:lnTo>
                    <a:pt x="1107" y="99"/>
                  </a:lnTo>
                  <a:lnTo>
                    <a:pt x="1127" y="119"/>
                  </a:lnTo>
                  <a:lnTo>
                    <a:pt x="1107" y="139"/>
                  </a:lnTo>
                  <a:lnTo>
                    <a:pt x="1087" y="119"/>
                  </a:lnTo>
                  <a:lnTo>
                    <a:pt x="1048" y="99"/>
                  </a:lnTo>
                  <a:lnTo>
                    <a:pt x="1107" y="159"/>
                  </a:lnTo>
                  <a:lnTo>
                    <a:pt x="1186" y="218"/>
                  </a:lnTo>
                  <a:lnTo>
                    <a:pt x="1186" y="218"/>
                  </a:lnTo>
                  <a:lnTo>
                    <a:pt x="1127" y="198"/>
                  </a:lnTo>
                  <a:lnTo>
                    <a:pt x="1074" y="172"/>
                  </a:lnTo>
                  <a:lnTo>
                    <a:pt x="1074" y="172"/>
                  </a:lnTo>
                  <a:lnTo>
                    <a:pt x="1087" y="198"/>
                  </a:lnTo>
                  <a:lnTo>
                    <a:pt x="1107" y="238"/>
                  </a:lnTo>
                  <a:lnTo>
                    <a:pt x="1186" y="297"/>
                  </a:lnTo>
                  <a:lnTo>
                    <a:pt x="1127" y="297"/>
                  </a:lnTo>
                  <a:lnTo>
                    <a:pt x="1087" y="257"/>
                  </a:lnTo>
                  <a:lnTo>
                    <a:pt x="1048" y="218"/>
                  </a:lnTo>
                  <a:lnTo>
                    <a:pt x="1048" y="238"/>
                  </a:lnTo>
                  <a:lnTo>
                    <a:pt x="1028" y="238"/>
                  </a:lnTo>
                  <a:lnTo>
                    <a:pt x="969" y="218"/>
                  </a:lnTo>
                  <a:lnTo>
                    <a:pt x="969" y="218"/>
                  </a:lnTo>
                  <a:lnTo>
                    <a:pt x="1008" y="238"/>
                  </a:lnTo>
                  <a:lnTo>
                    <a:pt x="1048" y="277"/>
                  </a:lnTo>
                  <a:lnTo>
                    <a:pt x="1048" y="277"/>
                  </a:lnTo>
                  <a:lnTo>
                    <a:pt x="969" y="238"/>
                  </a:lnTo>
                  <a:lnTo>
                    <a:pt x="949" y="257"/>
                  </a:lnTo>
                  <a:lnTo>
                    <a:pt x="890" y="257"/>
                  </a:lnTo>
                  <a:lnTo>
                    <a:pt x="890" y="277"/>
                  </a:lnTo>
                  <a:lnTo>
                    <a:pt x="969" y="317"/>
                  </a:lnTo>
                  <a:lnTo>
                    <a:pt x="969" y="317"/>
                  </a:lnTo>
                  <a:lnTo>
                    <a:pt x="910" y="277"/>
                  </a:lnTo>
                  <a:lnTo>
                    <a:pt x="1008" y="336"/>
                  </a:lnTo>
                  <a:lnTo>
                    <a:pt x="1087" y="415"/>
                  </a:lnTo>
                  <a:lnTo>
                    <a:pt x="1068" y="415"/>
                  </a:lnTo>
                  <a:lnTo>
                    <a:pt x="1028" y="396"/>
                  </a:lnTo>
                  <a:lnTo>
                    <a:pt x="1028" y="396"/>
                  </a:lnTo>
                  <a:lnTo>
                    <a:pt x="1041" y="422"/>
                  </a:lnTo>
                  <a:lnTo>
                    <a:pt x="1041" y="422"/>
                  </a:lnTo>
                  <a:lnTo>
                    <a:pt x="1028" y="415"/>
                  </a:lnTo>
                  <a:lnTo>
                    <a:pt x="1028" y="435"/>
                  </a:lnTo>
                  <a:lnTo>
                    <a:pt x="969" y="376"/>
                  </a:lnTo>
                  <a:lnTo>
                    <a:pt x="929" y="376"/>
                  </a:lnTo>
                  <a:lnTo>
                    <a:pt x="890" y="336"/>
                  </a:lnTo>
                  <a:lnTo>
                    <a:pt x="890" y="356"/>
                  </a:lnTo>
                  <a:lnTo>
                    <a:pt x="831" y="297"/>
                  </a:lnTo>
                  <a:lnTo>
                    <a:pt x="811" y="297"/>
                  </a:lnTo>
                  <a:lnTo>
                    <a:pt x="831" y="317"/>
                  </a:lnTo>
                  <a:lnTo>
                    <a:pt x="831" y="336"/>
                  </a:lnTo>
                  <a:lnTo>
                    <a:pt x="791" y="317"/>
                  </a:lnTo>
                  <a:lnTo>
                    <a:pt x="850" y="356"/>
                  </a:lnTo>
                  <a:lnTo>
                    <a:pt x="771" y="356"/>
                  </a:lnTo>
                  <a:lnTo>
                    <a:pt x="811" y="396"/>
                  </a:lnTo>
                  <a:lnTo>
                    <a:pt x="831" y="415"/>
                  </a:lnTo>
                  <a:lnTo>
                    <a:pt x="791" y="396"/>
                  </a:lnTo>
                  <a:lnTo>
                    <a:pt x="752" y="396"/>
                  </a:lnTo>
                  <a:lnTo>
                    <a:pt x="771" y="435"/>
                  </a:lnTo>
                  <a:lnTo>
                    <a:pt x="850" y="494"/>
                  </a:lnTo>
                  <a:lnTo>
                    <a:pt x="850" y="514"/>
                  </a:lnTo>
                  <a:lnTo>
                    <a:pt x="831" y="494"/>
                  </a:lnTo>
                  <a:lnTo>
                    <a:pt x="791" y="475"/>
                  </a:lnTo>
                  <a:lnTo>
                    <a:pt x="811" y="494"/>
                  </a:lnTo>
                  <a:lnTo>
                    <a:pt x="771" y="475"/>
                  </a:lnTo>
                  <a:lnTo>
                    <a:pt x="752" y="494"/>
                  </a:lnTo>
                  <a:lnTo>
                    <a:pt x="732" y="494"/>
                  </a:lnTo>
                  <a:lnTo>
                    <a:pt x="890" y="652"/>
                  </a:lnTo>
                  <a:lnTo>
                    <a:pt x="969" y="731"/>
                  </a:lnTo>
                  <a:lnTo>
                    <a:pt x="1068" y="791"/>
                  </a:lnTo>
                  <a:lnTo>
                    <a:pt x="1068" y="791"/>
                  </a:lnTo>
                  <a:lnTo>
                    <a:pt x="1008" y="771"/>
                  </a:lnTo>
                  <a:lnTo>
                    <a:pt x="969" y="771"/>
                  </a:lnTo>
                  <a:lnTo>
                    <a:pt x="910" y="731"/>
                  </a:lnTo>
                  <a:lnTo>
                    <a:pt x="870" y="712"/>
                  </a:lnTo>
                  <a:lnTo>
                    <a:pt x="870" y="692"/>
                  </a:lnTo>
                  <a:lnTo>
                    <a:pt x="910" y="712"/>
                  </a:lnTo>
                  <a:lnTo>
                    <a:pt x="929" y="731"/>
                  </a:lnTo>
                  <a:lnTo>
                    <a:pt x="929" y="712"/>
                  </a:lnTo>
                  <a:lnTo>
                    <a:pt x="791" y="652"/>
                  </a:lnTo>
                  <a:lnTo>
                    <a:pt x="752" y="613"/>
                  </a:lnTo>
                  <a:lnTo>
                    <a:pt x="732" y="593"/>
                  </a:lnTo>
                  <a:lnTo>
                    <a:pt x="653" y="534"/>
                  </a:lnTo>
                  <a:lnTo>
                    <a:pt x="653" y="554"/>
                  </a:lnTo>
                  <a:lnTo>
                    <a:pt x="673" y="573"/>
                  </a:lnTo>
                  <a:lnTo>
                    <a:pt x="633" y="573"/>
                  </a:lnTo>
                  <a:lnTo>
                    <a:pt x="653" y="593"/>
                  </a:lnTo>
                  <a:lnTo>
                    <a:pt x="653" y="613"/>
                  </a:lnTo>
                  <a:lnTo>
                    <a:pt x="692" y="652"/>
                  </a:lnTo>
                  <a:lnTo>
                    <a:pt x="673" y="652"/>
                  </a:lnTo>
                  <a:lnTo>
                    <a:pt x="633" y="633"/>
                  </a:lnTo>
                  <a:lnTo>
                    <a:pt x="653" y="672"/>
                  </a:lnTo>
                  <a:lnTo>
                    <a:pt x="712" y="712"/>
                  </a:lnTo>
                  <a:lnTo>
                    <a:pt x="791" y="771"/>
                  </a:lnTo>
                  <a:lnTo>
                    <a:pt x="811" y="810"/>
                  </a:lnTo>
                  <a:lnTo>
                    <a:pt x="791" y="810"/>
                  </a:lnTo>
                  <a:lnTo>
                    <a:pt x="771" y="791"/>
                  </a:lnTo>
                  <a:lnTo>
                    <a:pt x="752" y="771"/>
                  </a:lnTo>
                  <a:lnTo>
                    <a:pt x="771" y="810"/>
                  </a:lnTo>
                  <a:lnTo>
                    <a:pt x="712" y="791"/>
                  </a:lnTo>
                  <a:lnTo>
                    <a:pt x="712" y="771"/>
                  </a:lnTo>
                  <a:lnTo>
                    <a:pt x="692" y="751"/>
                  </a:lnTo>
                  <a:lnTo>
                    <a:pt x="692" y="771"/>
                  </a:lnTo>
                  <a:lnTo>
                    <a:pt x="752" y="830"/>
                  </a:lnTo>
                  <a:lnTo>
                    <a:pt x="712" y="830"/>
                  </a:lnTo>
                  <a:lnTo>
                    <a:pt x="633" y="791"/>
                  </a:lnTo>
                  <a:lnTo>
                    <a:pt x="574" y="791"/>
                  </a:lnTo>
                  <a:lnTo>
                    <a:pt x="653" y="850"/>
                  </a:lnTo>
                  <a:lnTo>
                    <a:pt x="692" y="889"/>
                  </a:lnTo>
                  <a:lnTo>
                    <a:pt x="692" y="870"/>
                  </a:lnTo>
                  <a:lnTo>
                    <a:pt x="712" y="889"/>
                  </a:lnTo>
                  <a:lnTo>
                    <a:pt x="732" y="909"/>
                  </a:lnTo>
                  <a:lnTo>
                    <a:pt x="771" y="929"/>
                  </a:lnTo>
                  <a:lnTo>
                    <a:pt x="811" y="968"/>
                  </a:lnTo>
                  <a:lnTo>
                    <a:pt x="791" y="968"/>
                  </a:lnTo>
                  <a:lnTo>
                    <a:pt x="771" y="949"/>
                  </a:lnTo>
                  <a:lnTo>
                    <a:pt x="752" y="929"/>
                  </a:lnTo>
                  <a:lnTo>
                    <a:pt x="712" y="929"/>
                  </a:lnTo>
                  <a:lnTo>
                    <a:pt x="594" y="810"/>
                  </a:lnTo>
                  <a:lnTo>
                    <a:pt x="574" y="791"/>
                  </a:lnTo>
                  <a:lnTo>
                    <a:pt x="574" y="810"/>
                  </a:lnTo>
                  <a:lnTo>
                    <a:pt x="574" y="810"/>
                  </a:lnTo>
                  <a:lnTo>
                    <a:pt x="594" y="830"/>
                  </a:lnTo>
                  <a:lnTo>
                    <a:pt x="633" y="850"/>
                  </a:lnTo>
                  <a:lnTo>
                    <a:pt x="692" y="929"/>
                  </a:lnTo>
                  <a:lnTo>
                    <a:pt x="732" y="1008"/>
                  </a:lnTo>
                  <a:lnTo>
                    <a:pt x="732" y="1008"/>
                  </a:lnTo>
                  <a:lnTo>
                    <a:pt x="673" y="949"/>
                  </a:lnTo>
                  <a:lnTo>
                    <a:pt x="633" y="909"/>
                  </a:lnTo>
                  <a:lnTo>
                    <a:pt x="594" y="870"/>
                  </a:lnTo>
                  <a:lnTo>
                    <a:pt x="534" y="830"/>
                  </a:lnTo>
                  <a:lnTo>
                    <a:pt x="534" y="830"/>
                  </a:lnTo>
                  <a:lnTo>
                    <a:pt x="554" y="870"/>
                  </a:lnTo>
                  <a:lnTo>
                    <a:pt x="574" y="889"/>
                  </a:lnTo>
                  <a:lnTo>
                    <a:pt x="534" y="870"/>
                  </a:lnTo>
                  <a:lnTo>
                    <a:pt x="534" y="889"/>
                  </a:lnTo>
                  <a:lnTo>
                    <a:pt x="554" y="929"/>
                  </a:lnTo>
                  <a:lnTo>
                    <a:pt x="574" y="929"/>
                  </a:lnTo>
                  <a:lnTo>
                    <a:pt x="594" y="949"/>
                  </a:lnTo>
                  <a:lnTo>
                    <a:pt x="574" y="968"/>
                  </a:lnTo>
                  <a:lnTo>
                    <a:pt x="554" y="968"/>
                  </a:lnTo>
                  <a:lnTo>
                    <a:pt x="574" y="988"/>
                  </a:lnTo>
                  <a:lnTo>
                    <a:pt x="554" y="988"/>
                  </a:lnTo>
                  <a:lnTo>
                    <a:pt x="554" y="1008"/>
                  </a:lnTo>
                  <a:lnTo>
                    <a:pt x="574" y="1028"/>
                  </a:lnTo>
                  <a:lnTo>
                    <a:pt x="574" y="1008"/>
                  </a:lnTo>
                  <a:lnTo>
                    <a:pt x="613" y="1008"/>
                  </a:lnTo>
                  <a:lnTo>
                    <a:pt x="653" y="1047"/>
                  </a:lnTo>
                  <a:lnTo>
                    <a:pt x="653" y="1067"/>
                  </a:lnTo>
                  <a:lnTo>
                    <a:pt x="673" y="1087"/>
                  </a:lnTo>
                  <a:lnTo>
                    <a:pt x="692" y="1107"/>
                  </a:lnTo>
                  <a:lnTo>
                    <a:pt x="692" y="1126"/>
                  </a:lnTo>
                  <a:lnTo>
                    <a:pt x="712" y="1146"/>
                  </a:lnTo>
                  <a:lnTo>
                    <a:pt x="712" y="1166"/>
                  </a:lnTo>
                  <a:lnTo>
                    <a:pt x="712" y="1186"/>
                  </a:lnTo>
                  <a:lnTo>
                    <a:pt x="673" y="1166"/>
                  </a:lnTo>
                  <a:lnTo>
                    <a:pt x="653" y="1146"/>
                  </a:lnTo>
                  <a:lnTo>
                    <a:pt x="653" y="1166"/>
                  </a:lnTo>
                  <a:lnTo>
                    <a:pt x="613" y="1126"/>
                  </a:lnTo>
                  <a:lnTo>
                    <a:pt x="613" y="1146"/>
                  </a:lnTo>
                  <a:lnTo>
                    <a:pt x="633" y="1166"/>
                  </a:lnTo>
                  <a:lnTo>
                    <a:pt x="613" y="1166"/>
                  </a:lnTo>
                  <a:lnTo>
                    <a:pt x="594" y="1126"/>
                  </a:lnTo>
                  <a:lnTo>
                    <a:pt x="534" y="1087"/>
                  </a:lnTo>
                  <a:lnTo>
                    <a:pt x="594" y="1146"/>
                  </a:lnTo>
                  <a:lnTo>
                    <a:pt x="554" y="1126"/>
                  </a:lnTo>
                  <a:lnTo>
                    <a:pt x="574" y="1146"/>
                  </a:lnTo>
                  <a:lnTo>
                    <a:pt x="594" y="1166"/>
                  </a:lnTo>
                  <a:lnTo>
                    <a:pt x="554" y="1146"/>
                  </a:lnTo>
                  <a:lnTo>
                    <a:pt x="554" y="1166"/>
                  </a:lnTo>
                  <a:lnTo>
                    <a:pt x="594" y="1205"/>
                  </a:lnTo>
                  <a:lnTo>
                    <a:pt x="633" y="1225"/>
                  </a:lnTo>
                  <a:lnTo>
                    <a:pt x="692" y="1265"/>
                  </a:lnTo>
                  <a:lnTo>
                    <a:pt x="692" y="1284"/>
                  </a:lnTo>
                  <a:lnTo>
                    <a:pt x="692" y="1304"/>
                  </a:lnTo>
                  <a:lnTo>
                    <a:pt x="673" y="1304"/>
                  </a:lnTo>
                  <a:lnTo>
                    <a:pt x="633" y="1284"/>
                  </a:lnTo>
                  <a:lnTo>
                    <a:pt x="673" y="1324"/>
                  </a:lnTo>
                  <a:lnTo>
                    <a:pt x="673" y="1324"/>
                  </a:lnTo>
                  <a:lnTo>
                    <a:pt x="633" y="1304"/>
                  </a:lnTo>
                  <a:lnTo>
                    <a:pt x="594" y="1284"/>
                  </a:lnTo>
                  <a:lnTo>
                    <a:pt x="594" y="1265"/>
                  </a:lnTo>
                  <a:lnTo>
                    <a:pt x="534" y="1225"/>
                  </a:lnTo>
                  <a:lnTo>
                    <a:pt x="495" y="1205"/>
                  </a:lnTo>
                  <a:lnTo>
                    <a:pt x="495" y="1205"/>
                  </a:lnTo>
                  <a:lnTo>
                    <a:pt x="542" y="1241"/>
                  </a:lnTo>
                  <a:lnTo>
                    <a:pt x="542" y="1241"/>
                  </a:lnTo>
                  <a:lnTo>
                    <a:pt x="495" y="1225"/>
                  </a:lnTo>
                  <a:lnTo>
                    <a:pt x="515" y="1265"/>
                  </a:lnTo>
                  <a:lnTo>
                    <a:pt x="534" y="1284"/>
                  </a:lnTo>
                  <a:lnTo>
                    <a:pt x="534" y="1284"/>
                  </a:lnTo>
                  <a:lnTo>
                    <a:pt x="436" y="1205"/>
                  </a:lnTo>
                  <a:lnTo>
                    <a:pt x="455" y="1225"/>
                  </a:lnTo>
                  <a:lnTo>
                    <a:pt x="436" y="1225"/>
                  </a:lnTo>
                  <a:lnTo>
                    <a:pt x="455" y="1245"/>
                  </a:lnTo>
                  <a:lnTo>
                    <a:pt x="475" y="1245"/>
                  </a:lnTo>
                  <a:lnTo>
                    <a:pt x="495" y="1265"/>
                  </a:lnTo>
                  <a:lnTo>
                    <a:pt x="495" y="1284"/>
                  </a:lnTo>
                  <a:lnTo>
                    <a:pt x="455" y="1284"/>
                  </a:lnTo>
                  <a:lnTo>
                    <a:pt x="495" y="1324"/>
                  </a:lnTo>
                  <a:lnTo>
                    <a:pt x="495" y="1304"/>
                  </a:lnTo>
                  <a:lnTo>
                    <a:pt x="515" y="1324"/>
                  </a:lnTo>
                  <a:lnTo>
                    <a:pt x="534" y="1344"/>
                  </a:lnTo>
                  <a:lnTo>
                    <a:pt x="534" y="1363"/>
                  </a:lnTo>
                  <a:lnTo>
                    <a:pt x="534" y="1383"/>
                  </a:lnTo>
                  <a:lnTo>
                    <a:pt x="554" y="1423"/>
                  </a:lnTo>
                  <a:lnTo>
                    <a:pt x="495" y="1403"/>
                  </a:lnTo>
                  <a:lnTo>
                    <a:pt x="445" y="1354"/>
                  </a:lnTo>
                  <a:lnTo>
                    <a:pt x="455" y="1383"/>
                  </a:lnTo>
                  <a:lnTo>
                    <a:pt x="436" y="1383"/>
                  </a:lnTo>
                  <a:lnTo>
                    <a:pt x="376" y="1363"/>
                  </a:lnTo>
                  <a:lnTo>
                    <a:pt x="337" y="1344"/>
                  </a:lnTo>
                  <a:lnTo>
                    <a:pt x="317" y="1344"/>
                  </a:lnTo>
                  <a:lnTo>
                    <a:pt x="396" y="1383"/>
                  </a:lnTo>
                  <a:lnTo>
                    <a:pt x="396" y="1403"/>
                  </a:lnTo>
                  <a:lnTo>
                    <a:pt x="436" y="1423"/>
                  </a:lnTo>
                  <a:lnTo>
                    <a:pt x="455" y="1442"/>
                  </a:lnTo>
                  <a:lnTo>
                    <a:pt x="455" y="1442"/>
                  </a:lnTo>
                  <a:lnTo>
                    <a:pt x="396" y="1423"/>
                  </a:lnTo>
                  <a:lnTo>
                    <a:pt x="376" y="1423"/>
                  </a:lnTo>
                  <a:lnTo>
                    <a:pt x="436" y="1462"/>
                  </a:lnTo>
                  <a:lnTo>
                    <a:pt x="455" y="1521"/>
                  </a:lnTo>
                  <a:lnTo>
                    <a:pt x="436" y="1502"/>
                  </a:lnTo>
                  <a:lnTo>
                    <a:pt x="416" y="1482"/>
                  </a:lnTo>
                  <a:lnTo>
                    <a:pt x="396" y="1462"/>
                  </a:lnTo>
                  <a:lnTo>
                    <a:pt x="436" y="1521"/>
                  </a:lnTo>
                  <a:lnTo>
                    <a:pt x="455" y="1541"/>
                  </a:lnTo>
                  <a:lnTo>
                    <a:pt x="475" y="1561"/>
                  </a:lnTo>
                  <a:lnTo>
                    <a:pt x="416" y="1541"/>
                  </a:lnTo>
                  <a:lnTo>
                    <a:pt x="455" y="1581"/>
                  </a:lnTo>
                  <a:lnTo>
                    <a:pt x="455" y="1600"/>
                  </a:lnTo>
                  <a:lnTo>
                    <a:pt x="495" y="1620"/>
                  </a:lnTo>
                  <a:lnTo>
                    <a:pt x="534" y="1660"/>
                  </a:lnTo>
                  <a:lnTo>
                    <a:pt x="455" y="1640"/>
                  </a:lnTo>
                  <a:lnTo>
                    <a:pt x="455" y="1620"/>
                  </a:lnTo>
                  <a:lnTo>
                    <a:pt x="416" y="1600"/>
                  </a:lnTo>
                  <a:lnTo>
                    <a:pt x="376" y="1561"/>
                  </a:lnTo>
                  <a:lnTo>
                    <a:pt x="337" y="1521"/>
                  </a:lnTo>
                  <a:lnTo>
                    <a:pt x="317" y="1521"/>
                  </a:lnTo>
                  <a:lnTo>
                    <a:pt x="337" y="1541"/>
                  </a:lnTo>
                  <a:lnTo>
                    <a:pt x="357" y="1561"/>
                  </a:lnTo>
                  <a:lnTo>
                    <a:pt x="357" y="1581"/>
                  </a:lnTo>
                  <a:lnTo>
                    <a:pt x="337" y="1561"/>
                  </a:lnTo>
                  <a:lnTo>
                    <a:pt x="297" y="1541"/>
                  </a:lnTo>
                  <a:lnTo>
                    <a:pt x="317" y="1561"/>
                  </a:lnTo>
                  <a:lnTo>
                    <a:pt x="297" y="1561"/>
                  </a:lnTo>
                  <a:lnTo>
                    <a:pt x="357" y="1600"/>
                  </a:lnTo>
                  <a:lnTo>
                    <a:pt x="396" y="1640"/>
                  </a:lnTo>
                  <a:lnTo>
                    <a:pt x="396" y="1640"/>
                  </a:lnTo>
                  <a:lnTo>
                    <a:pt x="317" y="1600"/>
                  </a:lnTo>
                  <a:lnTo>
                    <a:pt x="357" y="1640"/>
                  </a:lnTo>
                  <a:lnTo>
                    <a:pt x="416" y="1679"/>
                  </a:lnTo>
                  <a:lnTo>
                    <a:pt x="455" y="1719"/>
                  </a:lnTo>
                  <a:lnTo>
                    <a:pt x="495" y="1739"/>
                  </a:lnTo>
                  <a:lnTo>
                    <a:pt x="534" y="1758"/>
                  </a:lnTo>
                  <a:lnTo>
                    <a:pt x="554" y="1798"/>
                  </a:lnTo>
                  <a:lnTo>
                    <a:pt x="515" y="1778"/>
                  </a:lnTo>
                  <a:lnTo>
                    <a:pt x="455" y="1758"/>
                  </a:lnTo>
                  <a:lnTo>
                    <a:pt x="357" y="1679"/>
                  </a:lnTo>
                  <a:lnTo>
                    <a:pt x="218" y="1581"/>
                  </a:lnTo>
                  <a:lnTo>
                    <a:pt x="238" y="1620"/>
                  </a:lnTo>
                  <a:lnTo>
                    <a:pt x="199" y="1620"/>
                  </a:lnTo>
                  <a:lnTo>
                    <a:pt x="258" y="1679"/>
                  </a:lnTo>
                  <a:lnTo>
                    <a:pt x="321" y="1730"/>
                  </a:lnTo>
                  <a:lnTo>
                    <a:pt x="321" y="1730"/>
                  </a:lnTo>
                  <a:lnTo>
                    <a:pt x="337" y="1778"/>
                  </a:lnTo>
                  <a:lnTo>
                    <a:pt x="337" y="1798"/>
                  </a:lnTo>
                  <a:lnTo>
                    <a:pt x="337" y="1818"/>
                  </a:lnTo>
                  <a:lnTo>
                    <a:pt x="376" y="1857"/>
                  </a:lnTo>
                  <a:lnTo>
                    <a:pt x="455" y="1897"/>
                  </a:lnTo>
                  <a:lnTo>
                    <a:pt x="455" y="1916"/>
                  </a:lnTo>
                  <a:lnTo>
                    <a:pt x="475" y="1936"/>
                  </a:lnTo>
                  <a:lnTo>
                    <a:pt x="515" y="1976"/>
                  </a:lnTo>
                  <a:lnTo>
                    <a:pt x="495" y="1976"/>
                  </a:lnTo>
                  <a:lnTo>
                    <a:pt x="455" y="1936"/>
                  </a:lnTo>
                  <a:lnTo>
                    <a:pt x="436" y="1936"/>
                  </a:lnTo>
                  <a:lnTo>
                    <a:pt x="455" y="1976"/>
                  </a:lnTo>
                  <a:lnTo>
                    <a:pt x="396" y="1936"/>
                  </a:lnTo>
                  <a:lnTo>
                    <a:pt x="376" y="1916"/>
                  </a:lnTo>
                  <a:lnTo>
                    <a:pt x="416" y="1916"/>
                  </a:lnTo>
                  <a:lnTo>
                    <a:pt x="376" y="1877"/>
                  </a:lnTo>
                  <a:lnTo>
                    <a:pt x="376" y="1897"/>
                  </a:lnTo>
                  <a:lnTo>
                    <a:pt x="357" y="1897"/>
                  </a:lnTo>
                  <a:lnTo>
                    <a:pt x="278" y="1837"/>
                  </a:lnTo>
                  <a:lnTo>
                    <a:pt x="297" y="1857"/>
                  </a:lnTo>
                  <a:lnTo>
                    <a:pt x="317" y="1877"/>
                  </a:lnTo>
                  <a:lnTo>
                    <a:pt x="337" y="1897"/>
                  </a:lnTo>
                  <a:lnTo>
                    <a:pt x="357" y="1916"/>
                  </a:lnTo>
                  <a:lnTo>
                    <a:pt x="297" y="1897"/>
                  </a:lnTo>
                  <a:lnTo>
                    <a:pt x="278" y="1897"/>
                  </a:lnTo>
                  <a:lnTo>
                    <a:pt x="278" y="1916"/>
                  </a:lnTo>
                  <a:lnTo>
                    <a:pt x="258" y="1916"/>
                  </a:lnTo>
                  <a:lnTo>
                    <a:pt x="179" y="1857"/>
                  </a:lnTo>
                  <a:lnTo>
                    <a:pt x="179" y="1857"/>
                  </a:lnTo>
                  <a:lnTo>
                    <a:pt x="218" y="1936"/>
                  </a:lnTo>
                  <a:lnTo>
                    <a:pt x="238" y="1976"/>
                  </a:lnTo>
                  <a:lnTo>
                    <a:pt x="278" y="2015"/>
                  </a:lnTo>
                  <a:lnTo>
                    <a:pt x="317" y="2055"/>
                  </a:lnTo>
                  <a:lnTo>
                    <a:pt x="357" y="2055"/>
                  </a:lnTo>
                  <a:lnTo>
                    <a:pt x="337" y="2015"/>
                  </a:lnTo>
                  <a:lnTo>
                    <a:pt x="317" y="1995"/>
                  </a:lnTo>
                  <a:lnTo>
                    <a:pt x="357" y="1995"/>
                  </a:lnTo>
                  <a:lnTo>
                    <a:pt x="258" y="1916"/>
                  </a:lnTo>
                  <a:lnTo>
                    <a:pt x="258" y="1916"/>
                  </a:lnTo>
                  <a:lnTo>
                    <a:pt x="297" y="1936"/>
                  </a:lnTo>
                  <a:lnTo>
                    <a:pt x="376" y="1995"/>
                  </a:lnTo>
                  <a:lnTo>
                    <a:pt x="416" y="2035"/>
                  </a:lnTo>
                  <a:lnTo>
                    <a:pt x="416" y="2055"/>
                  </a:lnTo>
                  <a:lnTo>
                    <a:pt x="455" y="2074"/>
                  </a:lnTo>
                  <a:lnTo>
                    <a:pt x="475" y="2055"/>
                  </a:lnTo>
                  <a:lnTo>
                    <a:pt x="554" y="2114"/>
                  </a:lnTo>
                  <a:lnTo>
                    <a:pt x="613" y="2173"/>
                  </a:lnTo>
                  <a:lnTo>
                    <a:pt x="613" y="2173"/>
                  </a:lnTo>
                  <a:lnTo>
                    <a:pt x="673" y="2252"/>
                  </a:lnTo>
                  <a:lnTo>
                    <a:pt x="554" y="2173"/>
                  </a:lnTo>
                  <a:lnTo>
                    <a:pt x="554" y="2193"/>
                  </a:lnTo>
                  <a:lnTo>
                    <a:pt x="554" y="2213"/>
                  </a:lnTo>
                  <a:lnTo>
                    <a:pt x="594" y="2232"/>
                  </a:lnTo>
                  <a:lnTo>
                    <a:pt x="594" y="2213"/>
                  </a:lnTo>
                  <a:lnTo>
                    <a:pt x="633" y="2252"/>
                  </a:lnTo>
                  <a:lnTo>
                    <a:pt x="613" y="2252"/>
                  </a:lnTo>
                  <a:lnTo>
                    <a:pt x="653" y="2292"/>
                  </a:lnTo>
                  <a:lnTo>
                    <a:pt x="712" y="2331"/>
                  </a:lnTo>
                  <a:lnTo>
                    <a:pt x="673" y="2331"/>
                  </a:lnTo>
                  <a:lnTo>
                    <a:pt x="633" y="2311"/>
                  </a:lnTo>
                  <a:lnTo>
                    <a:pt x="594" y="2292"/>
                  </a:lnTo>
                  <a:lnTo>
                    <a:pt x="495" y="2193"/>
                  </a:lnTo>
                  <a:lnTo>
                    <a:pt x="515" y="2232"/>
                  </a:lnTo>
                  <a:lnTo>
                    <a:pt x="337" y="2094"/>
                  </a:lnTo>
                  <a:lnTo>
                    <a:pt x="297" y="2094"/>
                  </a:lnTo>
                  <a:lnTo>
                    <a:pt x="297" y="2114"/>
                  </a:lnTo>
                  <a:lnTo>
                    <a:pt x="159" y="2035"/>
                  </a:lnTo>
                  <a:lnTo>
                    <a:pt x="179" y="2074"/>
                  </a:lnTo>
                  <a:lnTo>
                    <a:pt x="159" y="2074"/>
                  </a:lnTo>
                  <a:lnTo>
                    <a:pt x="100" y="2055"/>
                  </a:lnTo>
                  <a:lnTo>
                    <a:pt x="120" y="2074"/>
                  </a:lnTo>
                  <a:lnTo>
                    <a:pt x="159" y="2094"/>
                  </a:lnTo>
                  <a:lnTo>
                    <a:pt x="218" y="2134"/>
                  </a:lnTo>
                  <a:lnTo>
                    <a:pt x="238" y="2134"/>
                  </a:lnTo>
                  <a:lnTo>
                    <a:pt x="278" y="2153"/>
                  </a:lnTo>
                  <a:lnTo>
                    <a:pt x="297" y="2173"/>
                  </a:lnTo>
                  <a:lnTo>
                    <a:pt x="357" y="2213"/>
                  </a:lnTo>
                  <a:lnTo>
                    <a:pt x="376" y="2213"/>
                  </a:lnTo>
                  <a:lnTo>
                    <a:pt x="416" y="2232"/>
                  </a:lnTo>
                  <a:lnTo>
                    <a:pt x="396" y="2252"/>
                  </a:lnTo>
                  <a:lnTo>
                    <a:pt x="396" y="2272"/>
                  </a:lnTo>
                  <a:lnTo>
                    <a:pt x="278" y="2173"/>
                  </a:lnTo>
                  <a:lnTo>
                    <a:pt x="278" y="2193"/>
                  </a:lnTo>
                  <a:lnTo>
                    <a:pt x="238" y="2193"/>
                  </a:lnTo>
                  <a:lnTo>
                    <a:pt x="199" y="2173"/>
                  </a:lnTo>
                  <a:lnTo>
                    <a:pt x="179" y="2153"/>
                  </a:lnTo>
                  <a:lnTo>
                    <a:pt x="159" y="2134"/>
                  </a:lnTo>
                  <a:lnTo>
                    <a:pt x="139" y="2114"/>
                  </a:lnTo>
                  <a:lnTo>
                    <a:pt x="100" y="2134"/>
                  </a:lnTo>
                  <a:lnTo>
                    <a:pt x="80" y="2114"/>
                  </a:lnTo>
                  <a:lnTo>
                    <a:pt x="80" y="2094"/>
                  </a:lnTo>
                  <a:lnTo>
                    <a:pt x="60" y="2094"/>
                  </a:lnTo>
                  <a:lnTo>
                    <a:pt x="60" y="2114"/>
                  </a:lnTo>
                  <a:lnTo>
                    <a:pt x="139" y="2173"/>
                  </a:lnTo>
                  <a:lnTo>
                    <a:pt x="80" y="2173"/>
                  </a:lnTo>
                  <a:lnTo>
                    <a:pt x="80" y="2193"/>
                  </a:lnTo>
                  <a:lnTo>
                    <a:pt x="120" y="2213"/>
                  </a:lnTo>
                  <a:lnTo>
                    <a:pt x="159" y="2252"/>
                  </a:lnTo>
                  <a:lnTo>
                    <a:pt x="199" y="2292"/>
                  </a:lnTo>
                  <a:lnTo>
                    <a:pt x="218" y="2311"/>
                  </a:lnTo>
                  <a:lnTo>
                    <a:pt x="238" y="2331"/>
                  </a:lnTo>
                  <a:lnTo>
                    <a:pt x="60" y="2213"/>
                  </a:lnTo>
                  <a:lnTo>
                    <a:pt x="80" y="2232"/>
                  </a:lnTo>
                  <a:lnTo>
                    <a:pt x="60" y="2232"/>
                  </a:lnTo>
                  <a:lnTo>
                    <a:pt x="120" y="2272"/>
                  </a:lnTo>
                  <a:lnTo>
                    <a:pt x="159" y="2311"/>
                  </a:lnTo>
                  <a:lnTo>
                    <a:pt x="179" y="2331"/>
                  </a:lnTo>
                  <a:lnTo>
                    <a:pt x="159" y="2331"/>
                  </a:lnTo>
                  <a:lnTo>
                    <a:pt x="179" y="2371"/>
                  </a:lnTo>
                  <a:lnTo>
                    <a:pt x="218" y="2391"/>
                  </a:lnTo>
                  <a:lnTo>
                    <a:pt x="278" y="2430"/>
                  </a:lnTo>
                  <a:lnTo>
                    <a:pt x="218" y="2430"/>
                  </a:lnTo>
                  <a:lnTo>
                    <a:pt x="139" y="2371"/>
                  </a:lnTo>
                  <a:lnTo>
                    <a:pt x="159" y="2371"/>
                  </a:lnTo>
                  <a:lnTo>
                    <a:pt x="139" y="2351"/>
                  </a:lnTo>
                  <a:lnTo>
                    <a:pt x="120" y="2371"/>
                  </a:lnTo>
                  <a:lnTo>
                    <a:pt x="80" y="2351"/>
                  </a:lnTo>
                  <a:lnTo>
                    <a:pt x="21" y="2311"/>
                  </a:lnTo>
                  <a:lnTo>
                    <a:pt x="40" y="2351"/>
                  </a:lnTo>
                  <a:lnTo>
                    <a:pt x="80" y="2371"/>
                  </a:lnTo>
                  <a:lnTo>
                    <a:pt x="80" y="2391"/>
                  </a:lnTo>
                  <a:lnTo>
                    <a:pt x="179" y="2470"/>
                  </a:lnTo>
                  <a:lnTo>
                    <a:pt x="199" y="2470"/>
                  </a:lnTo>
                  <a:lnTo>
                    <a:pt x="159" y="2450"/>
                  </a:lnTo>
                  <a:lnTo>
                    <a:pt x="139" y="2430"/>
                  </a:lnTo>
                  <a:lnTo>
                    <a:pt x="120" y="2410"/>
                  </a:lnTo>
                  <a:lnTo>
                    <a:pt x="120" y="2410"/>
                  </a:lnTo>
                  <a:lnTo>
                    <a:pt x="199" y="2450"/>
                  </a:lnTo>
                  <a:lnTo>
                    <a:pt x="238" y="2489"/>
                  </a:lnTo>
                  <a:lnTo>
                    <a:pt x="238" y="2489"/>
                  </a:lnTo>
                  <a:lnTo>
                    <a:pt x="199" y="2430"/>
                  </a:lnTo>
                  <a:lnTo>
                    <a:pt x="258" y="2489"/>
                  </a:lnTo>
                  <a:lnTo>
                    <a:pt x="278" y="2470"/>
                  </a:lnTo>
                  <a:lnTo>
                    <a:pt x="297" y="2470"/>
                  </a:lnTo>
                  <a:lnTo>
                    <a:pt x="357" y="2489"/>
                  </a:lnTo>
                  <a:lnTo>
                    <a:pt x="297" y="2430"/>
                  </a:lnTo>
                  <a:lnTo>
                    <a:pt x="297" y="2430"/>
                  </a:lnTo>
                  <a:lnTo>
                    <a:pt x="376" y="2489"/>
                  </a:lnTo>
                  <a:lnTo>
                    <a:pt x="475" y="2568"/>
                  </a:lnTo>
                  <a:lnTo>
                    <a:pt x="515" y="2608"/>
                  </a:lnTo>
                  <a:lnTo>
                    <a:pt x="534" y="2647"/>
                  </a:lnTo>
                  <a:lnTo>
                    <a:pt x="574" y="2687"/>
                  </a:lnTo>
                  <a:lnTo>
                    <a:pt x="594" y="2707"/>
                  </a:lnTo>
                  <a:lnTo>
                    <a:pt x="574" y="2707"/>
                  </a:lnTo>
                  <a:lnTo>
                    <a:pt x="633" y="2746"/>
                  </a:lnTo>
                  <a:lnTo>
                    <a:pt x="594" y="2746"/>
                  </a:lnTo>
                  <a:lnTo>
                    <a:pt x="613" y="2766"/>
                  </a:lnTo>
                  <a:lnTo>
                    <a:pt x="613" y="2766"/>
                  </a:lnTo>
                  <a:lnTo>
                    <a:pt x="455" y="2667"/>
                  </a:lnTo>
                  <a:lnTo>
                    <a:pt x="337" y="2568"/>
                  </a:lnTo>
                  <a:lnTo>
                    <a:pt x="317" y="2588"/>
                  </a:lnTo>
                  <a:lnTo>
                    <a:pt x="337" y="2628"/>
                  </a:lnTo>
                  <a:lnTo>
                    <a:pt x="337" y="2628"/>
                  </a:lnTo>
                  <a:lnTo>
                    <a:pt x="258" y="2568"/>
                  </a:lnTo>
                  <a:lnTo>
                    <a:pt x="179" y="2509"/>
                  </a:lnTo>
                  <a:lnTo>
                    <a:pt x="199" y="2529"/>
                  </a:lnTo>
                  <a:lnTo>
                    <a:pt x="258" y="2588"/>
                  </a:lnTo>
                  <a:lnTo>
                    <a:pt x="218" y="2568"/>
                  </a:lnTo>
                  <a:lnTo>
                    <a:pt x="199" y="2568"/>
                  </a:lnTo>
                  <a:lnTo>
                    <a:pt x="238" y="2608"/>
                  </a:lnTo>
                  <a:lnTo>
                    <a:pt x="297" y="2667"/>
                  </a:lnTo>
                  <a:lnTo>
                    <a:pt x="330" y="2667"/>
                  </a:lnTo>
                  <a:lnTo>
                    <a:pt x="357" y="2707"/>
                  </a:lnTo>
                  <a:lnTo>
                    <a:pt x="416" y="2707"/>
                  </a:lnTo>
                  <a:lnTo>
                    <a:pt x="455" y="2733"/>
                  </a:lnTo>
                  <a:lnTo>
                    <a:pt x="455" y="2733"/>
                  </a:lnTo>
                  <a:lnTo>
                    <a:pt x="455" y="2746"/>
                  </a:lnTo>
                  <a:lnTo>
                    <a:pt x="475" y="2766"/>
                  </a:lnTo>
                  <a:lnTo>
                    <a:pt x="495" y="2766"/>
                  </a:lnTo>
                  <a:lnTo>
                    <a:pt x="475" y="2726"/>
                  </a:lnTo>
                  <a:lnTo>
                    <a:pt x="475" y="2726"/>
                  </a:lnTo>
                  <a:lnTo>
                    <a:pt x="515" y="2746"/>
                  </a:lnTo>
                  <a:lnTo>
                    <a:pt x="554" y="2746"/>
                  </a:lnTo>
                  <a:lnTo>
                    <a:pt x="633" y="2825"/>
                  </a:lnTo>
                  <a:lnTo>
                    <a:pt x="554" y="2786"/>
                  </a:lnTo>
                  <a:lnTo>
                    <a:pt x="554" y="2805"/>
                  </a:lnTo>
                  <a:lnTo>
                    <a:pt x="574" y="2825"/>
                  </a:lnTo>
                  <a:lnTo>
                    <a:pt x="613" y="2825"/>
                  </a:lnTo>
                  <a:lnTo>
                    <a:pt x="653" y="2884"/>
                  </a:lnTo>
                  <a:lnTo>
                    <a:pt x="653" y="2904"/>
                  </a:lnTo>
                  <a:lnTo>
                    <a:pt x="673" y="2904"/>
                  </a:lnTo>
                  <a:lnTo>
                    <a:pt x="732" y="2963"/>
                  </a:lnTo>
                  <a:lnTo>
                    <a:pt x="791" y="3003"/>
                  </a:lnTo>
                  <a:lnTo>
                    <a:pt x="791" y="3003"/>
                  </a:lnTo>
                  <a:lnTo>
                    <a:pt x="771" y="2983"/>
                  </a:lnTo>
                  <a:lnTo>
                    <a:pt x="732" y="2944"/>
                  </a:lnTo>
                  <a:lnTo>
                    <a:pt x="752" y="2944"/>
                  </a:lnTo>
                  <a:lnTo>
                    <a:pt x="811" y="2983"/>
                  </a:lnTo>
                  <a:lnTo>
                    <a:pt x="771" y="2924"/>
                  </a:lnTo>
                  <a:lnTo>
                    <a:pt x="791" y="2944"/>
                  </a:lnTo>
                  <a:lnTo>
                    <a:pt x="811" y="2944"/>
                  </a:lnTo>
                  <a:lnTo>
                    <a:pt x="791" y="2904"/>
                  </a:lnTo>
                  <a:lnTo>
                    <a:pt x="752" y="2884"/>
                  </a:lnTo>
                  <a:lnTo>
                    <a:pt x="732" y="2845"/>
                  </a:lnTo>
                  <a:lnTo>
                    <a:pt x="673" y="2786"/>
                  </a:lnTo>
                  <a:lnTo>
                    <a:pt x="732" y="2825"/>
                  </a:lnTo>
                  <a:lnTo>
                    <a:pt x="771" y="2845"/>
                  </a:lnTo>
                  <a:lnTo>
                    <a:pt x="692" y="2766"/>
                  </a:lnTo>
                  <a:lnTo>
                    <a:pt x="673" y="2746"/>
                  </a:lnTo>
                  <a:lnTo>
                    <a:pt x="653" y="2726"/>
                  </a:lnTo>
                  <a:lnTo>
                    <a:pt x="633" y="2726"/>
                  </a:lnTo>
                  <a:lnTo>
                    <a:pt x="653" y="2746"/>
                  </a:lnTo>
                  <a:lnTo>
                    <a:pt x="673" y="2766"/>
                  </a:lnTo>
                  <a:lnTo>
                    <a:pt x="673" y="2766"/>
                  </a:lnTo>
                  <a:lnTo>
                    <a:pt x="613" y="2726"/>
                  </a:lnTo>
                  <a:lnTo>
                    <a:pt x="574" y="2667"/>
                  </a:lnTo>
                  <a:lnTo>
                    <a:pt x="633" y="2707"/>
                  </a:lnTo>
                  <a:lnTo>
                    <a:pt x="673" y="2707"/>
                  </a:lnTo>
                  <a:lnTo>
                    <a:pt x="692" y="2726"/>
                  </a:lnTo>
                  <a:lnTo>
                    <a:pt x="712" y="2746"/>
                  </a:lnTo>
                  <a:lnTo>
                    <a:pt x="752" y="2786"/>
                  </a:lnTo>
                  <a:lnTo>
                    <a:pt x="791" y="2805"/>
                  </a:lnTo>
                  <a:lnTo>
                    <a:pt x="752" y="2766"/>
                  </a:lnTo>
                  <a:lnTo>
                    <a:pt x="732" y="2746"/>
                  </a:lnTo>
                  <a:lnTo>
                    <a:pt x="673" y="2687"/>
                  </a:lnTo>
                  <a:lnTo>
                    <a:pt x="692" y="2687"/>
                  </a:lnTo>
                  <a:lnTo>
                    <a:pt x="692" y="2667"/>
                  </a:lnTo>
                  <a:lnTo>
                    <a:pt x="673" y="2647"/>
                  </a:lnTo>
                  <a:lnTo>
                    <a:pt x="673" y="2628"/>
                  </a:lnTo>
                  <a:lnTo>
                    <a:pt x="712" y="2647"/>
                  </a:lnTo>
                  <a:lnTo>
                    <a:pt x="633" y="2588"/>
                  </a:lnTo>
                  <a:lnTo>
                    <a:pt x="633" y="2568"/>
                  </a:lnTo>
                  <a:lnTo>
                    <a:pt x="633" y="2549"/>
                  </a:lnTo>
                  <a:lnTo>
                    <a:pt x="673" y="2568"/>
                  </a:lnTo>
                  <a:lnTo>
                    <a:pt x="633" y="2489"/>
                  </a:lnTo>
                  <a:lnTo>
                    <a:pt x="534" y="2450"/>
                  </a:lnTo>
                  <a:lnTo>
                    <a:pt x="503" y="2419"/>
                  </a:lnTo>
                  <a:lnTo>
                    <a:pt x="515" y="2430"/>
                  </a:lnTo>
                  <a:lnTo>
                    <a:pt x="554" y="2450"/>
                  </a:lnTo>
                  <a:lnTo>
                    <a:pt x="574" y="2450"/>
                  </a:lnTo>
                  <a:lnTo>
                    <a:pt x="554" y="2430"/>
                  </a:lnTo>
                  <a:lnTo>
                    <a:pt x="692" y="2529"/>
                  </a:lnTo>
                  <a:lnTo>
                    <a:pt x="653" y="2489"/>
                  </a:lnTo>
                  <a:lnTo>
                    <a:pt x="633" y="2450"/>
                  </a:lnTo>
                  <a:lnTo>
                    <a:pt x="712" y="2509"/>
                  </a:lnTo>
                  <a:lnTo>
                    <a:pt x="752" y="2549"/>
                  </a:lnTo>
                  <a:lnTo>
                    <a:pt x="712" y="2549"/>
                  </a:lnTo>
                  <a:lnTo>
                    <a:pt x="732" y="2568"/>
                  </a:lnTo>
                  <a:lnTo>
                    <a:pt x="732" y="2588"/>
                  </a:lnTo>
                  <a:lnTo>
                    <a:pt x="712" y="2588"/>
                  </a:lnTo>
                  <a:lnTo>
                    <a:pt x="752" y="2608"/>
                  </a:lnTo>
                  <a:lnTo>
                    <a:pt x="771" y="2628"/>
                  </a:lnTo>
                  <a:lnTo>
                    <a:pt x="771" y="2647"/>
                  </a:lnTo>
                  <a:lnTo>
                    <a:pt x="791" y="2647"/>
                  </a:lnTo>
                  <a:lnTo>
                    <a:pt x="831" y="2667"/>
                  </a:lnTo>
                  <a:lnTo>
                    <a:pt x="870" y="2687"/>
                  </a:lnTo>
                  <a:lnTo>
                    <a:pt x="850" y="2667"/>
                  </a:lnTo>
                  <a:lnTo>
                    <a:pt x="910" y="2687"/>
                  </a:lnTo>
                  <a:lnTo>
                    <a:pt x="949" y="2726"/>
                  </a:lnTo>
                  <a:lnTo>
                    <a:pt x="949" y="2746"/>
                  </a:lnTo>
                  <a:lnTo>
                    <a:pt x="969" y="2766"/>
                  </a:lnTo>
                  <a:lnTo>
                    <a:pt x="989" y="2766"/>
                  </a:lnTo>
                  <a:lnTo>
                    <a:pt x="1008" y="2746"/>
                  </a:lnTo>
                  <a:lnTo>
                    <a:pt x="850" y="2608"/>
                  </a:lnTo>
                  <a:lnTo>
                    <a:pt x="831" y="2568"/>
                  </a:lnTo>
                  <a:lnTo>
                    <a:pt x="850" y="2568"/>
                  </a:lnTo>
                  <a:lnTo>
                    <a:pt x="890" y="2608"/>
                  </a:lnTo>
                  <a:lnTo>
                    <a:pt x="929" y="2647"/>
                  </a:lnTo>
                  <a:lnTo>
                    <a:pt x="969" y="2647"/>
                  </a:lnTo>
                  <a:lnTo>
                    <a:pt x="929" y="2628"/>
                  </a:lnTo>
                  <a:lnTo>
                    <a:pt x="949" y="2608"/>
                  </a:lnTo>
                  <a:lnTo>
                    <a:pt x="1028" y="2647"/>
                  </a:lnTo>
                  <a:lnTo>
                    <a:pt x="1028" y="2667"/>
                  </a:lnTo>
                  <a:lnTo>
                    <a:pt x="1008" y="2667"/>
                  </a:lnTo>
                  <a:lnTo>
                    <a:pt x="1008" y="2687"/>
                  </a:lnTo>
                  <a:lnTo>
                    <a:pt x="1048" y="2707"/>
                  </a:lnTo>
                  <a:lnTo>
                    <a:pt x="1028" y="2707"/>
                  </a:lnTo>
                  <a:lnTo>
                    <a:pt x="1087" y="2726"/>
                  </a:lnTo>
                  <a:lnTo>
                    <a:pt x="1107" y="2726"/>
                  </a:lnTo>
                  <a:lnTo>
                    <a:pt x="1068" y="2707"/>
                  </a:lnTo>
                  <a:lnTo>
                    <a:pt x="1087" y="2707"/>
                  </a:lnTo>
                  <a:lnTo>
                    <a:pt x="1147" y="2746"/>
                  </a:lnTo>
                  <a:lnTo>
                    <a:pt x="1186" y="2726"/>
                  </a:lnTo>
                  <a:lnTo>
                    <a:pt x="1206" y="2726"/>
                  </a:lnTo>
                  <a:lnTo>
                    <a:pt x="1206" y="2707"/>
                  </a:lnTo>
                  <a:lnTo>
                    <a:pt x="1166" y="2667"/>
                  </a:lnTo>
                  <a:lnTo>
                    <a:pt x="1087" y="2588"/>
                  </a:lnTo>
                  <a:lnTo>
                    <a:pt x="1087" y="2588"/>
                  </a:lnTo>
                  <a:lnTo>
                    <a:pt x="1186" y="2647"/>
                  </a:lnTo>
                  <a:lnTo>
                    <a:pt x="1245" y="2667"/>
                  </a:lnTo>
                  <a:lnTo>
                    <a:pt x="1186" y="2628"/>
                  </a:lnTo>
                  <a:lnTo>
                    <a:pt x="1147" y="2588"/>
                  </a:lnTo>
                  <a:lnTo>
                    <a:pt x="1087" y="2549"/>
                  </a:lnTo>
                  <a:lnTo>
                    <a:pt x="1087" y="2529"/>
                  </a:lnTo>
                  <a:lnTo>
                    <a:pt x="1147" y="2568"/>
                  </a:lnTo>
                  <a:lnTo>
                    <a:pt x="1166" y="2588"/>
                  </a:lnTo>
                  <a:lnTo>
                    <a:pt x="1206" y="2588"/>
                  </a:lnTo>
                  <a:lnTo>
                    <a:pt x="1265" y="2608"/>
                  </a:lnTo>
                  <a:lnTo>
                    <a:pt x="1226" y="2568"/>
                  </a:lnTo>
                  <a:lnTo>
                    <a:pt x="1206" y="2549"/>
                  </a:lnTo>
                  <a:lnTo>
                    <a:pt x="1186" y="2549"/>
                  </a:lnTo>
                  <a:lnTo>
                    <a:pt x="1127" y="2489"/>
                  </a:lnTo>
                  <a:lnTo>
                    <a:pt x="1166" y="2489"/>
                  </a:lnTo>
                  <a:lnTo>
                    <a:pt x="1206" y="2509"/>
                  </a:lnTo>
                  <a:lnTo>
                    <a:pt x="1226" y="2529"/>
                  </a:lnTo>
                  <a:lnTo>
                    <a:pt x="1245" y="2549"/>
                  </a:lnTo>
                  <a:lnTo>
                    <a:pt x="1265" y="2549"/>
                  </a:lnTo>
                  <a:lnTo>
                    <a:pt x="1245" y="2529"/>
                  </a:lnTo>
                  <a:lnTo>
                    <a:pt x="1265" y="2509"/>
                  </a:lnTo>
                  <a:lnTo>
                    <a:pt x="1285" y="2529"/>
                  </a:lnTo>
                  <a:lnTo>
                    <a:pt x="1305" y="2509"/>
                  </a:lnTo>
                  <a:lnTo>
                    <a:pt x="1265" y="2470"/>
                  </a:lnTo>
                  <a:lnTo>
                    <a:pt x="1285" y="2470"/>
                  </a:lnTo>
                  <a:lnTo>
                    <a:pt x="1285" y="2450"/>
                  </a:lnTo>
                  <a:lnTo>
                    <a:pt x="1219" y="2397"/>
                  </a:lnTo>
                  <a:lnTo>
                    <a:pt x="1219" y="2397"/>
                  </a:lnTo>
                  <a:lnTo>
                    <a:pt x="1245" y="2410"/>
                  </a:lnTo>
                  <a:lnTo>
                    <a:pt x="1324" y="2470"/>
                  </a:lnTo>
                  <a:lnTo>
                    <a:pt x="1285" y="2410"/>
                  </a:lnTo>
                  <a:lnTo>
                    <a:pt x="1344" y="2430"/>
                  </a:lnTo>
                  <a:lnTo>
                    <a:pt x="1324" y="2391"/>
                  </a:lnTo>
                  <a:lnTo>
                    <a:pt x="1305" y="2331"/>
                  </a:lnTo>
                  <a:lnTo>
                    <a:pt x="1285" y="2292"/>
                  </a:lnTo>
                  <a:lnTo>
                    <a:pt x="1364" y="2371"/>
                  </a:lnTo>
                  <a:lnTo>
                    <a:pt x="1384" y="2391"/>
                  </a:lnTo>
                  <a:lnTo>
                    <a:pt x="1403" y="2410"/>
                  </a:lnTo>
                  <a:lnTo>
                    <a:pt x="1403" y="2391"/>
                  </a:lnTo>
                  <a:lnTo>
                    <a:pt x="1423" y="2391"/>
                  </a:lnTo>
                  <a:lnTo>
                    <a:pt x="1423" y="2371"/>
                  </a:lnTo>
                  <a:lnTo>
                    <a:pt x="1403" y="2351"/>
                  </a:lnTo>
                  <a:lnTo>
                    <a:pt x="1344" y="2311"/>
                  </a:lnTo>
                  <a:lnTo>
                    <a:pt x="1344" y="2292"/>
                  </a:lnTo>
                  <a:lnTo>
                    <a:pt x="1364" y="2311"/>
                  </a:lnTo>
                  <a:lnTo>
                    <a:pt x="1403" y="2331"/>
                  </a:lnTo>
                  <a:lnTo>
                    <a:pt x="1403" y="2331"/>
                  </a:lnTo>
                  <a:lnTo>
                    <a:pt x="1364" y="2292"/>
                  </a:lnTo>
                  <a:lnTo>
                    <a:pt x="1364" y="2272"/>
                  </a:lnTo>
                  <a:lnTo>
                    <a:pt x="1364" y="2252"/>
                  </a:lnTo>
                  <a:lnTo>
                    <a:pt x="1403" y="2292"/>
                  </a:lnTo>
                  <a:lnTo>
                    <a:pt x="1403" y="2292"/>
                  </a:lnTo>
                  <a:lnTo>
                    <a:pt x="1364" y="2232"/>
                  </a:lnTo>
                  <a:lnTo>
                    <a:pt x="1285" y="2173"/>
                  </a:lnTo>
                  <a:lnTo>
                    <a:pt x="1245" y="2153"/>
                  </a:lnTo>
                  <a:lnTo>
                    <a:pt x="1245" y="2153"/>
                  </a:lnTo>
                  <a:lnTo>
                    <a:pt x="1265" y="2193"/>
                  </a:lnTo>
                  <a:lnTo>
                    <a:pt x="1265" y="2213"/>
                  </a:lnTo>
                  <a:lnTo>
                    <a:pt x="1206" y="2193"/>
                  </a:lnTo>
                  <a:lnTo>
                    <a:pt x="1147" y="2153"/>
                  </a:lnTo>
                  <a:lnTo>
                    <a:pt x="1147" y="2153"/>
                  </a:lnTo>
                  <a:lnTo>
                    <a:pt x="1186" y="2173"/>
                  </a:lnTo>
                  <a:lnTo>
                    <a:pt x="1147" y="2134"/>
                  </a:lnTo>
                  <a:lnTo>
                    <a:pt x="1127" y="2114"/>
                  </a:lnTo>
                  <a:lnTo>
                    <a:pt x="1048" y="2055"/>
                  </a:lnTo>
                  <a:lnTo>
                    <a:pt x="1048" y="2015"/>
                  </a:lnTo>
                  <a:lnTo>
                    <a:pt x="1087" y="2055"/>
                  </a:lnTo>
                  <a:lnTo>
                    <a:pt x="1087" y="2055"/>
                  </a:lnTo>
                  <a:lnTo>
                    <a:pt x="1068" y="2015"/>
                  </a:lnTo>
                  <a:lnTo>
                    <a:pt x="1107" y="2035"/>
                  </a:lnTo>
                  <a:lnTo>
                    <a:pt x="1127" y="2035"/>
                  </a:lnTo>
                  <a:lnTo>
                    <a:pt x="1127" y="2015"/>
                  </a:lnTo>
                  <a:lnTo>
                    <a:pt x="1107" y="1995"/>
                  </a:lnTo>
                  <a:lnTo>
                    <a:pt x="1166" y="2015"/>
                  </a:lnTo>
                  <a:lnTo>
                    <a:pt x="1147" y="2015"/>
                  </a:lnTo>
                  <a:lnTo>
                    <a:pt x="1166" y="2055"/>
                  </a:lnTo>
                  <a:lnTo>
                    <a:pt x="1206" y="2074"/>
                  </a:lnTo>
                  <a:lnTo>
                    <a:pt x="1206" y="2094"/>
                  </a:lnTo>
                  <a:lnTo>
                    <a:pt x="1265" y="2114"/>
                  </a:lnTo>
                  <a:lnTo>
                    <a:pt x="1305" y="2153"/>
                  </a:lnTo>
                  <a:lnTo>
                    <a:pt x="1384" y="2232"/>
                  </a:lnTo>
                  <a:lnTo>
                    <a:pt x="1403" y="2232"/>
                  </a:lnTo>
                  <a:lnTo>
                    <a:pt x="1443" y="2252"/>
                  </a:lnTo>
                  <a:lnTo>
                    <a:pt x="1423" y="2213"/>
                  </a:lnTo>
                  <a:lnTo>
                    <a:pt x="1423" y="2193"/>
                  </a:lnTo>
                  <a:lnTo>
                    <a:pt x="1403" y="2153"/>
                  </a:lnTo>
                  <a:lnTo>
                    <a:pt x="1423" y="2173"/>
                  </a:lnTo>
                  <a:lnTo>
                    <a:pt x="1443" y="2193"/>
                  </a:lnTo>
                  <a:lnTo>
                    <a:pt x="1463" y="2153"/>
                  </a:lnTo>
                  <a:lnTo>
                    <a:pt x="1423" y="2114"/>
                  </a:lnTo>
                  <a:lnTo>
                    <a:pt x="1463" y="2114"/>
                  </a:lnTo>
                  <a:lnTo>
                    <a:pt x="1502" y="2153"/>
                  </a:lnTo>
                  <a:lnTo>
                    <a:pt x="1522" y="2134"/>
                  </a:lnTo>
                  <a:lnTo>
                    <a:pt x="1522" y="2114"/>
                  </a:lnTo>
                  <a:lnTo>
                    <a:pt x="1482" y="2074"/>
                  </a:lnTo>
                  <a:lnTo>
                    <a:pt x="1463" y="2035"/>
                  </a:lnTo>
                  <a:lnTo>
                    <a:pt x="1463" y="2015"/>
                  </a:lnTo>
                  <a:lnTo>
                    <a:pt x="1482" y="1995"/>
                  </a:lnTo>
                  <a:lnTo>
                    <a:pt x="1522" y="2035"/>
                  </a:lnTo>
                  <a:lnTo>
                    <a:pt x="1502" y="1995"/>
                  </a:lnTo>
                  <a:lnTo>
                    <a:pt x="1542" y="2015"/>
                  </a:lnTo>
                  <a:lnTo>
                    <a:pt x="1542" y="1976"/>
                  </a:lnTo>
                  <a:lnTo>
                    <a:pt x="1542" y="1956"/>
                  </a:lnTo>
                  <a:lnTo>
                    <a:pt x="1581" y="1976"/>
                  </a:lnTo>
                  <a:lnTo>
                    <a:pt x="1561" y="1936"/>
                  </a:lnTo>
                  <a:lnTo>
                    <a:pt x="1502" y="1877"/>
                  </a:lnTo>
                  <a:lnTo>
                    <a:pt x="1561" y="1916"/>
                  </a:lnTo>
                  <a:lnTo>
                    <a:pt x="1601" y="1936"/>
                  </a:lnTo>
                  <a:lnTo>
                    <a:pt x="1601" y="1837"/>
                  </a:lnTo>
                  <a:lnTo>
                    <a:pt x="1621" y="1758"/>
                  </a:lnTo>
                  <a:lnTo>
                    <a:pt x="1640" y="1778"/>
                  </a:lnTo>
                  <a:lnTo>
                    <a:pt x="1640" y="1739"/>
                  </a:lnTo>
                  <a:lnTo>
                    <a:pt x="1640" y="1699"/>
                  </a:lnTo>
                  <a:lnTo>
                    <a:pt x="1621" y="1660"/>
                  </a:lnTo>
                  <a:lnTo>
                    <a:pt x="1621" y="1640"/>
                  </a:lnTo>
                  <a:lnTo>
                    <a:pt x="1640" y="1640"/>
                  </a:lnTo>
                  <a:lnTo>
                    <a:pt x="1621" y="1600"/>
                  </a:lnTo>
                  <a:lnTo>
                    <a:pt x="1561" y="1561"/>
                  </a:lnTo>
                  <a:lnTo>
                    <a:pt x="1463" y="1502"/>
                  </a:lnTo>
                  <a:lnTo>
                    <a:pt x="1443" y="1482"/>
                  </a:lnTo>
                  <a:lnTo>
                    <a:pt x="1463" y="1482"/>
                  </a:lnTo>
                  <a:lnTo>
                    <a:pt x="1482" y="1502"/>
                  </a:lnTo>
                  <a:lnTo>
                    <a:pt x="1522" y="1521"/>
                  </a:lnTo>
                  <a:lnTo>
                    <a:pt x="1542" y="1521"/>
                  </a:lnTo>
                  <a:lnTo>
                    <a:pt x="1621" y="1581"/>
                  </a:lnTo>
                  <a:lnTo>
                    <a:pt x="1680" y="1620"/>
                  </a:lnTo>
                  <a:lnTo>
                    <a:pt x="1680" y="1620"/>
                  </a:lnTo>
                  <a:lnTo>
                    <a:pt x="1640" y="1561"/>
                  </a:lnTo>
                  <a:lnTo>
                    <a:pt x="1660" y="1561"/>
                  </a:lnTo>
                  <a:lnTo>
                    <a:pt x="1660" y="1541"/>
                  </a:lnTo>
                  <a:lnTo>
                    <a:pt x="1680" y="1541"/>
                  </a:lnTo>
                  <a:lnTo>
                    <a:pt x="1700" y="1561"/>
                  </a:lnTo>
                  <a:lnTo>
                    <a:pt x="1719" y="1581"/>
                  </a:lnTo>
                  <a:lnTo>
                    <a:pt x="1700" y="1581"/>
                  </a:lnTo>
                  <a:lnTo>
                    <a:pt x="1700" y="1600"/>
                  </a:lnTo>
                  <a:lnTo>
                    <a:pt x="1739" y="1640"/>
                  </a:lnTo>
                  <a:lnTo>
                    <a:pt x="1719" y="1600"/>
                  </a:lnTo>
                  <a:lnTo>
                    <a:pt x="1739" y="1581"/>
                  </a:lnTo>
                  <a:lnTo>
                    <a:pt x="1739" y="1561"/>
                  </a:lnTo>
                  <a:lnTo>
                    <a:pt x="1700" y="1541"/>
                  </a:lnTo>
                  <a:lnTo>
                    <a:pt x="1700" y="1521"/>
                  </a:lnTo>
                  <a:lnTo>
                    <a:pt x="1660" y="1462"/>
                  </a:lnTo>
                  <a:lnTo>
                    <a:pt x="1680" y="1477"/>
                  </a:lnTo>
                  <a:lnTo>
                    <a:pt x="1680" y="1477"/>
                  </a:lnTo>
                  <a:lnTo>
                    <a:pt x="1680" y="1462"/>
                  </a:lnTo>
                  <a:lnTo>
                    <a:pt x="1700" y="1442"/>
                  </a:lnTo>
                  <a:lnTo>
                    <a:pt x="1719" y="1442"/>
                  </a:lnTo>
                  <a:lnTo>
                    <a:pt x="1779" y="1482"/>
                  </a:lnTo>
                  <a:lnTo>
                    <a:pt x="1759" y="1442"/>
                  </a:lnTo>
                  <a:lnTo>
                    <a:pt x="1779" y="1462"/>
                  </a:lnTo>
                  <a:lnTo>
                    <a:pt x="1818" y="1423"/>
                  </a:lnTo>
                  <a:lnTo>
                    <a:pt x="1838" y="1403"/>
                  </a:lnTo>
                  <a:lnTo>
                    <a:pt x="1858" y="1403"/>
                  </a:lnTo>
                  <a:lnTo>
                    <a:pt x="1858" y="1363"/>
                  </a:lnTo>
                  <a:lnTo>
                    <a:pt x="1798" y="1304"/>
                  </a:lnTo>
                  <a:lnTo>
                    <a:pt x="1739" y="1284"/>
                  </a:lnTo>
                  <a:lnTo>
                    <a:pt x="1719" y="1245"/>
                  </a:lnTo>
                  <a:lnTo>
                    <a:pt x="1719" y="1225"/>
                  </a:lnTo>
                  <a:lnTo>
                    <a:pt x="1759" y="1265"/>
                  </a:lnTo>
                  <a:lnTo>
                    <a:pt x="1798" y="1284"/>
                  </a:lnTo>
                  <a:lnTo>
                    <a:pt x="1838" y="1304"/>
                  </a:lnTo>
                  <a:lnTo>
                    <a:pt x="1838" y="1284"/>
                  </a:lnTo>
                  <a:lnTo>
                    <a:pt x="1877" y="1304"/>
                  </a:lnTo>
                  <a:lnTo>
                    <a:pt x="1877" y="1265"/>
                  </a:lnTo>
                  <a:lnTo>
                    <a:pt x="1838" y="1225"/>
                  </a:lnTo>
                  <a:lnTo>
                    <a:pt x="1838" y="1225"/>
                  </a:lnTo>
                  <a:lnTo>
                    <a:pt x="1877" y="1245"/>
                  </a:lnTo>
                  <a:lnTo>
                    <a:pt x="1897" y="1284"/>
                  </a:lnTo>
                  <a:lnTo>
                    <a:pt x="1897" y="1265"/>
                  </a:lnTo>
                  <a:lnTo>
                    <a:pt x="1917" y="1284"/>
                  </a:lnTo>
                  <a:lnTo>
                    <a:pt x="1917" y="1265"/>
                  </a:lnTo>
                  <a:lnTo>
                    <a:pt x="1897" y="1225"/>
                  </a:lnTo>
                  <a:lnTo>
                    <a:pt x="1858" y="1186"/>
                  </a:lnTo>
                  <a:lnTo>
                    <a:pt x="1838" y="1126"/>
                  </a:lnTo>
                  <a:lnTo>
                    <a:pt x="1858" y="1126"/>
                  </a:lnTo>
                  <a:lnTo>
                    <a:pt x="1818" y="1087"/>
                  </a:lnTo>
                  <a:lnTo>
                    <a:pt x="1779" y="1028"/>
                  </a:lnTo>
                  <a:lnTo>
                    <a:pt x="1818" y="1067"/>
                  </a:lnTo>
                  <a:lnTo>
                    <a:pt x="1838" y="1067"/>
                  </a:lnTo>
                  <a:lnTo>
                    <a:pt x="1818" y="1047"/>
                  </a:lnTo>
                  <a:lnTo>
                    <a:pt x="1917" y="1107"/>
                  </a:lnTo>
                  <a:lnTo>
                    <a:pt x="1877" y="1107"/>
                  </a:lnTo>
                  <a:lnTo>
                    <a:pt x="1858" y="1087"/>
                  </a:lnTo>
                  <a:lnTo>
                    <a:pt x="1858" y="1107"/>
                  </a:lnTo>
                  <a:lnTo>
                    <a:pt x="1937" y="1146"/>
                  </a:lnTo>
                  <a:lnTo>
                    <a:pt x="1976" y="1146"/>
                  </a:lnTo>
                  <a:lnTo>
                    <a:pt x="1996" y="1126"/>
                  </a:lnTo>
                  <a:lnTo>
                    <a:pt x="1996" y="1107"/>
                  </a:lnTo>
                  <a:lnTo>
                    <a:pt x="1996" y="1067"/>
                  </a:lnTo>
                  <a:lnTo>
                    <a:pt x="2016" y="1047"/>
                  </a:lnTo>
                  <a:lnTo>
                    <a:pt x="1996" y="1028"/>
                  </a:lnTo>
                  <a:lnTo>
                    <a:pt x="1956" y="968"/>
                  </a:lnTo>
                  <a:lnTo>
                    <a:pt x="1996" y="1008"/>
                  </a:lnTo>
                  <a:lnTo>
                    <a:pt x="2075" y="1008"/>
                  </a:lnTo>
                  <a:lnTo>
                    <a:pt x="2075" y="988"/>
                  </a:lnTo>
                  <a:lnTo>
                    <a:pt x="2095" y="968"/>
                  </a:lnTo>
                  <a:lnTo>
                    <a:pt x="2095" y="949"/>
                  </a:lnTo>
                  <a:lnTo>
                    <a:pt x="2075" y="909"/>
                  </a:lnTo>
                  <a:lnTo>
                    <a:pt x="2075" y="909"/>
                  </a:lnTo>
                  <a:lnTo>
                    <a:pt x="2114" y="929"/>
                  </a:lnTo>
                  <a:lnTo>
                    <a:pt x="2055" y="850"/>
                  </a:lnTo>
                  <a:lnTo>
                    <a:pt x="2055" y="810"/>
                  </a:lnTo>
                  <a:lnTo>
                    <a:pt x="2016" y="751"/>
                  </a:lnTo>
                  <a:lnTo>
                    <a:pt x="1937" y="672"/>
                  </a:lnTo>
                  <a:lnTo>
                    <a:pt x="1996" y="712"/>
                  </a:lnTo>
                  <a:lnTo>
                    <a:pt x="2035" y="751"/>
                  </a:lnTo>
                  <a:lnTo>
                    <a:pt x="2035" y="731"/>
                  </a:lnTo>
                  <a:lnTo>
                    <a:pt x="2016" y="712"/>
                  </a:lnTo>
                  <a:lnTo>
                    <a:pt x="2016" y="692"/>
                  </a:lnTo>
                  <a:lnTo>
                    <a:pt x="2035" y="692"/>
                  </a:lnTo>
                  <a:lnTo>
                    <a:pt x="2055" y="712"/>
                  </a:lnTo>
                  <a:lnTo>
                    <a:pt x="2075" y="731"/>
                  </a:lnTo>
                  <a:lnTo>
                    <a:pt x="2095" y="731"/>
                  </a:lnTo>
                  <a:lnTo>
                    <a:pt x="2075" y="712"/>
                  </a:lnTo>
                  <a:lnTo>
                    <a:pt x="2095" y="712"/>
                  </a:lnTo>
                  <a:lnTo>
                    <a:pt x="2016" y="652"/>
                  </a:lnTo>
                  <a:lnTo>
                    <a:pt x="1996" y="613"/>
                  </a:lnTo>
                  <a:lnTo>
                    <a:pt x="1976" y="613"/>
                  </a:lnTo>
                  <a:lnTo>
                    <a:pt x="1956" y="573"/>
                  </a:lnTo>
                  <a:lnTo>
                    <a:pt x="1956" y="514"/>
                  </a:lnTo>
                  <a:lnTo>
                    <a:pt x="1956" y="435"/>
                  </a:lnTo>
                  <a:lnTo>
                    <a:pt x="1996" y="396"/>
                  </a:lnTo>
                  <a:lnTo>
                    <a:pt x="2035" y="356"/>
                  </a:lnTo>
                  <a:lnTo>
                    <a:pt x="2075" y="396"/>
                  </a:lnTo>
                  <a:lnTo>
                    <a:pt x="2075" y="376"/>
                  </a:lnTo>
                  <a:lnTo>
                    <a:pt x="2134" y="376"/>
                  </a:lnTo>
                  <a:lnTo>
                    <a:pt x="2114" y="356"/>
                  </a:lnTo>
                  <a:lnTo>
                    <a:pt x="2095" y="336"/>
                  </a:lnTo>
                  <a:lnTo>
                    <a:pt x="2134" y="356"/>
                  </a:lnTo>
                  <a:lnTo>
                    <a:pt x="2134" y="376"/>
                  </a:lnTo>
                  <a:lnTo>
                    <a:pt x="2154" y="356"/>
                  </a:lnTo>
                  <a:lnTo>
                    <a:pt x="2193" y="376"/>
                  </a:lnTo>
                  <a:lnTo>
                    <a:pt x="2213" y="376"/>
                  </a:lnTo>
                  <a:lnTo>
                    <a:pt x="2213" y="336"/>
                  </a:lnTo>
                  <a:lnTo>
                    <a:pt x="2272" y="376"/>
                  </a:lnTo>
                  <a:lnTo>
                    <a:pt x="2351" y="396"/>
                  </a:lnTo>
                  <a:lnTo>
                    <a:pt x="2351" y="396"/>
                  </a:lnTo>
                  <a:lnTo>
                    <a:pt x="2312" y="376"/>
                  </a:lnTo>
                  <a:lnTo>
                    <a:pt x="2292" y="336"/>
                  </a:lnTo>
                  <a:lnTo>
                    <a:pt x="2272" y="336"/>
                  </a:lnTo>
                  <a:lnTo>
                    <a:pt x="2253" y="317"/>
                  </a:lnTo>
                  <a:lnTo>
                    <a:pt x="2233" y="277"/>
                  </a:lnTo>
                  <a:lnTo>
                    <a:pt x="2095" y="198"/>
                  </a:lnTo>
                  <a:lnTo>
                    <a:pt x="1956" y="119"/>
                  </a:lnTo>
                  <a:lnTo>
                    <a:pt x="1937" y="119"/>
                  </a:lnTo>
                  <a:lnTo>
                    <a:pt x="1897" y="99"/>
                  </a:lnTo>
                  <a:lnTo>
                    <a:pt x="1838" y="60"/>
                  </a:lnTo>
                  <a:lnTo>
                    <a:pt x="1818" y="60"/>
                  </a:lnTo>
                  <a:lnTo>
                    <a:pt x="1858" y="99"/>
                  </a:lnTo>
                  <a:lnTo>
                    <a:pt x="1818" y="99"/>
                  </a:lnTo>
                  <a:lnTo>
                    <a:pt x="1798" y="80"/>
                  </a:lnTo>
                  <a:lnTo>
                    <a:pt x="1818" y="119"/>
                  </a:lnTo>
                  <a:lnTo>
                    <a:pt x="1759" y="80"/>
                  </a:lnTo>
                  <a:lnTo>
                    <a:pt x="1700" y="40"/>
                  </a:lnTo>
                  <a:lnTo>
                    <a:pt x="1680" y="40"/>
                  </a:lnTo>
                  <a:lnTo>
                    <a:pt x="1680" y="60"/>
                  </a:lnTo>
                  <a:lnTo>
                    <a:pt x="1700" y="80"/>
                  </a:lnTo>
                  <a:lnTo>
                    <a:pt x="1660" y="80"/>
                  </a:lnTo>
                  <a:lnTo>
                    <a:pt x="1640" y="40"/>
                  </a:lnTo>
                  <a:lnTo>
                    <a:pt x="1640" y="60"/>
                  </a:lnTo>
                  <a:lnTo>
                    <a:pt x="1621" y="40"/>
                  </a:lnTo>
                  <a:lnTo>
                    <a:pt x="1561" y="20"/>
                  </a:lnTo>
                  <a:lnTo>
                    <a:pt x="1640" y="80"/>
                  </a:lnTo>
                  <a:lnTo>
                    <a:pt x="1621" y="80"/>
                  </a:lnTo>
                  <a:lnTo>
                    <a:pt x="1700" y="119"/>
                  </a:lnTo>
                  <a:lnTo>
                    <a:pt x="1719" y="159"/>
                  </a:lnTo>
                  <a:lnTo>
                    <a:pt x="1680" y="119"/>
                  </a:lnTo>
                  <a:lnTo>
                    <a:pt x="1660" y="119"/>
                  </a:lnTo>
                  <a:lnTo>
                    <a:pt x="1640" y="99"/>
                  </a:lnTo>
                  <a:lnTo>
                    <a:pt x="1581" y="40"/>
                  </a:lnTo>
                  <a:lnTo>
                    <a:pt x="1542" y="40"/>
                  </a:lnTo>
                  <a:lnTo>
                    <a:pt x="1542" y="60"/>
                  </a:lnTo>
                  <a:lnTo>
                    <a:pt x="1522" y="40"/>
                  </a:lnTo>
                  <a:lnTo>
                    <a:pt x="1502" y="20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-1768900" y="35509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-1769400" y="35069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20"/>
                  </a:moveTo>
                  <a:lnTo>
                    <a:pt x="2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-1780750" y="35430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-1780275" y="3412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-1780750" y="3410675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-1791625" y="3408700"/>
              <a:ext cx="19275" cy="5475"/>
            </a:xfrm>
            <a:custGeom>
              <a:rect b="b" l="l" r="r" t="t"/>
              <a:pathLst>
                <a:path extrusionOk="0" h="219" w="771">
                  <a:moveTo>
                    <a:pt x="438" y="43"/>
                  </a:moveTo>
                  <a:lnTo>
                    <a:pt x="455" y="60"/>
                  </a:lnTo>
                  <a:lnTo>
                    <a:pt x="435" y="80"/>
                  </a:lnTo>
                  <a:lnTo>
                    <a:pt x="475" y="80"/>
                  </a:lnTo>
                  <a:lnTo>
                    <a:pt x="438" y="43"/>
                  </a:lnTo>
                  <a:close/>
                  <a:moveTo>
                    <a:pt x="494" y="60"/>
                  </a:moveTo>
                  <a:lnTo>
                    <a:pt x="514" y="80"/>
                  </a:lnTo>
                  <a:lnTo>
                    <a:pt x="554" y="100"/>
                  </a:lnTo>
                  <a:lnTo>
                    <a:pt x="672" y="139"/>
                  </a:lnTo>
                  <a:lnTo>
                    <a:pt x="712" y="159"/>
                  </a:lnTo>
                  <a:lnTo>
                    <a:pt x="692" y="139"/>
                  </a:lnTo>
                  <a:lnTo>
                    <a:pt x="633" y="119"/>
                  </a:lnTo>
                  <a:lnTo>
                    <a:pt x="672" y="119"/>
                  </a:lnTo>
                  <a:lnTo>
                    <a:pt x="573" y="80"/>
                  </a:lnTo>
                  <a:lnTo>
                    <a:pt x="514" y="60"/>
                  </a:lnTo>
                  <a:close/>
                  <a:moveTo>
                    <a:pt x="0" y="1"/>
                  </a:moveTo>
                  <a:lnTo>
                    <a:pt x="20" y="21"/>
                  </a:lnTo>
                  <a:lnTo>
                    <a:pt x="99" y="40"/>
                  </a:lnTo>
                  <a:lnTo>
                    <a:pt x="40" y="40"/>
                  </a:lnTo>
                  <a:lnTo>
                    <a:pt x="99" y="60"/>
                  </a:lnTo>
                  <a:lnTo>
                    <a:pt x="178" y="100"/>
                  </a:lnTo>
                  <a:lnTo>
                    <a:pt x="198" y="80"/>
                  </a:lnTo>
                  <a:lnTo>
                    <a:pt x="237" y="100"/>
                  </a:lnTo>
                  <a:lnTo>
                    <a:pt x="356" y="119"/>
                  </a:lnTo>
                  <a:lnTo>
                    <a:pt x="395" y="119"/>
                  </a:lnTo>
                  <a:lnTo>
                    <a:pt x="415" y="100"/>
                  </a:lnTo>
                  <a:lnTo>
                    <a:pt x="435" y="100"/>
                  </a:lnTo>
                  <a:lnTo>
                    <a:pt x="554" y="139"/>
                  </a:lnTo>
                  <a:lnTo>
                    <a:pt x="573" y="159"/>
                  </a:lnTo>
                  <a:lnTo>
                    <a:pt x="573" y="159"/>
                  </a:lnTo>
                  <a:lnTo>
                    <a:pt x="534" y="139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514" y="139"/>
                  </a:lnTo>
                  <a:lnTo>
                    <a:pt x="593" y="179"/>
                  </a:lnTo>
                  <a:lnTo>
                    <a:pt x="672" y="198"/>
                  </a:lnTo>
                  <a:lnTo>
                    <a:pt x="692" y="198"/>
                  </a:lnTo>
                  <a:lnTo>
                    <a:pt x="771" y="218"/>
                  </a:lnTo>
                  <a:lnTo>
                    <a:pt x="771" y="218"/>
                  </a:lnTo>
                  <a:lnTo>
                    <a:pt x="692" y="179"/>
                  </a:lnTo>
                  <a:lnTo>
                    <a:pt x="731" y="179"/>
                  </a:lnTo>
                  <a:lnTo>
                    <a:pt x="712" y="159"/>
                  </a:lnTo>
                  <a:lnTo>
                    <a:pt x="672" y="159"/>
                  </a:lnTo>
                  <a:lnTo>
                    <a:pt x="672" y="139"/>
                  </a:lnTo>
                  <a:lnTo>
                    <a:pt x="633" y="139"/>
                  </a:lnTo>
                  <a:lnTo>
                    <a:pt x="554" y="100"/>
                  </a:lnTo>
                  <a:lnTo>
                    <a:pt x="475" y="80"/>
                  </a:lnTo>
                  <a:lnTo>
                    <a:pt x="475" y="80"/>
                  </a:lnTo>
                  <a:lnTo>
                    <a:pt x="494" y="100"/>
                  </a:lnTo>
                  <a:lnTo>
                    <a:pt x="316" y="60"/>
                  </a:lnTo>
                  <a:lnTo>
                    <a:pt x="158" y="21"/>
                  </a:lnTo>
                  <a:lnTo>
                    <a:pt x="158" y="4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-1774825" y="3409200"/>
              <a:ext cx="2975" cy="1025"/>
            </a:xfrm>
            <a:custGeom>
              <a:rect b="b" l="l" r="r" t="t"/>
              <a:pathLst>
                <a:path extrusionOk="0" h="41" w="119">
                  <a:moveTo>
                    <a:pt x="119" y="40"/>
                  </a:moveTo>
                  <a:lnTo>
                    <a:pt x="119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9" y="40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-1777300" y="340822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0" y="0"/>
                  </a:moveTo>
                  <a:lnTo>
                    <a:pt x="20" y="20"/>
                  </a:lnTo>
                  <a:lnTo>
                    <a:pt x="99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-1798550" y="3390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-1800025" y="3362775"/>
              <a:ext cx="39525" cy="47925"/>
            </a:xfrm>
            <a:custGeom>
              <a:rect b="b" l="l" r="r" t="t"/>
              <a:pathLst>
                <a:path extrusionOk="0" h="1917" w="1581">
                  <a:moveTo>
                    <a:pt x="1423" y="337"/>
                  </a:moveTo>
                  <a:lnTo>
                    <a:pt x="1423" y="342"/>
                  </a:lnTo>
                  <a:lnTo>
                    <a:pt x="1423" y="342"/>
                  </a:lnTo>
                  <a:lnTo>
                    <a:pt x="1443" y="357"/>
                  </a:lnTo>
                  <a:lnTo>
                    <a:pt x="1423" y="337"/>
                  </a:lnTo>
                  <a:close/>
                  <a:moveTo>
                    <a:pt x="139" y="692"/>
                  </a:moveTo>
                  <a:lnTo>
                    <a:pt x="139" y="699"/>
                  </a:lnTo>
                  <a:lnTo>
                    <a:pt x="139" y="699"/>
                  </a:lnTo>
                  <a:lnTo>
                    <a:pt x="149" y="702"/>
                  </a:lnTo>
                  <a:lnTo>
                    <a:pt x="139" y="692"/>
                  </a:lnTo>
                  <a:close/>
                  <a:moveTo>
                    <a:pt x="149" y="702"/>
                  </a:moveTo>
                  <a:lnTo>
                    <a:pt x="159" y="712"/>
                  </a:lnTo>
                  <a:lnTo>
                    <a:pt x="188" y="722"/>
                  </a:lnTo>
                  <a:lnTo>
                    <a:pt x="188" y="722"/>
                  </a:lnTo>
                  <a:lnTo>
                    <a:pt x="178" y="712"/>
                  </a:lnTo>
                  <a:lnTo>
                    <a:pt x="149" y="702"/>
                  </a:lnTo>
                  <a:close/>
                  <a:moveTo>
                    <a:pt x="40" y="653"/>
                  </a:moveTo>
                  <a:lnTo>
                    <a:pt x="60" y="673"/>
                  </a:lnTo>
                  <a:lnTo>
                    <a:pt x="80" y="692"/>
                  </a:lnTo>
                  <a:lnTo>
                    <a:pt x="60" y="692"/>
                  </a:lnTo>
                  <a:lnTo>
                    <a:pt x="159" y="732"/>
                  </a:lnTo>
                  <a:lnTo>
                    <a:pt x="139" y="712"/>
                  </a:lnTo>
                  <a:lnTo>
                    <a:pt x="139" y="699"/>
                  </a:lnTo>
                  <a:lnTo>
                    <a:pt x="139" y="699"/>
                  </a:lnTo>
                  <a:lnTo>
                    <a:pt x="119" y="692"/>
                  </a:lnTo>
                  <a:lnTo>
                    <a:pt x="40" y="653"/>
                  </a:lnTo>
                  <a:close/>
                  <a:moveTo>
                    <a:pt x="188" y="722"/>
                  </a:moveTo>
                  <a:lnTo>
                    <a:pt x="198" y="73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18" y="732"/>
                  </a:lnTo>
                  <a:lnTo>
                    <a:pt x="188" y="722"/>
                  </a:lnTo>
                  <a:close/>
                  <a:moveTo>
                    <a:pt x="119" y="890"/>
                  </a:moveTo>
                  <a:lnTo>
                    <a:pt x="149" y="900"/>
                  </a:lnTo>
                  <a:lnTo>
                    <a:pt x="139" y="890"/>
                  </a:lnTo>
                  <a:close/>
                  <a:moveTo>
                    <a:pt x="149" y="900"/>
                  </a:moveTo>
                  <a:lnTo>
                    <a:pt x="159" y="910"/>
                  </a:lnTo>
                  <a:lnTo>
                    <a:pt x="178" y="910"/>
                  </a:lnTo>
                  <a:lnTo>
                    <a:pt x="149" y="900"/>
                  </a:lnTo>
                  <a:close/>
                  <a:moveTo>
                    <a:pt x="119" y="910"/>
                  </a:moveTo>
                  <a:lnTo>
                    <a:pt x="119" y="929"/>
                  </a:lnTo>
                  <a:lnTo>
                    <a:pt x="139" y="929"/>
                  </a:lnTo>
                  <a:lnTo>
                    <a:pt x="119" y="910"/>
                  </a:lnTo>
                  <a:close/>
                  <a:moveTo>
                    <a:pt x="119" y="929"/>
                  </a:moveTo>
                  <a:lnTo>
                    <a:pt x="119" y="94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19" y="929"/>
                  </a:lnTo>
                  <a:close/>
                  <a:moveTo>
                    <a:pt x="119" y="1028"/>
                  </a:moveTo>
                  <a:lnTo>
                    <a:pt x="119" y="1048"/>
                  </a:lnTo>
                  <a:lnTo>
                    <a:pt x="178" y="1068"/>
                  </a:lnTo>
                  <a:lnTo>
                    <a:pt x="178" y="1068"/>
                  </a:lnTo>
                  <a:lnTo>
                    <a:pt x="139" y="1048"/>
                  </a:lnTo>
                  <a:lnTo>
                    <a:pt x="119" y="1028"/>
                  </a:lnTo>
                  <a:close/>
                  <a:moveTo>
                    <a:pt x="1285" y="1502"/>
                  </a:moveTo>
                  <a:lnTo>
                    <a:pt x="1304" y="1522"/>
                  </a:lnTo>
                  <a:lnTo>
                    <a:pt x="1364" y="1522"/>
                  </a:lnTo>
                  <a:lnTo>
                    <a:pt x="1285" y="1502"/>
                  </a:lnTo>
                  <a:close/>
                  <a:moveTo>
                    <a:pt x="40" y="1601"/>
                  </a:moveTo>
                  <a:lnTo>
                    <a:pt x="99" y="1621"/>
                  </a:lnTo>
                  <a:lnTo>
                    <a:pt x="119" y="1621"/>
                  </a:lnTo>
                  <a:lnTo>
                    <a:pt x="40" y="1601"/>
                  </a:lnTo>
                  <a:close/>
                  <a:moveTo>
                    <a:pt x="257" y="1680"/>
                  </a:moveTo>
                  <a:lnTo>
                    <a:pt x="266" y="1688"/>
                  </a:lnTo>
                  <a:lnTo>
                    <a:pt x="266" y="1688"/>
                  </a:lnTo>
                  <a:lnTo>
                    <a:pt x="228" y="1680"/>
                  </a:lnTo>
                  <a:close/>
                  <a:moveTo>
                    <a:pt x="1304" y="1690"/>
                  </a:moveTo>
                  <a:lnTo>
                    <a:pt x="1304" y="1700"/>
                  </a:lnTo>
                  <a:lnTo>
                    <a:pt x="1324" y="1700"/>
                  </a:lnTo>
                  <a:lnTo>
                    <a:pt x="1304" y="1690"/>
                  </a:lnTo>
                  <a:close/>
                  <a:moveTo>
                    <a:pt x="652" y="1719"/>
                  </a:moveTo>
                  <a:lnTo>
                    <a:pt x="722" y="1739"/>
                  </a:lnTo>
                  <a:lnTo>
                    <a:pt x="633" y="1739"/>
                  </a:lnTo>
                  <a:lnTo>
                    <a:pt x="593" y="1719"/>
                  </a:lnTo>
                  <a:close/>
                  <a:moveTo>
                    <a:pt x="1048" y="1798"/>
                  </a:moveTo>
                  <a:lnTo>
                    <a:pt x="1087" y="1818"/>
                  </a:lnTo>
                  <a:lnTo>
                    <a:pt x="1087" y="1818"/>
                  </a:lnTo>
                  <a:lnTo>
                    <a:pt x="1067" y="1798"/>
                  </a:lnTo>
                  <a:close/>
                  <a:moveTo>
                    <a:pt x="119" y="1739"/>
                  </a:moveTo>
                  <a:lnTo>
                    <a:pt x="139" y="1759"/>
                  </a:lnTo>
                  <a:lnTo>
                    <a:pt x="119" y="1759"/>
                  </a:lnTo>
                  <a:lnTo>
                    <a:pt x="178" y="1779"/>
                  </a:lnTo>
                  <a:lnTo>
                    <a:pt x="198" y="1779"/>
                  </a:lnTo>
                  <a:lnTo>
                    <a:pt x="317" y="1818"/>
                  </a:lnTo>
                  <a:lnTo>
                    <a:pt x="336" y="1818"/>
                  </a:lnTo>
                  <a:lnTo>
                    <a:pt x="297" y="1798"/>
                  </a:lnTo>
                  <a:lnTo>
                    <a:pt x="238" y="1779"/>
                  </a:lnTo>
                  <a:lnTo>
                    <a:pt x="376" y="1818"/>
                  </a:lnTo>
                  <a:lnTo>
                    <a:pt x="336" y="1779"/>
                  </a:lnTo>
                  <a:lnTo>
                    <a:pt x="238" y="1759"/>
                  </a:lnTo>
                  <a:lnTo>
                    <a:pt x="257" y="1759"/>
                  </a:lnTo>
                  <a:lnTo>
                    <a:pt x="218" y="1739"/>
                  </a:lnTo>
                  <a:lnTo>
                    <a:pt x="238" y="1759"/>
                  </a:lnTo>
                  <a:lnTo>
                    <a:pt x="238" y="1759"/>
                  </a:lnTo>
                  <a:lnTo>
                    <a:pt x="119" y="1739"/>
                  </a:lnTo>
                  <a:close/>
                  <a:moveTo>
                    <a:pt x="376" y="1818"/>
                  </a:moveTo>
                  <a:lnTo>
                    <a:pt x="494" y="1858"/>
                  </a:lnTo>
                  <a:lnTo>
                    <a:pt x="494" y="1858"/>
                  </a:lnTo>
                  <a:lnTo>
                    <a:pt x="455" y="1838"/>
                  </a:lnTo>
                  <a:lnTo>
                    <a:pt x="376" y="1818"/>
                  </a:lnTo>
                  <a:close/>
                  <a:moveTo>
                    <a:pt x="1403" y="1"/>
                  </a:moveTo>
                  <a:lnTo>
                    <a:pt x="435" y="396"/>
                  </a:lnTo>
                  <a:lnTo>
                    <a:pt x="514" y="436"/>
                  </a:lnTo>
                  <a:lnTo>
                    <a:pt x="435" y="436"/>
                  </a:lnTo>
                  <a:lnTo>
                    <a:pt x="396" y="416"/>
                  </a:lnTo>
                  <a:lnTo>
                    <a:pt x="277" y="455"/>
                  </a:lnTo>
                  <a:lnTo>
                    <a:pt x="297" y="475"/>
                  </a:lnTo>
                  <a:lnTo>
                    <a:pt x="218" y="475"/>
                  </a:lnTo>
                  <a:lnTo>
                    <a:pt x="238" y="495"/>
                  </a:lnTo>
                  <a:lnTo>
                    <a:pt x="178" y="495"/>
                  </a:lnTo>
                  <a:lnTo>
                    <a:pt x="139" y="515"/>
                  </a:lnTo>
                  <a:lnTo>
                    <a:pt x="218" y="554"/>
                  </a:lnTo>
                  <a:lnTo>
                    <a:pt x="218" y="554"/>
                  </a:lnTo>
                  <a:lnTo>
                    <a:pt x="198" y="534"/>
                  </a:lnTo>
                  <a:lnTo>
                    <a:pt x="218" y="534"/>
                  </a:lnTo>
                  <a:lnTo>
                    <a:pt x="257" y="554"/>
                  </a:lnTo>
                  <a:lnTo>
                    <a:pt x="297" y="574"/>
                  </a:lnTo>
                  <a:lnTo>
                    <a:pt x="336" y="594"/>
                  </a:lnTo>
                  <a:lnTo>
                    <a:pt x="297" y="594"/>
                  </a:lnTo>
                  <a:lnTo>
                    <a:pt x="238" y="574"/>
                  </a:lnTo>
                  <a:lnTo>
                    <a:pt x="119" y="515"/>
                  </a:lnTo>
                  <a:lnTo>
                    <a:pt x="139" y="534"/>
                  </a:lnTo>
                  <a:lnTo>
                    <a:pt x="218" y="594"/>
                  </a:lnTo>
                  <a:lnTo>
                    <a:pt x="277" y="633"/>
                  </a:lnTo>
                  <a:lnTo>
                    <a:pt x="178" y="594"/>
                  </a:lnTo>
                  <a:lnTo>
                    <a:pt x="80" y="534"/>
                  </a:lnTo>
                  <a:lnTo>
                    <a:pt x="60" y="534"/>
                  </a:lnTo>
                  <a:lnTo>
                    <a:pt x="99" y="554"/>
                  </a:lnTo>
                  <a:lnTo>
                    <a:pt x="60" y="554"/>
                  </a:lnTo>
                  <a:lnTo>
                    <a:pt x="80" y="594"/>
                  </a:lnTo>
                  <a:lnTo>
                    <a:pt x="119" y="594"/>
                  </a:lnTo>
                  <a:lnTo>
                    <a:pt x="139" y="613"/>
                  </a:lnTo>
                  <a:lnTo>
                    <a:pt x="99" y="613"/>
                  </a:lnTo>
                  <a:lnTo>
                    <a:pt x="119" y="633"/>
                  </a:lnTo>
                  <a:lnTo>
                    <a:pt x="119" y="653"/>
                  </a:lnTo>
                  <a:lnTo>
                    <a:pt x="119" y="673"/>
                  </a:lnTo>
                  <a:lnTo>
                    <a:pt x="139" y="673"/>
                  </a:lnTo>
                  <a:lnTo>
                    <a:pt x="139" y="653"/>
                  </a:lnTo>
                  <a:lnTo>
                    <a:pt x="159" y="653"/>
                  </a:lnTo>
                  <a:lnTo>
                    <a:pt x="218" y="673"/>
                  </a:lnTo>
                  <a:lnTo>
                    <a:pt x="257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317" y="771"/>
                  </a:lnTo>
                  <a:lnTo>
                    <a:pt x="317" y="771"/>
                  </a:lnTo>
                  <a:lnTo>
                    <a:pt x="257" y="75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57" y="771"/>
                  </a:lnTo>
                  <a:lnTo>
                    <a:pt x="218" y="752"/>
                  </a:lnTo>
                  <a:lnTo>
                    <a:pt x="218" y="765"/>
                  </a:lnTo>
                  <a:lnTo>
                    <a:pt x="218" y="765"/>
                  </a:lnTo>
                  <a:lnTo>
                    <a:pt x="178" y="752"/>
                  </a:lnTo>
                  <a:lnTo>
                    <a:pt x="119" y="732"/>
                  </a:lnTo>
                  <a:lnTo>
                    <a:pt x="198" y="771"/>
                  </a:lnTo>
                  <a:lnTo>
                    <a:pt x="198" y="771"/>
                  </a:lnTo>
                  <a:lnTo>
                    <a:pt x="139" y="752"/>
                  </a:lnTo>
                  <a:lnTo>
                    <a:pt x="178" y="771"/>
                  </a:lnTo>
                  <a:lnTo>
                    <a:pt x="198" y="791"/>
                  </a:lnTo>
                  <a:lnTo>
                    <a:pt x="159" y="771"/>
                  </a:lnTo>
                  <a:lnTo>
                    <a:pt x="159" y="771"/>
                  </a:lnTo>
                  <a:lnTo>
                    <a:pt x="198" y="811"/>
                  </a:lnTo>
                  <a:lnTo>
                    <a:pt x="257" y="811"/>
                  </a:lnTo>
                  <a:lnTo>
                    <a:pt x="336" y="850"/>
                  </a:lnTo>
                  <a:lnTo>
                    <a:pt x="336" y="870"/>
                  </a:lnTo>
                  <a:lnTo>
                    <a:pt x="277" y="870"/>
                  </a:lnTo>
                  <a:lnTo>
                    <a:pt x="277" y="890"/>
                  </a:lnTo>
                  <a:lnTo>
                    <a:pt x="257" y="870"/>
                  </a:lnTo>
                  <a:lnTo>
                    <a:pt x="238" y="870"/>
                  </a:lnTo>
                  <a:lnTo>
                    <a:pt x="218" y="850"/>
                  </a:lnTo>
                  <a:lnTo>
                    <a:pt x="198" y="850"/>
                  </a:lnTo>
                  <a:lnTo>
                    <a:pt x="139" y="831"/>
                  </a:lnTo>
                  <a:lnTo>
                    <a:pt x="139" y="831"/>
                  </a:lnTo>
                  <a:lnTo>
                    <a:pt x="218" y="850"/>
                  </a:lnTo>
                  <a:lnTo>
                    <a:pt x="159" y="831"/>
                  </a:lnTo>
                  <a:lnTo>
                    <a:pt x="139" y="811"/>
                  </a:lnTo>
                  <a:lnTo>
                    <a:pt x="80" y="791"/>
                  </a:lnTo>
                  <a:lnTo>
                    <a:pt x="80" y="791"/>
                  </a:lnTo>
                  <a:lnTo>
                    <a:pt x="139" y="831"/>
                  </a:lnTo>
                  <a:lnTo>
                    <a:pt x="159" y="850"/>
                  </a:lnTo>
                  <a:lnTo>
                    <a:pt x="198" y="870"/>
                  </a:lnTo>
                  <a:lnTo>
                    <a:pt x="99" y="831"/>
                  </a:lnTo>
                  <a:lnTo>
                    <a:pt x="80" y="850"/>
                  </a:lnTo>
                  <a:lnTo>
                    <a:pt x="119" y="850"/>
                  </a:lnTo>
                  <a:lnTo>
                    <a:pt x="139" y="870"/>
                  </a:lnTo>
                  <a:lnTo>
                    <a:pt x="159" y="890"/>
                  </a:lnTo>
                  <a:lnTo>
                    <a:pt x="139" y="890"/>
                  </a:lnTo>
                  <a:lnTo>
                    <a:pt x="198" y="910"/>
                  </a:lnTo>
                  <a:lnTo>
                    <a:pt x="218" y="929"/>
                  </a:lnTo>
                  <a:lnTo>
                    <a:pt x="218" y="949"/>
                  </a:lnTo>
                  <a:lnTo>
                    <a:pt x="257" y="989"/>
                  </a:lnTo>
                  <a:lnTo>
                    <a:pt x="257" y="989"/>
                  </a:lnTo>
                  <a:lnTo>
                    <a:pt x="198" y="96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59" y="969"/>
                  </a:lnTo>
                  <a:lnTo>
                    <a:pt x="119" y="969"/>
                  </a:lnTo>
                  <a:lnTo>
                    <a:pt x="80" y="949"/>
                  </a:lnTo>
                  <a:lnTo>
                    <a:pt x="20" y="949"/>
                  </a:lnTo>
                  <a:lnTo>
                    <a:pt x="99" y="969"/>
                  </a:lnTo>
                  <a:lnTo>
                    <a:pt x="119" y="989"/>
                  </a:lnTo>
                  <a:lnTo>
                    <a:pt x="99" y="989"/>
                  </a:lnTo>
                  <a:lnTo>
                    <a:pt x="178" y="1008"/>
                  </a:lnTo>
                  <a:lnTo>
                    <a:pt x="99" y="1008"/>
                  </a:lnTo>
                  <a:lnTo>
                    <a:pt x="198" y="1068"/>
                  </a:lnTo>
                  <a:lnTo>
                    <a:pt x="178" y="1068"/>
                  </a:lnTo>
                  <a:lnTo>
                    <a:pt x="257" y="1107"/>
                  </a:lnTo>
                  <a:lnTo>
                    <a:pt x="238" y="1107"/>
                  </a:lnTo>
                  <a:lnTo>
                    <a:pt x="178" y="1087"/>
                  </a:lnTo>
                  <a:lnTo>
                    <a:pt x="218" y="1127"/>
                  </a:lnTo>
                  <a:lnTo>
                    <a:pt x="238" y="1127"/>
                  </a:lnTo>
                  <a:lnTo>
                    <a:pt x="277" y="1147"/>
                  </a:lnTo>
                  <a:lnTo>
                    <a:pt x="317" y="1166"/>
                  </a:lnTo>
                  <a:lnTo>
                    <a:pt x="238" y="1147"/>
                  </a:lnTo>
                  <a:lnTo>
                    <a:pt x="198" y="1127"/>
                  </a:lnTo>
                  <a:lnTo>
                    <a:pt x="139" y="1127"/>
                  </a:lnTo>
                  <a:lnTo>
                    <a:pt x="99" y="1087"/>
                  </a:lnTo>
                  <a:lnTo>
                    <a:pt x="80" y="1087"/>
                  </a:lnTo>
                  <a:lnTo>
                    <a:pt x="99" y="1107"/>
                  </a:lnTo>
                  <a:lnTo>
                    <a:pt x="119" y="1127"/>
                  </a:lnTo>
                  <a:lnTo>
                    <a:pt x="119" y="1127"/>
                  </a:lnTo>
                  <a:lnTo>
                    <a:pt x="60" y="1107"/>
                  </a:lnTo>
                  <a:lnTo>
                    <a:pt x="80" y="1127"/>
                  </a:lnTo>
                  <a:lnTo>
                    <a:pt x="139" y="1147"/>
                  </a:lnTo>
                  <a:lnTo>
                    <a:pt x="178" y="1166"/>
                  </a:lnTo>
                  <a:lnTo>
                    <a:pt x="99" y="1147"/>
                  </a:lnTo>
                  <a:lnTo>
                    <a:pt x="99" y="114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218" y="1206"/>
                  </a:lnTo>
                  <a:lnTo>
                    <a:pt x="277" y="1206"/>
                  </a:lnTo>
                  <a:lnTo>
                    <a:pt x="317" y="1226"/>
                  </a:lnTo>
                  <a:lnTo>
                    <a:pt x="376" y="1245"/>
                  </a:lnTo>
                  <a:lnTo>
                    <a:pt x="396" y="1265"/>
                  </a:lnTo>
                  <a:lnTo>
                    <a:pt x="297" y="1245"/>
                  </a:lnTo>
                  <a:lnTo>
                    <a:pt x="159" y="1206"/>
                  </a:lnTo>
                  <a:lnTo>
                    <a:pt x="1" y="1147"/>
                  </a:lnTo>
                  <a:lnTo>
                    <a:pt x="20" y="1186"/>
                  </a:lnTo>
                  <a:lnTo>
                    <a:pt x="1" y="1186"/>
                  </a:lnTo>
                  <a:lnTo>
                    <a:pt x="80" y="1226"/>
                  </a:lnTo>
                  <a:lnTo>
                    <a:pt x="198" y="1265"/>
                  </a:lnTo>
                  <a:lnTo>
                    <a:pt x="178" y="1265"/>
                  </a:lnTo>
                  <a:lnTo>
                    <a:pt x="139" y="1245"/>
                  </a:lnTo>
                  <a:lnTo>
                    <a:pt x="139" y="1245"/>
                  </a:lnTo>
                  <a:lnTo>
                    <a:pt x="178" y="1285"/>
                  </a:lnTo>
                  <a:lnTo>
                    <a:pt x="198" y="1305"/>
                  </a:lnTo>
                  <a:lnTo>
                    <a:pt x="257" y="1344"/>
                  </a:lnTo>
                  <a:lnTo>
                    <a:pt x="336" y="1364"/>
                  </a:lnTo>
                  <a:lnTo>
                    <a:pt x="356" y="1364"/>
                  </a:lnTo>
                  <a:lnTo>
                    <a:pt x="376" y="1384"/>
                  </a:lnTo>
                  <a:lnTo>
                    <a:pt x="415" y="1403"/>
                  </a:lnTo>
                  <a:lnTo>
                    <a:pt x="356" y="1384"/>
                  </a:lnTo>
                  <a:lnTo>
                    <a:pt x="336" y="1384"/>
                  </a:lnTo>
                  <a:lnTo>
                    <a:pt x="356" y="1403"/>
                  </a:lnTo>
                  <a:lnTo>
                    <a:pt x="297" y="1384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139" y="1344"/>
                  </a:lnTo>
                  <a:lnTo>
                    <a:pt x="198" y="1364"/>
                  </a:lnTo>
                  <a:lnTo>
                    <a:pt x="257" y="1384"/>
                  </a:lnTo>
                  <a:lnTo>
                    <a:pt x="178" y="1384"/>
                  </a:lnTo>
                  <a:lnTo>
                    <a:pt x="159" y="1403"/>
                  </a:lnTo>
                  <a:lnTo>
                    <a:pt x="60" y="1384"/>
                  </a:lnTo>
                  <a:lnTo>
                    <a:pt x="60" y="1384"/>
                  </a:lnTo>
                  <a:lnTo>
                    <a:pt x="139" y="1423"/>
                  </a:lnTo>
                  <a:lnTo>
                    <a:pt x="178" y="1443"/>
                  </a:lnTo>
                  <a:lnTo>
                    <a:pt x="277" y="1482"/>
                  </a:lnTo>
                  <a:lnTo>
                    <a:pt x="297" y="1482"/>
                  </a:lnTo>
                  <a:lnTo>
                    <a:pt x="277" y="1463"/>
                  </a:lnTo>
                  <a:lnTo>
                    <a:pt x="238" y="1443"/>
                  </a:lnTo>
                  <a:lnTo>
                    <a:pt x="277" y="1443"/>
                  </a:lnTo>
                  <a:lnTo>
                    <a:pt x="178" y="1403"/>
                  </a:lnTo>
                  <a:lnTo>
                    <a:pt x="218" y="1403"/>
                  </a:lnTo>
                  <a:lnTo>
                    <a:pt x="297" y="1443"/>
                  </a:lnTo>
                  <a:lnTo>
                    <a:pt x="356" y="1463"/>
                  </a:lnTo>
                  <a:lnTo>
                    <a:pt x="415" y="1482"/>
                  </a:lnTo>
                  <a:lnTo>
                    <a:pt x="415" y="1463"/>
                  </a:lnTo>
                  <a:lnTo>
                    <a:pt x="514" y="1482"/>
                  </a:lnTo>
                  <a:lnTo>
                    <a:pt x="652" y="1542"/>
                  </a:lnTo>
                  <a:lnTo>
                    <a:pt x="573" y="1522"/>
                  </a:lnTo>
                  <a:lnTo>
                    <a:pt x="573" y="1522"/>
                  </a:lnTo>
                  <a:lnTo>
                    <a:pt x="672" y="1561"/>
                  </a:lnTo>
                  <a:lnTo>
                    <a:pt x="672" y="1561"/>
                  </a:lnTo>
                  <a:lnTo>
                    <a:pt x="534" y="1542"/>
                  </a:lnTo>
                  <a:lnTo>
                    <a:pt x="534" y="1542"/>
                  </a:lnTo>
                  <a:lnTo>
                    <a:pt x="554" y="1561"/>
                  </a:lnTo>
                  <a:lnTo>
                    <a:pt x="593" y="1581"/>
                  </a:lnTo>
                  <a:lnTo>
                    <a:pt x="593" y="1561"/>
                  </a:lnTo>
                  <a:lnTo>
                    <a:pt x="633" y="1581"/>
                  </a:lnTo>
                  <a:lnTo>
                    <a:pt x="672" y="1601"/>
                  </a:lnTo>
                  <a:lnTo>
                    <a:pt x="731" y="1621"/>
                  </a:lnTo>
                  <a:lnTo>
                    <a:pt x="633" y="1621"/>
                  </a:lnTo>
                  <a:lnTo>
                    <a:pt x="494" y="1561"/>
                  </a:lnTo>
                  <a:lnTo>
                    <a:pt x="514" y="1581"/>
                  </a:lnTo>
                  <a:lnTo>
                    <a:pt x="514" y="1581"/>
                  </a:lnTo>
                  <a:lnTo>
                    <a:pt x="317" y="1522"/>
                  </a:lnTo>
                  <a:lnTo>
                    <a:pt x="277" y="1522"/>
                  </a:lnTo>
                  <a:lnTo>
                    <a:pt x="277" y="1542"/>
                  </a:lnTo>
                  <a:lnTo>
                    <a:pt x="139" y="1502"/>
                  </a:lnTo>
                  <a:lnTo>
                    <a:pt x="159" y="1522"/>
                  </a:lnTo>
                  <a:lnTo>
                    <a:pt x="80" y="1522"/>
                  </a:lnTo>
                  <a:lnTo>
                    <a:pt x="139" y="1542"/>
                  </a:lnTo>
                  <a:lnTo>
                    <a:pt x="218" y="1561"/>
                  </a:lnTo>
                  <a:lnTo>
                    <a:pt x="198" y="1561"/>
                  </a:lnTo>
                  <a:lnTo>
                    <a:pt x="218" y="1581"/>
                  </a:lnTo>
                  <a:lnTo>
                    <a:pt x="277" y="1561"/>
                  </a:lnTo>
                  <a:lnTo>
                    <a:pt x="376" y="1601"/>
                  </a:lnTo>
                  <a:lnTo>
                    <a:pt x="396" y="1601"/>
                  </a:lnTo>
                  <a:lnTo>
                    <a:pt x="435" y="1621"/>
                  </a:lnTo>
                  <a:lnTo>
                    <a:pt x="435" y="1621"/>
                  </a:lnTo>
                  <a:lnTo>
                    <a:pt x="277" y="1581"/>
                  </a:lnTo>
                  <a:lnTo>
                    <a:pt x="297" y="1601"/>
                  </a:lnTo>
                  <a:lnTo>
                    <a:pt x="218" y="1601"/>
                  </a:lnTo>
                  <a:lnTo>
                    <a:pt x="198" y="1581"/>
                  </a:lnTo>
                  <a:lnTo>
                    <a:pt x="139" y="1581"/>
                  </a:lnTo>
                  <a:lnTo>
                    <a:pt x="139" y="1561"/>
                  </a:lnTo>
                  <a:lnTo>
                    <a:pt x="99" y="1581"/>
                  </a:lnTo>
                  <a:lnTo>
                    <a:pt x="60" y="1581"/>
                  </a:lnTo>
                  <a:lnTo>
                    <a:pt x="159" y="1621"/>
                  </a:lnTo>
                  <a:lnTo>
                    <a:pt x="119" y="1621"/>
                  </a:lnTo>
                  <a:lnTo>
                    <a:pt x="119" y="1640"/>
                  </a:lnTo>
                  <a:lnTo>
                    <a:pt x="159" y="1640"/>
                  </a:lnTo>
                  <a:lnTo>
                    <a:pt x="190" y="1671"/>
                  </a:lnTo>
                  <a:lnTo>
                    <a:pt x="139" y="1660"/>
                  </a:lnTo>
                  <a:lnTo>
                    <a:pt x="139" y="1680"/>
                  </a:lnTo>
                  <a:lnTo>
                    <a:pt x="119" y="1680"/>
                  </a:lnTo>
                  <a:lnTo>
                    <a:pt x="178" y="1700"/>
                  </a:lnTo>
                  <a:lnTo>
                    <a:pt x="238" y="1700"/>
                  </a:lnTo>
                  <a:lnTo>
                    <a:pt x="257" y="1719"/>
                  </a:lnTo>
                  <a:lnTo>
                    <a:pt x="238" y="1719"/>
                  </a:lnTo>
                  <a:lnTo>
                    <a:pt x="277" y="1739"/>
                  </a:lnTo>
                  <a:lnTo>
                    <a:pt x="376" y="1779"/>
                  </a:lnTo>
                  <a:lnTo>
                    <a:pt x="336" y="1779"/>
                  </a:lnTo>
                  <a:lnTo>
                    <a:pt x="396" y="1818"/>
                  </a:lnTo>
                  <a:lnTo>
                    <a:pt x="415" y="1798"/>
                  </a:lnTo>
                  <a:lnTo>
                    <a:pt x="435" y="1798"/>
                  </a:lnTo>
                  <a:lnTo>
                    <a:pt x="475" y="1779"/>
                  </a:lnTo>
                  <a:lnTo>
                    <a:pt x="415" y="1779"/>
                  </a:lnTo>
                  <a:lnTo>
                    <a:pt x="336" y="1739"/>
                  </a:lnTo>
                  <a:lnTo>
                    <a:pt x="376" y="1739"/>
                  </a:lnTo>
                  <a:lnTo>
                    <a:pt x="415" y="1759"/>
                  </a:lnTo>
                  <a:lnTo>
                    <a:pt x="494" y="1779"/>
                  </a:lnTo>
                  <a:lnTo>
                    <a:pt x="633" y="1838"/>
                  </a:lnTo>
                  <a:lnTo>
                    <a:pt x="712" y="1858"/>
                  </a:lnTo>
                  <a:lnTo>
                    <a:pt x="751" y="1877"/>
                  </a:lnTo>
                  <a:lnTo>
                    <a:pt x="830" y="1897"/>
                  </a:lnTo>
                  <a:lnTo>
                    <a:pt x="850" y="1897"/>
                  </a:lnTo>
                  <a:lnTo>
                    <a:pt x="850" y="1877"/>
                  </a:lnTo>
                  <a:lnTo>
                    <a:pt x="890" y="1897"/>
                  </a:lnTo>
                  <a:lnTo>
                    <a:pt x="909" y="1917"/>
                  </a:lnTo>
                  <a:lnTo>
                    <a:pt x="949" y="1917"/>
                  </a:lnTo>
                  <a:lnTo>
                    <a:pt x="929" y="1897"/>
                  </a:lnTo>
                  <a:lnTo>
                    <a:pt x="949" y="1897"/>
                  </a:lnTo>
                  <a:lnTo>
                    <a:pt x="850" y="1877"/>
                  </a:lnTo>
                  <a:lnTo>
                    <a:pt x="870" y="1877"/>
                  </a:lnTo>
                  <a:lnTo>
                    <a:pt x="870" y="1858"/>
                  </a:lnTo>
                  <a:lnTo>
                    <a:pt x="830" y="1838"/>
                  </a:lnTo>
                  <a:lnTo>
                    <a:pt x="870" y="1838"/>
                  </a:lnTo>
                  <a:lnTo>
                    <a:pt x="771" y="1818"/>
                  </a:lnTo>
                  <a:lnTo>
                    <a:pt x="751" y="1779"/>
                  </a:lnTo>
                  <a:lnTo>
                    <a:pt x="830" y="1818"/>
                  </a:lnTo>
                  <a:lnTo>
                    <a:pt x="830" y="1798"/>
                  </a:lnTo>
                  <a:lnTo>
                    <a:pt x="811" y="1779"/>
                  </a:lnTo>
                  <a:lnTo>
                    <a:pt x="745" y="1746"/>
                  </a:lnTo>
                  <a:lnTo>
                    <a:pt x="745" y="1746"/>
                  </a:lnTo>
                  <a:lnTo>
                    <a:pt x="791" y="1759"/>
                  </a:lnTo>
                  <a:lnTo>
                    <a:pt x="712" y="1719"/>
                  </a:lnTo>
                  <a:lnTo>
                    <a:pt x="811" y="1739"/>
                  </a:lnTo>
                  <a:lnTo>
                    <a:pt x="870" y="1779"/>
                  </a:lnTo>
                  <a:lnTo>
                    <a:pt x="850" y="1779"/>
                  </a:lnTo>
                  <a:lnTo>
                    <a:pt x="870" y="1798"/>
                  </a:lnTo>
                  <a:lnTo>
                    <a:pt x="890" y="1798"/>
                  </a:lnTo>
                  <a:lnTo>
                    <a:pt x="909" y="1818"/>
                  </a:lnTo>
                  <a:lnTo>
                    <a:pt x="988" y="1838"/>
                  </a:lnTo>
                  <a:lnTo>
                    <a:pt x="1028" y="1838"/>
                  </a:lnTo>
                  <a:lnTo>
                    <a:pt x="1008" y="1818"/>
                  </a:lnTo>
                  <a:lnTo>
                    <a:pt x="1127" y="1858"/>
                  </a:lnTo>
                  <a:lnTo>
                    <a:pt x="1146" y="1877"/>
                  </a:lnTo>
                  <a:lnTo>
                    <a:pt x="1166" y="1877"/>
                  </a:lnTo>
                  <a:lnTo>
                    <a:pt x="1166" y="1858"/>
                  </a:lnTo>
                  <a:lnTo>
                    <a:pt x="969" y="1798"/>
                  </a:lnTo>
                  <a:lnTo>
                    <a:pt x="949" y="1779"/>
                  </a:lnTo>
                  <a:lnTo>
                    <a:pt x="969" y="1759"/>
                  </a:lnTo>
                  <a:lnTo>
                    <a:pt x="1008" y="1779"/>
                  </a:lnTo>
                  <a:lnTo>
                    <a:pt x="1048" y="1798"/>
                  </a:lnTo>
                  <a:lnTo>
                    <a:pt x="1048" y="1798"/>
                  </a:lnTo>
                  <a:lnTo>
                    <a:pt x="1067" y="1779"/>
                  </a:lnTo>
                  <a:lnTo>
                    <a:pt x="1146" y="1798"/>
                  </a:lnTo>
                  <a:lnTo>
                    <a:pt x="1146" y="1818"/>
                  </a:lnTo>
                  <a:lnTo>
                    <a:pt x="1186" y="1818"/>
                  </a:lnTo>
                  <a:lnTo>
                    <a:pt x="1186" y="1838"/>
                  </a:lnTo>
                  <a:lnTo>
                    <a:pt x="1245" y="1838"/>
                  </a:lnTo>
                  <a:lnTo>
                    <a:pt x="1225" y="1818"/>
                  </a:lnTo>
                  <a:lnTo>
                    <a:pt x="1225" y="1818"/>
                  </a:lnTo>
                  <a:lnTo>
                    <a:pt x="1304" y="1838"/>
                  </a:lnTo>
                  <a:lnTo>
                    <a:pt x="1324" y="1818"/>
                  </a:lnTo>
                  <a:lnTo>
                    <a:pt x="1344" y="1818"/>
                  </a:lnTo>
                  <a:lnTo>
                    <a:pt x="1265" y="1779"/>
                  </a:lnTo>
                  <a:lnTo>
                    <a:pt x="1166" y="1739"/>
                  </a:lnTo>
                  <a:lnTo>
                    <a:pt x="1285" y="1779"/>
                  </a:lnTo>
                  <a:lnTo>
                    <a:pt x="1285" y="1759"/>
                  </a:lnTo>
                  <a:lnTo>
                    <a:pt x="1225" y="1739"/>
                  </a:lnTo>
                  <a:lnTo>
                    <a:pt x="1146" y="1719"/>
                  </a:lnTo>
                  <a:lnTo>
                    <a:pt x="1146" y="1700"/>
                  </a:lnTo>
                  <a:lnTo>
                    <a:pt x="1166" y="1700"/>
                  </a:lnTo>
                  <a:lnTo>
                    <a:pt x="1245" y="1739"/>
                  </a:lnTo>
                  <a:lnTo>
                    <a:pt x="1285" y="1719"/>
                  </a:lnTo>
                  <a:lnTo>
                    <a:pt x="1344" y="1739"/>
                  </a:lnTo>
                  <a:lnTo>
                    <a:pt x="1344" y="1739"/>
                  </a:lnTo>
                  <a:lnTo>
                    <a:pt x="1285" y="1700"/>
                  </a:lnTo>
                  <a:lnTo>
                    <a:pt x="1206" y="1680"/>
                  </a:lnTo>
                  <a:lnTo>
                    <a:pt x="1206" y="1680"/>
                  </a:lnTo>
                  <a:lnTo>
                    <a:pt x="1166" y="1660"/>
                  </a:lnTo>
                  <a:lnTo>
                    <a:pt x="1245" y="1660"/>
                  </a:lnTo>
                  <a:lnTo>
                    <a:pt x="1285" y="1680"/>
                  </a:lnTo>
                  <a:lnTo>
                    <a:pt x="1304" y="1690"/>
                  </a:lnTo>
                  <a:lnTo>
                    <a:pt x="1304" y="1690"/>
                  </a:lnTo>
                  <a:lnTo>
                    <a:pt x="1304" y="1680"/>
                  </a:lnTo>
                  <a:lnTo>
                    <a:pt x="1304" y="1660"/>
                  </a:lnTo>
                  <a:lnTo>
                    <a:pt x="1344" y="1660"/>
                  </a:lnTo>
                  <a:lnTo>
                    <a:pt x="1285" y="1640"/>
                  </a:lnTo>
                  <a:lnTo>
                    <a:pt x="1206" y="1621"/>
                  </a:lnTo>
                  <a:lnTo>
                    <a:pt x="1265" y="1621"/>
                  </a:lnTo>
                  <a:lnTo>
                    <a:pt x="1285" y="1640"/>
                  </a:lnTo>
                  <a:lnTo>
                    <a:pt x="1304" y="1640"/>
                  </a:lnTo>
                  <a:lnTo>
                    <a:pt x="1285" y="1621"/>
                  </a:lnTo>
                  <a:lnTo>
                    <a:pt x="1166" y="1581"/>
                  </a:lnTo>
                  <a:lnTo>
                    <a:pt x="1166" y="1581"/>
                  </a:lnTo>
                  <a:lnTo>
                    <a:pt x="1245" y="1601"/>
                  </a:lnTo>
                  <a:lnTo>
                    <a:pt x="1344" y="1621"/>
                  </a:lnTo>
                  <a:lnTo>
                    <a:pt x="1285" y="1601"/>
                  </a:lnTo>
                  <a:lnTo>
                    <a:pt x="1344" y="1601"/>
                  </a:lnTo>
                  <a:lnTo>
                    <a:pt x="1304" y="1581"/>
                  </a:lnTo>
                  <a:lnTo>
                    <a:pt x="1265" y="1542"/>
                  </a:lnTo>
                  <a:lnTo>
                    <a:pt x="1245" y="1522"/>
                  </a:lnTo>
                  <a:lnTo>
                    <a:pt x="1324" y="1561"/>
                  </a:lnTo>
                  <a:lnTo>
                    <a:pt x="1364" y="1581"/>
                  </a:lnTo>
                  <a:lnTo>
                    <a:pt x="1383" y="1581"/>
                  </a:lnTo>
                  <a:lnTo>
                    <a:pt x="1383" y="1561"/>
                  </a:lnTo>
                  <a:lnTo>
                    <a:pt x="1364" y="1542"/>
                  </a:lnTo>
                  <a:lnTo>
                    <a:pt x="1285" y="1522"/>
                  </a:lnTo>
                  <a:lnTo>
                    <a:pt x="1285" y="1502"/>
                  </a:lnTo>
                  <a:lnTo>
                    <a:pt x="1285" y="1482"/>
                  </a:lnTo>
                  <a:lnTo>
                    <a:pt x="1344" y="1502"/>
                  </a:lnTo>
                  <a:lnTo>
                    <a:pt x="1285" y="1463"/>
                  </a:lnTo>
                  <a:lnTo>
                    <a:pt x="1186" y="1443"/>
                  </a:lnTo>
                  <a:lnTo>
                    <a:pt x="1206" y="1443"/>
                  </a:lnTo>
                  <a:lnTo>
                    <a:pt x="1146" y="1423"/>
                  </a:lnTo>
                  <a:lnTo>
                    <a:pt x="1166" y="1443"/>
                  </a:lnTo>
                  <a:lnTo>
                    <a:pt x="1186" y="1463"/>
                  </a:lnTo>
                  <a:lnTo>
                    <a:pt x="1127" y="1463"/>
                  </a:lnTo>
                  <a:lnTo>
                    <a:pt x="1067" y="1443"/>
                  </a:lnTo>
                  <a:lnTo>
                    <a:pt x="1087" y="1443"/>
                  </a:lnTo>
                  <a:lnTo>
                    <a:pt x="1028" y="1423"/>
                  </a:lnTo>
                  <a:lnTo>
                    <a:pt x="929" y="1384"/>
                  </a:lnTo>
                  <a:lnTo>
                    <a:pt x="909" y="1364"/>
                  </a:lnTo>
                  <a:lnTo>
                    <a:pt x="909" y="1364"/>
                  </a:lnTo>
                  <a:lnTo>
                    <a:pt x="988" y="1384"/>
                  </a:lnTo>
                  <a:lnTo>
                    <a:pt x="1028" y="1403"/>
                  </a:lnTo>
                  <a:lnTo>
                    <a:pt x="1107" y="1423"/>
                  </a:lnTo>
                  <a:lnTo>
                    <a:pt x="1048" y="1403"/>
                  </a:lnTo>
                  <a:lnTo>
                    <a:pt x="969" y="1364"/>
                  </a:lnTo>
                  <a:lnTo>
                    <a:pt x="929" y="1344"/>
                  </a:lnTo>
                  <a:lnTo>
                    <a:pt x="969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988" y="1344"/>
                  </a:lnTo>
                  <a:lnTo>
                    <a:pt x="949" y="1324"/>
                  </a:lnTo>
                  <a:lnTo>
                    <a:pt x="1028" y="1344"/>
                  </a:lnTo>
                  <a:lnTo>
                    <a:pt x="1008" y="1344"/>
                  </a:lnTo>
                  <a:lnTo>
                    <a:pt x="1028" y="1364"/>
                  </a:lnTo>
                  <a:lnTo>
                    <a:pt x="1087" y="1384"/>
                  </a:lnTo>
                  <a:lnTo>
                    <a:pt x="1206" y="1423"/>
                  </a:lnTo>
                  <a:lnTo>
                    <a:pt x="1304" y="1463"/>
                  </a:lnTo>
                  <a:lnTo>
                    <a:pt x="1364" y="1463"/>
                  </a:lnTo>
                  <a:lnTo>
                    <a:pt x="1324" y="1443"/>
                  </a:lnTo>
                  <a:lnTo>
                    <a:pt x="1324" y="1423"/>
                  </a:lnTo>
                  <a:lnTo>
                    <a:pt x="1285" y="1403"/>
                  </a:lnTo>
                  <a:lnTo>
                    <a:pt x="1344" y="1423"/>
                  </a:lnTo>
                  <a:lnTo>
                    <a:pt x="1344" y="1403"/>
                  </a:lnTo>
                  <a:lnTo>
                    <a:pt x="1304" y="1384"/>
                  </a:lnTo>
                  <a:lnTo>
                    <a:pt x="1304" y="1384"/>
                  </a:lnTo>
                  <a:lnTo>
                    <a:pt x="1364" y="1403"/>
                  </a:lnTo>
                  <a:lnTo>
                    <a:pt x="1383" y="1384"/>
                  </a:lnTo>
                  <a:lnTo>
                    <a:pt x="1344" y="1344"/>
                  </a:lnTo>
                  <a:lnTo>
                    <a:pt x="1285" y="1324"/>
                  </a:lnTo>
                  <a:lnTo>
                    <a:pt x="1285" y="1305"/>
                  </a:lnTo>
                  <a:lnTo>
                    <a:pt x="1344" y="1305"/>
                  </a:lnTo>
                  <a:lnTo>
                    <a:pt x="1304" y="1285"/>
                  </a:lnTo>
                  <a:lnTo>
                    <a:pt x="1364" y="1305"/>
                  </a:lnTo>
                  <a:lnTo>
                    <a:pt x="1344" y="1285"/>
                  </a:lnTo>
                  <a:lnTo>
                    <a:pt x="1324" y="1265"/>
                  </a:lnTo>
                  <a:lnTo>
                    <a:pt x="1383" y="1265"/>
                  </a:lnTo>
                  <a:lnTo>
                    <a:pt x="1344" y="1245"/>
                  </a:lnTo>
                  <a:lnTo>
                    <a:pt x="1285" y="1206"/>
                  </a:lnTo>
                  <a:lnTo>
                    <a:pt x="1383" y="1245"/>
                  </a:lnTo>
                  <a:lnTo>
                    <a:pt x="1344" y="1186"/>
                  </a:lnTo>
                  <a:lnTo>
                    <a:pt x="1344" y="1107"/>
                  </a:lnTo>
                  <a:lnTo>
                    <a:pt x="1364" y="1127"/>
                  </a:lnTo>
                  <a:lnTo>
                    <a:pt x="1364" y="1107"/>
                  </a:lnTo>
                  <a:lnTo>
                    <a:pt x="1324" y="1068"/>
                  </a:lnTo>
                  <a:lnTo>
                    <a:pt x="1304" y="1048"/>
                  </a:lnTo>
                  <a:lnTo>
                    <a:pt x="1304" y="1028"/>
                  </a:lnTo>
                  <a:lnTo>
                    <a:pt x="1324" y="1028"/>
                  </a:lnTo>
                  <a:lnTo>
                    <a:pt x="1285" y="1008"/>
                  </a:lnTo>
                  <a:lnTo>
                    <a:pt x="1225" y="989"/>
                  </a:lnTo>
                  <a:lnTo>
                    <a:pt x="1107" y="949"/>
                  </a:lnTo>
                  <a:lnTo>
                    <a:pt x="1087" y="929"/>
                  </a:lnTo>
                  <a:lnTo>
                    <a:pt x="1127" y="929"/>
                  </a:lnTo>
                  <a:lnTo>
                    <a:pt x="1186" y="949"/>
                  </a:lnTo>
                  <a:lnTo>
                    <a:pt x="1265" y="989"/>
                  </a:lnTo>
                  <a:lnTo>
                    <a:pt x="1344" y="1028"/>
                  </a:lnTo>
                  <a:lnTo>
                    <a:pt x="1344" y="1028"/>
                  </a:lnTo>
                  <a:lnTo>
                    <a:pt x="1285" y="989"/>
                  </a:lnTo>
                  <a:lnTo>
                    <a:pt x="1304" y="969"/>
                  </a:lnTo>
                  <a:lnTo>
                    <a:pt x="1304" y="949"/>
                  </a:lnTo>
                  <a:lnTo>
                    <a:pt x="1324" y="969"/>
                  </a:lnTo>
                  <a:lnTo>
                    <a:pt x="1344" y="969"/>
                  </a:lnTo>
                  <a:lnTo>
                    <a:pt x="1344" y="989"/>
                  </a:lnTo>
                  <a:lnTo>
                    <a:pt x="1364" y="989"/>
                  </a:lnTo>
                  <a:lnTo>
                    <a:pt x="1403" y="1028"/>
                  </a:lnTo>
                  <a:lnTo>
                    <a:pt x="1383" y="989"/>
                  </a:lnTo>
                  <a:lnTo>
                    <a:pt x="1383" y="969"/>
                  </a:lnTo>
                  <a:lnTo>
                    <a:pt x="1344" y="949"/>
                  </a:lnTo>
                  <a:lnTo>
                    <a:pt x="1324" y="929"/>
                  </a:lnTo>
                  <a:lnTo>
                    <a:pt x="1265" y="910"/>
                  </a:lnTo>
                  <a:lnTo>
                    <a:pt x="1364" y="929"/>
                  </a:lnTo>
                  <a:lnTo>
                    <a:pt x="1304" y="910"/>
                  </a:lnTo>
                  <a:lnTo>
                    <a:pt x="1285" y="910"/>
                  </a:lnTo>
                  <a:lnTo>
                    <a:pt x="1285" y="890"/>
                  </a:lnTo>
                  <a:lnTo>
                    <a:pt x="1324" y="890"/>
                  </a:lnTo>
                  <a:lnTo>
                    <a:pt x="1383" y="910"/>
                  </a:lnTo>
                  <a:lnTo>
                    <a:pt x="1383" y="910"/>
                  </a:lnTo>
                  <a:lnTo>
                    <a:pt x="1344" y="890"/>
                  </a:lnTo>
                  <a:lnTo>
                    <a:pt x="1344" y="870"/>
                  </a:lnTo>
                  <a:lnTo>
                    <a:pt x="1383" y="890"/>
                  </a:lnTo>
                  <a:lnTo>
                    <a:pt x="1403" y="870"/>
                  </a:lnTo>
                  <a:lnTo>
                    <a:pt x="140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791"/>
                  </a:lnTo>
                  <a:lnTo>
                    <a:pt x="1344" y="791"/>
                  </a:lnTo>
                  <a:lnTo>
                    <a:pt x="1285" y="771"/>
                  </a:lnTo>
                  <a:lnTo>
                    <a:pt x="1265" y="752"/>
                  </a:lnTo>
                  <a:lnTo>
                    <a:pt x="1245" y="732"/>
                  </a:lnTo>
                  <a:lnTo>
                    <a:pt x="1304" y="752"/>
                  </a:lnTo>
                  <a:lnTo>
                    <a:pt x="1324" y="771"/>
                  </a:lnTo>
                  <a:lnTo>
                    <a:pt x="1423" y="771"/>
                  </a:lnTo>
                  <a:lnTo>
                    <a:pt x="1403" y="752"/>
                  </a:lnTo>
                  <a:lnTo>
                    <a:pt x="1364" y="732"/>
                  </a:lnTo>
                  <a:lnTo>
                    <a:pt x="1423" y="752"/>
                  </a:lnTo>
                  <a:lnTo>
                    <a:pt x="1443" y="752"/>
                  </a:lnTo>
                  <a:lnTo>
                    <a:pt x="1403" y="732"/>
                  </a:lnTo>
                  <a:lnTo>
                    <a:pt x="1324" y="692"/>
                  </a:lnTo>
                  <a:lnTo>
                    <a:pt x="1344" y="692"/>
                  </a:lnTo>
                  <a:lnTo>
                    <a:pt x="1324" y="673"/>
                  </a:lnTo>
                  <a:lnTo>
                    <a:pt x="1403" y="712"/>
                  </a:lnTo>
                  <a:lnTo>
                    <a:pt x="1403" y="712"/>
                  </a:lnTo>
                  <a:lnTo>
                    <a:pt x="1324" y="653"/>
                  </a:lnTo>
                  <a:lnTo>
                    <a:pt x="1285" y="613"/>
                  </a:lnTo>
                  <a:lnTo>
                    <a:pt x="1245" y="594"/>
                  </a:lnTo>
                  <a:lnTo>
                    <a:pt x="1304" y="613"/>
                  </a:lnTo>
                  <a:lnTo>
                    <a:pt x="1383" y="633"/>
                  </a:lnTo>
                  <a:lnTo>
                    <a:pt x="1344" y="633"/>
                  </a:lnTo>
                  <a:lnTo>
                    <a:pt x="1423" y="653"/>
                  </a:lnTo>
                  <a:lnTo>
                    <a:pt x="1462" y="653"/>
                  </a:lnTo>
                  <a:lnTo>
                    <a:pt x="1462" y="633"/>
                  </a:lnTo>
                  <a:lnTo>
                    <a:pt x="1443" y="613"/>
                  </a:lnTo>
                  <a:lnTo>
                    <a:pt x="1462" y="594"/>
                  </a:lnTo>
                  <a:lnTo>
                    <a:pt x="1443" y="574"/>
                  </a:lnTo>
                  <a:lnTo>
                    <a:pt x="1502" y="574"/>
                  </a:lnTo>
                  <a:lnTo>
                    <a:pt x="1502" y="554"/>
                  </a:lnTo>
                  <a:lnTo>
                    <a:pt x="1502" y="534"/>
                  </a:lnTo>
                  <a:lnTo>
                    <a:pt x="1502" y="515"/>
                  </a:lnTo>
                  <a:lnTo>
                    <a:pt x="1462" y="475"/>
                  </a:lnTo>
                  <a:lnTo>
                    <a:pt x="1522" y="495"/>
                  </a:lnTo>
                  <a:lnTo>
                    <a:pt x="1522" y="495"/>
                  </a:lnTo>
                  <a:lnTo>
                    <a:pt x="1443" y="455"/>
                  </a:lnTo>
                  <a:lnTo>
                    <a:pt x="1423" y="416"/>
                  </a:lnTo>
                  <a:lnTo>
                    <a:pt x="1383" y="376"/>
                  </a:lnTo>
                  <a:lnTo>
                    <a:pt x="1285" y="317"/>
                  </a:lnTo>
                  <a:lnTo>
                    <a:pt x="1344" y="337"/>
                  </a:lnTo>
                  <a:lnTo>
                    <a:pt x="1403" y="376"/>
                  </a:lnTo>
                  <a:lnTo>
                    <a:pt x="1364" y="337"/>
                  </a:lnTo>
                  <a:lnTo>
                    <a:pt x="1344" y="317"/>
                  </a:lnTo>
                  <a:lnTo>
                    <a:pt x="1344" y="317"/>
                  </a:lnTo>
                  <a:lnTo>
                    <a:pt x="1383" y="337"/>
                  </a:lnTo>
                  <a:lnTo>
                    <a:pt x="1423" y="357"/>
                  </a:lnTo>
                  <a:lnTo>
                    <a:pt x="1423" y="342"/>
                  </a:lnTo>
                  <a:lnTo>
                    <a:pt x="1423" y="342"/>
                  </a:lnTo>
                  <a:lnTo>
                    <a:pt x="1364" y="297"/>
                  </a:lnTo>
                  <a:lnTo>
                    <a:pt x="1304" y="258"/>
                  </a:lnTo>
                  <a:lnTo>
                    <a:pt x="1265" y="238"/>
                  </a:lnTo>
                  <a:lnTo>
                    <a:pt x="1285" y="238"/>
                  </a:lnTo>
                  <a:lnTo>
                    <a:pt x="1245" y="179"/>
                  </a:lnTo>
                  <a:lnTo>
                    <a:pt x="1245" y="139"/>
                  </a:lnTo>
                  <a:lnTo>
                    <a:pt x="1245" y="100"/>
                  </a:lnTo>
                  <a:lnTo>
                    <a:pt x="1304" y="80"/>
                  </a:lnTo>
                  <a:lnTo>
                    <a:pt x="1324" y="100"/>
                  </a:lnTo>
                  <a:lnTo>
                    <a:pt x="1324" y="80"/>
                  </a:lnTo>
                  <a:lnTo>
                    <a:pt x="1344" y="80"/>
                  </a:lnTo>
                  <a:lnTo>
                    <a:pt x="1344" y="100"/>
                  </a:lnTo>
                  <a:lnTo>
                    <a:pt x="1383" y="100"/>
                  </a:lnTo>
                  <a:lnTo>
                    <a:pt x="1364" y="80"/>
                  </a:lnTo>
                  <a:lnTo>
                    <a:pt x="1344" y="60"/>
                  </a:lnTo>
                  <a:lnTo>
                    <a:pt x="1344" y="60"/>
                  </a:lnTo>
                  <a:lnTo>
                    <a:pt x="1383" y="80"/>
                  </a:lnTo>
                  <a:lnTo>
                    <a:pt x="1462" y="80"/>
                  </a:lnTo>
                  <a:lnTo>
                    <a:pt x="1443" y="60"/>
                  </a:lnTo>
                  <a:lnTo>
                    <a:pt x="1443" y="60"/>
                  </a:lnTo>
                  <a:lnTo>
                    <a:pt x="1581" y="120"/>
                  </a:lnTo>
                  <a:lnTo>
                    <a:pt x="1522" y="60"/>
                  </a:lnTo>
                  <a:lnTo>
                    <a:pt x="1502" y="60"/>
                  </a:lnTo>
                  <a:lnTo>
                    <a:pt x="1462" y="40"/>
                  </a:lnTo>
                  <a:lnTo>
                    <a:pt x="1443" y="21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-1781250" y="3410200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20"/>
                  </a:move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-1798050" y="33781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-1795075" y="340722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0" y="1"/>
                  </a:lnTo>
                  <a:lnTo>
                    <a:pt x="2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-1709150" y="3594375"/>
              <a:ext cx="52850" cy="55325"/>
            </a:xfrm>
            <a:custGeom>
              <a:rect b="b" l="l" r="r" t="t"/>
              <a:pathLst>
                <a:path extrusionOk="0" h="2213" w="2114">
                  <a:moveTo>
                    <a:pt x="178" y="574"/>
                  </a:moveTo>
                  <a:lnTo>
                    <a:pt x="158" y="593"/>
                  </a:lnTo>
                  <a:lnTo>
                    <a:pt x="178" y="574"/>
                  </a:lnTo>
                  <a:lnTo>
                    <a:pt x="178" y="574"/>
                  </a:lnTo>
                  <a:close/>
                  <a:moveTo>
                    <a:pt x="158" y="593"/>
                  </a:moveTo>
                  <a:lnTo>
                    <a:pt x="138" y="613"/>
                  </a:lnTo>
                  <a:lnTo>
                    <a:pt x="158" y="593"/>
                  </a:lnTo>
                  <a:close/>
                  <a:moveTo>
                    <a:pt x="1363" y="692"/>
                  </a:moveTo>
                  <a:lnTo>
                    <a:pt x="1323" y="71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363" y="692"/>
                  </a:lnTo>
                  <a:close/>
                  <a:moveTo>
                    <a:pt x="79" y="811"/>
                  </a:moveTo>
                  <a:lnTo>
                    <a:pt x="40" y="830"/>
                  </a:lnTo>
                  <a:lnTo>
                    <a:pt x="59" y="830"/>
                  </a:lnTo>
                  <a:lnTo>
                    <a:pt x="79" y="811"/>
                  </a:lnTo>
                  <a:close/>
                  <a:moveTo>
                    <a:pt x="99" y="1127"/>
                  </a:moveTo>
                  <a:lnTo>
                    <a:pt x="79" y="1146"/>
                  </a:lnTo>
                  <a:lnTo>
                    <a:pt x="79" y="1146"/>
                  </a:lnTo>
                  <a:lnTo>
                    <a:pt x="105" y="1127"/>
                  </a:lnTo>
                  <a:close/>
                  <a:moveTo>
                    <a:pt x="79" y="1127"/>
                  </a:moveTo>
                  <a:lnTo>
                    <a:pt x="0" y="1186"/>
                  </a:lnTo>
                  <a:lnTo>
                    <a:pt x="20" y="1206"/>
                  </a:lnTo>
                  <a:lnTo>
                    <a:pt x="59" y="1186"/>
                  </a:lnTo>
                  <a:lnTo>
                    <a:pt x="99" y="1146"/>
                  </a:lnTo>
                  <a:lnTo>
                    <a:pt x="40" y="1186"/>
                  </a:lnTo>
                  <a:lnTo>
                    <a:pt x="59" y="1166"/>
                  </a:lnTo>
                  <a:lnTo>
                    <a:pt x="79" y="1146"/>
                  </a:lnTo>
                  <a:lnTo>
                    <a:pt x="79" y="1127"/>
                  </a:lnTo>
                  <a:close/>
                  <a:moveTo>
                    <a:pt x="573" y="1443"/>
                  </a:moveTo>
                  <a:lnTo>
                    <a:pt x="553" y="146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73" y="1443"/>
                  </a:lnTo>
                  <a:close/>
                  <a:moveTo>
                    <a:pt x="869" y="1838"/>
                  </a:moveTo>
                  <a:lnTo>
                    <a:pt x="834" y="1861"/>
                  </a:lnTo>
                  <a:lnTo>
                    <a:pt x="834" y="1861"/>
                  </a:lnTo>
                  <a:lnTo>
                    <a:pt x="849" y="1857"/>
                  </a:lnTo>
                  <a:lnTo>
                    <a:pt x="869" y="1838"/>
                  </a:lnTo>
                  <a:close/>
                  <a:moveTo>
                    <a:pt x="834" y="1861"/>
                  </a:moveTo>
                  <a:lnTo>
                    <a:pt x="770" y="1877"/>
                  </a:lnTo>
                  <a:lnTo>
                    <a:pt x="770" y="1887"/>
                  </a:lnTo>
                  <a:lnTo>
                    <a:pt x="770" y="1887"/>
                  </a:lnTo>
                  <a:lnTo>
                    <a:pt x="790" y="1877"/>
                  </a:lnTo>
                  <a:lnTo>
                    <a:pt x="810" y="1877"/>
                  </a:lnTo>
                  <a:lnTo>
                    <a:pt x="834" y="1861"/>
                  </a:lnTo>
                  <a:close/>
                  <a:moveTo>
                    <a:pt x="770" y="1887"/>
                  </a:moveTo>
                  <a:lnTo>
                    <a:pt x="751" y="1897"/>
                  </a:lnTo>
                  <a:lnTo>
                    <a:pt x="672" y="1956"/>
                  </a:lnTo>
                  <a:lnTo>
                    <a:pt x="691" y="1956"/>
                  </a:lnTo>
                  <a:lnTo>
                    <a:pt x="672" y="1996"/>
                  </a:lnTo>
                  <a:lnTo>
                    <a:pt x="672" y="1996"/>
                  </a:lnTo>
                  <a:lnTo>
                    <a:pt x="711" y="1956"/>
                  </a:lnTo>
                  <a:lnTo>
                    <a:pt x="731" y="1936"/>
                  </a:lnTo>
                  <a:lnTo>
                    <a:pt x="731" y="1956"/>
                  </a:lnTo>
                  <a:lnTo>
                    <a:pt x="810" y="1897"/>
                  </a:lnTo>
                  <a:lnTo>
                    <a:pt x="770" y="1897"/>
                  </a:lnTo>
                  <a:lnTo>
                    <a:pt x="770" y="1887"/>
                  </a:lnTo>
                  <a:close/>
                  <a:moveTo>
                    <a:pt x="968" y="2075"/>
                  </a:moveTo>
                  <a:lnTo>
                    <a:pt x="968" y="2094"/>
                  </a:lnTo>
                  <a:lnTo>
                    <a:pt x="988" y="2114"/>
                  </a:lnTo>
                  <a:lnTo>
                    <a:pt x="988" y="2094"/>
                  </a:lnTo>
                  <a:lnTo>
                    <a:pt x="988" y="2075"/>
                  </a:lnTo>
                  <a:close/>
                  <a:moveTo>
                    <a:pt x="751" y="1"/>
                  </a:moveTo>
                  <a:lnTo>
                    <a:pt x="711" y="20"/>
                  </a:lnTo>
                  <a:lnTo>
                    <a:pt x="672" y="40"/>
                  </a:lnTo>
                  <a:lnTo>
                    <a:pt x="632" y="80"/>
                  </a:lnTo>
                  <a:lnTo>
                    <a:pt x="612" y="80"/>
                  </a:lnTo>
                  <a:lnTo>
                    <a:pt x="474" y="178"/>
                  </a:lnTo>
                  <a:lnTo>
                    <a:pt x="356" y="277"/>
                  </a:lnTo>
                  <a:lnTo>
                    <a:pt x="356" y="297"/>
                  </a:lnTo>
                  <a:lnTo>
                    <a:pt x="316" y="337"/>
                  </a:lnTo>
                  <a:lnTo>
                    <a:pt x="277" y="356"/>
                  </a:lnTo>
                  <a:lnTo>
                    <a:pt x="257" y="376"/>
                  </a:lnTo>
                  <a:lnTo>
                    <a:pt x="296" y="376"/>
                  </a:lnTo>
                  <a:lnTo>
                    <a:pt x="277" y="396"/>
                  </a:lnTo>
                  <a:lnTo>
                    <a:pt x="277" y="416"/>
                  </a:lnTo>
                  <a:lnTo>
                    <a:pt x="296" y="416"/>
                  </a:lnTo>
                  <a:lnTo>
                    <a:pt x="257" y="455"/>
                  </a:lnTo>
                  <a:lnTo>
                    <a:pt x="198" y="495"/>
                  </a:lnTo>
                  <a:lnTo>
                    <a:pt x="178" y="514"/>
                  </a:lnTo>
                  <a:lnTo>
                    <a:pt x="217" y="514"/>
                  </a:lnTo>
                  <a:lnTo>
                    <a:pt x="217" y="534"/>
                  </a:lnTo>
                  <a:lnTo>
                    <a:pt x="178" y="554"/>
                  </a:lnTo>
                  <a:lnTo>
                    <a:pt x="178" y="574"/>
                  </a:lnTo>
                  <a:lnTo>
                    <a:pt x="198" y="554"/>
                  </a:lnTo>
                  <a:lnTo>
                    <a:pt x="217" y="554"/>
                  </a:lnTo>
                  <a:lnTo>
                    <a:pt x="198" y="574"/>
                  </a:lnTo>
                  <a:lnTo>
                    <a:pt x="198" y="574"/>
                  </a:lnTo>
                  <a:lnTo>
                    <a:pt x="257" y="534"/>
                  </a:lnTo>
                  <a:lnTo>
                    <a:pt x="257" y="554"/>
                  </a:lnTo>
                  <a:lnTo>
                    <a:pt x="237" y="574"/>
                  </a:lnTo>
                  <a:lnTo>
                    <a:pt x="158" y="613"/>
                  </a:lnTo>
                  <a:lnTo>
                    <a:pt x="138" y="633"/>
                  </a:lnTo>
                  <a:lnTo>
                    <a:pt x="79" y="672"/>
                  </a:lnTo>
                  <a:lnTo>
                    <a:pt x="138" y="653"/>
                  </a:lnTo>
                  <a:lnTo>
                    <a:pt x="158" y="653"/>
                  </a:lnTo>
                  <a:lnTo>
                    <a:pt x="138" y="672"/>
                  </a:lnTo>
                  <a:lnTo>
                    <a:pt x="119" y="672"/>
                  </a:lnTo>
                  <a:lnTo>
                    <a:pt x="59" y="732"/>
                  </a:lnTo>
                  <a:lnTo>
                    <a:pt x="79" y="732"/>
                  </a:lnTo>
                  <a:lnTo>
                    <a:pt x="119" y="712"/>
                  </a:lnTo>
                  <a:lnTo>
                    <a:pt x="138" y="712"/>
                  </a:lnTo>
                  <a:lnTo>
                    <a:pt x="119" y="732"/>
                  </a:lnTo>
                  <a:lnTo>
                    <a:pt x="119" y="751"/>
                  </a:lnTo>
                  <a:lnTo>
                    <a:pt x="79" y="811"/>
                  </a:lnTo>
                  <a:lnTo>
                    <a:pt x="79" y="830"/>
                  </a:lnTo>
                  <a:lnTo>
                    <a:pt x="99" y="830"/>
                  </a:lnTo>
                  <a:lnTo>
                    <a:pt x="138" y="811"/>
                  </a:lnTo>
                  <a:lnTo>
                    <a:pt x="138" y="811"/>
                  </a:lnTo>
                  <a:lnTo>
                    <a:pt x="79" y="850"/>
                  </a:lnTo>
                  <a:lnTo>
                    <a:pt x="178" y="791"/>
                  </a:lnTo>
                  <a:lnTo>
                    <a:pt x="237" y="751"/>
                  </a:lnTo>
                  <a:lnTo>
                    <a:pt x="257" y="751"/>
                  </a:lnTo>
                  <a:lnTo>
                    <a:pt x="217" y="791"/>
                  </a:lnTo>
                  <a:lnTo>
                    <a:pt x="178" y="830"/>
                  </a:lnTo>
                  <a:lnTo>
                    <a:pt x="119" y="870"/>
                  </a:lnTo>
                  <a:lnTo>
                    <a:pt x="79" y="90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20" y="949"/>
                  </a:lnTo>
                  <a:lnTo>
                    <a:pt x="20" y="969"/>
                  </a:lnTo>
                  <a:lnTo>
                    <a:pt x="0" y="1008"/>
                  </a:lnTo>
                  <a:lnTo>
                    <a:pt x="0" y="1028"/>
                  </a:lnTo>
                  <a:lnTo>
                    <a:pt x="59" y="988"/>
                  </a:lnTo>
                  <a:lnTo>
                    <a:pt x="40" y="1008"/>
                  </a:lnTo>
                  <a:lnTo>
                    <a:pt x="20" y="1048"/>
                  </a:lnTo>
                  <a:lnTo>
                    <a:pt x="40" y="1048"/>
                  </a:lnTo>
                  <a:lnTo>
                    <a:pt x="40" y="1067"/>
                  </a:lnTo>
                  <a:lnTo>
                    <a:pt x="20" y="1087"/>
                  </a:lnTo>
                  <a:lnTo>
                    <a:pt x="0" y="1107"/>
                  </a:lnTo>
                  <a:lnTo>
                    <a:pt x="20" y="1107"/>
                  </a:lnTo>
                  <a:lnTo>
                    <a:pt x="59" y="1067"/>
                  </a:lnTo>
                  <a:lnTo>
                    <a:pt x="99" y="1048"/>
                  </a:lnTo>
                  <a:lnTo>
                    <a:pt x="99" y="1048"/>
                  </a:lnTo>
                  <a:lnTo>
                    <a:pt x="79" y="1067"/>
                  </a:lnTo>
                  <a:lnTo>
                    <a:pt x="79" y="1087"/>
                  </a:lnTo>
                  <a:lnTo>
                    <a:pt x="59" y="1107"/>
                  </a:lnTo>
                  <a:lnTo>
                    <a:pt x="40" y="1127"/>
                  </a:lnTo>
                  <a:lnTo>
                    <a:pt x="99" y="1087"/>
                  </a:lnTo>
                  <a:lnTo>
                    <a:pt x="178" y="1028"/>
                  </a:lnTo>
                  <a:lnTo>
                    <a:pt x="158" y="1087"/>
                  </a:lnTo>
                  <a:lnTo>
                    <a:pt x="105" y="1127"/>
                  </a:lnTo>
                  <a:lnTo>
                    <a:pt x="138" y="1127"/>
                  </a:lnTo>
                  <a:lnTo>
                    <a:pt x="178" y="1107"/>
                  </a:lnTo>
                  <a:lnTo>
                    <a:pt x="277" y="1067"/>
                  </a:lnTo>
                  <a:lnTo>
                    <a:pt x="237" y="1107"/>
                  </a:lnTo>
                  <a:lnTo>
                    <a:pt x="138" y="1166"/>
                  </a:lnTo>
                  <a:lnTo>
                    <a:pt x="158" y="1166"/>
                  </a:lnTo>
                  <a:lnTo>
                    <a:pt x="119" y="1225"/>
                  </a:lnTo>
                  <a:lnTo>
                    <a:pt x="119" y="1225"/>
                  </a:lnTo>
                  <a:lnTo>
                    <a:pt x="198" y="1186"/>
                  </a:lnTo>
                  <a:lnTo>
                    <a:pt x="138" y="1245"/>
                  </a:lnTo>
                  <a:lnTo>
                    <a:pt x="138" y="1265"/>
                  </a:lnTo>
                  <a:lnTo>
                    <a:pt x="138" y="1304"/>
                  </a:lnTo>
                  <a:lnTo>
                    <a:pt x="119" y="1324"/>
                  </a:lnTo>
                  <a:lnTo>
                    <a:pt x="158" y="1344"/>
                  </a:lnTo>
                  <a:lnTo>
                    <a:pt x="217" y="1265"/>
                  </a:lnTo>
                  <a:lnTo>
                    <a:pt x="138" y="1324"/>
                  </a:lnTo>
                  <a:lnTo>
                    <a:pt x="138" y="1324"/>
                  </a:lnTo>
                  <a:lnTo>
                    <a:pt x="237" y="1245"/>
                  </a:lnTo>
                  <a:lnTo>
                    <a:pt x="336" y="1186"/>
                  </a:lnTo>
                  <a:lnTo>
                    <a:pt x="336" y="1206"/>
                  </a:lnTo>
                  <a:lnTo>
                    <a:pt x="296" y="1225"/>
                  </a:lnTo>
                  <a:lnTo>
                    <a:pt x="336" y="1225"/>
                  </a:lnTo>
                  <a:lnTo>
                    <a:pt x="356" y="1206"/>
                  </a:lnTo>
                  <a:lnTo>
                    <a:pt x="375" y="1186"/>
                  </a:lnTo>
                  <a:lnTo>
                    <a:pt x="356" y="1225"/>
                  </a:lnTo>
                  <a:lnTo>
                    <a:pt x="316" y="1245"/>
                  </a:lnTo>
                  <a:lnTo>
                    <a:pt x="336" y="1245"/>
                  </a:lnTo>
                  <a:lnTo>
                    <a:pt x="395" y="1225"/>
                  </a:lnTo>
                  <a:lnTo>
                    <a:pt x="336" y="1265"/>
                  </a:lnTo>
                  <a:lnTo>
                    <a:pt x="277" y="1285"/>
                  </a:lnTo>
                  <a:lnTo>
                    <a:pt x="237" y="1324"/>
                  </a:lnTo>
                  <a:lnTo>
                    <a:pt x="198" y="1364"/>
                  </a:lnTo>
                  <a:lnTo>
                    <a:pt x="217" y="1364"/>
                  </a:lnTo>
                  <a:lnTo>
                    <a:pt x="138" y="1403"/>
                  </a:lnTo>
                  <a:lnTo>
                    <a:pt x="178" y="1403"/>
                  </a:lnTo>
                  <a:lnTo>
                    <a:pt x="158" y="1423"/>
                  </a:lnTo>
                  <a:lnTo>
                    <a:pt x="158" y="1423"/>
                  </a:lnTo>
                  <a:lnTo>
                    <a:pt x="217" y="1383"/>
                  </a:lnTo>
                  <a:lnTo>
                    <a:pt x="178" y="1443"/>
                  </a:lnTo>
                  <a:lnTo>
                    <a:pt x="178" y="1482"/>
                  </a:lnTo>
                  <a:lnTo>
                    <a:pt x="217" y="1443"/>
                  </a:lnTo>
                  <a:lnTo>
                    <a:pt x="257" y="1443"/>
                  </a:lnTo>
                  <a:lnTo>
                    <a:pt x="237" y="146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257" y="1502"/>
                  </a:lnTo>
                  <a:lnTo>
                    <a:pt x="336" y="1443"/>
                  </a:lnTo>
                  <a:lnTo>
                    <a:pt x="336" y="1462"/>
                  </a:lnTo>
                  <a:lnTo>
                    <a:pt x="296" y="1482"/>
                  </a:lnTo>
                  <a:lnTo>
                    <a:pt x="375" y="1462"/>
                  </a:lnTo>
                  <a:lnTo>
                    <a:pt x="375" y="1462"/>
                  </a:lnTo>
                  <a:lnTo>
                    <a:pt x="316" y="1482"/>
                  </a:lnTo>
                  <a:lnTo>
                    <a:pt x="296" y="1502"/>
                  </a:lnTo>
                  <a:lnTo>
                    <a:pt x="296" y="1522"/>
                  </a:lnTo>
                  <a:lnTo>
                    <a:pt x="296" y="1541"/>
                  </a:lnTo>
                  <a:lnTo>
                    <a:pt x="494" y="1462"/>
                  </a:lnTo>
                  <a:lnTo>
                    <a:pt x="593" y="1403"/>
                  </a:lnTo>
                  <a:lnTo>
                    <a:pt x="691" y="1344"/>
                  </a:lnTo>
                  <a:lnTo>
                    <a:pt x="652" y="1383"/>
                  </a:lnTo>
                  <a:lnTo>
                    <a:pt x="632" y="1423"/>
                  </a:lnTo>
                  <a:lnTo>
                    <a:pt x="573" y="1462"/>
                  </a:lnTo>
                  <a:lnTo>
                    <a:pt x="553" y="148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454" y="1561"/>
                  </a:lnTo>
                  <a:lnTo>
                    <a:pt x="395" y="1581"/>
                  </a:lnTo>
                  <a:lnTo>
                    <a:pt x="454" y="1541"/>
                  </a:lnTo>
                  <a:lnTo>
                    <a:pt x="454" y="1541"/>
                  </a:lnTo>
                  <a:lnTo>
                    <a:pt x="415" y="1561"/>
                  </a:lnTo>
                  <a:lnTo>
                    <a:pt x="375" y="1581"/>
                  </a:lnTo>
                  <a:lnTo>
                    <a:pt x="296" y="1640"/>
                  </a:lnTo>
                  <a:lnTo>
                    <a:pt x="336" y="1640"/>
                  </a:lnTo>
                  <a:lnTo>
                    <a:pt x="336" y="1660"/>
                  </a:lnTo>
                  <a:lnTo>
                    <a:pt x="375" y="1660"/>
                  </a:lnTo>
                  <a:lnTo>
                    <a:pt x="356" y="1680"/>
                  </a:lnTo>
                  <a:lnTo>
                    <a:pt x="395" y="1660"/>
                  </a:lnTo>
                  <a:lnTo>
                    <a:pt x="435" y="1640"/>
                  </a:lnTo>
                  <a:lnTo>
                    <a:pt x="435" y="1640"/>
                  </a:lnTo>
                  <a:lnTo>
                    <a:pt x="415" y="1660"/>
                  </a:lnTo>
                  <a:lnTo>
                    <a:pt x="375" y="1699"/>
                  </a:lnTo>
                  <a:lnTo>
                    <a:pt x="415" y="1680"/>
                  </a:lnTo>
                  <a:lnTo>
                    <a:pt x="435" y="1680"/>
                  </a:lnTo>
                  <a:lnTo>
                    <a:pt x="494" y="1640"/>
                  </a:lnTo>
                  <a:lnTo>
                    <a:pt x="573" y="1581"/>
                  </a:lnTo>
                  <a:lnTo>
                    <a:pt x="612" y="1581"/>
                  </a:lnTo>
                  <a:lnTo>
                    <a:pt x="612" y="1601"/>
                  </a:lnTo>
                  <a:lnTo>
                    <a:pt x="593" y="1620"/>
                  </a:lnTo>
                  <a:lnTo>
                    <a:pt x="612" y="1620"/>
                  </a:lnTo>
                  <a:lnTo>
                    <a:pt x="553" y="1660"/>
                  </a:lnTo>
                  <a:lnTo>
                    <a:pt x="533" y="1660"/>
                  </a:lnTo>
                  <a:lnTo>
                    <a:pt x="533" y="1680"/>
                  </a:lnTo>
                  <a:lnTo>
                    <a:pt x="612" y="1640"/>
                  </a:lnTo>
                  <a:lnTo>
                    <a:pt x="612" y="1660"/>
                  </a:lnTo>
                  <a:lnTo>
                    <a:pt x="593" y="1680"/>
                  </a:lnTo>
                  <a:lnTo>
                    <a:pt x="514" y="1719"/>
                  </a:lnTo>
                  <a:lnTo>
                    <a:pt x="533" y="1699"/>
                  </a:lnTo>
                  <a:lnTo>
                    <a:pt x="533" y="1699"/>
                  </a:lnTo>
                  <a:lnTo>
                    <a:pt x="474" y="1739"/>
                  </a:lnTo>
                  <a:lnTo>
                    <a:pt x="514" y="1719"/>
                  </a:lnTo>
                  <a:lnTo>
                    <a:pt x="514" y="1719"/>
                  </a:lnTo>
                  <a:lnTo>
                    <a:pt x="454" y="1759"/>
                  </a:lnTo>
                  <a:lnTo>
                    <a:pt x="474" y="1739"/>
                  </a:lnTo>
                  <a:lnTo>
                    <a:pt x="474" y="1719"/>
                  </a:lnTo>
                  <a:lnTo>
                    <a:pt x="474" y="1699"/>
                  </a:lnTo>
                  <a:lnTo>
                    <a:pt x="415" y="1699"/>
                  </a:lnTo>
                  <a:lnTo>
                    <a:pt x="395" y="1739"/>
                  </a:lnTo>
                  <a:lnTo>
                    <a:pt x="415" y="1739"/>
                  </a:lnTo>
                  <a:lnTo>
                    <a:pt x="415" y="1759"/>
                  </a:lnTo>
                  <a:lnTo>
                    <a:pt x="395" y="1798"/>
                  </a:lnTo>
                  <a:lnTo>
                    <a:pt x="494" y="1759"/>
                  </a:lnTo>
                  <a:lnTo>
                    <a:pt x="553" y="1719"/>
                  </a:lnTo>
                  <a:lnTo>
                    <a:pt x="612" y="1680"/>
                  </a:lnTo>
                  <a:lnTo>
                    <a:pt x="533" y="1739"/>
                  </a:lnTo>
                  <a:lnTo>
                    <a:pt x="514" y="1778"/>
                  </a:lnTo>
                  <a:lnTo>
                    <a:pt x="593" y="1739"/>
                  </a:lnTo>
                  <a:lnTo>
                    <a:pt x="652" y="1719"/>
                  </a:lnTo>
                  <a:lnTo>
                    <a:pt x="632" y="1719"/>
                  </a:lnTo>
                  <a:lnTo>
                    <a:pt x="652" y="1699"/>
                  </a:lnTo>
                  <a:lnTo>
                    <a:pt x="672" y="1680"/>
                  </a:lnTo>
                  <a:lnTo>
                    <a:pt x="711" y="1660"/>
                  </a:lnTo>
                  <a:lnTo>
                    <a:pt x="751" y="1640"/>
                  </a:lnTo>
                  <a:lnTo>
                    <a:pt x="751" y="1660"/>
                  </a:lnTo>
                  <a:lnTo>
                    <a:pt x="731" y="1680"/>
                  </a:lnTo>
                  <a:lnTo>
                    <a:pt x="711" y="1680"/>
                  </a:lnTo>
                  <a:lnTo>
                    <a:pt x="691" y="1719"/>
                  </a:lnTo>
                  <a:lnTo>
                    <a:pt x="533" y="1778"/>
                  </a:lnTo>
                  <a:lnTo>
                    <a:pt x="533" y="1798"/>
                  </a:lnTo>
                  <a:lnTo>
                    <a:pt x="514" y="1818"/>
                  </a:lnTo>
                  <a:lnTo>
                    <a:pt x="514" y="1818"/>
                  </a:lnTo>
                  <a:lnTo>
                    <a:pt x="573" y="1778"/>
                  </a:lnTo>
                  <a:lnTo>
                    <a:pt x="612" y="1759"/>
                  </a:lnTo>
                  <a:lnTo>
                    <a:pt x="691" y="1739"/>
                  </a:lnTo>
                  <a:lnTo>
                    <a:pt x="770" y="1719"/>
                  </a:lnTo>
                  <a:lnTo>
                    <a:pt x="770" y="1719"/>
                  </a:lnTo>
                  <a:lnTo>
                    <a:pt x="711" y="1759"/>
                  </a:lnTo>
                  <a:lnTo>
                    <a:pt x="652" y="1778"/>
                  </a:lnTo>
                  <a:lnTo>
                    <a:pt x="612" y="1798"/>
                  </a:lnTo>
                  <a:lnTo>
                    <a:pt x="533" y="1857"/>
                  </a:lnTo>
                  <a:lnTo>
                    <a:pt x="573" y="1838"/>
                  </a:lnTo>
                  <a:lnTo>
                    <a:pt x="612" y="1818"/>
                  </a:lnTo>
                  <a:lnTo>
                    <a:pt x="593" y="1857"/>
                  </a:lnTo>
                  <a:lnTo>
                    <a:pt x="632" y="1857"/>
                  </a:lnTo>
                  <a:lnTo>
                    <a:pt x="652" y="1838"/>
                  </a:lnTo>
                  <a:lnTo>
                    <a:pt x="672" y="1838"/>
                  </a:lnTo>
                  <a:lnTo>
                    <a:pt x="672" y="1857"/>
                  </a:lnTo>
                  <a:lnTo>
                    <a:pt x="652" y="1877"/>
                  </a:lnTo>
                  <a:lnTo>
                    <a:pt x="691" y="1857"/>
                  </a:lnTo>
                  <a:lnTo>
                    <a:pt x="691" y="1877"/>
                  </a:lnTo>
                  <a:lnTo>
                    <a:pt x="711" y="1877"/>
                  </a:lnTo>
                  <a:lnTo>
                    <a:pt x="711" y="1897"/>
                  </a:lnTo>
                  <a:lnTo>
                    <a:pt x="751" y="1877"/>
                  </a:lnTo>
                  <a:lnTo>
                    <a:pt x="731" y="1857"/>
                  </a:lnTo>
                  <a:lnTo>
                    <a:pt x="711" y="1857"/>
                  </a:lnTo>
                  <a:lnTo>
                    <a:pt x="731" y="1838"/>
                  </a:lnTo>
                  <a:lnTo>
                    <a:pt x="790" y="1798"/>
                  </a:lnTo>
                  <a:lnTo>
                    <a:pt x="889" y="1798"/>
                  </a:lnTo>
                  <a:lnTo>
                    <a:pt x="928" y="1778"/>
                  </a:lnTo>
                  <a:lnTo>
                    <a:pt x="928" y="1798"/>
                  </a:lnTo>
                  <a:lnTo>
                    <a:pt x="909" y="1818"/>
                  </a:lnTo>
                  <a:lnTo>
                    <a:pt x="869" y="1838"/>
                  </a:lnTo>
                  <a:lnTo>
                    <a:pt x="889" y="1857"/>
                  </a:lnTo>
                  <a:lnTo>
                    <a:pt x="869" y="1857"/>
                  </a:lnTo>
                  <a:lnTo>
                    <a:pt x="849" y="1877"/>
                  </a:lnTo>
                  <a:lnTo>
                    <a:pt x="889" y="1877"/>
                  </a:lnTo>
                  <a:lnTo>
                    <a:pt x="849" y="1897"/>
                  </a:lnTo>
                  <a:lnTo>
                    <a:pt x="830" y="1936"/>
                  </a:lnTo>
                  <a:lnTo>
                    <a:pt x="849" y="1917"/>
                  </a:lnTo>
                  <a:lnTo>
                    <a:pt x="869" y="1897"/>
                  </a:lnTo>
                  <a:lnTo>
                    <a:pt x="869" y="1917"/>
                  </a:lnTo>
                  <a:lnTo>
                    <a:pt x="830" y="1936"/>
                  </a:lnTo>
                  <a:lnTo>
                    <a:pt x="849" y="1936"/>
                  </a:lnTo>
                  <a:lnTo>
                    <a:pt x="909" y="1917"/>
                  </a:lnTo>
                  <a:lnTo>
                    <a:pt x="948" y="1877"/>
                  </a:lnTo>
                  <a:lnTo>
                    <a:pt x="1007" y="1838"/>
                  </a:lnTo>
                  <a:lnTo>
                    <a:pt x="1027" y="1857"/>
                  </a:lnTo>
                  <a:lnTo>
                    <a:pt x="1027" y="1877"/>
                  </a:lnTo>
                  <a:lnTo>
                    <a:pt x="1007" y="1917"/>
                  </a:lnTo>
                  <a:lnTo>
                    <a:pt x="1027" y="1917"/>
                  </a:lnTo>
                  <a:lnTo>
                    <a:pt x="988" y="1936"/>
                  </a:lnTo>
                  <a:lnTo>
                    <a:pt x="968" y="1936"/>
                  </a:lnTo>
                  <a:lnTo>
                    <a:pt x="909" y="1976"/>
                  </a:lnTo>
                  <a:lnTo>
                    <a:pt x="869" y="1996"/>
                  </a:lnTo>
                  <a:lnTo>
                    <a:pt x="830" y="2035"/>
                  </a:lnTo>
                  <a:lnTo>
                    <a:pt x="830" y="2035"/>
                  </a:lnTo>
                  <a:lnTo>
                    <a:pt x="889" y="1996"/>
                  </a:lnTo>
                  <a:lnTo>
                    <a:pt x="968" y="1956"/>
                  </a:lnTo>
                  <a:lnTo>
                    <a:pt x="948" y="1976"/>
                  </a:lnTo>
                  <a:lnTo>
                    <a:pt x="928" y="1996"/>
                  </a:lnTo>
                  <a:lnTo>
                    <a:pt x="968" y="1996"/>
                  </a:lnTo>
                  <a:lnTo>
                    <a:pt x="869" y="2055"/>
                  </a:lnTo>
                  <a:lnTo>
                    <a:pt x="869" y="2075"/>
                  </a:lnTo>
                  <a:lnTo>
                    <a:pt x="909" y="2055"/>
                  </a:lnTo>
                  <a:lnTo>
                    <a:pt x="909" y="2035"/>
                  </a:lnTo>
                  <a:lnTo>
                    <a:pt x="948" y="2035"/>
                  </a:lnTo>
                  <a:lnTo>
                    <a:pt x="928" y="2055"/>
                  </a:lnTo>
                  <a:lnTo>
                    <a:pt x="948" y="2055"/>
                  </a:lnTo>
                  <a:lnTo>
                    <a:pt x="948" y="2075"/>
                  </a:lnTo>
                  <a:lnTo>
                    <a:pt x="968" y="2055"/>
                  </a:lnTo>
                  <a:lnTo>
                    <a:pt x="988" y="2015"/>
                  </a:lnTo>
                  <a:lnTo>
                    <a:pt x="1047" y="2015"/>
                  </a:lnTo>
                  <a:lnTo>
                    <a:pt x="1067" y="2035"/>
                  </a:lnTo>
                  <a:lnTo>
                    <a:pt x="1106" y="2035"/>
                  </a:lnTo>
                  <a:lnTo>
                    <a:pt x="1067" y="2075"/>
                  </a:lnTo>
                  <a:lnTo>
                    <a:pt x="1027" y="2094"/>
                  </a:lnTo>
                  <a:lnTo>
                    <a:pt x="1027" y="2094"/>
                  </a:lnTo>
                  <a:lnTo>
                    <a:pt x="1027" y="2134"/>
                  </a:lnTo>
                  <a:lnTo>
                    <a:pt x="988" y="2173"/>
                  </a:lnTo>
                  <a:lnTo>
                    <a:pt x="948" y="2193"/>
                  </a:lnTo>
                  <a:lnTo>
                    <a:pt x="948" y="2213"/>
                  </a:lnTo>
                  <a:lnTo>
                    <a:pt x="1027" y="2154"/>
                  </a:lnTo>
                  <a:lnTo>
                    <a:pt x="1027" y="2173"/>
                  </a:lnTo>
                  <a:lnTo>
                    <a:pt x="1067" y="2154"/>
                  </a:lnTo>
                  <a:lnTo>
                    <a:pt x="1047" y="2173"/>
                  </a:lnTo>
                  <a:lnTo>
                    <a:pt x="1027" y="2193"/>
                  </a:lnTo>
                  <a:lnTo>
                    <a:pt x="1007" y="2213"/>
                  </a:lnTo>
                  <a:lnTo>
                    <a:pt x="1047" y="2213"/>
                  </a:lnTo>
                  <a:lnTo>
                    <a:pt x="1047" y="2193"/>
                  </a:lnTo>
                  <a:lnTo>
                    <a:pt x="1106" y="2154"/>
                  </a:lnTo>
                  <a:lnTo>
                    <a:pt x="1165" y="2134"/>
                  </a:lnTo>
                  <a:lnTo>
                    <a:pt x="1146" y="2154"/>
                  </a:lnTo>
                  <a:lnTo>
                    <a:pt x="1106" y="2173"/>
                  </a:lnTo>
                  <a:lnTo>
                    <a:pt x="1086" y="2193"/>
                  </a:lnTo>
                  <a:lnTo>
                    <a:pt x="1165" y="2173"/>
                  </a:lnTo>
                  <a:lnTo>
                    <a:pt x="1146" y="2173"/>
                  </a:lnTo>
                  <a:lnTo>
                    <a:pt x="1185" y="2154"/>
                  </a:lnTo>
                  <a:lnTo>
                    <a:pt x="1225" y="2114"/>
                  </a:lnTo>
                  <a:lnTo>
                    <a:pt x="1225" y="2154"/>
                  </a:lnTo>
                  <a:lnTo>
                    <a:pt x="2074" y="1462"/>
                  </a:lnTo>
                  <a:lnTo>
                    <a:pt x="2114" y="1443"/>
                  </a:lnTo>
                  <a:lnTo>
                    <a:pt x="2094" y="1423"/>
                  </a:lnTo>
                  <a:lnTo>
                    <a:pt x="2054" y="1423"/>
                  </a:lnTo>
                  <a:lnTo>
                    <a:pt x="2074" y="1403"/>
                  </a:lnTo>
                  <a:lnTo>
                    <a:pt x="2114" y="1383"/>
                  </a:lnTo>
                  <a:lnTo>
                    <a:pt x="2094" y="1364"/>
                  </a:lnTo>
                  <a:lnTo>
                    <a:pt x="2094" y="1344"/>
                  </a:lnTo>
                  <a:lnTo>
                    <a:pt x="2035" y="1364"/>
                  </a:lnTo>
                  <a:lnTo>
                    <a:pt x="1955" y="1364"/>
                  </a:lnTo>
                  <a:lnTo>
                    <a:pt x="1955" y="1344"/>
                  </a:lnTo>
                  <a:lnTo>
                    <a:pt x="1995" y="1324"/>
                  </a:lnTo>
                  <a:lnTo>
                    <a:pt x="1995" y="1304"/>
                  </a:lnTo>
                  <a:lnTo>
                    <a:pt x="1955" y="1324"/>
                  </a:lnTo>
                  <a:lnTo>
                    <a:pt x="1995" y="1285"/>
                  </a:lnTo>
                  <a:lnTo>
                    <a:pt x="1936" y="1285"/>
                  </a:lnTo>
                  <a:lnTo>
                    <a:pt x="1975" y="1245"/>
                  </a:lnTo>
                  <a:lnTo>
                    <a:pt x="1975" y="1225"/>
                  </a:lnTo>
                  <a:lnTo>
                    <a:pt x="1936" y="1245"/>
                  </a:lnTo>
                  <a:lnTo>
                    <a:pt x="1857" y="1285"/>
                  </a:lnTo>
                  <a:lnTo>
                    <a:pt x="1916" y="1245"/>
                  </a:lnTo>
                  <a:lnTo>
                    <a:pt x="1936" y="1206"/>
                  </a:lnTo>
                  <a:lnTo>
                    <a:pt x="1857" y="1186"/>
                  </a:lnTo>
                  <a:lnTo>
                    <a:pt x="1778" y="1127"/>
                  </a:lnTo>
                  <a:lnTo>
                    <a:pt x="1797" y="1127"/>
                  </a:lnTo>
                  <a:lnTo>
                    <a:pt x="1778" y="1107"/>
                  </a:lnTo>
                  <a:lnTo>
                    <a:pt x="1679" y="1107"/>
                  </a:lnTo>
                  <a:lnTo>
                    <a:pt x="1679" y="1087"/>
                  </a:lnTo>
                  <a:lnTo>
                    <a:pt x="1639" y="1087"/>
                  </a:lnTo>
                  <a:lnTo>
                    <a:pt x="1580" y="1127"/>
                  </a:lnTo>
                  <a:lnTo>
                    <a:pt x="1481" y="1206"/>
                  </a:lnTo>
                  <a:lnTo>
                    <a:pt x="1462" y="1206"/>
                  </a:lnTo>
                  <a:lnTo>
                    <a:pt x="1481" y="1166"/>
                  </a:lnTo>
                  <a:lnTo>
                    <a:pt x="1521" y="1146"/>
                  </a:lnTo>
                  <a:lnTo>
                    <a:pt x="1521" y="1127"/>
                  </a:lnTo>
                  <a:lnTo>
                    <a:pt x="1600" y="1087"/>
                  </a:lnTo>
                  <a:lnTo>
                    <a:pt x="1679" y="1028"/>
                  </a:lnTo>
                  <a:lnTo>
                    <a:pt x="1679" y="1028"/>
                  </a:lnTo>
                  <a:lnTo>
                    <a:pt x="1600" y="1048"/>
                  </a:lnTo>
                  <a:lnTo>
                    <a:pt x="1600" y="1028"/>
                  </a:lnTo>
                  <a:lnTo>
                    <a:pt x="1580" y="1028"/>
                  </a:lnTo>
                  <a:lnTo>
                    <a:pt x="1600" y="1008"/>
                  </a:lnTo>
                  <a:lnTo>
                    <a:pt x="1620" y="988"/>
                  </a:lnTo>
                  <a:lnTo>
                    <a:pt x="1639" y="988"/>
                  </a:lnTo>
                  <a:lnTo>
                    <a:pt x="1620" y="1008"/>
                  </a:lnTo>
                  <a:lnTo>
                    <a:pt x="1659" y="1008"/>
                  </a:lnTo>
                  <a:lnTo>
                    <a:pt x="1699" y="988"/>
                  </a:lnTo>
                  <a:lnTo>
                    <a:pt x="1659" y="969"/>
                  </a:lnTo>
                  <a:lnTo>
                    <a:pt x="1639" y="969"/>
                  </a:lnTo>
                  <a:lnTo>
                    <a:pt x="1639" y="949"/>
                  </a:lnTo>
                  <a:lnTo>
                    <a:pt x="1600" y="969"/>
                  </a:lnTo>
                  <a:lnTo>
                    <a:pt x="1580" y="988"/>
                  </a:lnTo>
                  <a:lnTo>
                    <a:pt x="1521" y="1008"/>
                  </a:lnTo>
                  <a:lnTo>
                    <a:pt x="1521" y="1008"/>
                  </a:lnTo>
                  <a:lnTo>
                    <a:pt x="1600" y="949"/>
                  </a:lnTo>
                  <a:lnTo>
                    <a:pt x="1541" y="988"/>
                  </a:lnTo>
                  <a:lnTo>
                    <a:pt x="1521" y="988"/>
                  </a:lnTo>
                  <a:lnTo>
                    <a:pt x="1521" y="969"/>
                  </a:lnTo>
                  <a:lnTo>
                    <a:pt x="1521" y="949"/>
                  </a:lnTo>
                  <a:lnTo>
                    <a:pt x="1560" y="909"/>
                  </a:lnTo>
                  <a:lnTo>
                    <a:pt x="1501" y="909"/>
                  </a:lnTo>
                  <a:lnTo>
                    <a:pt x="1541" y="890"/>
                  </a:lnTo>
                  <a:lnTo>
                    <a:pt x="1541" y="850"/>
                  </a:lnTo>
                  <a:lnTo>
                    <a:pt x="1521" y="830"/>
                  </a:lnTo>
                  <a:lnTo>
                    <a:pt x="1541" y="791"/>
                  </a:lnTo>
                  <a:lnTo>
                    <a:pt x="1481" y="791"/>
                  </a:lnTo>
                  <a:lnTo>
                    <a:pt x="1422" y="811"/>
                  </a:lnTo>
                  <a:lnTo>
                    <a:pt x="1422" y="830"/>
                  </a:lnTo>
                  <a:lnTo>
                    <a:pt x="1363" y="850"/>
                  </a:lnTo>
                  <a:lnTo>
                    <a:pt x="1343" y="870"/>
                  </a:lnTo>
                  <a:lnTo>
                    <a:pt x="1323" y="870"/>
                  </a:lnTo>
                  <a:lnTo>
                    <a:pt x="1363" y="830"/>
                  </a:lnTo>
                  <a:lnTo>
                    <a:pt x="1383" y="811"/>
                  </a:lnTo>
                  <a:lnTo>
                    <a:pt x="1422" y="791"/>
                  </a:lnTo>
                  <a:lnTo>
                    <a:pt x="1402" y="771"/>
                  </a:lnTo>
                  <a:lnTo>
                    <a:pt x="1442" y="732"/>
                  </a:lnTo>
                  <a:lnTo>
                    <a:pt x="1402" y="732"/>
                  </a:lnTo>
                  <a:lnTo>
                    <a:pt x="1363" y="751"/>
                  </a:lnTo>
                  <a:lnTo>
                    <a:pt x="1383" y="732"/>
                  </a:lnTo>
                  <a:lnTo>
                    <a:pt x="1422" y="712"/>
                  </a:lnTo>
                  <a:lnTo>
                    <a:pt x="1402" y="712"/>
                  </a:lnTo>
                  <a:lnTo>
                    <a:pt x="1422" y="692"/>
                  </a:lnTo>
                  <a:lnTo>
                    <a:pt x="1383" y="712"/>
                  </a:lnTo>
                  <a:lnTo>
                    <a:pt x="1304" y="751"/>
                  </a:lnTo>
                  <a:lnTo>
                    <a:pt x="1304" y="732"/>
                  </a:lnTo>
                  <a:lnTo>
                    <a:pt x="1284" y="73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264" y="732"/>
                  </a:lnTo>
                  <a:lnTo>
                    <a:pt x="1284" y="712"/>
                  </a:lnTo>
                  <a:lnTo>
                    <a:pt x="1205" y="732"/>
                  </a:lnTo>
                  <a:lnTo>
                    <a:pt x="1146" y="751"/>
                  </a:lnTo>
                  <a:lnTo>
                    <a:pt x="1146" y="751"/>
                  </a:lnTo>
                  <a:lnTo>
                    <a:pt x="1185" y="712"/>
                  </a:lnTo>
                  <a:lnTo>
                    <a:pt x="1264" y="653"/>
                  </a:lnTo>
                  <a:lnTo>
                    <a:pt x="1244" y="672"/>
                  </a:lnTo>
                  <a:lnTo>
                    <a:pt x="1244" y="692"/>
                  </a:lnTo>
                  <a:lnTo>
                    <a:pt x="1304" y="633"/>
                  </a:lnTo>
                  <a:lnTo>
                    <a:pt x="1323" y="593"/>
                  </a:lnTo>
                  <a:lnTo>
                    <a:pt x="1304" y="574"/>
                  </a:lnTo>
                  <a:lnTo>
                    <a:pt x="1284" y="554"/>
                  </a:lnTo>
                  <a:lnTo>
                    <a:pt x="1264" y="554"/>
                  </a:lnTo>
                  <a:lnTo>
                    <a:pt x="1244" y="534"/>
                  </a:lnTo>
                  <a:lnTo>
                    <a:pt x="1225" y="534"/>
                  </a:lnTo>
                  <a:lnTo>
                    <a:pt x="1165" y="574"/>
                  </a:lnTo>
                  <a:lnTo>
                    <a:pt x="1165" y="574"/>
                  </a:lnTo>
                  <a:lnTo>
                    <a:pt x="1205" y="534"/>
                  </a:lnTo>
                  <a:lnTo>
                    <a:pt x="1225" y="475"/>
                  </a:lnTo>
                  <a:lnTo>
                    <a:pt x="1205" y="455"/>
                  </a:lnTo>
                  <a:lnTo>
                    <a:pt x="1205" y="435"/>
                  </a:lnTo>
                  <a:lnTo>
                    <a:pt x="1165" y="416"/>
                  </a:lnTo>
                  <a:lnTo>
                    <a:pt x="1126" y="435"/>
                  </a:lnTo>
                  <a:lnTo>
                    <a:pt x="1165" y="396"/>
                  </a:lnTo>
                  <a:lnTo>
                    <a:pt x="1086" y="416"/>
                  </a:lnTo>
                  <a:lnTo>
                    <a:pt x="968" y="416"/>
                  </a:lnTo>
                  <a:lnTo>
                    <a:pt x="869" y="475"/>
                  </a:lnTo>
                  <a:lnTo>
                    <a:pt x="928" y="435"/>
                  </a:lnTo>
                  <a:lnTo>
                    <a:pt x="968" y="396"/>
                  </a:lnTo>
                  <a:lnTo>
                    <a:pt x="948" y="396"/>
                  </a:lnTo>
                  <a:lnTo>
                    <a:pt x="928" y="416"/>
                  </a:lnTo>
                  <a:lnTo>
                    <a:pt x="909" y="416"/>
                  </a:lnTo>
                  <a:lnTo>
                    <a:pt x="928" y="396"/>
                  </a:lnTo>
                  <a:lnTo>
                    <a:pt x="948" y="376"/>
                  </a:lnTo>
                  <a:lnTo>
                    <a:pt x="968" y="356"/>
                  </a:lnTo>
                  <a:lnTo>
                    <a:pt x="948" y="356"/>
                  </a:lnTo>
                  <a:lnTo>
                    <a:pt x="968" y="337"/>
                  </a:lnTo>
                  <a:lnTo>
                    <a:pt x="889" y="396"/>
                  </a:lnTo>
                  <a:lnTo>
                    <a:pt x="830" y="416"/>
                  </a:lnTo>
                  <a:lnTo>
                    <a:pt x="790" y="435"/>
                  </a:lnTo>
                  <a:lnTo>
                    <a:pt x="770" y="435"/>
                  </a:lnTo>
                  <a:lnTo>
                    <a:pt x="790" y="416"/>
                  </a:lnTo>
                  <a:lnTo>
                    <a:pt x="711" y="416"/>
                  </a:lnTo>
                  <a:lnTo>
                    <a:pt x="652" y="376"/>
                  </a:lnTo>
                  <a:lnTo>
                    <a:pt x="632" y="337"/>
                  </a:lnTo>
                  <a:lnTo>
                    <a:pt x="612" y="277"/>
                  </a:lnTo>
                  <a:lnTo>
                    <a:pt x="652" y="258"/>
                  </a:lnTo>
                  <a:lnTo>
                    <a:pt x="632" y="258"/>
                  </a:lnTo>
                  <a:lnTo>
                    <a:pt x="652" y="238"/>
                  </a:lnTo>
                  <a:lnTo>
                    <a:pt x="672" y="198"/>
                  </a:lnTo>
                  <a:lnTo>
                    <a:pt x="632" y="218"/>
                  </a:lnTo>
                  <a:lnTo>
                    <a:pt x="612" y="218"/>
                  </a:lnTo>
                  <a:lnTo>
                    <a:pt x="632" y="198"/>
                  </a:lnTo>
                  <a:lnTo>
                    <a:pt x="652" y="178"/>
                  </a:lnTo>
                  <a:lnTo>
                    <a:pt x="652" y="159"/>
                  </a:lnTo>
                  <a:lnTo>
                    <a:pt x="672" y="139"/>
                  </a:lnTo>
                  <a:lnTo>
                    <a:pt x="672" y="119"/>
                  </a:lnTo>
                  <a:lnTo>
                    <a:pt x="652" y="119"/>
                  </a:lnTo>
                  <a:lnTo>
                    <a:pt x="691" y="60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-1692875" y="36413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-1600025" y="3561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-1619775" y="3485250"/>
              <a:ext cx="41500" cy="78050"/>
            </a:xfrm>
            <a:custGeom>
              <a:rect b="b" l="l" r="r" t="t"/>
              <a:pathLst>
                <a:path extrusionOk="0" h="3122" w="1660">
                  <a:moveTo>
                    <a:pt x="454" y="159"/>
                  </a:moveTo>
                  <a:lnTo>
                    <a:pt x="469" y="163"/>
                  </a:lnTo>
                  <a:lnTo>
                    <a:pt x="469" y="163"/>
                  </a:lnTo>
                  <a:lnTo>
                    <a:pt x="474" y="159"/>
                  </a:lnTo>
                  <a:close/>
                  <a:moveTo>
                    <a:pt x="1422" y="238"/>
                  </a:moveTo>
                  <a:lnTo>
                    <a:pt x="1422" y="257"/>
                  </a:lnTo>
                  <a:lnTo>
                    <a:pt x="1462" y="257"/>
                  </a:lnTo>
                  <a:lnTo>
                    <a:pt x="1422" y="238"/>
                  </a:lnTo>
                  <a:close/>
                  <a:moveTo>
                    <a:pt x="119" y="1057"/>
                  </a:moveTo>
                  <a:lnTo>
                    <a:pt x="138" y="1067"/>
                  </a:lnTo>
                  <a:lnTo>
                    <a:pt x="158" y="1067"/>
                  </a:lnTo>
                  <a:lnTo>
                    <a:pt x="119" y="1057"/>
                  </a:lnTo>
                  <a:close/>
                  <a:moveTo>
                    <a:pt x="40" y="988"/>
                  </a:moveTo>
                  <a:lnTo>
                    <a:pt x="40" y="1008"/>
                  </a:lnTo>
                  <a:lnTo>
                    <a:pt x="40" y="1028"/>
                  </a:lnTo>
                  <a:lnTo>
                    <a:pt x="0" y="1028"/>
                  </a:lnTo>
                  <a:lnTo>
                    <a:pt x="79" y="1087"/>
                  </a:lnTo>
                  <a:lnTo>
                    <a:pt x="138" y="1107"/>
                  </a:lnTo>
                  <a:lnTo>
                    <a:pt x="217" y="1126"/>
                  </a:lnTo>
                  <a:lnTo>
                    <a:pt x="217" y="1126"/>
                  </a:lnTo>
                  <a:lnTo>
                    <a:pt x="119" y="1087"/>
                  </a:lnTo>
                  <a:lnTo>
                    <a:pt x="40" y="1047"/>
                  </a:lnTo>
                  <a:lnTo>
                    <a:pt x="79" y="1047"/>
                  </a:lnTo>
                  <a:lnTo>
                    <a:pt x="119" y="1057"/>
                  </a:lnTo>
                  <a:lnTo>
                    <a:pt x="119" y="1057"/>
                  </a:lnTo>
                  <a:lnTo>
                    <a:pt x="99" y="1047"/>
                  </a:lnTo>
                  <a:lnTo>
                    <a:pt x="99" y="1028"/>
                  </a:lnTo>
                  <a:lnTo>
                    <a:pt x="119" y="1028"/>
                  </a:lnTo>
                  <a:lnTo>
                    <a:pt x="119" y="1008"/>
                  </a:lnTo>
                  <a:lnTo>
                    <a:pt x="79" y="988"/>
                  </a:lnTo>
                  <a:close/>
                  <a:moveTo>
                    <a:pt x="158" y="1146"/>
                  </a:moveTo>
                  <a:lnTo>
                    <a:pt x="178" y="1166"/>
                  </a:lnTo>
                  <a:lnTo>
                    <a:pt x="217" y="1185"/>
                  </a:lnTo>
                  <a:lnTo>
                    <a:pt x="138" y="1146"/>
                  </a:lnTo>
                  <a:close/>
                  <a:moveTo>
                    <a:pt x="217" y="1166"/>
                  </a:moveTo>
                  <a:lnTo>
                    <a:pt x="257" y="1186"/>
                  </a:lnTo>
                  <a:lnTo>
                    <a:pt x="296" y="1205"/>
                  </a:lnTo>
                  <a:lnTo>
                    <a:pt x="336" y="1205"/>
                  </a:lnTo>
                  <a:lnTo>
                    <a:pt x="316" y="1225"/>
                  </a:lnTo>
                  <a:lnTo>
                    <a:pt x="296" y="1225"/>
                  </a:lnTo>
                  <a:lnTo>
                    <a:pt x="277" y="1205"/>
                  </a:lnTo>
                  <a:lnTo>
                    <a:pt x="257" y="1205"/>
                  </a:lnTo>
                  <a:lnTo>
                    <a:pt x="217" y="1186"/>
                  </a:lnTo>
                  <a:lnTo>
                    <a:pt x="198" y="1166"/>
                  </a:lnTo>
                  <a:close/>
                  <a:moveTo>
                    <a:pt x="119" y="1699"/>
                  </a:moveTo>
                  <a:lnTo>
                    <a:pt x="119" y="1719"/>
                  </a:lnTo>
                  <a:lnTo>
                    <a:pt x="138" y="1719"/>
                  </a:lnTo>
                  <a:lnTo>
                    <a:pt x="138" y="1699"/>
                  </a:lnTo>
                  <a:close/>
                  <a:moveTo>
                    <a:pt x="119" y="1857"/>
                  </a:moveTo>
                  <a:lnTo>
                    <a:pt x="119" y="1877"/>
                  </a:lnTo>
                  <a:lnTo>
                    <a:pt x="178" y="1897"/>
                  </a:lnTo>
                  <a:lnTo>
                    <a:pt x="138" y="1877"/>
                  </a:lnTo>
                  <a:lnTo>
                    <a:pt x="138" y="1857"/>
                  </a:lnTo>
                  <a:close/>
                  <a:moveTo>
                    <a:pt x="79" y="1936"/>
                  </a:moveTo>
                  <a:lnTo>
                    <a:pt x="99" y="1956"/>
                  </a:lnTo>
                  <a:lnTo>
                    <a:pt x="119" y="1936"/>
                  </a:lnTo>
                  <a:close/>
                  <a:moveTo>
                    <a:pt x="277" y="2272"/>
                  </a:moveTo>
                  <a:lnTo>
                    <a:pt x="277" y="2292"/>
                  </a:lnTo>
                  <a:lnTo>
                    <a:pt x="316" y="2292"/>
                  </a:lnTo>
                  <a:lnTo>
                    <a:pt x="277" y="2272"/>
                  </a:lnTo>
                  <a:close/>
                  <a:moveTo>
                    <a:pt x="1245" y="2529"/>
                  </a:moveTo>
                  <a:lnTo>
                    <a:pt x="1264" y="2549"/>
                  </a:lnTo>
                  <a:lnTo>
                    <a:pt x="1284" y="2549"/>
                  </a:lnTo>
                  <a:lnTo>
                    <a:pt x="1245" y="2529"/>
                  </a:lnTo>
                  <a:close/>
                  <a:moveTo>
                    <a:pt x="40" y="2647"/>
                  </a:moveTo>
                  <a:lnTo>
                    <a:pt x="99" y="266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40" y="2647"/>
                  </a:lnTo>
                  <a:close/>
                  <a:moveTo>
                    <a:pt x="119" y="2726"/>
                  </a:moveTo>
                  <a:lnTo>
                    <a:pt x="137" y="2728"/>
                  </a:lnTo>
                  <a:lnTo>
                    <a:pt x="137" y="2728"/>
                  </a:lnTo>
                  <a:lnTo>
                    <a:pt x="138" y="2726"/>
                  </a:lnTo>
                  <a:close/>
                  <a:moveTo>
                    <a:pt x="810" y="2786"/>
                  </a:moveTo>
                  <a:lnTo>
                    <a:pt x="830" y="2805"/>
                  </a:lnTo>
                  <a:lnTo>
                    <a:pt x="830" y="2786"/>
                  </a:lnTo>
                  <a:close/>
                  <a:moveTo>
                    <a:pt x="1136" y="2805"/>
                  </a:moveTo>
                  <a:lnTo>
                    <a:pt x="1146" y="2809"/>
                  </a:lnTo>
                  <a:lnTo>
                    <a:pt x="1146" y="2809"/>
                  </a:lnTo>
                  <a:lnTo>
                    <a:pt x="1146" y="2805"/>
                  </a:lnTo>
                  <a:close/>
                  <a:moveTo>
                    <a:pt x="237" y="2805"/>
                  </a:moveTo>
                  <a:lnTo>
                    <a:pt x="237" y="2825"/>
                  </a:lnTo>
                  <a:lnTo>
                    <a:pt x="257" y="2825"/>
                  </a:lnTo>
                  <a:lnTo>
                    <a:pt x="237" y="2805"/>
                  </a:lnTo>
                  <a:close/>
                  <a:moveTo>
                    <a:pt x="1146" y="2809"/>
                  </a:moveTo>
                  <a:lnTo>
                    <a:pt x="1146" y="2825"/>
                  </a:lnTo>
                  <a:lnTo>
                    <a:pt x="1126" y="2825"/>
                  </a:lnTo>
                  <a:lnTo>
                    <a:pt x="1166" y="2845"/>
                  </a:lnTo>
                  <a:lnTo>
                    <a:pt x="1185" y="2825"/>
                  </a:lnTo>
                  <a:lnTo>
                    <a:pt x="1146" y="2809"/>
                  </a:lnTo>
                  <a:close/>
                  <a:moveTo>
                    <a:pt x="929" y="2805"/>
                  </a:moveTo>
                  <a:lnTo>
                    <a:pt x="948" y="2825"/>
                  </a:lnTo>
                  <a:lnTo>
                    <a:pt x="929" y="2825"/>
                  </a:lnTo>
                  <a:lnTo>
                    <a:pt x="1027" y="2845"/>
                  </a:lnTo>
                  <a:lnTo>
                    <a:pt x="1146" y="2884"/>
                  </a:lnTo>
                  <a:lnTo>
                    <a:pt x="1126" y="2865"/>
                  </a:lnTo>
                  <a:lnTo>
                    <a:pt x="1067" y="2845"/>
                  </a:lnTo>
                  <a:lnTo>
                    <a:pt x="929" y="2805"/>
                  </a:lnTo>
                  <a:close/>
                  <a:moveTo>
                    <a:pt x="257" y="2884"/>
                  </a:moveTo>
                  <a:lnTo>
                    <a:pt x="316" y="2904"/>
                  </a:lnTo>
                  <a:lnTo>
                    <a:pt x="336" y="2904"/>
                  </a:lnTo>
                  <a:lnTo>
                    <a:pt x="296" y="2884"/>
                  </a:lnTo>
                  <a:close/>
                  <a:moveTo>
                    <a:pt x="1077" y="3062"/>
                  </a:moveTo>
                  <a:lnTo>
                    <a:pt x="1087" y="3082"/>
                  </a:lnTo>
                  <a:lnTo>
                    <a:pt x="1087" y="3062"/>
                  </a:lnTo>
                  <a:close/>
                  <a:moveTo>
                    <a:pt x="948" y="3082"/>
                  </a:moveTo>
                  <a:lnTo>
                    <a:pt x="929" y="3102"/>
                  </a:lnTo>
                  <a:lnTo>
                    <a:pt x="948" y="3102"/>
                  </a:lnTo>
                  <a:lnTo>
                    <a:pt x="948" y="3082"/>
                  </a:lnTo>
                  <a:close/>
                  <a:moveTo>
                    <a:pt x="1106" y="1"/>
                  </a:moveTo>
                  <a:lnTo>
                    <a:pt x="1087" y="20"/>
                  </a:lnTo>
                  <a:lnTo>
                    <a:pt x="1106" y="40"/>
                  </a:lnTo>
                  <a:lnTo>
                    <a:pt x="1047" y="40"/>
                  </a:lnTo>
                  <a:lnTo>
                    <a:pt x="1087" y="60"/>
                  </a:lnTo>
                  <a:lnTo>
                    <a:pt x="1027" y="40"/>
                  </a:lnTo>
                  <a:lnTo>
                    <a:pt x="948" y="20"/>
                  </a:lnTo>
                  <a:lnTo>
                    <a:pt x="929" y="20"/>
                  </a:lnTo>
                  <a:lnTo>
                    <a:pt x="948" y="40"/>
                  </a:lnTo>
                  <a:lnTo>
                    <a:pt x="948" y="60"/>
                  </a:lnTo>
                  <a:lnTo>
                    <a:pt x="929" y="60"/>
                  </a:lnTo>
                  <a:lnTo>
                    <a:pt x="889" y="40"/>
                  </a:lnTo>
                  <a:lnTo>
                    <a:pt x="889" y="60"/>
                  </a:lnTo>
                  <a:lnTo>
                    <a:pt x="869" y="40"/>
                  </a:lnTo>
                  <a:lnTo>
                    <a:pt x="810" y="40"/>
                  </a:lnTo>
                  <a:lnTo>
                    <a:pt x="909" y="80"/>
                  </a:lnTo>
                  <a:lnTo>
                    <a:pt x="889" y="80"/>
                  </a:lnTo>
                  <a:lnTo>
                    <a:pt x="968" y="9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48" y="99"/>
                  </a:lnTo>
                  <a:lnTo>
                    <a:pt x="909" y="99"/>
                  </a:lnTo>
                  <a:lnTo>
                    <a:pt x="830" y="60"/>
                  </a:lnTo>
                  <a:lnTo>
                    <a:pt x="810" y="60"/>
                  </a:lnTo>
                  <a:lnTo>
                    <a:pt x="731" y="40"/>
                  </a:lnTo>
                  <a:lnTo>
                    <a:pt x="790" y="60"/>
                  </a:lnTo>
                  <a:lnTo>
                    <a:pt x="790" y="80"/>
                  </a:lnTo>
                  <a:lnTo>
                    <a:pt x="770" y="80"/>
                  </a:lnTo>
                  <a:lnTo>
                    <a:pt x="751" y="60"/>
                  </a:lnTo>
                  <a:lnTo>
                    <a:pt x="691" y="40"/>
                  </a:lnTo>
                  <a:lnTo>
                    <a:pt x="691" y="60"/>
                  </a:lnTo>
                  <a:lnTo>
                    <a:pt x="731" y="99"/>
                  </a:lnTo>
                  <a:lnTo>
                    <a:pt x="731" y="119"/>
                  </a:lnTo>
                  <a:lnTo>
                    <a:pt x="711" y="99"/>
                  </a:lnTo>
                  <a:lnTo>
                    <a:pt x="672" y="99"/>
                  </a:lnTo>
                  <a:lnTo>
                    <a:pt x="691" y="119"/>
                  </a:lnTo>
                  <a:lnTo>
                    <a:pt x="691" y="119"/>
                  </a:lnTo>
                  <a:lnTo>
                    <a:pt x="632" y="99"/>
                  </a:lnTo>
                  <a:lnTo>
                    <a:pt x="573" y="99"/>
                  </a:lnTo>
                  <a:lnTo>
                    <a:pt x="612" y="119"/>
                  </a:lnTo>
                  <a:lnTo>
                    <a:pt x="612" y="139"/>
                  </a:lnTo>
                  <a:lnTo>
                    <a:pt x="652" y="159"/>
                  </a:lnTo>
                  <a:lnTo>
                    <a:pt x="593" y="139"/>
                  </a:lnTo>
                  <a:lnTo>
                    <a:pt x="593" y="139"/>
                  </a:lnTo>
                  <a:lnTo>
                    <a:pt x="691" y="198"/>
                  </a:lnTo>
                  <a:lnTo>
                    <a:pt x="751" y="218"/>
                  </a:lnTo>
                  <a:lnTo>
                    <a:pt x="770" y="238"/>
                  </a:lnTo>
                  <a:lnTo>
                    <a:pt x="770" y="238"/>
                  </a:lnTo>
                  <a:lnTo>
                    <a:pt x="711" y="218"/>
                  </a:lnTo>
                  <a:lnTo>
                    <a:pt x="652" y="198"/>
                  </a:lnTo>
                  <a:lnTo>
                    <a:pt x="593" y="178"/>
                  </a:lnTo>
                  <a:lnTo>
                    <a:pt x="553" y="178"/>
                  </a:lnTo>
                  <a:lnTo>
                    <a:pt x="553" y="198"/>
                  </a:lnTo>
                  <a:lnTo>
                    <a:pt x="514" y="178"/>
                  </a:lnTo>
                  <a:lnTo>
                    <a:pt x="469" y="163"/>
                  </a:lnTo>
                  <a:lnTo>
                    <a:pt x="469" y="163"/>
                  </a:lnTo>
                  <a:lnTo>
                    <a:pt x="454" y="178"/>
                  </a:lnTo>
                  <a:lnTo>
                    <a:pt x="395" y="178"/>
                  </a:lnTo>
                  <a:lnTo>
                    <a:pt x="454" y="218"/>
                  </a:lnTo>
                  <a:lnTo>
                    <a:pt x="435" y="218"/>
                  </a:lnTo>
                  <a:lnTo>
                    <a:pt x="375" y="198"/>
                  </a:lnTo>
                  <a:lnTo>
                    <a:pt x="395" y="218"/>
                  </a:lnTo>
                  <a:lnTo>
                    <a:pt x="375" y="238"/>
                  </a:lnTo>
                  <a:lnTo>
                    <a:pt x="336" y="238"/>
                  </a:lnTo>
                  <a:lnTo>
                    <a:pt x="375" y="257"/>
                  </a:lnTo>
                  <a:lnTo>
                    <a:pt x="435" y="277"/>
                  </a:lnTo>
                  <a:lnTo>
                    <a:pt x="336" y="277"/>
                  </a:lnTo>
                  <a:lnTo>
                    <a:pt x="395" y="317"/>
                  </a:lnTo>
                  <a:lnTo>
                    <a:pt x="494" y="336"/>
                  </a:lnTo>
                  <a:lnTo>
                    <a:pt x="435" y="336"/>
                  </a:lnTo>
                  <a:lnTo>
                    <a:pt x="356" y="317"/>
                  </a:lnTo>
                  <a:lnTo>
                    <a:pt x="257" y="297"/>
                  </a:lnTo>
                  <a:lnTo>
                    <a:pt x="257" y="317"/>
                  </a:lnTo>
                  <a:lnTo>
                    <a:pt x="237" y="317"/>
                  </a:lnTo>
                  <a:lnTo>
                    <a:pt x="296" y="336"/>
                  </a:lnTo>
                  <a:lnTo>
                    <a:pt x="356" y="356"/>
                  </a:lnTo>
                  <a:lnTo>
                    <a:pt x="277" y="317"/>
                  </a:lnTo>
                  <a:lnTo>
                    <a:pt x="316" y="317"/>
                  </a:lnTo>
                  <a:lnTo>
                    <a:pt x="375" y="336"/>
                  </a:lnTo>
                  <a:lnTo>
                    <a:pt x="395" y="356"/>
                  </a:lnTo>
                  <a:lnTo>
                    <a:pt x="435" y="376"/>
                  </a:lnTo>
                  <a:lnTo>
                    <a:pt x="514" y="435"/>
                  </a:lnTo>
                  <a:lnTo>
                    <a:pt x="454" y="435"/>
                  </a:lnTo>
                  <a:lnTo>
                    <a:pt x="415" y="415"/>
                  </a:lnTo>
                  <a:lnTo>
                    <a:pt x="356" y="396"/>
                  </a:lnTo>
                  <a:lnTo>
                    <a:pt x="375" y="415"/>
                  </a:lnTo>
                  <a:lnTo>
                    <a:pt x="336" y="415"/>
                  </a:lnTo>
                  <a:lnTo>
                    <a:pt x="375" y="435"/>
                  </a:lnTo>
                  <a:lnTo>
                    <a:pt x="395" y="455"/>
                  </a:lnTo>
                  <a:lnTo>
                    <a:pt x="375" y="455"/>
                  </a:lnTo>
                  <a:lnTo>
                    <a:pt x="296" y="435"/>
                  </a:lnTo>
                  <a:lnTo>
                    <a:pt x="277" y="455"/>
                  </a:lnTo>
                  <a:lnTo>
                    <a:pt x="237" y="475"/>
                  </a:lnTo>
                  <a:lnTo>
                    <a:pt x="217" y="475"/>
                  </a:lnTo>
                  <a:lnTo>
                    <a:pt x="217" y="514"/>
                  </a:lnTo>
                  <a:lnTo>
                    <a:pt x="296" y="514"/>
                  </a:lnTo>
                  <a:lnTo>
                    <a:pt x="356" y="534"/>
                  </a:lnTo>
                  <a:lnTo>
                    <a:pt x="454" y="573"/>
                  </a:lnTo>
                  <a:lnTo>
                    <a:pt x="395" y="573"/>
                  </a:lnTo>
                  <a:lnTo>
                    <a:pt x="415" y="593"/>
                  </a:lnTo>
                  <a:lnTo>
                    <a:pt x="454" y="593"/>
                  </a:lnTo>
                  <a:lnTo>
                    <a:pt x="474" y="613"/>
                  </a:lnTo>
                  <a:lnTo>
                    <a:pt x="435" y="613"/>
                  </a:lnTo>
                  <a:lnTo>
                    <a:pt x="395" y="593"/>
                  </a:lnTo>
                  <a:lnTo>
                    <a:pt x="395" y="613"/>
                  </a:lnTo>
                  <a:lnTo>
                    <a:pt x="336" y="593"/>
                  </a:lnTo>
                  <a:lnTo>
                    <a:pt x="277" y="573"/>
                  </a:lnTo>
                  <a:lnTo>
                    <a:pt x="237" y="554"/>
                  </a:lnTo>
                  <a:lnTo>
                    <a:pt x="237" y="573"/>
                  </a:lnTo>
                  <a:lnTo>
                    <a:pt x="158" y="554"/>
                  </a:lnTo>
                  <a:lnTo>
                    <a:pt x="158" y="573"/>
                  </a:lnTo>
                  <a:lnTo>
                    <a:pt x="138" y="573"/>
                  </a:lnTo>
                  <a:lnTo>
                    <a:pt x="217" y="593"/>
                  </a:lnTo>
                  <a:lnTo>
                    <a:pt x="158" y="613"/>
                  </a:lnTo>
                  <a:lnTo>
                    <a:pt x="119" y="633"/>
                  </a:lnTo>
                  <a:lnTo>
                    <a:pt x="178" y="633"/>
                  </a:lnTo>
                  <a:lnTo>
                    <a:pt x="198" y="652"/>
                  </a:lnTo>
                  <a:lnTo>
                    <a:pt x="119" y="652"/>
                  </a:lnTo>
                  <a:lnTo>
                    <a:pt x="119" y="672"/>
                  </a:lnTo>
                  <a:lnTo>
                    <a:pt x="158" y="712"/>
                  </a:lnTo>
                  <a:lnTo>
                    <a:pt x="237" y="731"/>
                  </a:lnTo>
                  <a:lnTo>
                    <a:pt x="237" y="751"/>
                  </a:lnTo>
                  <a:lnTo>
                    <a:pt x="198" y="731"/>
                  </a:lnTo>
                  <a:lnTo>
                    <a:pt x="257" y="771"/>
                  </a:lnTo>
                  <a:lnTo>
                    <a:pt x="277" y="791"/>
                  </a:lnTo>
                  <a:lnTo>
                    <a:pt x="257" y="791"/>
                  </a:lnTo>
                  <a:lnTo>
                    <a:pt x="198" y="751"/>
                  </a:lnTo>
                  <a:lnTo>
                    <a:pt x="158" y="751"/>
                  </a:lnTo>
                  <a:lnTo>
                    <a:pt x="158" y="771"/>
                  </a:lnTo>
                  <a:lnTo>
                    <a:pt x="138" y="771"/>
                  </a:lnTo>
                  <a:lnTo>
                    <a:pt x="316" y="889"/>
                  </a:lnTo>
                  <a:lnTo>
                    <a:pt x="435" y="909"/>
                  </a:lnTo>
                  <a:lnTo>
                    <a:pt x="533" y="968"/>
                  </a:lnTo>
                  <a:lnTo>
                    <a:pt x="454" y="968"/>
                  </a:lnTo>
                  <a:lnTo>
                    <a:pt x="375" y="949"/>
                  </a:lnTo>
                  <a:lnTo>
                    <a:pt x="336" y="949"/>
                  </a:lnTo>
                  <a:lnTo>
                    <a:pt x="316" y="929"/>
                  </a:lnTo>
                  <a:lnTo>
                    <a:pt x="375" y="929"/>
                  </a:lnTo>
                  <a:lnTo>
                    <a:pt x="237" y="909"/>
                  </a:lnTo>
                  <a:lnTo>
                    <a:pt x="198" y="870"/>
                  </a:lnTo>
                  <a:lnTo>
                    <a:pt x="158" y="870"/>
                  </a:lnTo>
                  <a:lnTo>
                    <a:pt x="59" y="850"/>
                  </a:lnTo>
                  <a:lnTo>
                    <a:pt x="59" y="850"/>
                  </a:lnTo>
                  <a:lnTo>
                    <a:pt x="79" y="870"/>
                  </a:lnTo>
                  <a:lnTo>
                    <a:pt x="99" y="889"/>
                  </a:lnTo>
                  <a:lnTo>
                    <a:pt x="59" y="870"/>
                  </a:lnTo>
                  <a:lnTo>
                    <a:pt x="59" y="870"/>
                  </a:lnTo>
                  <a:lnTo>
                    <a:pt x="79" y="88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99" y="929"/>
                  </a:lnTo>
                  <a:lnTo>
                    <a:pt x="138" y="949"/>
                  </a:lnTo>
                  <a:lnTo>
                    <a:pt x="59" y="949"/>
                  </a:lnTo>
                  <a:lnTo>
                    <a:pt x="99" y="968"/>
                  </a:lnTo>
                  <a:lnTo>
                    <a:pt x="99" y="988"/>
                  </a:lnTo>
                  <a:lnTo>
                    <a:pt x="178" y="1008"/>
                  </a:lnTo>
                  <a:lnTo>
                    <a:pt x="277" y="1028"/>
                  </a:lnTo>
                  <a:lnTo>
                    <a:pt x="296" y="1047"/>
                  </a:lnTo>
                  <a:lnTo>
                    <a:pt x="296" y="1067"/>
                  </a:lnTo>
                  <a:lnTo>
                    <a:pt x="257" y="1067"/>
                  </a:lnTo>
                  <a:lnTo>
                    <a:pt x="237" y="1047"/>
                  </a:lnTo>
                  <a:lnTo>
                    <a:pt x="257" y="1087"/>
                  </a:lnTo>
                  <a:lnTo>
                    <a:pt x="257" y="1087"/>
                  </a:lnTo>
                  <a:lnTo>
                    <a:pt x="198" y="1067"/>
                  </a:lnTo>
                  <a:lnTo>
                    <a:pt x="198" y="1047"/>
                  </a:lnTo>
                  <a:lnTo>
                    <a:pt x="178" y="1047"/>
                  </a:lnTo>
                  <a:lnTo>
                    <a:pt x="178" y="1067"/>
                  </a:lnTo>
                  <a:lnTo>
                    <a:pt x="237" y="1107"/>
                  </a:lnTo>
                  <a:lnTo>
                    <a:pt x="217" y="1126"/>
                  </a:lnTo>
                  <a:lnTo>
                    <a:pt x="119" y="1107"/>
                  </a:lnTo>
                  <a:lnTo>
                    <a:pt x="79" y="1126"/>
                  </a:lnTo>
                  <a:lnTo>
                    <a:pt x="79" y="1146"/>
                  </a:lnTo>
                  <a:lnTo>
                    <a:pt x="40" y="1146"/>
                  </a:lnTo>
                  <a:lnTo>
                    <a:pt x="119" y="1166"/>
                  </a:lnTo>
                  <a:lnTo>
                    <a:pt x="158" y="1166"/>
                  </a:lnTo>
                  <a:lnTo>
                    <a:pt x="217" y="1225"/>
                  </a:lnTo>
                  <a:lnTo>
                    <a:pt x="277" y="1284"/>
                  </a:lnTo>
                  <a:lnTo>
                    <a:pt x="217" y="1265"/>
                  </a:lnTo>
                  <a:lnTo>
                    <a:pt x="158" y="1225"/>
                  </a:lnTo>
                  <a:lnTo>
                    <a:pt x="119" y="1205"/>
                  </a:lnTo>
                  <a:lnTo>
                    <a:pt x="40" y="1186"/>
                  </a:lnTo>
                  <a:lnTo>
                    <a:pt x="79" y="1205"/>
                  </a:lnTo>
                  <a:lnTo>
                    <a:pt x="99" y="1225"/>
                  </a:lnTo>
                  <a:lnTo>
                    <a:pt x="59" y="1225"/>
                  </a:lnTo>
                  <a:lnTo>
                    <a:pt x="79" y="1265"/>
                  </a:lnTo>
                  <a:lnTo>
                    <a:pt x="119" y="1265"/>
                  </a:lnTo>
                  <a:lnTo>
                    <a:pt x="138" y="1284"/>
                  </a:lnTo>
                  <a:lnTo>
                    <a:pt x="119" y="1304"/>
                  </a:lnTo>
                  <a:lnTo>
                    <a:pt x="119" y="1324"/>
                  </a:lnTo>
                  <a:lnTo>
                    <a:pt x="119" y="1344"/>
                  </a:lnTo>
                  <a:lnTo>
                    <a:pt x="119" y="1363"/>
                  </a:lnTo>
                  <a:lnTo>
                    <a:pt x="158" y="1363"/>
                  </a:lnTo>
                  <a:lnTo>
                    <a:pt x="138" y="1344"/>
                  </a:lnTo>
                  <a:lnTo>
                    <a:pt x="217" y="1344"/>
                  </a:lnTo>
                  <a:lnTo>
                    <a:pt x="237" y="1363"/>
                  </a:lnTo>
                  <a:lnTo>
                    <a:pt x="257" y="1383"/>
                  </a:lnTo>
                  <a:lnTo>
                    <a:pt x="277" y="1403"/>
                  </a:lnTo>
                  <a:lnTo>
                    <a:pt x="277" y="1423"/>
                  </a:lnTo>
                  <a:lnTo>
                    <a:pt x="296" y="1423"/>
                  </a:lnTo>
                  <a:lnTo>
                    <a:pt x="336" y="1442"/>
                  </a:lnTo>
                  <a:lnTo>
                    <a:pt x="316" y="1462"/>
                  </a:lnTo>
                  <a:lnTo>
                    <a:pt x="296" y="1462"/>
                  </a:lnTo>
                  <a:lnTo>
                    <a:pt x="257" y="1442"/>
                  </a:lnTo>
                  <a:lnTo>
                    <a:pt x="198" y="1423"/>
                  </a:lnTo>
                  <a:lnTo>
                    <a:pt x="178" y="1403"/>
                  </a:lnTo>
                  <a:lnTo>
                    <a:pt x="138" y="1383"/>
                  </a:lnTo>
                  <a:lnTo>
                    <a:pt x="40" y="1363"/>
                  </a:lnTo>
                  <a:lnTo>
                    <a:pt x="40" y="1363"/>
                  </a:lnTo>
                  <a:lnTo>
                    <a:pt x="59" y="1383"/>
                  </a:lnTo>
                  <a:lnTo>
                    <a:pt x="20" y="1383"/>
                  </a:lnTo>
                  <a:lnTo>
                    <a:pt x="59" y="1403"/>
                  </a:lnTo>
                  <a:lnTo>
                    <a:pt x="158" y="1423"/>
                  </a:lnTo>
                  <a:lnTo>
                    <a:pt x="138" y="1403"/>
                  </a:lnTo>
                  <a:lnTo>
                    <a:pt x="158" y="1403"/>
                  </a:lnTo>
                  <a:lnTo>
                    <a:pt x="217" y="1442"/>
                  </a:lnTo>
                  <a:lnTo>
                    <a:pt x="257" y="1462"/>
                  </a:lnTo>
                  <a:lnTo>
                    <a:pt x="237" y="1462"/>
                  </a:lnTo>
                  <a:lnTo>
                    <a:pt x="237" y="1482"/>
                  </a:lnTo>
                  <a:lnTo>
                    <a:pt x="198" y="1462"/>
                  </a:lnTo>
                  <a:lnTo>
                    <a:pt x="119" y="1442"/>
                  </a:lnTo>
                  <a:lnTo>
                    <a:pt x="158" y="1462"/>
                  </a:lnTo>
                  <a:lnTo>
                    <a:pt x="158" y="1462"/>
                  </a:lnTo>
                  <a:lnTo>
                    <a:pt x="178" y="148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158" y="1482"/>
                  </a:lnTo>
                  <a:lnTo>
                    <a:pt x="158" y="1482"/>
                  </a:lnTo>
                  <a:lnTo>
                    <a:pt x="178" y="1502"/>
                  </a:lnTo>
                  <a:lnTo>
                    <a:pt x="217" y="1521"/>
                  </a:lnTo>
                  <a:lnTo>
                    <a:pt x="277" y="1541"/>
                  </a:lnTo>
                  <a:lnTo>
                    <a:pt x="336" y="1561"/>
                  </a:lnTo>
                  <a:lnTo>
                    <a:pt x="336" y="1581"/>
                  </a:lnTo>
                  <a:lnTo>
                    <a:pt x="336" y="1600"/>
                  </a:lnTo>
                  <a:lnTo>
                    <a:pt x="277" y="1600"/>
                  </a:lnTo>
                  <a:lnTo>
                    <a:pt x="336" y="1620"/>
                  </a:lnTo>
                  <a:lnTo>
                    <a:pt x="257" y="1620"/>
                  </a:lnTo>
                  <a:lnTo>
                    <a:pt x="257" y="1600"/>
                  </a:lnTo>
                  <a:lnTo>
                    <a:pt x="237" y="1581"/>
                  </a:lnTo>
                  <a:lnTo>
                    <a:pt x="178" y="1561"/>
                  </a:lnTo>
                  <a:lnTo>
                    <a:pt x="138" y="1561"/>
                  </a:lnTo>
                  <a:lnTo>
                    <a:pt x="217" y="1600"/>
                  </a:lnTo>
                  <a:lnTo>
                    <a:pt x="198" y="1600"/>
                  </a:lnTo>
                  <a:lnTo>
                    <a:pt x="138" y="1581"/>
                  </a:lnTo>
                  <a:lnTo>
                    <a:pt x="178" y="1600"/>
                  </a:lnTo>
                  <a:lnTo>
                    <a:pt x="198" y="1620"/>
                  </a:lnTo>
                  <a:lnTo>
                    <a:pt x="79" y="1600"/>
                  </a:lnTo>
                  <a:lnTo>
                    <a:pt x="119" y="1620"/>
                  </a:lnTo>
                  <a:lnTo>
                    <a:pt x="138" y="1620"/>
                  </a:lnTo>
                  <a:lnTo>
                    <a:pt x="138" y="1640"/>
                  </a:lnTo>
                  <a:lnTo>
                    <a:pt x="119" y="1660"/>
                  </a:lnTo>
                  <a:lnTo>
                    <a:pt x="119" y="1679"/>
                  </a:lnTo>
                  <a:lnTo>
                    <a:pt x="158" y="1679"/>
                  </a:lnTo>
                  <a:lnTo>
                    <a:pt x="138" y="1660"/>
                  </a:lnTo>
                  <a:lnTo>
                    <a:pt x="198" y="1660"/>
                  </a:lnTo>
                  <a:lnTo>
                    <a:pt x="217" y="1679"/>
                  </a:lnTo>
                  <a:lnTo>
                    <a:pt x="217" y="1699"/>
                  </a:lnTo>
                  <a:lnTo>
                    <a:pt x="217" y="1739"/>
                  </a:lnTo>
                  <a:lnTo>
                    <a:pt x="257" y="1758"/>
                  </a:lnTo>
                  <a:lnTo>
                    <a:pt x="198" y="1758"/>
                  </a:lnTo>
                  <a:lnTo>
                    <a:pt x="138" y="1739"/>
                  </a:lnTo>
                  <a:lnTo>
                    <a:pt x="158" y="1758"/>
                  </a:lnTo>
                  <a:lnTo>
                    <a:pt x="20" y="1758"/>
                  </a:lnTo>
                  <a:lnTo>
                    <a:pt x="20" y="1778"/>
                  </a:lnTo>
                  <a:lnTo>
                    <a:pt x="99" y="1778"/>
                  </a:lnTo>
                  <a:lnTo>
                    <a:pt x="119" y="1798"/>
                  </a:lnTo>
                  <a:lnTo>
                    <a:pt x="99" y="1798"/>
                  </a:lnTo>
                  <a:lnTo>
                    <a:pt x="138" y="1818"/>
                  </a:lnTo>
                  <a:lnTo>
                    <a:pt x="40" y="1818"/>
                  </a:lnTo>
                  <a:lnTo>
                    <a:pt x="79" y="1837"/>
                  </a:lnTo>
                  <a:lnTo>
                    <a:pt x="99" y="1837"/>
                  </a:lnTo>
                  <a:lnTo>
                    <a:pt x="158" y="1857"/>
                  </a:lnTo>
                  <a:lnTo>
                    <a:pt x="198" y="1877"/>
                  </a:lnTo>
                  <a:lnTo>
                    <a:pt x="178" y="1877"/>
                  </a:lnTo>
                  <a:lnTo>
                    <a:pt x="178" y="1897"/>
                  </a:lnTo>
                  <a:lnTo>
                    <a:pt x="217" y="1897"/>
                  </a:lnTo>
                  <a:lnTo>
                    <a:pt x="257" y="1916"/>
                  </a:lnTo>
                  <a:lnTo>
                    <a:pt x="237" y="1936"/>
                  </a:lnTo>
                  <a:lnTo>
                    <a:pt x="158" y="1916"/>
                  </a:lnTo>
                  <a:lnTo>
                    <a:pt x="158" y="1916"/>
                  </a:lnTo>
                  <a:lnTo>
                    <a:pt x="217" y="1956"/>
                  </a:lnTo>
                  <a:lnTo>
                    <a:pt x="237" y="1976"/>
                  </a:lnTo>
                  <a:lnTo>
                    <a:pt x="277" y="1976"/>
                  </a:lnTo>
                  <a:lnTo>
                    <a:pt x="316" y="1995"/>
                  </a:lnTo>
                  <a:lnTo>
                    <a:pt x="237" y="1995"/>
                  </a:lnTo>
                  <a:lnTo>
                    <a:pt x="237" y="1976"/>
                  </a:lnTo>
                  <a:lnTo>
                    <a:pt x="138" y="1976"/>
                  </a:lnTo>
                  <a:lnTo>
                    <a:pt x="99" y="1956"/>
                  </a:lnTo>
                  <a:lnTo>
                    <a:pt x="99" y="1956"/>
                  </a:lnTo>
                  <a:lnTo>
                    <a:pt x="119" y="1976"/>
                  </a:lnTo>
                  <a:lnTo>
                    <a:pt x="79" y="1976"/>
                  </a:lnTo>
                  <a:lnTo>
                    <a:pt x="79" y="1995"/>
                  </a:lnTo>
                  <a:lnTo>
                    <a:pt x="138" y="1995"/>
                  </a:lnTo>
                  <a:lnTo>
                    <a:pt x="198" y="2015"/>
                  </a:lnTo>
                  <a:lnTo>
                    <a:pt x="99" y="2015"/>
                  </a:lnTo>
                  <a:lnTo>
                    <a:pt x="119" y="2035"/>
                  </a:lnTo>
                  <a:lnTo>
                    <a:pt x="138" y="2035"/>
                  </a:lnTo>
                  <a:lnTo>
                    <a:pt x="217" y="2074"/>
                  </a:lnTo>
                  <a:lnTo>
                    <a:pt x="316" y="2074"/>
                  </a:lnTo>
                  <a:lnTo>
                    <a:pt x="375" y="2094"/>
                  </a:lnTo>
                  <a:lnTo>
                    <a:pt x="395" y="2114"/>
                  </a:lnTo>
                  <a:lnTo>
                    <a:pt x="356" y="2114"/>
                  </a:lnTo>
                  <a:lnTo>
                    <a:pt x="336" y="2094"/>
                  </a:lnTo>
                  <a:lnTo>
                    <a:pt x="316" y="2074"/>
                  </a:lnTo>
                  <a:lnTo>
                    <a:pt x="316" y="2094"/>
                  </a:lnTo>
                  <a:lnTo>
                    <a:pt x="356" y="2114"/>
                  </a:lnTo>
                  <a:lnTo>
                    <a:pt x="296" y="2114"/>
                  </a:lnTo>
                  <a:lnTo>
                    <a:pt x="158" y="2074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20" y="2094"/>
                  </a:lnTo>
                  <a:lnTo>
                    <a:pt x="0" y="2094"/>
                  </a:lnTo>
                  <a:lnTo>
                    <a:pt x="79" y="2134"/>
                  </a:lnTo>
                  <a:lnTo>
                    <a:pt x="198" y="2153"/>
                  </a:lnTo>
                  <a:lnTo>
                    <a:pt x="198" y="2173"/>
                  </a:lnTo>
                  <a:lnTo>
                    <a:pt x="178" y="2173"/>
                  </a:lnTo>
                  <a:lnTo>
                    <a:pt x="138" y="2153"/>
                  </a:lnTo>
                  <a:lnTo>
                    <a:pt x="138" y="2153"/>
                  </a:lnTo>
                  <a:lnTo>
                    <a:pt x="198" y="2193"/>
                  </a:lnTo>
                  <a:lnTo>
                    <a:pt x="198" y="2213"/>
                  </a:lnTo>
                  <a:lnTo>
                    <a:pt x="198" y="2232"/>
                  </a:lnTo>
                  <a:lnTo>
                    <a:pt x="257" y="2252"/>
                  </a:lnTo>
                  <a:lnTo>
                    <a:pt x="356" y="2252"/>
                  </a:lnTo>
                  <a:lnTo>
                    <a:pt x="356" y="2272"/>
                  </a:lnTo>
                  <a:lnTo>
                    <a:pt x="375" y="2272"/>
                  </a:lnTo>
                  <a:lnTo>
                    <a:pt x="415" y="2292"/>
                  </a:lnTo>
                  <a:lnTo>
                    <a:pt x="415" y="2312"/>
                  </a:lnTo>
                  <a:lnTo>
                    <a:pt x="356" y="2292"/>
                  </a:lnTo>
                  <a:lnTo>
                    <a:pt x="336" y="2312"/>
                  </a:lnTo>
                  <a:lnTo>
                    <a:pt x="356" y="2331"/>
                  </a:lnTo>
                  <a:lnTo>
                    <a:pt x="356" y="2331"/>
                  </a:lnTo>
                  <a:lnTo>
                    <a:pt x="296" y="2312"/>
                  </a:lnTo>
                  <a:lnTo>
                    <a:pt x="277" y="2292"/>
                  </a:lnTo>
                  <a:lnTo>
                    <a:pt x="257" y="2292"/>
                  </a:lnTo>
                  <a:lnTo>
                    <a:pt x="138" y="2272"/>
                  </a:lnTo>
                  <a:lnTo>
                    <a:pt x="178" y="2292"/>
                  </a:lnTo>
                  <a:lnTo>
                    <a:pt x="237" y="2292"/>
                  </a:lnTo>
                  <a:lnTo>
                    <a:pt x="257" y="2312"/>
                  </a:lnTo>
                  <a:lnTo>
                    <a:pt x="198" y="2312"/>
                  </a:lnTo>
                  <a:lnTo>
                    <a:pt x="178" y="2331"/>
                  </a:lnTo>
                  <a:lnTo>
                    <a:pt x="158" y="2351"/>
                  </a:lnTo>
                  <a:lnTo>
                    <a:pt x="59" y="2331"/>
                  </a:lnTo>
                  <a:lnTo>
                    <a:pt x="138" y="2371"/>
                  </a:lnTo>
                  <a:lnTo>
                    <a:pt x="178" y="2391"/>
                  </a:lnTo>
                  <a:lnTo>
                    <a:pt x="178" y="2410"/>
                  </a:lnTo>
                  <a:lnTo>
                    <a:pt x="217" y="2430"/>
                  </a:lnTo>
                  <a:lnTo>
                    <a:pt x="277" y="2450"/>
                  </a:lnTo>
                  <a:lnTo>
                    <a:pt x="296" y="2450"/>
                  </a:lnTo>
                  <a:lnTo>
                    <a:pt x="277" y="2410"/>
                  </a:lnTo>
                  <a:lnTo>
                    <a:pt x="257" y="2410"/>
                  </a:lnTo>
                  <a:lnTo>
                    <a:pt x="296" y="2391"/>
                  </a:lnTo>
                  <a:lnTo>
                    <a:pt x="178" y="2371"/>
                  </a:lnTo>
                  <a:lnTo>
                    <a:pt x="178" y="2351"/>
                  </a:lnTo>
                  <a:lnTo>
                    <a:pt x="217" y="2351"/>
                  </a:lnTo>
                  <a:lnTo>
                    <a:pt x="316" y="2391"/>
                  </a:lnTo>
                  <a:lnTo>
                    <a:pt x="356" y="2391"/>
                  </a:lnTo>
                  <a:lnTo>
                    <a:pt x="375" y="2410"/>
                  </a:lnTo>
                  <a:lnTo>
                    <a:pt x="415" y="2410"/>
                  </a:lnTo>
                  <a:lnTo>
                    <a:pt x="435" y="2391"/>
                  </a:lnTo>
                  <a:lnTo>
                    <a:pt x="514" y="2410"/>
                  </a:lnTo>
                  <a:lnTo>
                    <a:pt x="652" y="2470"/>
                  </a:lnTo>
                  <a:lnTo>
                    <a:pt x="652" y="2470"/>
                  </a:lnTo>
                  <a:lnTo>
                    <a:pt x="593" y="2450"/>
                  </a:lnTo>
                  <a:lnTo>
                    <a:pt x="593" y="2450"/>
                  </a:lnTo>
                  <a:lnTo>
                    <a:pt x="672" y="2489"/>
                  </a:lnTo>
                  <a:lnTo>
                    <a:pt x="553" y="2470"/>
                  </a:lnTo>
                  <a:lnTo>
                    <a:pt x="553" y="2489"/>
                  </a:lnTo>
                  <a:lnTo>
                    <a:pt x="553" y="2509"/>
                  </a:lnTo>
                  <a:lnTo>
                    <a:pt x="612" y="2509"/>
                  </a:lnTo>
                  <a:lnTo>
                    <a:pt x="593" y="2489"/>
                  </a:lnTo>
                  <a:lnTo>
                    <a:pt x="652" y="2509"/>
                  </a:lnTo>
                  <a:lnTo>
                    <a:pt x="632" y="2509"/>
                  </a:lnTo>
                  <a:lnTo>
                    <a:pt x="632" y="2529"/>
                  </a:lnTo>
                  <a:lnTo>
                    <a:pt x="672" y="2529"/>
                  </a:lnTo>
                  <a:lnTo>
                    <a:pt x="751" y="2568"/>
                  </a:lnTo>
                  <a:lnTo>
                    <a:pt x="632" y="2568"/>
                  </a:lnTo>
                  <a:lnTo>
                    <a:pt x="494" y="2529"/>
                  </a:lnTo>
                  <a:lnTo>
                    <a:pt x="514" y="2549"/>
                  </a:lnTo>
                  <a:lnTo>
                    <a:pt x="316" y="2489"/>
                  </a:lnTo>
                  <a:lnTo>
                    <a:pt x="277" y="2509"/>
                  </a:lnTo>
                  <a:lnTo>
                    <a:pt x="277" y="2529"/>
                  </a:lnTo>
                  <a:lnTo>
                    <a:pt x="138" y="2509"/>
                  </a:lnTo>
                  <a:lnTo>
                    <a:pt x="158" y="2529"/>
                  </a:lnTo>
                  <a:lnTo>
                    <a:pt x="138" y="2529"/>
                  </a:lnTo>
                  <a:lnTo>
                    <a:pt x="79" y="2549"/>
                  </a:lnTo>
                  <a:lnTo>
                    <a:pt x="178" y="2549"/>
                  </a:lnTo>
                  <a:lnTo>
                    <a:pt x="217" y="2568"/>
                  </a:lnTo>
                  <a:lnTo>
                    <a:pt x="198" y="2568"/>
                  </a:lnTo>
                  <a:lnTo>
                    <a:pt x="217" y="2588"/>
                  </a:lnTo>
                  <a:lnTo>
                    <a:pt x="237" y="2568"/>
                  </a:lnTo>
                  <a:lnTo>
                    <a:pt x="277" y="2568"/>
                  </a:lnTo>
                  <a:lnTo>
                    <a:pt x="316" y="2588"/>
                  </a:lnTo>
                  <a:lnTo>
                    <a:pt x="435" y="2588"/>
                  </a:lnTo>
                  <a:lnTo>
                    <a:pt x="435" y="2608"/>
                  </a:lnTo>
                  <a:lnTo>
                    <a:pt x="435" y="2628"/>
                  </a:lnTo>
                  <a:lnTo>
                    <a:pt x="277" y="2588"/>
                  </a:lnTo>
                  <a:lnTo>
                    <a:pt x="296" y="2608"/>
                  </a:lnTo>
                  <a:lnTo>
                    <a:pt x="257" y="2628"/>
                  </a:lnTo>
                  <a:lnTo>
                    <a:pt x="217" y="2608"/>
                  </a:lnTo>
                  <a:lnTo>
                    <a:pt x="138" y="2608"/>
                  </a:lnTo>
                  <a:lnTo>
                    <a:pt x="138" y="2588"/>
                  </a:lnTo>
                  <a:lnTo>
                    <a:pt x="99" y="2628"/>
                  </a:lnTo>
                  <a:lnTo>
                    <a:pt x="79" y="2608"/>
                  </a:lnTo>
                  <a:lnTo>
                    <a:pt x="59" y="2608"/>
                  </a:lnTo>
                  <a:lnTo>
                    <a:pt x="59" y="2628"/>
                  </a:lnTo>
                  <a:lnTo>
                    <a:pt x="158" y="264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119" y="2667"/>
                  </a:lnTo>
                  <a:lnTo>
                    <a:pt x="119" y="2687"/>
                  </a:lnTo>
                  <a:lnTo>
                    <a:pt x="158" y="2707"/>
                  </a:lnTo>
                  <a:lnTo>
                    <a:pt x="217" y="2726"/>
                  </a:lnTo>
                  <a:lnTo>
                    <a:pt x="257" y="2726"/>
                  </a:lnTo>
                  <a:lnTo>
                    <a:pt x="292" y="2744"/>
                  </a:lnTo>
                  <a:lnTo>
                    <a:pt x="292" y="2744"/>
                  </a:lnTo>
                  <a:lnTo>
                    <a:pt x="137" y="2728"/>
                  </a:lnTo>
                  <a:lnTo>
                    <a:pt x="137" y="2728"/>
                  </a:lnTo>
                  <a:lnTo>
                    <a:pt x="119" y="2746"/>
                  </a:lnTo>
                  <a:lnTo>
                    <a:pt x="178" y="2746"/>
                  </a:lnTo>
                  <a:lnTo>
                    <a:pt x="237" y="2766"/>
                  </a:lnTo>
                  <a:lnTo>
                    <a:pt x="257" y="2786"/>
                  </a:lnTo>
                  <a:lnTo>
                    <a:pt x="237" y="2786"/>
                  </a:lnTo>
                  <a:lnTo>
                    <a:pt x="277" y="2805"/>
                  </a:lnTo>
                  <a:lnTo>
                    <a:pt x="316" y="2825"/>
                  </a:lnTo>
                  <a:lnTo>
                    <a:pt x="395" y="2825"/>
                  </a:lnTo>
                  <a:lnTo>
                    <a:pt x="336" y="2845"/>
                  </a:lnTo>
                  <a:lnTo>
                    <a:pt x="237" y="2825"/>
                  </a:lnTo>
                  <a:lnTo>
                    <a:pt x="237" y="2845"/>
                  </a:lnTo>
                  <a:lnTo>
                    <a:pt x="138" y="2845"/>
                  </a:lnTo>
                  <a:lnTo>
                    <a:pt x="119" y="2865"/>
                  </a:lnTo>
                  <a:lnTo>
                    <a:pt x="198" y="2865"/>
                  </a:lnTo>
                  <a:lnTo>
                    <a:pt x="257" y="2884"/>
                  </a:lnTo>
                  <a:lnTo>
                    <a:pt x="237" y="2865"/>
                  </a:lnTo>
                  <a:lnTo>
                    <a:pt x="237" y="2865"/>
                  </a:lnTo>
                  <a:lnTo>
                    <a:pt x="316" y="2884"/>
                  </a:lnTo>
                  <a:lnTo>
                    <a:pt x="395" y="2904"/>
                  </a:lnTo>
                  <a:lnTo>
                    <a:pt x="435" y="2924"/>
                  </a:lnTo>
                  <a:lnTo>
                    <a:pt x="474" y="2924"/>
                  </a:lnTo>
                  <a:lnTo>
                    <a:pt x="375" y="2884"/>
                  </a:lnTo>
                  <a:lnTo>
                    <a:pt x="336" y="2865"/>
                  </a:lnTo>
                  <a:lnTo>
                    <a:pt x="395" y="2884"/>
                  </a:lnTo>
                  <a:lnTo>
                    <a:pt x="415" y="2865"/>
                  </a:lnTo>
                  <a:lnTo>
                    <a:pt x="435" y="2865"/>
                  </a:lnTo>
                  <a:lnTo>
                    <a:pt x="494" y="2845"/>
                  </a:lnTo>
                  <a:lnTo>
                    <a:pt x="415" y="2825"/>
                  </a:lnTo>
                  <a:lnTo>
                    <a:pt x="336" y="2805"/>
                  </a:lnTo>
                  <a:lnTo>
                    <a:pt x="395" y="2786"/>
                  </a:lnTo>
                  <a:lnTo>
                    <a:pt x="435" y="2805"/>
                  </a:lnTo>
                  <a:lnTo>
                    <a:pt x="415" y="2825"/>
                  </a:lnTo>
                  <a:lnTo>
                    <a:pt x="514" y="2825"/>
                  </a:lnTo>
                  <a:lnTo>
                    <a:pt x="632" y="2865"/>
                  </a:lnTo>
                  <a:lnTo>
                    <a:pt x="691" y="2884"/>
                  </a:lnTo>
                  <a:lnTo>
                    <a:pt x="711" y="2904"/>
                  </a:lnTo>
                  <a:lnTo>
                    <a:pt x="770" y="2944"/>
                  </a:lnTo>
                  <a:lnTo>
                    <a:pt x="790" y="2944"/>
                  </a:lnTo>
                  <a:lnTo>
                    <a:pt x="790" y="2963"/>
                  </a:lnTo>
                  <a:lnTo>
                    <a:pt x="810" y="2963"/>
                  </a:lnTo>
                  <a:lnTo>
                    <a:pt x="849" y="2983"/>
                  </a:lnTo>
                  <a:lnTo>
                    <a:pt x="849" y="2983"/>
                  </a:lnTo>
                  <a:lnTo>
                    <a:pt x="652" y="2963"/>
                  </a:lnTo>
                  <a:lnTo>
                    <a:pt x="494" y="2944"/>
                  </a:lnTo>
                  <a:lnTo>
                    <a:pt x="494" y="2963"/>
                  </a:lnTo>
                  <a:lnTo>
                    <a:pt x="533" y="2983"/>
                  </a:lnTo>
                  <a:lnTo>
                    <a:pt x="435" y="2963"/>
                  </a:lnTo>
                  <a:lnTo>
                    <a:pt x="336" y="2944"/>
                  </a:lnTo>
                  <a:lnTo>
                    <a:pt x="375" y="2963"/>
                  </a:lnTo>
                  <a:lnTo>
                    <a:pt x="435" y="2983"/>
                  </a:lnTo>
                  <a:lnTo>
                    <a:pt x="395" y="2983"/>
                  </a:lnTo>
                  <a:lnTo>
                    <a:pt x="435" y="3003"/>
                  </a:lnTo>
                  <a:lnTo>
                    <a:pt x="514" y="3042"/>
                  </a:lnTo>
                  <a:lnTo>
                    <a:pt x="514" y="3023"/>
                  </a:lnTo>
                  <a:lnTo>
                    <a:pt x="533" y="3023"/>
                  </a:lnTo>
                  <a:lnTo>
                    <a:pt x="593" y="3042"/>
                  </a:lnTo>
                  <a:lnTo>
                    <a:pt x="632" y="3023"/>
                  </a:lnTo>
                  <a:lnTo>
                    <a:pt x="672" y="3023"/>
                  </a:lnTo>
                  <a:lnTo>
                    <a:pt x="691" y="3042"/>
                  </a:lnTo>
                  <a:lnTo>
                    <a:pt x="731" y="3042"/>
                  </a:lnTo>
                  <a:lnTo>
                    <a:pt x="711" y="3023"/>
                  </a:lnTo>
                  <a:lnTo>
                    <a:pt x="751" y="3023"/>
                  </a:lnTo>
                  <a:lnTo>
                    <a:pt x="751" y="3003"/>
                  </a:lnTo>
                  <a:lnTo>
                    <a:pt x="790" y="3023"/>
                  </a:lnTo>
                  <a:lnTo>
                    <a:pt x="770" y="3003"/>
                  </a:lnTo>
                  <a:lnTo>
                    <a:pt x="790" y="3003"/>
                  </a:lnTo>
                  <a:lnTo>
                    <a:pt x="909" y="3042"/>
                  </a:lnTo>
                  <a:lnTo>
                    <a:pt x="869" y="3042"/>
                  </a:lnTo>
                  <a:lnTo>
                    <a:pt x="790" y="3023"/>
                  </a:lnTo>
                  <a:lnTo>
                    <a:pt x="790" y="3042"/>
                  </a:lnTo>
                  <a:lnTo>
                    <a:pt x="830" y="3062"/>
                  </a:lnTo>
                  <a:lnTo>
                    <a:pt x="869" y="3062"/>
                  </a:lnTo>
                  <a:lnTo>
                    <a:pt x="929" y="3082"/>
                  </a:lnTo>
                  <a:lnTo>
                    <a:pt x="948" y="3082"/>
                  </a:lnTo>
                  <a:lnTo>
                    <a:pt x="1027" y="3102"/>
                  </a:lnTo>
                  <a:lnTo>
                    <a:pt x="1047" y="3082"/>
                  </a:lnTo>
                  <a:lnTo>
                    <a:pt x="1106" y="3102"/>
                  </a:lnTo>
                  <a:lnTo>
                    <a:pt x="1106" y="3102"/>
                  </a:lnTo>
                  <a:lnTo>
                    <a:pt x="1047" y="3062"/>
                  </a:lnTo>
                  <a:lnTo>
                    <a:pt x="1077" y="3062"/>
                  </a:lnTo>
                  <a:lnTo>
                    <a:pt x="1067" y="3042"/>
                  </a:lnTo>
                  <a:lnTo>
                    <a:pt x="1027" y="3042"/>
                  </a:lnTo>
                  <a:lnTo>
                    <a:pt x="1008" y="3023"/>
                  </a:lnTo>
                  <a:lnTo>
                    <a:pt x="988" y="3023"/>
                  </a:lnTo>
                  <a:lnTo>
                    <a:pt x="889" y="2983"/>
                  </a:lnTo>
                  <a:lnTo>
                    <a:pt x="968" y="3003"/>
                  </a:lnTo>
                  <a:lnTo>
                    <a:pt x="1027" y="3023"/>
                  </a:lnTo>
                  <a:lnTo>
                    <a:pt x="1008" y="3003"/>
                  </a:lnTo>
                  <a:lnTo>
                    <a:pt x="1047" y="3003"/>
                  </a:lnTo>
                  <a:lnTo>
                    <a:pt x="968" y="2983"/>
                  </a:lnTo>
                  <a:lnTo>
                    <a:pt x="1008" y="2983"/>
                  </a:lnTo>
                  <a:lnTo>
                    <a:pt x="909" y="2963"/>
                  </a:lnTo>
                  <a:lnTo>
                    <a:pt x="889" y="2944"/>
                  </a:lnTo>
                  <a:lnTo>
                    <a:pt x="869" y="2924"/>
                  </a:lnTo>
                  <a:lnTo>
                    <a:pt x="849" y="2944"/>
                  </a:lnTo>
                  <a:lnTo>
                    <a:pt x="869" y="2944"/>
                  </a:lnTo>
                  <a:lnTo>
                    <a:pt x="909" y="2963"/>
                  </a:lnTo>
                  <a:lnTo>
                    <a:pt x="909" y="2963"/>
                  </a:lnTo>
                  <a:lnTo>
                    <a:pt x="830" y="2944"/>
                  </a:lnTo>
                  <a:lnTo>
                    <a:pt x="770" y="2924"/>
                  </a:lnTo>
                  <a:lnTo>
                    <a:pt x="869" y="2924"/>
                  </a:lnTo>
                  <a:lnTo>
                    <a:pt x="849" y="2904"/>
                  </a:lnTo>
                  <a:lnTo>
                    <a:pt x="909" y="2924"/>
                  </a:lnTo>
                  <a:lnTo>
                    <a:pt x="929" y="2944"/>
                  </a:lnTo>
                  <a:lnTo>
                    <a:pt x="968" y="2944"/>
                  </a:lnTo>
                  <a:lnTo>
                    <a:pt x="929" y="2924"/>
                  </a:lnTo>
                  <a:lnTo>
                    <a:pt x="948" y="2924"/>
                  </a:lnTo>
                  <a:lnTo>
                    <a:pt x="869" y="2884"/>
                  </a:lnTo>
                  <a:lnTo>
                    <a:pt x="849" y="2865"/>
                  </a:lnTo>
                  <a:lnTo>
                    <a:pt x="830" y="2845"/>
                  </a:lnTo>
                  <a:lnTo>
                    <a:pt x="869" y="2825"/>
                  </a:lnTo>
                  <a:lnTo>
                    <a:pt x="790" y="2825"/>
                  </a:lnTo>
                  <a:lnTo>
                    <a:pt x="770" y="2805"/>
                  </a:lnTo>
                  <a:lnTo>
                    <a:pt x="770" y="2786"/>
                  </a:lnTo>
                  <a:lnTo>
                    <a:pt x="810" y="2786"/>
                  </a:lnTo>
                  <a:lnTo>
                    <a:pt x="731" y="2726"/>
                  </a:lnTo>
                  <a:lnTo>
                    <a:pt x="632" y="2746"/>
                  </a:lnTo>
                  <a:lnTo>
                    <a:pt x="593" y="2726"/>
                  </a:lnTo>
                  <a:lnTo>
                    <a:pt x="652" y="2726"/>
                  </a:lnTo>
                  <a:lnTo>
                    <a:pt x="668" y="2710"/>
                  </a:lnTo>
                  <a:lnTo>
                    <a:pt x="668" y="2710"/>
                  </a:lnTo>
                  <a:lnTo>
                    <a:pt x="810" y="2746"/>
                  </a:lnTo>
                  <a:lnTo>
                    <a:pt x="810" y="2746"/>
                  </a:lnTo>
                  <a:lnTo>
                    <a:pt x="751" y="2707"/>
                  </a:lnTo>
                  <a:lnTo>
                    <a:pt x="711" y="2687"/>
                  </a:lnTo>
                  <a:lnTo>
                    <a:pt x="830" y="2707"/>
                  </a:lnTo>
                  <a:lnTo>
                    <a:pt x="869" y="2746"/>
                  </a:lnTo>
                  <a:lnTo>
                    <a:pt x="849" y="2746"/>
                  </a:lnTo>
                  <a:lnTo>
                    <a:pt x="869" y="2766"/>
                  </a:lnTo>
                  <a:lnTo>
                    <a:pt x="869" y="2786"/>
                  </a:lnTo>
                  <a:lnTo>
                    <a:pt x="909" y="2786"/>
                  </a:lnTo>
                  <a:lnTo>
                    <a:pt x="929" y="2805"/>
                  </a:lnTo>
                  <a:lnTo>
                    <a:pt x="1027" y="2805"/>
                  </a:lnTo>
                  <a:lnTo>
                    <a:pt x="1008" y="2786"/>
                  </a:lnTo>
                  <a:lnTo>
                    <a:pt x="1087" y="2805"/>
                  </a:lnTo>
                  <a:lnTo>
                    <a:pt x="1136" y="2805"/>
                  </a:lnTo>
                  <a:lnTo>
                    <a:pt x="988" y="2746"/>
                  </a:lnTo>
                  <a:lnTo>
                    <a:pt x="948" y="2726"/>
                  </a:lnTo>
                  <a:lnTo>
                    <a:pt x="968" y="2707"/>
                  </a:lnTo>
                  <a:lnTo>
                    <a:pt x="1027" y="2746"/>
                  </a:lnTo>
                  <a:lnTo>
                    <a:pt x="1106" y="2766"/>
                  </a:lnTo>
                  <a:lnTo>
                    <a:pt x="1087" y="2746"/>
                  </a:lnTo>
                  <a:lnTo>
                    <a:pt x="1106" y="2746"/>
                  </a:lnTo>
                  <a:lnTo>
                    <a:pt x="1067" y="2726"/>
                  </a:lnTo>
                  <a:lnTo>
                    <a:pt x="1087" y="2707"/>
                  </a:lnTo>
                  <a:lnTo>
                    <a:pt x="1166" y="2707"/>
                  </a:lnTo>
                  <a:lnTo>
                    <a:pt x="1185" y="2726"/>
                  </a:lnTo>
                  <a:lnTo>
                    <a:pt x="1166" y="2726"/>
                  </a:lnTo>
                  <a:lnTo>
                    <a:pt x="1166" y="2746"/>
                  </a:lnTo>
                  <a:lnTo>
                    <a:pt x="1205" y="2746"/>
                  </a:lnTo>
                  <a:lnTo>
                    <a:pt x="1205" y="2766"/>
                  </a:lnTo>
                  <a:lnTo>
                    <a:pt x="1264" y="2766"/>
                  </a:lnTo>
                  <a:lnTo>
                    <a:pt x="1264" y="2746"/>
                  </a:lnTo>
                  <a:lnTo>
                    <a:pt x="1324" y="2746"/>
                  </a:lnTo>
                  <a:lnTo>
                    <a:pt x="1343" y="2726"/>
                  </a:lnTo>
                  <a:lnTo>
                    <a:pt x="1363" y="2726"/>
                  </a:lnTo>
                  <a:lnTo>
                    <a:pt x="1343" y="2707"/>
                  </a:lnTo>
                  <a:lnTo>
                    <a:pt x="1363" y="2707"/>
                  </a:lnTo>
                  <a:lnTo>
                    <a:pt x="1343" y="2687"/>
                  </a:lnTo>
                  <a:lnTo>
                    <a:pt x="1284" y="2667"/>
                  </a:lnTo>
                  <a:lnTo>
                    <a:pt x="1205" y="2628"/>
                  </a:lnTo>
                  <a:lnTo>
                    <a:pt x="1304" y="2667"/>
                  </a:lnTo>
                  <a:lnTo>
                    <a:pt x="1304" y="2647"/>
                  </a:lnTo>
                  <a:lnTo>
                    <a:pt x="1245" y="2628"/>
                  </a:lnTo>
                  <a:lnTo>
                    <a:pt x="1185" y="2608"/>
                  </a:lnTo>
                  <a:lnTo>
                    <a:pt x="1166" y="2588"/>
                  </a:lnTo>
                  <a:lnTo>
                    <a:pt x="1225" y="2588"/>
                  </a:lnTo>
                  <a:lnTo>
                    <a:pt x="1264" y="2608"/>
                  </a:lnTo>
                  <a:lnTo>
                    <a:pt x="1284" y="2628"/>
                  </a:lnTo>
                  <a:lnTo>
                    <a:pt x="1324" y="2628"/>
                  </a:lnTo>
                  <a:lnTo>
                    <a:pt x="1284" y="2608"/>
                  </a:lnTo>
                  <a:lnTo>
                    <a:pt x="1304" y="2608"/>
                  </a:lnTo>
                  <a:lnTo>
                    <a:pt x="1383" y="2588"/>
                  </a:lnTo>
                  <a:lnTo>
                    <a:pt x="1324" y="2568"/>
                  </a:lnTo>
                  <a:lnTo>
                    <a:pt x="1284" y="2549"/>
                  </a:lnTo>
                  <a:lnTo>
                    <a:pt x="1264" y="2568"/>
                  </a:lnTo>
                  <a:lnTo>
                    <a:pt x="1205" y="2529"/>
                  </a:lnTo>
                  <a:lnTo>
                    <a:pt x="1225" y="2529"/>
                  </a:lnTo>
                  <a:lnTo>
                    <a:pt x="1284" y="2509"/>
                  </a:lnTo>
                  <a:lnTo>
                    <a:pt x="1304" y="2529"/>
                  </a:lnTo>
                  <a:lnTo>
                    <a:pt x="1324" y="2549"/>
                  </a:lnTo>
                  <a:lnTo>
                    <a:pt x="1363" y="2568"/>
                  </a:lnTo>
                  <a:lnTo>
                    <a:pt x="1343" y="2549"/>
                  </a:lnTo>
                  <a:lnTo>
                    <a:pt x="1343" y="2529"/>
                  </a:lnTo>
                  <a:lnTo>
                    <a:pt x="1324" y="2529"/>
                  </a:lnTo>
                  <a:lnTo>
                    <a:pt x="1324" y="2509"/>
                  </a:lnTo>
                  <a:lnTo>
                    <a:pt x="1363" y="2509"/>
                  </a:lnTo>
                  <a:lnTo>
                    <a:pt x="1363" y="2489"/>
                  </a:lnTo>
                  <a:lnTo>
                    <a:pt x="1304" y="2470"/>
                  </a:lnTo>
                  <a:lnTo>
                    <a:pt x="1225" y="2450"/>
                  </a:lnTo>
                  <a:lnTo>
                    <a:pt x="1304" y="2450"/>
                  </a:lnTo>
                  <a:lnTo>
                    <a:pt x="1304" y="2470"/>
                  </a:lnTo>
                  <a:lnTo>
                    <a:pt x="1324" y="2450"/>
                  </a:lnTo>
                  <a:lnTo>
                    <a:pt x="1185" y="2410"/>
                  </a:lnTo>
                  <a:lnTo>
                    <a:pt x="1284" y="2410"/>
                  </a:lnTo>
                  <a:lnTo>
                    <a:pt x="1363" y="2430"/>
                  </a:lnTo>
                  <a:lnTo>
                    <a:pt x="1363" y="2430"/>
                  </a:lnTo>
                  <a:lnTo>
                    <a:pt x="1324" y="2410"/>
                  </a:lnTo>
                  <a:lnTo>
                    <a:pt x="1383" y="2410"/>
                  </a:lnTo>
                  <a:lnTo>
                    <a:pt x="1383" y="2391"/>
                  </a:lnTo>
                  <a:lnTo>
                    <a:pt x="1343" y="2371"/>
                  </a:lnTo>
                  <a:lnTo>
                    <a:pt x="1284" y="2331"/>
                  </a:lnTo>
                  <a:lnTo>
                    <a:pt x="1264" y="2312"/>
                  </a:lnTo>
                  <a:lnTo>
                    <a:pt x="1363" y="2331"/>
                  </a:lnTo>
                  <a:lnTo>
                    <a:pt x="1383" y="2351"/>
                  </a:lnTo>
                  <a:lnTo>
                    <a:pt x="1422" y="2351"/>
                  </a:lnTo>
                  <a:lnTo>
                    <a:pt x="1403" y="2331"/>
                  </a:lnTo>
                  <a:lnTo>
                    <a:pt x="1422" y="2331"/>
                  </a:lnTo>
                  <a:lnTo>
                    <a:pt x="1422" y="2312"/>
                  </a:lnTo>
                  <a:lnTo>
                    <a:pt x="1383" y="2312"/>
                  </a:lnTo>
                  <a:lnTo>
                    <a:pt x="1324" y="2292"/>
                  </a:lnTo>
                  <a:lnTo>
                    <a:pt x="1304" y="2272"/>
                  </a:lnTo>
                  <a:lnTo>
                    <a:pt x="1343" y="2272"/>
                  </a:lnTo>
                  <a:lnTo>
                    <a:pt x="1324" y="2252"/>
                  </a:lnTo>
                  <a:lnTo>
                    <a:pt x="1304" y="2232"/>
                  </a:lnTo>
                  <a:lnTo>
                    <a:pt x="1363" y="2252"/>
                  </a:lnTo>
                  <a:lnTo>
                    <a:pt x="1304" y="2213"/>
                  </a:lnTo>
                  <a:lnTo>
                    <a:pt x="1225" y="2193"/>
                  </a:lnTo>
                  <a:lnTo>
                    <a:pt x="1185" y="2193"/>
                  </a:lnTo>
                  <a:lnTo>
                    <a:pt x="1205" y="2213"/>
                  </a:lnTo>
                  <a:lnTo>
                    <a:pt x="1205" y="2232"/>
                  </a:lnTo>
                  <a:lnTo>
                    <a:pt x="1146" y="2232"/>
                  </a:lnTo>
                  <a:lnTo>
                    <a:pt x="1087" y="2213"/>
                  </a:lnTo>
                  <a:lnTo>
                    <a:pt x="1126" y="2213"/>
                  </a:lnTo>
                  <a:lnTo>
                    <a:pt x="1067" y="2193"/>
                  </a:lnTo>
                  <a:lnTo>
                    <a:pt x="1047" y="2193"/>
                  </a:lnTo>
                  <a:lnTo>
                    <a:pt x="948" y="2173"/>
                  </a:lnTo>
                  <a:lnTo>
                    <a:pt x="929" y="2134"/>
                  </a:lnTo>
                  <a:lnTo>
                    <a:pt x="1008" y="2153"/>
                  </a:lnTo>
                  <a:lnTo>
                    <a:pt x="1087" y="2193"/>
                  </a:lnTo>
                  <a:lnTo>
                    <a:pt x="1067" y="2173"/>
                  </a:lnTo>
                  <a:lnTo>
                    <a:pt x="1146" y="2193"/>
                  </a:lnTo>
                  <a:lnTo>
                    <a:pt x="1087" y="2153"/>
                  </a:lnTo>
                  <a:lnTo>
                    <a:pt x="988" y="2134"/>
                  </a:lnTo>
                  <a:lnTo>
                    <a:pt x="948" y="2134"/>
                  </a:lnTo>
                  <a:lnTo>
                    <a:pt x="948" y="2114"/>
                  </a:lnTo>
                  <a:lnTo>
                    <a:pt x="988" y="2114"/>
                  </a:lnTo>
                  <a:lnTo>
                    <a:pt x="1008" y="2134"/>
                  </a:lnTo>
                  <a:lnTo>
                    <a:pt x="1027" y="2114"/>
                  </a:lnTo>
                  <a:lnTo>
                    <a:pt x="1008" y="2114"/>
                  </a:lnTo>
                  <a:lnTo>
                    <a:pt x="988" y="2094"/>
                  </a:lnTo>
                  <a:lnTo>
                    <a:pt x="1027" y="2094"/>
                  </a:lnTo>
                  <a:lnTo>
                    <a:pt x="1067" y="2114"/>
                  </a:lnTo>
                  <a:lnTo>
                    <a:pt x="1106" y="2134"/>
                  </a:lnTo>
                  <a:lnTo>
                    <a:pt x="1106" y="2153"/>
                  </a:lnTo>
                  <a:lnTo>
                    <a:pt x="1166" y="2153"/>
                  </a:lnTo>
                  <a:lnTo>
                    <a:pt x="1225" y="2173"/>
                  </a:lnTo>
                  <a:lnTo>
                    <a:pt x="1343" y="2213"/>
                  </a:lnTo>
                  <a:lnTo>
                    <a:pt x="1343" y="2193"/>
                  </a:lnTo>
                  <a:lnTo>
                    <a:pt x="1383" y="2193"/>
                  </a:lnTo>
                  <a:lnTo>
                    <a:pt x="1343" y="2173"/>
                  </a:lnTo>
                  <a:lnTo>
                    <a:pt x="1363" y="2173"/>
                  </a:lnTo>
                  <a:lnTo>
                    <a:pt x="1363" y="2153"/>
                  </a:lnTo>
                  <a:lnTo>
                    <a:pt x="1304" y="2134"/>
                  </a:lnTo>
                  <a:lnTo>
                    <a:pt x="1363" y="2134"/>
                  </a:lnTo>
                  <a:lnTo>
                    <a:pt x="1363" y="2114"/>
                  </a:lnTo>
                  <a:lnTo>
                    <a:pt x="1324" y="2074"/>
                  </a:lnTo>
                  <a:lnTo>
                    <a:pt x="1363" y="2074"/>
                  </a:lnTo>
                  <a:lnTo>
                    <a:pt x="1403" y="2094"/>
                  </a:lnTo>
                  <a:lnTo>
                    <a:pt x="1422" y="2074"/>
                  </a:lnTo>
                  <a:lnTo>
                    <a:pt x="1403" y="2055"/>
                  </a:lnTo>
                  <a:lnTo>
                    <a:pt x="1363" y="2035"/>
                  </a:lnTo>
                  <a:lnTo>
                    <a:pt x="1324" y="1995"/>
                  </a:lnTo>
                  <a:lnTo>
                    <a:pt x="1324" y="1976"/>
                  </a:lnTo>
                  <a:lnTo>
                    <a:pt x="1324" y="1956"/>
                  </a:lnTo>
                  <a:lnTo>
                    <a:pt x="1383" y="1976"/>
                  </a:lnTo>
                  <a:lnTo>
                    <a:pt x="1343" y="1956"/>
                  </a:lnTo>
                  <a:lnTo>
                    <a:pt x="1403" y="1956"/>
                  </a:lnTo>
                  <a:lnTo>
                    <a:pt x="1383" y="1936"/>
                  </a:lnTo>
                  <a:lnTo>
                    <a:pt x="1363" y="1916"/>
                  </a:lnTo>
                  <a:lnTo>
                    <a:pt x="1422" y="1916"/>
                  </a:lnTo>
                  <a:lnTo>
                    <a:pt x="1422" y="1897"/>
                  </a:lnTo>
                  <a:lnTo>
                    <a:pt x="1383" y="1877"/>
                  </a:lnTo>
                  <a:lnTo>
                    <a:pt x="1324" y="1837"/>
                  </a:lnTo>
                  <a:lnTo>
                    <a:pt x="1422" y="1877"/>
                  </a:lnTo>
                  <a:lnTo>
                    <a:pt x="1383" y="1778"/>
                  </a:lnTo>
                  <a:lnTo>
                    <a:pt x="1383" y="1699"/>
                  </a:lnTo>
                  <a:lnTo>
                    <a:pt x="1403" y="1699"/>
                  </a:lnTo>
                  <a:lnTo>
                    <a:pt x="1403" y="1679"/>
                  </a:lnTo>
                  <a:lnTo>
                    <a:pt x="1363" y="1640"/>
                  </a:lnTo>
                  <a:lnTo>
                    <a:pt x="1343" y="1600"/>
                  </a:lnTo>
                  <a:lnTo>
                    <a:pt x="1343" y="1581"/>
                  </a:lnTo>
                  <a:lnTo>
                    <a:pt x="1363" y="1581"/>
                  </a:lnTo>
                  <a:lnTo>
                    <a:pt x="1324" y="1561"/>
                  </a:lnTo>
                  <a:lnTo>
                    <a:pt x="1264" y="1541"/>
                  </a:lnTo>
                  <a:lnTo>
                    <a:pt x="1126" y="1502"/>
                  </a:lnTo>
                  <a:lnTo>
                    <a:pt x="1126" y="1482"/>
                  </a:lnTo>
                  <a:lnTo>
                    <a:pt x="1166" y="1502"/>
                  </a:lnTo>
                  <a:lnTo>
                    <a:pt x="1225" y="1502"/>
                  </a:lnTo>
                  <a:lnTo>
                    <a:pt x="1304" y="1521"/>
                  </a:lnTo>
                  <a:lnTo>
                    <a:pt x="1383" y="1561"/>
                  </a:lnTo>
                  <a:lnTo>
                    <a:pt x="1324" y="1502"/>
                  </a:lnTo>
                  <a:lnTo>
                    <a:pt x="1343" y="1502"/>
                  </a:lnTo>
                  <a:lnTo>
                    <a:pt x="1343" y="148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403" y="1521"/>
                  </a:lnTo>
                  <a:lnTo>
                    <a:pt x="1442" y="1541"/>
                  </a:lnTo>
                  <a:lnTo>
                    <a:pt x="1422" y="1502"/>
                  </a:lnTo>
                  <a:lnTo>
                    <a:pt x="1422" y="1482"/>
                  </a:lnTo>
                  <a:lnTo>
                    <a:pt x="1442" y="1482"/>
                  </a:lnTo>
                  <a:lnTo>
                    <a:pt x="1383" y="1462"/>
                  </a:lnTo>
                  <a:lnTo>
                    <a:pt x="1363" y="1442"/>
                  </a:lnTo>
                  <a:lnTo>
                    <a:pt x="1304" y="1403"/>
                  </a:lnTo>
                  <a:lnTo>
                    <a:pt x="1304" y="1403"/>
                  </a:lnTo>
                  <a:lnTo>
                    <a:pt x="1403" y="1442"/>
                  </a:lnTo>
                  <a:lnTo>
                    <a:pt x="1343" y="1403"/>
                  </a:lnTo>
                  <a:lnTo>
                    <a:pt x="1343" y="1383"/>
                  </a:lnTo>
                  <a:lnTo>
                    <a:pt x="1422" y="1383"/>
                  </a:lnTo>
                  <a:lnTo>
                    <a:pt x="1403" y="1363"/>
                  </a:lnTo>
                  <a:lnTo>
                    <a:pt x="1383" y="1344"/>
                  </a:lnTo>
                  <a:lnTo>
                    <a:pt x="1422" y="1363"/>
                  </a:lnTo>
                  <a:lnTo>
                    <a:pt x="1442" y="1324"/>
                  </a:lnTo>
                  <a:lnTo>
                    <a:pt x="1462" y="1304"/>
                  </a:lnTo>
                  <a:lnTo>
                    <a:pt x="1501" y="1304"/>
                  </a:lnTo>
                  <a:lnTo>
                    <a:pt x="1462" y="1265"/>
                  </a:lnTo>
                  <a:lnTo>
                    <a:pt x="1403" y="1225"/>
                  </a:lnTo>
                  <a:lnTo>
                    <a:pt x="1383" y="1225"/>
                  </a:lnTo>
                  <a:lnTo>
                    <a:pt x="1343" y="1205"/>
                  </a:lnTo>
                  <a:lnTo>
                    <a:pt x="1304" y="1186"/>
                  </a:lnTo>
                  <a:lnTo>
                    <a:pt x="1304" y="1166"/>
                  </a:lnTo>
                  <a:lnTo>
                    <a:pt x="1343" y="1186"/>
                  </a:lnTo>
                  <a:lnTo>
                    <a:pt x="1383" y="1186"/>
                  </a:lnTo>
                  <a:lnTo>
                    <a:pt x="1422" y="1205"/>
                  </a:lnTo>
                  <a:lnTo>
                    <a:pt x="1422" y="1186"/>
                  </a:lnTo>
                  <a:lnTo>
                    <a:pt x="1482" y="1186"/>
                  </a:lnTo>
                  <a:lnTo>
                    <a:pt x="1462" y="1166"/>
                  </a:lnTo>
                  <a:lnTo>
                    <a:pt x="1422" y="1126"/>
                  </a:lnTo>
                  <a:lnTo>
                    <a:pt x="1422" y="1126"/>
                  </a:lnTo>
                  <a:lnTo>
                    <a:pt x="1462" y="1146"/>
                  </a:lnTo>
                  <a:lnTo>
                    <a:pt x="1501" y="1146"/>
                  </a:lnTo>
                  <a:lnTo>
                    <a:pt x="1462" y="1126"/>
                  </a:lnTo>
                  <a:lnTo>
                    <a:pt x="1383" y="1087"/>
                  </a:lnTo>
                  <a:lnTo>
                    <a:pt x="1403" y="1087"/>
                  </a:lnTo>
                  <a:lnTo>
                    <a:pt x="1383" y="1067"/>
                  </a:lnTo>
                  <a:lnTo>
                    <a:pt x="1383" y="1067"/>
                  </a:lnTo>
                  <a:lnTo>
                    <a:pt x="1462" y="1107"/>
                  </a:lnTo>
                  <a:lnTo>
                    <a:pt x="1422" y="1067"/>
                  </a:lnTo>
                  <a:lnTo>
                    <a:pt x="1363" y="1047"/>
                  </a:lnTo>
                  <a:lnTo>
                    <a:pt x="1403" y="1047"/>
                  </a:lnTo>
                  <a:lnTo>
                    <a:pt x="1343" y="1008"/>
                  </a:lnTo>
                  <a:lnTo>
                    <a:pt x="1284" y="968"/>
                  </a:lnTo>
                  <a:lnTo>
                    <a:pt x="1343" y="968"/>
                  </a:lnTo>
                  <a:lnTo>
                    <a:pt x="1442" y="988"/>
                  </a:lnTo>
                  <a:lnTo>
                    <a:pt x="1422" y="1008"/>
                  </a:lnTo>
                  <a:lnTo>
                    <a:pt x="1403" y="1008"/>
                  </a:lnTo>
                  <a:lnTo>
                    <a:pt x="1482" y="1028"/>
                  </a:lnTo>
                  <a:lnTo>
                    <a:pt x="1521" y="1008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501" y="929"/>
                  </a:lnTo>
                  <a:lnTo>
                    <a:pt x="1521" y="909"/>
                  </a:lnTo>
                  <a:lnTo>
                    <a:pt x="1501" y="889"/>
                  </a:lnTo>
                  <a:lnTo>
                    <a:pt x="1561" y="870"/>
                  </a:lnTo>
                  <a:lnTo>
                    <a:pt x="1561" y="830"/>
                  </a:lnTo>
                  <a:lnTo>
                    <a:pt x="1580" y="810"/>
                  </a:lnTo>
                  <a:lnTo>
                    <a:pt x="1561" y="791"/>
                  </a:lnTo>
                  <a:lnTo>
                    <a:pt x="1541" y="751"/>
                  </a:lnTo>
                  <a:lnTo>
                    <a:pt x="1541" y="751"/>
                  </a:lnTo>
                  <a:lnTo>
                    <a:pt x="1580" y="771"/>
                  </a:lnTo>
                  <a:lnTo>
                    <a:pt x="1580" y="771"/>
                  </a:lnTo>
                  <a:lnTo>
                    <a:pt x="1501" y="712"/>
                  </a:lnTo>
                  <a:lnTo>
                    <a:pt x="1482" y="672"/>
                  </a:lnTo>
                  <a:lnTo>
                    <a:pt x="1442" y="633"/>
                  </a:lnTo>
                  <a:lnTo>
                    <a:pt x="1343" y="573"/>
                  </a:lnTo>
                  <a:lnTo>
                    <a:pt x="1403" y="593"/>
                  </a:lnTo>
                  <a:lnTo>
                    <a:pt x="1462" y="613"/>
                  </a:lnTo>
                  <a:lnTo>
                    <a:pt x="1422" y="573"/>
                  </a:lnTo>
                  <a:lnTo>
                    <a:pt x="1442" y="573"/>
                  </a:lnTo>
                  <a:lnTo>
                    <a:pt x="1482" y="593"/>
                  </a:lnTo>
                  <a:lnTo>
                    <a:pt x="1501" y="593"/>
                  </a:lnTo>
                  <a:lnTo>
                    <a:pt x="1482" y="573"/>
                  </a:lnTo>
                  <a:lnTo>
                    <a:pt x="1501" y="573"/>
                  </a:lnTo>
                  <a:lnTo>
                    <a:pt x="1422" y="534"/>
                  </a:lnTo>
                  <a:lnTo>
                    <a:pt x="1383" y="494"/>
                  </a:lnTo>
                  <a:lnTo>
                    <a:pt x="1363" y="494"/>
                  </a:lnTo>
                  <a:lnTo>
                    <a:pt x="1324" y="475"/>
                  </a:lnTo>
                  <a:lnTo>
                    <a:pt x="1343" y="475"/>
                  </a:lnTo>
                  <a:lnTo>
                    <a:pt x="1304" y="415"/>
                  </a:lnTo>
                  <a:lnTo>
                    <a:pt x="1304" y="356"/>
                  </a:lnTo>
                  <a:lnTo>
                    <a:pt x="1324" y="297"/>
                  </a:lnTo>
                  <a:lnTo>
                    <a:pt x="1363" y="257"/>
                  </a:lnTo>
                  <a:lnTo>
                    <a:pt x="1403" y="277"/>
                  </a:lnTo>
                  <a:lnTo>
                    <a:pt x="1383" y="257"/>
                  </a:lnTo>
                  <a:lnTo>
                    <a:pt x="1403" y="257"/>
                  </a:lnTo>
                  <a:lnTo>
                    <a:pt x="1422" y="238"/>
                  </a:lnTo>
                  <a:lnTo>
                    <a:pt x="1422" y="218"/>
                  </a:lnTo>
                  <a:lnTo>
                    <a:pt x="1521" y="218"/>
                  </a:lnTo>
                  <a:lnTo>
                    <a:pt x="1541" y="198"/>
                  </a:lnTo>
                  <a:lnTo>
                    <a:pt x="1521" y="178"/>
                  </a:lnTo>
                  <a:lnTo>
                    <a:pt x="1521" y="178"/>
                  </a:lnTo>
                  <a:lnTo>
                    <a:pt x="1600" y="198"/>
                  </a:lnTo>
                  <a:lnTo>
                    <a:pt x="1659" y="218"/>
                  </a:lnTo>
                  <a:lnTo>
                    <a:pt x="1640" y="178"/>
                  </a:lnTo>
                  <a:lnTo>
                    <a:pt x="1600" y="159"/>
                  </a:lnTo>
                  <a:lnTo>
                    <a:pt x="1580" y="178"/>
                  </a:lnTo>
                  <a:lnTo>
                    <a:pt x="1541" y="139"/>
                  </a:lnTo>
                  <a:lnTo>
                    <a:pt x="1521" y="119"/>
                  </a:lnTo>
                  <a:lnTo>
                    <a:pt x="1383" y="80"/>
                  </a:lnTo>
                  <a:lnTo>
                    <a:pt x="1205" y="20"/>
                  </a:lnTo>
                  <a:lnTo>
                    <a:pt x="1205" y="40"/>
                  </a:lnTo>
                  <a:lnTo>
                    <a:pt x="1146" y="20"/>
                  </a:lnTo>
                  <a:lnTo>
                    <a:pt x="1106" y="1"/>
                  </a:lnTo>
                  <a:close/>
                  <a:moveTo>
                    <a:pt x="1027" y="3102"/>
                  </a:moveTo>
                  <a:lnTo>
                    <a:pt x="1106" y="3121"/>
                  </a:lnTo>
                  <a:lnTo>
                    <a:pt x="1067" y="31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-1617800" y="35178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0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-1614850" y="35568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-1530900" y="3470425"/>
              <a:ext cx="42000" cy="38550"/>
            </a:xfrm>
            <a:custGeom>
              <a:rect b="b" l="l" r="r" t="t"/>
              <a:pathLst>
                <a:path extrusionOk="0" h="1542" w="1680">
                  <a:moveTo>
                    <a:pt x="218" y="1245"/>
                  </a:moveTo>
                  <a:lnTo>
                    <a:pt x="218" y="1245"/>
                  </a:lnTo>
                  <a:lnTo>
                    <a:pt x="218" y="1245"/>
                  </a:lnTo>
                  <a:close/>
                  <a:moveTo>
                    <a:pt x="1344" y="1265"/>
                  </a:moveTo>
                  <a:lnTo>
                    <a:pt x="1344" y="1285"/>
                  </a:lnTo>
                  <a:lnTo>
                    <a:pt x="1354" y="1265"/>
                  </a:lnTo>
                  <a:close/>
                  <a:moveTo>
                    <a:pt x="310" y="1265"/>
                  </a:moveTo>
                  <a:lnTo>
                    <a:pt x="300" y="1296"/>
                  </a:lnTo>
                  <a:lnTo>
                    <a:pt x="310" y="1265"/>
                  </a:lnTo>
                  <a:close/>
                  <a:moveTo>
                    <a:pt x="1304" y="1314"/>
                  </a:moveTo>
                  <a:lnTo>
                    <a:pt x="1284" y="1344"/>
                  </a:lnTo>
                  <a:lnTo>
                    <a:pt x="1304" y="1324"/>
                  </a:lnTo>
                  <a:lnTo>
                    <a:pt x="1304" y="1314"/>
                  </a:lnTo>
                  <a:close/>
                  <a:moveTo>
                    <a:pt x="1284" y="1344"/>
                  </a:moveTo>
                  <a:lnTo>
                    <a:pt x="1284" y="1344"/>
                  </a:lnTo>
                  <a:lnTo>
                    <a:pt x="1284" y="1344"/>
                  </a:lnTo>
                  <a:close/>
                  <a:moveTo>
                    <a:pt x="1585" y="1348"/>
                  </a:moveTo>
                  <a:lnTo>
                    <a:pt x="1574" y="1364"/>
                  </a:lnTo>
                  <a:lnTo>
                    <a:pt x="1581" y="1364"/>
                  </a:lnTo>
                  <a:lnTo>
                    <a:pt x="1585" y="1348"/>
                  </a:lnTo>
                  <a:close/>
                  <a:moveTo>
                    <a:pt x="376" y="1265"/>
                  </a:moveTo>
                  <a:lnTo>
                    <a:pt x="336" y="1344"/>
                  </a:lnTo>
                  <a:lnTo>
                    <a:pt x="336" y="1364"/>
                  </a:lnTo>
                  <a:lnTo>
                    <a:pt x="336" y="1384"/>
                  </a:lnTo>
                  <a:lnTo>
                    <a:pt x="356" y="1324"/>
                  </a:lnTo>
                  <a:lnTo>
                    <a:pt x="376" y="1265"/>
                  </a:lnTo>
                  <a:close/>
                  <a:moveTo>
                    <a:pt x="1561" y="1344"/>
                  </a:moveTo>
                  <a:lnTo>
                    <a:pt x="1541" y="1364"/>
                  </a:lnTo>
                  <a:lnTo>
                    <a:pt x="1561" y="1384"/>
                  </a:lnTo>
                  <a:lnTo>
                    <a:pt x="1574" y="1364"/>
                  </a:lnTo>
                  <a:lnTo>
                    <a:pt x="1561" y="1364"/>
                  </a:lnTo>
                  <a:lnTo>
                    <a:pt x="1561" y="1344"/>
                  </a:lnTo>
                  <a:close/>
                  <a:moveTo>
                    <a:pt x="1092" y="1377"/>
                  </a:moveTo>
                  <a:lnTo>
                    <a:pt x="1087" y="1384"/>
                  </a:lnTo>
                  <a:lnTo>
                    <a:pt x="1084" y="1398"/>
                  </a:lnTo>
                  <a:lnTo>
                    <a:pt x="1092" y="1377"/>
                  </a:lnTo>
                  <a:close/>
                  <a:moveTo>
                    <a:pt x="1660" y="1384"/>
                  </a:moveTo>
                  <a:lnTo>
                    <a:pt x="1660" y="1423"/>
                  </a:lnTo>
                  <a:lnTo>
                    <a:pt x="1660" y="1443"/>
                  </a:lnTo>
                  <a:lnTo>
                    <a:pt x="1679" y="1423"/>
                  </a:lnTo>
                  <a:lnTo>
                    <a:pt x="1679" y="1403"/>
                  </a:lnTo>
                  <a:lnTo>
                    <a:pt x="1660" y="1384"/>
                  </a:lnTo>
                  <a:close/>
                  <a:moveTo>
                    <a:pt x="1304" y="1344"/>
                  </a:moveTo>
                  <a:lnTo>
                    <a:pt x="1304" y="1364"/>
                  </a:lnTo>
                  <a:lnTo>
                    <a:pt x="1284" y="1364"/>
                  </a:lnTo>
                  <a:lnTo>
                    <a:pt x="1284" y="1344"/>
                  </a:lnTo>
                  <a:lnTo>
                    <a:pt x="1265" y="1384"/>
                  </a:lnTo>
                  <a:lnTo>
                    <a:pt x="1265" y="1463"/>
                  </a:lnTo>
                  <a:lnTo>
                    <a:pt x="1284" y="1463"/>
                  </a:lnTo>
                  <a:lnTo>
                    <a:pt x="1284" y="1443"/>
                  </a:lnTo>
                  <a:lnTo>
                    <a:pt x="1304" y="1423"/>
                  </a:lnTo>
                  <a:lnTo>
                    <a:pt x="1304" y="1443"/>
                  </a:lnTo>
                  <a:lnTo>
                    <a:pt x="1324" y="1344"/>
                  </a:lnTo>
                  <a:close/>
                  <a:moveTo>
                    <a:pt x="1084" y="1398"/>
                  </a:moveTo>
                  <a:lnTo>
                    <a:pt x="1067" y="1443"/>
                  </a:lnTo>
                  <a:lnTo>
                    <a:pt x="1067" y="1463"/>
                  </a:lnTo>
                  <a:lnTo>
                    <a:pt x="1067" y="1482"/>
                  </a:lnTo>
                  <a:lnTo>
                    <a:pt x="1084" y="1398"/>
                  </a:lnTo>
                  <a:close/>
                  <a:moveTo>
                    <a:pt x="119" y="1"/>
                  </a:moveTo>
                  <a:lnTo>
                    <a:pt x="99" y="40"/>
                  </a:lnTo>
                  <a:lnTo>
                    <a:pt x="99" y="80"/>
                  </a:lnTo>
                  <a:lnTo>
                    <a:pt x="80" y="119"/>
                  </a:lnTo>
                  <a:lnTo>
                    <a:pt x="60" y="139"/>
                  </a:lnTo>
                  <a:lnTo>
                    <a:pt x="40" y="297"/>
                  </a:lnTo>
                  <a:lnTo>
                    <a:pt x="20" y="475"/>
                  </a:lnTo>
                  <a:lnTo>
                    <a:pt x="20" y="534"/>
                  </a:lnTo>
                  <a:lnTo>
                    <a:pt x="1" y="594"/>
                  </a:lnTo>
                  <a:lnTo>
                    <a:pt x="20" y="613"/>
                  </a:lnTo>
                  <a:lnTo>
                    <a:pt x="20" y="574"/>
                  </a:lnTo>
                  <a:lnTo>
                    <a:pt x="40" y="594"/>
                  </a:lnTo>
                  <a:lnTo>
                    <a:pt x="40" y="633"/>
                  </a:lnTo>
                  <a:lnTo>
                    <a:pt x="60" y="594"/>
                  </a:lnTo>
                  <a:lnTo>
                    <a:pt x="40" y="653"/>
                  </a:lnTo>
                  <a:lnTo>
                    <a:pt x="20" y="732"/>
                  </a:lnTo>
                  <a:lnTo>
                    <a:pt x="40" y="752"/>
                  </a:lnTo>
                  <a:lnTo>
                    <a:pt x="40" y="732"/>
                  </a:lnTo>
                  <a:lnTo>
                    <a:pt x="60" y="712"/>
                  </a:lnTo>
                  <a:lnTo>
                    <a:pt x="60" y="752"/>
                  </a:lnTo>
                  <a:lnTo>
                    <a:pt x="60" y="791"/>
                  </a:lnTo>
                  <a:lnTo>
                    <a:pt x="60" y="811"/>
                  </a:lnTo>
                  <a:lnTo>
                    <a:pt x="60" y="850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99" y="712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80" y="831"/>
                  </a:lnTo>
                  <a:lnTo>
                    <a:pt x="80" y="870"/>
                  </a:lnTo>
                  <a:lnTo>
                    <a:pt x="99" y="870"/>
                  </a:lnTo>
                  <a:lnTo>
                    <a:pt x="99" y="890"/>
                  </a:lnTo>
                  <a:lnTo>
                    <a:pt x="80" y="910"/>
                  </a:lnTo>
                  <a:lnTo>
                    <a:pt x="80" y="989"/>
                  </a:lnTo>
                  <a:lnTo>
                    <a:pt x="99" y="969"/>
                  </a:lnTo>
                  <a:lnTo>
                    <a:pt x="119" y="929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9" y="949"/>
                  </a:lnTo>
                  <a:lnTo>
                    <a:pt x="139" y="969"/>
                  </a:lnTo>
                  <a:lnTo>
                    <a:pt x="139" y="1028"/>
                  </a:lnTo>
                  <a:lnTo>
                    <a:pt x="139" y="1048"/>
                  </a:lnTo>
                  <a:lnTo>
                    <a:pt x="159" y="1048"/>
                  </a:lnTo>
                  <a:lnTo>
                    <a:pt x="178" y="1008"/>
                  </a:lnTo>
                  <a:lnTo>
                    <a:pt x="178" y="1068"/>
                  </a:lnTo>
                  <a:lnTo>
                    <a:pt x="198" y="949"/>
                  </a:lnTo>
                  <a:lnTo>
                    <a:pt x="218" y="910"/>
                  </a:lnTo>
                  <a:lnTo>
                    <a:pt x="238" y="870"/>
                  </a:lnTo>
                  <a:lnTo>
                    <a:pt x="238" y="929"/>
                  </a:lnTo>
                  <a:lnTo>
                    <a:pt x="218" y="989"/>
                  </a:lnTo>
                  <a:lnTo>
                    <a:pt x="198" y="1107"/>
                  </a:lnTo>
                  <a:lnTo>
                    <a:pt x="218" y="1107"/>
                  </a:lnTo>
                  <a:lnTo>
                    <a:pt x="218" y="1147"/>
                  </a:lnTo>
                  <a:lnTo>
                    <a:pt x="198" y="1186"/>
                  </a:lnTo>
                  <a:lnTo>
                    <a:pt x="218" y="1226"/>
                  </a:lnTo>
                  <a:lnTo>
                    <a:pt x="218" y="1245"/>
                  </a:lnTo>
                  <a:lnTo>
                    <a:pt x="238" y="1186"/>
                  </a:lnTo>
                  <a:lnTo>
                    <a:pt x="238" y="1206"/>
                  </a:lnTo>
                  <a:lnTo>
                    <a:pt x="238" y="1265"/>
                  </a:lnTo>
                  <a:lnTo>
                    <a:pt x="257" y="1245"/>
                  </a:lnTo>
                  <a:lnTo>
                    <a:pt x="257" y="1265"/>
                  </a:lnTo>
                  <a:lnTo>
                    <a:pt x="277" y="1245"/>
                  </a:lnTo>
                  <a:lnTo>
                    <a:pt x="297" y="1206"/>
                  </a:lnTo>
                  <a:lnTo>
                    <a:pt x="317" y="1245"/>
                  </a:lnTo>
                  <a:lnTo>
                    <a:pt x="310" y="1265"/>
                  </a:lnTo>
                  <a:lnTo>
                    <a:pt x="356" y="1127"/>
                  </a:lnTo>
                  <a:lnTo>
                    <a:pt x="356" y="1186"/>
                  </a:lnTo>
                  <a:lnTo>
                    <a:pt x="336" y="1285"/>
                  </a:lnTo>
                  <a:lnTo>
                    <a:pt x="336" y="1265"/>
                  </a:lnTo>
                  <a:lnTo>
                    <a:pt x="317" y="1305"/>
                  </a:lnTo>
                  <a:lnTo>
                    <a:pt x="317" y="1324"/>
                  </a:lnTo>
                  <a:lnTo>
                    <a:pt x="336" y="1305"/>
                  </a:lnTo>
                  <a:lnTo>
                    <a:pt x="356" y="1265"/>
                  </a:lnTo>
                  <a:lnTo>
                    <a:pt x="376" y="1226"/>
                  </a:lnTo>
                  <a:lnTo>
                    <a:pt x="396" y="1186"/>
                  </a:lnTo>
                  <a:lnTo>
                    <a:pt x="435" y="1087"/>
                  </a:lnTo>
                  <a:lnTo>
                    <a:pt x="435" y="1147"/>
                  </a:lnTo>
                  <a:lnTo>
                    <a:pt x="415" y="1265"/>
                  </a:lnTo>
                  <a:lnTo>
                    <a:pt x="415" y="1344"/>
                  </a:lnTo>
                  <a:lnTo>
                    <a:pt x="435" y="1285"/>
                  </a:lnTo>
                  <a:lnTo>
                    <a:pt x="455" y="1226"/>
                  </a:lnTo>
                  <a:lnTo>
                    <a:pt x="455" y="1305"/>
                  </a:lnTo>
                  <a:lnTo>
                    <a:pt x="475" y="1324"/>
                  </a:lnTo>
                  <a:lnTo>
                    <a:pt x="475" y="1364"/>
                  </a:lnTo>
                  <a:lnTo>
                    <a:pt x="494" y="1384"/>
                  </a:lnTo>
                  <a:lnTo>
                    <a:pt x="514" y="1384"/>
                  </a:lnTo>
                  <a:lnTo>
                    <a:pt x="514" y="1285"/>
                  </a:lnTo>
                  <a:lnTo>
                    <a:pt x="494" y="1364"/>
                  </a:lnTo>
                  <a:lnTo>
                    <a:pt x="514" y="1245"/>
                  </a:lnTo>
                  <a:lnTo>
                    <a:pt x="554" y="1147"/>
                  </a:lnTo>
                  <a:lnTo>
                    <a:pt x="554" y="1166"/>
                  </a:lnTo>
                  <a:lnTo>
                    <a:pt x="554" y="1206"/>
                  </a:lnTo>
                  <a:lnTo>
                    <a:pt x="573" y="1166"/>
                  </a:lnTo>
                  <a:lnTo>
                    <a:pt x="573" y="1127"/>
                  </a:lnTo>
                  <a:lnTo>
                    <a:pt x="593" y="1107"/>
                  </a:lnTo>
                  <a:lnTo>
                    <a:pt x="593" y="1147"/>
                  </a:lnTo>
                  <a:lnTo>
                    <a:pt x="573" y="1206"/>
                  </a:lnTo>
                  <a:lnTo>
                    <a:pt x="593" y="1186"/>
                  </a:lnTo>
                  <a:lnTo>
                    <a:pt x="573" y="1265"/>
                  </a:lnTo>
                  <a:lnTo>
                    <a:pt x="573" y="1305"/>
                  </a:lnTo>
                  <a:lnTo>
                    <a:pt x="554" y="1364"/>
                  </a:lnTo>
                  <a:lnTo>
                    <a:pt x="573" y="1344"/>
                  </a:lnTo>
                  <a:lnTo>
                    <a:pt x="573" y="1344"/>
                  </a:lnTo>
                  <a:lnTo>
                    <a:pt x="554" y="1423"/>
                  </a:lnTo>
                  <a:lnTo>
                    <a:pt x="554" y="1443"/>
                  </a:lnTo>
                  <a:lnTo>
                    <a:pt x="573" y="1423"/>
                  </a:lnTo>
                  <a:lnTo>
                    <a:pt x="573" y="1443"/>
                  </a:lnTo>
                  <a:lnTo>
                    <a:pt x="593" y="1384"/>
                  </a:lnTo>
                  <a:lnTo>
                    <a:pt x="613" y="1443"/>
                  </a:lnTo>
                  <a:lnTo>
                    <a:pt x="633" y="1463"/>
                  </a:lnTo>
                  <a:lnTo>
                    <a:pt x="633" y="1403"/>
                  </a:lnTo>
                  <a:lnTo>
                    <a:pt x="652" y="1384"/>
                  </a:lnTo>
                  <a:lnTo>
                    <a:pt x="652" y="1403"/>
                  </a:lnTo>
                  <a:lnTo>
                    <a:pt x="652" y="1443"/>
                  </a:lnTo>
                  <a:lnTo>
                    <a:pt x="652" y="1463"/>
                  </a:lnTo>
                  <a:lnTo>
                    <a:pt x="692" y="1423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712" y="1384"/>
                  </a:lnTo>
                  <a:lnTo>
                    <a:pt x="751" y="1305"/>
                  </a:lnTo>
                  <a:lnTo>
                    <a:pt x="731" y="1364"/>
                  </a:lnTo>
                  <a:lnTo>
                    <a:pt x="731" y="1403"/>
                  </a:lnTo>
                  <a:lnTo>
                    <a:pt x="751" y="1403"/>
                  </a:lnTo>
                  <a:lnTo>
                    <a:pt x="751" y="1423"/>
                  </a:lnTo>
                  <a:lnTo>
                    <a:pt x="830" y="1226"/>
                  </a:lnTo>
                  <a:lnTo>
                    <a:pt x="870" y="1127"/>
                  </a:lnTo>
                  <a:lnTo>
                    <a:pt x="889" y="1008"/>
                  </a:lnTo>
                  <a:lnTo>
                    <a:pt x="889" y="1068"/>
                  </a:lnTo>
                  <a:lnTo>
                    <a:pt x="909" y="1107"/>
                  </a:lnTo>
                  <a:lnTo>
                    <a:pt x="889" y="1186"/>
                  </a:lnTo>
                  <a:lnTo>
                    <a:pt x="889" y="1206"/>
                  </a:lnTo>
                  <a:lnTo>
                    <a:pt x="870" y="1245"/>
                  </a:lnTo>
                  <a:lnTo>
                    <a:pt x="870" y="1324"/>
                  </a:lnTo>
                  <a:lnTo>
                    <a:pt x="850" y="1384"/>
                  </a:lnTo>
                  <a:lnTo>
                    <a:pt x="850" y="1324"/>
                  </a:lnTo>
                  <a:lnTo>
                    <a:pt x="830" y="1364"/>
                  </a:lnTo>
                  <a:lnTo>
                    <a:pt x="830" y="1403"/>
                  </a:lnTo>
                  <a:lnTo>
                    <a:pt x="810" y="1502"/>
                  </a:lnTo>
                  <a:lnTo>
                    <a:pt x="830" y="1482"/>
                  </a:lnTo>
                  <a:lnTo>
                    <a:pt x="830" y="1463"/>
                  </a:lnTo>
                  <a:lnTo>
                    <a:pt x="850" y="1502"/>
                  </a:lnTo>
                  <a:lnTo>
                    <a:pt x="850" y="1482"/>
                  </a:lnTo>
                  <a:lnTo>
                    <a:pt x="870" y="1463"/>
                  </a:lnTo>
                  <a:lnTo>
                    <a:pt x="870" y="1482"/>
                  </a:lnTo>
                  <a:lnTo>
                    <a:pt x="889" y="1403"/>
                  </a:lnTo>
                  <a:lnTo>
                    <a:pt x="909" y="1403"/>
                  </a:lnTo>
                  <a:lnTo>
                    <a:pt x="909" y="1423"/>
                  </a:lnTo>
                  <a:lnTo>
                    <a:pt x="889" y="1482"/>
                  </a:lnTo>
                  <a:lnTo>
                    <a:pt x="909" y="1443"/>
                  </a:lnTo>
                  <a:lnTo>
                    <a:pt x="929" y="1443"/>
                  </a:lnTo>
                  <a:lnTo>
                    <a:pt x="949" y="1364"/>
                  </a:lnTo>
                  <a:lnTo>
                    <a:pt x="968" y="1265"/>
                  </a:lnTo>
                  <a:lnTo>
                    <a:pt x="988" y="1245"/>
                  </a:lnTo>
                  <a:lnTo>
                    <a:pt x="1008" y="1245"/>
                  </a:lnTo>
                  <a:lnTo>
                    <a:pt x="988" y="1285"/>
                  </a:lnTo>
                  <a:lnTo>
                    <a:pt x="968" y="1305"/>
                  </a:lnTo>
                  <a:lnTo>
                    <a:pt x="1008" y="1285"/>
                  </a:lnTo>
                  <a:lnTo>
                    <a:pt x="1008" y="1324"/>
                  </a:lnTo>
                  <a:lnTo>
                    <a:pt x="988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1028" y="1285"/>
                  </a:lnTo>
                  <a:lnTo>
                    <a:pt x="1047" y="1305"/>
                  </a:lnTo>
                  <a:lnTo>
                    <a:pt x="1047" y="1324"/>
                  </a:lnTo>
                  <a:lnTo>
                    <a:pt x="1047" y="1403"/>
                  </a:lnTo>
                  <a:lnTo>
                    <a:pt x="1047" y="1463"/>
                  </a:lnTo>
                  <a:lnTo>
                    <a:pt x="1067" y="1384"/>
                  </a:lnTo>
                  <a:lnTo>
                    <a:pt x="1107" y="1305"/>
                  </a:lnTo>
                  <a:lnTo>
                    <a:pt x="1087" y="1324"/>
                  </a:lnTo>
                  <a:lnTo>
                    <a:pt x="1087" y="1305"/>
                  </a:lnTo>
                  <a:lnTo>
                    <a:pt x="1087" y="1265"/>
                  </a:lnTo>
                  <a:lnTo>
                    <a:pt x="1107" y="1226"/>
                  </a:lnTo>
                  <a:lnTo>
                    <a:pt x="1126" y="1186"/>
                  </a:lnTo>
                  <a:lnTo>
                    <a:pt x="1126" y="1206"/>
                  </a:lnTo>
                  <a:lnTo>
                    <a:pt x="1126" y="1226"/>
                  </a:lnTo>
                  <a:lnTo>
                    <a:pt x="1126" y="1285"/>
                  </a:lnTo>
                  <a:lnTo>
                    <a:pt x="1092" y="1377"/>
                  </a:lnTo>
                  <a:lnTo>
                    <a:pt x="1146" y="1305"/>
                  </a:lnTo>
                  <a:lnTo>
                    <a:pt x="1186" y="1245"/>
                  </a:lnTo>
                  <a:lnTo>
                    <a:pt x="1166" y="1305"/>
                  </a:lnTo>
                  <a:lnTo>
                    <a:pt x="1146" y="1364"/>
                  </a:lnTo>
                  <a:lnTo>
                    <a:pt x="1126" y="1403"/>
                  </a:lnTo>
                  <a:lnTo>
                    <a:pt x="1107" y="1482"/>
                  </a:lnTo>
                  <a:lnTo>
                    <a:pt x="1126" y="1443"/>
                  </a:lnTo>
                  <a:lnTo>
                    <a:pt x="1146" y="1423"/>
                  </a:lnTo>
                  <a:lnTo>
                    <a:pt x="1146" y="1463"/>
                  </a:lnTo>
                  <a:lnTo>
                    <a:pt x="1186" y="1443"/>
                  </a:lnTo>
                  <a:lnTo>
                    <a:pt x="1186" y="1403"/>
                  </a:lnTo>
                  <a:lnTo>
                    <a:pt x="1186" y="1384"/>
                  </a:lnTo>
                  <a:lnTo>
                    <a:pt x="1205" y="1403"/>
                  </a:lnTo>
                  <a:lnTo>
                    <a:pt x="1225" y="1384"/>
                  </a:lnTo>
                  <a:lnTo>
                    <a:pt x="1245" y="1403"/>
                  </a:lnTo>
                  <a:lnTo>
                    <a:pt x="1245" y="1384"/>
                  </a:lnTo>
                  <a:lnTo>
                    <a:pt x="1265" y="1364"/>
                  </a:lnTo>
                  <a:lnTo>
                    <a:pt x="1245" y="1364"/>
                  </a:lnTo>
                  <a:lnTo>
                    <a:pt x="1245" y="1344"/>
                  </a:lnTo>
                  <a:lnTo>
                    <a:pt x="1245" y="1285"/>
                  </a:lnTo>
                  <a:lnTo>
                    <a:pt x="1284" y="1245"/>
                  </a:lnTo>
                  <a:lnTo>
                    <a:pt x="1304" y="1226"/>
                  </a:lnTo>
                  <a:lnTo>
                    <a:pt x="1304" y="1206"/>
                  </a:lnTo>
                  <a:lnTo>
                    <a:pt x="1324" y="1186"/>
                  </a:lnTo>
                  <a:lnTo>
                    <a:pt x="1344" y="1186"/>
                  </a:lnTo>
                  <a:lnTo>
                    <a:pt x="1344" y="1226"/>
                  </a:lnTo>
                  <a:lnTo>
                    <a:pt x="1324" y="1245"/>
                  </a:lnTo>
                  <a:lnTo>
                    <a:pt x="1304" y="1305"/>
                  </a:lnTo>
                  <a:lnTo>
                    <a:pt x="1304" y="1314"/>
                  </a:lnTo>
                  <a:lnTo>
                    <a:pt x="1324" y="1285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54" y="1265"/>
                  </a:lnTo>
                  <a:lnTo>
                    <a:pt x="1363" y="1265"/>
                  </a:lnTo>
                  <a:lnTo>
                    <a:pt x="1344" y="1305"/>
                  </a:lnTo>
                  <a:lnTo>
                    <a:pt x="1324" y="1384"/>
                  </a:lnTo>
                  <a:lnTo>
                    <a:pt x="1363" y="1305"/>
                  </a:lnTo>
                  <a:lnTo>
                    <a:pt x="1344" y="1364"/>
                  </a:lnTo>
                  <a:lnTo>
                    <a:pt x="1363" y="1324"/>
                  </a:lnTo>
                  <a:lnTo>
                    <a:pt x="1383" y="1305"/>
                  </a:lnTo>
                  <a:lnTo>
                    <a:pt x="1383" y="1305"/>
                  </a:lnTo>
                  <a:lnTo>
                    <a:pt x="1363" y="1344"/>
                  </a:lnTo>
                  <a:lnTo>
                    <a:pt x="1383" y="1344"/>
                  </a:lnTo>
                  <a:lnTo>
                    <a:pt x="1403" y="1285"/>
                  </a:lnTo>
                  <a:lnTo>
                    <a:pt x="1403" y="1226"/>
                  </a:lnTo>
                  <a:lnTo>
                    <a:pt x="1423" y="1166"/>
                  </a:lnTo>
                  <a:lnTo>
                    <a:pt x="1462" y="1166"/>
                  </a:lnTo>
                  <a:lnTo>
                    <a:pt x="1462" y="1226"/>
                  </a:lnTo>
                  <a:lnTo>
                    <a:pt x="1482" y="1166"/>
                  </a:lnTo>
                  <a:lnTo>
                    <a:pt x="1482" y="1206"/>
                  </a:lnTo>
                  <a:lnTo>
                    <a:pt x="1482" y="1245"/>
                  </a:lnTo>
                  <a:lnTo>
                    <a:pt x="1462" y="1245"/>
                  </a:lnTo>
                  <a:lnTo>
                    <a:pt x="1462" y="1265"/>
                  </a:lnTo>
                  <a:lnTo>
                    <a:pt x="1442" y="1324"/>
                  </a:lnTo>
                  <a:lnTo>
                    <a:pt x="1442" y="1364"/>
                  </a:lnTo>
                  <a:lnTo>
                    <a:pt x="1462" y="1285"/>
                  </a:lnTo>
                  <a:lnTo>
                    <a:pt x="1462" y="1305"/>
                  </a:lnTo>
                  <a:lnTo>
                    <a:pt x="1462" y="1364"/>
                  </a:lnTo>
                  <a:lnTo>
                    <a:pt x="1475" y="1338"/>
                  </a:lnTo>
                  <a:lnTo>
                    <a:pt x="1475" y="1338"/>
                  </a:lnTo>
                  <a:lnTo>
                    <a:pt x="1462" y="1403"/>
                  </a:lnTo>
                  <a:lnTo>
                    <a:pt x="1482" y="1423"/>
                  </a:lnTo>
                  <a:lnTo>
                    <a:pt x="1482" y="1384"/>
                  </a:lnTo>
                  <a:lnTo>
                    <a:pt x="1482" y="1344"/>
                  </a:lnTo>
                  <a:lnTo>
                    <a:pt x="1502" y="1344"/>
                  </a:lnTo>
                  <a:lnTo>
                    <a:pt x="1502" y="1364"/>
                  </a:lnTo>
                  <a:lnTo>
                    <a:pt x="1521" y="1364"/>
                  </a:lnTo>
                  <a:lnTo>
                    <a:pt x="1521" y="1384"/>
                  </a:lnTo>
                  <a:lnTo>
                    <a:pt x="1541" y="1324"/>
                  </a:lnTo>
                  <a:lnTo>
                    <a:pt x="1521" y="1324"/>
                  </a:lnTo>
                  <a:lnTo>
                    <a:pt x="1521" y="1305"/>
                  </a:lnTo>
                  <a:lnTo>
                    <a:pt x="1541" y="1285"/>
                  </a:lnTo>
                  <a:lnTo>
                    <a:pt x="1561" y="1265"/>
                  </a:lnTo>
                  <a:lnTo>
                    <a:pt x="1581" y="1265"/>
                  </a:lnTo>
                  <a:lnTo>
                    <a:pt x="1600" y="1226"/>
                  </a:lnTo>
                  <a:lnTo>
                    <a:pt x="1600" y="1285"/>
                  </a:lnTo>
                  <a:lnTo>
                    <a:pt x="1585" y="1348"/>
                  </a:lnTo>
                  <a:lnTo>
                    <a:pt x="1600" y="1324"/>
                  </a:lnTo>
                  <a:lnTo>
                    <a:pt x="1620" y="1364"/>
                  </a:lnTo>
                  <a:lnTo>
                    <a:pt x="1600" y="1423"/>
                  </a:lnTo>
                  <a:lnTo>
                    <a:pt x="1600" y="1463"/>
                  </a:lnTo>
                  <a:lnTo>
                    <a:pt x="1600" y="1482"/>
                  </a:lnTo>
                  <a:lnTo>
                    <a:pt x="1620" y="1463"/>
                  </a:lnTo>
                  <a:lnTo>
                    <a:pt x="1620" y="1384"/>
                  </a:lnTo>
                  <a:lnTo>
                    <a:pt x="1640" y="1384"/>
                  </a:lnTo>
                  <a:lnTo>
                    <a:pt x="1660" y="1344"/>
                  </a:lnTo>
                  <a:lnTo>
                    <a:pt x="1423" y="732"/>
                  </a:lnTo>
                  <a:lnTo>
                    <a:pt x="1126" y="60"/>
                  </a:lnTo>
                  <a:lnTo>
                    <a:pt x="1087" y="119"/>
                  </a:lnTo>
                  <a:lnTo>
                    <a:pt x="1087" y="139"/>
                  </a:lnTo>
                  <a:lnTo>
                    <a:pt x="1087" y="198"/>
                  </a:lnTo>
                  <a:lnTo>
                    <a:pt x="1067" y="218"/>
                  </a:lnTo>
                  <a:lnTo>
                    <a:pt x="1047" y="238"/>
                  </a:lnTo>
                  <a:lnTo>
                    <a:pt x="1047" y="198"/>
                  </a:lnTo>
                  <a:lnTo>
                    <a:pt x="1067" y="159"/>
                  </a:lnTo>
                  <a:lnTo>
                    <a:pt x="1067" y="100"/>
                  </a:lnTo>
                  <a:lnTo>
                    <a:pt x="1047" y="100"/>
                  </a:lnTo>
                  <a:lnTo>
                    <a:pt x="1047" y="60"/>
                  </a:lnTo>
                  <a:lnTo>
                    <a:pt x="1028" y="80"/>
                  </a:lnTo>
                  <a:lnTo>
                    <a:pt x="1008" y="119"/>
                  </a:lnTo>
                  <a:lnTo>
                    <a:pt x="1008" y="80"/>
                  </a:lnTo>
                  <a:lnTo>
                    <a:pt x="1028" y="40"/>
                  </a:lnTo>
                  <a:lnTo>
                    <a:pt x="1008" y="40"/>
                  </a:lnTo>
                  <a:lnTo>
                    <a:pt x="988" y="80"/>
                  </a:lnTo>
                  <a:lnTo>
                    <a:pt x="988" y="80"/>
                  </a:lnTo>
                  <a:lnTo>
                    <a:pt x="968" y="159"/>
                  </a:lnTo>
                  <a:lnTo>
                    <a:pt x="968" y="139"/>
                  </a:lnTo>
                  <a:lnTo>
                    <a:pt x="949" y="159"/>
                  </a:lnTo>
                  <a:lnTo>
                    <a:pt x="988" y="80"/>
                  </a:lnTo>
                  <a:lnTo>
                    <a:pt x="929" y="179"/>
                  </a:lnTo>
                  <a:lnTo>
                    <a:pt x="929" y="159"/>
                  </a:lnTo>
                  <a:lnTo>
                    <a:pt x="889" y="218"/>
                  </a:lnTo>
                  <a:lnTo>
                    <a:pt x="870" y="258"/>
                  </a:lnTo>
                  <a:lnTo>
                    <a:pt x="870" y="218"/>
                  </a:lnTo>
                  <a:lnTo>
                    <a:pt x="870" y="198"/>
                  </a:lnTo>
                  <a:lnTo>
                    <a:pt x="850" y="218"/>
                  </a:lnTo>
                  <a:lnTo>
                    <a:pt x="870" y="119"/>
                  </a:lnTo>
                  <a:lnTo>
                    <a:pt x="889" y="119"/>
                  </a:lnTo>
                  <a:lnTo>
                    <a:pt x="889" y="80"/>
                  </a:lnTo>
                  <a:lnTo>
                    <a:pt x="889" y="40"/>
                  </a:lnTo>
                  <a:lnTo>
                    <a:pt x="850" y="40"/>
                  </a:lnTo>
                  <a:lnTo>
                    <a:pt x="810" y="60"/>
                  </a:lnTo>
                  <a:lnTo>
                    <a:pt x="791" y="40"/>
                  </a:lnTo>
                  <a:lnTo>
                    <a:pt x="771" y="60"/>
                  </a:lnTo>
                  <a:lnTo>
                    <a:pt x="751" y="1"/>
                  </a:lnTo>
                  <a:lnTo>
                    <a:pt x="692" y="1"/>
                  </a:lnTo>
                  <a:lnTo>
                    <a:pt x="672" y="21"/>
                  </a:lnTo>
                  <a:lnTo>
                    <a:pt x="652" y="40"/>
                  </a:lnTo>
                  <a:lnTo>
                    <a:pt x="652" y="1"/>
                  </a:lnTo>
                  <a:lnTo>
                    <a:pt x="613" y="80"/>
                  </a:lnTo>
                  <a:lnTo>
                    <a:pt x="573" y="119"/>
                  </a:lnTo>
                  <a:lnTo>
                    <a:pt x="534" y="159"/>
                  </a:lnTo>
                  <a:lnTo>
                    <a:pt x="494" y="258"/>
                  </a:lnTo>
                  <a:lnTo>
                    <a:pt x="494" y="198"/>
                  </a:lnTo>
                  <a:lnTo>
                    <a:pt x="514" y="139"/>
                  </a:lnTo>
                  <a:lnTo>
                    <a:pt x="494" y="179"/>
                  </a:lnTo>
                  <a:lnTo>
                    <a:pt x="475" y="198"/>
                  </a:lnTo>
                  <a:lnTo>
                    <a:pt x="475" y="159"/>
                  </a:lnTo>
                  <a:lnTo>
                    <a:pt x="494" y="119"/>
                  </a:lnTo>
                  <a:lnTo>
                    <a:pt x="494" y="100"/>
                  </a:lnTo>
                  <a:lnTo>
                    <a:pt x="475" y="119"/>
                  </a:lnTo>
                  <a:lnTo>
                    <a:pt x="475" y="100"/>
                  </a:lnTo>
                  <a:lnTo>
                    <a:pt x="455" y="179"/>
                  </a:lnTo>
                  <a:lnTo>
                    <a:pt x="415" y="238"/>
                  </a:lnTo>
                  <a:lnTo>
                    <a:pt x="415" y="277"/>
                  </a:lnTo>
                  <a:lnTo>
                    <a:pt x="356" y="317"/>
                  </a:lnTo>
                  <a:lnTo>
                    <a:pt x="297" y="337"/>
                  </a:lnTo>
                  <a:lnTo>
                    <a:pt x="238" y="317"/>
                  </a:lnTo>
                  <a:lnTo>
                    <a:pt x="198" y="277"/>
                  </a:lnTo>
                  <a:lnTo>
                    <a:pt x="218" y="238"/>
                  </a:lnTo>
                  <a:lnTo>
                    <a:pt x="198" y="258"/>
                  </a:lnTo>
                  <a:lnTo>
                    <a:pt x="178" y="238"/>
                  </a:lnTo>
                  <a:lnTo>
                    <a:pt x="198" y="238"/>
                  </a:lnTo>
                  <a:lnTo>
                    <a:pt x="178" y="19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59" y="198"/>
                  </a:lnTo>
                  <a:lnTo>
                    <a:pt x="159" y="179"/>
                  </a:lnTo>
                  <a:lnTo>
                    <a:pt x="139" y="139"/>
                  </a:lnTo>
                  <a:lnTo>
                    <a:pt x="139" y="119"/>
                  </a:lnTo>
                  <a:lnTo>
                    <a:pt x="119" y="139"/>
                  </a:lnTo>
                  <a:lnTo>
                    <a:pt x="119" y="80"/>
                  </a:lnTo>
                  <a:lnTo>
                    <a:pt x="119" y="1"/>
                  </a:lnTo>
                  <a:close/>
                  <a:moveTo>
                    <a:pt x="1047" y="1324"/>
                  </a:moveTo>
                  <a:lnTo>
                    <a:pt x="1008" y="1403"/>
                  </a:lnTo>
                  <a:lnTo>
                    <a:pt x="988" y="1482"/>
                  </a:lnTo>
                  <a:lnTo>
                    <a:pt x="988" y="1463"/>
                  </a:lnTo>
                  <a:lnTo>
                    <a:pt x="988" y="1443"/>
                  </a:lnTo>
                  <a:lnTo>
                    <a:pt x="968" y="1443"/>
                  </a:lnTo>
                  <a:lnTo>
                    <a:pt x="968" y="1423"/>
                  </a:lnTo>
                  <a:lnTo>
                    <a:pt x="949" y="1423"/>
                  </a:lnTo>
                  <a:lnTo>
                    <a:pt x="929" y="1463"/>
                  </a:lnTo>
                  <a:lnTo>
                    <a:pt x="929" y="1502"/>
                  </a:lnTo>
                  <a:lnTo>
                    <a:pt x="968" y="1502"/>
                  </a:lnTo>
                  <a:lnTo>
                    <a:pt x="968" y="1542"/>
                  </a:lnTo>
                  <a:lnTo>
                    <a:pt x="1028" y="1443"/>
                  </a:lnTo>
                  <a:lnTo>
                    <a:pt x="1028" y="1384"/>
                  </a:lnTo>
                  <a:lnTo>
                    <a:pt x="1047" y="1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-1500775" y="3505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-1570900" y="3408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-1572875" y="3408225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-1629175" y="3384025"/>
              <a:ext cx="61750" cy="41500"/>
            </a:xfrm>
            <a:custGeom>
              <a:rect b="b" l="l" r="r" t="t"/>
              <a:pathLst>
                <a:path extrusionOk="0" h="1660" w="2470">
                  <a:moveTo>
                    <a:pt x="850" y="237"/>
                  </a:moveTo>
                  <a:lnTo>
                    <a:pt x="850" y="237"/>
                  </a:lnTo>
                  <a:lnTo>
                    <a:pt x="850" y="237"/>
                  </a:lnTo>
                  <a:close/>
                  <a:moveTo>
                    <a:pt x="1186" y="257"/>
                  </a:moveTo>
                  <a:lnTo>
                    <a:pt x="1186" y="257"/>
                  </a:lnTo>
                  <a:lnTo>
                    <a:pt x="1186" y="257"/>
                  </a:lnTo>
                  <a:close/>
                  <a:moveTo>
                    <a:pt x="1285" y="198"/>
                  </a:moveTo>
                  <a:lnTo>
                    <a:pt x="1245" y="237"/>
                  </a:lnTo>
                  <a:lnTo>
                    <a:pt x="1245" y="257"/>
                  </a:lnTo>
                  <a:lnTo>
                    <a:pt x="1225" y="277"/>
                  </a:lnTo>
                  <a:lnTo>
                    <a:pt x="1245" y="277"/>
                  </a:lnTo>
                  <a:lnTo>
                    <a:pt x="1265" y="257"/>
                  </a:lnTo>
                  <a:lnTo>
                    <a:pt x="1285" y="198"/>
                  </a:lnTo>
                  <a:close/>
                  <a:moveTo>
                    <a:pt x="2055" y="435"/>
                  </a:moveTo>
                  <a:lnTo>
                    <a:pt x="2055" y="435"/>
                  </a:lnTo>
                  <a:lnTo>
                    <a:pt x="2055" y="435"/>
                  </a:lnTo>
                  <a:close/>
                  <a:moveTo>
                    <a:pt x="1660" y="652"/>
                  </a:moveTo>
                  <a:lnTo>
                    <a:pt x="1660" y="672"/>
                  </a:lnTo>
                  <a:lnTo>
                    <a:pt x="1680" y="672"/>
                  </a:lnTo>
                  <a:lnTo>
                    <a:pt x="1660" y="652"/>
                  </a:lnTo>
                  <a:close/>
                  <a:moveTo>
                    <a:pt x="2253" y="692"/>
                  </a:moveTo>
                  <a:lnTo>
                    <a:pt x="2253" y="692"/>
                  </a:lnTo>
                  <a:lnTo>
                    <a:pt x="2253" y="692"/>
                  </a:lnTo>
                  <a:close/>
                  <a:moveTo>
                    <a:pt x="2470" y="692"/>
                  </a:moveTo>
                  <a:lnTo>
                    <a:pt x="2470" y="692"/>
                  </a:lnTo>
                  <a:lnTo>
                    <a:pt x="2470" y="692"/>
                  </a:lnTo>
                  <a:close/>
                  <a:moveTo>
                    <a:pt x="2253" y="692"/>
                  </a:moveTo>
                  <a:lnTo>
                    <a:pt x="2243" y="711"/>
                  </a:lnTo>
                  <a:lnTo>
                    <a:pt x="2253" y="692"/>
                  </a:lnTo>
                  <a:close/>
                  <a:moveTo>
                    <a:pt x="2243" y="711"/>
                  </a:moveTo>
                  <a:lnTo>
                    <a:pt x="2230" y="737"/>
                  </a:lnTo>
                  <a:lnTo>
                    <a:pt x="2233" y="731"/>
                  </a:lnTo>
                  <a:lnTo>
                    <a:pt x="2243" y="711"/>
                  </a:lnTo>
                  <a:close/>
                  <a:moveTo>
                    <a:pt x="2230" y="737"/>
                  </a:moveTo>
                  <a:lnTo>
                    <a:pt x="2218" y="761"/>
                  </a:lnTo>
                  <a:lnTo>
                    <a:pt x="2230" y="737"/>
                  </a:lnTo>
                  <a:close/>
                  <a:moveTo>
                    <a:pt x="2218" y="761"/>
                  </a:moveTo>
                  <a:lnTo>
                    <a:pt x="2213" y="771"/>
                  </a:lnTo>
                  <a:lnTo>
                    <a:pt x="2218" y="761"/>
                  </a:lnTo>
                  <a:close/>
                  <a:moveTo>
                    <a:pt x="2213" y="771"/>
                  </a:moveTo>
                  <a:lnTo>
                    <a:pt x="2204" y="789"/>
                  </a:lnTo>
                  <a:lnTo>
                    <a:pt x="2213" y="771"/>
                  </a:lnTo>
                  <a:close/>
                  <a:moveTo>
                    <a:pt x="2371" y="731"/>
                  </a:moveTo>
                  <a:lnTo>
                    <a:pt x="2332" y="790"/>
                  </a:lnTo>
                  <a:lnTo>
                    <a:pt x="2371" y="751"/>
                  </a:lnTo>
                  <a:lnTo>
                    <a:pt x="2391" y="731"/>
                  </a:lnTo>
                  <a:close/>
                  <a:moveTo>
                    <a:pt x="2401" y="850"/>
                  </a:moveTo>
                  <a:lnTo>
                    <a:pt x="2391" y="869"/>
                  </a:lnTo>
                  <a:lnTo>
                    <a:pt x="2391" y="869"/>
                  </a:lnTo>
                  <a:lnTo>
                    <a:pt x="2411" y="850"/>
                  </a:lnTo>
                  <a:close/>
                  <a:moveTo>
                    <a:pt x="2272" y="929"/>
                  </a:moveTo>
                  <a:lnTo>
                    <a:pt x="2246" y="968"/>
                  </a:lnTo>
                  <a:lnTo>
                    <a:pt x="2253" y="968"/>
                  </a:lnTo>
                  <a:lnTo>
                    <a:pt x="2272" y="929"/>
                  </a:lnTo>
                  <a:close/>
                  <a:moveTo>
                    <a:pt x="2238" y="968"/>
                  </a:moveTo>
                  <a:lnTo>
                    <a:pt x="2233" y="988"/>
                  </a:lnTo>
                  <a:lnTo>
                    <a:pt x="2246" y="968"/>
                  </a:lnTo>
                  <a:close/>
                  <a:moveTo>
                    <a:pt x="80" y="988"/>
                  </a:moveTo>
                  <a:lnTo>
                    <a:pt x="80" y="988"/>
                  </a:lnTo>
                  <a:lnTo>
                    <a:pt x="80" y="988"/>
                  </a:lnTo>
                  <a:lnTo>
                    <a:pt x="67" y="1027"/>
                  </a:lnTo>
                  <a:lnTo>
                    <a:pt x="80" y="988"/>
                  </a:lnTo>
                  <a:close/>
                  <a:moveTo>
                    <a:pt x="67" y="1027"/>
                  </a:moveTo>
                  <a:lnTo>
                    <a:pt x="62" y="1043"/>
                  </a:lnTo>
                  <a:lnTo>
                    <a:pt x="67" y="1027"/>
                  </a:lnTo>
                  <a:close/>
                  <a:moveTo>
                    <a:pt x="2312" y="1027"/>
                  </a:moveTo>
                  <a:lnTo>
                    <a:pt x="2292" y="1067"/>
                  </a:lnTo>
                  <a:lnTo>
                    <a:pt x="2312" y="1047"/>
                  </a:lnTo>
                  <a:lnTo>
                    <a:pt x="2312" y="1027"/>
                  </a:lnTo>
                  <a:close/>
                  <a:moveTo>
                    <a:pt x="1858" y="1087"/>
                  </a:moveTo>
                  <a:lnTo>
                    <a:pt x="1838" y="1146"/>
                  </a:lnTo>
                  <a:lnTo>
                    <a:pt x="1858" y="1126"/>
                  </a:lnTo>
                  <a:lnTo>
                    <a:pt x="1858" y="1146"/>
                  </a:lnTo>
                  <a:lnTo>
                    <a:pt x="1877" y="1106"/>
                  </a:lnTo>
                  <a:lnTo>
                    <a:pt x="1877" y="1087"/>
                  </a:lnTo>
                  <a:close/>
                  <a:moveTo>
                    <a:pt x="179" y="1264"/>
                  </a:moveTo>
                  <a:lnTo>
                    <a:pt x="179" y="1264"/>
                  </a:lnTo>
                  <a:lnTo>
                    <a:pt x="179" y="1264"/>
                  </a:lnTo>
                  <a:close/>
                  <a:moveTo>
                    <a:pt x="100" y="1284"/>
                  </a:moveTo>
                  <a:lnTo>
                    <a:pt x="100" y="1284"/>
                  </a:lnTo>
                  <a:lnTo>
                    <a:pt x="100" y="1284"/>
                  </a:lnTo>
                  <a:close/>
                  <a:moveTo>
                    <a:pt x="2154" y="1245"/>
                  </a:moveTo>
                  <a:lnTo>
                    <a:pt x="2154" y="1264"/>
                  </a:lnTo>
                  <a:lnTo>
                    <a:pt x="2138" y="1304"/>
                  </a:lnTo>
                  <a:lnTo>
                    <a:pt x="2174" y="1245"/>
                  </a:lnTo>
                  <a:close/>
                  <a:moveTo>
                    <a:pt x="2138" y="1304"/>
                  </a:moveTo>
                  <a:lnTo>
                    <a:pt x="2138" y="1304"/>
                  </a:lnTo>
                  <a:lnTo>
                    <a:pt x="2138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68" y="1327"/>
                  </a:lnTo>
                  <a:lnTo>
                    <a:pt x="2174" y="1314"/>
                  </a:lnTo>
                  <a:lnTo>
                    <a:pt x="2174" y="1304"/>
                  </a:lnTo>
                  <a:close/>
                  <a:moveTo>
                    <a:pt x="2450" y="672"/>
                  </a:moveTo>
                  <a:lnTo>
                    <a:pt x="2411" y="731"/>
                  </a:lnTo>
                  <a:lnTo>
                    <a:pt x="2411" y="711"/>
                  </a:lnTo>
                  <a:lnTo>
                    <a:pt x="2430" y="692"/>
                  </a:lnTo>
                  <a:lnTo>
                    <a:pt x="2430" y="692"/>
                  </a:lnTo>
                  <a:lnTo>
                    <a:pt x="2391" y="711"/>
                  </a:lnTo>
                  <a:lnTo>
                    <a:pt x="2391" y="751"/>
                  </a:lnTo>
                  <a:lnTo>
                    <a:pt x="2371" y="771"/>
                  </a:lnTo>
                  <a:lnTo>
                    <a:pt x="2351" y="790"/>
                  </a:lnTo>
                  <a:lnTo>
                    <a:pt x="2312" y="869"/>
                  </a:lnTo>
                  <a:lnTo>
                    <a:pt x="2312" y="869"/>
                  </a:lnTo>
                  <a:lnTo>
                    <a:pt x="2332" y="790"/>
                  </a:lnTo>
                  <a:lnTo>
                    <a:pt x="2332" y="771"/>
                  </a:lnTo>
                  <a:lnTo>
                    <a:pt x="2292" y="850"/>
                  </a:lnTo>
                  <a:lnTo>
                    <a:pt x="2253" y="889"/>
                  </a:lnTo>
                  <a:lnTo>
                    <a:pt x="2272" y="909"/>
                  </a:lnTo>
                  <a:lnTo>
                    <a:pt x="2272" y="889"/>
                  </a:lnTo>
                  <a:lnTo>
                    <a:pt x="2292" y="869"/>
                  </a:lnTo>
                  <a:lnTo>
                    <a:pt x="2272" y="929"/>
                  </a:lnTo>
                  <a:lnTo>
                    <a:pt x="2292" y="889"/>
                  </a:lnTo>
                  <a:lnTo>
                    <a:pt x="2292" y="909"/>
                  </a:lnTo>
                  <a:lnTo>
                    <a:pt x="2272" y="948"/>
                  </a:lnTo>
                  <a:lnTo>
                    <a:pt x="2272" y="948"/>
                  </a:lnTo>
                  <a:lnTo>
                    <a:pt x="2292" y="929"/>
                  </a:lnTo>
                  <a:lnTo>
                    <a:pt x="2292" y="929"/>
                  </a:lnTo>
                  <a:lnTo>
                    <a:pt x="2233" y="1087"/>
                  </a:lnTo>
                  <a:lnTo>
                    <a:pt x="2174" y="1245"/>
                  </a:lnTo>
                  <a:lnTo>
                    <a:pt x="2193" y="1245"/>
                  </a:lnTo>
                  <a:lnTo>
                    <a:pt x="2213" y="1225"/>
                  </a:lnTo>
                  <a:lnTo>
                    <a:pt x="2174" y="1314"/>
                  </a:lnTo>
                  <a:lnTo>
                    <a:pt x="2174" y="1343"/>
                  </a:lnTo>
                  <a:lnTo>
                    <a:pt x="2174" y="1363"/>
                  </a:lnTo>
                  <a:lnTo>
                    <a:pt x="2213" y="1324"/>
                  </a:lnTo>
                  <a:lnTo>
                    <a:pt x="2193" y="1324"/>
                  </a:lnTo>
                  <a:lnTo>
                    <a:pt x="2253" y="1245"/>
                  </a:lnTo>
                  <a:lnTo>
                    <a:pt x="2253" y="1225"/>
                  </a:lnTo>
                  <a:lnTo>
                    <a:pt x="2233" y="1225"/>
                  </a:lnTo>
                  <a:lnTo>
                    <a:pt x="2272" y="1166"/>
                  </a:lnTo>
                  <a:lnTo>
                    <a:pt x="2292" y="1067"/>
                  </a:lnTo>
                  <a:lnTo>
                    <a:pt x="2292" y="1027"/>
                  </a:lnTo>
                  <a:lnTo>
                    <a:pt x="2292" y="1008"/>
                  </a:lnTo>
                  <a:lnTo>
                    <a:pt x="2312" y="968"/>
                  </a:lnTo>
                  <a:lnTo>
                    <a:pt x="2292" y="988"/>
                  </a:lnTo>
                  <a:lnTo>
                    <a:pt x="2292" y="988"/>
                  </a:lnTo>
                  <a:lnTo>
                    <a:pt x="2351" y="869"/>
                  </a:lnTo>
                  <a:lnTo>
                    <a:pt x="2371" y="869"/>
                  </a:lnTo>
                  <a:lnTo>
                    <a:pt x="2351" y="889"/>
                  </a:lnTo>
                  <a:lnTo>
                    <a:pt x="2312" y="968"/>
                  </a:lnTo>
                  <a:lnTo>
                    <a:pt x="2332" y="968"/>
                  </a:lnTo>
                  <a:lnTo>
                    <a:pt x="2351" y="929"/>
                  </a:lnTo>
                  <a:lnTo>
                    <a:pt x="2351" y="909"/>
                  </a:lnTo>
                  <a:lnTo>
                    <a:pt x="2391" y="850"/>
                  </a:lnTo>
                  <a:lnTo>
                    <a:pt x="2401" y="850"/>
                  </a:lnTo>
                  <a:lnTo>
                    <a:pt x="2411" y="830"/>
                  </a:lnTo>
                  <a:lnTo>
                    <a:pt x="2450" y="751"/>
                  </a:lnTo>
                  <a:lnTo>
                    <a:pt x="2470" y="692"/>
                  </a:lnTo>
                  <a:lnTo>
                    <a:pt x="2430" y="771"/>
                  </a:lnTo>
                  <a:lnTo>
                    <a:pt x="2430" y="751"/>
                  </a:lnTo>
                  <a:lnTo>
                    <a:pt x="2450" y="672"/>
                  </a:lnTo>
                  <a:close/>
                  <a:moveTo>
                    <a:pt x="1717" y="1387"/>
                  </a:moveTo>
                  <a:lnTo>
                    <a:pt x="1709" y="1403"/>
                  </a:lnTo>
                  <a:lnTo>
                    <a:pt x="1717" y="1387"/>
                  </a:lnTo>
                  <a:close/>
                  <a:moveTo>
                    <a:pt x="1917" y="1264"/>
                  </a:moveTo>
                  <a:lnTo>
                    <a:pt x="1838" y="1403"/>
                  </a:lnTo>
                  <a:lnTo>
                    <a:pt x="1877" y="1324"/>
                  </a:lnTo>
                  <a:lnTo>
                    <a:pt x="1877" y="1304"/>
                  </a:lnTo>
                  <a:lnTo>
                    <a:pt x="1897" y="1264"/>
                  </a:lnTo>
                  <a:close/>
                  <a:moveTo>
                    <a:pt x="1709" y="1403"/>
                  </a:moveTo>
                  <a:lnTo>
                    <a:pt x="1709" y="1403"/>
                  </a:lnTo>
                  <a:lnTo>
                    <a:pt x="1709" y="1403"/>
                  </a:lnTo>
                  <a:close/>
                  <a:moveTo>
                    <a:pt x="2138" y="1304"/>
                  </a:moveTo>
                  <a:lnTo>
                    <a:pt x="2114" y="1343"/>
                  </a:lnTo>
                  <a:lnTo>
                    <a:pt x="2075" y="1403"/>
                  </a:lnTo>
                  <a:lnTo>
                    <a:pt x="2114" y="1363"/>
                  </a:lnTo>
                  <a:lnTo>
                    <a:pt x="2138" y="1304"/>
                  </a:lnTo>
                  <a:close/>
                  <a:moveTo>
                    <a:pt x="2168" y="1327"/>
                  </a:moveTo>
                  <a:lnTo>
                    <a:pt x="2134" y="1403"/>
                  </a:lnTo>
                  <a:lnTo>
                    <a:pt x="2154" y="1383"/>
                  </a:lnTo>
                  <a:lnTo>
                    <a:pt x="2168" y="1327"/>
                  </a:lnTo>
                  <a:close/>
                  <a:moveTo>
                    <a:pt x="692" y="1442"/>
                  </a:moveTo>
                  <a:lnTo>
                    <a:pt x="692" y="1442"/>
                  </a:lnTo>
                  <a:lnTo>
                    <a:pt x="692" y="1442"/>
                  </a:lnTo>
                  <a:close/>
                  <a:moveTo>
                    <a:pt x="988" y="1363"/>
                  </a:moveTo>
                  <a:lnTo>
                    <a:pt x="969" y="1383"/>
                  </a:lnTo>
                  <a:lnTo>
                    <a:pt x="929" y="1442"/>
                  </a:lnTo>
                  <a:lnTo>
                    <a:pt x="929" y="1452"/>
                  </a:lnTo>
                  <a:lnTo>
                    <a:pt x="949" y="1422"/>
                  </a:lnTo>
                  <a:lnTo>
                    <a:pt x="969" y="1403"/>
                  </a:lnTo>
                  <a:lnTo>
                    <a:pt x="988" y="1363"/>
                  </a:lnTo>
                  <a:close/>
                  <a:moveTo>
                    <a:pt x="1146" y="1442"/>
                  </a:moveTo>
                  <a:lnTo>
                    <a:pt x="1140" y="1462"/>
                  </a:lnTo>
                  <a:lnTo>
                    <a:pt x="1146" y="1462"/>
                  </a:lnTo>
                  <a:lnTo>
                    <a:pt x="1146" y="1442"/>
                  </a:lnTo>
                  <a:close/>
                  <a:moveTo>
                    <a:pt x="1087" y="1383"/>
                  </a:moveTo>
                  <a:lnTo>
                    <a:pt x="1048" y="1482"/>
                  </a:lnTo>
                  <a:lnTo>
                    <a:pt x="1067" y="1442"/>
                  </a:lnTo>
                  <a:lnTo>
                    <a:pt x="1087" y="1383"/>
                  </a:lnTo>
                  <a:close/>
                  <a:moveTo>
                    <a:pt x="2095" y="1403"/>
                  </a:moveTo>
                  <a:lnTo>
                    <a:pt x="2075" y="1422"/>
                  </a:lnTo>
                  <a:lnTo>
                    <a:pt x="2055" y="1482"/>
                  </a:lnTo>
                  <a:lnTo>
                    <a:pt x="2055" y="1482"/>
                  </a:lnTo>
                  <a:lnTo>
                    <a:pt x="2095" y="1403"/>
                  </a:lnTo>
                  <a:close/>
                  <a:moveTo>
                    <a:pt x="1048" y="1482"/>
                  </a:moveTo>
                  <a:lnTo>
                    <a:pt x="1048" y="1482"/>
                  </a:lnTo>
                  <a:lnTo>
                    <a:pt x="1048" y="1482"/>
                  </a:lnTo>
                  <a:close/>
                  <a:moveTo>
                    <a:pt x="1067" y="1482"/>
                  </a:moveTo>
                  <a:lnTo>
                    <a:pt x="1067" y="1482"/>
                  </a:lnTo>
                  <a:lnTo>
                    <a:pt x="1067" y="1482"/>
                  </a:lnTo>
                  <a:close/>
                  <a:moveTo>
                    <a:pt x="969" y="1482"/>
                  </a:moveTo>
                  <a:lnTo>
                    <a:pt x="969" y="1482"/>
                  </a:lnTo>
                  <a:lnTo>
                    <a:pt x="969" y="1482"/>
                  </a:lnTo>
                  <a:close/>
                  <a:moveTo>
                    <a:pt x="1522" y="1475"/>
                  </a:moveTo>
                  <a:lnTo>
                    <a:pt x="1488" y="1498"/>
                  </a:lnTo>
                  <a:lnTo>
                    <a:pt x="1488" y="1498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522" y="1482"/>
                  </a:lnTo>
                  <a:lnTo>
                    <a:pt x="1522" y="1475"/>
                  </a:lnTo>
                  <a:close/>
                  <a:moveTo>
                    <a:pt x="1305" y="1422"/>
                  </a:moveTo>
                  <a:lnTo>
                    <a:pt x="1305" y="1442"/>
                  </a:lnTo>
                  <a:lnTo>
                    <a:pt x="1285" y="1482"/>
                  </a:lnTo>
                  <a:lnTo>
                    <a:pt x="1265" y="1501"/>
                  </a:lnTo>
                  <a:lnTo>
                    <a:pt x="1305" y="1422"/>
                  </a:lnTo>
                  <a:close/>
                  <a:moveTo>
                    <a:pt x="1146" y="1482"/>
                  </a:moveTo>
                  <a:lnTo>
                    <a:pt x="1146" y="1501"/>
                  </a:lnTo>
                  <a:lnTo>
                    <a:pt x="1166" y="1501"/>
                  </a:lnTo>
                  <a:lnTo>
                    <a:pt x="1166" y="1482"/>
                  </a:lnTo>
                  <a:close/>
                  <a:moveTo>
                    <a:pt x="521" y="1508"/>
                  </a:moveTo>
                  <a:lnTo>
                    <a:pt x="514" y="1521"/>
                  </a:lnTo>
                  <a:lnTo>
                    <a:pt x="514" y="1541"/>
                  </a:lnTo>
                  <a:lnTo>
                    <a:pt x="521" y="1508"/>
                  </a:lnTo>
                  <a:close/>
                  <a:moveTo>
                    <a:pt x="761" y="1541"/>
                  </a:moveTo>
                  <a:lnTo>
                    <a:pt x="760" y="1543"/>
                  </a:lnTo>
                  <a:lnTo>
                    <a:pt x="760" y="1543"/>
                  </a:lnTo>
                  <a:lnTo>
                    <a:pt x="761" y="1541"/>
                  </a:lnTo>
                  <a:close/>
                  <a:moveTo>
                    <a:pt x="969" y="1442"/>
                  </a:moveTo>
                  <a:lnTo>
                    <a:pt x="949" y="1462"/>
                  </a:lnTo>
                  <a:lnTo>
                    <a:pt x="929" y="1462"/>
                  </a:lnTo>
                  <a:lnTo>
                    <a:pt x="929" y="1452"/>
                  </a:lnTo>
                  <a:lnTo>
                    <a:pt x="909" y="1482"/>
                  </a:lnTo>
                  <a:lnTo>
                    <a:pt x="890" y="1561"/>
                  </a:lnTo>
                  <a:lnTo>
                    <a:pt x="909" y="1541"/>
                  </a:lnTo>
                  <a:lnTo>
                    <a:pt x="929" y="1521"/>
                  </a:lnTo>
                  <a:lnTo>
                    <a:pt x="929" y="1541"/>
                  </a:lnTo>
                  <a:lnTo>
                    <a:pt x="969" y="1442"/>
                  </a:lnTo>
                  <a:close/>
                  <a:moveTo>
                    <a:pt x="1364" y="1501"/>
                  </a:moveTo>
                  <a:lnTo>
                    <a:pt x="1324" y="1541"/>
                  </a:lnTo>
                  <a:lnTo>
                    <a:pt x="1324" y="1561"/>
                  </a:lnTo>
                  <a:lnTo>
                    <a:pt x="1344" y="1541"/>
                  </a:lnTo>
                  <a:lnTo>
                    <a:pt x="1364" y="1501"/>
                  </a:lnTo>
                  <a:close/>
                  <a:moveTo>
                    <a:pt x="1818" y="1541"/>
                  </a:moveTo>
                  <a:lnTo>
                    <a:pt x="1818" y="156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18" y="1541"/>
                  </a:lnTo>
                  <a:close/>
                  <a:moveTo>
                    <a:pt x="1739" y="1383"/>
                  </a:moveTo>
                  <a:lnTo>
                    <a:pt x="1719" y="1403"/>
                  </a:lnTo>
                  <a:lnTo>
                    <a:pt x="1700" y="1422"/>
                  </a:lnTo>
                  <a:lnTo>
                    <a:pt x="1709" y="1403"/>
                  </a:lnTo>
                  <a:lnTo>
                    <a:pt x="1660" y="1501"/>
                  </a:lnTo>
                  <a:lnTo>
                    <a:pt x="1640" y="1482"/>
                  </a:lnTo>
                  <a:lnTo>
                    <a:pt x="1640" y="1501"/>
                  </a:lnTo>
                  <a:lnTo>
                    <a:pt x="1621" y="1600"/>
                  </a:lnTo>
                  <a:lnTo>
                    <a:pt x="1660" y="1521"/>
                  </a:lnTo>
                  <a:lnTo>
                    <a:pt x="1700" y="1501"/>
                  </a:lnTo>
                  <a:lnTo>
                    <a:pt x="1719" y="1442"/>
                  </a:lnTo>
                  <a:lnTo>
                    <a:pt x="1759" y="1403"/>
                  </a:lnTo>
                  <a:lnTo>
                    <a:pt x="1759" y="1383"/>
                  </a:lnTo>
                  <a:close/>
                  <a:moveTo>
                    <a:pt x="238" y="0"/>
                  </a:moveTo>
                  <a:lnTo>
                    <a:pt x="198" y="60"/>
                  </a:lnTo>
                  <a:lnTo>
                    <a:pt x="198" y="79"/>
                  </a:lnTo>
                  <a:lnTo>
                    <a:pt x="179" y="119"/>
                  </a:lnTo>
                  <a:lnTo>
                    <a:pt x="159" y="139"/>
                  </a:lnTo>
                  <a:lnTo>
                    <a:pt x="100" y="297"/>
                  </a:lnTo>
                  <a:lnTo>
                    <a:pt x="40" y="455"/>
                  </a:lnTo>
                  <a:lnTo>
                    <a:pt x="60" y="455"/>
                  </a:lnTo>
                  <a:lnTo>
                    <a:pt x="40" y="514"/>
                  </a:lnTo>
                  <a:lnTo>
                    <a:pt x="21" y="553"/>
                  </a:lnTo>
                  <a:lnTo>
                    <a:pt x="21" y="573"/>
                  </a:lnTo>
                  <a:lnTo>
                    <a:pt x="40" y="553"/>
                  </a:lnTo>
                  <a:lnTo>
                    <a:pt x="40" y="573"/>
                  </a:lnTo>
                  <a:lnTo>
                    <a:pt x="40" y="593"/>
                  </a:lnTo>
                  <a:lnTo>
                    <a:pt x="60" y="573"/>
                  </a:lnTo>
                  <a:lnTo>
                    <a:pt x="60" y="573"/>
                  </a:lnTo>
                  <a:lnTo>
                    <a:pt x="40" y="632"/>
                  </a:lnTo>
                  <a:lnTo>
                    <a:pt x="1" y="692"/>
                  </a:lnTo>
                  <a:lnTo>
                    <a:pt x="1" y="711"/>
                  </a:lnTo>
                  <a:lnTo>
                    <a:pt x="21" y="711"/>
                  </a:lnTo>
                  <a:lnTo>
                    <a:pt x="40" y="692"/>
                  </a:lnTo>
                  <a:lnTo>
                    <a:pt x="40" y="731"/>
                  </a:lnTo>
                  <a:lnTo>
                    <a:pt x="21" y="771"/>
                  </a:lnTo>
                  <a:lnTo>
                    <a:pt x="1" y="830"/>
                  </a:lnTo>
                  <a:lnTo>
                    <a:pt x="40" y="751"/>
                  </a:lnTo>
                  <a:lnTo>
                    <a:pt x="40" y="771"/>
                  </a:lnTo>
                  <a:lnTo>
                    <a:pt x="80" y="692"/>
                  </a:lnTo>
                  <a:lnTo>
                    <a:pt x="80" y="711"/>
                  </a:lnTo>
                  <a:lnTo>
                    <a:pt x="60" y="751"/>
                  </a:lnTo>
                  <a:lnTo>
                    <a:pt x="21" y="810"/>
                  </a:lnTo>
                  <a:lnTo>
                    <a:pt x="21" y="850"/>
                  </a:lnTo>
                  <a:lnTo>
                    <a:pt x="40" y="850"/>
                  </a:lnTo>
                  <a:lnTo>
                    <a:pt x="21" y="889"/>
                  </a:lnTo>
                  <a:lnTo>
                    <a:pt x="1" y="948"/>
                  </a:lnTo>
                  <a:lnTo>
                    <a:pt x="21" y="948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40" y="929"/>
                  </a:lnTo>
                  <a:lnTo>
                    <a:pt x="40" y="948"/>
                  </a:lnTo>
                  <a:lnTo>
                    <a:pt x="40" y="968"/>
                  </a:lnTo>
                  <a:lnTo>
                    <a:pt x="60" y="948"/>
                  </a:lnTo>
                  <a:lnTo>
                    <a:pt x="60" y="948"/>
                  </a:lnTo>
                  <a:lnTo>
                    <a:pt x="40" y="1008"/>
                  </a:lnTo>
                  <a:lnTo>
                    <a:pt x="21" y="1067"/>
                  </a:lnTo>
                  <a:lnTo>
                    <a:pt x="40" y="1027"/>
                  </a:lnTo>
                  <a:lnTo>
                    <a:pt x="60" y="1027"/>
                  </a:lnTo>
                  <a:lnTo>
                    <a:pt x="80" y="988"/>
                  </a:lnTo>
                  <a:lnTo>
                    <a:pt x="80" y="988"/>
                  </a:lnTo>
                  <a:lnTo>
                    <a:pt x="100" y="929"/>
                  </a:lnTo>
                  <a:lnTo>
                    <a:pt x="139" y="889"/>
                  </a:lnTo>
                  <a:lnTo>
                    <a:pt x="159" y="869"/>
                  </a:lnTo>
                  <a:lnTo>
                    <a:pt x="119" y="968"/>
                  </a:lnTo>
                  <a:lnTo>
                    <a:pt x="60" y="1087"/>
                  </a:lnTo>
                  <a:lnTo>
                    <a:pt x="100" y="1047"/>
                  </a:lnTo>
                  <a:lnTo>
                    <a:pt x="80" y="1087"/>
                  </a:lnTo>
                  <a:lnTo>
                    <a:pt x="80" y="1126"/>
                  </a:lnTo>
                  <a:lnTo>
                    <a:pt x="60" y="1166"/>
                  </a:lnTo>
                  <a:lnTo>
                    <a:pt x="60" y="1205"/>
                  </a:lnTo>
                  <a:lnTo>
                    <a:pt x="60" y="1225"/>
                  </a:lnTo>
                  <a:lnTo>
                    <a:pt x="100" y="1166"/>
                  </a:lnTo>
                  <a:lnTo>
                    <a:pt x="100" y="1166"/>
                  </a:lnTo>
                  <a:lnTo>
                    <a:pt x="80" y="1205"/>
                  </a:lnTo>
                  <a:lnTo>
                    <a:pt x="80" y="1225"/>
                  </a:lnTo>
                  <a:lnTo>
                    <a:pt x="100" y="1225"/>
                  </a:lnTo>
                  <a:lnTo>
                    <a:pt x="100" y="1264"/>
                  </a:lnTo>
                  <a:lnTo>
                    <a:pt x="100" y="1284"/>
                  </a:lnTo>
                  <a:lnTo>
                    <a:pt x="139" y="1185"/>
                  </a:lnTo>
                  <a:lnTo>
                    <a:pt x="139" y="1225"/>
                  </a:lnTo>
                  <a:lnTo>
                    <a:pt x="119" y="1284"/>
                  </a:lnTo>
                  <a:lnTo>
                    <a:pt x="198" y="1126"/>
                  </a:lnTo>
                  <a:lnTo>
                    <a:pt x="179" y="1185"/>
                  </a:lnTo>
                  <a:lnTo>
                    <a:pt x="159" y="1264"/>
                  </a:lnTo>
                  <a:lnTo>
                    <a:pt x="159" y="1245"/>
                  </a:lnTo>
                  <a:lnTo>
                    <a:pt x="139" y="1304"/>
                  </a:lnTo>
                  <a:lnTo>
                    <a:pt x="119" y="1343"/>
                  </a:lnTo>
                  <a:lnTo>
                    <a:pt x="139" y="1343"/>
                  </a:lnTo>
                  <a:lnTo>
                    <a:pt x="139" y="1363"/>
                  </a:lnTo>
                  <a:lnTo>
                    <a:pt x="159" y="1304"/>
                  </a:lnTo>
                  <a:lnTo>
                    <a:pt x="179" y="1264"/>
                  </a:lnTo>
                  <a:lnTo>
                    <a:pt x="165" y="1284"/>
                  </a:lnTo>
                  <a:lnTo>
                    <a:pt x="179" y="1245"/>
                  </a:lnTo>
                  <a:lnTo>
                    <a:pt x="218" y="1185"/>
                  </a:lnTo>
                  <a:lnTo>
                    <a:pt x="277" y="1106"/>
                  </a:lnTo>
                  <a:lnTo>
                    <a:pt x="258" y="1146"/>
                  </a:lnTo>
                  <a:lnTo>
                    <a:pt x="218" y="1264"/>
                  </a:lnTo>
                  <a:lnTo>
                    <a:pt x="238" y="1245"/>
                  </a:lnTo>
                  <a:lnTo>
                    <a:pt x="238" y="1264"/>
                  </a:lnTo>
                  <a:lnTo>
                    <a:pt x="218" y="1324"/>
                  </a:lnTo>
                  <a:lnTo>
                    <a:pt x="258" y="1225"/>
                  </a:lnTo>
                  <a:lnTo>
                    <a:pt x="277" y="1225"/>
                  </a:lnTo>
                  <a:lnTo>
                    <a:pt x="258" y="1245"/>
                  </a:lnTo>
                  <a:lnTo>
                    <a:pt x="238" y="1304"/>
                  </a:lnTo>
                  <a:lnTo>
                    <a:pt x="258" y="1324"/>
                  </a:lnTo>
                  <a:lnTo>
                    <a:pt x="258" y="1363"/>
                  </a:lnTo>
                  <a:lnTo>
                    <a:pt x="258" y="1383"/>
                  </a:lnTo>
                  <a:lnTo>
                    <a:pt x="277" y="1383"/>
                  </a:lnTo>
                  <a:lnTo>
                    <a:pt x="291" y="1330"/>
                  </a:lnTo>
                  <a:lnTo>
                    <a:pt x="317" y="1264"/>
                  </a:lnTo>
                  <a:lnTo>
                    <a:pt x="356" y="1199"/>
                  </a:lnTo>
                  <a:lnTo>
                    <a:pt x="356" y="1205"/>
                  </a:lnTo>
                  <a:lnTo>
                    <a:pt x="376" y="1185"/>
                  </a:lnTo>
                  <a:lnTo>
                    <a:pt x="376" y="1166"/>
                  </a:lnTo>
                  <a:lnTo>
                    <a:pt x="396" y="1126"/>
                  </a:lnTo>
                  <a:lnTo>
                    <a:pt x="396" y="1166"/>
                  </a:lnTo>
                  <a:lnTo>
                    <a:pt x="376" y="1225"/>
                  </a:lnTo>
                  <a:lnTo>
                    <a:pt x="396" y="1205"/>
                  </a:lnTo>
                  <a:lnTo>
                    <a:pt x="396" y="1205"/>
                  </a:lnTo>
                  <a:lnTo>
                    <a:pt x="356" y="1284"/>
                  </a:lnTo>
                  <a:lnTo>
                    <a:pt x="337" y="1324"/>
                  </a:lnTo>
                  <a:lnTo>
                    <a:pt x="317" y="1383"/>
                  </a:lnTo>
                  <a:lnTo>
                    <a:pt x="337" y="1363"/>
                  </a:lnTo>
                  <a:lnTo>
                    <a:pt x="297" y="1442"/>
                  </a:lnTo>
                  <a:lnTo>
                    <a:pt x="317" y="1442"/>
                  </a:lnTo>
                  <a:lnTo>
                    <a:pt x="317" y="1462"/>
                  </a:lnTo>
                  <a:lnTo>
                    <a:pt x="337" y="1383"/>
                  </a:lnTo>
                  <a:lnTo>
                    <a:pt x="337" y="1442"/>
                  </a:lnTo>
                  <a:lnTo>
                    <a:pt x="356" y="1482"/>
                  </a:lnTo>
                  <a:lnTo>
                    <a:pt x="376" y="1422"/>
                  </a:lnTo>
                  <a:lnTo>
                    <a:pt x="396" y="1403"/>
                  </a:lnTo>
                  <a:lnTo>
                    <a:pt x="396" y="1403"/>
                  </a:lnTo>
                  <a:lnTo>
                    <a:pt x="376" y="1442"/>
                  </a:lnTo>
                  <a:lnTo>
                    <a:pt x="376" y="1482"/>
                  </a:lnTo>
                  <a:lnTo>
                    <a:pt x="416" y="1442"/>
                  </a:lnTo>
                  <a:lnTo>
                    <a:pt x="455" y="1363"/>
                  </a:lnTo>
                  <a:lnTo>
                    <a:pt x="455" y="1403"/>
                  </a:lnTo>
                  <a:lnTo>
                    <a:pt x="455" y="1442"/>
                  </a:lnTo>
                  <a:lnTo>
                    <a:pt x="475" y="1462"/>
                  </a:lnTo>
                  <a:lnTo>
                    <a:pt x="574" y="1284"/>
                  </a:lnTo>
                  <a:lnTo>
                    <a:pt x="633" y="1166"/>
                  </a:lnTo>
                  <a:lnTo>
                    <a:pt x="672" y="1067"/>
                  </a:lnTo>
                  <a:lnTo>
                    <a:pt x="672" y="1126"/>
                  </a:lnTo>
                  <a:lnTo>
                    <a:pt x="653" y="1166"/>
                  </a:lnTo>
                  <a:lnTo>
                    <a:pt x="633" y="1245"/>
                  </a:lnTo>
                  <a:lnTo>
                    <a:pt x="633" y="1225"/>
                  </a:lnTo>
                  <a:lnTo>
                    <a:pt x="593" y="1383"/>
                  </a:lnTo>
                  <a:lnTo>
                    <a:pt x="554" y="1422"/>
                  </a:lnTo>
                  <a:lnTo>
                    <a:pt x="574" y="1363"/>
                  </a:lnTo>
                  <a:lnTo>
                    <a:pt x="534" y="1442"/>
                  </a:lnTo>
                  <a:lnTo>
                    <a:pt x="521" y="1508"/>
                  </a:lnTo>
                  <a:lnTo>
                    <a:pt x="534" y="1482"/>
                  </a:lnTo>
                  <a:lnTo>
                    <a:pt x="534" y="1541"/>
                  </a:lnTo>
                  <a:lnTo>
                    <a:pt x="554" y="1521"/>
                  </a:lnTo>
                  <a:lnTo>
                    <a:pt x="554" y="1541"/>
                  </a:lnTo>
                  <a:lnTo>
                    <a:pt x="593" y="1462"/>
                  </a:lnTo>
                  <a:lnTo>
                    <a:pt x="593" y="1482"/>
                  </a:lnTo>
                  <a:lnTo>
                    <a:pt x="574" y="1521"/>
                  </a:lnTo>
                  <a:lnTo>
                    <a:pt x="613" y="1501"/>
                  </a:lnTo>
                  <a:lnTo>
                    <a:pt x="653" y="1422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712" y="1343"/>
                  </a:lnTo>
                  <a:lnTo>
                    <a:pt x="692" y="1403"/>
                  </a:lnTo>
                  <a:lnTo>
                    <a:pt x="672" y="1403"/>
                  </a:lnTo>
                  <a:lnTo>
                    <a:pt x="672" y="1422"/>
                  </a:lnTo>
                  <a:lnTo>
                    <a:pt x="692" y="1422"/>
                  </a:lnTo>
                  <a:lnTo>
                    <a:pt x="732" y="1363"/>
                  </a:lnTo>
                  <a:lnTo>
                    <a:pt x="732" y="1383"/>
                  </a:lnTo>
                  <a:lnTo>
                    <a:pt x="672" y="1501"/>
                  </a:lnTo>
                  <a:lnTo>
                    <a:pt x="692" y="1442"/>
                  </a:lnTo>
                  <a:lnTo>
                    <a:pt x="653" y="1501"/>
                  </a:lnTo>
                  <a:lnTo>
                    <a:pt x="633" y="1521"/>
                  </a:lnTo>
                  <a:lnTo>
                    <a:pt x="653" y="1482"/>
                  </a:lnTo>
                  <a:lnTo>
                    <a:pt x="633" y="1482"/>
                  </a:lnTo>
                  <a:lnTo>
                    <a:pt x="613" y="1521"/>
                  </a:lnTo>
                  <a:lnTo>
                    <a:pt x="613" y="1541"/>
                  </a:lnTo>
                  <a:lnTo>
                    <a:pt x="633" y="1561"/>
                  </a:lnTo>
                  <a:lnTo>
                    <a:pt x="633" y="1580"/>
                  </a:lnTo>
                  <a:lnTo>
                    <a:pt x="692" y="1501"/>
                  </a:lnTo>
                  <a:lnTo>
                    <a:pt x="712" y="1442"/>
                  </a:lnTo>
                  <a:lnTo>
                    <a:pt x="751" y="1383"/>
                  </a:lnTo>
                  <a:lnTo>
                    <a:pt x="712" y="1482"/>
                  </a:lnTo>
                  <a:lnTo>
                    <a:pt x="712" y="1521"/>
                  </a:lnTo>
                  <a:lnTo>
                    <a:pt x="751" y="1442"/>
                  </a:lnTo>
                  <a:lnTo>
                    <a:pt x="791" y="1383"/>
                  </a:lnTo>
                  <a:lnTo>
                    <a:pt x="771" y="1403"/>
                  </a:lnTo>
                  <a:lnTo>
                    <a:pt x="771" y="1383"/>
                  </a:lnTo>
                  <a:lnTo>
                    <a:pt x="791" y="1343"/>
                  </a:lnTo>
                  <a:lnTo>
                    <a:pt x="811" y="1304"/>
                  </a:lnTo>
                  <a:lnTo>
                    <a:pt x="830" y="1264"/>
                  </a:lnTo>
                  <a:lnTo>
                    <a:pt x="830" y="1304"/>
                  </a:lnTo>
                  <a:lnTo>
                    <a:pt x="811" y="1363"/>
                  </a:lnTo>
                  <a:lnTo>
                    <a:pt x="732" y="1501"/>
                  </a:lnTo>
                  <a:lnTo>
                    <a:pt x="732" y="1521"/>
                  </a:lnTo>
                  <a:lnTo>
                    <a:pt x="732" y="1541"/>
                  </a:lnTo>
                  <a:lnTo>
                    <a:pt x="771" y="1442"/>
                  </a:lnTo>
                  <a:lnTo>
                    <a:pt x="811" y="1383"/>
                  </a:lnTo>
                  <a:lnTo>
                    <a:pt x="870" y="1324"/>
                  </a:lnTo>
                  <a:lnTo>
                    <a:pt x="811" y="1442"/>
                  </a:lnTo>
                  <a:lnTo>
                    <a:pt x="791" y="1482"/>
                  </a:lnTo>
                  <a:lnTo>
                    <a:pt x="761" y="1541"/>
                  </a:lnTo>
                  <a:lnTo>
                    <a:pt x="771" y="1521"/>
                  </a:lnTo>
                  <a:lnTo>
                    <a:pt x="791" y="1501"/>
                  </a:lnTo>
                  <a:lnTo>
                    <a:pt x="791" y="1541"/>
                  </a:lnTo>
                  <a:lnTo>
                    <a:pt x="830" y="1521"/>
                  </a:lnTo>
                  <a:lnTo>
                    <a:pt x="830" y="1482"/>
                  </a:lnTo>
                  <a:lnTo>
                    <a:pt x="850" y="1462"/>
                  </a:lnTo>
                  <a:lnTo>
                    <a:pt x="850" y="1482"/>
                  </a:lnTo>
                  <a:lnTo>
                    <a:pt x="850" y="1501"/>
                  </a:lnTo>
                  <a:lnTo>
                    <a:pt x="870" y="1482"/>
                  </a:lnTo>
                  <a:lnTo>
                    <a:pt x="890" y="1482"/>
                  </a:lnTo>
                  <a:lnTo>
                    <a:pt x="909" y="1462"/>
                  </a:lnTo>
                  <a:lnTo>
                    <a:pt x="890" y="1462"/>
                  </a:lnTo>
                  <a:lnTo>
                    <a:pt x="890" y="1442"/>
                  </a:lnTo>
                  <a:lnTo>
                    <a:pt x="909" y="1383"/>
                  </a:lnTo>
                  <a:lnTo>
                    <a:pt x="949" y="1343"/>
                  </a:lnTo>
                  <a:lnTo>
                    <a:pt x="969" y="1324"/>
                  </a:lnTo>
                  <a:lnTo>
                    <a:pt x="988" y="1324"/>
                  </a:lnTo>
                  <a:lnTo>
                    <a:pt x="988" y="1304"/>
                  </a:lnTo>
                  <a:lnTo>
                    <a:pt x="1008" y="1284"/>
                  </a:lnTo>
                  <a:lnTo>
                    <a:pt x="988" y="1363"/>
                  </a:lnTo>
                  <a:lnTo>
                    <a:pt x="1008" y="1343"/>
                  </a:lnTo>
                  <a:lnTo>
                    <a:pt x="988" y="1383"/>
                  </a:lnTo>
                  <a:lnTo>
                    <a:pt x="988" y="1403"/>
                  </a:lnTo>
                  <a:lnTo>
                    <a:pt x="1008" y="1383"/>
                  </a:lnTo>
                  <a:lnTo>
                    <a:pt x="1008" y="1383"/>
                  </a:lnTo>
                  <a:lnTo>
                    <a:pt x="988" y="1422"/>
                  </a:lnTo>
                  <a:lnTo>
                    <a:pt x="969" y="1482"/>
                  </a:lnTo>
                  <a:lnTo>
                    <a:pt x="1008" y="1422"/>
                  </a:lnTo>
                  <a:lnTo>
                    <a:pt x="1008" y="1442"/>
                  </a:lnTo>
                  <a:lnTo>
                    <a:pt x="1048" y="1403"/>
                  </a:lnTo>
                  <a:lnTo>
                    <a:pt x="1067" y="1343"/>
                  </a:lnTo>
                  <a:lnTo>
                    <a:pt x="1087" y="1284"/>
                  </a:lnTo>
                  <a:lnTo>
                    <a:pt x="1127" y="1284"/>
                  </a:lnTo>
                  <a:lnTo>
                    <a:pt x="1127" y="1324"/>
                  </a:lnTo>
                  <a:lnTo>
                    <a:pt x="1107" y="1363"/>
                  </a:lnTo>
                  <a:lnTo>
                    <a:pt x="1087" y="1383"/>
                  </a:lnTo>
                  <a:lnTo>
                    <a:pt x="1087" y="1422"/>
                  </a:lnTo>
                  <a:lnTo>
                    <a:pt x="1067" y="1482"/>
                  </a:lnTo>
                  <a:lnTo>
                    <a:pt x="1087" y="1442"/>
                  </a:lnTo>
                  <a:lnTo>
                    <a:pt x="1107" y="1422"/>
                  </a:lnTo>
                  <a:lnTo>
                    <a:pt x="1107" y="1422"/>
                  </a:lnTo>
                  <a:lnTo>
                    <a:pt x="1067" y="1521"/>
                  </a:lnTo>
                  <a:lnTo>
                    <a:pt x="1067" y="1541"/>
                  </a:lnTo>
                  <a:lnTo>
                    <a:pt x="1087" y="1501"/>
                  </a:lnTo>
                  <a:lnTo>
                    <a:pt x="1107" y="1462"/>
                  </a:lnTo>
                  <a:lnTo>
                    <a:pt x="1127" y="1442"/>
                  </a:lnTo>
                  <a:lnTo>
                    <a:pt x="1107" y="1482"/>
                  </a:lnTo>
                  <a:lnTo>
                    <a:pt x="1127" y="1482"/>
                  </a:lnTo>
                  <a:lnTo>
                    <a:pt x="1127" y="1501"/>
                  </a:lnTo>
                  <a:lnTo>
                    <a:pt x="1140" y="1462"/>
                  </a:lnTo>
                  <a:lnTo>
                    <a:pt x="1127" y="1462"/>
                  </a:lnTo>
                  <a:lnTo>
                    <a:pt x="1146" y="1422"/>
                  </a:lnTo>
                  <a:lnTo>
                    <a:pt x="1166" y="1403"/>
                  </a:lnTo>
                  <a:lnTo>
                    <a:pt x="1206" y="1403"/>
                  </a:lnTo>
                  <a:lnTo>
                    <a:pt x="1225" y="1363"/>
                  </a:lnTo>
                  <a:lnTo>
                    <a:pt x="1206" y="1422"/>
                  </a:lnTo>
                  <a:lnTo>
                    <a:pt x="1186" y="1482"/>
                  </a:lnTo>
                  <a:lnTo>
                    <a:pt x="1206" y="1462"/>
                  </a:lnTo>
                  <a:lnTo>
                    <a:pt x="1186" y="1541"/>
                  </a:lnTo>
                  <a:lnTo>
                    <a:pt x="1166" y="1600"/>
                  </a:lnTo>
                  <a:lnTo>
                    <a:pt x="1186" y="1600"/>
                  </a:lnTo>
                  <a:lnTo>
                    <a:pt x="1206" y="1521"/>
                  </a:lnTo>
                  <a:lnTo>
                    <a:pt x="1225" y="1501"/>
                  </a:lnTo>
                  <a:lnTo>
                    <a:pt x="1225" y="1521"/>
                  </a:lnTo>
                  <a:lnTo>
                    <a:pt x="1245" y="1442"/>
                  </a:lnTo>
                  <a:lnTo>
                    <a:pt x="1245" y="1501"/>
                  </a:lnTo>
                  <a:lnTo>
                    <a:pt x="1225" y="1541"/>
                  </a:lnTo>
                  <a:lnTo>
                    <a:pt x="1225" y="1580"/>
                  </a:lnTo>
                  <a:lnTo>
                    <a:pt x="1245" y="1541"/>
                  </a:lnTo>
                  <a:lnTo>
                    <a:pt x="1265" y="1501"/>
                  </a:lnTo>
                  <a:lnTo>
                    <a:pt x="1265" y="1501"/>
                  </a:lnTo>
                  <a:lnTo>
                    <a:pt x="1285" y="1521"/>
                  </a:lnTo>
                  <a:lnTo>
                    <a:pt x="1285" y="1501"/>
                  </a:lnTo>
                  <a:lnTo>
                    <a:pt x="1324" y="1442"/>
                  </a:lnTo>
                  <a:lnTo>
                    <a:pt x="1324" y="1422"/>
                  </a:lnTo>
                  <a:lnTo>
                    <a:pt x="1344" y="1363"/>
                  </a:lnTo>
                  <a:lnTo>
                    <a:pt x="1344" y="1403"/>
                  </a:lnTo>
                  <a:lnTo>
                    <a:pt x="1324" y="1462"/>
                  </a:lnTo>
                  <a:lnTo>
                    <a:pt x="1364" y="1422"/>
                  </a:lnTo>
                  <a:lnTo>
                    <a:pt x="1384" y="1403"/>
                  </a:lnTo>
                  <a:lnTo>
                    <a:pt x="1403" y="1363"/>
                  </a:lnTo>
                  <a:lnTo>
                    <a:pt x="1423" y="1324"/>
                  </a:lnTo>
                  <a:lnTo>
                    <a:pt x="1403" y="1403"/>
                  </a:lnTo>
                  <a:lnTo>
                    <a:pt x="1384" y="1442"/>
                  </a:lnTo>
                  <a:lnTo>
                    <a:pt x="1364" y="1501"/>
                  </a:lnTo>
                  <a:lnTo>
                    <a:pt x="1364" y="1521"/>
                  </a:lnTo>
                  <a:lnTo>
                    <a:pt x="1324" y="1580"/>
                  </a:lnTo>
                  <a:lnTo>
                    <a:pt x="1344" y="1561"/>
                  </a:lnTo>
                  <a:lnTo>
                    <a:pt x="1364" y="1541"/>
                  </a:lnTo>
                  <a:lnTo>
                    <a:pt x="1364" y="1561"/>
                  </a:lnTo>
                  <a:lnTo>
                    <a:pt x="1384" y="1501"/>
                  </a:lnTo>
                  <a:lnTo>
                    <a:pt x="1403" y="1442"/>
                  </a:lnTo>
                  <a:lnTo>
                    <a:pt x="1403" y="1442"/>
                  </a:lnTo>
                  <a:lnTo>
                    <a:pt x="1384" y="1521"/>
                  </a:lnTo>
                  <a:lnTo>
                    <a:pt x="1403" y="1521"/>
                  </a:lnTo>
                  <a:lnTo>
                    <a:pt x="1403" y="1501"/>
                  </a:lnTo>
                  <a:lnTo>
                    <a:pt x="1443" y="1422"/>
                  </a:lnTo>
                  <a:lnTo>
                    <a:pt x="1463" y="1363"/>
                  </a:lnTo>
                  <a:lnTo>
                    <a:pt x="1482" y="1343"/>
                  </a:lnTo>
                  <a:lnTo>
                    <a:pt x="1502" y="1304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502" y="1284"/>
                  </a:lnTo>
                  <a:lnTo>
                    <a:pt x="1522" y="1264"/>
                  </a:lnTo>
                  <a:lnTo>
                    <a:pt x="1502" y="1363"/>
                  </a:lnTo>
                  <a:lnTo>
                    <a:pt x="1443" y="1482"/>
                  </a:lnTo>
                  <a:lnTo>
                    <a:pt x="1384" y="1620"/>
                  </a:lnTo>
                  <a:lnTo>
                    <a:pt x="1384" y="1620"/>
                  </a:lnTo>
                  <a:lnTo>
                    <a:pt x="1403" y="1600"/>
                  </a:lnTo>
                  <a:lnTo>
                    <a:pt x="1423" y="1620"/>
                  </a:lnTo>
                  <a:lnTo>
                    <a:pt x="1423" y="1640"/>
                  </a:lnTo>
                  <a:lnTo>
                    <a:pt x="1463" y="1561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482" y="1501"/>
                  </a:lnTo>
                  <a:lnTo>
                    <a:pt x="1488" y="1498"/>
                  </a:lnTo>
                  <a:lnTo>
                    <a:pt x="1488" y="1498"/>
                  </a:lnTo>
                  <a:lnTo>
                    <a:pt x="1502" y="1462"/>
                  </a:lnTo>
                  <a:lnTo>
                    <a:pt x="1522" y="1462"/>
                  </a:lnTo>
                  <a:lnTo>
                    <a:pt x="1522" y="1475"/>
                  </a:lnTo>
                  <a:lnTo>
                    <a:pt x="1542" y="1462"/>
                  </a:lnTo>
                  <a:lnTo>
                    <a:pt x="1561" y="1442"/>
                  </a:lnTo>
                  <a:lnTo>
                    <a:pt x="1581" y="1403"/>
                  </a:lnTo>
                  <a:lnTo>
                    <a:pt x="1621" y="1324"/>
                  </a:lnTo>
                  <a:lnTo>
                    <a:pt x="1640" y="1304"/>
                  </a:lnTo>
                  <a:lnTo>
                    <a:pt x="1660" y="1245"/>
                  </a:lnTo>
                  <a:lnTo>
                    <a:pt x="1680" y="1264"/>
                  </a:lnTo>
                  <a:lnTo>
                    <a:pt x="1640" y="1304"/>
                  </a:lnTo>
                  <a:lnTo>
                    <a:pt x="1660" y="1324"/>
                  </a:lnTo>
                  <a:lnTo>
                    <a:pt x="1680" y="1304"/>
                  </a:lnTo>
                  <a:lnTo>
                    <a:pt x="1640" y="1363"/>
                  </a:lnTo>
                  <a:lnTo>
                    <a:pt x="1621" y="1383"/>
                  </a:lnTo>
                  <a:lnTo>
                    <a:pt x="1621" y="1403"/>
                  </a:lnTo>
                  <a:lnTo>
                    <a:pt x="1581" y="1501"/>
                  </a:lnTo>
                  <a:lnTo>
                    <a:pt x="1601" y="1462"/>
                  </a:lnTo>
                  <a:lnTo>
                    <a:pt x="1640" y="1403"/>
                  </a:lnTo>
                  <a:lnTo>
                    <a:pt x="1621" y="1482"/>
                  </a:lnTo>
                  <a:lnTo>
                    <a:pt x="1640" y="1482"/>
                  </a:lnTo>
                  <a:lnTo>
                    <a:pt x="1660" y="1442"/>
                  </a:lnTo>
                  <a:lnTo>
                    <a:pt x="1700" y="1363"/>
                  </a:lnTo>
                  <a:lnTo>
                    <a:pt x="1719" y="1324"/>
                  </a:lnTo>
                  <a:lnTo>
                    <a:pt x="1739" y="1304"/>
                  </a:lnTo>
                  <a:lnTo>
                    <a:pt x="1759" y="1264"/>
                  </a:lnTo>
                  <a:lnTo>
                    <a:pt x="1739" y="1245"/>
                  </a:lnTo>
                  <a:lnTo>
                    <a:pt x="1779" y="1166"/>
                  </a:lnTo>
                  <a:lnTo>
                    <a:pt x="1818" y="1106"/>
                  </a:lnTo>
                  <a:lnTo>
                    <a:pt x="1877" y="1027"/>
                  </a:lnTo>
                  <a:lnTo>
                    <a:pt x="1858" y="1087"/>
                  </a:lnTo>
                  <a:lnTo>
                    <a:pt x="1877" y="1047"/>
                  </a:lnTo>
                  <a:lnTo>
                    <a:pt x="1877" y="1067"/>
                  </a:lnTo>
                  <a:lnTo>
                    <a:pt x="1897" y="1067"/>
                  </a:lnTo>
                  <a:lnTo>
                    <a:pt x="1917" y="1027"/>
                  </a:lnTo>
                  <a:lnTo>
                    <a:pt x="1937" y="948"/>
                  </a:lnTo>
                  <a:lnTo>
                    <a:pt x="1937" y="988"/>
                  </a:lnTo>
                  <a:lnTo>
                    <a:pt x="1917" y="1047"/>
                  </a:lnTo>
                  <a:lnTo>
                    <a:pt x="1917" y="1067"/>
                  </a:lnTo>
                  <a:lnTo>
                    <a:pt x="1858" y="1205"/>
                  </a:lnTo>
                  <a:lnTo>
                    <a:pt x="1877" y="1185"/>
                  </a:lnTo>
                  <a:lnTo>
                    <a:pt x="1779" y="1363"/>
                  </a:lnTo>
                  <a:lnTo>
                    <a:pt x="1798" y="1403"/>
                  </a:lnTo>
                  <a:lnTo>
                    <a:pt x="1798" y="1422"/>
                  </a:lnTo>
                  <a:lnTo>
                    <a:pt x="1818" y="1403"/>
                  </a:lnTo>
                  <a:lnTo>
                    <a:pt x="1759" y="1541"/>
                  </a:lnTo>
                  <a:lnTo>
                    <a:pt x="1779" y="1521"/>
                  </a:lnTo>
                  <a:lnTo>
                    <a:pt x="1779" y="1541"/>
                  </a:lnTo>
                  <a:lnTo>
                    <a:pt x="1759" y="1600"/>
                  </a:lnTo>
                  <a:lnTo>
                    <a:pt x="1798" y="1541"/>
                  </a:lnTo>
                  <a:lnTo>
                    <a:pt x="1818" y="1462"/>
                  </a:lnTo>
                  <a:lnTo>
                    <a:pt x="1818" y="1482"/>
                  </a:lnTo>
                  <a:lnTo>
                    <a:pt x="1838" y="1462"/>
                  </a:lnTo>
                  <a:lnTo>
                    <a:pt x="1838" y="1403"/>
                  </a:lnTo>
                  <a:lnTo>
                    <a:pt x="1877" y="1403"/>
                  </a:lnTo>
                  <a:lnTo>
                    <a:pt x="1877" y="1442"/>
                  </a:lnTo>
                  <a:lnTo>
                    <a:pt x="1858" y="1482"/>
                  </a:lnTo>
                  <a:lnTo>
                    <a:pt x="1838" y="1501"/>
                  </a:lnTo>
                  <a:lnTo>
                    <a:pt x="1838" y="154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38" y="1580"/>
                  </a:lnTo>
                  <a:lnTo>
                    <a:pt x="1818" y="1620"/>
                  </a:lnTo>
                  <a:lnTo>
                    <a:pt x="1877" y="1541"/>
                  </a:lnTo>
                  <a:lnTo>
                    <a:pt x="1858" y="1600"/>
                  </a:lnTo>
                  <a:lnTo>
                    <a:pt x="1838" y="1660"/>
                  </a:lnTo>
                  <a:lnTo>
                    <a:pt x="1877" y="1580"/>
                  </a:lnTo>
                  <a:lnTo>
                    <a:pt x="1897" y="1541"/>
                  </a:lnTo>
                  <a:lnTo>
                    <a:pt x="1937" y="1501"/>
                  </a:lnTo>
                  <a:lnTo>
                    <a:pt x="1956" y="1442"/>
                  </a:lnTo>
                  <a:lnTo>
                    <a:pt x="1956" y="1462"/>
                  </a:lnTo>
                  <a:lnTo>
                    <a:pt x="1976" y="1422"/>
                  </a:lnTo>
                  <a:lnTo>
                    <a:pt x="1976" y="1383"/>
                  </a:lnTo>
                  <a:lnTo>
                    <a:pt x="1996" y="1383"/>
                  </a:lnTo>
                  <a:lnTo>
                    <a:pt x="1996" y="1403"/>
                  </a:lnTo>
                  <a:lnTo>
                    <a:pt x="1917" y="1580"/>
                  </a:lnTo>
                  <a:lnTo>
                    <a:pt x="1956" y="1521"/>
                  </a:lnTo>
                  <a:lnTo>
                    <a:pt x="1976" y="1482"/>
                  </a:lnTo>
                  <a:lnTo>
                    <a:pt x="1996" y="1462"/>
                  </a:lnTo>
                  <a:lnTo>
                    <a:pt x="2016" y="1442"/>
                  </a:lnTo>
                  <a:lnTo>
                    <a:pt x="2055" y="1343"/>
                  </a:lnTo>
                  <a:lnTo>
                    <a:pt x="2055" y="1383"/>
                  </a:lnTo>
                  <a:lnTo>
                    <a:pt x="2016" y="1482"/>
                  </a:lnTo>
                  <a:lnTo>
                    <a:pt x="2035" y="1482"/>
                  </a:lnTo>
                  <a:lnTo>
                    <a:pt x="1996" y="1600"/>
                  </a:lnTo>
                  <a:lnTo>
                    <a:pt x="2016" y="1580"/>
                  </a:lnTo>
                  <a:lnTo>
                    <a:pt x="2035" y="1541"/>
                  </a:lnTo>
                  <a:lnTo>
                    <a:pt x="2035" y="1521"/>
                  </a:lnTo>
                  <a:lnTo>
                    <a:pt x="2055" y="1482"/>
                  </a:lnTo>
                  <a:lnTo>
                    <a:pt x="2075" y="1403"/>
                  </a:lnTo>
                  <a:lnTo>
                    <a:pt x="2095" y="1324"/>
                  </a:lnTo>
                  <a:lnTo>
                    <a:pt x="2095" y="1284"/>
                  </a:lnTo>
                  <a:lnTo>
                    <a:pt x="2095" y="1245"/>
                  </a:lnTo>
                  <a:lnTo>
                    <a:pt x="2055" y="1324"/>
                  </a:lnTo>
                  <a:lnTo>
                    <a:pt x="2035" y="1383"/>
                  </a:lnTo>
                  <a:lnTo>
                    <a:pt x="2016" y="1383"/>
                  </a:lnTo>
                  <a:lnTo>
                    <a:pt x="2035" y="1343"/>
                  </a:lnTo>
                  <a:lnTo>
                    <a:pt x="2055" y="1304"/>
                  </a:lnTo>
                  <a:lnTo>
                    <a:pt x="2095" y="1225"/>
                  </a:lnTo>
                  <a:lnTo>
                    <a:pt x="2154" y="1106"/>
                  </a:lnTo>
                  <a:lnTo>
                    <a:pt x="2213" y="1027"/>
                  </a:lnTo>
                  <a:lnTo>
                    <a:pt x="2233" y="968"/>
                  </a:lnTo>
                  <a:lnTo>
                    <a:pt x="2238" y="968"/>
                  </a:lnTo>
                  <a:lnTo>
                    <a:pt x="2253" y="909"/>
                  </a:lnTo>
                  <a:lnTo>
                    <a:pt x="2253" y="889"/>
                  </a:lnTo>
                  <a:lnTo>
                    <a:pt x="2233" y="909"/>
                  </a:lnTo>
                  <a:lnTo>
                    <a:pt x="2272" y="850"/>
                  </a:lnTo>
                  <a:lnTo>
                    <a:pt x="2272" y="830"/>
                  </a:lnTo>
                  <a:lnTo>
                    <a:pt x="2272" y="810"/>
                  </a:lnTo>
                  <a:lnTo>
                    <a:pt x="2233" y="889"/>
                  </a:lnTo>
                  <a:lnTo>
                    <a:pt x="2233" y="869"/>
                  </a:lnTo>
                  <a:lnTo>
                    <a:pt x="2213" y="869"/>
                  </a:lnTo>
                  <a:lnTo>
                    <a:pt x="2193" y="889"/>
                  </a:lnTo>
                  <a:lnTo>
                    <a:pt x="2174" y="909"/>
                  </a:lnTo>
                  <a:lnTo>
                    <a:pt x="2154" y="948"/>
                  </a:lnTo>
                  <a:lnTo>
                    <a:pt x="2134" y="968"/>
                  </a:lnTo>
                  <a:lnTo>
                    <a:pt x="2114" y="968"/>
                  </a:lnTo>
                  <a:lnTo>
                    <a:pt x="2134" y="929"/>
                  </a:lnTo>
                  <a:lnTo>
                    <a:pt x="2075" y="988"/>
                  </a:lnTo>
                  <a:lnTo>
                    <a:pt x="2055" y="1087"/>
                  </a:lnTo>
                  <a:lnTo>
                    <a:pt x="2035" y="1126"/>
                  </a:lnTo>
                  <a:lnTo>
                    <a:pt x="2035" y="1106"/>
                  </a:lnTo>
                  <a:lnTo>
                    <a:pt x="2035" y="1067"/>
                  </a:lnTo>
                  <a:lnTo>
                    <a:pt x="2095" y="929"/>
                  </a:lnTo>
                  <a:lnTo>
                    <a:pt x="2035" y="1008"/>
                  </a:lnTo>
                  <a:lnTo>
                    <a:pt x="2075" y="909"/>
                  </a:lnTo>
                  <a:lnTo>
                    <a:pt x="2114" y="869"/>
                  </a:lnTo>
                  <a:lnTo>
                    <a:pt x="2114" y="889"/>
                  </a:lnTo>
                  <a:lnTo>
                    <a:pt x="2134" y="869"/>
                  </a:lnTo>
                  <a:lnTo>
                    <a:pt x="2134" y="889"/>
                  </a:lnTo>
                  <a:lnTo>
                    <a:pt x="2154" y="830"/>
                  </a:lnTo>
                  <a:lnTo>
                    <a:pt x="2174" y="830"/>
                  </a:lnTo>
                  <a:lnTo>
                    <a:pt x="2193" y="790"/>
                  </a:lnTo>
                  <a:lnTo>
                    <a:pt x="2193" y="751"/>
                  </a:lnTo>
                  <a:lnTo>
                    <a:pt x="2213" y="711"/>
                  </a:lnTo>
                  <a:lnTo>
                    <a:pt x="2193" y="731"/>
                  </a:lnTo>
                  <a:lnTo>
                    <a:pt x="2233" y="613"/>
                  </a:lnTo>
                  <a:lnTo>
                    <a:pt x="2253" y="613"/>
                  </a:lnTo>
                  <a:lnTo>
                    <a:pt x="2253" y="593"/>
                  </a:lnTo>
                  <a:lnTo>
                    <a:pt x="2253" y="573"/>
                  </a:lnTo>
                  <a:lnTo>
                    <a:pt x="2154" y="751"/>
                  </a:lnTo>
                  <a:lnTo>
                    <a:pt x="2134" y="771"/>
                  </a:lnTo>
                  <a:lnTo>
                    <a:pt x="2114" y="751"/>
                  </a:lnTo>
                  <a:lnTo>
                    <a:pt x="2154" y="711"/>
                  </a:lnTo>
                  <a:lnTo>
                    <a:pt x="2193" y="632"/>
                  </a:lnTo>
                  <a:lnTo>
                    <a:pt x="2174" y="652"/>
                  </a:lnTo>
                  <a:lnTo>
                    <a:pt x="2174" y="632"/>
                  </a:lnTo>
                  <a:lnTo>
                    <a:pt x="2154" y="672"/>
                  </a:lnTo>
                  <a:lnTo>
                    <a:pt x="2154" y="652"/>
                  </a:lnTo>
                  <a:lnTo>
                    <a:pt x="2174" y="573"/>
                  </a:lnTo>
                  <a:lnTo>
                    <a:pt x="2193" y="593"/>
                  </a:lnTo>
                  <a:lnTo>
                    <a:pt x="2213" y="534"/>
                  </a:lnTo>
                  <a:lnTo>
                    <a:pt x="2213" y="553"/>
                  </a:lnTo>
                  <a:lnTo>
                    <a:pt x="2233" y="494"/>
                  </a:lnTo>
                  <a:lnTo>
                    <a:pt x="2213" y="494"/>
                  </a:lnTo>
                  <a:lnTo>
                    <a:pt x="2213" y="514"/>
                  </a:lnTo>
                  <a:lnTo>
                    <a:pt x="2193" y="514"/>
                  </a:lnTo>
                  <a:lnTo>
                    <a:pt x="2233" y="435"/>
                  </a:lnTo>
                  <a:lnTo>
                    <a:pt x="2233" y="415"/>
                  </a:lnTo>
                  <a:lnTo>
                    <a:pt x="2213" y="395"/>
                  </a:lnTo>
                  <a:lnTo>
                    <a:pt x="2193" y="395"/>
                  </a:lnTo>
                  <a:lnTo>
                    <a:pt x="2174" y="455"/>
                  </a:lnTo>
                  <a:lnTo>
                    <a:pt x="2114" y="534"/>
                  </a:lnTo>
                  <a:lnTo>
                    <a:pt x="2154" y="435"/>
                  </a:lnTo>
                  <a:lnTo>
                    <a:pt x="2154" y="376"/>
                  </a:lnTo>
                  <a:lnTo>
                    <a:pt x="2144" y="405"/>
                  </a:lnTo>
                  <a:lnTo>
                    <a:pt x="2144" y="405"/>
                  </a:lnTo>
                  <a:lnTo>
                    <a:pt x="2134" y="415"/>
                  </a:lnTo>
                  <a:lnTo>
                    <a:pt x="2114" y="455"/>
                  </a:lnTo>
                  <a:lnTo>
                    <a:pt x="2114" y="455"/>
                  </a:lnTo>
                  <a:lnTo>
                    <a:pt x="2141" y="415"/>
                  </a:lnTo>
                  <a:lnTo>
                    <a:pt x="2141" y="415"/>
                  </a:lnTo>
                  <a:lnTo>
                    <a:pt x="2134" y="435"/>
                  </a:lnTo>
                  <a:lnTo>
                    <a:pt x="2114" y="494"/>
                  </a:lnTo>
                  <a:lnTo>
                    <a:pt x="2075" y="553"/>
                  </a:lnTo>
                  <a:lnTo>
                    <a:pt x="2055" y="553"/>
                  </a:lnTo>
                  <a:lnTo>
                    <a:pt x="2095" y="494"/>
                  </a:lnTo>
                  <a:lnTo>
                    <a:pt x="2114" y="474"/>
                  </a:lnTo>
                  <a:lnTo>
                    <a:pt x="2114" y="455"/>
                  </a:lnTo>
                  <a:lnTo>
                    <a:pt x="2114" y="435"/>
                  </a:lnTo>
                  <a:lnTo>
                    <a:pt x="2114" y="356"/>
                  </a:lnTo>
                  <a:lnTo>
                    <a:pt x="2075" y="415"/>
                  </a:lnTo>
                  <a:lnTo>
                    <a:pt x="2055" y="455"/>
                  </a:lnTo>
                  <a:lnTo>
                    <a:pt x="2075" y="435"/>
                  </a:lnTo>
                  <a:lnTo>
                    <a:pt x="2075" y="455"/>
                  </a:lnTo>
                  <a:lnTo>
                    <a:pt x="2035" y="534"/>
                  </a:lnTo>
                  <a:lnTo>
                    <a:pt x="2035" y="494"/>
                  </a:lnTo>
                  <a:lnTo>
                    <a:pt x="2035" y="455"/>
                  </a:lnTo>
                  <a:lnTo>
                    <a:pt x="2055" y="415"/>
                  </a:lnTo>
                  <a:lnTo>
                    <a:pt x="2055" y="435"/>
                  </a:lnTo>
                  <a:lnTo>
                    <a:pt x="2075" y="395"/>
                  </a:lnTo>
                  <a:lnTo>
                    <a:pt x="2035" y="395"/>
                  </a:lnTo>
                  <a:lnTo>
                    <a:pt x="2035" y="376"/>
                  </a:lnTo>
                  <a:lnTo>
                    <a:pt x="2035" y="356"/>
                  </a:lnTo>
                  <a:lnTo>
                    <a:pt x="1996" y="415"/>
                  </a:lnTo>
                  <a:lnTo>
                    <a:pt x="1976" y="494"/>
                  </a:lnTo>
                  <a:lnTo>
                    <a:pt x="1976" y="455"/>
                  </a:lnTo>
                  <a:lnTo>
                    <a:pt x="1996" y="415"/>
                  </a:lnTo>
                  <a:lnTo>
                    <a:pt x="1996" y="395"/>
                  </a:lnTo>
                  <a:lnTo>
                    <a:pt x="1976" y="395"/>
                  </a:lnTo>
                  <a:lnTo>
                    <a:pt x="1996" y="356"/>
                  </a:lnTo>
                  <a:lnTo>
                    <a:pt x="1956" y="395"/>
                  </a:lnTo>
                  <a:lnTo>
                    <a:pt x="1976" y="356"/>
                  </a:lnTo>
                  <a:lnTo>
                    <a:pt x="1976" y="336"/>
                  </a:lnTo>
                  <a:lnTo>
                    <a:pt x="1956" y="336"/>
                  </a:lnTo>
                  <a:lnTo>
                    <a:pt x="1917" y="376"/>
                  </a:lnTo>
                  <a:lnTo>
                    <a:pt x="1897" y="415"/>
                  </a:lnTo>
                  <a:lnTo>
                    <a:pt x="1858" y="435"/>
                  </a:lnTo>
                  <a:lnTo>
                    <a:pt x="1858" y="435"/>
                  </a:lnTo>
                  <a:lnTo>
                    <a:pt x="1917" y="356"/>
                  </a:lnTo>
                  <a:lnTo>
                    <a:pt x="1937" y="316"/>
                  </a:lnTo>
                  <a:lnTo>
                    <a:pt x="1937" y="297"/>
                  </a:lnTo>
                  <a:lnTo>
                    <a:pt x="1917" y="297"/>
                  </a:lnTo>
                  <a:lnTo>
                    <a:pt x="1897" y="316"/>
                  </a:lnTo>
                  <a:lnTo>
                    <a:pt x="1858" y="376"/>
                  </a:lnTo>
                  <a:lnTo>
                    <a:pt x="1858" y="376"/>
                  </a:lnTo>
                  <a:lnTo>
                    <a:pt x="1877" y="316"/>
                  </a:lnTo>
                  <a:lnTo>
                    <a:pt x="1838" y="376"/>
                  </a:lnTo>
                  <a:lnTo>
                    <a:pt x="1818" y="376"/>
                  </a:lnTo>
                  <a:lnTo>
                    <a:pt x="1838" y="336"/>
                  </a:lnTo>
                  <a:lnTo>
                    <a:pt x="1798" y="395"/>
                  </a:lnTo>
                  <a:lnTo>
                    <a:pt x="1759" y="474"/>
                  </a:lnTo>
                  <a:lnTo>
                    <a:pt x="1759" y="514"/>
                  </a:lnTo>
                  <a:lnTo>
                    <a:pt x="1779" y="494"/>
                  </a:lnTo>
                  <a:lnTo>
                    <a:pt x="1798" y="474"/>
                  </a:lnTo>
                  <a:lnTo>
                    <a:pt x="1798" y="474"/>
                  </a:lnTo>
                  <a:lnTo>
                    <a:pt x="1779" y="534"/>
                  </a:lnTo>
                  <a:lnTo>
                    <a:pt x="1759" y="613"/>
                  </a:lnTo>
                  <a:lnTo>
                    <a:pt x="1759" y="573"/>
                  </a:lnTo>
                  <a:lnTo>
                    <a:pt x="1739" y="613"/>
                  </a:lnTo>
                  <a:lnTo>
                    <a:pt x="1739" y="652"/>
                  </a:lnTo>
                  <a:lnTo>
                    <a:pt x="1680" y="711"/>
                  </a:lnTo>
                  <a:lnTo>
                    <a:pt x="1700" y="672"/>
                  </a:lnTo>
                  <a:lnTo>
                    <a:pt x="1719" y="632"/>
                  </a:lnTo>
                  <a:lnTo>
                    <a:pt x="1739" y="553"/>
                  </a:lnTo>
                  <a:lnTo>
                    <a:pt x="1719" y="593"/>
                  </a:lnTo>
                  <a:lnTo>
                    <a:pt x="1680" y="692"/>
                  </a:lnTo>
                  <a:lnTo>
                    <a:pt x="1660" y="731"/>
                  </a:lnTo>
                  <a:lnTo>
                    <a:pt x="1660" y="711"/>
                  </a:lnTo>
                  <a:lnTo>
                    <a:pt x="1660" y="672"/>
                  </a:lnTo>
                  <a:lnTo>
                    <a:pt x="1621" y="692"/>
                  </a:lnTo>
                  <a:lnTo>
                    <a:pt x="1660" y="632"/>
                  </a:lnTo>
                  <a:lnTo>
                    <a:pt x="1660" y="652"/>
                  </a:lnTo>
                  <a:lnTo>
                    <a:pt x="1680" y="613"/>
                  </a:lnTo>
                  <a:lnTo>
                    <a:pt x="1700" y="573"/>
                  </a:lnTo>
                  <a:lnTo>
                    <a:pt x="1719" y="514"/>
                  </a:lnTo>
                  <a:lnTo>
                    <a:pt x="1739" y="455"/>
                  </a:lnTo>
                  <a:lnTo>
                    <a:pt x="1798" y="356"/>
                  </a:lnTo>
                  <a:lnTo>
                    <a:pt x="1798" y="316"/>
                  </a:lnTo>
                  <a:lnTo>
                    <a:pt x="1779" y="336"/>
                  </a:lnTo>
                  <a:lnTo>
                    <a:pt x="1759" y="336"/>
                  </a:lnTo>
                  <a:lnTo>
                    <a:pt x="1739" y="376"/>
                  </a:lnTo>
                  <a:lnTo>
                    <a:pt x="1759" y="316"/>
                  </a:lnTo>
                  <a:lnTo>
                    <a:pt x="1739" y="316"/>
                  </a:lnTo>
                  <a:lnTo>
                    <a:pt x="1700" y="356"/>
                  </a:lnTo>
                  <a:lnTo>
                    <a:pt x="1700" y="356"/>
                  </a:lnTo>
                  <a:lnTo>
                    <a:pt x="1719" y="277"/>
                  </a:lnTo>
                  <a:lnTo>
                    <a:pt x="1700" y="277"/>
                  </a:lnTo>
                  <a:lnTo>
                    <a:pt x="1660" y="316"/>
                  </a:lnTo>
                  <a:lnTo>
                    <a:pt x="1621" y="356"/>
                  </a:lnTo>
                  <a:lnTo>
                    <a:pt x="1601" y="336"/>
                  </a:lnTo>
                  <a:lnTo>
                    <a:pt x="1601" y="277"/>
                  </a:lnTo>
                  <a:lnTo>
                    <a:pt x="1581" y="297"/>
                  </a:lnTo>
                  <a:lnTo>
                    <a:pt x="1561" y="297"/>
                  </a:lnTo>
                  <a:lnTo>
                    <a:pt x="1581" y="257"/>
                  </a:lnTo>
                  <a:lnTo>
                    <a:pt x="1581" y="237"/>
                  </a:lnTo>
                  <a:lnTo>
                    <a:pt x="1561" y="257"/>
                  </a:lnTo>
                  <a:lnTo>
                    <a:pt x="1542" y="277"/>
                  </a:lnTo>
                  <a:lnTo>
                    <a:pt x="1502" y="356"/>
                  </a:lnTo>
                  <a:lnTo>
                    <a:pt x="1542" y="257"/>
                  </a:lnTo>
                  <a:lnTo>
                    <a:pt x="1542" y="257"/>
                  </a:lnTo>
                  <a:lnTo>
                    <a:pt x="1463" y="277"/>
                  </a:lnTo>
                  <a:lnTo>
                    <a:pt x="1403" y="277"/>
                  </a:lnTo>
                  <a:lnTo>
                    <a:pt x="1403" y="257"/>
                  </a:lnTo>
                  <a:lnTo>
                    <a:pt x="1384" y="257"/>
                  </a:lnTo>
                  <a:lnTo>
                    <a:pt x="1344" y="297"/>
                  </a:lnTo>
                  <a:lnTo>
                    <a:pt x="1324" y="316"/>
                  </a:lnTo>
                  <a:lnTo>
                    <a:pt x="1305" y="316"/>
                  </a:lnTo>
                  <a:lnTo>
                    <a:pt x="1305" y="297"/>
                  </a:lnTo>
                  <a:lnTo>
                    <a:pt x="1285" y="336"/>
                  </a:lnTo>
                  <a:lnTo>
                    <a:pt x="1245" y="395"/>
                  </a:lnTo>
                  <a:lnTo>
                    <a:pt x="1206" y="514"/>
                  </a:lnTo>
                  <a:lnTo>
                    <a:pt x="1186" y="514"/>
                  </a:lnTo>
                  <a:lnTo>
                    <a:pt x="1206" y="474"/>
                  </a:lnTo>
                  <a:lnTo>
                    <a:pt x="1206" y="435"/>
                  </a:lnTo>
                  <a:lnTo>
                    <a:pt x="1206" y="415"/>
                  </a:lnTo>
                  <a:lnTo>
                    <a:pt x="1245" y="336"/>
                  </a:lnTo>
                  <a:lnTo>
                    <a:pt x="1285" y="257"/>
                  </a:lnTo>
                  <a:lnTo>
                    <a:pt x="1285" y="257"/>
                  </a:lnTo>
                  <a:lnTo>
                    <a:pt x="1245" y="316"/>
                  </a:lnTo>
                  <a:lnTo>
                    <a:pt x="1225" y="316"/>
                  </a:lnTo>
                  <a:lnTo>
                    <a:pt x="1225" y="277"/>
                  </a:lnTo>
                  <a:lnTo>
                    <a:pt x="1225" y="257"/>
                  </a:lnTo>
                  <a:lnTo>
                    <a:pt x="1245" y="237"/>
                  </a:lnTo>
                  <a:lnTo>
                    <a:pt x="1225" y="218"/>
                  </a:lnTo>
                  <a:lnTo>
                    <a:pt x="1206" y="257"/>
                  </a:lnTo>
                  <a:lnTo>
                    <a:pt x="1186" y="297"/>
                  </a:lnTo>
                  <a:lnTo>
                    <a:pt x="1186" y="277"/>
                  </a:lnTo>
                  <a:lnTo>
                    <a:pt x="1166" y="336"/>
                  </a:lnTo>
                  <a:lnTo>
                    <a:pt x="1186" y="257"/>
                  </a:lnTo>
                  <a:lnTo>
                    <a:pt x="1166" y="297"/>
                  </a:lnTo>
                  <a:lnTo>
                    <a:pt x="1146" y="316"/>
                  </a:lnTo>
                  <a:lnTo>
                    <a:pt x="1146" y="297"/>
                  </a:lnTo>
                  <a:lnTo>
                    <a:pt x="1146" y="277"/>
                  </a:lnTo>
                  <a:lnTo>
                    <a:pt x="1166" y="218"/>
                  </a:lnTo>
                  <a:lnTo>
                    <a:pt x="1127" y="257"/>
                  </a:lnTo>
                  <a:lnTo>
                    <a:pt x="1146" y="218"/>
                  </a:lnTo>
                  <a:lnTo>
                    <a:pt x="1107" y="198"/>
                  </a:lnTo>
                  <a:lnTo>
                    <a:pt x="1107" y="178"/>
                  </a:lnTo>
                  <a:lnTo>
                    <a:pt x="1087" y="158"/>
                  </a:lnTo>
                  <a:lnTo>
                    <a:pt x="1067" y="178"/>
                  </a:lnTo>
                  <a:lnTo>
                    <a:pt x="1028" y="237"/>
                  </a:lnTo>
                  <a:lnTo>
                    <a:pt x="1028" y="257"/>
                  </a:lnTo>
                  <a:lnTo>
                    <a:pt x="1008" y="297"/>
                  </a:lnTo>
                  <a:lnTo>
                    <a:pt x="988" y="336"/>
                  </a:lnTo>
                  <a:lnTo>
                    <a:pt x="969" y="336"/>
                  </a:lnTo>
                  <a:lnTo>
                    <a:pt x="988" y="297"/>
                  </a:lnTo>
                  <a:lnTo>
                    <a:pt x="988" y="257"/>
                  </a:lnTo>
                  <a:lnTo>
                    <a:pt x="1008" y="218"/>
                  </a:lnTo>
                  <a:lnTo>
                    <a:pt x="988" y="218"/>
                  </a:lnTo>
                  <a:lnTo>
                    <a:pt x="1008" y="178"/>
                  </a:lnTo>
                  <a:lnTo>
                    <a:pt x="988" y="198"/>
                  </a:lnTo>
                  <a:lnTo>
                    <a:pt x="949" y="218"/>
                  </a:lnTo>
                  <a:lnTo>
                    <a:pt x="969" y="198"/>
                  </a:lnTo>
                  <a:lnTo>
                    <a:pt x="988" y="158"/>
                  </a:lnTo>
                  <a:lnTo>
                    <a:pt x="969" y="178"/>
                  </a:lnTo>
                  <a:lnTo>
                    <a:pt x="988" y="139"/>
                  </a:lnTo>
                  <a:lnTo>
                    <a:pt x="969" y="158"/>
                  </a:lnTo>
                  <a:lnTo>
                    <a:pt x="949" y="178"/>
                  </a:lnTo>
                  <a:lnTo>
                    <a:pt x="909" y="257"/>
                  </a:lnTo>
                  <a:lnTo>
                    <a:pt x="909" y="237"/>
                  </a:lnTo>
                  <a:lnTo>
                    <a:pt x="890" y="257"/>
                  </a:lnTo>
                  <a:lnTo>
                    <a:pt x="949" y="178"/>
                  </a:lnTo>
                  <a:lnTo>
                    <a:pt x="870" y="277"/>
                  </a:lnTo>
                  <a:lnTo>
                    <a:pt x="890" y="237"/>
                  </a:lnTo>
                  <a:lnTo>
                    <a:pt x="870" y="257"/>
                  </a:lnTo>
                  <a:lnTo>
                    <a:pt x="870" y="237"/>
                  </a:lnTo>
                  <a:lnTo>
                    <a:pt x="830" y="297"/>
                  </a:lnTo>
                  <a:lnTo>
                    <a:pt x="811" y="336"/>
                  </a:lnTo>
                  <a:lnTo>
                    <a:pt x="811" y="297"/>
                  </a:lnTo>
                  <a:lnTo>
                    <a:pt x="850" y="198"/>
                  </a:lnTo>
                  <a:lnTo>
                    <a:pt x="850" y="218"/>
                  </a:lnTo>
                  <a:lnTo>
                    <a:pt x="850" y="237"/>
                  </a:lnTo>
                  <a:lnTo>
                    <a:pt x="870" y="178"/>
                  </a:lnTo>
                  <a:lnTo>
                    <a:pt x="870" y="139"/>
                  </a:lnTo>
                  <a:lnTo>
                    <a:pt x="850" y="119"/>
                  </a:lnTo>
                  <a:lnTo>
                    <a:pt x="830" y="11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771" y="139"/>
                  </a:lnTo>
                  <a:lnTo>
                    <a:pt x="751" y="79"/>
                  </a:lnTo>
                  <a:lnTo>
                    <a:pt x="692" y="79"/>
                  </a:lnTo>
                  <a:lnTo>
                    <a:pt x="672" y="119"/>
                  </a:lnTo>
                  <a:lnTo>
                    <a:pt x="672" y="60"/>
                  </a:lnTo>
                  <a:lnTo>
                    <a:pt x="633" y="139"/>
                  </a:lnTo>
                  <a:lnTo>
                    <a:pt x="593" y="158"/>
                  </a:lnTo>
                  <a:lnTo>
                    <a:pt x="554" y="198"/>
                  </a:lnTo>
                  <a:lnTo>
                    <a:pt x="495" y="297"/>
                  </a:lnTo>
                  <a:lnTo>
                    <a:pt x="514" y="237"/>
                  </a:lnTo>
                  <a:lnTo>
                    <a:pt x="554" y="178"/>
                  </a:lnTo>
                  <a:lnTo>
                    <a:pt x="514" y="218"/>
                  </a:lnTo>
                  <a:lnTo>
                    <a:pt x="495" y="237"/>
                  </a:lnTo>
                  <a:lnTo>
                    <a:pt x="495" y="237"/>
                  </a:lnTo>
                  <a:lnTo>
                    <a:pt x="514" y="198"/>
                  </a:lnTo>
                  <a:lnTo>
                    <a:pt x="514" y="178"/>
                  </a:lnTo>
                  <a:lnTo>
                    <a:pt x="534" y="158"/>
                  </a:lnTo>
                  <a:lnTo>
                    <a:pt x="534" y="139"/>
                  </a:lnTo>
                  <a:lnTo>
                    <a:pt x="514" y="158"/>
                  </a:lnTo>
                  <a:lnTo>
                    <a:pt x="514" y="139"/>
                  </a:lnTo>
                  <a:lnTo>
                    <a:pt x="475" y="218"/>
                  </a:lnTo>
                  <a:lnTo>
                    <a:pt x="435" y="277"/>
                  </a:lnTo>
                  <a:lnTo>
                    <a:pt x="416" y="316"/>
                  </a:lnTo>
                  <a:lnTo>
                    <a:pt x="416" y="297"/>
                  </a:lnTo>
                  <a:lnTo>
                    <a:pt x="356" y="336"/>
                  </a:lnTo>
                  <a:lnTo>
                    <a:pt x="277" y="336"/>
                  </a:lnTo>
                  <a:lnTo>
                    <a:pt x="238" y="297"/>
                  </a:lnTo>
                  <a:lnTo>
                    <a:pt x="258" y="257"/>
                  </a:lnTo>
                  <a:lnTo>
                    <a:pt x="238" y="257"/>
                  </a:lnTo>
                  <a:lnTo>
                    <a:pt x="238" y="237"/>
                  </a:lnTo>
                  <a:lnTo>
                    <a:pt x="258" y="198"/>
                  </a:lnTo>
                  <a:lnTo>
                    <a:pt x="238" y="218"/>
                  </a:lnTo>
                  <a:lnTo>
                    <a:pt x="218" y="237"/>
                  </a:lnTo>
                  <a:lnTo>
                    <a:pt x="218" y="198"/>
                  </a:lnTo>
                  <a:lnTo>
                    <a:pt x="238" y="198"/>
                  </a:lnTo>
                  <a:lnTo>
                    <a:pt x="218" y="178"/>
                  </a:lnTo>
                  <a:lnTo>
                    <a:pt x="218" y="158"/>
                  </a:lnTo>
                  <a:lnTo>
                    <a:pt x="218" y="119"/>
                  </a:lnTo>
                  <a:lnTo>
                    <a:pt x="198" y="139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-1572875" y="34082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-1607925" y="34215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-1578300" y="3422050"/>
              <a:ext cx="525" cy="25"/>
            </a:xfrm>
            <a:custGeom>
              <a:rect b="b" l="l" r="r" t="t"/>
              <a:pathLst>
                <a:path extrusionOk="0" h="1" w="21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-1684975" y="3350450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-1696325" y="3346500"/>
              <a:ext cx="18800" cy="6925"/>
            </a:xfrm>
            <a:custGeom>
              <a:rect b="b" l="l" r="r" t="t"/>
              <a:pathLst>
                <a:path extrusionOk="0" h="277" w="752">
                  <a:moveTo>
                    <a:pt x="435" y="40"/>
                  </a:moveTo>
                  <a:lnTo>
                    <a:pt x="455" y="59"/>
                  </a:lnTo>
                  <a:lnTo>
                    <a:pt x="455" y="79"/>
                  </a:lnTo>
                  <a:lnTo>
                    <a:pt x="494" y="79"/>
                  </a:lnTo>
                  <a:lnTo>
                    <a:pt x="435" y="40"/>
                  </a:lnTo>
                  <a:close/>
                  <a:moveTo>
                    <a:pt x="494" y="79"/>
                  </a:moveTo>
                  <a:lnTo>
                    <a:pt x="521" y="86"/>
                  </a:lnTo>
                  <a:lnTo>
                    <a:pt x="521" y="86"/>
                  </a:lnTo>
                  <a:lnTo>
                    <a:pt x="514" y="79"/>
                  </a:lnTo>
                  <a:close/>
                  <a:moveTo>
                    <a:pt x="652" y="158"/>
                  </a:moveTo>
                  <a:lnTo>
                    <a:pt x="672" y="178"/>
                  </a:lnTo>
                  <a:lnTo>
                    <a:pt x="712" y="178"/>
                  </a:lnTo>
                  <a:lnTo>
                    <a:pt x="692" y="158"/>
                  </a:lnTo>
                  <a:close/>
                  <a:moveTo>
                    <a:pt x="1" y="0"/>
                  </a:moveTo>
                  <a:lnTo>
                    <a:pt x="40" y="40"/>
                  </a:lnTo>
                  <a:lnTo>
                    <a:pt x="99" y="59"/>
                  </a:lnTo>
                  <a:lnTo>
                    <a:pt x="60" y="59"/>
                  </a:lnTo>
                  <a:lnTo>
                    <a:pt x="99" y="79"/>
                  </a:lnTo>
                  <a:lnTo>
                    <a:pt x="178" y="119"/>
                  </a:lnTo>
                  <a:lnTo>
                    <a:pt x="198" y="11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238" y="119"/>
                  </a:lnTo>
                  <a:lnTo>
                    <a:pt x="356" y="138"/>
                  </a:lnTo>
                  <a:lnTo>
                    <a:pt x="336" y="138"/>
                  </a:lnTo>
                  <a:lnTo>
                    <a:pt x="376" y="158"/>
                  </a:lnTo>
                  <a:lnTo>
                    <a:pt x="396" y="158"/>
                  </a:lnTo>
                  <a:lnTo>
                    <a:pt x="356" y="119"/>
                  </a:lnTo>
                  <a:lnTo>
                    <a:pt x="356" y="119"/>
                  </a:lnTo>
                  <a:lnTo>
                    <a:pt x="396" y="138"/>
                  </a:lnTo>
                  <a:lnTo>
                    <a:pt x="415" y="138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178"/>
                  </a:lnTo>
                  <a:lnTo>
                    <a:pt x="534" y="178"/>
                  </a:lnTo>
                  <a:lnTo>
                    <a:pt x="455" y="138"/>
                  </a:lnTo>
                  <a:lnTo>
                    <a:pt x="455" y="158"/>
                  </a:lnTo>
                  <a:lnTo>
                    <a:pt x="494" y="178"/>
                  </a:lnTo>
                  <a:lnTo>
                    <a:pt x="514" y="178"/>
                  </a:lnTo>
                  <a:lnTo>
                    <a:pt x="593" y="217"/>
                  </a:lnTo>
                  <a:lnTo>
                    <a:pt x="573" y="237"/>
                  </a:lnTo>
                  <a:lnTo>
                    <a:pt x="593" y="237"/>
                  </a:lnTo>
                  <a:lnTo>
                    <a:pt x="672" y="257"/>
                  </a:lnTo>
                  <a:lnTo>
                    <a:pt x="692" y="237"/>
                  </a:lnTo>
                  <a:lnTo>
                    <a:pt x="751" y="257"/>
                  </a:lnTo>
                  <a:lnTo>
                    <a:pt x="692" y="198"/>
                  </a:lnTo>
                  <a:lnTo>
                    <a:pt x="731" y="217"/>
                  </a:lnTo>
                  <a:lnTo>
                    <a:pt x="712" y="198"/>
                  </a:lnTo>
                  <a:lnTo>
                    <a:pt x="672" y="178"/>
                  </a:lnTo>
                  <a:lnTo>
                    <a:pt x="633" y="158"/>
                  </a:lnTo>
                  <a:lnTo>
                    <a:pt x="554" y="119"/>
                  </a:lnTo>
                  <a:lnTo>
                    <a:pt x="633" y="138"/>
                  </a:lnTo>
                  <a:lnTo>
                    <a:pt x="652" y="158"/>
                  </a:lnTo>
                  <a:lnTo>
                    <a:pt x="652" y="138"/>
                  </a:lnTo>
                  <a:lnTo>
                    <a:pt x="712" y="158"/>
                  </a:lnTo>
                  <a:lnTo>
                    <a:pt x="633" y="119"/>
                  </a:lnTo>
                  <a:lnTo>
                    <a:pt x="652" y="119"/>
                  </a:lnTo>
                  <a:lnTo>
                    <a:pt x="573" y="99"/>
                  </a:lnTo>
                  <a:lnTo>
                    <a:pt x="534" y="59"/>
                  </a:lnTo>
                  <a:lnTo>
                    <a:pt x="514" y="59"/>
                  </a:lnTo>
                  <a:lnTo>
                    <a:pt x="534" y="79"/>
                  </a:lnTo>
                  <a:lnTo>
                    <a:pt x="573" y="99"/>
                  </a:lnTo>
                  <a:lnTo>
                    <a:pt x="573" y="99"/>
                  </a:lnTo>
                  <a:lnTo>
                    <a:pt x="521" y="86"/>
                  </a:lnTo>
                  <a:lnTo>
                    <a:pt x="521" y="86"/>
                  </a:lnTo>
                  <a:lnTo>
                    <a:pt x="534" y="9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317" y="79"/>
                  </a:lnTo>
                  <a:lnTo>
                    <a:pt x="178" y="20"/>
                  </a:lnTo>
                  <a:lnTo>
                    <a:pt x="159" y="40"/>
                  </a:lnTo>
                  <a:lnTo>
                    <a:pt x="178" y="40"/>
                  </a:lnTo>
                  <a:lnTo>
                    <a:pt x="198" y="59"/>
                  </a:lnTo>
                  <a:lnTo>
                    <a:pt x="99" y="40"/>
                  </a:lnTo>
                  <a:lnTo>
                    <a:pt x="1" y="0"/>
                  </a:lnTo>
                  <a:close/>
                  <a:moveTo>
                    <a:pt x="672" y="257"/>
                  </a:moveTo>
                  <a:lnTo>
                    <a:pt x="751" y="277"/>
                  </a:lnTo>
                  <a:lnTo>
                    <a:pt x="712" y="257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-1679050" y="3346000"/>
              <a:ext cx="3000" cy="1500"/>
            </a:xfrm>
            <a:custGeom>
              <a:rect b="b" l="l" r="r" t="t"/>
              <a:pathLst>
                <a:path extrusionOk="0" h="60" w="120">
                  <a:moveTo>
                    <a:pt x="119" y="60"/>
                  </a:moveTo>
                  <a:lnTo>
                    <a:pt x="119" y="6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0" y="40"/>
                  </a:lnTo>
                  <a:lnTo>
                    <a:pt x="119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-1681025" y="3345500"/>
              <a:ext cx="2000" cy="1025"/>
            </a:xfrm>
            <a:custGeom>
              <a:rect b="b" l="l" r="r" t="t"/>
              <a:pathLst>
                <a:path extrusionOk="0" h="41" w="80">
                  <a:moveTo>
                    <a:pt x="1" y="1"/>
                  </a:moveTo>
                  <a:lnTo>
                    <a:pt x="33" y="9"/>
                  </a:lnTo>
                  <a:lnTo>
                    <a:pt x="33" y="9"/>
                  </a:lnTo>
                  <a:lnTo>
                    <a:pt x="21" y="1"/>
                  </a:lnTo>
                  <a:close/>
                  <a:moveTo>
                    <a:pt x="33" y="9"/>
                  </a:moveTo>
                  <a:lnTo>
                    <a:pt x="80" y="40"/>
                  </a:lnTo>
                  <a:lnTo>
                    <a:pt x="80" y="20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-1702750" y="3291175"/>
              <a:ext cx="39525" cy="57325"/>
            </a:xfrm>
            <a:custGeom>
              <a:rect b="b" l="l" r="r" t="t"/>
              <a:pathLst>
                <a:path extrusionOk="0" h="2293" w="1581">
                  <a:moveTo>
                    <a:pt x="1403" y="356"/>
                  </a:moveTo>
                  <a:lnTo>
                    <a:pt x="1403" y="376"/>
                  </a:lnTo>
                  <a:lnTo>
                    <a:pt x="1423" y="376"/>
                  </a:lnTo>
                  <a:lnTo>
                    <a:pt x="1403" y="356"/>
                  </a:lnTo>
                  <a:close/>
                  <a:moveTo>
                    <a:pt x="179" y="752"/>
                  </a:moveTo>
                  <a:lnTo>
                    <a:pt x="208" y="761"/>
                  </a:lnTo>
                  <a:lnTo>
                    <a:pt x="198" y="752"/>
                  </a:lnTo>
                  <a:close/>
                  <a:moveTo>
                    <a:pt x="139" y="732"/>
                  </a:moveTo>
                  <a:lnTo>
                    <a:pt x="100" y="752"/>
                  </a:lnTo>
                  <a:lnTo>
                    <a:pt x="179" y="771"/>
                  </a:lnTo>
                  <a:lnTo>
                    <a:pt x="159" y="752"/>
                  </a:lnTo>
                  <a:lnTo>
                    <a:pt x="179" y="752"/>
                  </a:lnTo>
                  <a:lnTo>
                    <a:pt x="139" y="732"/>
                  </a:lnTo>
                  <a:close/>
                  <a:moveTo>
                    <a:pt x="208" y="761"/>
                  </a:moveTo>
                  <a:lnTo>
                    <a:pt x="218" y="77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38" y="771"/>
                  </a:lnTo>
                  <a:lnTo>
                    <a:pt x="208" y="761"/>
                  </a:lnTo>
                  <a:close/>
                  <a:moveTo>
                    <a:pt x="1403" y="870"/>
                  </a:moveTo>
                  <a:lnTo>
                    <a:pt x="1443" y="910"/>
                  </a:lnTo>
                  <a:lnTo>
                    <a:pt x="1443" y="910"/>
                  </a:lnTo>
                  <a:lnTo>
                    <a:pt x="1423" y="870"/>
                  </a:lnTo>
                  <a:close/>
                  <a:moveTo>
                    <a:pt x="139" y="890"/>
                  </a:moveTo>
                  <a:lnTo>
                    <a:pt x="238" y="929"/>
                  </a:lnTo>
                  <a:lnTo>
                    <a:pt x="179" y="890"/>
                  </a:lnTo>
                  <a:close/>
                  <a:moveTo>
                    <a:pt x="1033" y="1537"/>
                  </a:moveTo>
                  <a:lnTo>
                    <a:pt x="1028" y="1542"/>
                  </a:lnTo>
                  <a:lnTo>
                    <a:pt x="1048" y="1542"/>
                  </a:lnTo>
                  <a:lnTo>
                    <a:pt x="1033" y="1537"/>
                  </a:lnTo>
                  <a:close/>
                  <a:moveTo>
                    <a:pt x="139" y="1561"/>
                  </a:moveTo>
                  <a:lnTo>
                    <a:pt x="159" y="1581"/>
                  </a:lnTo>
                  <a:lnTo>
                    <a:pt x="218" y="1581"/>
                  </a:lnTo>
                  <a:lnTo>
                    <a:pt x="139" y="1561"/>
                  </a:lnTo>
                  <a:close/>
                  <a:moveTo>
                    <a:pt x="40" y="1621"/>
                  </a:moveTo>
                  <a:lnTo>
                    <a:pt x="119" y="1660"/>
                  </a:lnTo>
                  <a:lnTo>
                    <a:pt x="139" y="1680"/>
                  </a:lnTo>
                  <a:lnTo>
                    <a:pt x="159" y="1700"/>
                  </a:lnTo>
                  <a:lnTo>
                    <a:pt x="198" y="1719"/>
                  </a:lnTo>
                  <a:lnTo>
                    <a:pt x="258" y="1739"/>
                  </a:lnTo>
                  <a:lnTo>
                    <a:pt x="277" y="1739"/>
                  </a:lnTo>
                  <a:lnTo>
                    <a:pt x="238" y="1719"/>
                  </a:lnTo>
                  <a:lnTo>
                    <a:pt x="218" y="1700"/>
                  </a:lnTo>
                  <a:lnTo>
                    <a:pt x="258" y="1700"/>
                  </a:lnTo>
                  <a:lnTo>
                    <a:pt x="139" y="1660"/>
                  </a:lnTo>
                  <a:lnTo>
                    <a:pt x="159" y="1640"/>
                  </a:lnTo>
                  <a:lnTo>
                    <a:pt x="139" y="1640"/>
                  </a:lnTo>
                  <a:lnTo>
                    <a:pt x="40" y="1621"/>
                  </a:lnTo>
                  <a:close/>
                  <a:moveTo>
                    <a:pt x="475" y="1818"/>
                  </a:moveTo>
                  <a:lnTo>
                    <a:pt x="495" y="1838"/>
                  </a:lnTo>
                  <a:lnTo>
                    <a:pt x="514" y="1838"/>
                  </a:lnTo>
                  <a:lnTo>
                    <a:pt x="475" y="1818"/>
                  </a:lnTo>
                  <a:close/>
                  <a:moveTo>
                    <a:pt x="1245" y="1996"/>
                  </a:moveTo>
                  <a:lnTo>
                    <a:pt x="1304" y="2016"/>
                  </a:lnTo>
                  <a:lnTo>
                    <a:pt x="1304" y="2016"/>
                  </a:lnTo>
                  <a:lnTo>
                    <a:pt x="1285" y="1996"/>
                  </a:lnTo>
                  <a:close/>
                  <a:moveTo>
                    <a:pt x="159" y="2095"/>
                  </a:moveTo>
                  <a:lnTo>
                    <a:pt x="179" y="2114"/>
                  </a:lnTo>
                  <a:lnTo>
                    <a:pt x="198" y="2095"/>
                  </a:lnTo>
                  <a:close/>
                  <a:moveTo>
                    <a:pt x="1462" y="1"/>
                  </a:moveTo>
                  <a:lnTo>
                    <a:pt x="850" y="317"/>
                  </a:lnTo>
                  <a:lnTo>
                    <a:pt x="297" y="633"/>
                  </a:lnTo>
                  <a:lnTo>
                    <a:pt x="198" y="692"/>
                  </a:lnTo>
                  <a:lnTo>
                    <a:pt x="238" y="692"/>
                  </a:lnTo>
                  <a:lnTo>
                    <a:pt x="238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297" y="771"/>
                  </a:lnTo>
                  <a:lnTo>
                    <a:pt x="317" y="771"/>
                  </a:lnTo>
                  <a:lnTo>
                    <a:pt x="337" y="791"/>
                  </a:lnTo>
                  <a:lnTo>
                    <a:pt x="337" y="811"/>
                  </a:lnTo>
                  <a:lnTo>
                    <a:pt x="297" y="791"/>
                  </a:lnTo>
                  <a:lnTo>
                    <a:pt x="277" y="79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58" y="791"/>
                  </a:lnTo>
                  <a:lnTo>
                    <a:pt x="277" y="811"/>
                  </a:lnTo>
                  <a:lnTo>
                    <a:pt x="258" y="811"/>
                  </a:lnTo>
                  <a:lnTo>
                    <a:pt x="238" y="791"/>
                  </a:lnTo>
                  <a:lnTo>
                    <a:pt x="238" y="811"/>
                  </a:lnTo>
                  <a:lnTo>
                    <a:pt x="258" y="831"/>
                  </a:lnTo>
                  <a:lnTo>
                    <a:pt x="198" y="811"/>
                  </a:lnTo>
                  <a:lnTo>
                    <a:pt x="218" y="831"/>
                  </a:lnTo>
                  <a:lnTo>
                    <a:pt x="159" y="831"/>
                  </a:lnTo>
                  <a:lnTo>
                    <a:pt x="179" y="850"/>
                  </a:lnTo>
                  <a:lnTo>
                    <a:pt x="218" y="870"/>
                  </a:lnTo>
                  <a:lnTo>
                    <a:pt x="277" y="870"/>
                  </a:lnTo>
                  <a:lnTo>
                    <a:pt x="356" y="910"/>
                  </a:lnTo>
                  <a:lnTo>
                    <a:pt x="356" y="929"/>
                  </a:lnTo>
                  <a:lnTo>
                    <a:pt x="297" y="929"/>
                  </a:lnTo>
                  <a:lnTo>
                    <a:pt x="337" y="949"/>
                  </a:lnTo>
                  <a:lnTo>
                    <a:pt x="297" y="949"/>
                  </a:lnTo>
                  <a:lnTo>
                    <a:pt x="297" y="969"/>
                  </a:lnTo>
                  <a:lnTo>
                    <a:pt x="258" y="949"/>
                  </a:lnTo>
                  <a:lnTo>
                    <a:pt x="258" y="929"/>
                  </a:lnTo>
                  <a:lnTo>
                    <a:pt x="198" y="929"/>
                  </a:lnTo>
                  <a:lnTo>
                    <a:pt x="159" y="910"/>
                  </a:lnTo>
                  <a:lnTo>
                    <a:pt x="176" y="945"/>
                  </a:lnTo>
                  <a:lnTo>
                    <a:pt x="176" y="945"/>
                  </a:lnTo>
                  <a:lnTo>
                    <a:pt x="100" y="929"/>
                  </a:lnTo>
                  <a:lnTo>
                    <a:pt x="80" y="929"/>
                  </a:lnTo>
                  <a:lnTo>
                    <a:pt x="119" y="949"/>
                  </a:lnTo>
                  <a:lnTo>
                    <a:pt x="159" y="949"/>
                  </a:lnTo>
                  <a:lnTo>
                    <a:pt x="159" y="969"/>
                  </a:lnTo>
                  <a:lnTo>
                    <a:pt x="139" y="969"/>
                  </a:lnTo>
                  <a:lnTo>
                    <a:pt x="139" y="989"/>
                  </a:lnTo>
                  <a:lnTo>
                    <a:pt x="119" y="989"/>
                  </a:lnTo>
                  <a:lnTo>
                    <a:pt x="179" y="1008"/>
                  </a:lnTo>
                  <a:lnTo>
                    <a:pt x="179" y="1008"/>
                  </a:lnTo>
                  <a:lnTo>
                    <a:pt x="159" y="989"/>
                  </a:lnTo>
                  <a:lnTo>
                    <a:pt x="198" y="989"/>
                  </a:lnTo>
                  <a:lnTo>
                    <a:pt x="218" y="1008"/>
                  </a:lnTo>
                  <a:lnTo>
                    <a:pt x="218" y="1028"/>
                  </a:lnTo>
                  <a:lnTo>
                    <a:pt x="238" y="1048"/>
                  </a:lnTo>
                  <a:lnTo>
                    <a:pt x="258" y="1087"/>
                  </a:lnTo>
                  <a:lnTo>
                    <a:pt x="198" y="1087"/>
                  </a:lnTo>
                  <a:lnTo>
                    <a:pt x="139" y="1048"/>
                  </a:lnTo>
                  <a:lnTo>
                    <a:pt x="139" y="1028"/>
                  </a:lnTo>
                  <a:lnTo>
                    <a:pt x="139" y="1008"/>
                  </a:lnTo>
                  <a:lnTo>
                    <a:pt x="119" y="1028"/>
                  </a:lnTo>
                  <a:lnTo>
                    <a:pt x="119" y="1048"/>
                  </a:lnTo>
                  <a:lnTo>
                    <a:pt x="159" y="1087"/>
                  </a:lnTo>
                  <a:lnTo>
                    <a:pt x="139" y="1087"/>
                  </a:lnTo>
                  <a:lnTo>
                    <a:pt x="80" y="1068"/>
                  </a:lnTo>
                  <a:lnTo>
                    <a:pt x="21" y="1068"/>
                  </a:lnTo>
                  <a:lnTo>
                    <a:pt x="21" y="1087"/>
                  </a:lnTo>
                  <a:lnTo>
                    <a:pt x="119" y="1107"/>
                  </a:lnTo>
                  <a:lnTo>
                    <a:pt x="100" y="1127"/>
                  </a:lnTo>
                  <a:lnTo>
                    <a:pt x="139" y="1127"/>
                  </a:lnTo>
                  <a:lnTo>
                    <a:pt x="179" y="1147"/>
                  </a:lnTo>
                  <a:lnTo>
                    <a:pt x="159" y="1147"/>
                  </a:lnTo>
                  <a:lnTo>
                    <a:pt x="119" y="1127"/>
                  </a:lnTo>
                  <a:lnTo>
                    <a:pt x="119" y="1147"/>
                  </a:lnTo>
                  <a:lnTo>
                    <a:pt x="100" y="1147"/>
                  </a:lnTo>
                  <a:lnTo>
                    <a:pt x="159" y="1166"/>
                  </a:lnTo>
                  <a:lnTo>
                    <a:pt x="198" y="1206"/>
                  </a:lnTo>
                  <a:lnTo>
                    <a:pt x="179" y="1206"/>
                  </a:lnTo>
                  <a:lnTo>
                    <a:pt x="159" y="1186"/>
                  </a:lnTo>
                  <a:lnTo>
                    <a:pt x="139" y="1186"/>
                  </a:lnTo>
                  <a:lnTo>
                    <a:pt x="139" y="1166"/>
                  </a:lnTo>
                  <a:lnTo>
                    <a:pt x="119" y="1186"/>
                  </a:lnTo>
                  <a:lnTo>
                    <a:pt x="179" y="1226"/>
                  </a:lnTo>
                  <a:lnTo>
                    <a:pt x="218" y="1226"/>
                  </a:lnTo>
                  <a:lnTo>
                    <a:pt x="258" y="1245"/>
                  </a:lnTo>
                  <a:lnTo>
                    <a:pt x="159" y="1245"/>
                  </a:lnTo>
                  <a:lnTo>
                    <a:pt x="218" y="1265"/>
                  </a:lnTo>
                  <a:lnTo>
                    <a:pt x="238" y="1285"/>
                  </a:lnTo>
                  <a:lnTo>
                    <a:pt x="277" y="1305"/>
                  </a:lnTo>
                  <a:lnTo>
                    <a:pt x="218" y="1305"/>
                  </a:lnTo>
                  <a:lnTo>
                    <a:pt x="198" y="1285"/>
                  </a:lnTo>
                  <a:lnTo>
                    <a:pt x="139" y="1285"/>
                  </a:lnTo>
                  <a:lnTo>
                    <a:pt x="100" y="1245"/>
                  </a:lnTo>
                  <a:lnTo>
                    <a:pt x="80" y="1245"/>
                  </a:lnTo>
                  <a:lnTo>
                    <a:pt x="100" y="1265"/>
                  </a:lnTo>
                  <a:lnTo>
                    <a:pt x="119" y="1285"/>
                  </a:lnTo>
                  <a:lnTo>
                    <a:pt x="80" y="1285"/>
                  </a:lnTo>
                  <a:lnTo>
                    <a:pt x="80" y="1305"/>
                  </a:lnTo>
                  <a:lnTo>
                    <a:pt x="119" y="1305"/>
                  </a:lnTo>
                  <a:lnTo>
                    <a:pt x="179" y="1324"/>
                  </a:lnTo>
                  <a:lnTo>
                    <a:pt x="100" y="1324"/>
                  </a:lnTo>
                  <a:lnTo>
                    <a:pt x="139" y="1344"/>
                  </a:lnTo>
                  <a:lnTo>
                    <a:pt x="218" y="1384"/>
                  </a:lnTo>
                  <a:lnTo>
                    <a:pt x="277" y="1384"/>
                  </a:lnTo>
                  <a:lnTo>
                    <a:pt x="297" y="1403"/>
                  </a:lnTo>
                  <a:lnTo>
                    <a:pt x="317" y="1403"/>
                  </a:lnTo>
                  <a:lnTo>
                    <a:pt x="356" y="1423"/>
                  </a:lnTo>
                  <a:lnTo>
                    <a:pt x="396" y="1423"/>
                  </a:lnTo>
                  <a:lnTo>
                    <a:pt x="356" y="1443"/>
                  </a:lnTo>
                  <a:lnTo>
                    <a:pt x="297" y="1443"/>
                  </a:lnTo>
                  <a:lnTo>
                    <a:pt x="159" y="1384"/>
                  </a:lnTo>
                  <a:lnTo>
                    <a:pt x="1" y="1324"/>
                  </a:lnTo>
                  <a:lnTo>
                    <a:pt x="21" y="1364"/>
                  </a:lnTo>
                  <a:lnTo>
                    <a:pt x="21" y="1384"/>
                  </a:lnTo>
                  <a:lnTo>
                    <a:pt x="1" y="1384"/>
                  </a:lnTo>
                  <a:lnTo>
                    <a:pt x="80" y="1423"/>
                  </a:lnTo>
                  <a:lnTo>
                    <a:pt x="179" y="1463"/>
                  </a:lnTo>
                  <a:lnTo>
                    <a:pt x="159" y="1463"/>
                  </a:lnTo>
                  <a:lnTo>
                    <a:pt x="179" y="1482"/>
                  </a:lnTo>
                  <a:lnTo>
                    <a:pt x="198" y="1502"/>
                  </a:lnTo>
                  <a:lnTo>
                    <a:pt x="198" y="1522"/>
                  </a:lnTo>
                  <a:lnTo>
                    <a:pt x="238" y="1542"/>
                  </a:lnTo>
                  <a:lnTo>
                    <a:pt x="337" y="1561"/>
                  </a:lnTo>
                  <a:lnTo>
                    <a:pt x="337" y="1581"/>
                  </a:lnTo>
                  <a:lnTo>
                    <a:pt x="356" y="1581"/>
                  </a:lnTo>
                  <a:lnTo>
                    <a:pt x="396" y="1621"/>
                  </a:lnTo>
                  <a:lnTo>
                    <a:pt x="337" y="1601"/>
                  </a:lnTo>
                  <a:lnTo>
                    <a:pt x="317" y="1621"/>
                  </a:lnTo>
                  <a:lnTo>
                    <a:pt x="337" y="1640"/>
                  </a:lnTo>
                  <a:lnTo>
                    <a:pt x="277" y="1601"/>
                  </a:lnTo>
                  <a:lnTo>
                    <a:pt x="297" y="1601"/>
                  </a:lnTo>
                  <a:lnTo>
                    <a:pt x="258" y="1581"/>
                  </a:lnTo>
                  <a:lnTo>
                    <a:pt x="218" y="1581"/>
                  </a:lnTo>
                  <a:lnTo>
                    <a:pt x="238" y="1601"/>
                  </a:lnTo>
                  <a:lnTo>
                    <a:pt x="179" y="1601"/>
                  </a:lnTo>
                  <a:lnTo>
                    <a:pt x="159" y="1621"/>
                  </a:lnTo>
                  <a:lnTo>
                    <a:pt x="159" y="1640"/>
                  </a:lnTo>
                  <a:lnTo>
                    <a:pt x="198" y="1640"/>
                  </a:lnTo>
                  <a:lnTo>
                    <a:pt x="277" y="1680"/>
                  </a:lnTo>
                  <a:lnTo>
                    <a:pt x="317" y="1700"/>
                  </a:lnTo>
                  <a:lnTo>
                    <a:pt x="337" y="1719"/>
                  </a:lnTo>
                  <a:lnTo>
                    <a:pt x="376" y="1719"/>
                  </a:lnTo>
                  <a:lnTo>
                    <a:pt x="396" y="1700"/>
                  </a:lnTo>
                  <a:lnTo>
                    <a:pt x="495" y="1719"/>
                  </a:lnTo>
                  <a:lnTo>
                    <a:pt x="613" y="1798"/>
                  </a:lnTo>
                  <a:lnTo>
                    <a:pt x="554" y="1779"/>
                  </a:lnTo>
                  <a:lnTo>
                    <a:pt x="633" y="1818"/>
                  </a:lnTo>
                  <a:lnTo>
                    <a:pt x="514" y="1798"/>
                  </a:lnTo>
                  <a:lnTo>
                    <a:pt x="534" y="1818"/>
                  </a:lnTo>
                  <a:lnTo>
                    <a:pt x="514" y="1838"/>
                  </a:lnTo>
                  <a:lnTo>
                    <a:pt x="574" y="1838"/>
                  </a:lnTo>
                  <a:lnTo>
                    <a:pt x="574" y="1818"/>
                  </a:lnTo>
                  <a:lnTo>
                    <a:pt x="613" y="1838"/>
                  </a:lnTo>
                  <a:lnTo>
                    <a:pt x="593" y="1858"/>
                  </a:lnTo>
                  <a:lnTo>
                    <a:pt x="633" y="1877"/>
                  </a:lnTo>
                  <a:lnTo>
                    <a:pt x="712" y="1897"/>
                  </a:lnTo>
                  <a:lnTo>
                    <a:pt x="593" y="1897"/>
                  </a:lnTo>
                  <a:lnTo>
                    <a:pt x="455" y="1838"/>
                  </a:lnTo>
                  <a:lnTo>
                    <a:pt x="475" y="1858"/>
                  </a:lnTo>
                  <a:lnTo>
                    <a:pt x="475" y="1858"/>
                  </a:lnTo>
                  <a:lnTo>
                    <a:pt x="277" y="1779"/>
                  </a:lnTo>
                  <a:lnTo>
                    <a:pt x="258" y="1798"/>
                  </a:lnTo>
                  <a:lnTo>
                    <a:pt x="238" y="1818"/>
                  </a:lnTo>
                  <a:lnTo>
                    <a:pt x="100" y="1779"/>
                  </a:lnTo>
                  <a:lnTo>
                    <a:pt x="119" y="1818"/>
                  </a:lnTo>
                  <a:lnTo>
                    <a:pt x="40" y="1818"/>
                  </a:lnTo>
                  <a:lnTo>
                    <a:pt x="80" y="1838"/>
                  </a:lnTo>
                  <a:lnTo>
                    <a:pt x="100" y="1838"/>
                  </a:lnTo>
                  <a:lnTo>
                    <a:pt x="179" y="1858"/>
                  </a:lnTo>
                  <a:lnTo>
                    <a:pt x="159" y="1858"/>
                  </a:lnTo>
                  <a:lnTo>
                    <a:pt x="179" y="1877"/>
                  </a:lnTo>
                  <a:lnTo>
                    <a:pt x="198" y="1858"/>
                  </a:lnTo>
                  <a:lnTo>
                    <a:pt x="238" y="1858"/>
                  </a:lnTo>
                  <a:lnTo>
                    <a:pt x="277" y="1877"/>
                  </a:lnTo>
                  <a:lnTo>
                    <a:pt x="337" y="1897"/>
                  </a:lnTo>
                  <a:lnTo>
                    <a:pt x="356" y="1877"/>
                  </a:lnTo>
                  <a:lnTo>
                    <a:pt x="396" y="1897"/>
                  </a:lnTo>
                  <a:lnTo>
                    <a:pt x="380" y="1913"/>
                  </a:lnTo>
                  <a:lnTo>
                    <a:pt x="380" y="1913"/>
                  </a:lnTo>
                  <a:lnTo>
                    <a:pt x="238" y="1877"/>
                  </a:lnTo>
                  <a:lnTo>
                    <a:pt x="258" y="1897"/>
                  </a:lnTo>
                  <a:lnTo>
                    <a:pt x="179" y="1897"/>
                  </a:lnTo>
                  <a:lnTo>
                    <a:pt x="159" y="1877"/>
                  </a:lnTo>
                  <a:lnTo>
                    <a:pt x="139" y="1877"/>
                  </a:lnTo>
                  <a:lnTo>
                    <a:pt x="139" y="1897"/>
                  </a:lnTo>
                  <a:lnTo>
                    <a:pt x="119" y="1877"/>
                  </a:lnTo>
                  <a:lnTo>
                    <a:pt x="100" y="1877"/>
                  </a:lnTo>
                  <a:lnTo>
                    <a:pt x="100" y="1858"/>
                  </a:lnTo>
                  <a:lnTo>
                    <a:pt x="60" y="1897"/>
                  </a:lnTo>
                  <a:lnTo>
                    <a:pt x="40" y="1877"/>
                  </a:lnTo>
                  <a:lnTo>
                    <a:pt x="21" y="1877"/>
                  </a:lnTo>
                  <a:lnTo>
                    <a:pt x="119" y="1937"/>
                  </a:lnTo>
                  <a:lnTo>
                    <a:pt x="60" y="1937"/>
                  </a:lnTo>
                  <a:lnTo>
                    <a:pt x="80" y="1956"/>
                  </a:lnTo>
                  <a:lnTo>
                    <a:pt x="100" y="1976"/>
                  </a:lnTo>
                  <a:lnTo>
                    <a:pt x="159" y="1996"/>
                  </a:lnTo>
                  <a:lnTo>
                    <a:pt x="218" y="2016"/>
                  </a:lnTo>
                  <a:lnTo>
                    <a:pt x="238" y="2016"/>
                  </a:lnTo>
                  <a:lnTo>
                    <a:pt x="258" y="2035"/>
                  </a:lnTo>
                  <a:lnTo>
                    <a:pt x="80" y="1996"/>
                  </a:lnTo>
                  <a:lnTo>
                    <a:pt x="60" y="1996"/>
                  </a:lnTo>
                  <a:lnTo>
                    <a:pt x="119" y="2035"/>
                  </a:lnTo>
                  <a:lnTo>
                    <a:pt x="179" y="2035"/>
                  </a:lnTo>
                  <a:lnTo>
                    <a:pt x="198" y="2055"/>
                  </a:lnTo>
                  <a:lnTo>
                    <a:pt x="179" y="2075"/>
                  </a:lnTo>
                  <a:lnTo>
                    <a:pt x="218" y="2095"/>
                  </a:lnTo>
                  <a:lnTo>
                    <a:pt x="258" y="2095"/>
                  </a:lnTo>
                  <a:lnTo>
                    <a:pt x="317" y="2134"/>
                  </a:lnTo>
                  <a:lnTo>
                    <a:pt x="277" y="2134"/>
                  </a:lnTo>
                  <a:lnTo>
                    <a:pt x="179" y="2114"/>
                  </a:lnTo>
                  <a:lnTo>
                    <a:pt x="119" y="2114"/>
                  </a:lnTo>
                  <a:lnTo>
                    <a:pt x="60" y="2095"/>
                  </a:lnTo>
                  <a:lnTo>
                    <a:pt x="80" y="2114"/>
                  </a:lnTo>
                  <a:lnTo>
                    <a:pt x="40" y="2114"/>
                  </a:lnTo>
                  <a:lnTo>
                    <a:pt x="80" y="2134"/>
                  </a:lnTo>
                  <a:lnTo>
                    <a:pt x="139" y="2134"/>
                  </a:lnTo>
                  <a:lnTo>
                    <a:pt x="258" y="2193"/>
                  </a:lnTo>
                  <a:lnTo>
                    <a:pt x="258" y="2174"/>
                  </a:lnTo>
                  <a:lnTo>
                    <a:pt x="238" y="2174"/>
                  </a:lnTo>
                  <a:lnTo>
                    <a:pt x="198" y="2154"/>
                  </a:lnTo>
                  <a:lnTo>
                    <a:pt x="179" y="2134"/>
                  </a:lnTo>
                  <a:lnTo>
                    <a:pt x="179" y="2134"/>
                  </a:lnTo>
                  <a:lnTo>
                    <a:pt x="258" y="2174"/>
                  </a:lnTo>
                  <a:lnTo>
                    <a:pt x="317" y="2193"/>
                  </a:lnTo>
                  <a:lnTo>
                    <a:pt x="376" y="2213"/>
                  </a:lnTo>
                  <a:lnTo>
                    <a:pt x="416" y="2233"/>
                  </a:lnTo>
                  <a:lnTo>
                    <a:pt x="396" y="2213"/>
                  </a:lnTo>
                  <a:lnTo>
                    <a:pt x="317" y="2174"/>
                  </a:lnTo>
                  <a:lnTo>
                    <a:pt x="297" y="2174"/>
                  </a:lnTo>
                  <a:lnTo>
                    <a:pt x="258" y="2154"/>
                  </a:lnTo>
                  <a:lnTo>
                    <a:pt x="337" y="2174"/>
                  </a:lnTo>
                  <a:lnTo>
                    <a:pt x="356" y="2154"/>
                  </a:lnTo>
                  <a:lnTo>
                    <a:pt x="376" y="2154"/>
                  </a:lnTo>
                  <a:lnTo>
                    <a:pt x="416" y="2134"/>
                  </a:lnTo>
                  <a:lnTo>
                    <a:pt x="356" y="2114"/>
                  </a:lnTo>
                  <a:lnTo>
                    <a:pt x="277" y="2095"/>
                  </a:lnTo>
                  <a:lnTo>
                    <a:pt x="277" y="2075"/>
                  </a:lnTo>
                  <a:lnTo>
                    <a:pt x="337" y="2095"/>
                  </a:lnTo>
                  <a:lnTo>
                    <a:pt x="356" y="2114"/>
                  </a:lnTo>
                  <a:lnTo>
                    <a:pt x="435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33"/>
                  </a:lnTo>
                  <a:lnTo>
                    <a:pt x="692" y="2253"/>
                  </a:lnTo>
                  <a:lnTo>
                    <a:pt x="751" y="2253"/>
                  </a:lnTo>
                  <a:lnTo>
                    <a:pt x="791" y="2272"/>
                  </a:lnTo>
                  <a:lnTo>
                    <a:pt x="791" y="2253"/>
                  </a:lnTo>
                  <a:lnTo>
                    <a:pt x="830" y="2272"/>
                  </a:lnTo>
                  <a:lnTo>
                    <a:pt x="850" y="2292"/>
                  </a:lnTo>
                  <a:lnTo>
                    <a:pt x="890" y="2292"/>
                  </a:lnTo>
                  <a:lnTo>
                    <a:pt x="870" y="2272"/>
                  </a:lnTo>
                  <a:lnTo>
                    <a:pt x="791" y="2233"/>
                  </a:lnTo>
                  <a:lnTo>
                    <a:pt x="811" y="2233"/>
                  </a:lnTo>
                  <a:lnTo>
                    <a:pt x="811" y="2213"/>
                  </a:lnTo>
                  <a:lnTo>
                    <a:pt x="771" y="2193"/>
                  </a:lnTo>
                  <a:lnTo>
                    <a:pt x="771" y="2174"/>
                  </a:lnTo>
                  <a:lnTo>
                    <a:pt x="811" y="2174"/>
                  </a:lnTo>
                  <a:lnTo>
                    <a:pt x="712" y="2154"/>
                  </a:lnTo>
                  <a:lnTo>
                    <a:pt x="712" y="2134"/>
                  </a:lnTo>
                  <a:lnTo>
                    <a:pt x="712" y="2114"/>
                  </a:lnTo>
                  <a:lnTo>
                    <a:pt x="751" y="2134"/>
                  </a:lnTo>
                  <a:lnTo>
                    <a:pt x="771" y="2154"/>
                  </a:lnTo>
                  <a:lnTo>
                    <a:pt x="771" y="2134"/>
                  </a:lnTo>
                  <a:lnTo>
                    <a:pt x="751" y="2114"/>
                  </a:lnTo>
                  <a:lnTo>
                    <a:pt x="672" y="2075"/>
                  </a:lnTo>
                  <a:lnTo>
                    <a:pt x="574" y="2055"/>
                  </a:lnTo>
                  <a:lnTo>
                    <a:pt x="534" y="2035"/>
                  </a:lnTo>
                  <a:lnTo>
                    <a:pt x="593" y="2035"/>
                  </a:lnTo>
                  <a:lnTo>
                    <a:pt x="751" y="2075"/>
                  </a:lnTo>
                  <a:lnTo>
                    <a:pt x="751" y="2075"/>
                  </a:lnTo>
                  <a:lnTo>
                    <a:pt x="712" y="2055"/>
                  </a:lnTo>
                  <a:lnTo>
                    <a:pt x="672" y="2016"/>
                  </a:lnTo>
                  <a:lnTo>
                    <a:pt x="771" y="2055"/>
                  </a:lnTo>
                  <a:lnTo>
                    <a:pt x="811" y="2095"/>
                  </a:lnTo>
                  <a:lnTo>
                    <a:pt x="791" y="2095"/>
                  </a:lnTo>
                  <a:lnTo>
                    <a:pt x="791" y="2114"/>
                  </a:lnTo>
                  <a:lnTo>
                    <a:pt x="850" y="2134"/>
                  </a:lnTo>
                  <a:lnTo>
                    <a:pt x="870" y="2174"/>
                  </a:lnTo>
                  <a:lnTo>
                    <a:pt x="929" y="2154"/>
                  </a:lnTo>
                  <a:lnTo>
                    <a:pt x="969" y="2174"/>
                  </a:lnTo>
                  <a:lnTo>
                    <a:pt x="949" y="2154"/>
                  </a:lnTo>
                  <a:lnTo>
                    <a:pt x="1008" y="2174"/>
                  </a:lnTo>
                  <a:lnTo>
                    <a:pt x="1067" y="2174"/>
                  </a:lnTo>
                  <a:lnTo>
                    <a:pt x="1067" y="2193"/>
                  </a:lnTo>
                  <a:lnTo>
                    <a:pt x="1087" y="2213"/>
                  </a:lnTo>
                  <a:lnTo>
                    <a:pt x="1107" y="2213"/>
                  </a:lnTo>
                  <a:lnTo>
                    <a:pt x="1127" y="2193"/>
                  </a:lnTo>
                  <a:lnTo>
                    <a:pt x="929" y="2114"/>
                  </a:lnTo>
                  <a:lnTo>
                    <a:pt x="909" y="2075"/>
                  </a:lnTo>
                  <a:lnTo>
                    <a:pt x="929" y="2075"/>
                  </a:lnTo>
                  <a:lnTo>
                    <a:pt x="969" y="2095"/>
                  </a:lnTo>
                  <a:lnTo>
                    <a:pt x="1048" y="2134"/>
                  </a:lnTo>
                  <a:lnTo>
                    <a:pt x="1048" y="2134"/>
                  </a:lnTo>
                  <a:lnTo>
                    <a:pt x="1028" y="2114"/>
                  </a:lnTo>
                  <a:lnTo>
                    <a:pt x="1048" y="2114"/>
                  </a:lnTo>
                  <a:lnTo>
                    <a:pt x="1008" y="2095"/>
                  </a:lnTo>
                  <a:lnTo>
                    <a:pt x="1028" y="2075"/>
                  </a:lnTo>
                  <a:lnTo>
                    <a:pt x="1107" y="2095"/>
                  </a:lnTo>
                  <a:lnTo>
                    <a:pt x="1127" y="2095"/>
                  </a:lnTo>
                  <a:lnTo>
                    <a:pt x="1107" y="2114"/>
                  </a:lnTo>
                  <a:lnTo>
                    <a:pt x="1146" y="2134"/>
                  </a:lnTo>
                  <a:lnTo>
                    <a:pt x="1127" y="2134"/>
                  </a:lnTo>
                  <a:lnTo>
                    <a:pt x="1186" y="2154"/>
                  </a:lnTo>
                  <a:lnTo>
                    <a:pt x="1206" y="2154"/>
                  </a:lnTo>
                  <a:lnTo>
                    <a:pt x="1206" y="2134"/>
                  </a:lnTo>
                  <a:lnTo>
                    <a:pt x="1186" y="2134"/>
                  </a:lnTo>
                  <a:lnTo>
                    <a:pt x="1186" y="2114"/>
                  </a:lnTo>
                  <a:lnTo>
                    <a:pt x="1265" y="2134"/>
                  </a:lnTo>
                  <a:lnTo>
                    <a:pt x="1285" y="2114"/>
                  </a:lnTo>
                  <a:lnTo>
                    <a:pt x="1304" y="2114"/>
                  </a:lnTo>
                  <a:lnTo>
                    <a:pt x="1285" y="2095"/>
                  </a:lnTo>
                  <a:lnTo>
                    <a:pt x="1304" y="2095"/>
                  </a:lnTo>
                  <a:lnTo>
                    <a:pt x="1285" y="2075"/>
                  </a:lnTo>
                  <a:lnTo>
                    <a:pt x="1245" y="2055"/>
                  </a:lnTo>
                  <a:lnTo>
                    <a:pt x="1146" y="2016"/>
                  </a:lnTo>
                  <a:lnTo>
                    <a:pt x="1146" y="2016"/>
                  </a:lnTo>
                  <a:lnTo>
                    <a:pt x="1265" y="2055"/>
                  </a:lnTo>
                  <a:lnTo>
                    <a:pt x="1245" y="2035"/>
                  </a:lnTo>
                  <a:lnTo>
                    <a:pt x="1304" y="2035"/>
                  </a:lnTo>
                  <a:lnTo>
                    <a:pt x="1245" y="2016"/>
                  </a:lnTo>
                  <a:lnTo>
                    <a:pt x="1206" y="1996"/>
                  </a:lnTo>
                  <a:lnTo>
                    <a:pt x="1127" y="1976"/>
                  </a:lnTo>
                  <a:lnTo>
                    <a:pt x="1127" y="1956"/>
                  </a:lnTo>
                  <a:lnTo>
                    <a:pt x="1186" y="1976"/>
                  </a:lnTo>
                  <a:lnTo>
                    <a:pt x="1206" y="1996"/>
                  </a:lnTo>
                  <a:lnTo>
                    <a:pt x="1225" y="1996"/>
                  </a:lnTo>
                  <a:lnTo>
                    <a:pt x="1265" y="1976"/>
                  </a:lnTo>
                  <a:lnTo>
                    <a:pt x="1324" y="1976"/>
                  </a:lnTo>
                  <a:lnTo>
                    <a:pt x="1265" y="1956"/>
                  </a:lnTo>
                  <a:lnTo>
                    <a:pt x="1206" y="1917"/>
                  </a:lnTo>
                  <a:lnTo>
                    <a:pt x="1225" y="1937"/>
                  </a:lnTo>
                  <a:lnTo>
                    <a:pt x="1225" y="1937"/>
                  </a:lnTo>
                  <a:lnTo>
                    <a:pt x="1146" y="1897"/>
                  </a:lnTo>
                  <a:lnTo>
                    <a:pt x="1245" y="1897"/>
                  </a:lnTo>
                  <a:lnTo>
                    <a:pt x="1265" y="1917"/>
                  </a:lnTo>
                  <a:lnTo>
                    <a:pt x="1285" y="1937"/>
                  </a:lnTo>
                  <a:lnTo>
                    <a:pt x="1304" y="1937"/>
                  </a:lnTo>
                  <a:lnTo>
                    <a:pt x="1304" y="1917"/>
                  </a:lnTo>
                  <a:lnTo>
                    <a:pt x="1285" y="1897"/>
                  </a:lnTo>
                  <a:lnTo>
                    <a:pt x="1324" y="1877"/>
                  </a:lnTo>
                  <a:lnTo>
                    <a:pt x="1285" y="1838"/>
                  </a:lnTo>
                  <a:lnTo>
                    <a:pt x="1285" y="1818"/>
                  </a:lnTo>
                  <a:lnTo>
                    <a:pt x="1166" y="1779"/>
                  </a:lnTo>
                  <a:lnTo>
                    <a:pt x="1206" y="1779"/>
                  </a:lnTo>
                  <a:lnTo>
                    <a:pt x="1245" y="1798"/>
                  </a:lnTo>
                  <a:lnTo>
                    <a:pt x="1344" y="1818"/>
                  </a:lnTo>
                  <a:lnTo>
                    <a:pt x="1285" y="1779"/>
                  </a:lnTo>
                  <a:lnTo>
                    <a:pt x="1344" y="1798"/>
                  </a:lnTo>
                  <a:lnTo>
                    <a:pt x="1344" y="1779"/>
                  </a:lnTo>
                  <a:lnTo>
                    <a:pt x="1304" y="1739"/>
                  </a:lnTo>
                  <a:lnTo>
                    <a:pt x="1265" y="1700"/>
                  </a:lnTo>
                  <a:lnTo>
                    <a:pt x="1245" y="1680"/>
                  </a:lnTo>
                  <a:lnTo>
                    <a:pt x="1344" y="1719"/>
                  </a:lnTo>
                  <a:lnTo>
                    <a:pt x="1364" y="1739"/>
                  </a:lnTo>
                  <a:lnTo>
                    <a:pt x="1383" y="1739"/>
                  </a:lnTo>
                  <a:lnTo>
                    <a:pt x="1383" y="1719"/>
                  </a:lnTo>
                  <a:lnTo>
                    <a:pt x="1403" y="1719"/>
                  </a:lnTo>
                  <a:lnTo>
                    <a:pt x="1403" y="1700"/>
                  </a:lnTo>
                  <a:lnTo>
                    <a:pt x="1364" y="1680"/>
                  </a:lnTo>
                  <a:lnTo>
                    <a:pt x="1304" y="1660"/>
                  </a:lnTo>
                  <a:lnTo>
                    <a:pt x="1364" y="1660"/>
                  </a:lnTo>
                  <a:lnTo>
                    <a:pt x="1324" y="1640"/>
                  </a:lnTo>
                  <a:lnTo>
                    <a:pt x="1304" y="1640"/>
                  </a:lnTo>
                  <a:lnTo>
                    <a:pt x="1285" y="1601"/>
                  </a:lnTo>
                  <a:lnTo>
                    <a:pt x="1344" y="1621"/>
                  </a:lnTo>
                  <a:lnTo>
                    <a:pt x="1285" y="1581"/>
                  </a:lnTo>
                  <a:lnTo>
                    <a:pt x="1206" y="1561"/>
                  </a:lnTo>
                  <a:lnTo>
                    <a:pt x="1166" y="1561"/>
                  </a:lnTo>
                  <a:lnTo>
                    <a:pt x="1186" y="1581"/>
                  </a:lnTo>
                  <a:lnTo>
                    <a:pt x="1186" y="1601"/>
                  </a:lnTo>
                  <a:lnTo>
                    <a:pt x="1127" y="1601"/>
                  </a:lnTo>
                  <a:lnTo>
                    <a:pt x="1067" y="1581"/>
                  </a:lnTo>
                  <a:lnTo>
                    <a:pt x="1107" y="1581"/>
                  </a:lnTo>
                  <a:lnTo>
                    <a:pt x="1048" y="1561"/>
                  </a:lnTo>
                  <a:lnTo>
                    <a:pt x="1028" y="1561"/>
                  </a:lnTo>
                  <a:lnTo>
                    <a:pt x="949" y="1522"/>
                  </a:lnTo>
                  <a:lnTo>
                    <a:pt x="909" y="1482"/>
                  </a:lnTo>
                  <a:lnTo>
                    <a:pt x="909" y="1482"/>
                  </a:lnTo>
                  <a:lnTo>
                    <a:pt x="988" y="1522"/>
                  </a:lnTo>
                  <a:lnTo>
                    <a:pt x="1033" y="1537"/>
                  </a:lnTo>
                  <a:lnTo>
                    <a:pt x="1033" y="1537"/>
                  </a:lnTo>
                  <a:lnTo>
                    <a:pt x="1048" y="1522"/>
                  </a:lnTo>
                  <a:lnTo>
                    <a:pt x="1127" y="1561"/>
                  </a:lnTo>
                  <a:lnTo>
                    <a:pt x="1067" y="1522"/>
                  </a:lnTo>
                  <a:lnTo>
                    <a:pt x="988" y="1502"/>
                  </a:lnTo>
                  <a:lnTo>
                    <a:pt x="929" y="1482"/>
                  </a:lnTo>
                  <a:lnTo>
                    <a:pt x="1008" y="1482"/>
                  </a:lnTo>
                  <a:lnTo>
                    <a:pt x="988" y="1463"/>
                  </a:lnTo>
                  <a:lnTo>
                    <a:pt x="969" y="1443"/>
                  </a:lnTo>
                  <a:lnTo>
                    <a:pt x="969" y="1443"/>
                  </a:lnTo>
                  <a:lnTo>
                    <a:pt x="1028" y="1463"/>
                  </a:lnTo>
                  <a:lnTo>
                    <a:pt x="1008" y="1463"/>
                  </a:lnTo>
                  <a:lnTo>
                    <a:pt x="1048" y="1482"/>
                  </a:lnTo>
                  <a:lnTo>
                    <a:pt x="1087" y="1502"/>
                  </a:lnTo>
                  <a:lnTo>
                    <a:pt x="1146" y="1522"/>
                  </a:lnTo>
                  <a:lnTo>
                    <a:pt x="1206" y="1542"/>
                  </a:lnTo>
                  <a:lnTo>
                    <a:pt x="1324" y="1581"/>
                  </a:lnTo>
                  <a:lnTo>
                    <a:pt x="1364" y="1581"/>
                  </a:lnTo>
                  <a:lnTo>
                    <a:pt x="1324" y="1542"/>
                  </a:lnTo>
                  <a:lnTo>
                    <a:pt x="1344" y="1542"/>
                  </a:lnTo>
                  <a:lnTo>
                    <a:pt x="1344" y="1522"/>
                  </a:lnTo>
                  <a:lnTo>
                    <a:pt x="1364" y="1522"/>
                  </a:lnTo>
                  <a:lnTo>
                    <a:pt x="1364" y="1502"/>
                  </a:lnTo>
                  <a:lnTo>
                    <a:pt x="1324" y="1463"/>
                  </a:lnTo>
                  <a:lnTo>
                    <a:pt x="1403" y="1463"/>
                  </a:lnTo>
                  <a:lnTo>
                    <a:pt x="1403" y="1443"/>
                  </a:lnTo>
                  <a:lnTo>
                    <a:pt x="1364" y="1403"/>
                  </a:lnTo>
                  <a:lnTo>
                    <a:pt x="1324" y="1364"/>
                  </a:lnTo>
                  <a:lnTo>
                    <a:pt x="1324" y="1344"/>
                  </a:lnTo>
                  <a:lnTo>
                    <a:pt x="1383" y="1344"/>
                  </a:lnTo>
                  <a:lnTo>
                    <a:pt x="1344" y="1324"/>
                  </a:lnTo>
                  <a:lnTo>
                    <a:pt x="1403" y="1324"/>
                  </a:lnTo>
                  <a:lnTo>
                    <a:pt x="1383" y="1305"/>
                  </a:lnTo>
                  <a:lnTo>
                    <a:pt x="1364" y="1285"/>
                  </a:lnTo>
                  <a:lnTo>
                    <a:pt x="1423" y="1285"/>
                  </a:lnTo>
                  <a:lnTo>
                    <a:pt x="1423" y="1265"/>
                  </a:lnTo>
                  <a:lnTo>
                    <a:pt x="1383" y="1245"/>
                  </a:lnTo>
                  <a:lnTo>
                    <a:pt x="1324" y="1206"/>
                  </a:lnTo>
                  <a:lnTo>
                    <a:pt x="1324" y="1206"/>
                  </a:lnTo>
                  <a:lnTo>
                    <a:pt x="1423" y="1245"/>
                  </a:lnTo>
                  <a:lnTo>
                    <a:pt x="1423" y="1245"/>
                  </a:lnTo>
                  <a:lnTo>
                    <a:pt x="1403" y="1147"/>
                  </a:lnTo>
                  <a:lnTo>
                    <a:pt x="1383" y="1068"/>
                  </a:lnTo>
                  <a:lnTo>
                    <a:pt x="1403" y="1068"/>
                  </a:lnTo>
                  <a:lnTo>
                    <a:pt x="1403" y="1048"/>
                  </a:lnTo>
                  <a:lnTo>
                    <a:pt x="1383" y="1008"/>
                  </a:lnTo>
                  <a:lnTo>
                    <a:pt x="1344" y="969"/>
                  </a:lnTo>
                  <a:lnTo>
                    <a:pt x="1344" y="949"/>
                  </a:lnTo>
                  <a:lnTo>
                    <a:pt x="1364" y="949"/>
                  </a:lnTo>
                  <a:lnTo>
                    <a:pt x="1324" y="929"/>
                  </a:lnTo>
                  <a:lnTo>
                    <a:pt x="1265" y="890"/>
                  </a:lnTo>
                  <a:lnTo>
                    <a:pt x="1146" y="870"/>
                  </a:lnTo>
                  <a:lnTo>
                    <a:pt x="1127" y="850"/>
                  </a:lnTo>
                  <a:lnTo>
                    <a:pt x="1166" y="850"/>
                  </a:lnTo>
                  <a:lnTo>
                    <a:pt x="1225" y="870"/>
                  </a:lnTo>
                  <a:lnTo>
                    <a:pt x="1324" y="890"/>
                  </a:lnTo>
                  <a:lnTo>
                    <a:pt x="1403" y="929"/>
                  </a:lnTo>
                  <a:lnTo>
                    <a:pt x="1344" y="870"/>
                  </a:lnTo>
                  <a:lnTo>
                    <a:pt x="1344" y="850"/>
                  </a:lnTo>
                  <a:lnTo>
                    <a:pt x="1383" y="850"/>
                  </a:lnTo>
                  <a:lnTo>
                    <a:pt x="1383" y="870"/>
                  </a:lnTo>
                  <a:lnTo>
                    <a:pt x="1403" y="870"/>
                  </a:lnTo>
                  <a:lnTo>
                    <a:pt x="1383" y="850"/>
                  </a:lnTo>
                  <a:lnTo>
                    <a:pt x="1403" y="850"/>
                  </a:lnTo>
                  <a:lnTo>
                    <a:pt x="1423" y="870"/>
                  </a:lnTo>
                  <a:lnTo>
                    <a:pt x="142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811"/>
                  </a:lnTo>
                  <a:lnTo>
                    <a:pt x="1383" y="811"/>
                  </a:lnTo>
                  <a:lnTo>
                    <a:pt x="1324" y="771"/>
                  </a:lnTo>
                  <a:lnTo>
                    <a:pt x="1403" y="791"/>
                  </a:lnTo>
                  <a:lnTo>
                    <a:pt x="1403" y="791"/>
                  </a:lnTo>
                  <a:lnTo>
                    <a:pt x="1344" y="771"/>
                  </a:lnTo>
                  <a:lnTo>
                    <a:pt x="1344" y="752"/>
                  </a:lnTo>
                  <a:lnTo>
                    <a:pt x="1423" y="752"/>
                  </a:lnTo>
                  <a:lnTo>
                    <a:pt x="1403" y="732"/>
                  </a:lnTo>
                  <a:lnTo>
                    <a:pt x="1383" y="712"/>
                  </a:lnTo>
                  <a:lnTo>
                    <a:pt x="1383" y="712"/>
                  </a:lnTo>
                  <a:lnTo>
                    <a:pt x="1443" y="732"/>
                  </a:lnTo>
                  <a:lnTo>
                    <a:pt x="1462" y="692"/>
                  </a:lnTo>
                  <a:lnTo>
                    <a:pt x="1462" y="673"/>
                  </a:lnTo>
                  <a:lnTo>
                    <a:pt x="1502" y="653"/>
                  </a:lnTo>
                  <a:lnTo>
                    <a:pt x="1482" y="633"/>
                  </a:lnTo>
                  <a:lnTo>
                    <a:pt x="1423" y="593"/>
                  </a:lnTo>
                  <a:lnTo>
                    <a:pt x="1403" y="593"/>
                  </a:lnTo>
                  <a:lnTo>
                    <a:pt x="1344" y="574"/>
                  </a:lnTo>
                  <a:lnTo>
                    <a:pt x="1324" y="554"/>
                  </a:lnTo>
                  <a:lnTo>
                    <a:pt x="1304" y="534"/>
                  </a:lnTo>
                  <a:lnTo>
                    <a:pt x="1304" y="534"/>
                  </a:lnTo>
                  <a:lnTo>
                    <a:pt x="1364" y="554"/>
                  </a:lnTo>
                  <a:lnTo>
                    <a:pt x="1383" y="554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43" y="534"/>
                  </a:lnTo>
                  <a:lnTo>
                    <a:pt x="1482" y="554"/>
                  </a:lnTo>
                  <a:lnTo>
                    <a:pt x="1482" y="554"/>
                  </a:lnTo>
                  <a:lnTo>
                    <a:pt x="1462" y="534"/>
                  </a:lnTo>
                  <a:lnTo>
                    <a:pt x="1423" y="495"/>
                  </a:lnTo>
                  <a:lnTo>
                    <a:pt x="1462" y="514"/>
                  </a:lnTo>
                  <a:lnTo>
                    <a:pt x="1502" y="514"/>
                  </a:lnTo>
                  <a:lnTo>
                    <a:pt x="1502" y="495"/>
                  </a:lnTo>
                  <a:lnTo>
                    <a:pt x="1462" y="475"/>
                  </a:lnTo>
                  <a:lnTo>
                    <a:pt x="1383" y="455"/>
                  </a:lnTo>
                  <a:lnTo>
                    <a:pt x="1403" y="455"/>
                  </a:lnTo>
                  <a:lnTo>
                    <a:pt x="1383" y="435"/>
                  </a:lnTo>
                  <a:lnTo>
                    <a:pt x="1383" y="435"/>
                  </a:lnTo>
                  <a:lnTo>
                    <a:pt x="1482" y="475"/>
                  </a:lnTo>
                  <a:lnTo>
                    <a:pt x="1423" y="435"/>
                  </a:lnTo>
                  <a:lnTo>
                    <a:pt x="1383" y="416"/>
                  </a:lnTo>
                  <a:lnTo>
                    <a:pt x="1403" y="416"/>
                  </a:lnTo>
                  <a:lnTo>
                    <a:pt x="1383" y="396"/>
                  </a:lnTo>
                  <a:lnTo>
                    <a:pt x="1403" y="396"/>
                  </a:lnTo>
                  <a:lnTo>
                    <a:pt x="1344" y="376"/>
                  </a:lnTo>
                  <a:lnTo>
                    <a:pt x="1304" y="337"/>
                  </a:lnTo>
                  <a:lnTo>
                    <a:pt x="1364" y="337"/>
                  </a:lnTo>
                  <a:lnTo>
                    <a:pt x="1443" y="356"/>
                  </a:lnTo>
                  <a:lnTo>
                    <a:pt x="1443" y="376"/>
                  </a:lnTo>
                  <a:lnTo>
                    <a:pt x="1522" y="376"/>
                  </a:lnTo>
                  <a:lnTo>
                    <a:pt x="1541" y="356"/>
                  </a:lnTo>
                  <a:lnTo>
                    <a:pt x="1541" y="317"/>
                  </a:lnTo>
                  <a:lnTo>
                    <a:pt x="1522" y="297"/>
                  </a:lnTo>
                  <a:lnTo>
                    <a:pt x="1522" y="277"/>
                  </a:lnTo>
                  <a:lnTo>
                    <a:pt x="1502" y="258"/>
                  </a:lnTo>
                  <a:lnTo>
                    <a:pt x="1443" y="218"/>
                  </a:lnTo>
                  <a:lnTo>
                    <a:pt x="1502" y="238"/>
                  </a:lnTo>
                  <a:lnTo>
                    <a:pt x="1561" y="218"/>
                  </a:lnTo>
                  <a:lnTo>
                    <a:pt x="1561" y="198"/>
                  </a:lnTo>
                  <a:lnTo>
                    <a:pt x="1581" y="179"/>
                  </a:lnTo>
                  <a:lnTo>
                    <a:pt x="1561" y="139"/>
                  </a:lnTo>
                  <a:lnTo>
                    <a:pt x="1541" y="119"/>
                  </a:lnTo>
                  <a:lnTo>
                    <a:pt x="1581" y="119"/>
                  </a:lnTo>
                  <a:lnTo>
                    <a:pt x="1522" y="80"/>
                  </a:lnTo>
                  <a:lnTo>
                    <a:pt x="1502" y="60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-1699275" y="3344525"/>
              <a:ext cx="25" cy="500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-1610900" y="33149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-1607450" y="3317850"/>
              <a:ext cx="1525" cy="5450"/>
            </a:xfrm>
            <a:custGeom>
              <a:rect b="b" l="l" r="r" t="t"/>
              <a:pathLst>
                <a:path extrusionOk="0" h="218" w="61">
                  <a:moveTo>
                    <a:pt x="60" y="1"/>
                  </a:moveTo>
                  <a:lnTo>
                    <a:pt x="40" y="20"/>
                  </a:lnTo>
                  <a:lnTo>
                    <a:pt x="40" y="80"/>
                  </a:lnTo>
                  <a:lnTo>
                    <a:pt x="1" y="218"/>
                  </a:lnTo>
                  <a:lnTo>
                    <a:pt x="40" y="11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-1602000" y="3297600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-1612375" y="3293150"/>
              <a:ext cx="39525" cy="35600"/>
            </a:xfrm>
            <a:custGeom>
              <a:rect b="b" l="l" r="r" t="t"/>
              <a:pathLst>
                <a:path extrusionOk="0" h="1424" w="1581">
                  <a:moveTo>
                    <a:pt x="929" y="60"/>
                  </a:moveTo>
                  <a:lnTo>
                    <a:pt x="909" y="100"/>
                  </a:lnTo>
                  <a:lnTo>
                    <a:pt x="929" y="80"/>
                  </a:lnTo>
                  <a:lnTo>
                    <a:pt x="929" y="60"/>
                  </a:lnTo>
                  <a:close/>
                  <a:moveTo>
                    <a:pt x="376" y="100"/>
                  </a:moveTo>
                  <a:lnTo>
                    <a:pt x="376" y="100"/>
                  </a:lnTo>
                  <a:lnTo>
                    <a:pt x="376" y="100"/>
                  </a:lnTo>
                  <a:close/>
                  <a:moveTo>
                    <a:pt x="870" y="100"/>
                  </a:moveTo>
                  <a:lnTo>
                    <a:pt x="870" y="100"/>
                  </a:lnTo>
                  <a:lnTo>
                    <a:pt x="870" y="100"/>
                  </a:lnTo>
                  <a:close/>
                  <a:moveTo>
                    <a:pt x="474" y="119"/>
                  </a:moveTo>
                  <a:lnTo>
                    <a:pt x="474" y="119"/>
                  </a:lnTo>
                  <a:lnTo>
                    <a:pt x="474" y="119"/>
                  </a:lnTo>
                  <a:close/>
                  <a:moveTo>
                    <a:pt x="415" y="119"/>
                  </a:moveTo>
                  <a:lnTo>
                    <a:pt x="395" y="15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415" y="119"/>
                  </a:lnTo>
                  <a:close/>
                  <a:moveTo>
                    <a:pt x="771" y="139"/>
                  </a:moveTo>
                  <a:lnTo>
                    <a:pt x="751" y="179"/>
                  </a:lnTo>
                  <a:lnTo>
                    <a:pt x="756" y="184"/>
                  </a:lnTo>
                  <a:lnTo>
                    <a:pt x="771" y="139"/>
                  </a:lnTo>
                  <a:close/>
                  <a:moveTo>
                    <a:pt x="633" y="100"/>
                  </a:moveTo>
                  <a:lnTo>
                    <a:pt x="593" y="159"/>
                  </a:lnTo>
                  <a:lnTo>
                    <a:pt x="573" y="218"/>
                  </a:lnTo>
                  <a:lnTo>
                    <a:pt x="534" y="317"/>
                  </a:lnTo>
                  <a:lnTo>
                    <a:pt x="534" y="337"/>
                  </a:lnTo>
                  <a:lnTo>
                    <a:pt x="553" y="337"/>
                  </a:lnTo>
                  <a:lnTo>
                    <a:pt x="573" y="297"/>
                  </a:lnTo>
                  <a:lnTo>
                    <a:pt x="573" y="317"/>
                  </a:lnTo>
                  <a:lnTo>
                    <a:pt x="613" y="198"/>
                  </a:lnTo>
                  <a:lnTo>
                    <a:pt x="633" y="100"/>
                  </a:lnTo>
                  <a:close/>
                  <a:moveTo>
                    <a:pt x="672" y="297"/>
                  </a:moveTo>
                  <a:lnTo>
                    <a:pt x="672" y="337"/>
                  </a:lnTo>
                  <a:lnTo>
                    <a:pt x="692" y="297"/>
                  </a:lnTo>
                  <a:close/>
                  <a:moveTo>
                    <a:pt x="316" y="277"/>
                  </a:moveTo>
                  <a:lnTo>
                    <a:pt x="316" y="317"/>
                  </a:lnTo>
                  <a:lnTo>
                    <a:pt x="316" y="337"/>
                  </a:lnTo>
                  <a:lnTo>
                    <a:pt x="297" y="376"/>
                  </a:lnTo>
                  <a:lnTo>
                    <a:pt x="316" y="277"/>
                  </a:lnTo>
                  <a:close/>
                  <a:moveTo>
                    <a:pt x="158" y="831"/>
                  </a:moveTo>
                  <a:lnTo>
                    <a:pt x="152" y="850"/>
                  </a:lnTo>
                  <a:lnTo>
                    <a:pt x="158" y="850"/>
                  </a:lnTo>
                  <a:lnTo>
                    <a:pt x="158" y="831"/>
                  </a:lnTo>
                  <a:close/>
                  <a:moveTo>
                    <a:pt x="139" y="850"/>
                  </a:moveTo>
                  <a:lnTo>
                    <a:pt x="139" y="890"/>
                  </a:lnTo>
                  <a:lnTo>
                    <a:pt x="152" y="850"/>
                  </a:lnTo>
                  <a:close/>
                  <a:moveTo>
                    <a:pt x="277" y="870"/>
                  </a:moveTo>
                  <a:lnTo>
                    <a:pt x="257" y="890"/>
                  </a:lnTo>
                  <a:lnTo>
                    <a:pt x="277" y="890"/>
                  </a:lnTo>
                  <a:lnTo>
                    <a:pt x="277" y="870"/>
                  </a:lnTo>
                  <a:close/>
                  <a:moveTo>
                    <a:pt x="139" y="890"/>
                  </a:moveTo>
                  <a:lnTo>
                    <a:pt x="132" y="916"/>
                  </a:lnTo>
                  <a:lnTo>
                    <a:pt x="132" y="916"/>
                  </a:lnTo>
                  <a:lnTo>
                    <a:pt x="139" y="910"/>
                  </a:lnTo>
                  <a:lnTo>
                    <a:pt x="139" y="890"/>
                  </a:lnTo>
                  <a:close/>
                  <a:moveTo>
                    <a:pt x="830" y="989"/>
                  </a:moveTo>
                  <a:lnTo>
                    <a:pt x="810" y="1008"/>
                  </a:lnTo>
                  <a:lnTo>
                    <a:pt x="830" y="1008"/>
                  </a:lnTo>
                  <a:lnTo>
                    <a:pt x="830" y="989"/>
                  </a:lnTo>
                  <a:close/>
                  <a:moveTo>
                    <a:pt x="744" y="1324"/>
                  </a:moveTo>
                  <a:lnTo>
                    <a:pt x="731" y="1364"/>
                  </a:lnTo>
                  <a:lnTo>
                    <a:pt x="751" y="1324"/>
                  </a:lnTo>
                  <a:close/>
                  <a:moveTo>
                    <a:pt x="771" y="1384"/>
                  </a:moveTo>
                  <a:lnTo>
                    <a:pt x="771" y="1384"/>
                  </a:lnTo>
                  <a:lnTo>
                    <a:pt x="771" y="1384"/>
                  </a:lnTo>
                  <a:close/>
                  <a:moveTo>
                    <a:pt x="1028" y="1384"/>
                  </a:moveTo>
                  <a:lnTo>
                    <a:pt x="1028" y="1384"/>
                  </a:lnTo>
                  <a:lnTo>
                    <a:pt x="1028" y="1384"/>
                  </a:lnTo>
                  <a:close/>
                  <a:moveTo>
                    <a:pt x="810" y="1"/>
                  </a:moveTo>
                  <a:lnTo>
                    <a:pt x="791" y="100"/>
                  </a:lnTo>
                  <a:lnTo>
                    <a:pt x="771" y="198"/>
                  </a:lnTo>
                  <a:lnTo>
                    <a:pt x="756" y="184"/>
                  </a:lnTo>
                  <a:lnTo>
                    <a:pt x="751" y="198"/>
                  </a:lnTo>
                  <a:lnTo>
                    <a:pt x="712" y="218"/>
                  </a:lnTo>
                  <a:lnTo>
                    <a:pt x="692" y="277"/>
                  </a:lnTo>
                  <a:lnTo>
                    <a:pt x="692" y="356"/>
                  </a:lnTo>
                  <a:lnTo>
                    <a:pt x="672" y="376"/>
                  </a:lnTo>
                  <a:lnTo>
                    <a:pt x="672" y="396"/>
                  </a:lnTo>
                  <a:lnTo>
                    <a:pt x="672" y="435"/>
                  </a:lnTo>
                  <a:lnTo>
                    <a:pt x="652" y="435"/>
                  </a:lnTo>
                  <a:lnTo>
                    <a:pt x="672" y="376"/>
                  </a:lnTo>
                  <a:lnTo>
                    <a:pt x="652" y="356"/>
                  </a:lnTo>
                  <a:lnTo>
                    <a:pt x="633" y="376"/>
                  </a:lnTo>
                  <a:lnTo>
                    <a:pt x="652" y="317"/>
                  </a:lnTo>
                  <a:lnTo>
                    <a:pt x="652" y="297"/>
                  </a:lnTo>
                  <a:lnTo>
                    <a:pt x="672" y="297"/>
                  </a:lnTo>
                  <a:lnTo>
                    <a:pt x="672" y="277"/>
                  </a:lnTo>
                  <a:lnTo>
                    <a:pt x="672" y="218"/>
                  </a:lnTo>
                  <a:lnTo>
                    <a:pt x="652" y="277"/>
                  </a:lnTo>
                  <a:lnTo>
                    <a:pt x="652" y="218"/>
                  </a:lnTo>
                  <a:lnTo>
                    <a:pt x="633" y="198"/>
                  </a:lnTo>
                  <a:lnTo>
                    <a:pt x="613" y="198"/>
                  </a:lnTo>
                  <a:lnTo>
                    <a:pt x="613" y="238"/>
                  </a:lnTo>
                  <a:lnTo>
                    <a:pt x="593" y="337"/>
                  </a:lnTo>
                  <a:lnTo>
                    <a:pt x="573" y="376"/>
                  </a:lnTo>
                  <a:lnTo>
                    <a:pt x="573" y="396"/>
                  </a:lnTo>
                  <a:lnTo>
                    <a:pt x="573" y="435"/>
                  </a:lnTo>
                  <a:lnTo>
                    <a:pt x="593" y="455"/>
                  </a:lnTo>
                  <a:lnTo>
                    <a:pt x="573" y="534"/>
                  </a:lnTo>
                  <a:lnTo>
                    <a:pt x="553" y="613"/>
                  </a:lnTo>
                  <a:lnTo>
                    <a:pt x="514" y="712"/>
                  </a:lnTo>
                  <a:lnTo>
                    <a:pt x="514" y="712"/>
                  </a:lnTo>
                  <a:lnTo>
                    <a:pt x="534" y="594"/>
                  </a:lnTo>
                  <a:lnTo>
                    <a:pt x="514" y="574"/>
                  </a:lnTo>
                  <a:lnTo>
                    <a:pt x="494" y="594"/>
                  </a:lnTo>
                  <a:lnTo>
                    <a:pt x="494" y="633"/>
                  </a:lnTo>
                  <a:lnTo>
                    <a:pt x="514" y="633"/>
                  </a:lnTo>
                  <a:lnTo>
                    <a:pt x="494" y="673"/>
                  </a:lnTo>
                  <a:lnTo>
                    <a:pt x="474" y="712"/>
                  </a:lnTo>
                  <a:lnTo>
                    <a:pt x="455" y="791"/>
                  </a:lnTo>
                  <a:lnTo>
                    <a:pt x="455" y="752"/>
                  </a:lnTo>
                  <a:lnTo>
                    <a:pt x="455" y="692"/>
                  </a:lnTo>
                  <a:lnTo>
                    <a:pt x="455" y="673"/>
                  </a:lnTo>
                  <a:lnTo>
                    <a:pt x="474" y="534"/>
                  </a:lnTo>
                  <a:lnTo>
                    <a:pt x="474" y="554"/>
                  </a:lnTo>
                  <a:lnTo>
                    <a:pt x="514" y="337"/>
                  </a:lnTo>
                  <a:lnTo>
                    <a:pt x="494" y="317"/>
                  </a:lnTo>
                  <a:lnTo>
                    <a:pt x="474" y="317"/>
                  </a:lnTo>
                  <a:lnTo>
                    <a:pt x="494" y="179"/>
                  </a:lnTo>
                  <a:lnTo>
                    <a:pt x="474" y="198"/>
                  </a:lnTo>
                  <a:lnTo>
                    <a:pt x="474" y="179"/>
                  </a:lnTo>
                  <a:lnTo>
                    <a:pt x="474" y="119"/>
                  </a:lnTo>
                  <a:lnTo>
                    <a:pt x="455" y="179"/>
                  </a:lnTo>
                  <a:lnTo>
                    <a:pt x="455" y="258"/>
                  </a:lnTo>
                  <a:lnTo>
                    <a:pt x="435" y="238"/>
                  </a:lnTo>
                  <a:lnTo>
                    <a:pt x="435" y="258"/>
                  </a:lnTo>
                  <a:lnTo>
                    <a:pt x="435" y="277"/>
                  </a:lnTo>
                  <a:lnTo>
                    <a:pt x="455" y="317"/>
                  </a:lnTo>
                  <a:lnTo>
                    <a:pt x="435" y="416"/>
                  </a:lnTo>
                  <a:lnTo>
                    <a:pt x="435" y="435"/>
                  </a:lnTo>
                  <a:lnTo>
                    <a:pt x="435" y="475"/>
                  </a:lnTo>
                  <a:lnTo>
                    <a:pt x="417" y="475"/>
                  </a:lnTo>
                  <a:lnTo>
                    <a:pt x="435" y="317"/>
                  </a:lnTo>
                  <a:lnTo>
                    <a:pt x="415" y="337"/>
                  </a:lnTo>
                  <a:lnTo>
                    <a:pt x="415" y="297"/>
                  </a:lnTo>
                  <a:lnTo>
                    <a:pt x="415" y="258"/>
                  </a:lnTo>
                  <a:lnTo>
                    <a:pt x="415" y="238"/>
                  </a:lnTo>
                  <a:lnTo>
                    <a:pt x="415" y="198"/>
                  </a:lnTo>
                  <a:lnTo>
                    <a:pt x="415" y="17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76" y="218"/>
                  </a:lnTo>
                  <a:lnTo>
                    <a:pt x="376" y="159"/>
                  </a:lnTo>
                  <a:lnTo>
                    <a:pt x="376" y="100"/>
                  </a:lnTo>
                  <a:lnTo>
                    <a:pt x="356" y="159"/>
                  </a:lnTo>
                  <a:lnTo>
                    <a:pt x="356" y="179"/>
                  </a:lnTo>
                  <a:lnTo>
                    <a:pt x="336" y="198"/>
                  </a:lnTo>
                  <a:lnTo>
                    <a:pt x="326" y="228"/>
                  </a:lnTo>
                  <a:lnTo>
                    <a:pt x="336" y="179"/>
                  </a:lnTo>
                  <a:lnTo>
                    <a:pt x="316" y="198"/>
                  </a:lnTo>
                  <a:lnTo>
                    <a:pt x="316" y="179"/>
                  </a:lnTo>
                  <a:lnTo>
                    <a:pt x="297" y="238"/>
                  </a:lnTo>
                  <a:lnTo>
                    <a:pt x="297" y="297"/>
                  </a:lnTo>
                  <a:lnTo>
                    <a:pt x="277" y="317"/>
                  </a:lnTo>
                  <a:lnTo>
                    <a:pt x="277" y="297"/>
                  </a:lnTo>
                  <a:lnTo>
                    <a:pt x="257" y="337"/>
                  </a:lnTo>
                  <a:lnTo>
                    <a:pt x="257" y="376"/>
                  </a:lnTo>
                  <a:lnTo>
                    <a:pt x="237" y="455"/>
                  </a:lnTo>
                  <a:lnTo>
                    <a:pt x="237" y="396"/>
                  </a:lnTo>
                  <a:lnTo>
                    <a:pt x="237" y="317"/>
                  </a:lnTo>
                  <a:lnTo>
                    <a:pt x="257" y="297"/>
                  </a:lnTo>
                  <a:lnTo>
                    <a:pt x="237" y="297"/>
                  </a:lnTo>
                  <a:lnTo>
                    <a:pt x="237" y="179"/>
                  </a:lnTo>
                  <a:lnTo>
                    <a:pt x="218" y="198"/>
                  </a:lnTo>
                  <a:lnTo>
                    <a:pt x="218" y="218"/>
                  </a:lnTo>
                  <a:lnTo>
                    <a:pt x="218" y="238"/>
                  </a:lnTo>
                  <a:lnTo>
                    <a:pt x="218" y="258"/>
                  </a:lnTo>
                  <a:lnTo>
                    <a:pt x="178" y="396"/>
                  </a:lnTo>
                  <a:lnTo>
                    <a:pt x="198" y="376"/>
                  </a:lnTo>
                  <a:lnTo>
                    <a:pt x="218" y="317"/>
                  </a:lnTo>
                  <a:lnTo>
                    <a:pt x="198" y="396"/>
                  </a:lnTo>
                  <a:lnTo>
                    <a:pt x="178" y="455"/>
                  </a:lnTo>
                  <a:lnTo>
                    <a:pt x="158" y="514"/>
                  </a:lnTo>
                  <a:lnTo>
                    <a:pt x="158" y="554"/>
                  </a:lnTo>
                  <a:lnTo>
                    <a:pt x="178" y="534"/>
                  </a:lnTo>
                  <a:lnTo>
                    <a:pt x="198" y="435"/>
                  </a:lnTo>
                  <a:lnTo>
                    <a:pt x="218" y="396"/>
                  </a:lnTo>
                  <a:lnTo>
                    <a:pt x="198" y="455"/>
                  </a:lnTo>
                  <a:lnTo>
                    <a:pt x="218" y="475"/>
                  </a:lnTo>
                  <a:lnTo>
                    <a:pt x="218" y="495"/>
                  </a:lnTo>
                  <a:lnTo>
                    <a:pt x="237" y="554"/>
                  </a:lnTo>
                  <a:lnTo>
                    <a:pt x="237" y="475"/>
                  </a:lnTo>
                  <a:lnTo>
                    <a:pt x="257" y="396"/>
                  </a:lnTo>
                  <a:lnTo>
                    <a:pt x="277" y="376"/>
                  </a:lnTo>
                  <a:lnTo>
                    <a:pt x="277" y="396"/>
                  </a:lnTo>
                  <a:lnTo>
                    <a:pt x="277" y="435"/>
                  </a:lnTo>
                  <a:lnTo>
                    <a:pt x="257" y="475"/>
                  </a:lnTo>
                  <a:lnTo>
                    <a:pt x="237" y="574"/>
                  </a:lnTo>
                  <a:lnTo>
                    <a:pt x="198" y="692"/>
                  </a:lnTo>
                  <a:lnTo>
                    <a:pt x="178" y="771"/>
                  </a:lnTo>
                  <a:lnTo>
                    <a:pt x="158" y="850"/>
                  </a:lnTo>
                  <a:lnTo>
                    <a:pt x="158" y="890"/>
                  </a:lnTo>
                  <a:lnTo>
                    <a:pt x="158" y="910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2" y="916"/>
                  </a:lnTo>
                  <a:lnTo>
                    <a:pt x="132" y="916"/>
                  </a:lnTo>
                  <a:lnTo>
                    <a:pt x="119" y="929"/>
                  </a:lnTo>
                  <a:lnTo>
                    <a:pt x="119" y="910"/>
                  </a:lnTo>
                  <a:lnTo>
                    <a:pt x="139" y="732"/>
                  </a:lnTo>
                  <a:lnTo>
                    <a:pt x="158" y="574"/>
                  </a:lnTo>
                  <a:lnTo>
                    <a:pt x="139" y="554"/>
                  </a:lnTo>
                  <a:lnTo>
                    <a:pt x="139" y="574"/>
                  </a:lnTo>
                  <a:lnTo>
                    <a:pt x="119" y="594"/>
                  </a:lnTo>
                  <a:lnTo>
                    <a:pt x="119" y="594"/>
                  </a:lnTo>
                  <a:lnTo>
                    <a:pt x="158" y="396"/>
                  </a:lnTo>
                  <a:lnTo>
                    <a:pt x="139" y="435"/>
                  </a:lnTo>
                  <a:lnTo>
                    <a:pt x="119" y="495"/>
                  </a:lnTo>
                  <a:lnTo>
                    <a:pt x="119" y="455"/>
                  </a:lnTo>
                  <a:lnTo>
                    <a:pt x="99" y="514"/>
                  </a:lnTo>
                  <a:lnTo>
                    <a:pt x="99" y="495"/>
                  </a:lnTo>
                  <a:lnTo>
                    <a:pt x="79" y="594"/>
                  </a:lnTo>
                  <a:lnTo>
                    <a:pt x="79" y="613"/>
                  </a:lnTo>
                  <a:lnTo>
                    <a:pt x="99" y="594"/>
                  </a:lnTo>
                  <a:lnTo>
                    <a:pt x="79" y="653"/>
                  </a:lnTo>
                  <a:lnTo>
                    <a:pt x="79" y="752"/>
                  </a:lnTo>
                  <a:lnTo>
                    <a:pt x="79" y="771"/>
                  </a:lnTo>
                  <a:lnTo>
                    <a:pt x="60" y="791"/>
                  </a:lnTo>
                  <a:lnTo>
                    <a:pt x="79" y="791"/>
                  </a:lnTo>
                  <a:lnTo>
                    <a:pt x="79" y="811"/>
                  </a:lnTo>
                  <a:lnTo>
                    <a:pt x="99" y="811"/>
                  </a:lnTo>
                  <a:lnTo>
                    <a:pt x="99" y="850"/>
                  </a:lnTo>
                  <a:lnTo>
                    <a:pt x="79" y="969"/>
                  </a:lnTo>
                  <a:lnTo>
                    <a:pt x="60" y="989"/>
                  </a:lnTo>
                  <a:lnTo>
                    <a:pt x="60" y="949"/>
                  </a:lnTo>
                  <a:lnTo>
                    <a:pt x="79" y="870"/>
                  </a:lnTo>
                  <a:lnTo>
                    <a:pt x="60" y="870"/>
                  </a:lnTo>
                  <a:lnTo>
                    <a:pt x="60" y="910"/>
                  </a:lnTo>
                  <a:lnTo>
                    <a:pt x="60" y="929"/>
                  </a:lnTo>
                  <a:lnTo>
                    <a:pt x="40" y="1008"/>
                  </a:lnTo>
                  <a:lnTo>
                    <a:pt x="20" y="1008"/>
                  </a:lnTo>
                  <a:lnTo>
                    <a:pt x="20" y="1028"/>
                  </a:lnTo>
                  <a:lnTo>
                    <a:pt x="0" y="1107"/>
                  </a:lnTo>
                  <a:lnTo>
                    <a:pt x="0" y="1186"/>
                  </a:lnTo>
                  <a:lnTo>
                    <a:pt x="20" y="1087"/>
                  </a:lnTo>
                  <a:lnTo>
                    <a:pt x="20" y="1107"/>
                  </a:lnTo>
                  <a:lnTo>
                    <a:pt x="20" y="1186"/>
                  </a:lnTo>
                  <a:lnTo>
                    <a:pt x="40" y="1147"/>
                  </a:lnTo>
                  <a:lnTo>
                    <a:pt x="40" y="1166"/>
                  </a:lnTo>
                  <a:lnTo>
                    <a:pt x="60" y="1127"/>
                  </a:lnTo>
                  <a:lnTo>
                    <a:pt x="60" y="1087"/>
                  </a:lnTo>
                  <a:lnTo>
                    <a:pt x="79" y="1087"/>
                  </a:lnTo>
                  <a:lnTo>
                    <a:pt x="79" y="1107"/>
                  </a:lnTo>
                  <a:lnTo>
                    <a:pt x="99" y="1068"/>
                  </a:lnTo>
                  <a:lnTo>
                    <a:pt x="99" y="1107"/>
                  </a:lnTo>
                  <a:lnTo>
                    <a:pt x="119" y="1048"/>
                  </a:lnTo>
                  <a:lnTo>
                    <a:pt x="119" y="1068"/>
                  </a:lnTo>
                  <a:lnTo>
                    <a:pt x="139" y="969"/>
                  </a:lnTo>
                  <a:lnTo>
                    <a:pt x="158" y="929"/>
                  </a:lnTo>
                  <a:lnTo>
                    <a:pt x="178" y="929"/>
                  </a:lnTo>
                  <a:lnTo>
                    <a:pt x="158" y="969"/>
                  </a:lnTo>
                  <a:lnTo>
                    <a:pt x="158" y="989"/>
                  </a:lnTo>
                  <a:lnTo>
                    <a:pt x="139" y="1028"/>
                  </a:lnTo>
                  <a:lnTo>
                    <a:pt x="139" y="1068"/>
                  </a:lnTo>
                  <a:lnTo>
                    <a:pt x="158" y="1028"/>
                  </a:lnTo>
                  <a:lnTo>
                    <a:pt x="158" y="1008"/>
                  </a:lnTo>
                  <a:lnTo>
                    <a:pt x="198" y="929"/>
                  </a:lnTo>
                  <a:lnTo>
                    <a:pt x="218" y="910"/>
                  </a:lnTo>
                  <a:lnTo>
                    <a:pt x="237" y="890"/>
                  </a:lnTo>
                  <a:lnTo>
                    <a:pt x="237" y="929"/>
                  </a:lnTo>
                  <a:lnTo>
                    <a:pt x="257" y="831"/>
                  </a:lnTo>
                  <a:lnTo>
                    <a:pt x="277" y="811"/>
                  </a:lnTo>
                  <a:lnTo>
                    <a:pt x="277" y="870"/>
                  </a:lnTo>
                  <a:lnTo>
                    <a:pt x="316" y="791"/>
                  </a:lnTo>
                  <a:lnTo>
                    <a:pt x="316" y="692"/>
                  </a:lnTo>
                  <a:lnTo>
                    <a:pt x="336" y="653"/>
                  </a:lnTo>
                  <a:lnTo>
                    <a:pt x="336" y="673"/>
                  </a:lnTo>
                  <a:lnTo>
                    <a:pt x="336" y="712"/>
                  </a:lnTo>
                  <a:lnTo>
                    <a:pt x="316" y="850"/>
                  </a:lnTo>
                  <a:lnTo>
                    <a:pt x="356" y="771"/>
                  </a:lnTo>
                  <a:lnTo>
                    <a:pt x="336" y="870"/>
                  </a:lnTo>
                  <a:lnTo>
                    <a:pt x="316" y="929"/>
                  </a:lnTo>
                  <a:lnTo>
                    <a:pt x="316" y="890"/>
                  </a:lnTo>
                  <a:lnTo>
                    <a:pt x="297" y="910"/>
                  </a:lnTo>
                  <a:lnTo>
                    <a:pt x="297" y="929"/>
                  </a:lnTo>
                  <a:lnTo>
                    <a:pt x="277" y="929"/>
                  </a:lnTo>
                  <a:lnTo>
                    <a:pt x="277" y="949"/>
                  </a:lnTo>
                  <a:lnTo>
                    <a:pt x="257" y="989"/>
                  </a:lnTo>
                  <a:lnTo>
                    <a:pt x="257" y="1048"/>
                  </a:lnTo>
                  <a:lnTo>
                    <a:pt x="257" y="1087"/>
                  </a:lnTo>
                  <a:lnTo>
                    <a:pt x="277" y="1068"/>
                  </a:lnTo>
                  <a:lnTo>
                    <a:pt x="277" y="1127"/>
                  </a:lnTo>
                  <a:lnTo>
                    <a:pt x="257" y="1186"/>
                  </a:lnTo>
                  <a:lnTo>
                    <a:pt x="237" y="1186"/>
                  </a:lnTo>
                  <a:lnTo>
                    <a:pt x="237" y="1226"/>
                  </a:lnTo>
                  <a:lnTo>
                    <a:pt x="237" y="1245"/>
                  </a:lnTo>
                  <a:lnTo>
                    <a:pt x="257" y="1245"/>
                  </a:lnTo>
                  <a:lnTo>
                    <a:pt x="297" y="1028"/>
                  </a:lnTo>
                  <a:lnTo>
                    <a:pt x="316" y="1008"/>
                  </a:lnTo>
                  <a:lnTo>
                    <a:pt x="336" y="1028"/>
                  </a:lnTo>
                  <a:lnTo>
                    <a:pt x="316" y="1068"/>
                  </a:lnTo>
                  <a:lnTo>
                    <a:pt x="297" y="1166"/>
                  </a:lnTo>
                  <a:lnTo>
                    <a:pt x="316" y="1127"/>
                  </a:lnTo>
                  <a:lnTo>
                    <a:pt x="316" y="1107"/>
                  </a:lnTo>
                  <a:lnTo>
                    <a:pt x="336" y="1127"/>
                  </a:lnTo>
                  <a:lnTo>
                    <a:pt x="336" y="1226"/>
                  </a:lnTo>
                  <a:lnTo>
                    <a:pt x="316" y="1226"/>
                  </a:lnTo>
                  <a:lnTo>
                    <a:pt x="316" y="1265"/>
                  </a:lnTo>
                  <a:lnTo>
                    <a:pt x="297" y="1245"/>
                  </a:lnTo>
                  <a:lnTo>
                    <a:pt x="297" y="1305"/>
                  </a:lnTo>
                  <a:lnTo>
                    <a:pt x="316" y="1305"/>
                  </a:lnTo>
                  <a:lnTo>
                    <a:pt x="316" y="1384"/>
                  </a:lnTo>
                  <a:lnTo>
                    <a:pt x="336" y="1403"/>
                  </a:lnTo>
                  <a:lnTo>
                    <a:pt x="356" y="1384"/>
                  </a:lnTo>
                  <a:lnTo>
                    <a:pt x="376" y="1324"/>
                  </a:lnTo>
                  <a:lnTo>
                    <a:pt x="395" y="1245"/>
                  </a:lnTo>
                  <a:lnTo>
                    <a:pt x="376" y="1344"/>
                  </a:lnTo>
                  <a:lnTo>
                    <a:pt x="395" y="1344"/>
                  </a:lnTo>
                  <a:lnTo>
                    <a:pt x="395" y="1403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35" y="1305"/>
                  </a:lnTo>
                  <a:lnTo>
                    <a:pt x="415" y="1324"/>
                  </a:lnTo>
                  <a:lnTo>
                    <a:pt x="415" y="1285"/>
                  </a:lnTo>
                  <a:lnTo>
                    <a:pt x="435" y="1206"/>
                  </a:lnTo>
                  <a:lnTo>
                    <a:pt x="455" y="1206"/>
                  </a:lnTo>
                  <a:lnTo>
                    <a:pt x="435" y="1265"/>
                  </a:lnTo>
                  <a:lnTo>
                    <a:pt x="435" y="1305"/>
                  </a:lnTo>
                  <a:lnTo>
                    <a:pt x="435" y="1344"/>
                  </a:lnTo>
                  <a:lnTo>
                    <a:pt x="435" y="1403"/>
                  </a:lnTo>
                  <a:lnTo>
                    <a:pt x="474" y="1344"/>
                  </a:lnTo>
                  <a:lnTo>
                    <a:pt x="494" y="1265"/>
                  </a:lnTo>
                  <a:lnTo>
                    <a:pt x="474" y="1305"/>
                  </a:lnTo>
                  <a:lnTo>
                    <a:pt x="494" y="1226"/>
                  </a:lnTo>
                  <a:lnTo>
                    <a:pt x="494" y="1265"/>
                  </a:lnTo>
                  <a:lnTo>
                    <a:pt x="514" y="1305"/>
                  </a:lnTo>
                  <a:lnTo>
                    <a:pt x="494" y="1344"/>
                  </a:lnTo>
                  <a:lnTo>
                    <a:pt x="494" y="1324"/>
                  </a:lnTo>
                  <a:lnTo>
                    <a:pt x="474" y="1364"/>
                  </a:lnTo>
                  <a:lnTo>
                    <a:pt x="474" y="1403"/>
                  </a:lnTo>
                  <a:lnTo>
                    <a:pt x="494" y="1364"/>
                  </a:lnTo>
                  <a:lnTo>
                    <a:pt x="514" y="1344"/>
                  </a:lnTo>
                  <a:lnTo>
                    <a:pt x="514" y="1364"/>
                  </a:lnTo>
                  <a:lnTo>
                    <a:pt x="514" y="1384"/>
                  </a:lnTo>
                  <a:lnTo>
                    <a:pt x="534" y="1403"/>
                  </a:lnTo>
                  <a:lnTo>
                    <a:pt x="553" y="1344"/>
                  </a:lnTo>
                  <a:lnTo>
                    <a:pt x="573" y="1344"/>
                  </a:lnTo>
                  <a:lnTo>
                    <a:pt x="593" y="1206"/>
                  </a:lnTo>
                  <a:lnTo>
                    <a:pt x="593" y="1305"/>
                  </a:lnTo>
                  <a:lnTo>
                    <a:pt x="573" y="1384"/>
                  </a:lnTo>
                  <a:lnTo>
                    <a:pt x="593" y="1344"/>
                  </a:lnTo>
                  <a:lnTo>
                    <a:pt x="593" y="1384"/>
                  </a:lnTo>
                  <a:lnTo>
                    <a:pt x="613" y="1403"/>
                  </a:lnTo>
                  <a:lnTo>
                    <a:pt x="613" y="1384"/>
                  </a:lnTo>
                  <a:lnTo>
                    <a:pt x="633" y="1344"/>
                  </a:lnTo>
                  <a:lnTo>
                    <a:pt x="652" y="1305"/>
                  </a:lnTo>
                  <a:lnTo>
                    <a:pt x="692" y="1285"/>
                  </a:lnTo>
                  <a:lnTo>
                    <a:pt x="652" y="1364"/>
                  </a:lnTo>
                  <a:lnTo>
                    <a:pt x="633" y="1403"/>
                  </a:lnTo>
                  <a:lnTo>
                    <a:pt x="652" y="1423"/>
                  </a:lnTo>
                  <a:lnTo>
                    <a:pt x="672" y="1423"/>
                  </a:lnTo>
                  <a:lnTo>
                    <a:pt x="692" y="1403"/>
                  </a:lnTo>
                  <a:lnTo>
                    <a:pt x="692" y="1324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692" y="1384"/>
                  </a:lnTo>
                  <a:lnTo>
                    <a:pt x="692" y="1384"/>
                  </a:lnTo>
                  <a:lnTo>
                    <a:pt x="731" y="1324"/>
                  </a:lnTo>
                  <a:lnTo>
                    <a:pt x="744" y="1324"/>
                  </a:lnTo>
                  <a:lnTo>
                    <a:pt x="751" y="1305"/>
                  </a:lnTo>
                  <a:lnTo>
                    <a:pt x="771" y="1226"/>
                  </a:lnTo>
                  <a:lnTo>
                    <a:pt x="771" y="1166"/>
                  </a:lnTo>
                  <a:lnTo>
                    <a:pt x="751" y="1206"/>
                  </a:lnTo>
                  <a:lnTo>
                    <a:pt x="731" y="1206"/>
                  </a:lnTo>
                  <a:lnTo>
                    <a:pt x="731" y="1147"/>
                  </a:lnTo>
                  <a:lnTo>
                    <a:pt x="751" y="1087"/>
                  </a:lnTo>
                  <a:lnTo>
                    <a:pt x="751" y="1048"/>
                  </a:lnTo>
                  <a:lnTo>
                    <a:pt x="791" y="949"/>
                  </a:lnTo>
                  <a:lnTo>
                    <a:pt x="810" y="929"/>
                  </a:lnTo>
                  <a:lnTo>
                    <a:pt x="791" y="1008"/>
                  </a:lnTo>
                  <a:lnTo>
                    <a:pt x="771" y="1068"/>
                  </a:lnTo>
                  <a:lnTo>
                    <a:pt x="791" y="1048"/>
                  </a:lnTo>
                  <a:lnTo>
                    <a:pt x="771" y="1147"/>
                  </a:lnTo>
                  <a:lnTo>
                    <a:pt x="791" y="1068"/>
                  </a:lnTo>
                  <a:lnTo>
                    <a:pt x="810" y="989"/>
                  </a:lnTo>
                  <a:lnTo>
                    <a:pt x="810" y="949"/>
                  </a:lnTo>
                  <a:lnTo>
                    <a:pt x="830" y="989"/>
                  </a:lnTo>
                  <a:lnTo>
                    <a:pt x="850" y="969"/>
                  </a:lnTo>
                  <a:lnTo>
                    <a:pt x="850" y="1028"/>
                  </a:lnTo>
                  <a:lnTo>
                    <a:pt x="830" y="1008"/>
                  </a:lnTo>
                  <a:lnTo>
                    <a:pt x="830" y="1048"/>
                  </a:lnTo>
                  <a:lnTo>
                    <a:pt x="810" y="1107"/>
                  </a:lnTo>
                  <a:lnTo>
                    <a:pt x="810" y="1166"/>
                  </a:lnTo>
                  <a:lnTo>
                    <a:pt x="791" y="1226"/>
                  </a:lnTo>
                  <a:lnTo>
                    <a:pt x="771" y="1344"/>
                  </a:lnTo>
                  <a:lnTo>
                    <a:pt x="771" y="1384"/>
                  </a:lnTo>
                  <a:lnTo>
                    <a:pt x="791" y="1344"/>
                  </a:lnTo>
                  <a:lnTo>
                    <a:pt x="810" y="1344"/>
                  </a:lnTo>
                  <a:lnTo>
                    <a:pt x="830" y="1305"/>
                  </a:lnTo>
                  <a:lnTo>
                    <a:pt x="830" y="1364"/>
                  </a:lnTo>
                  <a:lnTo>
                    <a:pt x="850" y="1364"/>
                  </a:lnTo>
                  <a:lnTo>
                    <a:pt x="870" y="1324"/>
                  </a:lnTo>
                  <a:lnTo>
                    <a:pt x="870" y="1384"/>
                  </a:lnTo>
                  <a:lnTo>
                    <a:pt x="870" y="1403"/>
                  </a:lnTo>
                  <a:lnTo>
                    <a:pt x="889" y="1384"/>
                  </a:lnTo>
                  <a:lnTo>
                    <a:pt x="909" y="1344"/>
                  </a:lnTo>
                  <a:lnTo>
                    <a:pt x="949" y="1305"/>
                  </a:lnTo>
                  <a:lnTo>
                    <a:pt x="949" y="1285"/>
                  </a:lnTo>
                  <a:lnTo>
                    <a:pt x="968" y="1305"/>
                  </a:lnTo>
                  <a:lnTo>
                    <a:pt x="949" y="1344"/>
                  </a:lnTo>
                  <a:lnTo>
                    <a:pt x="968" y="1364"/>
                  </a:lnTo>
                  <a:lnTo>
                    <a:pt x="988" y="1305"/>
                  </a:lnTo>
                  <a:lnTo>
                    <a:pt x="988" y="1364"/>
                  </a:lnTo>
                  <a:lnTo>
                    <a:pt x="1008" y="1344"/>
                  </a:lnTo>
                  <a:lnTo>
                    <a:pt x="1008" y="1324"/>
                  </a:lnTo>
                  <a:lnTo>
                    <a:pt x="1028" y="1384"/>
                  </a:lnTo>
                  <a:lnTo>
                    <a:pt x="1047" y="1344"/>
                  </a:lnTo>
                  <a:lnTo>
                    <a:pt x="1067" y="1265"/>
                  </a:lnTo>
                  <a:lnTo>
                    <a:pt x="1047" y="1384"/>
                  </a:lnTo>
                  <a:lnTo>
                    <a:pt x="1126" y="1344"/>
                  </a:lnTo>
                  <a:lnTo>
                    <a:pt x="1205" y="1305"/>
                  </a:lnTo>
                  <a:lnTo>
                    <a:pt x="1186" y="1344"/>
                  </a:lnTo>
                  <a:lnTo>
                    <a:pt x="1205" y="1324"/>
                  </a:lnTo>
                  <a:lnTo>
                    <a:pt x="1245" y="1305"/>
                  </a:lnTo>
                  <a:lnTo>
                    <a:pt x="1265" y="1265"/>
                  </a:lnTo>
                  <a:lnTo>
                    <a:pt x="1284" y="1265"/>
                  </a:lnTo>
                  <a:lnTo>
                    <a:pt x="1304" y="1245"/>
                  </a:lnTo>
                  <a:lnTo>
                    <a:pt x="1324" y="1166"/>
                  </a:lnTo>
                  <a:lnTo>
                    <a:pt x="1324" y="1048"/>
                  </a:lnTo>
                  <a:lnTo>
                    <a:pt x="1344" y="1028"/>
                  </a:lnTo>
                  <a:lnTo>
                    <a:pt x="1344" y="1068"/>
                  </a:lnTo>
                  <a:lnTo>
                    <a:pt x="1344" y="1107"/>
                  </a:lnTo>
                  <a:lnTo>
                    <a:pt x="1344" y="1127"/>
                  </a:lnTo>
                  <a:lnTo>
                    <a:pt x="1324" y="1226"/>
                  </a:lnTo>
                  <a:lnTo>
                    <a:pt x="1304" y="1305"/>
                  </a:lnTo>
                  <a:lnTo>
                    <a:pt x="1344" y="1226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83" y="1265"/>
                  </a:lnTo>
                  <a:lnTo>
                    <a:pt x="1363" y="1305"/>
                  </a:lnTo>
                  <a:lnTo>
                    <a:pt x="1363" y="1285"/>
                  </a:lnTo>
                  <a:lnTo>
                    <a:pt x="1344" y="1285"/>
                  </a:lnTo>
                  <a:lnTo>
                    <a:pt x="1344" y="1305"/>
                  </a:lnTo>
                  <a:lnTo>
                    <a:pt x="1324" y="1344"/>
                  </a:lnTo>
                  <a:lnTo>
                    <a:pt x="1363" y="1324"/>
                  </a:lnTo>
                  <a:lnTo>
                    <a:pt x="1383" y="1324"/>
                  </a:lnTo>
                  <a:lnTo>
                    <a:pt x="1383" y="1285"/>
                  </a:lnTo>
                  <a:lnTo>
                    <a:pt x="1403" y="1245"/>
                  </a:lnTo>
                  <a:lnTo>
                    <a:pt x="1403" y="1265"/>
                  </a:lnTo>
                  <a:lnTo>
                    <a:pt x="1423" y="1206"/>
                  </a:lnTo>
                  <a:lnTo>
                    <a:pt x="1403" y="1285"/>
                  </a:lnTo>
                  <a:lnTo>
                    <a:pt x="1423" y="1226"/>
                  </a:lnTo>
                  <a:lnTo>
                    <a:pt x="1442" y="1226"/>
                  </a:lnTo>
                  <a:lnTo>
                    <a:pt x="1462" y="1245"/>
                  </a:lnTo>
                  <a:lnTo>
                    <a:pt x="1462" y="1285"/>
                  </a:lnTo>
                  <a:lnTo>
                    <a:pt x="1482" y="1265"/>
                  </a:lnTo>
                  <a:lnTo>
                    <a:pt x="1482" y="1305"/>
                  </a:lnTo>
                  <a:lnTo>
                    <a:pt x="1502" y="1324"/>
                  </a:lnTo>
                  <a:lnTo>
                    <a:pt x="1521" y="1324"/>
                  </a:lnTo>
                  <a:lnTo>
                    <a:pt x="1541" y="1364"/>
                  </a:lnTo>
                  <a:lnTo>
                    <a:pt x="1561" y="1324"/>
                  </a:lnTo>
                  <a:lnTo>
                    <a:pt x="1581" y="1285"/>
                  </a:lnTo>
                  <a:lnTo>
                    <a:pt x="1265" y="692"/>
                  </a:lnTo>
                  <a:lnTo>
                    <a:pt x="968" y="179"/>
                  </a:lnTo>
                  <a:lnTo>
                    <a:pt x="949" y="238"/>
                  </a:lnTo>
                  <a:lnTo>
                    <a:pt x="949" y="218"/>
                  </a:lnTo>
                  <a:lnTo>
                    <a:pt x="949" y="159"/>
                  </a:lnTo>
                  <a:lnTo>
                    <a:pt x="929" y="198"/>
                  </a:lnTo>
                  <a:lnTo>
                    <a:pt x="909" y="218"/>
                  </a:lnTo>
                  <a:lnTo>
                    <a:pt x="909" y="258"/>
                  </a:lnTo>
                  <a:lnTo>
                    <a:pt x="889" y="297"/>
                  </a:lnTo>
                  <a:lnTo>
                    <a:pt x="889" y="238"/>
                  </a:lnTo>
                  <a:lnTo>
                    <a:pt x="909" y="198"/>
                  </a:lnTo>
                  <a:lnTo>
                    <a:pt x="909" y="119"/>
                  </a:lnTo>
                  <a:lnTo>
                    <a:pt x="909" y="100"/>
                  </a:lnTo>
                  <a:lnTo>
                    <a:pt x="909" y="80"/>
                  </a:lnTo>
                  <a:lnTo>
                    <a:pt x="909" y="40"/>
                  </a:lnTo>
                  <a:lnTo>
                    <a:pt x="889" y="60"/>
                  </a:lnTo>
                  <a:lnTo>
                    <a:pt x="889" y="119"/>
                  </a:lnTo>
                  <a:lnTo>
                    <a:pt x="870" y="179"/>
                  </a:lnTo>
                  <a:lnTo>
                    <a:pt x="870" y="100"/>
                  </a:lnTo>
                  <a:lnTo>
                    <a:pt x="850" y="139"/>
                  </a:lnTo>
                  <a:lnTo>
                    <a:pt x="830" y="218"/>
                  </a:lnTo>
                  <a:lnTo>
                    <a:pt x="830" y="277"/>
                  </a:lnTo>
                  <a:lnTo>
                    <a:pt x="830" y="317"/>
                  </a:lnTo>
                  <a:lnTo>
                    <a:pt x="830" y="376"/>
                  </a:lnTo>
                  <a:lnTo>
                    <a:pt x="810" y="396"/>
                  </a:lnTo>
                  <a:lnTo>
                    <a:pt x="791" y="297"/>
                  </a:lnTo>
                  <a:lnTo>
                    <a:pt x="830" y="159"/>
                  </a:lnTo>
                  <a:lnTo>
                    <a:pt x="850" y="1"/>
                  </a:lnTo>
                  <a:lnTo>
                    <a:pt x="830" y="21"/>
                  </a:lnTo>
                  <a:lnTo>
                    <a:pt x="810" y="21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-1607450" y="32995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-1360550" y="3908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-1371900" y="3904975"/>
              <a:ext cx="19275" cy="6950"/>
            </a:xfrm>
            <a:custGeom>
              <a:rect b="b" l="l" r="r" t="t"/>
              <a:pathLst>
                <a:path extrusionOk="0" h="278" w="771">
                  <a:moveTo>
                    <a:pt x="672" y="1"/>
                  </a:moveTo>
                  <a:lnTo>
                    <a:pt x="593" y="21"/>
                  </a:lnTo>
                  <a:lnTo>
                    <a:pt x="613" y="21"/>
                  </a:lnTo>
                  <a:lnTo>
                    <a:pt x="672" y="1"/>
                  </a:lnTo>
                  <a:close/>
                  <a:moveTo>
                    <a:pt x="712" y="21"/>
                  </a:moveTo>
                  <a:lnTo>
                    <a:pt x="705" y="27"/>
                  </a:lnTo>
                  <a:lnTo>
                    <a:pt x="705" y="27"/>
                  </a:lnTo>
                  <a:lnTo>
                    <a:pt x="732" y="40"/>
                  </a:lnTo>
                  <a:lnTo>
                    <a:pt x="732" y="40"/>
                  </a:lnTo>
                  <a:lnTo>
                    <a:pt x="712" y="21"/>
                  </a:lnTo>
                  <a:close/>
                  <a:moveTo>
                    <a:pt x="613" y="1"/>
                  </a:moveTo>
                  <a:lnTo>
                    <a:pt x="514" y="21"/>
                  </a:lnTo>
                  <a:lnTo>
                    <a:pt x="475" y="40"/>
                  </a:lnTo>
                  <a:lnTo>
                    <a:pt x="514" y="40"/>
                  </a:lnTo>
                  <a:lnTo>
                    <a:pt x="593" y="21"/>
                  </a:lnTo>
                  <a:lnTo>
                    <a:pt x="613" y="1"/>
                  </a:lnTo>
                  <a:close/>
                  <a:moveTo>
                    <a:pt x="396" y="60"/>
                  </a:moveTo>
                  <a:lnTo>
                    <a:pt x="415" y="80"/>
                  </a:lnTo>
                  <a:lnTo>
                    <a:pt x="455" y="60"/>
                  </a:lnTo>
                  <a:close/>
                  <a:moveTo>
                    <a:pt x="613" y="100"/>
                  </a:moveTo>
                  <a:lnTo>
                    <a:pt x="593" y="119"/>
                  </a:lnTo>
                  <a:lnTo>
                    <a:pt x="613" y="119"/>
                  </a:lnTo>
                  <a:lnTo>
                    <a:pt x="613" y="100"/>
                  </a:lnTo>
                  <a:close/>
                  <a:moveTo>
                    <a:pt x="99" y="238"/>
                  </a:moveTo>
                  <a:lnTo>
                    <a:pt x="1" y="277"/>
                  </a:lnTo>
                  <a:lnTo>
                    <a:pt x="40" y="277"/>
                  </a:lnTo>
                  <a:lnTo>
                    <a:pt x="99" y="238"/>
                  </a:lnTo>
                  <a:close/>
                  <a:moveTo>
                    <a:pt x="692" y="21"/>
                  </a:moveTo>
                  <a:lnTo>
                    <a:pt x="652" y="40"/>
                  </a:lnTo>
                  <a:lnTo>
                    <a:pt x="514" y="40"/>
                  </a:lnTo>
                  <a:lnTo>
                    <a:pt x="455" y="60"/>
                  </a:lnTo>
                  <a:lnTo>
                    <a:pt x="494" y="60"/>
                  </a:lnTo>
                  <a:lnTo>
                    <a:pt x="455" y="80"/>
                  </a:lnTo>
                  <a:lnTo>
                    <a:pt x="475" y="80"/>
                  </a:lnTo>
                  <a:lnTo>
                    <a:pt x="297" y="139"/>
                  </a:lnTo>
                  <a:lnTo>
                    <a:pt x="159" y="198"/>
                  </a:lnTo>
                  <a:lnTo>
                    <a:pt x="198" y="218"/>
                  </a:lnTo>
                  <a:lnTo>
                    <a:pt x="99" y="238"/>
                  </a:lnTo>
                  <a:lnTo>
                    <a:pt x="80" y="277"/>
                  </a:lnTo>
                  <a:lnTo>
                    <a:pt x="99" y="277"/>
                  </a:lnTo>
                  <a:lnTo>
                    <a:pt x="119" y="258"/>
                  </a:lnTo>
                  <a:lnTo>
                    <a:pt x="198" y="258"/>
                  </a:lnTo>
                  <a:lnTo>
                    <a:pt x="218" y="238"/>
                  </a:lnTo>
                  <a:lnTo>
                    <a:pt x="198" y="238"/>
                  </a:lnTo>
                  <a:lnTo>
                    <a:pt x="257" y="218"/>
                  </a:lnTo>
                  <a:lnTo>
                    <a:pt x="356" y="179"/>
                  </a:lnTo>
                  <a:lnTo>
                    <a:pt x="396" y="179"/>
                  </a:lnTo>
                  <a:lnTo>
                    <a:pt x="396" y="159"/>
                  </a:lnTo>
                  <a:lnTo>
                    <a:pt x="356" y="159"/>
                  </a:lnTo>
                  <a:lnTo>
                    <a:pt x="396" y="139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80"/>
                  </a:lnTo>
                  <a:lnTo>
                    <a:pt x="554" y="100"/>
                  </a:lnTo>
                  <a:lnTo>
                    <a:pt x="534" y="100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494" y="119"/>
                  </a:lnTo>
                  <a:lnTo>
                    <a:pt x="514" y="119"/>
                  </a:lnTo>
                  <a:lnTo>
                    <a:pt x="593" y="100"/>
                  </a:lnTo>
                  <a:lnTo>
                    <a:pt x="613" y="100"/>
                  </a:lnTo>
                  <a:lnTo>
                    <a:pt x="692" y="80"/>
                  </a:lnTo>
                  <a:lnTo>
                    <a:pt x="692" y="60"/>
                  </a:lnTo>
                  <a:lnTo>
                    <a:pt x="771" y="40"/>
                  </a:lnTo>
                  <a:lnTo>
                    <a:pt x="692" y="40"/>
                  </a:lnTo>
                  <a:lnTo>
                    <a:pt x="705" y="27"/>
                  </a:lnTo>
                  <a:lnTo>
                    <a:pt x="705" y="27"/>
                  </a:lnTo>
                  <a:lnTo>
                    <a:pt x="692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-1388675" y="3898575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-1360050" y="3902525"/>
              <a:ext cx="2500" cy="500"/>
            </a:xfrm>
            <a:custGeom>
              <a:rect b="b" l="l" r="r" t="t"/>
              <a:pathLst>
                <a:path extrusionOk="0" h="20" w="100">
                  <a:moveTo>
                    <a:pt x="99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-1356600" y="3901525"/>
              <a:ext cx="2000" cy="525"/>
            </a:xfrm>
            <a:custGeom>
              <a:rect b="b" l="l" r="r" t="t"/>
              <a:pathLst>
                <a:path extrusionOk="0" h="21" w="80">
                  <a:moveTo>
                    <a:pt x="1" y="20"/>
                  </a:moveTo>
                  <a:lnTo>
                    <a:pt x="1" y="2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-1395600" y="3860050"/>
              <a:ext cx="43975" cy="52850"/>
            </a:xfrm>
            <a:custGeom>
              <a:rect b="b" l="l" r="r" t="t"/>
              <a:pathLst>
                <a:path extrusionOk="0" h="2114" w="1759">
                  <a:moveTo>
                    <a:pt x="1225" y="573"/>
                  </a:moveTo>
                  <a:lnTo>
                    <a:pt x="1225" y="593"/>
                  </a:lnTo>
                  <a:lnTo>
                    <a:pt x="1284" y="593"/>
                  </a:lnTo>
                  <a:lnTo>
                    <a:pt x="1245" y="573"/>
                  </a:lnTo>
                  <a:close/>
                  <a:moveTo>
                    <a:pt x="60" y="1126"/>
                  </a:moveTo>
                  <a:lnTo>
                    <a:pt x="60" y="1146"/>
                  </a:lnTo>
                  <a:lnTo>
                    <a:pt x="80" y="1126"/>
                  </a:lnTo>
                  <a:close/>
                  <a:moveTo>
                    <a:pt x="80" y="1146"/>
                  </a:moveTo>
                  <a:lnTo>
                    <a:pt x="1" y="1185"/>
                  </a:lnTo>
                  <a:lnTo>
                    <a:pt x="20" y="1185"/>
                  </a:lnTo>
                  <a:lnTo>
                    <a:pt x="1" y="1205"/>
                  </a:lnTo>
                  <a:lnTo>
                    <a:pt x="1" y="1225"/>
                  </a:lnTo>
                  <a:lnTo>
                    <a:pt x="20" y="1205"/>
                  </a:lnTo>
                  <a:lnTo>
                    <a:pt x="60" y="1185"/>
                  </a:lnTo>
                  <a:lnTo>
                    <a:pt x="60" y="1185"/>
                  </a:lnTo>
                  <a:lnTo>
                    <a:pt x="40" y="1205"/>
                  </a:lnTo>
                  <a:lnTo>
                    <a:pt x="139" y="1166"/>
                  </a:lnTo>
                  <a:lnTo>
                    <a:pt x="99" y="1166"/>
                  </a:lnTo>
                  <a:lnTo>
                    <a:pt x="119" y="1146"/>
                  </a:lnTo>
                  <a:close/>
                  <a:moveTo>
                    <a:pt x="1284" y="1205"/>
                  </a:moveTo>
                  <a:lnTo>
                    <a:pt x="1253" y="1213"/>
                  </a:lnTo>
                  <a:lnTo>
                    <a:pt x="1253" y="1213"/>
                  </a:lnTo>
                  <a:lnTo>
                    <a:pt x="1265" y="1225"/>
                  </a:lnTo>
                  <a:lnTo>
                    <a:pt x="1284" y="1205"/>
                  </a:lnTo>
                  <a:close/>
                  <a:moveTo>
                    <a:pt x="218" y="1264"/>
                  </a:moveTo>
                  <a:lnTo>
                    <a:pt x="198" y="1284"/>
                  </a:lnTo>
                  <a:lnTo>
                    <a:pt x="238" y="1264"/>
                  </a:lnTo>
                  <a:close/>
                  <a:moveTo>
                    <a:pt x="1620" y="1363"/>
                  </a:moveTo>
                  <a:lnTo>
                    <a:pt x="1581" y="138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40" y="1363"/>
                  </a:lnTo>
                  <a:close/>
                  <a:moveTo>
                    <a:pt x="1699" y="1403"/>
                  </a:moveTo>
                  <a:lnTo>
                    <a:pt x="1640" y="1423"/>
                  </a:lnTo>
                  <a:lnTo>
                    <a:pt x="1660" y="1423"/>
                  </a:lnTo>
                  <a:lnTo>
                    <a:pt x="1719" y="1403"/>
                  </a:lnTo>
                  <a:close/>
                  <a:moveTo>
                    <a:pt x="376" y="1423"/>
                  </a:moveTo>
                  <a:lnTo>
                    <a:pt x="356" y="1442"/>
                  </a:lnTo>
                  <a:lnTo>
                    <a:pt x="336" y="1442"/>
                  </a:lnTo>
                  <a:lnTo>
                    <a:pt x="376" y="1423"/>
                  </a:lnTo>
                  <a:close/>
                  <a:moveTo>
                    <a:pt x="336" y="1502"/>
                  </a:moveTo>
                  <a:lnTo>
                    <a:pt x="297" y="1521"/>
                  </a:lnTo>
                  <a:lnTo>
                    <a:pt x="317" y="1521"/>
                  </a:lnTo>
                  <a:lnTo>
                    <a:pt x="336" y="1502"/>
                  </a:lnTo>
                  <a:close/>
                  <a:moveTo>
                    <a:pt x="1541" y="1581"/>
                  </a:moveTo>
                  <a:lnTo>
                    <a:pt x="1541" y="1590"/>
                  </a:lnTo>
                  <a:lnTo>
                    <a:pt x="1541" y="1590"/>
                  </a:lnTo>
                  <a:lnTo>
                    <a:pt x="1561" y="1581"/>
                  </a:lnTo>
                  <a:close/>
                  <a:moveTo>
                    <a:pt x="613" y="1640"/>
                  </a:moveTo>
                  <a:lnTo>
                    <a:pt x="633" y="1660"/>
                  </a:lnTo>
                  <a:lnTo>
                    <a:pt x="652" y="1640"/>
                  </a:lnTo>
                  <a:close/>
                  <a:moveTo>
                    <a:pt x="1008" y="1640"/>
                  </a:moveTo>
                  <a:lnTo>
                    <a:pt x="949" y="1660"/>
                  </a:lnTo>
                  <a:lnTo>
                    <a:pt x="968" y="1660"/>
                  </a:lnTo>
                  <a:lnTo>
                    <a:pt x="968" y="1679"/>
                  </a:lnTo>
                  <a:lnTo>
                    <a:pt x="1008" y="1660"/>
                  </a:lnTo>
                  <a:lnTo>
                    <a:pt x="1008" y="1640"/>
                  </a:lnTo>
                  <a:close/>
                  <a:moveTo>
                    <a:pt x="1034" y="1923"/>
                  </a:moveTo>
                  <a:lnTo>
                    <a:pt x="968" y="1956"/>
                  </a:lnTo>
                  <a:lnTo>
                    <a:pt x="889" y="1976"/>
                  </a:lnTo>
                  <a:lnTo>
                    <a:pt x="909" y="1956"/>
                  </a:lnTo>
                  <a:lnTo>
                    <a:pt x="929" y="1936"/>
                  </a:lnTo>
                  <a:lnTo>
                    <a:pt x="968" y="1936"/>
                  </a:lnTo>
                  <a:lnTo>
                    <a:pt x="1034" y="1923"/>
                  </a:lnTo>
                  <a:close/>
                  <a:moveTo>
                    <a:pt x="830" y="2015"/>
                  </a:moveTo>
                  <a:lnTo>
                    <a:pt x="810" y="2035"/>
                  </a:lnTo>
                  <a:lnTo>
                    <a:pt x="830" y="2035"/>
                  </a:lnTo>
                  <a:lnTo>
                    <a:pt x="830" y="2015"/>
                  </a:lnTo>
                  <a:close/>
                  <a:moveTo>
                    <a:pt x="791" y="0"/>
                  </a:moveTo>
                  <a:lnTo>
                    <a:pt x="633" y="198"/>
                  </a:lnTo>
                  <a:lnTo>
                    <a:pt x="475" y="415"/>
                  </a:lnTo>
                  <a:lnTo>
                    <a:pt x="297" y="672"/>
                  </a:lnTo>
                  <a:lnTo>
                    <a:pt x="139" y="968"/>
                  </a:lnTo>
                  <a:lnTo>
                    <a:pt x="178" y="948"/>
                  </a:lnTo>
                  <a:lnTo>
                    <a:pt x="159" y="968"/>
                  </a:lnTo>
                  <a:lnTo>
                    <a:pt x="119" y="968"/>
                  </a:lnTo>
                  <a:lnTo>
                    <a:pt x="99" y="1008"/>
                  </a:lnTo>
                  <a:lnTo>
                    <a:pt x="159" y="1027"/>
                  </a:lnTo>
                  <a:lnTo>
                    <a:pt x="99" y="1047"/>
                  </a:lnTo>
                  <a:lnTo>
                    <a:pt x="40" y="1106"/>
                  </a:lnTo>
                  <a:lnTo>
                    <a:pt x="60" y="1126"/>
                  </a:lnTo>
                  <a:lnTo>
                    <a:pt x="99" y="1106"/>
                  </a:lnTo>
                  <a:lnTo>
                    <a:pt x="159" y="1087"/>
                  </a:lnTo>
                  <a:lnTo>
                    <a:pt x="198" y="1087"/>
                  </a:lnTo>
                  <a:lnTo>
                    <a:pt x="218" y="1106"/>
                  </a:lnTo>
                  <a:lnTo>
                    <a:pt x="238" y="1106"/>
                  </a:lnTo>
                  <a:lnTo>
                    <a:pt x="257" y="1087"/>
                  </a:lnTo>
                  <a:lnTo>
                    <a:pt x="277" y="1087"/>
                  </a:lnTo>
                  <a:lnTo>
                    <a:pt x="277" y="1106"/>
                  </a:lnTo>
                  <a:lnTo>
                    <a:pt x="218" y="1126"/>
                  </a:lnTo>
                  <a:lnTo>
                    <a:pt x="159" y="1146"/>
                  </a:lnTo>
                  <a:lnTo>
                    <a:pt x="198" y="1146"/>
                  </a:lnTo>
                  <a:lnTo>
                    <a:pt x="198" y="1166"/>
                  </a:lnTo>
                  <a:lnTo>
                    <a:pt x="178" y="1166"/>
                  </a:lnTo>
                  <a:lnTo>
                    <a:pt x="99" y="1205"/>
                  </a:lnTo>
                  <a:lnTo>
                    <a:pt x="178" y="1185"/>
                  </a:lnTo>
                  <a:lnTo>
                    <a:pt x="198" y="1185"/>
                  </a:lnTo>
                  <a:lnTo>
                    <a:pt x="159" y="1205"/>
                  </a:lnTo>
                  <a:lnTo>
                    <a:pt x="218" y="1205"/>
                  </a:lnTo>
                  <a:lnTo>
                    <a:pt x="277" y="1185"/>
                  </a:lnTo>
                  <a:lnTo>
                    <a:pt x="356" y="1166"/>
                  </a:lnTo>
                  <a:lnTo>
                    <a:pt x="356" y="1185"/>
                  </a:lnTo>
                  <a:lnTo>
                    <a:pt x="317" y="1205"/>
                  </a:lnTo>
                  <a:lnTo>
                    <a:pt x="356" y="1205"/>
                  </a:lnTo>
                  <a:lnTo>
                    <a:pt x="336" y="1225"/>
                  </a:lnTo>
                  <a:lnTo>
                    <a:pt x="297" y="1245"/>
                  </a:lnTo>
                  <a:lnTo>
                    <a:pt x="297" y="1225"/>
                  </a:lnTo>
                  <a:lnTo>
                    <a:pt x="257" y="1225"/>
                  </a:lnTo>
                  <a:lnTo>
                    <a:pt x="198" y="1245"/>
                  </a:lnTo>
                  <a:lnTo>
                    <a:pt x="178" y="1264"/>
                  </a:lnTo>
                  <a:lnTo>
                    <a:pt x="257" y="1245"/>
                  </a:lnTo>
                  <a:lnTo>
                    <a:pt x="238" y="1264"/>
                  </a:lnTo>
                  <a:lnTo>
                    <a:pt x="257" y="1264"/>
                  </a:lnTo>
                  <a:lnTo>
                    <a:pt x="139" y="1304"/>
                  </a:lnTo>
                  <a:lnTo>
                    <a:pt x="159" y="1304"/>
                  </a:lnTo>
                  <a:lnTo>
                    <a:pt x="139" y="1324"/>
                  </a:lnTo>
                  <a:lnTo>
                    <a:pt x="178" y="1304"/>
                  </a:lnTo>
                  <a:lnTo>
                    <a:pt x="238" y="1304"/>
                  </a:lnTo>
                  <a:lnTo>
                    <a:pt x="218" y="1324"/>
                  </a:lnTo>
                  <a:lnTo>
                    <a:pt x="198" y="1343"/>
                  </a:lnTo>
                  <a:lnTo>
                    <a:pt x="277" y="1324"/>
                  </a:lnTo>
                  <a:lnTo>
                    <a:pt x="238" y="1324"/>
                  </a:lnTo>
                  <a:lnTo>
                    <a:pt x="277" y="1304"/>
                  </a:lnTo>
                  <a:lnTo>
                    <a:pt x="317" y="1304"/>
                  </a:lnTo>
                  <a:lnTo>
                    <a:pt x="336" y="1324"/>
                  </a:lnTo>
                  <a:lnTo>
                    <a:pt x="376" y="1324"/>
                  </a:lnTo>
                  <a:lnTo>
                    <a:pt x="317" y="1343"/>
                  </a:lnTo>
                  <a:lnTo>
                    <a:pt x="238" y="1363"/>
                  </a:lnTo>
                  <a:lnTo>
                    <a:pt x="238" y="1343"/>
                  </a:lnTo>
                  <a:lnTo>
                    <a:pt x="218" y="1363"/>
                  </a:lnTo>
                  <a:lnTo>
                    <a:pt x="277" y="1383"/>
                  </a:lnTo>
                  <a:lnTo>
                    <a:pt x="257" y="1383"/>
                  </a:lnTo>
                  <a:lnTo>
                    <a:pt x="218" y="1423"/>
                  </a:lnTo>
                  <a:lnTo>
                    <a:pt x="257" y="1403"/>
                  </a:lnTo>
                  <a:lnTo>
                    <a:pt x="257" y="1423"/>
                  </a:lnTo>
                  <a:lnTo>
                    <a:pt x="336" y="1403"/>
                  </a:lnTo>
                  <a:lnTo>
                    <a:pt x="336" y="1403"/>
                  </a:lnTo>
                  <a:lnTo>
                    <a:pt x="277" y="1423"/>
                  </a:lnTo>
                  <a:lnTo>
                    <a:pt x="277" y="1442"/>
                  </a:lnTo>
                  <a:lnTo>
                    <a:pt x="238" y="1462"/>
                  </a:lnTo>
                  <a:lnTo>
                    <a:pt x="257" y="1462"/>
                  </a:lnTo>
                  <a:lnTo>
                    <a:pt x="297" y="1452"/>
                  </a:lnTo>
                  <a:lnTo>
                    <a:pt x="297" y="1452"/>
                  </a:lnTo>
                  <a:lnTo>
                    <a:pt x="297" y="1462"/>
                  </a:lnTo>
                  <a:lnTo>
                    <a:pt x="376" y="1462"/>
                  </a:lnTo>
                  <a:lnTo>
                    <a:pt x="396" y="1442"/>
                  </a:lnTo>
                  <a:lnTo>
                    <a:pt x="455" y="1423"/>
                  </a:lnTo>
                  <a:lnTo>
                    <a:pt x="435" y="1442"/>
                  </a:lnTo>
                  <a:lnTo>
                    <a:pt x="396" y="1462"/>
                  </a:lnTo>
                  <a:lnTo>
                    <a:pt x="494" y="1462"/>
                  </a:lnTo>
                  <a:lnTo>
                    <a:pt x="534" y="1442"/>
                  </a:lnTo>
                  <a:lnTo>
                    <a:pt x="475" y="1482"/>
                  </a:lnTo>
                  <a:lnTo>
                    <a:pt x="415" y="1482"/>
                  </a:lnTo>
                  <a:lnTo>
                    <a:pt x="356" y="1521"/>
                  </a:lnTo>
                  <a:lnTo>
                    <a:pt x="356" y="1541"/>
                  </a:lnTo>
                  <a:lnTo>
                    <a:pt x="317" y="1541"/>
                  </a:lnTo>
                  <a:lnTo>
                    <a:pt x="317" y="1561"/>
                  </a:lnTo>
                  <a:lnTo>
                    <a:pt x="435" y="1521"/>
                  </a:lnTo>
                  <a:lnTo>
                    <a:pt x="356" y="1561"/>
                  </a:lnTo>
                  <a:lnTo>
                    <a:pt x="396" y="1561"/>
                  </a:lnTo>
                  <a:lnTo>
                    <a:pt x="475" y="1541"/>
                  </a:lnTo>
                  <a:lnTo>
                    <a:pt x="534" y="1521"/>
                  </a:lnTo>
                  <a:lnTo>
                    <a:pt x="573" y="1521"/>
                  </a:lnTo>
                  <a:lnTo>
                    <a:pt x="613" y="1502"/>
                  </a:lnTo>
                  <a:lnTo>
                    <a:pt x="573" y="1502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13" y="1521"/>
                  </a:lnTo>
                  <a:lnTo>
                    <a:pt x="573" y="1541"/>
                  </a:lnTo>
                  <a:lnTo>
                    <a:pt x="435" y="1581"/>
                  </a:lnTo>
                  <a:lnTo>
                    <a:pt x="277" y="1620"/>
                  </a:lnTo>
                  <a:lnTo>
                    <a:pt x="317" y="1640"/>
                  </a:lnTo>
                  <a:lnTo>
                    <a:pt x="297" y="1660"/>
                  </a:lnTo>
                  <a:lnTo>
                    <a:pt x="396" y="1640"/>
                  </a:lnTo>
                  <a:lnTo>
                    <a:pt x="494" y="1600"/>
                  </a:lnTo>
                  <a:lnTo>
                    <a:pt x="494" y="1620"/>
                  </a:lnTo>
                  <a:lnTo>
                    <a:pt x="455" y="1620"/>
                  </a:lnTo>
                  <a:lnTo>
                    <a:pt x="514" y="1640"/>
                  </a:lnTo>
                  <a:lnTo>
                    <a:pt x="593" y="1640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712" y="1600"/>
                  </a:lnTo>
                  <a:lnTo>
                    <a:pt x="751" y="1600"/>
                  </a:lnTo>
                  <a:lnTo>
                    <a:pt x="692" y="1620"/>
                  </a:lnTo>
                  <a:lnTo>
                    <a:pt x="692" y="1640"/>
                  </a:lnTo>
                  <a:lnTo>
                    <a:pt x="712" y="1640"/>
                  </a:lnTo>
                  <a:lnTo>
                    <a:pt x="652" y="1660"/>
                  </a:lnTo>
                  <a:lnTo>
                    <a:pt x="613" y="1660"/>
                  </a:lnTo>
                  <a:lnTo>
                    <a:pt x="514" y="1699"/>
                  </a:lnTo>
                  <a:lnTo>
                    <a:pt x="554" y="1699"/>
                  </a:lnTo>
                  <a:lnTo>
                    <a:pt x="613" y="1679"/>
                  </a:lnTo>
                  <a:lnTo>
                    <a:pt x="554" y="1719"/>
                  </a:lnTo>
                  <a:lnTo>
                    <a:pt x="554" y="1739"/>
                  </a:lnTo>
                  <a:lnTo>
                    <a:pt x="455" y="1778"/>
                  </a:lnTo>
                  <a:lnTo>
                    <a:pt x="652" y="1778"/>
                  </a:lnTo>
                  <a:lnTo>
                    <a:pt x="692" y="1758"/>
                  </a:lnTo>
                  <a:lnTo>
                    <a:pt x="712" y="1758"/>
                  </a:lnTo>
                  <a:lnTo>
                    <a:pt x="712" y="1739"/>
                  </a:lnTo>
                  <a:lnTo>
                    <a:pt x="652" y="1739"/>
                  </a:lnTo>
                  <a:lnTo>
                    <a:pt x="692" y="1719"/>
                  </a:lnTo>
                  <a:lnTo>
                    <a:pt x="554" y="1758"/>
                  </a:lnTo>
                  <a:lnTo>
                    <a:pt x="573" y="1739"/>
                  </a:lnTo>
                  <a:lnTo>
                    <a:pt x="593" y="1719"/>
                  </a:lnTo>
                  <a:lnTo>
                    <a:pt x="692" y="1699"/>
                  </a:lnTo>
                  <a:lnTo>
                    <a:pt x="771" y="1699"/>
                  </a:lnTo>
                  <a:lnTo>
                    <a:pt x="791" y="1679"/>
                  </a:lnTo>
                  <a:lnTo>
                    <a:pt x="810" y="1660"/>
                  </a:lnTo>
                  <a:lnTo>
                    <a:pt x="889" y="1620"/>
                  </a:lnTo>
                  <a:lnTo>
                    <a:pt x="1028" y="1600"/>
                  </a:lnTo>
                  <a:lnTo>
                    <a:pt x="968" y="1620"/>
                  </a:lnTo>
                  <a:lnTo>
                    <a:pt x="1067" y="1620"/>
                  </a:lnTo>
                  <a:lnTo>
                    <a:pt x="1008" y="1640"/>
                  </a:lnTo>
                  <a:lnTo>
                    <a:pt x="1087" y="1640"/>
                  </a:lnTo>
                  <a:lnTo>
                    <a:pt x="1166" y="1620"/>
                  </a:lnTo>
                  <a:lnTo>
                    <a:pt x="1146" y="1640"/>
                  </a:lnTo>
                  <a:lnTo>
                    <a:pt x="1067" y="1679"/>
                  </a:lnTo>
                  <a:lnTo>
                    <a:pt x="909" y="1719"/>
                  </a:lnTo>
                  <a:lnTo>
                    <a:pt x="949" y="1719"/>
                  </a:lnTo>
                  <a:lnTo>
                    <a:pt x="731" y="1778"/>
                  </a:lnTo>
                  <a:lnTo>
                    <a:pt x="731" y="1798"/>
                  </a:lnTo>
                  <a:lnTo>
                    <a:pt x="731" y="1818"/>
                  </a:lnTo>
                  <a:lnTo>
                    <a:pt x="593" y="1877"/>
                  </a:lnTo>
                  <a:lnTo>
                    <a:pt x="613" y="1877"/>
                  </a:lnTo>
                  <a:lnTo>
                    <a:pt x="554" y="1916"/>
                  </a:lnTo>
                  <a:lnTo>
                    <a:pt x="613" y="1897"/>
                  </a:lnTo>
                  <a:lnTo>
                    <a:pt x="692" y="1857"/>
                  </a:lnTo>
                  <a:lnTo>
                    <a:pt x="672" y="1877"/>
                  </a:lnTo>
                  <a:lnTo>
                    <a:pt x="692" y="1877"/>
                  </a:lnTo>
                  <a:lnTo>
                    <a:pt x="712" y="1857"/>
                  </a:lnTo>
                  <a:lnTo>
                    <a:pt x="751" y="1837"/>
                  </a:lnTo>
                  <a:lnTo>
                    <a:pt x="850" y="1818"/>
                  </a:lnTo>
                  <a:lnTo>
                    <a:pt x="850" y="1798"/>
                  </a:lnTo>
                  <a:lnTo>
                    <a:pt x="889" y="1778"/>
                  </a:lnTo>
                  <a:lnTo>
                    <a:pt x="889" y="1798"/>
                  </a:lnTo>
                  <a:lnTo>
                    <a:pt x="909" y="1798"/>
                  </a:lnTo>
                  <a:lnTo>
                    <a:pt x="751" y="1857"/>
                  </a:lnTo>
                  <a:lnTo>
                    <a:pt x="791" y="1857"/>
                  </a:lnTo>
                  <a:lnTo>
                    <a:pt x="751" y="1877"/>
                  </a:lnTo>
                  <a:lnTo>
                    <a:pt x="712" y="1897"/>
                  </a:lnTo>
                  <a:lnTo>
                    <a:pt x="692" y="1897"/>
                  </a:lnTo>
                  <a:lnTo>
                    <a:pt x="672" y="1916"/>
                  </a:lnTo>
                  <a:lnTo>
                    <a:pt x="633" y="1916"/>
                  </a:lnTo>
                  <a:lnTo>
                    <a:pt x="613" y="1956"/>
                  </a:lnTo>
                  <a:lnTo>
                    <a:pt x="573" y="1956"/>
                  </a:lnTo>
                  <a:lnTo>
                    <a:pt x="573" y="1976"/>
                  </a:lnTo>
                  <a:lnTo>
                    <a:pt x="672" y="1956"/>
                  </a:lnTo>
                  <a:lnTo>
                    <a:pt x="672" y="1956"/>
                  </a:lnTo>
                  <a:lnTo>
                    <a:pt x="633" y="1976"/>
                  </a:lnTo>
                  <a:lnTo>
                    <a:pt x="573" y="2015"/>
                  </a:lnTo>
                  <a:lnTo>
                    <a:pt x="652" y="1976"/>
                  </a:lnTo>
                  <a:lnTo>
                    <a:pt x="652" y="1995"/>
                  </a:lnTo>
                  <a:lnTo>
                    <a:pt x="692" y="1976"/>
                  </a:lnTo>
                  <a:lnTo>
                    <a:pt x="751" y="1976"/>
                  </a:lnTo>
                  <a:lnTo>
                    <a:pt x="791" y="1956"/>
                  </a:lnTo>
                  <a:lnTo>
                    <a:pt x="850" y="1936"/>
                  </a:lnTo>
                  <a:lnTo>
                    <a:pt x="870" y="1936"/>
                  </a:lnTo>
                  <a:lnTo>
                    <a:pt x="870" y="1956"/>
                  </a:lnTo>
                  <a:lnTo>
                    <a:pt x="672" y="2015"/>
                  </a:lnTo>
                  <a:lnTo>
                    <a:pt x="692" y="2015"/>
                  </a:lnTo>
                  <a:lnTo>
                    <a:pt x="672" y="2035"/>
                  </a:lnTo>
                  <a:lnTo>
                    <a:pt x="731" y="2015"/>
                  </a:lnTo>
                  <a:lnTo>
                    <a:pt x="791" y="1995"/>
                  </a:lnTo>
                  <a:lnTo>
                    <a:pt x="810" y="1995"/>
                  </a:lnTo>
                  <a:lnTo>
                    <a:pt x="810" y="2015"/>
                  </a:lnTo>
                  <a:lnTo>
                    <a:pt x="850" y="1995"/>
                  </a:lnTo>
                  <a:lnTo>
                    <a:pt x="949" y="1976"/>
                  </a:lnTo>
                  <a:lnTo>
                    <a:pt x="909" y="1995"/>
                  </a:lnTo>
                  <a:lnTo>
                    <a:pt x="830" y="2035"/>
                  </a:lnTo>
                  <a:lnTo>
                    <a:pt x="712" y="2094"/>
                  </a:lnTo>
                  <a:lnTo>
                    <a:pt x="731" y="2094"/>
                  </a:lnTo>
                  <a:lnTo>
                    <a:pt x="731" y="2114"/>
                  </a:lnTo>
                  <a:lnTo>
                    <a:pt x="751" y="2094"/>
                  </a:lnTo>
                  <a:lnTo>
                    <a:pt x="791" y="2074"/>
                  </a:lnTo>
                  <a:lnTo>
                    <a:pt x="810" y="2074"/>
                  </a:lnTo>
                  <a:lnTo>
                    <a:pt x="929" y="2055"/>
                  </a:lnTo>
                  <a:lnTo>
                    <a:pt x="929" y="2035"/>
                  </a:lnTo>
                  <a:lnTo>
                    <a:pt x="909" y="2055"/>
                  </a:lnTo>
                  <a:lnTo>
                    <a:pt x="850" y="2055"/>
                  </a:lnTo>
                  <a:lnTo>
                    <a:pt x="909" y="2035"/>
                  </a:lnTo>
                  <a:lnTo>
                    <a:pt x="988" y="2015"/>
                  </a:lnTo>
                  <a:lnTo>
                    <a:pt x="1087" y="1995"/>
                  </a:lnTo>
                  <a:lnTo>
                    <a:pt x="1087" y="1976"/>
                  </a:lnTo>
                  <a:lnTo>
                    <a:pt x="1067" y="1995"/>
                  </a:lnTo>
                  <a:lnTo>
                    <a:pt x="968" y="2015"/>
                  </a:lnTo>
                  <a:lnTo>
                    <a:pt x="909" y="2015"/>
                  </a:lnTo>
                  <a:lnTo>
                    <a:pt x="988" y="1995"/>
                  </a:lnTo>
                  <a:lnTo>
                    <a:pt x="988" y="1976"/>
                  </a:lnTo>
                  <a:lnTo>
                    <a:pt x="1008" y="1956"/>
                  </a:lnTo>
                  <a:lnTo>
                    <a:pt x="1042" y="1921"/>
                  </a:lnTo>
                  <a:lnTo>
                    <a:pt x="1042" y="1921"/>
                  </a:lnTo>
                  <a:lnTo>
                    <a:pt x="1067" y="1916"/>
                  </a:lnTo>
                  <a:lnTo>
                    <a:pt x="1186" y="1877"/>
                  </a:lnTo>
                  <a:lnTo>
                    <a:pt x="1284" y="1877"/>
                  </a:lnTo>
                  <a:lnTo>
                    <a:pt x="1324" y="1857"/>
                  </a:lnTo>
                  <a:lnTo>
                    <a:pt x="1383" y="1837"/>
                  </a:lnTo>
                  <a:lnTo>
                    <a:pt x="1423" y="1818"/>
                  </a:lnTo>
                  <a:lnTo>
                    <a:pt x="1403" y="1818"/>
                  </a:lnTo>
                  <a:lnTo>
                    <a:pt x="1462" y="1798"/>
                  </a:lnTo>
                  <a:lnTo>
                    <a:pt x="1521" y="1798"/>
                  </a:lnTo>
                  <a:lnTo>
                    <a:pt x="1541" y="1778"/>
                  </a:lnTo>
                  <a:lnTo>
                    <a:pt x="1502" y="1778"/>
                  </a:lnTo>
                  <a:lnTo>
                    <a:pt x="1403" y="1798"/>
                  </a:lnTo>
                  <a:lnTo>
                    <a:pt x="1403" y="1778"/>
                  </a:lnTo>
                  <a:lnTo>
                    <a:pt x="1363" y="1778"/>
                  </a:lnTo>
                  <a:lnTo>
                    <a:pt x="1363" y="1758"/>
                  </a:lnTo>
                  <a:lnTo>
                    <a:pt x="1304" y="1778"/>
                  </a:lnTo>
                  <a:lnTo>
                    <a:pt x="1265" y="1758"/>
                  </a:lnTo>
                  <a:lnTo>
                    <a:pt x="1344" y="1758"/>
                  </a:lnTo>
                  <a:lnTo>
                    <a:pt x="1344" y="1739"/>
                  </a:lnTo>
                  <a:lnTo>
                    <a:pt x="1304" y="1739"/>
                  </a:lnTo>
                  <a:lnTo>
                    <a:pt x="1225" y="1758"/>
                  </a:lnTo>
                  <a:lnTo>
                    <a:pt x="1126" y="1798"/>
                  </a:lnTo>
                  <a:lnTo>
                    <a:pt x="1107" y="1798"/>
                  </a:lnTo>
                  <a:lnTo>
                    <a:pt x="1146" y="1778"/>
                  </a:lnTo>
                  <a:lnTo>
                    <a:pt x="1146" y="1758"/>
                  </a:lnTo>
                  <a:lnTo>
                    <a:pt x="1126" y="1758"/>
                  </a:lnTo>
                  <a:lnTo>
                    <a:pt x="1284" y="1719"/>
                  </a:lnTo>
                  <a:lnTo>
                    <a:pt x="1186" y="1719"/>
                  </a:lnTo>
                  <a:lnTo>
                    <a:pt x="1284" y="1699"/>
                  </a:lnTo>
                  <a:lnTo>
                    <a:pt x="1324" y="1699"/>
                  </a:lnTo>
                  <a:lnTo>
                    <a:pt x="1344" y="1719"/>
                  </a:lnTo>
                  <a:lnTo>
                    <a:pt x="1363" y="1719"/>
                  </a:lnTo>
                  <a:lnTo>
                    <a:pt x="1383" y="1699"/>
                  </a:lnTo>
                  <a:lnTo>
                    <a:pt x="1423" y="1719"/>
                  </a:lnTo>
                  <a:lnTo>
                    <a:pt x="1482" y="1679"/>
                  </a:lnTo>
                  <a:lnTo>
                    <a:pt x="1521" y="1660"/>
                  </a:lnTo>
                  <a:lnTo>
                    <a:pt x="1502" y="1660"/>
                  </a:lnTo>
                  <a:lnTo>
                    <a:pt x="1600" y="1620"/>
                  </a:lnTo>
                  <a:lnTo>
                    <a:pt x="1620" y="1620"/>
                  </a:lnTo>
                  <a:lnTo>
                    <a:pt x="1620" y="1640"/>
                  </a:lnTo>
                  <a:lnTo>
                    <a:pt x="1640" y="1620"/>
                  </a:lnTo>
                  <a:lnTo>
                    <a:pt x="1660" y="1620"/>
                  </a:lnTo>
                  <a:lnTo>
                    <a:pt x="1660" y="1600"/>
                  </a:lnTo>
                  <a:lnTo>
                    <a:pt x="1442" y="1640"/>
                  </a:lnTo>
                  <a:lnTo>
                    <a:pt x="1423" y="1640"/>
                  </a:lnTo>
                  <a:lnTo>
                    <a:pt x="1423" y="1620"/>
                  </a:lnTo>
                  <a:lnTo>
                    <a:pt x="1482" y="1620"/>
                  </a:lnTo>
                  <a:lnTo>
                    <a:pt x="1561" y="1600"/>
                  </a:lnTo>
                  <a:lnTo>
                    <a:pt x="1541" y="1600"/>
                  </a:lnTo>
                  <a:lnTo>
                    <a:pt x="1541" y="1590"/>
                  </a:lnTo>
                  <a:lnTo>
                    <a:pt x="1541" y="1590"/>
                  </a:lnTo>
                  <a:lnTo>
                    <a:pt x="1521" y="1600"/>
                  </a:lnTo>
                  <a:lnTo>
                    <a:pt x="1521" y="1581"/>
                  </a:lnTo>
                  <a:lnTo>
                    <a:pt x="1600" y="1541"/>
                  </a:lnTo>
                  <a:lnTo>
                    <a:pt x="1600" y="1561"/>
                  </a:lnTo>
                  <a:lnTo>
                    <a:pt x="1640" y="1541"/>
                  </a:lnTo>
                  <a:lnTo>
                    <a:pt x="1640" y="1561"/>
                  </a:lnTo>
                  <a:lnTo>
                    <a:pt x="1699" y="1541"/>
                  </a:lnTo>
                  <a:lnTo>
                    <a:pt x="1699" y="1521"/>
                  </a:lnTo>
                  <a:lnTo>
                    <a:pt x="1680" y="1521"/>
                  </a:lnTo>
                  <a:lnTo>
                    <a:pt x="1759" y="1502"/>
                  </a:lnTo>
                  <a:lnTo>
                    <a:pt x="1739" y="1482"/>
                  </a:lnTo>
                  <a:lnTo>
                    <a:pt x="1759" y="1462"/>
                  </a:lnTo>
                  <a:lnTo>
                    <a:pt x="1739" y="1442"/>
                  </a:lnTo>
                  <a:lnTo>
                    <a:pt x="1680" y="1462"/>
                  </a:lnTo>
                  <a:lnTo>
                    <a:pt x="1581" y="1462"/>
                  </a:lnTo>
                  <a:lnTo>
                    <a:pt x="1699" y="1442"/>
                  </a:lnTo>
                  <a:lnTo>
                    <a:pt x="1680" y="1442"/>
                  </a:lnTo>
                  <a:lnTo>
                    <a:pt x="1699" y="1423"/>
                  </a:lnTo>
                  <a:lnTo>
                    <a:pt x="1739" y="1403"/>
                  </a:lnTo>
                  <a:lnTo>
                    <a:pt x="1680" y="1423"/>
                  </a:lnTo>
                  <a:lnTo>
                    <a:pt x="1620" y="1442"/>
                  </a:lnTo>
                  <a:lnTo>
                    <a:pt x="1561" y="1462"/>
                  </a:lnTo>
                  <a:lnTo>
                    <a:pt x="1541" y="1442"/>
                  </a:lnTo>
                  <a:lnTo>
                    <a:pt x="1600" y="1423"/>
                  </a:lnTo>
                  <a:lnTo>
                    <a:pt x="1640" y="1423"/>
                  </a:lnTo>
                  <a:lnTo>
                    <a:pt x="1660" y="1383"/>
                  </a:lnTo>
                  <a:lnTo>
                    <a:pt x="1719" y="1363"/>
                  </a:lnTo>
                  <a:lnTo>
                    <a:pt x="1660" y="136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20" y="1383"/>
                  </a:lnTo>
                  <a:lnTo>
                    <a:pt x="1541" y="1403"/>
                  </a:lnTo>
                  <a:lnTo>
                    <a:pt x="1561" y="1363"/>
                  </a:lnTo>
                  <a:lnTo>
                    <a:pt x="1600" y="1343"/>
                  </a:lnTo>
                  <a:lnTo>
                    <a:pt x="1660" y="1343"/>
                  </a:lnTo>
                  <a:lnTo>
                    <a:pt x="1660" y="1324"/>
                  </a:lnTo>
                  <a:lnTo>
                    <a:pt x="1640" y="1324"/>
                  </a:lnTo>
                  <a:lnTo>
                    <a:pt x="1660" y="1304"/>
                  </a:lnTo>
                  <a:lnTo>
                    <a:pt x="1680" y="1284"/>
                  </a:lnTo>
                  <a:lnTo>
                    <a:pt x="1600" y="1304"/>
                  </a:lnTo>
                  <a:lnTo>
                    <a:pt x="1521" y="1324"/>
                  </a:lnTo>
                  <a:lnTo>
                    <a:pt x="1561" y="1304"/>
                  </a:lnTo>
                  <a:lnTo>
                    <a:pt x="1600" y="1304"/>
                  </a:lnTo>
                  <a:lnTo>
                    <a:pt x="1600" y="1284"/>
                  </a:lnTo>
                  <a:lnTo>
                    <a:pt x="1620" y="1284"/>
                  </a:lnTo>
                  <a:lnTo>
                    <a:pt x="1600" y="1264"/>
                  </a:lnTo>
                  <a:lnTo>
                    <a:pt x="1600" y="1264"/>
                  </a:lnTo>
                  <a:lnTo>
                    <a:pt x="1640" y="1245"/>
                  </a:lnTo>
                  <a:lnTo>
                    <a:pt x="1581" y="1245"/>
                  </a:lnTo>
                  <a:lnTo>
                    <a:pt x="1640" y="1225"/>
                  </a:lnTo>
                  <a:lnTo>
                    <a:pt x="1640" y="1205"/>
                  </a:lnTo>
                  <a:lnTo>
                    <a:pt x="1502" y="1205"/>
                  </a:lnTo>
                  <a:lnTo>
                    <a:pt x="1600" y="1185"/>
                  </a:lnTo>
                  <a:lnTo>
                    <a:pt x="1620" y="1185"/>
                  </a:lnTo>
                  <a:lnTo>
                    <a:pt x="1660" y="1166"/>
                  </a:lnTo>
                  <a:lnTo>
                    <a:pt x="1640" y="1166"/>
                  </a:lnTo>
                  <a:lnTo>
                    <a:pt x="1640" y="1146"/>
                  </a:lnTo>
                  <a:lnTo>
                    <a:pt x="1600" y="1146"/>
                  </a:lnTo>
                  <a:lnTo>
                    <a:pt x="1541" y="1166"/>
                  </a:lnTo>
                  <a:lnTo>
                    <a:pt x="1521" y="1166"/>
                  </a:lnTo>
                  <a:lnTo>
                    <a:pt x="1541" y="1146"/>
                  </a:lnTo>
                  <a:lnTo>
                    <a:pt x="1521" y="1146"/>
                  </a:lnTo>
                  <a:lnTo>
                    <a:pt x="1502" y="1126"/>
                  </a:lnTo>
                  <a:lnTo>
                    <a:pt x="1561" y="1106"/>
                  </a:lnTo>
                  <a:lnTo>
                    <a:pt x="1482" y="1126"/>
                  </a:lnTo>
                  <a:lnTo>
                    <a:pt x="1403" y="1146"/>
                  </a:lnTo>
                  <a:lnTo>
                    <a:pt x="1363" y="1166"/>
                  </a:lnTo>
                  <a:lnTo>
                    <a:pt x="1403" y="1185"/>
                  </a:lnTo>
                  <a:lnTo>
                    <a:pt x="1423" y="1185"/>
                  </a:lnTo>
                  <a:lnTo>
                    <a:pt x="1363" y="1205"/>
                  </a:lnTo>
                  <a:lnTo>
                    <a:pt x="1304" y="1225"/>
                  </a:lnTo>
                  <a:lnTo>
                    <a:pt x="1265" y="1225"/>
                  </a:lnTo>
                  <a:lnTo>
                    <a:pt x="1245" y="1245"/>
                  </a:lnTo>
                  <a:lnTo>
                    <a:pt x="1166" y="1264"/>
                  </a:lnTo>
                  <a:lnTo>
                    <a:pt x="1126" y="1245"/>
                  </a:lnTo>
                  <a:lnTo>
                    <a:pt x="1205" y="1225"/>
                  </a:lnTo>
                  <a:lnTo>
                    <a:pt x="1253" y="1213"/>
                  </a:lnTo>
                  <a:lnTo>
                    <a:pt x="1253" y="1213"/>
                  </a:lnTo>
                  <a:lnTo>
                    <a:pt x="1245" y="1205"/>
                  </a:lnTo>
                  <a:lnTo>
                    <a:pt x="1324" y="1185"/>
                  </a:lnTo>
                  <a:lnTo>
                    <a:pt x="1265" y="1185"/>
                  </a:lnTo>
                  <a:lnTo>
                    <a:pt x="1186" y="1225"/>
                  </a:lnTo>
                  <a:lnTo>
                    <a:pt x="1146" y="1225"/>
                  </a:lnTo>
                  <a:lnTo>
                    <a:pt x="1166" y="1205"/>
                  </a:lnTo>
                  <a:lnTo>
                    <a:pt x="1186" y="1205"/>
                  </a:lnTo>
                  <a:lnTo>
                    <a:pt x="1146" y="1185"/>
                  </a:lnTo>
                  <a:lnTo>
                    <a:pt x="1205" y="1166"/>
                  </a:lnTo>
                  <a:lnTo>
                    <a:pt x="1205" y="1166"/>
                  </a:lnTo>
                  <a:lnTo>
                    <a:pt x="1186" y="1185"/>
                  </a:lnTo>
                  <a:lnTo>
                    <a:pt x="1225" y="1185"/>
                  </a:lnTo>
                  <a:lnTo>
                    <a:pt x="1284" y="1166"/>
                  </a:lnTo>
                  <a:lnTo>
                    <a:pt x="1344" y="1146"/>
                  </a:lnTo>
                  <a:lnTo>
                    <a:pt x="1403" y="1126"/>
                  </a:lnTo>
                  <a:lnTo>
                    <a:pt x="1521" y="1106"/>
                  </a:lnTo>
                  <a:lnTo>
                    <a:pt x="1521" y="1087"/>
                  </a:lnTo>
                  <a:lnTo>
                    <a:pt x="1541" y="1067"/>
                  </a:lnTo>
                  <a:lnTo>
                    <a:pt x="1502" y="1067"/>
                  </a:lnTo>
                  <a:lnTo>
                    <a:pt x="1502" y="1047"/>
                  </a:lnTo>
                  <a:lnTo>
                    <a:pt x="1502" y="1027"/>
                  </a:lnTo>
                  <a:lnTo>
                    <a:pt x="1442" y="1027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462" y="968"/>
                  </a:lnTo>
                  <a:lnTo>
                    <a:pt x="1403" y="948"/>
                  </a:lnTo>
                  <a:lnTo>
                    <a:pt x="1383" y="948"/>
                  </a:lnTo>
                  <a:lnTo>
                    <a:pt x="1383" y="929"/>
                  </a:lnTo>
                  <a:lnTo>
                    <a:pt x="1442" y="929"/>
                  </a:lnTo>
                  <a:lnTo>
                    <a:pt x="1442" y="909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442" y="889"/>
                  </a:lnTo>
                  <a:lnTo>
                    <a:pt x="1403" y="889"/>
                  </a:lnTo>
                  <a:lnTo>
                    <a:pt x="1442" y="850"/>
                  </a:lnTo>
                  <a:lnTo>
                    <a:pt x="1403" y="850"/>
                  </a:lnTo>
                  <a:lnTo>
                    <a:pt x="1324" y="869"/>
                  </a:lnTo>
                  <a:lnTo>
                    <a:pt x="1423" y="830"/>
                  </a:lnTo>
                  <a:lnTo>
                    <a:pt x="1344" y="790"/>
                  </a:lnTo>
                  <a:lnTo>
                    <a:pt x="1304" y="731"/>
                  </a:lnTo>
                  <a:lnTo>
                    <a:pt x="1324" y="731"/>
                  </a:lnTo>
                  <a:lnTo>
                    <a:pt x="1304" y="711"/>
                  </a:lnTo>
                  <a:lnTo>
                    <a:pt x="1265" y="692"/>
                  </a:lnTo>
                  <a:lnTo>
                    <a:pt x="1225" y="692"/>
                  </a:lnTo>
                  <a:lnTo>
                    <a:pt x="1225" y="672"/>
                  </a:lnTo>
                  <a:lnTo>
                    <a:pt x="1186" y="672"/>
                  </a:lnTo>
                  <a:lnTo>
                    <a:pt x="1107" y="692"/>
                  </a:lnTo>
                  <a:lnTo>
                    <a:pt x="1008" y="731"/>
                  </a:lnTo>
                  <a:lnTo>
                    <a:pt x="988" y="731"/>
                  </a:lnTo>
                  <a:lnTo>
                    <a:pt x="1028" y="711"/>
                  </a:lnTo>
                  <a:lnTo>
                    <a:pt x="1067" y="692"/>
                  </a:lnTo>
                  <a:lnTo>
                    <a:pt x="1067" y="672"/>
                  </a:lnTo>
                  <a:lnTo>
                    <a:pt x="1166" y="652"/>
                  </a:lnTo>
                  <a:lnTo>
                    <a:pt x="1245" y="632"/>
                  </a:lnTo>
                  <a:lnTo>
                    <a:pt x="1166" y="632"/>
                  </a:lnTo>
                  <a:lnTo>
                    <a:pt x="1166" y="613"/>
                  </a:lnTo>
                  <a:lnTo>
                    <a:pt x="1166" y="593"/>
                  </a:lnTo>
                  <a:lnTo>
                    <a:pt x="1205" y="593"/>
                  </a:lnTo>
                  <a:lnTo>
                    <a:pt x="1225" y="573"/>
                  </a:lnTo>
                  <a:lnTo>
                    <a:pt x="1245" y="553"/>
                  </a:lnTo>
                  <a:lnTo>
                    <a:pt x="1245" y="553"/>
                  </a:lnTo>
                  <a:lnTo>
                    <a:pt x="1186" y="573"/>
                  </a:lnTo>
                  <a:lnTo>
                    <a:pt x="1107" y="573"/>
                  </a:lnTo>
                  <a:lnTo>
                    <a:pt x="1186" y="553"/>
                  </a:lnTo>
                  <a:lnTo>
                    <a:pt x="1107" y="553"/>
                  </a:lnTo>
                  <a:lnTo>
                    <a:pt x="1126" y="534"/>
                  </a:lnTo>
                  <a:lnTo>
                    <a:pt x="1186" y="494"/>
                  </a:lnTo>
                  <a:lnTo>
                    <a:pt x="1166" y="494"/>
                  </a:lnTo>
                  <a:lnTo>
                    <a:pt x="1166" y="455"/>
                  </a:lnTo>
                  <a:lnTo>
                    <a:pt x="1166" y="435"/>
                  </a:lnTo>
                  <a:lnTo>
                    <a:pt x="1186" y="415"/>
                  </a:lnTo>
                  <a:lnTo>
                    <a:pt x="1146" y="395"/>
                  </a:lnTo>
                  <a:lnTo>
                    <a:pt x="1087" y="395"/>
                  </a:lnTo>
                  <a:lnTo>
                    <a:pt x="1067" y="415"/>
                  </a:lnTo>
                  <a:lnTo>
                    <a:pt x="1008" y="435"/>
                  </a:lnTo>
                  <a:lnTo>
                    <a:pt x="968" y="435"/>
                  </a:lnTo>
                  <a:lnTo>
                    <a:pt x="1008" y="415"/>
                  </a:lnTo>
                  <a:lnTo>
                    <a:pt x="1047" y="395"/>
                  </a:lnTo>
                  <a:lnTo>
                    <a:pt x="1087" y="376"/>
                  </a:lnTo>
                  <a:lnTo>
                    <a:pt x="1087" y="356"/>
                  </a:lnTo>
                  <a:lnTo>
                    <a:pt x="1126" y="336"/>
                  </a:lnTo>
                  <a:lnTo>
                    <a:pt x="1107" y="336"/>
                  </a:lnTo>
                  <a:lnTo>
                    <a:pt x="1087" y="316"/>
                  </a:lnTo>
                  <a:lnTo>
                    <a:pt x="1126" y="316"/>
                  </a:lnTo>
                  <a:lnTo>
                    <a:pt x="1107" y="297"/>
                  </a:lnTo>
                  <a:lnTo>
                    <a:pt x="1067" y="316"/>
                  </a:lnTo>
                  <a:lnTo>
                    <a:pt x="988" y="316"/>
                  </a:lnTo>
                  <a:lnTo>
                    <a:pt x="1067" y="297"/>
                  </a:lnTo>
                  <a:lnTo>
                    <a:pt x="1008" y="297"/>
                  </a:lnTo>
                  <a:lnTo>
                    <a:pt x="968" y="316"/>
                  </a:lnTo>
                  <a:lnTo>
                    <a:pt x="988" y="297"/>
                  </a:lnTo>
                  <a:lnTo>
                    <a:pt x="850" y="297"/>
                  </a:lnTo>
                  <a:lnTo>
                    <a:pt x="909" y="277"/>
                  </a:lnTo>
                  <a:lnTo>
                    <a:pt x="889" y="277"/>
                  </a:lnTo>
                  <a:lnTo>
                    <a:pt x="988" y="237"/>
                  </a:lnTo>
                  <a:lnTo>
                    <a:pt x="988" y="257"/>
                  </a:lnTo>
                  <a:lnTo>
                    <a:pt x="968" y="257"/>
                  </a:lnTo>
                  <a:lnTo>
                    <a:pt x="949" y="277"/>
                  </a:lnTo>
                  <a:lnTo>
                    <a:pt x="968" y="277"/>
                  </a:lnTo>
                  <a:lnTo>
                    <a:pt x="1028" y="237"/>
                  </a:lnTo>
                  <a:lnTo>
                    <a:pt x="1067" y="218"/>
                  </a:lnTo>
                  <a:lnTo>
                    <a:pt x="1067" y="198"/>
                  </a:lnTo>
                  <a:lnTo>
                    <a:pt x="1047" y="178"/>
                  </a:lnTo>
                  <a:lnTo>
                    <a:pt x="1008" y="158"/>
                  </a:lnTo>
                  <a:lnTo>
                    <a:pt x="988" y="139"/>
                  </a:lnTo>
                  <a:lnTo>
                    <a:pt x="1028" y="99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988" y="40"/>
                  </a:lnTo>
                  <a:lnTo>
                    <a:pt x="929" y="40"/>
                  </a:lnTo>
                  <a:lnTo>
                    <a:pt x="988" y="20"/>
                  </a:lnTo>
                  <a:lnTo>
                    <a:pt x="870" y="20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-1375850" y="3911900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-1318575" y="4000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-1317575" y="399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-1323500" y="3961275"/>
              <a:ext cx="57300" cy="48900"/>
            </a:xfrm>
            <a:custGeom>
              <a:rect b="b" l="l" r="r" t="t"/>
              <a:pathLst>
                <a:path extrusionOk="0" h="1956" w="2292">
                  <a:moveTo>
                    <a:pt x="1699" y="60"/>
                  </a:moveTo>
                  <a:lnTo>
                    <a:pt x="1699" y="60"/>
                  </a:lnTo>
                  <a:lnTo>
                    <a:pt x="1699" y="60"/>
                  </a:lnTo>
                  <a:close/>
                  <a:moveTo>
                    <a:pt x="1758" y="1"/>
                  </a:moveTo>
                  <a:lnTo>
                    <a:pt x="1758" y="40"/>
                  </a:lnTo>
                  <a:lnTo>
                    <a:pt x="1778" y="60"/>
                  </a:lnTo>
                  <a:lnTo>
                    <a:pt x="1778" y="99"/>
                  </a:lnTo>
                  <a:lnTo>
                    <a:pt x="1798" y="99"/>
                  </a:lnTo>
                  <a:lnTo>
                    <a:pt x="1798" y="60"/>
                  </a:lnTo>
                  <a:lnTo>
                    <a:pt x="1778" y="40"/>
                  </a:lnTo>
                  <a:lnTo>
                    <a:pt x="1778" y="1"/>
                  </a:lnTo>
                  <a:close/>
                  <a:moveTo>
                    <a:pt x="929" y="218"/>
                  </a:moveTo>
                  <a:lnTo>
                    <a:pt x="948" y="257"/>
                  </a:lnTo>
                  <a:lnTo>
                    <a:pt x="948" y="297"/>
                  </a:lnTo>
                  <a:lnTo>
                    <a:pt x="929" y="277"/>
                  </a:lnTo>
                  <a:lnTo>
                    <a:pt x="968" y="376"/>
                  </a:lnTo>
                  <a:lnTo>
                    <a:pt x="968" y="336"/>
                  </a:lnTo>
                  <a:lnTo>
                    <a:pt x="988" y="356"/>
                  </a:lnTo>
                  <a:lnTo>
                    <a:pt x="988" y="317"/>
                  </a:lnTo>
                  <a:lnTo>
                    <a:pt x="948" y="238"/>
                  </a:lnTo>
                  <a:lnTo>
                    <a:pt x="929" y="218"/>
                  </a:lnTo>
                  <a:close/>
                  <a:moveTo>
                    <a:pt x="652" y="415"/>
                  </a:moveTo>
                  <a:lnTo>
                    <a:pt x="652" y="455"/>
                  </a:lnTo>
                  <a:lnTo>
                    <a:pt x="672" y="475"/>
                  </a:lnTo>
                  <a:lnTo>
                    <a:pt x="672" y="455"/>
                  </a:lnTo>
                  <a:lnTo>
                    <a:pt x="652" y="415"/>
                  </a:lnTo>
                  <a:close/>
                  <a:moveTo>
                    <a:pt x="593" y="494"/>
                  </a:moveTo>
                  <a:lnTo>
                    <a:pt x="593" y="514"/>
                  </a:lnTo>
                  <a:lnTo>
                    <a:pt x="613" y="534"/>
                  </a:lnTo>
                  <a:lnTo>
                    <a:pt x="613" y="534"/>
                  </a:lnTo>
                  <a:lnTo>
                    <a:pt x="593" y="494"/>
                  </a:lnTo>
                  <a:close/>
                  <a:moveTo>
                    <a:pt x="652" y="494"/>
                  </a:moveTo>
                  <a:lnTo>
                    <a:pt x="652" y="514"/>
                  </a:lnTo>
                  <a:lnTo>
                    <a:pt x="652" y="534"/>
                  </a:lnTo>
                  <a:lnTo>
                    <a:pt x="672" y="514"/>
                  </a:lnTo>
                  <a:lnTo>
                    <a:pt x="652" y="494"/>
                  </a:lnTo>
                  <a:close/>
                  <a:moveTo>
                    <a:pt x="139" y="751"/>
                  </a:moveTo>
                  <a:lnTo>
                    <a:pt x="139" y="771"/>
                  </a:lnTo>
                  <a:lnTo>
                    <a:pt x="158" y="771"/>
                  </a:lnTo>
                  <a:lnTo>
                    <a:pt x="139" y="751"/>
                  </a:lnTo>
                  <a:close/>
                  <a:moveTo>
                    <a:pt x="79" y="988"/>
                  </a:moveTo>
                  <a:lnTo>
                    <a:pt x="79" y="1008"/>
                  </a:lnTo>
                  <a:lnTo>
                    <a:pt x="99" y="1028"/>
                  </a:lnTo>
                  <a:lnTo>
                    <a:pt x="79" y="988"/>
                  </a:lnTo>
                  <a:close/>
                  <a:moveTo>
                    <a:pt x="2173" y="1047"/>
                  </a:moveTo>
                  <a:lnTo>
                    <a:pt x="2193" y="1087"/>
                  </a:lnTo>
                  <a:lnTo>
                    <a:pt x="2193" y="1047"/>
                  </a:lnTo>
                  <a:close/>
                  <a:moveTo>
                    <a:pt x="415" y="1146"/>
                  </a:moveTo>
                  <a:lnTo>
                    <a:pt x="415" y="1166"/>
                  </a:lnTo>
                  <a:lnTo>
                    <a:pt x="422" y="1166"/>
                  </a:lnTo>
                  <a:lnTo>
                    <a:pt x="415" y="1146"/>
                  </a:lnTo>
                  <a:close/>
                  <a:moveTo>
                    <a:pt x="435" y="1146"/>
                  </a:moveTo>
                  <a:lnTo>
                    <a:pt x="435" y="1166"/>
                  </a:lnTo>
                  <a:lnTo>
                    <a:pt x="422" y="1166"/>
                  </a:lnTo>
                  <a:lnTo>
                    <a:pt x="435" y="1205"/>
                  </a:lnTo>
                  <a:lnTo>
                    <a:pt x="450" y="1191"/>
                  </a:lnTo>
                  <a:lnTo>
                    <a:pt x="435" y="1146"/>
                  </a:lnTo>
                  <a:close/>
                  <a:moveTo>
                    <a:pt x="455" y="1186"/>
                  </a:moveTo>
                  <a:lnTo>
                    <a:pt x="450" y="1191"/>
                  </a:lnTo>
                  <a:lnTo>
                    <a:pt x="455" y="1205"/>
                  </a:lnTo>
                  <a:lnTo>
                    <a:pt x="455" y="1186"/>
                  </a:lnTo>
                  <a:close/>
                  <a:moveTo>
                    <a:pt x="455" y="1205"/>
                  </a:moveTo>
                  <a:lnTo>
                    <a:pt x="455" y="1205"/>
                  </a:lnTo>
                  <a:lnTo>
                    <a:pt x="455" y="1205"/>
                  </a:lnTo>
                  <a:close/>
                  <a:moveTo>
                    <a:pt x="107" y="1186"/>
                  </a:moveTo>
                  <a:lnTo>
                    <a:pt x="119" y="1245"/>
                  </a:lnTo>
                  <a:lnTo>
                    <a:pt x="139" y="1265"/>
                  </a:lnTo>
                  <a:lnTo>
                    <a:pt x="107" y="1186"/>
                  </a:lnTo>
                  <a:close/>
                  <a:moveTo>
                    <a:pt x="1660" y="1344"/>
                  </a:moveTo>
                  <a:lnTo>
                    <a:pt x="1660" y="1344"/>
                  </a:lnTo>
                  <a:lnTo>
                    <a:pt x="1660" y="1344"/>
                  </a:lnTo>
                  <a:close/>
                  <a:moveTo>
                    <a:pt x="845" y="1462"/>
                  </a:moveTo>
                  <a:lnTo>
                    <a:pt x="850" y="1482"/>
                  </a:lnTo>
                  <a:lnTo>
                    <a:pt x="869" y="1561"/>
                  </a:lnTo>
                  <a:lnTo>
                    <a:pt x="869" y="1561"/>
                  </a:lnTo>
                  <a:lnTo>
                    <a:pt x="850" y="1462"/>
                  </a:lnTo>
                  <a:close/>
                  <a:moveTo>
                    <a:pt x="198" y="1581"/>
                  </a:moveTo>
                  <a:lnTo>
                    <a:pt x="208" y="1600"/>
                  </a:lnTo>
                  <a:lnTo>
                    <a:pt x="198" y="1581"/>
                  </a:lnTo>
                  <a:close/>
                  <a:moveTo>
                    <a:pt x="208" y="1600"/>
                  </a:moveTo>
                  <a:lnTo>
                    <a:pt x="208" y="1600"/>
                  </a:lnTo>
                  <a:lnTo>
                    <a:pt x="208" y="1600"/>
                  </a:lnTo>
                  <a:close/>
                  <a:moveTo>
                    <a:pt x="208" y="1600"/>
                  </a:moveTo>
                  <a:lnTo>
                    <a:pt x="218" y="1620"/>
                  </a:lnTo>
                  <a:lnTo>
                    <a:pt x="208" y="1600"/>
                  </a:lnTo>
                  <a:close/>
                  <a:moveTo>
                    <a:pt x="316" y="1719"/>
                  </a:moveTo>
                  <a:lnTo>
                    <a:pt x="316" y="1739"/>
                  </a:lnTo>
                  <a:lnTo>
                    <a:pt x="336" y="1798"/>
                  </a:lnTo>
                  <a:lnTo>
                    <a:pt x="316" y="1719"/>
                  </a:lnTo>
                  <a:close/>
                  <a:moveTo>
                    <a:pt x="395" y="1600"/>
                  </a:moveTo>
                  <a:lnTo>
                    <a:pt x="395" y="1620"/>
                  </a:lnTo>
                  <a:lnTo>
                    <a:pt x="415" y="1699"/>
                  </a:lnTo>
                  <a:lnTo>
                    <a:pt x="435" y="1837"/>
                  </a:lnTo>
                  <a:lnTo>
                    <a:pt x="435" y="1739"/>
                  </a:lnTo>
                  <a:lnTo>
                    <a:pt x="395" y="1600"/>
                  </a:lnTo>
                  <a:close/>
                  <a:moveTo>
                    <a:pt x="711" y="1837"/>
                  </a:moveTo>
                  <a:lnTo>
                    <a:pt x="731" y="1857"/>
                  </a:lnTo>
                  <a:lnTo>
                    <a:pt x="731" y="1837"/>
                  </a:lnTo>
                  <a:close/>
                  <a:moveTo>
                    <a:pt x="60" y="1126"/>
                  </a:moveTo>
                  <a:lnTo>
                    <a:pt x="60" y="1166"/>
                  </a:lnTo>
                  <a:lnTo>
                    <a:pt x="79" y="1245"/>
                  </a:lnTo>
                  <a:lnTo>
                    <a:pt x="60" y="1205"/>
                  </a:lnTo>
                  <a:lnTo>
                    <a:pt x="60" y="1186"/>
                  </a:lnTo>
                  <a:lnTo>
                    <a:pt x="40" y="1186"/>
                  </a:lnTo>
                  <a:lnTo>
                    <a:pt x="40" y="1205"/>
                  </a:lnTo>
                  <a:lnTo>
                    <a:pt x="60" y="1245"/>
                  </a:lnTo>
                  <a:lnTo>
                    <a:pt x="79" y="1344"/>
                  </a:lnTo>
                  <a:lnTo>
                    <a:pt x="99" y="1344"/>
                  </a:lnTo>
                  <a:lnTo>
                    <a:pt x="99" y="1383"/>
                  </a:lnTo>
                  <a:lnTo>
                    <a:pt x="158" y="1482"/>
                  </a:lnTo>
                  <a:lnTo>
                    <a:pt x="158" y="1521"/>
                  </a:lnTo>
                  <a:lnTo>
                    <a:pt x="178" y="1521"/>
                  </a:lnTo>
                  <a:lnTo>
                    <a:pt x="178" y="1482"/>
                  </a:lnTo>
                  <a:lnTo>
                    <a:pt x="198" y="1541"/>
                  </a:lnTo>
                  <a:lnTo>
                    <a:pt x="198" y="1521"/>
                  </a:lnTo>
                  <a:lnTo>
                    <a:pt x="218" y="1581"/>
                  </a:lnTo>
                  <a:lnTo>
                    <a:pt x="218" y="1561"/>
                  </a:lnTo>
                  <a:lnTo>
                    <a:pt x="257" y="1679"/>
                  </a:lnTo>
                  <a:lnTo>
                    <a:pt x="237" y="1679"/>
                  </a:lnTo>
                  <a:lnTo>
                    <a:pt x="237" y="1660"/>
                  </a:lnTo>
                  <a:lnTo>
                    <a:pt x="218" y="1620"/>
                  </a:lnTo>
                  <a:lnTo>
                    <a:pt x="218" y="1620"/>
                  </a:lnTo>
                  <a:lnTo>
                    <a:pt x="218" y="1640"/>
                  </a:lnTo>
                  <a:lnTo>
                    <a:pt x="237" y="1719"/>
                  </a:lnTo>
                  <a:lnTo>
                    <a:pt x="237" y="1739"/>
                  </a:lnTo>
                  <a:lnTo>
                    <a:pt x="257" y="1818"/>
                  </a:lnTo>
                  <a:lnTo>
                    <a:pt x="297" y="1897"/>
                  </a:lnTo>
                  <a:lnTo>
                    <a:pt x="257" y="1798"/>
                  </a:lnTo>
                  <a:lnTo>
                    <a:pt x="257" y="1798"/>
                  </a:lnTo>
                  <a:lnTo>
                    <a:pt x="277" y="1818"/>
                  </a:lnTo>
                  <a:lnTo>
                    <a:pt x="297" y="1897"/>
                  </a:lnTo>
                  <a:lnTo>
                    <a:pt x="297" y="1818"/>
                  </a:lnTo>
                  <a:lnTo>
                    <a:pt x="316" y="1837"/>
                  </a:lnTo>
                  <a:lnTo>
                    <a:pt x="316" y="1818"/>
                  </a:lnTo>
                  <a:lnTo>
                    <a:pt x="297" y="1778"/>
                  </a:lnTo>
                  <a:lnTo>
                    <a:pt x="297" y="1739"/>
                  </a:lnTo>
                  <a:lnTo>
                    <a:pt x="277" y="1640"/>
                  </a:lnTo>
                  <a:lnTo>
                    <a:pt x="297" y="1719"/>
                  </a:lnTo>
                  <a:lnTo>
                    <a:pt x="316" y="1778"/>
                  </a:lnTo>
                  <a:lnTo>
                    <a:pt x="316" y="1758"/>
                  </a:lnTo>
                  <a:lnTo>
                    <a:pt x="297" y="1660"/>
                  </a:lnTo>
                  <a:lnTo>
                    <a:pt x="297" y="1600"/>
                  </a:lnTo>
                  <a:lnTo>
                    <a:pt x="277" y="1581"/>
                  </a:lnTo>
                  <a:lnTo>
                    <a:pt x="277" y="1620"/>
                  </a:lnTo>
                  <a:lnTo>
                    <a:pt x="277" y="1620"/>
                  </a:lnTo>
                  <a:lnTo>
                    <a:pt x="257" y="1581"/>
                  </a:lnTo>
                  <a:lnTo>
                    <a:pt x="257" y="1541"/>
                  </a:lnTo>
                  <a:lnTo>
                    <a:pt x="237" y="1541"/>
                  </a:lnTo>
                  <a:lnTo>
                    <a:pt x="257" y="1600"/>
                  </a:lnTo>
                  <a:lnTo>
                    <a:pt x="257" y="1600"/>
                  </a:lnTo>
                  <a:lnTo>
                    <a:pt x="178" y="1442"/>
                  </a:lnTo>
                  <a:lnTo>
                    <a:pt x="139" y="1284"/>
                  </a:lnTo>
                  <a:lnTo>
                    <a:pt x="119" y="1284"/>
                  </a:lnTo>
                  <a:lnTo>
                    <a:pt x="119" y="1324"/>
                  </a:lnTo>
                  <a:lnTo>
                    <a:pt x="60" y="1126"/>
                  </a:lnTo>
                  <a:close/>
                  <a:moveTo>
                    <a:pt x="297" y="1897"/>
                  </a:moveTo>
                  <a:lnTo>
                    <a:pt x="297" y="1897"/>
                  </a:lnTo>
                  <a:lnTo>
                    <a:pt x="297" y="1897"/>
                  </a:lnTo>
                  <a:close/>
                  <a:moveTo>
                    <a:pt x="652" y="1837"/>
                  </a:moveTo>
                  <a:lnTo>
                    <a:pt x="672" y="1916"/>
                  </a:lnTo>
                  <a:lnTo>
                    <a:pt x="657" y="1840"/>
                  </a:lnTo>
                  <a:lnTo>
                    <a:pt x="652" y="1837"/>
                  </a:lnTo>
                  <a:close/>
                  <a:moveTo>
                    <a:pt x="711" y="1916"/>
                  </a:moveTo>
                  <a:lnTo>
                    <a:pt x="711" y="1916"/>
                  </a:lnTo>
                  <a:lnTo>
                    <a:pt x="711" y="1916"/>
                  </a:lnTo>
                  <a:close/>
                  <a:moveTo>
                    <a:pt x="1482" y="1"/>
                  </a:moveTo>
                  <a:lnTo>
                    <a:pt x="1502" y="60"/>
                  </a:lnTo>
                  <a:lnTo>
                    <a:pt x="1502" y="80"/>
                  </a:lnTo>
                  <a:lnTo>
                    <a:pt x="1482" y="60"/>
                  </a:lnTo>
                  <a:lnTo>
                    <a:pt x="1482" y="20"/>
                  </a:lnTo>
                  <a:lnTo>
                    <a:pt x="1462" y="20"/>
                  </a:lnTo>
                  <a:lnTo>
                    <a:pt x="1442" y="80"/>
                  </a:lnTo>
                  <a:lnTo>
                    <a:pt x="1462" y="159"/>
                  </a:lnTo>
                  <a:lnTo>
                    <a:pt x="1462" y="178"/>
                  </a:lnTo>
                  <a:lnTo>
                    <a:pt x="1442" y="159"/>
                  </a:lnTo>
                  <a:lnTo>
                    <a:pt x="1442" y="198"/>
                  </a:lnTo>
                  <a:lnTo>
                    <a:pt x="1442" y="218"/>
                  </a:lnTo>
                  <a:lnTo>
                    <a:pt x="1423" y="198"/>
                  </a:lnTo>
                  <a:lnTo>
                    <a:pt x="1442" y="139"/>
                  </a:lnTo>
                  <a:lnTo>
                    <a:pt x="1423" y="99"/>
                  </a:lnTo>
                  <a:lnTo>
                    <a:pt x="1403" y="99"/>
                  </a:lnTo>
                  <a:lnTo>
                    <a:pt x="1403" y="80"/>
                  </a:lnTo>
                  <a:lnTo>
                    <a:pt x="1383" y="297"/>
                  </a:lnTo>
                  <a:lnTo>
                    <a:pt x="1403" y="415"/>
                  </a:lnTo>
                  <a:lnTo>
                    <a:pt x="1423" y="514"/>
                  </a:lnTo>
                  <a:lnTo>
                    <a:pt x="1403" y="475"/>
                  </a:lnTo>
                  <a:lnTo>
                    <a:pt x="1383" y="435"/>
                  </a:lnTo>
                  <a:lnTo>
                    <a:pt x="1363" y="356"/>
                  </a:lnTo>
                  <a:lnTo>
                    <a:pt x="1383" y="376"/>
                  </a:lnTo>
                  <a:lnTo>
                    <a:pt x="1344" y="218"/>
                  </a:lnTo>
                  <a:lnTo>
                    <a:pt x="1344" y="139"/>
                  </a:lnTo>
                  <a:lnTo>
                    <a:pt x="1324" y="40"/>
                  </a:lnTo>
                  <a:lnTo>
                    <a:pt x="1304" y="60"/>
                  </a:lnTo>
                  <a:lnTo>
                    <a:pt x="1284" y="80"/>
                  </a:lnTo>
                  <a:lnTo>
                    <a:pt x="1284" y="99"/>
                  </a:lnTo>
                  <a:lnTo>
                    <a:pt x="1265" y="80"/>
                  </a:lnTo>
                  <a:lnTo>
                    <a:pt x="1284" y="159"/>
                  </a:lnTo>
                  <a:lnTo>
                    <a:pt x="1284" y="159"/>
                  </a:lnTo>
                  <a:lnTo>
                    <a:pt x="1265" y="139"/>
                  </a:lnTo>
                  <a:lnTo>
                    <a:pt x="1245" y="80"/>
                  </a:lnTo>
                  <a:lnTo>
                    <a:pt x="1245" y="139"/>
                  </a:lnTo>
                  <a:lnTo>
                    <a:pt x="1245" y="218"/>
                  </a:lnTo>
                  <a:lnTo>
                    <a:pt x="1265" y="297"/>
                  </a:lnTo>
                  <a:lnTo>
                    <a:pt x="1265" y="336"/>
                  </a:lnTo>
                  <a:lnTo>
                    <a:pt x="1245" y="336"/>
                  </a:lnTo>
                  <a:lnTo>
                    <a:pt x="1245" y="297"/>
                  </a:lnTo>
                  <a:lnTo>
                    <a:pt x="1245" y="277"/>
                  </a:lnTo>
                  <a:lnTo>
                    <a:pt x="1225" y="317"/>
                  </a:lnTo>
                  <a:lnTo>
                    <a:pt x="1225" y="257"/>
                  </a:lnTo>
                  <a:lnTo>
                    <a:pt x="1225" y="238"/>
                  </a:lnTo>
                  <a:lnTo>
                    <a:pt x="1225" y="218"/>
                  </a:lnTo>
                  <a:lnTo>
                    <a:pt x="1205" y="238"/>
                  </a:lnTo>
                  <a:lnTo>
                    <a:pt x="1205" y="297"/>
                  </a:lnTo>
                  <a:lnTo>
                    <a:pt x="1185" y="297"/>
                  </a:lnTo>
                  <a:lnTo>
                    <a:pt x="1185" y="198"/>
                  </a:lnTo>
                  <a:lnTo>
                    <a:pt x="1185" y="159"/>
                  </a:lnTo>
                  <a:lnTo>
                    <a:pt x="1205" y="218"/>
                  </a:lnTo>
                  <a:lnTo>
                    <a:pt x="1185" y="139"/>
                  </a:lnTo>
                  <a:lnTo>
                    <a:pt x="1205" y="159"/>
                  </a:lnTo>
                  <a:lnTo>
                    <a:pt x="1225" y="159"/>
                  </a:lnTo>
                  <a:lnTo>
                    <a:pt x="1225" y="99"/>
                  </a:lnTo>
                  <a:lnTo>
                    <a:pt x="1225" y="80"/>
                  </a:lnTo>
                  <a:lnTo>
                    <a:pt x="1205" y="80"/>
                  </a:lnTo>
                  <a:lnTo>
                    <a:pt x="1185" y="99"/>
                  </a:lnTo>
                  <a:lnTo>
                    <a:pt x="1166" y="60"/>
                  </a:lnTo>
                  <a:lnTo>
                    <a:pt x="1166" y="159"/>
                  </a:lnTo>
                  <a:lnTo>
                    <a:pt x="1166" y="198"/>
                  </a:lnTo>
                  <a:lnTo>
                    <a:pt x="1146" y="159"/>
                  </a:lnTo>
                  <a:lnTo>
                    <a:pt x="1146" y="257"/>
                  </a:lnTo>
                  <a:lnTo>
                    <a:pt x="1146" y="297"/>
                  </a:lnTo>
                  <a:lnTo>
                    <a:pt x="1166" y="317"/>
                  </a:lnTo>
                  <a:lnTo>
                    <a:pt x="1166" y="356"/>
                  </a:lnTo>
                  <a:lnTo>
                    <a:pt x="1166" y="396"/>
                  </a:lnTo>
                  <a:lnTo>
                    <a:pt x="1146" y="356"/>
                  </a:lnTo>
                  <a:lnTo>
                    <a:pt x="1126" y="178"/>
                  </a:lnTo>
                  <a:lnTo>
                    <a:pt x="1126" y="159"/>
                  </a:lnTo>
                  <a:lnTo>
                    <a:pt x="1106" y="139"/>
                  </a:lnTo>
                  <a:lnTo>
                    <a:pt x="1106" y="139"/>
                  </a:lnTo>
                  <a:lnTo>
                    <a:pt x="1126" y="257"/>
                  </a:lnTo>
                  <a:lnTo>
                    <a:pt x="1126" y="336"/>
                  </a:lnTo>
                  <a:lnTo>
                    <a:pt x="1106" y="415"/>
                  </a:lnTo>
                  <a:lnTo>
                    <a:pt x="1087" y="336"/>
                  </a:lnTo>
                  <a:lnTo>
                    <a:pt x="1106" y="297"/>
                  </a:lnTo>
                  <a:lnTo>
                    <a:pt x="1106" y="238"/>
                  </a:lnTo>
                  <a:lnTo>
                    <a:pt x="1087" y="159"/>
                  </a:lnTo>
                  <a:lnTo>
                    <a:pt x="1087" y="198"/>
                  </a:lnTo>
                  <a:lnTo>
                    <a:pt x="1087" y="238"/>
                  </a:lnTo>
                  <a:lnTo>
                    <a:pt x="1067" y="198"/>
                  </a:lnTo>
                  <a:lnTo>
                    <a:pt x="1047" y="198"/>
                  </a:lnTo>
                  <a:lnTo>
                    <a:pt x="1047" y="238"/>
                  </a:lnTo>
                  <a:lnTo>
                    <a:pt x="1047" y="277"/>
                  </a:lnTo>
                  <a:lnTo>
                    <a:pt x="1027" y="277"/>
                  </a:lnTo>
                  <a:lnTo>
                    <a:pt x="1027" y="297"/>
                  </a:lnTo>
                  <a:lnTo>
                    <a:pt x="988" y="297"/>
                  </a:lnTo>
                  <a:lnTo>
                    <a:pt x="1008" y="336"/>
                  </a:lnTo>
                  <a:lnTo>
                    <a:pt x="1008" y="317"/>
                  </a:lnTo>
                  <a:lnTo>
                    <a:pt x="1027" y="336"/>
                  </a:lnTo>
                  <a:lnTo>
                    <a:pt x="1047" y="396"/>
                  </a:lnTo>
                  <a:lnTo>
                    <a:pt x="1027" y="435"/>
                  </a:lnTo>
                  <a:lnTo>
                    <a:pt x="1027" y="455"/>
                  </a:lnTo>
                  <a:lnTo>
                    <a:pt x="1008" y="475"/>
                  </a:lnTo>
                  <a:lnTo>
                    <a:pt x="1027" y="494"/>
                  </a:lnTo>
                  <a:lnTo>
                    <a:pt x="1008" y="534"/>
                  </a:lnTo>
                  <a:lnTo>
                    <a:pt x="988" y="455"/>
                  </a:lnTo>
                  <a:lnTo>
                    <a:pt x="968" y="475"/>
                  </a:lnTo>
                  <a:lnTo>
                    <a:pt x="968" y="455"/>
                  </a:lnTo>
                  <a:lnTo>
                    <a:pt x="948" y="455"/>
                  </a:lnTo>
                  <a:lnTo>
                    <a:pt x="948" y="415"/>
                  </a:lnTo>
                  <a:lnTo>
                    <a:pt x="929" y="376"/>
                  </a:lnTo>
                  <a:lnTo>
                    <a:pt x="909" y="396"/>
                  </a:lnTo>
                  <a:lnTo>
                    <a:pt x="909" y="455"/>
                  </a:lnTo>
                  <a:lnTo>
                    <a:pt x="929" y="514"/>
                  </a:lnTo>
                  <a:lnTo>
                    <a:pt x="948" y="573"/>
                  </a:lnTo>
                  <a:lnTo>
                    <a:pt x="929" y="573"/>
                  </a:lnTo>
                  <a:lnTo>
                    <a:pt x="929" y="593"/>
                  </a:lnTo>
                  <a:lnTo>
                    <a:pt x="909" y="593"/>
                  </a:lnTo>
                  <a:lnTo>
                    <a:pt x="889" y="554"/>
                  </a:lnTo>
                  <a:lnTo>
                    <a:pt x="869" y="534"/>
                  </a:lnTo>
                  <a:lnTo>
                    <a:pt x="889" y="514"/>
                  </a:lnTo>
                  <a:lnTo>
                    <a:pt x="889" y="494"/>
                  </a:lnTo>
                  <a:lnTo>
                    <a:pt x="869" y="435"/>
                  </a:lnTo>
                  <a:lnTo>
                    <a:pt x="869" y="455"/>
                  </a:lnTo>
                  <a:lnTo>
                    <a:pt x="850" y="415"/>
                  </a:lnTo>
                  <a:lnTo>
                    <a:pt x="850" y="455"/>
                  </a:lnTo>
                  <a:lnTo>
                    <a:pt x="850" y="475"/>
                  </a:lnTo>
                  <a:lnTo>
                    <a:pt x="830" y="356"/>
                  </a:lnTo>
                  <a:lnTo>
                    <a:pt x="830" y="376"/>
                  </a:lnTo>
                  <a:lnTo>
                    <a:pt x="810" y="376"/>
                  </a:lnTo>
                  <a:lnTo>
                    <a:pt x="810" y="396"/>
                  </a:lnTo>
                  <a:lnTo>
                    <a:pt x="810" y="415"/>
                  </a:lnTo>
                  <a:lnTo>
                    <a:pt x="830" y="396"/>
                  </a:lnTo>
                  <a:lnTo>
                    <a:pt x="830" y="435"/>
                  </a:lnTo>
                  <a:lnTo>
                    <a:pt x="810" y="435"/>
                  </a:lnTo>
                  <a:lnTo>
                    <a:pt x="790" y="415"/>
                  </a:lnTo>
                  <a:lnTo>
                    <a:pt x="790" y="475"/>
                  </a:lnTo>
                  <a:lnTo>
                    <a:pt x="810" y="455"/>
                  </a:lnTo>
                  <a:lnTo>
                    <a:pt x="810" y="494"/>
                  </a:lnTo>
                  <a:lnTo>
                    <a:pt x="810" y="514"/>
                  </a:lnTo>
                  <a:lnTo>
                    <a:pt x="790" y="534"/>
                  </a:lnTo>
                  <a:lnTo>
                    <a:pt x="790" y="554"/>
                  </a:lnTo>
                  <a:lnTo>
                    <a:pt x="771" y="593"/>
                  </a:lnTo>
                  <a:lnTo>
                    <a:pt x="771" y="534"/>
                  </a:lnTo>
                  <a:lnTo>
                    <a:pt x="751" y="455"/>
                  </a:lnTo>
                  <a:lnTo>
                    <a:pt x="771" y="455"/>
                  </a:lnTo>
                  <a:lnTo>
                    <a:pt x="771" y="435"/>
                  </a:lnTo>
                  <a:lnTo>
                    <a:pt x="751" y="435"/>
                  </a:lnTo>
                  <a:lnTo>
                    <a:pt x="731" y="494"/>
                  </a:lnTo>
                  <a:lnTo>
                    <a:pt x="731" y="475"/>
                  </a:lnTo>
                  <a:lnTo>
                    <a:pt x="711" y="415"/>
                  </a:lnTo>
                  <a:lnTo>
                    <a:pt x="692" y="376"/>
                  </a:lnTo>
                  <a:lnTo>
                    <a:pt x="672" y="376"/>
                  </a:lnTo>
                  <a:lnTo>
                    <a:pt x="711" y="455"/>
                  </a:lnTo>
                  <a:lnTo>
                    <a:pt x="692" y="475"/>
                  </a:lnTo>
                  <a:lnTo>
                    <a:pt x="711" y="534"/>
                  </a:lnTo>
                  <a:lnTo>
                    <a:pt x="692" y="494"/>
                  </a:lnTo>
                  <a:lnTo>
                    <a:pt x="672" y="475"/>
                  </a:lnTo>
                  <a:lnTo>
                    <a:pt x="672" y="573"/>
                  </a:lnTo>
                  <a:lnTo>
                    <a:pt x="652" y="534"/>
                  </a:lnTo>
                  <a:lnTo>
                    <a:pt x="652" y="573"/>
                  </a:lnTo>
                  <a:lnTo>
                    <a:pt x="672" y="613"/>
                  </a:lnTo>
                  <a:lnTo>
                    <a:pt x="672" y="652"/>
                  </a:lnTo>
                  <a:lnTo>
                    <a:pt x="652" y="633"/>
                  </a:lnTo>
                  <a:lnTo>
                    <a:pt x="632" y="573"/>
                  </a:lnTo>
                  <a:lnTo>
                    <a:pt x="632" y="633"/>
                  </a:lnTo>
                  <a:lnTo>
                    <a:pt x="632" y="652"/>
                  </a:lnTo>
                  <a:lnTo>
                    <a:pt x="652" y="692"/>
                  </a:lnTo>
                  <a:lnTo>
                    <a:pt x="652" y="731"/>
                  </a:lnTo>
                  <a:lnTo>
                    <a:pt x="613" y="672"/>
                  </a:lnTo>
                  <a:lnTo>
                    <a:pt x="613" y="633"/>
                  </a:lnTo>
                  <a:lnTo>
                    <a:pt x="593" y="573"/>
                  </a:lnTo>
                  <a:lnTo>
                    <a:pt x="593" y="554"/>
                  </a:lnTo>
                  <a:lnTo>
                    <a:pt x="573" y="554"/>
                  </a:lnTo>
                  <a:lnTo>
                    <a:pt x="573" y="494"/>
                  </a:lnTo>
                  <a:lnTo>
                    <a:pt x="553" y="514"/>
                  </a:lnTo>
                  <a:lnTo>
                    <a:pt x="573" y="573"/>
                  </a:lnTo>
                  <a:lnTo>
                    <a:pt x="573" y="633"/>
                  </a:lnTo>
                  <a:lnTo>
                    <a:pt x="553" y="554"/>
                  </a:lnTo>
                  <a:lnTo>
                    <a:pt x="534" y="573"/>
                  </a:lnTo>
                  <a:lnTo>
                    <a:pt x="553" y="593"/>
                  </a:lnTo>
                  <a:lnTo>
                    <a:pt x="573" y="672"/>
                  </a:lnTo>
                  <a:lnTo>
                    <a:pt x="593" y="731"/>
                  </a:lnTo>
                  <a:lnTo>
                    <a:pt x="593" y="771"/>
                  </a:lnTo>
                  <a:lnTo>
                    <a:pt x="613" y="830"/>
                  </a:lnTo>
                  <a:lnTo>
                    <a:pt x="613" y="850"/>
                  </a:lnTo>
                  <a:lnTo>
                    <a:pt x="553" y="771"/>
                  </a:lnTo>
                  <a:lnTo>
                    <a:pt x="534" y="633"/>
                  </a:lnTo>
                  <a:lnTo>
                    <a:pt x="494" y="475"/>
                  </a:lnTo>
                  <a:lnTo>
                    <a:pt x="474" y="514"/>
                  </a:lnTo>
                  <a:lnTo>
                    <a:pt x="455" y="494"/>
                  </a:lnTo>
                  <a:lnTo>
                    <a:pt x="474" y="593"/>
                  </a:lnTo>
                  <a:lnTo>
                    <a:pt x="494" y="692"/>
                  </a:lnTo>
                  <a:lnTo>
                    <a:pt x="474" y="672"/>
                  </a:lnTo>
                  <a:lnTo>
                    <a:pt x="474" y="692"/>
                  </a:lnTo>
                  <a:lnTo>
                    <a:pt x="455" y="731"/>
                  </a:lnTo>
                  <a:lnTo>
                    <a:pt x="474" y="791"/>
                  </a:lnTo>
                  <a:lnTo>
                    <a:pt x="494" y="870"/>
                  </a:lnTo>
                  <a:lnTo>
                    <a:pt x="494" y="889"/>
                  </a:lnTo>
                  <a:lnTo>
                    <a:pt x="494" y="949"/>
                  </a:lnTo>
                  <a:lnTo>
                    <a:pt x="474" y="889"/>
                  </a:lnTo>
                  <a:lnTo>
                    <a:pt x="455" y="870"/>
                  </a:lnTo>
                  <a:lnTo>
                    <a:pt x="455" y="909"/>
                  </a:lnTo>
                  <a:lnTo>
                    <a:pt x="435" y="850"/>
                  </a:lnTo>
                  <a:lnTo>
                    <a:pt x="455" y="830"/>
                  </a:lnTo>
                  <a:lnTo>
                    <a:pt x="455" y="810"/>
                  </a:lnTo>
                  <a:lnTo>
                    <a:pt x="435" y="791"/>
                  </a:lnTo>
                  <a:lnTo>
                    <a:pt x="395" y="692"/>
                  </a:lnTo>
                  <a:lnTo>
                    <a:pt x="415" y="751"/>
                  </a:lnTo>
                  <a:lnTo>
                    <a:pt x="415" y="810"/>
                  </a:lnTo>
                  <a:lnTo>
                    <a:pt x="395" y="751"/>
                  </a:lnTo>
                  <a:lnTo>
                    <a:pt x="356" y="751"/>
                  </a:lnTo>
                  <a:lnTo>
                    <a:pt x="316" y="652"/>
                  </a:lnTo>
                  <a:lnTo>
                    <a:pt x="316" y="731"/>
                  </a:lnTo>
                  <a:lnTo>
                    <a:pt x="316" y="791"/>
                  </a:lnTo>
                  <a:lnTo>
                    <a:pt x="336" y="830"/>
                  </a:lnTo>
                  <a:lnTo>
                    <a:pt x="336" y="889"/>
                  </a:lnTo>
                  <a:lnTo>
                    <a:pt x="356" y="909"/>
                  </a:lnTo>
                  <a:lnTo>
                    <a:pt x="356" y="870"/>
                  </a:lnTo>
                  <a:lnTo>
                    <a:pt x="356" y="830"/>
                  </a:lnTo>
                  <a:lnTo>
                    <a:pt x="376" y="870"/>
                  </a:lnTo>
                  <a:lnTo>
                    <a:pt x="356" y="751"/>
                  </a:lnTo>
                  <a:lnTo>
                    <a:pt x="376" y="791"/>
                  </a:lnTo>
                  <a:lnTo>
                    <a:pt x="395" y="889"/>
                  </a:lnTo>
                  <a:lnTo>
                    <a:pt x="395" y="929"/>
                  </a:lnTo>
                  <a:lnTo>
                    <a:pt x="395" y="949"/>
                  </a:lnTo>
                  <a:lnTo>
                    <a:pt x="415" y="988"/>
                  </a:lnTo>
                  <a:lnTo>
                    <a:pt x="435" y="988"/>
                  </a:lnTo>
                  <a:lnTo>
                    <a:pt x="474" y="1087"/>
                  </a:lnTo>
                  <a:lnTo>
                    <a:pt x="494" y="1225"/>
                  </a:lnTo>
                  <a:lnTo>
                    <a:pt x="474" y="1166"/>
                  </a:lnTo>
                  <a:lnTo>
                    <a:pt x="474" y="1265"/>
                  </a:lnTo>
                  <a:lnTo>
                    <a:pt x="455" y="1205"/>
                  </a:lnTo>
                  <a:lnTo>
                    <a:pt x="455" y="1245"/>
                  </a:lnTo>
                  <a:lnTo>
                    <a:pt x="455" y="1284"/>
                  </a:lnTo>
                  <a:lnTo>
                    <a:pt x="474" y="1344"/>
                  </a:lnTo>
                  <a:lnTo>
                    <a:pt x="474" y="1344"/>
                  </a:lnTo>
                  <a:lnTo>
                    <a:pt x="455" y="1324"/>
                  </a:lnTo>
                  <a:lnTo>
                    <a:pt x="435" y="1265"/>
                  </a:lnTo>
                  <a:lnTo>
                    <a:pt x="415" y="1245"/>
                  </a:lnTo>
                  <a:lnTo>
                    <a:pt x="376" y="1107"/>
                  </a:lnTo>
                  <a:lnTo>
                    <a:pt x="376" y="1146"/>
                  </a:lnTo>
                  <a:lnTo>
                    <a:pt x="336" y="929"/>
                  </a:lnTo>
                  <a:lnTo>
                    <a:pt x="297" y="909"/>
                  </a:lnTo>
                  <a:lnTo>
                    <a:pt x="277" y="929"/>
                  </a:lnTo>
                  <a:lnTo>
                    <a:pt x="297" y="1028"/>
                  </a:lnTo>
                  <a:lnTo>
                    <a:pt x="297" y="1047"/>
                  </a:lnTo>
                  <a:lnTo>
                    <a:pt x="316" y="1087"/>
                  </a:lnTo>
                  <a:lnTo>
                    <a:pt x="297" y="1087"/>
                  </a:lnTo>
                  <a:lnTo>
                    <a:pt x="297" y="1107"/>
                  </a:lnTo>
                  <a:lnTo>
                    <a:pt x="257" y="949"/>
                  </a:lnTo>
                  <a:lnTo>
                    <a:pt x="257" y="968"/>
                  </a:lnTo>
                  <a:lnTo>
                    <a:pt x="218" y="929"/>
                  </a:lnTo>
                  <a:lnTo>
                    <a:pt x="218" y="889"/>
                  </a:lnTo>
                  <a:lnTo>
                    <a:pt x="237" y="889"/>
                  </a:lnTo>
                  <a:lnTo>
                    <a:pt x="277" y="929"/>
                  </a:lnTo>
                  <a:lnTo>
                    <a:pt x="277" y="929"/>
                  </a:lnTo>
                  <a:lnTo>
                    <a:pt x="237" y="771"/>
                  </a:lnTo>
                  <a:lnTo>
                    <a:pt x="237" y="810"/>
                  </a:lnTo>
                  <a:lnTo>
                    <a:pt x="218" y="791"/>
                  </a:lnTo>
                  <a:lnTo>
                    <a:pt x="198" y="731"/>
                  </a:lnTo>
                  <a:lnTo>
                    <a:pt x="218" y="810"/>
                  </a:lnTo>
                  <a:lnTo>
                    <a:pt x="237" y="889"/>
                  </a:lnTo>
                  <a:lnTo>
                    <a:pt x="237" y="889"/>
                  </a:lnTo>
                  <a:lnTo>
                    <a:pt x="218" y="870"/>
                  </a:lnTo>
                  <a:lnTo>
                    <a:pt x="198" y="850"/>
                  </a:lnTo>
                  <a:lnTo>
                    <a:pt x="178" y="830"/>
                  </a:lnTo>
                  <a:lnTo>
                    <a:pt x="178" y="810"/>
                  </a:lnTo>
                  <a:lnTo>
                    <a:pt x="158" y="810"/>
                  </a:lnTo>
                  <a:lnTo>
                    <a:pt x="139" y="771"/>
                  </a:lnTo>
                  <a:lnTo>
                    <a:pt x="158" y="870"/>
                  </a:lnTo>
                  <a:lnTo>
                    <a:pt x="119" y="810"/>
                  </a:lnTo>
                  <a:lnTo>
                    <a:pt x="99" y="751"/>
                  </a:lnTo>
                  <a:lnTo>
                    <a:pt x="119" y="830"/>
                  </a:lnTo>
                  <a:lnTo>
                    <a:pt x="119" y="870"/>
                  </a:lnTo>
                  <a:lnTo>
                    <a:pt x="139" y="929"/>
                  </a:lnTo>
                  <a:lnTo>
                    <a:pt x="158" y="988"/>
                  </a:lnTo>
                  <a:lnTo>
                    <a:pt x="158" y="1008"/>
                  </a:lnTo>
                  <a:lnTo>
                    <a:pt x="178" y="1047"/>
                  </a:lnTo>
                  <a:lnTo>
                    <a:pt x="158" y="1047"/>
                  </a:lnTo>
                  <a:lnTo>
                    <a:pt x="99" y="850"/>
                  </a:lnTo>
                  <a:lnTo>
                    <a:pt x="99" y="870"/>
                  </a:lnTo>
                  <a:lnTo>
                    <a:pt x="79" y="870"/>
                  </a:lnTo>
                  <a:lnTo>
                    <a:pt x="99" y="929"/>
                  </a:lnTo>
                  <a:lnTo>
                    <a:pt x="119" y="968"/>
                  </a:lnTo>
                  <a:lnTo>
                    <a:pt x="119" y="988"/>
                  </a:lnTo>
                  <a:lnTo>
                    <a:pt x="99" y="988"/>
                  </a:lnTo>
                  <a:lnTo>
                    <a:pt x="119" y="1028"/>
                  </a:lnTo>
                  <a:lnTo>
                    <a:pt x="139" y="1146"/>
                  </a:lnTo>
                  <a:lnTo>
                    <a:pt x="119" y="1107"/>
                  </a:lnTo>
                  <a:lnTo>
                    <a:pt x="79" y="1008"/>
                  </a:lnTo>
                  <a:lnTo>
                    <a:pt x="20" y="889"/>
                  </a:lnTo>
                  <a:lnTo>
                    <a:pt x="20" y="909"/>
                  </a:lnTo>
                  <a:lnTo>
                    <a:pt x="0" y="909"/>
                  </a:lnTo>
                  <a:lnTo>
                    <a:pt x="20" y="929"/>
                  </a:lnTo>
                  <a:lnTo>
                    <a:pt x="40" y="968"/>
                  </a:lnTo>
                  <a:lnTo>
                    <a:pt x="40" y="988"/>
                  </a:lnTo>
                  <a:lnTo>
                    <a:pt x="79" y="1107"/>
                  </a:lnTo>
                  <a:lnTo>
                    <a:pt x="79" y="1097"/>
                  </a:lnTo>
                  <a:lnTo>
                    <a:pt x="99" y="1166"/>
                  </a:lnTo>
                  <a:lnTo>
                    <a:pt x="107" y="1186"/>
                  </a:lnTo>
                  <a:lnTo>
                    <a:pt x="107" y="1186"/>
                  </a:lnTo>
                  <a:lnTo>
                    <a:pt x="99" y="1146"/>
                  </a:lnTo>
                  <a:lnTo>
                    <a:pt x="99" y="110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158" y="1186"/>
                  </a:lnTo>
                  <a:lnTo>
                    <a:pt x="178" y="1225"/>
                  </a:lnTo>
                  <a:lnTo>
                    <a:pt x="158" y="1146"/>
                  </a:lnTo>
                  <a:lnTo>
                    <a:pt x="139" y="1067"/>
                  </a:lnTo>
                  <a:lnTo>
                    <a:pt x="158" y="1087"/>
                  </a:lnTo>
                  <a:lnTo>
                    <a:pt x="178" y="1126"/>
                  </a:lnTo>
                  <a:lnTo>
                    <a:pt x="178" y="1166"/>
                  </a:lnTo>
                  <a:lnTo>
                    <a:pt x="198" y="1245"/>
                  </a:lnTo>
                  <a:lnTo>
                    <a:pt x="237" y="1383"/>
                  </a:lnTo>
                  <a:lnTo>
                    <a:pt x="237" y="1462"/>
                  </a:lnTo>
                  <a:lnTo>
                    <a:pt x="257" y="1521"/>
                  </a:lnTo>
                  <a:lnTo>
                    <a:pt x="257" y="1502"/>
                  </a:lnTo>
                  <a:lnTo>
                    <a:pt x="297" y="1581"/>
                  </a:lnTo>
                  <a:lnTo>
                    <a:pt x="316" y="1620"/>
                  </a:lnTo>
                  <a:lnTo>
                    <a:pt x="316" y="1660"/>
                  </a:lnTo>
                  <a:lnTo>
                    <a:pt x="336" y="1699"/>
                  </a:lnTo>
                  <a:lnTo>
                    <a:pt x="336" y="1679"/>
                  </a:lnTo>
                  <a:lnTo>
                    <a:pt x="316" y="1581"/>
                  </a:lnTo>
                  <a:lnTo>
                    <a:pt x="336" y="1581"/>
                  </a:lnTo>
                  <a:lnTo>
                    <a:pt x="336" y="1561"/>
                  </a:lnTo>
                  <a:lnTo>
                    <a:pt x="336" y="1541"/>
                  </a:lnTo>
                  <a:lnTo>
                    <a:pt x="356" y="1561"/>
                  </a:lnTo>
                  <a:lnTo>
                    <a:pt x="336" y="1482"/>
                  </a:lnTo>
                  <a:lnTo>
                    <a:pt x="336" y="1462"/>
                  </a:lnTo>
                  <a:lnTo>
                    <a:pt x="336" y="1442"/>
                  </a:lnTo>
                  <a:lnTo>
                    <a:pt x="356" y="1521"/>
                  </a:lnTo>
                  <a:lnTo>
                    <a:pt x="376" y="1502"/>
                  </a:lnTo>
                  <a:lnTo>
                    <a:pt x="356" y="1403"/>
                  </a:lnTo>
                  <a:lnTo>
                    <a:pt x="316" y="1324"/>
                  </a:lnTo>
                  <a:lnTo>
                    <a:pt x="297" y="1265"/>
                  </a:lnTo>
                  <a:lnTo>
                    <a:pt x="316" y="1304"/>
                  </a:lnTo>
                  <a:lnTo>
                    <a:pt x="336" y="1324"/>
                  </a:lnTo>
                  <a:lnTo>
                    <a:pt x="395" y="1462"/>
                  </a:lnTo>
                  <a:lnTo>
                    <a:pt x="376" y="1363"/>
                  </a:lnTo>
                  <a:lnTo>
                    <a:pt x="415" y="1482"/>
                  </a:lnTo>
                  <a:lnTo>
                    <a:pt x="415" y="1541"/>
                  </a:lnTo>
                  <a:lnTo>
                    <a:pt x="395" y="1521"/>
                  </a:lnTo>
                  <a:lnTo>
                    <a:pt x="395" y="1541"/>
                  </a:lnTo>
                  <a:lnTo>
                    <a:pt x="376" y="1521"/>
                  </a:lnTo>
                  <a:lnTo>
                    <a:pt x="376" y="1521"/>
                  </a:lnTo>
                  <a:lnTo>
                    <a:pt x="395" y="1581"/>
                  </a:lnTo>
                  <a:lnTo>
                    <a:pt x="395" y="1600"/>
                  </a:lnTo>
                  <a:lnTo>
                    <a:pt x="435" y="1679"/>
                  </a:lnTo>
                  <a:lnTo>
                    <a:pt x="474" y="1798"/>
                  </a:lnTo>
                  <a:lnTo>
                    <a:pt x="474" y="1818"/>
                  </a:lnTo>
                  <a:lnTo>
                    <a:pt x="494" y="1837"/>
                  </a:lnTo>
                  <a:lnTo>
                    <a:pt x="455" y="1640"/>
                  </a:lnTo>
                  <a:lnTo>
                    <a:pt x="455" y="1600"/>
                  </a:lnTo>
                  <a:lnTo>
                    <a:pt x="474" y="1620"/>
                  </a:lnTo>
                  <a:lnTo>
                    <a:pt x="474" y="1660"/>
                  </a:lnTo>
                  <a:lnTo>
                    <a:pt x="494" y="1739"/>
                  </a:lnTo>
                  <a:lnTo>
                    <a:pt x="494" y="1719"/>
                  </a:lnTo>
                  <a:lnTo>
                    <a:pt x="514" y="1739"/>
                  </a:lnTo>
                  <a:lnTo>
                    <a:pt x="494" y="1699"/>
                  </a:lnTo>
                  <a:lnTo>
                    <a:pt x="514" y="1719"/>
                  </a:lnTo>
                  <a:lnTo>
                    <a:pt x="553" y="1778"/>
                  </a:lnTo>
                  <a:lnTo>
                    <a:pt x="553" y="1798"/>
                  </a:lnTo>
                  <a:lnTo>
                    <a:pt x="534" y="1778"/>
                  </a:lnTo>
                  <a:lnTo>
                    <a:pt x="534" y="1798"/>
                  </a:lnTo>
                  <a:lnTo>
                    <a:pt x="553" y="1837"/>
                  </a:lnTo>
                  <a:lnTo>
                    <a:pt x="534" y="1837"/>
                  </a:lnTo>
                  <a:lnTo>
                    <a:pt x="553" y="1877"/>
                  </a:lnTo>
                  <a:lnTo>
                    <a:pt x="573" y="1897"/>
                  </a:lnTo>
                  <a:lnTo>
                    <a:pt x="573" y="1857"/>
                  </a:lnTo>
                  <a:lnTo>
                    <a:pt x="593" y="1936"/>
                  </a:lnTo>
                  <a:lnTo>
                    <a:pt x="613" y="1936"/>
                  </a:lnTo>
                  <a:lnTo>
                    <a:pt x="613" y="1956"/>
                  </a:lnTo>
                  <a:lnTo>
                    <a:pt x="632" y="1956"/>
                  </a:lnTo>
                  <a:lnTo>
                    <a:pt x="632" y="1877"/>
                  </a:lnTo>
                  <a:lnTo>
                    <a:pt x="613" y="1778"/>
                  </a:lnTo>
                  <a:lnTo>
                    <a:pt x="652" y="1897"/>
                  </a:lnTo>
                  <a:lnTo>
                    <a:pt x="672" y="1936"/>
                  </a:lnTo>
                  <a:lnTo>
                    <a:pt x="632" y="1818"/>
                  </a:lnTo>
                  <a:lnTo>
                    <a:pt x="632" y="1739"/>
                  </a:lnTo>
                  <a:lnTo>
                    <a:pt x="652" y="1818"/>
                  </a:lnTo>
                  <a:lnTo>
                    <a:pt x="657" y="1840"/>
                  </a:lnTo>
                  <a:lnTo>
                    <a:pt x="692" y="1857"/>
                  </a:lnTo>
                  <a:lnTo>
                    <a:pt x="711" y="1916"/>
                  </a:lnTo>
                  <a:lnTo>
                    <a:pt x="711" y="1857"/>
                  </a:lnTo>
                  <a:lnTo>
                    <a:pt x="692" y="1778"/>
                  </a:lnTo>
                  <a:lnTo>
                    <a:pt x="692" y="1818"/>
                  </a:lnTo>
                  <a:lnTo>
                    <a:pt x="672" y="1739"/>
                  </a:lnTo>
                  <a:lnTo>
                    <a:pt x="672" y="1739"/>
                  </a:lnTo>
                  <a:lnTo>
                    <a:pt x="692" y="1758"/>
                  </a:lnTo>
                  <a:lnTo>
                    <a:pt x="711" y="1798"/>
                  </a:lnTo>
                  <a:lnTo>
                    <a:pt x="731" y="1837"/>
                  </a:lnTo>
                  <a:lnTo>
                    <a:pt x="751" y="1837"/>
                  </a:lnTo>
                  <a:lnTo>
                    <a:pt x="771" y="1877"/>
                  </a:lnTo>
                  <a:lnTo>
                    <a:pt x="771" y="1818"/>
                  </a:lnTo>
                  <a:lnTo>
                    <a:pt x="731" y="1739"/>
                  </a:lnTo>
                  <a:lnTo>
                    <a:pt x="731" y="1739"/>
                  </a:lnTo>
                  <a:lnTo>
                    <a:pt x="751" y="1758"/>
                  </a:lnTo>
                  <a:lnTo>
                    <a:pt x="771" y="1798"/>
                  </a:lnTo>
                  <a:lnTo>
                    <a:pt x="771" y="1818"/>
                  </a:lnTo>
                  <a:lnTo>
                    <a:pt x="790" y="1818"/>
                  </a:lnTo>
                  <a:lnTo>
                    <a:pt x="781" y="1783"/>
                  </a:lnTo>
                  <a:lnTo>
                    <a:pt x="781" y="1783"/>
                  </a:lnTo>
                  <a:lnTo>
                    <a:pt x="810" y="1857"/>
                  </a:lnTo>
                  <a:lnTo>
                    <a:pt x="810" y="1837"/>
                  </a:lnTo>
                  <a:lnTo>
                    <a:pt x="830" y="1857"/>
                  </a:lnTo>
                  <a:lnTo>
                    <a:pt x="830" y="1837"/>
                  </a:lnTo>
                  <a:lnTo>
                    <a:pt x="830" y="1798"/>
                  </a:lnTo>
                  <a:lnTo>
                    <a:pt x="830" y="1739"/>
                  </a:lnTo>
                  <a:lnTo>
                    <a:pt x="850" y="1719"/>
                  </a:lnTo>
                  <a:lnTo>
                    <a:pt x="869" y="1818"/>
                  </a:lnTo>
                  <a:lnTo>
                    <a:pt x="850" y="1837"/>
                  </a:lnTo>
                  <a:lnTo>
                    <a:pt x="869" y="1877"/>
                  </a:lnTo>
                  <a:lnTo>
                    <a:pt x="869" y="1857"/>
                  </a:lnTo>
                  <a:lnTo>
                    <a:pt x="889" y="1857"/>
                  </a:lnTo>
                  <a:lnTo>
                    <a:pt x="889" y="1837"/>
                  </a:lnTo>
                  <a:lnTo>
                    <a:pt x="869" y="1758"/>
                  </a:lnTo>
                  <a:lnTo>
                    <a:pt x="869" y="1739"/>
                  </a:lnTo>
                  <a:lnTo>
                    <a:pt x="889" y="1758"/>
                  </a:lnTo>
                  <a:lnTo>
                    <a:pt x="889" y="1739"/>
                  </a:lnTo>
                  <a:lnTo>
                    <a:pt x="909" y="1719"/>
                  </a:lnTo>
                  <a:lnTo>
                    <a:pt x="889" y="1620"/>
                  </a:lnTo>
                  <a:lnTo>
                    <a:pt x="889" y="1640"/>
                  </a:lnTo>
                  <a:lnTo>
                    <a:pt x="869" y="1581"/>
                  </a:lnTo>
                  <a:lnTo>
                    <a:pt x="869" y="1620"/>
                  </a:lnTo>
                  <a:lnTo>
                    <a:pt x="869" y="1640"/>
                  </a:lnTo>
                  <a:lnTo>
                    <a:pt x="830" y="1581"/>
                  </a:lnTo>
                  <a:lnTo>
                    <a:pt x="830" y="1541"/>
                  </a:lnTo>
                  <a:lnTo>
                    <a:pt x="810" y="1462"/>
                  </a:lnTo>
                  <a:lnTo>
                    <a:pt x="810" y="1383"/>
                  </a:lnTo>
                  <a:lnTo>
                    <a:pt x="810" y="1344"/>
                  </a:lnTo>
                  <a:lnTo>
                    <a:pt x="830" y="1423"/>
                  </a:lnTo>
                  <a:lnTo>
                    <a:pt x="830" y="1462"/>
                  </a:lnTo>
                  <a:lnTo>
                    <a:pt x="845" y="1462"/>
                  </a:lnTo>
                  <a:lnTo>
                    <a:pt x="830" y="1403"/>
                  </a:lnTo>
                  <a:lnTo>
                    <a:pt x="830" y="1363"/>
                  </a:lnTo>
                  <a:lnTo>
                    <a:pt x="850" y="1403"/>
                  </a:lnTo>
                  <a:lnTo>
                    <a:pt x="850" y="1363"/>
                  </a:lnTo>
                  <a:lnTo>
                    <a:pt x="869" y="1423"/>
                  </a:lnTo>
                  <a:lnTo>
                    <a:pt x="869" y="1462"/>
                  </a:lnTo>
                  <a:lnTo>
                    <a:pt x="869" y="1502"/>
                  </a:lnTo>
                  <a:lnTo>
                    <a:pt x="909" y="1620"/>
                  </a:lnTo>
                  <a:lnTo>
                    <a:pt x="929" y="1739"/>
                  </a:lnTo>
                  <a:lnTo>
                    <a:pt x="948" y="1778"/>
                  </a:lnTo>
                  <a:lnTo>
                    <a:pt x="948" y="1739"/>
                  </a:lnTo>
                  <a:lnTo>
                    <a:pt x="968" y="1739"/>
                  </a:lnTo>
                  <a:lnTo>
                    <a:pt x="968" y="1679"/>
                  </a:lnTo>
                  <a:lnTo>
                    <a:pt x="988" y="1739"/>
                  </a:lnTo>
                  <a:lnTo>
                    <a:pt x="1008" y="1679"/>
                  </a:lnTo>
                  <a:lnTo>
                    <a:pt x="1027" y="1758"/>
                  </a:lnTo>
                  <a:lnTo>
                    <a:pt x="1047" y="1758"/>
                  </a:lnTo>
                  <a:lnTo>
                    <a:pt x="1047" y="1699"/>
                  </a:lnTo>
                  <a:lnTo>
                    <a:pt x="1047" y="1640"/>
                  </a:lnTo>
                  <a:lnTo>
                    <a:pt x="1067" y="1640"/>
                  </a:lnTo>
                  <a:lnTo>
                    <a:pt x="1087" y="1679"/>
                  </a:lnTo>
                  <a:lnTo>
                    <a:pt x="1087" y="1640"/>
                  </a:lnTo>
                  <a:lnTo>
                    <a:pt x="1106" y="1699"/>
                  </a:lnTo>
                  <a:lnTo>
                    <a:pt x="1106" y="1679"/>
                  </a:lnTo>
                  <a:lnTo>
                    <a:pt x="1126" y="1640"/>
                  </a:lnTo>
                  <a:lnTo>
                    <a:pt x="1146" y="1699"/>
                  </a:lnTo>
                  <a:lnTo>
                    <a:pt x="1146" y="1660"/>
                  </a:lnTo>
                  <a:lnTo>
                    <a:pt x="1146" y="1581"/>
                  </a:lnTo>
                  <a:lnTo>
                    <a:pt x="1166" y="1679"/>
                  </a:lnTo>
                  <a:lnTo>
                    <a:pt x="1205" y="1620"/>
                  </a:lnTo>
                  <a:lnTo>
                    <a:pt x="1265" y="1581"/>
                  </a:lnTo>
                  <a:lnTo>
                    <a:pt x="1265" y="1600"/>
                  </a:lnTo>
                  <a:lnTo>
                    <a:pt x="1284" y="1581"/>
                  </a:lnTo>
                  <a:lnTo>
                    <a:pt x="1284" y="1541"/>
                  </a:lnTo>
                  <a:lnTo>
                    <a:pt x="1304" y="1502"/>
                  </a:lnTo>
                  <a:lnTo>
                    <a:pt x="1324" y="1502"/>
                  </a:lnTo>
                  <a:lnTo>
                    <a:pt x="1324" y="1462"/>
                  </a:lnTo>
                  <a:lnTo>
                    <a:pt x="1304" y="1403"/>
                  </a:lnTo>
                  <a:lnTo>
                    <a:pt x="1284" y="1284"/>
                  </a:lnTo>
                  <a:lnTo>
                    <a:pt x="1284" y="1265"/>
                  </a:lnTo>
                  <a:lnTo>
                    <a:pt x="1304" y="1304"/>
                  </a:lnTo>
                  <a:lnTo>
                    <a:pt x="1304" y="1344"/>
                  </a:lnTo>
                  <a:lnTo>
                    <a:pt x="1324" y="1363"/>
                  </a:lnTo>
                  <a:lnTo>
                    <a:pt x="1344" y="144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383" y="1521"/>
                  </a:lnTo>
                  <a:lnTo>
                    <a:pt x="1363" y="1581"/>
                  </a:lnTo>
                  <a:lnTo>
                    <a:pt x="1383" y="1541"/>
                  </a:lnTo>
                  <a:lnTo>
                    <a:pt x="1403" y="1541"/>
                  </a:lnTo>
                  <a:lnTo>
                    <a:pt x="1403" y="1482"/>
                  </a:lnTo>
                  <a:lnTo>
                    <a:pt x="1403" y="1462"/>
                  </a:lnTo>
                  <a:lnTo>
                    <a:pt x="1403" y="1403"/>
                  </a:lnTo>
                  <a:lnTo>
                    <a:pt x="1423" y="1502"/>
                  </a:lnTo>
                  <a:lnTo>
                    <a:pt x="1423" y="1442"/>
                  </a:lnTo>
                  <a:lnTo>
                    <a:pt x="1423" y="1423"/>
                  </a:lnTo>
                  <a:lnTo>
                    <a:pt x="1442" y="1423"/>
                  </a:lnTo>
                  <a:lnTo>
                    <a:pt x="1442" y="1442"/>
                  </a:lnTo>
                  <a:lnTo>
                    <a:pt x="1462" y="1502"/>
                  </a:lnTo>
                  <a:lnTo>
                    <a:pt x="1462" y="1462"/>
                  </a:lnTo>
                  <a:lnTo>
                    <a:pt x="1462" y="1442"/>
                  </a:lnTo>
                  <a:lnTo>
                    <a:pt x="1482" y="1482"/>
                  </a:lnTo>
                  <a:lnTo>
                    <a:pt x="1502" y="1502"/>
                  </a:lnTo>
                  <a:lnTo>
                    <a:pt x="1521" y="1502"/>
                  </a:lnTo>
                  <a:lnTo>
                    <a:pt x="1541" y="1521"/>
                  </a:lnTo>
                  <a:lnTo>
                    <a:pt x="1561" y="1482"/>
                  </a:lnTo>
                  <a:lnTo>
                    <a:pt x="1561" y="1423"/>
                  </a:lnTo>
                  <a:lnTo>
                    <a:pt x="1541" y="1403"/>
                  </a:lnTo>
                  <a:lnTo>
                    <a:pt x="1541" y="1344"/>
                  </a:lnTo>
                  <a:lnTo>
                    <a:pt x="1541" y="1324"/>
                  </a:lnTo>
                  <a:lnTo>
                    <a:pt x="1541" y="1304"/>
                  </a:lnTo>
                  <a:lnTo>
                    <a:pt x="1561" y="1344"/>
                  </a:lnTo>
                  <a:lnTo>
                    <a:pt x="1561" y="1383"/>
                  </a:lnTo>
                  <a:lnTo>
                    <a:pt x="1581" y="1423"/>
                  </a:lnTo>
                  <a:lnTo>
                    <a:pt x="1600" y="1423"/>
                  </a:lnTo>
                  <a:lnTo>
                    <a:pt x="1600" y="1462"/>
                  </a:lnTo>
                  <a:lnTo>
                    <a:pt x="1620" y="1442"/>
                  </a:lnTo>
                  <a:lnTo>
                    <a:pt x="1620" y="1482"/>
                  </a:lnTo>
                  <a:lnTo>
                    <a:pt x="1640" y="1462"/>
                  </a:lnTo>
                  <a:lnTo>
                    <a:pt x="1640" y="1423"/>
                  </a:lnTo>
                  <a:lnTo>
                    <a:pt x="1660" y="1324"/>
                  </a:lnTo>
                  <a:lnTo>
                    <a:pt x="1660" y="1344"/>
                  </a:lnTo>
                  <a:lnTo>
                    <a:pt x="1679" y="1265"/>
                  </a:lnTo>
                  <a:lnTo>
                    <a:pt x="1679" y="1205"/>
                  </a:lnTo>
                  <a:lnTo>
                    <a:pt x="1699" y="1265"/>
                  </a:lnTo>
                  <a:lnTo>
                    <a:pt x="1699" y="1324"/>
                  </a:lnTo>
                  <a:lnTo>
                    <a:pt x="1679" y="1324"/>
                  </a:lnTo>
                  <a:lnTo>
                    <a:pt x="1699" y="1403"/>
                  </a:lnTo>
                  <a:lnTo>
                    <a:pt x="1719" y="1423"/>
                  </a:lnTo>
                  <a:lnTo>
                    <a:pt x="1739" y="1442"/>
                  </a:lnTo>
                  <a:lnTo>
                    <a:pt x="1758" y="1423"/>
                  </a:lnTo>
                  <a:lnTo>
                    <a:pt x="1778" y="1403"/>
                  </a:lnTo>
                  <a:lnTo>
                    <a:pt x="1798" y="1383"/>
                  </a:lnTo>
                  <a:lnTo>
                    <a:pt x="1798" y="1363"/>
                  </a:lnTo>
                  <a:lnTo>
                    <a:pt x="1837" y="1423"/>
                  </a:lnTo>
                  <a:lnTo>
                    <a:pt x="1857" y="1403"/>
                  </a:lnTo>
                  <a:lnTo>
                    <a:pt x="1877" y="1403"/>
                  </a:lnTo>
                  <a:lnTo>
                    <a:pt x="1897" y="1344"/>
                  </a:lnTo>
                  <a:lnTo>
                    <a:pt x="1897" y="1403"/>
                  </a:lnTo>
                  <a:lnTo>
                    <a:pt x="1916" y="1304"/>
                  </a:lnTo>
                  <a:lnTo>
                    <a:pt x="1936" y="1265"/>
                  </a:lnTo>
                  <a:lnTo>
                    <a:pt x="1956" y="1225"/>
                  </a:lnTo>
                  <a:lnTo>
                    <a:pt x="1976" y="1186"/>
                  </a:lnTo>
                  <a:lnTo>
                    <a:pt x="1976" y="1205"/>
                  </a:lnTo>
                  <a:lnTo>
                    <a:pt x="1976" y="1245"/>
                  </a:lnTo>
                  <a:lnTo>
                    <a:pt x="1995" y="1265"/>
                  </a:lnTo>
                  <a:lnTo>
                    <a:pt x="1995" y="1166"/>
                  </a:lnTo>
                  <a:lnTo>
                    <a:pt x="1995" y="1107"/>
                  </a:lnTo>
                  <a:lnTo>
                    <a:pt x="1995" y="1067"/>
                  </a:lnTo>
                  <a:lnTo>
                    <a:pt x="2015" y="1047"/>
                  </a:lnTo>
                  <a:lnTo>
                    <a:pt x="2015" y="1067"/>
                  </a:lnTo>
                  <a:lnTo>
                    <a:pt x="2035" y="1008"/>
                  </a:lnTo>
                  <a:lnTo>
                    <a:pt x="2074" y="988"/>
                  </a:lnTo>
                  <a:lnTo>
                    <a:pt x="2114" y="968"/>
                  </a:lnTo>
                  <a:lnTo>
                    <a:pt x="2173" y="988"/>
                  </a:lnTo>
                  <a:lnTo>
                    <a:pt x="2153" y="1047"/>
                  </a:lnTo>
                  <a:lnTo>
                    <a:pt x="2173" y="1028"/>
                  </a:lnTo>
                  <a:lnTo>
                    <a:pt x="2193" y="1047"/>
                  </a:lnTo>
                  <a:lnTo>
                    <a:pt x="2193" y="1028"/>
                  </a:lnTo>
                  <a:lnTo>
                    <a:pt x="2213" y="1067"/>
                  </a:lnTo>
                  <a:lnTo>
                    <a:pt x="2213" y="1087"/>
                  </a:lnTo>
                  <a:lnTo>
                    <a:pt x="2232" y="1126"/>
                  </a:lnTo>
                  <a:lnTo>
                    <a:pt x="2252" y="1146"/>
                  </a:lnTo>
                  <a:lnTo>
                    <a:pt x="2252" y="1126"/>
                  </a:lnTo>
                  <a:lnTo>
                    <a:pt x="2292" y="1265"/>
                  </a:lnTo>
                  <a:lnTo>
                    <a:pt x="2292" y="1186"/>
                  </a:lnTo>
                  <a:lnTo>
                    <a:pt x="2292" y="1166"/>
                  </a:lnTo>
                  <a:lnTo>
                    <a:pt x="2292" y="1126"/>
                  </a:lnTo>
                  <a:lnTo>
                    <a:pt x="2292" y="1107"/>
                  </a:lnTo>
                  <a:lnTo>
                    <a:pt x="2292" y="929"/>
                  </a:lnTo>
                  <a:lnTo>
                    <a:pt x="2272" y="771"/>
                  </a:lnTo>
                  <a:lnTo>
                    <a:pt x="2252" y="771"/>
                  </a:lnTo>
                  <a:lnTo>
                    <a:pt x="2252" y="712"/>
                  </a:lnTo>
                  <a:lnTo>
                    <a:pt x="2252" y="652"/>
                  </a:lnTo>
                  <a:lnTo>
                    <a:pt x="2232" y="652"/>
                  </a:lnTo>
                  <a:lnTo>
                    <a:pt x="2232" y="672"/>
                  </a:lnTo>
                  <a:lnTo>
                    <a:pt x="2213" y="652"/>
                  </a:lnTo>
                  <a:lnTo>
                    <a:pt x="2193" y="593"/>
                  </a:lnTo>
                  <a:lnTo>
                    <a:pt x="2193" y="534"/>
                  </a:lnTo>
                  <a:lnTo>
                    <a:pt x="2193" y="514"/>
                  </a:lnTo>
                  <a:lnTo>
                    <a:pt x="2173" y="534"/>
                  </a:lnTo>
                  <a:lnTo>
                    <a:pt x="2173" y="554"/>
                  </a:lnTo>
                  <a:lnTo>
                    <a:pt x="2153" y="514"/>
                  </a:lnTo>
                  <a:lnTo>
                    <a:pt x="2153" y="475"/>
                  </a:lnTo>
                  <a:lnTo>
                    <a:pt x="2153" y="455"/>
                  </a:lnTo>
                  <a:lnTo>
                    <a:pt x="2134" y="415"/>
                  </a:lnTo>
                  <a:lnTo>
                    <a:pt x="2134" y="494"/>
                  </a:lnTo>
                  <a:lnTo>
                    <a:pt x="2134" y="554"/>
                  </a:lnTo>
                  <a:lnTo>
                    <a:pt x="2114" y="514"/>
                  </a:lnTo>
                  <a:lnTo>
                    <a:pt x="2134" y="435"/>
                  </a:lnTo>
                  <a:lnTo>
                    <a:pt x="2114" y="396"/>
                  </a:lnTo>
                  <a:lnTo>
                    <a:pt x="2094" y="396"/>
                  </a:lnTo>
                  <a:lnTo>
                    <a:pt x="2094" y="356"/>
                  </a:lnTo>
                  <a:lnTo>
                    <a:pt x="2074" y="297"/>
                  </a:lnTo>
                  <a:lnTo>
                    <a:pt x="2074" y="317"/>
                  </a:lnTo>
                  <a:lnTo>
                    <a:pt x="2074" y="356"/>
                  </a:lnTo>
                  <a:lnTo>
                    <a:pt x="2055" y="356"/>
                  </a:lnTo>
                  <a:lnTo>
                    <a:pt x="2055" y="336"/>
                  </a:lnTo>
                  <a:lnTo>
                    <a:pt x="2055" y="317"/>
                  </a:lnTo>
                  <a:lnTo>
                    <a:pt x="2035" y="297"/>
                  </a:lnTo>
                  <a:lnTo>
                    <a:pt x="2035" y="257"/>
                  </a:lnTo>
                  <a:lnTo>
                    <a:pt x="2015" y="218"/>
                  </a:lnTo>
                  <a:lnTo>
                    <a:pt x="2015" y="257"/>
                  </a:lnTo>
                  <a:lnTo>
                    <a:pt x="1995" y="257"/>
                  </a:lnTo>
                  <a:lnTo>
                    <a:pt x="1995" y="356"/>
                  </a:lnTo>
                  <a:lnTo>
                    <a:pt x="1995" y="415"/>
                  </a:lnTo>
                  <a:lnTo>
                    <a:pt x="1995" y="435"/>
                  </a:lnTo>
                  <a:lnTo>
                    <a:pt x="1976" y="336"/>
                  </a:lnTo>
                  <a:lnTo>
                    <a:pt x="1956" y="198"/>
                  </a:lnTo>
                  <a:lnTo>
                    <a:pt x="1956" y="218"/>
                  </a:lnTo>
                  <a:lnTo>
                    <a:pt x="1936" y="218"/>
                  </a:lnTo>
                  <a:lnTo>
                    <a:pt x="1936" y="178"/>
                  </a:lnTo>
                  <a:lnTo>
                    <a:pt x="1936" y="139"/>
                  </a:lnTo>
                  <a:lnTo>
                    <a:pt x="1916" y="99"/>
                  </a:lnTo>
                  <a:lnTo>
                    <a:pt x="1897" y="80"/>
                  </a:lnTo>
                  <a:lnTo>
                    <a:pt x="1897" y="159"/>
                  </a:lnTo>
                  <a:lnTo>
                    <a:pt x="1877" y="119"/>
                  </a:lnTo>
                  <a:lnTo>
                    <a:pt x="1877" y="99"/>
                  </a:lnTo>
                  <a:lnTo>
                    <a:pt x="1857" y="99"/>
                  </a:lnTo>
                  <a:lnTo>
                    <a:pt x="1837" y="60"/>
                  </a:lnTo>
                  <a:lnTo>
                    <a:pt x="1837" y="159"/>
                  </a:lnTo>
                  <a:lnTo>
                    <a:pt x="1818" y="119"/>
                  </a:lnTo>
                  <a:lnTo>
                    <a:pt x="1818" y="238"/>
                  </a:lnTo>
                  <a:lnTo>
                    <a:pt x="1798" y="178"/>
                  </a:lnTo>
                  <a:lnTo>
                    <a:pt x="1778" y="99"/>
                  </a:lnTo>
                  <a:lnTo>
                    <a:pt x="1778" y="119"/>
                  </a:lnTo>
                  <a:lnTo>
                    <a:pt x="1778" y="198"/>
                  </a:lnTo>
                  <a:lnTo>
                    <a:pt x="1758" y="297"/>
                  </a:lnTo>
                  <a:lnTo>
                    <a:pt x="1739" y="238"/>
                  </a:lnTo>
                  <a:lnTo>
                    <a:pt x="1739" y="159"/>
                  </a:lnTo>
                  <a:lnTo>
                    <a:pt x="1719" y="139"/>
                  </a:lnTo>
                  <a:lnTo>
                    <a:pt x="1699" y="60"/>
                  </a:lnTo>
                  <a:lnTo>
                    <a:pt x="1719" y="178"/>
                  </a:lnTo>
                  <a:lnTo>
                    <a:pt x="1699" y="178"/>
                  </a:lnTo>
                  <a:lnTo>
                    <a:pt x="1699" y="159"/>
                  </a:lnTo>
                  <a:lnTo>
                    <a:pt x="1679" y="99"/>
                  </a:lnTo>
                  <a:lnTo>
                    <a:pt x="1660" y="80"/>
                  </a:lnTo>
                  <a:lnTo>
                    <a:pt x="1640" y="60"/>
                  </a:lnTo>
                  <a:lnTo>
                    <a:pt x="1620" y="40"/>
                  </a:lnTo>
                  <a:lnTo>
                    <a:pt x="1620" y="60"/>
                  </a:lnTo>
                  <a:lnTo>
                    <a:pt x="1640" y="178"/>
                  </a:lnTo>
                  <a:lnTo>
                    <a:pt x="1640" y="238"/>
                  </a:lnTo>
                  <a:lnTo>
                    <a:pt x="1620" y="277"/>
                  </a:lnTo>
                  <a:lnTo>
                    <a:pt x="1640" y="297"/>
                  </a:lnTo>
                  <a:lnTo>
                    <a:pt x="1640" y="336"/>
                  </a:lnTo>
                  <a:lnTo>
                    <a:pt x="1620" y="297"/>
                  </a:lnTo>
                  <a:lnTo>
                    <a:pt x="1620" y="238"/>
                  </a:lnTo>
                  <a:lnTo>
                    <a:pt x="1600" y="257"/>
                  </a:lnTo>
                  <a:lnTo>
                    <a:pt x="1600" y="178"/>
                  </a:lnTo>
                  <a:lnTo>
                    <a:pt x="1581" y="139"/>
                  </a:lnTo>
                  <a:lnTo>
                    <a:pt x="1581" y="80"/>
                  </a:lnTo>
                  <a:lnTo>
                    <a:pt x="1561" y="99"/>
                  </a:lnTo>
                  <a:lnTo>
                    <a:pt x="1561" y="20"/>
                  </a:lnTo>
                  <a:lnTo>
                    <a:pt x="1541" y="40"/>
                  </a:lnTo>
                  <a:lnTo>
                    <a:pt x="1541" y="80"/>
                  </a:lnTo>
                  <a:lnTo>
                    <a:pt x="1521" y="2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-1317575" y="3999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-1297825" y="396720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-1322525" y="398597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-1189200" y="3983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-1161050" y="3983000"/>
              <a:ext cx="1025" cy="2500"/>
            </a:xfrm>
            <a:custGeom>
              <a:rect b="b" l="l" r="r" t="t"/>
              <a:pathLst>
                <a:path extrusionOk="0" h="100" w="41">
                  <a:moveTo>
                    <a:pt x="1" y="1"/>
                  </a:moveTo>
                  <a:lnTo>
                    <a:pt x="1" y="80"/>
                  </a:lnTo>
                  <a:lnTo>
                    <a:pt x="21" y="8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-1146725" y="3974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-1145250" y="39637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0"/>
                  </a:moveTo>
                  <a:lnTo>
                    <a:pt x="1" y="20"/>
                  </a:lnTo>
                  <a:lnTo>
                    <a:pt x="21" y="2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-1144750" y="3964250"/>
              <a:ext cx="4475" cy="5450"/>
            </a:xfrm>
            <a:custGeom>
              <a:rect b="b" l="l" r="r" t="t"/>
              <a:pathLst>
                <a:path extrusionOk="0" h="218" w="179">
                  <a:moveTo>
                    <a:pt x="40" y="79"/>
                  </a:moveTo>
                  <a:lnTo>
                    <a:pt x="40" y="99"/>
                  </a:lnTo>
                  <a:lnTo>
                    <a:pt x="53" y="112"/>
                  </a:lnTo>
                  <a:lnTo>
                    <a:pt x="40" y="79"/>
                  </a:lnTo>
                  <a:close/>
                  <a:moveTo>
                    <a:pt x="1" y="0"/>
                  </a:moveTo>
                  <a:lnTo>
                    <a:pt x="20" y="40"/>
                  </a:lnTo>
                  <a:lnTo>
                    <a:pt x="20" y="59"/>
                  </a:lnTo>
                  <a:lnTo>
                    <a:pt x="40" y="79"/>
                  </a:lnTo>
                  <a:lnTo>
                    <a:pt x="80" y="119"/>
                  </a:lnTo>
                  <a:lnTo>
                    <a:pt x="119" y="119"/>
                  </a:lnTo>
                  <a:lnTo>
                    <a:pt x="99" y="79"/>
                  </a:lnTo>
                  <a:lnTo>
                    <a:pt x="80" y="40"/>
                  </a:lnTo>
                  <a:lnTo>
                    <a:pt x="1" y="0"/>
                  </a:lnTo>
                  <a:close/>
                  <a:moveTo>
                    <a:pt x="53" y="112"/>
                  </a:moveTo>
                  <a:lnTo>
                    <a:pt x="80" y="178"/>
                  </a:lnTo>
                  <a:lnTo>
                    <a:pt x="80" y="138"/>
                  </a:lnTo>
                  <a:lnTo>
                    <a:pt x="60" y="119"/>
                  </a:lnTo>
                  <a:lnTo>
                    <a:pt x="53" y="112"/>
                  </a:lnTo>
                  <a:close/>
                  <a:moveTo>
                    <a:pt x="99" y="40"/>
                  </a:moveTo>
                  <a:lnTo>
                    <a:pt x="119" y="119"/>
                  </a:lnTo>
                  <a:lnTo>
                    <a:pt x="178" y="217"/>
                  </a:lnTo>
                  <a:lnTo>
                    <a:pt x="159" y="119"/>
                  </a:lnTo>
                  <a:lnTo>
                    <a:pt x="159" y="79"/>
                  </a:lnTo>
                  <a:lnTo>
                    <a:pt x="9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-1198075" y="3951400"/>
              <a:ext cx="54350" cy="41500"/>
            </a:xfrm>
            <a:custGeom>
              <a:rect b="b" l="l" r="r" t="t"/>
              <a:pathLst>
                <a:path extrusionOk="0" h="1660" w="2174">
                  <a:moveTo>
                    <a:pt x="1008" y="0"/>
                  </a:moveTo>
                  <a:lnTo>
                    <a:pt x="988" y="40"/>
                  </a:lnTo>
                  <a:lnTo>
                    <a:pt x="988" y="60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1008" y="0"/>
                  </a:lnTo>
                  <a:close/>
                  <a:moveTo>
                    <a:pt x="2035" y="850"/>
                  </a:moveTo>
                  <a:lnTo>
                    <a:pt x="2035" y="870"/>
                  </a:lnTo>
                  <a:lnTo>
                    <a:pt x="2055" y="909"/>
                  </a:lnTo>
                  <a:lnTo>
                    <a:pt x="2055" y="889"/>
                  </a:lnTo>
                  <a:lnTo>
                    <a:pt x="2074" y="889"/>
                  </a:lnTo>
                  <a:lnTo>
                    <a:pt x="2035" y="850"/>
                  </a:lnTo>
                  <a:close/>
                  <a:moveTo>
                    <a:pt x="2015" y="870"/>
                  </a:moveTo>
                  <a:lnTo>
                    <a:pt x="2015" y="889"/>
                  </a:lnTo>
                  <a:lnTo>
                    <a:pt x="1995" y="889"/>
                  </a:lnTo>
                  <a:lnTo>
                    <a:pt x="2035" y="929"/>
                  </a:lnTo>
                  <a:lnTo>
                    <a:pt x="2035" y="889"/>
                  </a:lnTo>
                  <a:lnTo>
                    <a:pt x="2015" y="870"/>
                  </a:lnTo>
                  <a:close/>
                  <a:moveTo>
                    <a:pt x="1837" y="988"/>
                  </a:moveTo>
                  <a:lnTo>
                    <a:pt x="1837" y="1008"/>
                  </a:lnTo>
                  <a:lnTo>
                    <a:pt x="1857" y="1008"/>
                  </a:lnTo>
                  <a:lnTo>
                    <a:pt x="1837" y="988"/>
                  </a:lnTo>
                  <a:close/>
                  <a:moveTo>
                    <a:pt x="1600" y="1028"/>
                  </a:moveTo>
                  <a:lnTo>
                    <a:pt x="1620" y="1087"/>
                  </a:lnTo>
                  <a:lnTo>
                    <a:pt x="1620" y="1067"/>
                  </a:lnTo>
                  <a:lnTo>
                    <a:pt x="1600" y="1028"/>
                  </a:lnTo>
                  <a:close/>
                  <a:moveTo>
                    <a:pt x="1640" y="1107"/>
                  </a:moveTo>
                  <a:lnTo>
                    <a:pt x="1640" y="1126"/>
                  </a:lnTo>
                  <a:lnTo>
                    <a:pt x="1640" y="1146"/>
                  </a:lnTo>
                  <a:lnTo>
                    <a:pt x="1620" y="1146"/>
                  </a:lnTo>
                  <a:lnTo>
                    <a:pt x="1620" y="1166"/>
                  </a:lnTo>
                  <a:lnTo>
                    <a:pt x="1660" y="1245"/>
                  </a:lnTo>
                  <a:lnTo>
                    <a:pt x="1660" y="1225"/>
                  </a:lnTo>
                  <a:lnTo>
                    <a:pt x="1679" y="1245"/>
                  </a:lnTo>
                  <a:lnTo>
                    <a:pt x="1699" y="1265"/>
                  </a:lnTo>
                  <a:lnTo>
                    <a:pt x="1699" y="1265"/>
                  </a:lnTo>
                  <a:lnTo>
                    <a:pt x="1679" y="1225"/>
                  </a:lnTo>
                  <a:lnTo>
                    <a:pt x="1679" y="1205"/>
                  </a:lnTo>
                  <a:lnTo>
                    <a:pt x="1640" y="1107"/>
                  </a:lnTo>
                  <a:close/>
                  <a:moveTo>
                    <a:pt x="1344" y="1265"/>
                  </a:moveTo>
                  <a:lnTo>
                    <a:pt x="1344" y="1265"/>
                  </a:lnTo>
                  <a:lnTo>
                    <a:pt x="1344" y="1265"/>
                  </a:lnTo>
                  <a:close/>
                  <a:moveTo>
                    <a:pt x="1482" y="1265"/>
                  </a:moveTo>
                  <a:lnTo>
                    <a:pt x="1482" y="1265"/>
                  </a:lnTo>
                  <a:lnTo>
                    <a:pt x="1482" y="1265"/>
                  </a:lnTo>
                  <a:close/>
                  <a:moveTo>
                    <a:pt x="1541" y="1363"/>
                  </a:moveTo>
                  <a:lnTo>
                    <a:pt x="1541" y="1363"/>
                  </a:lnTo>
                  <a:lnTo>
                    <a:pt x="1541" y="1363"/>
                  </a:lnTo>
                  <a:close/>
                  <a:moveTo>
                    <a:pt x="1383" y="1383"/>
                  </a:moveTo>
                  <a:lnTo>
                    <a:pt x="1403" y="1442"/>
                  </a:lnTo>
                  <a:lnTo>
                    <a:pt x="1442" y="1442"/>
                  </a:lnTo>
                  <a:lnTo>
                    <a:pt x="1462" y="1462"/>
                  </a:lnTo>
                  <a:lnTo>
                    <a:pt x="1462" y="1423"/>
                  </a:lnTo>
                  <a:lnTo>
                    <a:pt x="1442" y="1403"/>
                  </a:lnTo>
                  <a:lnTo>
                    <a:pt x="1423" y="1383"/>
                  </a:lnTo>
                  <a:lnTo>
                    <a:pt x="1423" y="1403"/>
                  </a:lnTo>
                  <a:lnTo>
                    <a:pt x="1403" y="1383"/>
                  </a:lnTo>
                  <a:close/>
                  <a:moveTo>
                    <a:pt x="1223" y="1482"/>
                  </a:moveTo>
                  <a:lnTo>
                    <a:pt x="1225" y="1502"/>
                  </a:lnTo>
                  <a:lnTo>
                    <a:pt x="1225" y="1482"/>
                  </a:lnTo>
                  <a:close/>
                  <a:moveTo>
                    <a:pt x="1080" y="1581"/>
                  </a:moveTo>
                  <a:lnTo>
                    <a:pt x="1087" y="1600"/>
                  </a:lnTo>
                  <a:lnTo>
                    <a:pt x="1087" y="1581"/>
                  </a:lnTo>
                  <a:close/>
                  <a:moveTo>
                    <a:pt x="1107" y="0"/>
                  </a:moveTo>
                  <a:lnTo>
                    <a:pt x="1107" y="40"/>
                  </a:lnTo>
                  <a:lnTo>
                    <a:pt x="1087" y="60"/>
                  </a:lnTo>
                  <a:lnTo>
                    <a:pt x="1087" y="99"/>
                  </a:lnTo>
                  <a:lnTo>
                    <a:pt x="1107" y="159"/>
                  </a:lnTo>
                  <a:lnTo>
                    <a:pt x="1146" y="277"/>
                  </a:lnTo>
                  <a:lnTo>
                    <a:pt x="1146" y="297"/>
                  </a:lnTo>
                  <a:lnTo>
                    <a:pt x="1126" y="257"/>
                  </a:lnTo>
                  <a:lnTo>
                    <a:pt x="1107" y="218"/>
                  </a:lnTo>
                  <a:lnTo>
                    <a:pt x="1087" y="218"/>
                  </a:lnTo>
                  <a:lnTo>
                    <a:pt x="1067" y="119"/>
                  </a:lnTo>
                  <a:lnTo>
                    <a:pt x="1047" y="40"/>
                  </a:lnTo>
                  <a:lnTo>
                    <a:pt x="1047" y="119"/>
                  </a:lnTo>
                  <a:lnTo>
                    <a:pt x="1027" y="119"/>
                  </a:lnTo>
                  <a:lnTo>
                    <a:pt x="1027" y="139"/>
                  </a:lnTo>
                  <a:lnTo>
                    <a:pt x="1008" y="119"/>
                  </a:lnTo>
                  <a:lnTo>
                    <a:pt x="988" y="79"/>
                  </a:lnTo>
                  <a:lnTo>
                    <a:pt x="988" y="60"/>
                  </a:lnTo>
                  <a:lnTo>
                    <a:pt x="968" y="60"/>
                  </a:lnTo>
                  <a:lnTo>
                    <a:pt x="988" y="99"/>
                  </a:lnTo>
                  <a:lnTo>
                    <a:pt x="988" y="139"/>
                  </a:lnTo>
                  <a:lnTo>
                    <a:pt x="988" y="198"/>
                  </a:lnTo>
                  <a:lnTo>
                    <a:pt x="948" y="99"/>
                  </a:lnTo>
                  <a:lnTo>
                    <a:pt x="968" y="159"/>
                  </a:lnTo>
                  <a:lnTo>
                    <a:pt x="968" y="178"/>
                  </a:lnTo>
                  <a:lnTo>
                    <a:pt x="948" y="178"/>
                  </a:lnTo>
                  <a:lnTo>
                    <a:pt x="929" y="159"/>
                  </a:lnTo>
                  <a:lnTo>
                    <a:pt x="909" y="119"/>
                  </a:lnTo>
                  <a:lnTo>
                    <a:pt x="909" y="139"/>
                  </a:lnTo>
                  <a:lnTo>
                    <a:pt x="909" y="178"/>
                  </a:lnTo>
                  <a:lnTo>
                    <a:pt x="889" y="119"/>
                  </a:lnTo>
                  <a:lnTo>
                    <a:pt x="830" y="119"/>
                  </a:lnTo>
                  <a:lnTo>
                    <a:pt x="810" y="99"/>
                  </a:lnTo>
                  <a:lnTo>
                    <a:pt x="810" y="159"/>
                  </a:lnTo>
                  <a:lnTo>
                    <a:pt x="810" y="218"/>
                  </a:lnTo>
                  <a:lnTo>
                    <a:pt x="810" y="238"/>
                  </a:lnTo>
                  <a:lnTo>
                    <a:pt x="850" y="277"/>
                  </a:lnTo>
                  <a:lnTo>
                    <a:pt x="850" y="317"/>
                  </a:lnTo>
                  <a:lnTo>
                    <a:pt x="830" y="336"/>
                  </a:lnTo>
                  <a:lnTo>
                    <a:pt x="810" y="297"/>
                  </a:lnTo>
                  <a:lnTo>
                    <a:pt x="810" y="257"/>
                  </a:lnTo>
                  <a:lnTo>
                    <a:pt x="790" y="218"/>
                  </a:lnTo>
                  <a:lnTo>
                    <a:pt x="771" y="218"/>
                  </a:lnTo>
                  <a:lnTo>
                    <a:pt x="751" y="178"/>
                  </a:lnTo>
                  <a:lnTo>
                    <a:pt x="731" y="218"/>
                  </a:lnTo>
                  <a:lnTo>
                    <a:pt x="711" y="178"/>
                  </a:lnTo>
                  <a:lnTo>
                    <a:pt x="711" y="198"/>
                  </a:lnTo>
                  <a:lnTo>
                    <a:pt x="711" y="238"/>
                  </a:lnTo>
                  <a:lnTo>
                    <a:pt x="731" y="317"/>
                  </a:lnTo>
                  <a:lnTo>
                    <a:pt x="692" y="238"/>
                  </a:lnTo>
                  <a:lnTo>
                    <a:pt x="711" y="336"/>
                  </a:lnTo>
                  <a:lnTo>
                    <a:pt x="692" y="317"/>
                  </a:lnTo>
                  <a:lnTo>
                    <a:pt x="692" y="356"/>
                  </a:lnTo>
                  <a:lnTo>
                    <a:pt x="692" y="396"/>
                  </a:lnTo>
                  <a:lnTo>
                    <a:pt x="711" y="455"/>
                  </a:lnTo>
                  <a:lnTo>
                    <a:pt x="692" y="415"/>
                  </a:lnTo>
                  <a:lnTo>
                    <a:pt x="672" y="396"/>
                  </a:lnTo>
                  <a:lnTo>
                    <a:pt x="632" y="317"/>
                  </a:lnTo>
                  <a:lnTo>
                    <a:pt x="652" y="317"/>
                  </a:lnTo>
                  <a:lnTo>
                    <a:pt x="652" y="336"/>
                  </a:lnTo>
                  <a:lnTo>
                    <a:pt x="672" y="356"/>
                  </a:lnTo>
                  <a:lnTo>
                    <a:pt x="672" y="336"/>
                  </a:lnTo>
                  <a:lnTo>
                    <a:pt x="632" y="277"/>
                  </a:lnTo>
                  <a:lnTo>
                    <a:pt x="613" y="257"/>
                  </a:lnTo>
                  <a:lnTo>
                    <a:pt x="573" y="257"/>
                  </a:lnTo>
                  <a:lnTo>
                    <a:pt x="553" y="297"/>
                  </a:lnTo>
                  <a:lnTo>
                    <a:pt x="534" y="317"/>
                  </a:lnTo>
                  <a:lnTo>
                    <a:pt x="553" y="396"/>
                  </a:lnTo>
                  <a:lnTo>
                    <a:pt x="553" y="396"/>
                  </a:lnTo>
                  <a:lnTo>
                    <a:pt x="534" y="336"/>
                  </a:lnTo>
                  <a:lnTo>
                    <a:pt x="474" y="297"/>
                  </a:lnTo>
                  <a:lnTo>
                    <a:pt x="455" y="297"/>
                  </a:lnTo>
                  <a:lnTo>
                    <a:pt x="435" y="317"/>
                  </a:lnTo>
                  <a:lnTo>
                    <a:pt x="435" y="336"/>
                  </a:lnTo>
                  <a:lnTo>
                    <a:pt x="435" y="376"/>
                  </a:lnTo>
                  <a:lnTo>
                    <a:pt x="395" y="336"/>
                  </a:lnTo>
                  <a:lnTo>
                    <a:pt x="395" y="336"/>
                  </a:lnTo>
                  <a:lnTo>
                    <a:pt x="415" y="415"/>
                  </a:lnTo>
                  <a:lnTo>
                    <a:pt x="395" y="475"/>
                  </a:lnTo>
                  <a:lnTo>
                    <a:pt x="395" y="514"/>
                  </a:lnTo>
                  <a:lnTo>
                    <a:pt x="415" y="633"/>
                  </a:lnTo>
                  <a:lnTo>
                    <a:pt x="395" y="573"/>
                  </a:lnTo>
                  <a:lnTo>
                    <a:pt x="376" y="514"/>
                  </a:lnTo>
                  <a:lnTo>
                    <a:pt x="376" y="554"/>
                  </a:lnTo>
                  <a:lnTo>
                    <a:pt x="376" y="573"/>
                  </a:lnTo>
                  <a:lnTo>
                    <a:pt x="356" y="554"/>
                  </a:lnTo>
                  <a:lnTo>
                    <a:pt x="356" y="514"/>
                  </a:lnTo>
                  <a:lnTo>
                    <a:pt x="336" y="494"/>
                  </a:lnTo>
                  <a:lnTo>
                    <a:pt x="336" y="514"/>
                  </a:lnTo>
                  <a:lnTo>
                    <a:pt x="316" y="494"/>
                  </a:lnTo>
                  <a:lnTo>
                    <a:pt x="356" y="593"/>
                  </a:lnTo>
                  <a:lnTo>
                    <a:pt x="356" y="652"/>
                  </a:lnTo>
                  <a:lnTo>
                    <a:pt x="356" y="692"/>
                  </a:lnTo>
                  <a:lnTo>
                    <a:pt x="336" y="751"/>
                  </a:lnTo>
                  <a:lnTo>
                    <a:pt x="297" y="791"/>
                  </a:lnTo>
                  <a:lnTo>
                    <a:pt x="237" y="810"/>
                  </a:lnTo>
                  <a:lnTo>
                    <a:pt x="198" y="810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58" y="771"/>
                  </a:lnTo>
                  <a:lnTo>
                    <a:pt x="158" y="751"/>
                  </a:lnTo>
                  <a:lnTo>
                    <a:pt x="139" y="731"/>
                  </a:lnTo>
                  <a:lnTo>
                    <a:pt x="139" y="771"/>
                  </a:lnTo>
                  <a:lnTo>
                    <a:pt x="139" y="791"/>
                  </a:lnTo>
                  <a:lnTo>
                    <a:pt x="119" y="751"/>
                  </a:lnTo>
                  <a:lnTo>
                    <a:pt x="99" y="731"/>
                  </a:lnTo>
                  <a:lnTo>
                    <a:pt x="79" y="712"/>
                  </a:lnTo>
                  <a:lnTo>
                    <a:pt x="60" y="692"/>
                  </a:lnTo>
                  <a:lnTo>
                    <a:pt x="60" y="712"/>
                  </a:lnTo>
                  <a:lnTo>
                    <a:pt x="20" y="652"/>
                  </a:lnTo>
                  <a:lnTo>
                    <a:pt x="0" y="593"/>
                  </a:lnTo>
                  <a:lnTo>
                    <a:pt x="0" y="672"/>
                  </a:lnTo>
                  <a:lnTo>
                    <a:pt x="20" y="672"/>
                  </a:lnTo>
                  <a:lnTo>
                    <a:pt x="20" y="712"/>
                  </a:lnTo>
                  <a:lnTo>
                    <a:pt x="20" y="751"/>
                  </a:lnTo>
                  <a:lnTo>
                    <a:pt x="79" y="909"/>
                  </a:lnTo>
                  <a:lnTo>
                    <a:pt x="139" y="1047"/>
                  </a:lnTo>
                  <a:lnTo>
                    <a:pt x="139" y="1067"/>
                  </a:lnTo>
                  <a:lnTo>
                    <a:pt x="158" y="1107"/>
                  </a:lnTo>
                  <a:lnTo>
                    <a:pt x="198" y="1146"/>
                  </a:lnTo>
                  <a:lnTo>
                    <a:pt x="198" y="1126"/>
                  </a:lnTo>
                  <a:lnTo>
                    <a:pt x="218" y="1146"/>
                  </a:lnTo>
                  <a:lnTo>
                    <a:pt x="237" y="1166"/>
                  </a:lnTo>
                  <a:lnTo>
                    <a:pt x="237" y="1146"/>
                  </a:lnTo>
                  <a:lnTo>
                    <a:pt x="257" y="1205"/>
                  </a:lnTo>
                  <a:lnTo>
                    <a:pt x="277" y="1265"/>
                  </a:lnTo>
                  <a:lnTo>
                    <a:pt x="297" y="1284"/>
                  </a:lnTo>
                  <a:lnTo>
                    <a:pt x="297" y="1265"/>
                  </a:lnTo>
                  <a:lnTo>
                    <a:pt x="297" y="1245"/>
                  </a:lnTo>
                  <a:lnTo>
                    <a:pt x="316" y="1265"/>
                  </a:lnTo>
                  <a:lnTo>
                    <a:pt x="336" y="1304"/>
                  </a:lnTo>
                  <a:lnTo>
                    <a:pt x="356" y="1324"/>
                  </a:lnTo>
                  <a:lnTo>
                    <a:pt x="336" y="1284"/>
                  </a:lnTo>
                  <a:lnTo>
                    <a:pt x="336" y="1265"/>
                  </a:lnTo>
                  <a:lnTo>
                    <a:pt x="356" y="1284"/>
                  </a:lnTo>
                  <a:lnTo>
                    <a:pt x="316" y="1205"/>
                  </a:lnTo>
                  <a:lnTo>
                    <a:pt x="316" y="1166"/>
                  </a:lnTo>
                  <a:lnTo>
                    <a:pt x="336" y="1225"/>
                  </a:lnTo>
                  <a:lnTo>
                    <a:pt x="356" y="1265"/>
                  </a:lnTo>
                  <a:lnTo>
                    <a:pt x="376" y="1344"/>
                  </a:lnTo>
                  <a:lnTo>
                    <a:pt x="395" y="1363"/>
                  </a:lnTo>
                  <a:lnTo>
                    <a:pt x="415" y="1363"/>
                  </a:lnTo>
                  <a:lnTo>
                    <a:pt x="415" y="1383"/>
                  </a:lnTo>
                  <a:lnTo>
                    <a:pt x="415" y="1403"/>
                  </a:lnTo>
                  <a:lnTo>
                    <a:pt x="455" y="1462"/>
                  </a:lnTo>
                  <a:lnTo>
                    <a:pt x="455" y="1442"/>
                  </a:lnTo>
                  <a:lnTo>
                    <a:pt x="455" y="1403"/>
                  </a:lnTo>
                  <a:lnTo>
                    <a:pt x="455" y="1383"/>
                  </a:lnTo>
                  <a:lnTo>
                    <a:pt x="474" y="1383"/>
                  </a:lnTo>
                  <a:lnTo>
                    <a:pt x="474" y="1423"/>
                  </a:lnTo>
                  <a:lnTo>
                    <a:pt x="494" y="1423"/>
                  </a:lnTo>
                  <a:lnTo>
                    <a:pt x="514" y="1482"/>
                  </a:lnTo>
                  <a:lnTo>
                    <a:pt x="553" y="1521"/>
                  </a:lnTo>
                  <a:lnTo>
                    <a:pt x="534" y="1482"/>
                  </a:lnTo>
                  <a:lnTo>
                    <a:pt x="553" y="1482"/>
                  </a:lnTo>
                  <a:lnTo>
                    <a:pt x="534" y="1423"/>
                  </a:lnTo>
                  <a:lnTo>
                    <a:pt x="573" y="1482"/>
                  </a:lnTo>
                  <a:lnTo>
                    <a:pt x="573" y="1482"/>
                  </a:lnTo>
                  <a:lnTo>
                    <a:pt x="534" y="1363"/>
                  </a:lnTo>
                  <a:lnTo>
                    <a:pt x="514" y="1324"/>
                  </a:lnTo>
                  <a:lnTo>
                    <a:pt x="514" y="1284"/>
                  </a:lnTo>
                  <a:lnTo>
                    <a:pt x="573" y="1403"/>
                  </a:lnTo>
                  <a:lnTo>
                    <a:pt x="593" y="1462"/>
                  </a:lnTo>
                  <a:lnTo>
                    <a:pt x="613" y="1502"/>
                  </a:lnTo>
                  <a:lnTo>
                    <a:pt x="632" y="1502"/>
                  </a:lnTo>
                  <a:lnTo>
                    <a:pt x="632" y="1521"/>
                  </a:lnTo>
                  <a:lnTo>
                    <a:pt x="652" y="1581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692" y="1541"/>
                  </a:lnTo>
                  <a:lnTo>
                    <a:pt x="711" y="1600"/>
                  </a:lnTo>
                  <a:lnTo>
                    <a:pt x="751" y="1600"/>
                  </a:lnTo>
                  <a:lnTo>
                    <a:pt x="751" y="1581"/>
                  </a:lnTo>
                  <a:lnTo>
                    <a:pt x="751" y="1541"/>
                  </a:lnTo>
                  <a:lnTo>
                    <a:pt x="771" y="1561"/>
                  </a:lnTo>
                  <a:lnTo>
                    <a:pt x="790" y="1620"/>
                  </a:lnTo>
                  <a:lnTo>
                    <a:pt x="771" y="1541"/>
                  </a:lnTo>
                  <a:lnTo>
                    <a:pt x="751" y="1442"/>
                  </a:lnTo>
                  <a:lnTo>
                    <a:pt x="790" y="1502"/>
                  </a:lnTo>
                  <a:lnTo>
                    <a:pt x="810" y="1581"/>
                  </a:lnTo>
                  <a:lnTo>
                    <a:pt x="810" y="1620"/>
                  </a:lnTo>
                  <a:lnTo>
                    <a:pt x="830" y="1620"/>
                  </a:lnTo>
                  <a:lnTo>
                    <a:pt x="814" y="1589"/>
                  </a:lnTo>
                  <a:lnTo>
                    <a:pt x="850" y="1660"/>
                  </a:lnTo>
                  <a:lnTo>
                    <a:pt x="869" y="1660"/>
                  </a:lnTo>
                  <a:lnTo>
                    <a:pt x="850" y="1600"/>
                  </a:lnTo>
                  <a:lnTo>
                    <a:pt x="830" y="1561"/>
                  </a:lnTo>
                  <a:lnTo>
                    <a:pt x="850" y="1640"/>
                  </a:lnTo>
                  <a:lnTo>
                    <a:pt x="850" y="1640"/>
                  </a:lnTo>
                  <a:lnTo>
                    <a:pt x="830" y="1600"/>
                  </a:lnTo>
                  <a:lnTo>
                    <a:pt x="810" y="1561"/>
                  </a:lnTo>
                  <a:lnTo>
                    <a:pt x="810" y="1521"/>
                  </a:lnTo>
                  <a:lnTo>
                    <a:pt x="810" y="1482"/>
                  </a:lnTo>
                  <a:lnTo>
                    <a:pt x="790" y="1383"/>
                  </a:lnTo>
                  <a:lnTo>
                    <a:pt x="830" y="1423"/>
                  </a:lnTo>
                  <a:lnTo>
                    <a:pt x="869" y="1541"/>
                  </a:lnTo>
                  <a:lnTo>
                    <a:pt x="869" y="1521"/>
                  </a:lnTo>
                  <a:lnTo>
                    <a:pt x="909" y="1561"/>
                  </a:lnTo>
                  <a:lnTo>
                    <a:pt x="869" y="1482"/>
                  </a:lnTo>
                  <a:lnTo>
                    <a:pt x="889" y="1462"/>
                  </a:lnTo>
                  <a:lnTo>
                    <a:pt x="889" y="1482"/>
                  </a:lnTo>
                  <a:lnTo>
                    <a:pt x="929" y="1561"/>
                  </a:lnTo>
                  <a:lnTo>
                    <a:pt x="948" y="1561"/>
                  </a:lnTo>
                  <a:lnTo>
                    <a:pt x="968" y="1581"/>
                  </a:lnTo>
                  <a:lnTo>
                    <a:pt x="988" y="1600"/>
                  </a:lnTo>
                  <a:lnTo>
                    <a:pt x="1008" y="1581"/>
                  </a:lnTo>
                  <a:lnTo>
                    <a:pt x="968" y="1502"/>
                  </a:lnTo>
                  <a:lnTo>
                    <a:pt x="988" y="1581"/>
                  </a:lnTo>
                  <a:lnTo>
                    <a:pt x="948" y="1462"/>
                  </a:lnTo>
                  <a:lnTo>
                    <a:pt x="934" y="1373"/>
                  </a:lnTo>
                  <a:lnTo>
                    <a:pt x="948" y="1403"/>
                  </a:lnTo>
                  <a:lnTo>
                    <a:pt x="948" y="1363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04"/>
                  </a:lnTo>
                  <a:lnTo>
                    <a:pt x="948" y="1344"/>
                  </a:lnTo>
                  <a:lnTo>
                    <a:pt x="968" y="1383"/>
                  </a:lnTo>
                  <a:lnTo>
                    <a:pt x="968" y="1363"/>
                  </a:lnTo>
                  <a:lnTo>
                    <a:pt x="968" y="1324"/>
                  </a:lnTo>
                  <a:lnTo>
                    <a:pt x="988" y="1363"/>
                  </a:lnTo>
                  <a:lnTo>
                    <a:pt x="1008" y="1442"/>
                  </a:lnTo>
                  <a:lnTo>
                    <a:pt x="1027" y="1482"/>
                  </a:lnTo>
                  <a:lnTo>
                    <a:pt x="1027" y="1541"/>
                  </a:lnTo>
                  <a:lnTo>
                    <a:pt x="1047" y="1521"/>
                  </a:lnTo>
                  <a:lnTo>
                    <a:pt x="1067" y="1600"/>
                  </a:lnTo>
                  <a:lnTo>
                    <a:pt x="1067" y="1581"/>
                  </a:lnTo>
                  <a:lnTo>
                    <a:pt x="1080" y="1581"/>
                  </a:lnTo>
                  <a:lnTo>
                    <a:pt x="1067" y="1541"/>
                  </a:lnTo>
                  <a:lnTo>
                    <a:pt x="1107" y="1581"/>
                  </a:lnTo>
                  <a:lnTo>
                    <a:pt x="1146" y="1581"/>
                  </a:lnTo>
                  <a:lnTo>
                    <a:pt x="1126" y="1541"/>
                  </a:lnTo>
                  <a:lnTo>
                    <a:pt x="1126" y="1521"/>
                  </a:lnTo>
                  <a:lnTo>
                    <a:pt x="1146" y="1541"/>
                  </a:lnTo>
                  <a:lnTo>
                    <a:pt x="1166" y="1561"/>
                  </a:lnTo>
                  <a:lnTo>
                    <a:pt x="1166" y="1521"/>
                  </a:lnTo>
                  <a:lnTo>
                    <a:pt x="1146" y="1442"/>
                  </a:lnTo>
                  <a:lnTo>
                    <a:pt x="1186" y="1482"/>
                  </a:lnTo>
                  <a:lnTo>
                    <a:pt x="1166" y="1403"/>
                  </a:lnTo>
                  <a:lnTo>
                    <a:pt x="1166" y="1383"/>
                  </a:lnTo>
                  <a:lnTo>
                    <a:pt x="1186" y="1383"/>
                  </a:lnTo>
                  <a:lnTo>
                    <a:pt x="1186" y="1462"/>
                  </a:lnTo>
                  <a:lnTo>
                    <a:pt x="1205" y="1482"/>
                  </a:lnTo>
                  <a:lnTo>
                    <a:pt x="1223" y="1482"/>
                  </a:lnTo>
                  <a:lnTo>
                    <a:pt x="1205" y="1284"/>
                  </a:lnTo>
                  <a:lnTo>
                    <a:pt x="1166" y="1186"/>
                  </a:lnTo>
                  <a:lnTo>
                    <a:pt x="1126" y="1067"/>
                  </a:lnTo>
                  <a:lnTo>
                    <a:pt x="1146" y="1107"/>
                  </a:lnTo>
                  <a:lnTo>
                    <a:pt x="1186" y="1146"/>
                  </a:lnTo>
                  <a:lnTo>
                    <a:pt x="1205" y="1205"/>
                  </a:lnTo>
                  <a:lnTo>
                    <a:pt x="1225" y="1265"/>
                  </a:lnTo>
                  <a:lnTo>
                    <a:pt x="1205" y="1225"/>
                  </a:lnTo>
                  <a:lnTo>
                    <a:pt x="1186" y="1205"/>
                  </a:lnTo>
                  <a:lnTo>
                    <a:pt x="1265" y="1344"/>
                  </a:lnTo>
                  <a:lnTo>
                    <a:pt x="1265" y="1403"/>
                  </a:lnTo>
                  <a:lnTo>
                    <a:pt x="1284" y="1442"/>
                  </a:lnTo>
                  <a:lnTo>
                    <a:pt x="1324" y="1521"/>
                  </a:lnTo>
                  <a:lnTo>
                    <a:pt x="1324" y="1502"/>
                  </a:lnTo>
                  <a:lnTo>
                    <a:pt x="1324" y="1482"/>
                  </a:lnTo>
                  <a:lnTo>
                    <a:pt x="1344" y="1502"/>
                  </a:lnTo>
                  <a:lnTo>
                    <a:pt x="1344" y="148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44" y="1403"/>
                  </a:lnTo>
                  <a:lnTo>
                    <a:pt x="1344" y="1403"/>
                  </a:lnTo>
                  <a:lnTo>
                    <a:pt x="1363" y="1423"/>
                  </a:lnTo>
                  <a:lnTo>
                    <a:pt x="1383" y="1462"/>
                  </a:lnTo>
                  <a:lnTo>
                    <a:pt x="1383" y="1423"/>
                  </a:lnTo>
                  <a:lnTo>
                    <a:pt x="1383" y="1403"/>
                  </a:lnTo>
                  <a:lnTo>
                    <a:pt x="1363" y="1344"/>
                  </a:lnTo>
                  <a:lnTo>
                    <a:pt x="1324" y="1245"/>
                  </a:lnTo>
                  <a:lnTo>
                    <a:pt x="1324" y="1205"/>
                  </a:lnTo>
                  <a:lnTo>
                    <a:pt x="1344" y="1205"/>
                  </a:lnTo>
                  <a:lnTo>
                    <a:pt x="1344" y="1245"/>
                  </a:lnTo>
                  <a:lnTo>
                    <a:pt x="1344" y="1265"/>
                  </a:lnTo>
                  <a:lnTo>
                    <a:pt x="1363" y="1225"/>
                  </a:lnTo>
                  <a:lnTo>
                    <a:pt x="1383" y="1284"/>
                  </a:lnTo>
                  <a:lnTo>
                    <a:pt x="1383" y="1304"/>
                  </a:lnTo>
                  <a:lnTo>
                    <a:pt x="1383" y="1324"/>
                  </a:lnTo>
                  <a:lnTo>
                    <a:pt x="1403" y="1304"/>
                  </a:lnTo>
                  <a:lnTo>
                    <a:pt x="1383" y="1225"/>
                  </a:lnTo>
                  <a:lnTo>
                    <a:pt x="1403" y="1225"/>
                  </a:lnTo>
                  <a:lnTo>
                    <a:pt x="1403" y="1245"/>
                  </a:lnTo>
                  <a:lnTo>
                    <a:pt x="1442" y="1344"/>
                  </a:lnTo>
                  <a:lnTo>
                    <a:pt x="1462" y="1423"/>
                  </a:lnTo>
                  <a:lnTo>
                    <a:pt x="1462" y="1363"/>
                  </a:lnTo>
                  <a:lnTo>
                    <a:pt x="1442" y="1304"/>
                  </a:lnTo>
                  <a:lnTo>
                    <a:pt x="1423" y="1245"/>
                  </a:lnTo>
                  <a:lnTo>
                    <a:pt x="1462" y="1324"/>
                  </a:lnTo>
                  <a:lnTo>
                    <a:pt x="1482" y="1363"/>
                  </a:lnTo>
                  <a:lnTo>
                    <a:pt x="1482" y="1363"/>
                  </a:lnTo>
                  <a:lnTo>
                    <a:pt x="1462" y="1284"/>
                  </a:lnTo>
                  <a:lnTo>
                    <a:pt x="1442" y="1205"/>
                  </a:lnTo>
                  <a:lnTo>
                    <a:pt x="1423" y="1166"/>
                  </a:lnTo>
                  <a:lnTo>
                    <a:pt x="1423" y="1126"/>
                  </a:lnTo>
                  <a:lnTo>
                    <a:pt x="1403" y="1087"/>
                  </a:lnTo>
                  <a:lnTo>
                    <a:pt x="1423" y="1107"/>
                  </a:lnTo>
                  <a:lnTo>
                    <a:pt x="1423" y="1126"/>
                  </a:lnTo>
                  <a:lnTo>
                    <a:pt x="1462" y="1166"/>
                  </a:lnTo>
                  <a:lnTo>
                    <a:pt x="1482" y="1265"/>
                  </a:lnTo>
                  <a:lnTo>
                    <a:pt x="1482" y="1186"/>
                  </a:lnTo>
                  <a:lnTo>
                    <a:pt x="1482" y="1107"/>
                  </a:lnTo>
                  <a:lnTo>
                    <a:pt x="1502" y="1166"/>
                  </a:lnTo>
                  <a:lnTo>
                    <a:pt x="1502" y="1225"/>
                  </a:lnTo>
                  <a:lnTo>
                    <a:pt x="1521" y="1265"/>
                  </a:lnTo>
                  <a:lnTo>
                    <a:pt x="1541" y="1363"/>
                  </a:lnTo>
                  <a:lnTo>
                    <a:pt x="1541" y="1304"/>
                  </a:lnTo>
                  <a:lnTo>
                    <a:pt x="1541" y="1284"/>
                  </a:lnTo>
                  <a:lnTo>
                    <a:pt x="1561" y="1304"/>
                  </a:lnTo>
                  <a:lnTo>
                    <a:pt x="1581" y="1265"/>
                  </a:lnTo>
                  <a:lnTo>
                    <a:pt x="1561" y="1245"/>
                  </a:lnTo>
                  <a:lnTo>
                    <a:pt x="1561" y="1225"/>
                  </a:lnTo>
                  <a:lnTo>
                    <a:pt x="1581" y="1225"/>
                  </a:lnTo>
                  <a:lnTo>
                    <a:pt x="1581" y="1205"/>
                  </a:lnTo>
                  <a:lnTo>
                    <a:pt x="1620" y="1205"/>
                  </a:lnTo>
                  <a:lnTo>
                    <a:pt x="1620" y="1186"/>
                  </a:lnTo>
                  <a:lnTo>
                    <a:pt x="1600" y="1166"/>
                  </a:lnTo>
                  <a:lnTo>
                    <a:pt x="1600" y="1186"/>
                  </a:lnTo>
                  <a:lnTo>
                    <a:pt x="1581" y="1166"/>
                  </a:lnTo>
                  <a:lnTo>
                    <a:pt x="1561" y="1107"/>
                  </a:lnTo>
                  <a:lnTo>
                    <a:pt x="1561" y="1067"/>
                  </a:lnTo>
                  <a:lnTo>
                    <a:pt x="1561" y="1028"/>
                  </a:lnTo>
                  <a:lnTo>
                    <a:pt x="1581" y="1028"/>
                  </a:lnTo>
                  <a:lnTo>
                    <a:pt x="1561" y="1008"/>
                  </a:lnTo>
                  <a:lnTo>
                    <a:pt x="1561" y="968"/>
                  </a:lnTo>
                  <a:lnTo>
                    <a:pt x="1581" y="968"/>
                  </a:lnTo>
                  <a:lnTo>
                    <a:pt x="1600" y="1028"/>
                  </a:lnTo>
                  <a:lnTo>
                    <a:pt x="1620" y="1008"/>
                  </a:lnTo>
                  <a:lnTo>
                    <a:pt x="1620" y="1047"/>
                  </a:lnTo>
                  <a:lnTo>
                    <a:pt x="1640" y="1067"/>
                  </a:lnTo>
                  <a:lnTo>
                    <a:pt x="1640" y="1047"/>
                  </a:lnTo>
                  <a:lnTo>
                    <a:pt x="1640" y="1028"/>
                  </a:lnTo>
                  <a:lnTo>
                    <a:pt x="1660" y="1067"/>
                  </a:lnTo>
                  <a:lnTo>
                    <a:pt x="1660" y="1047"/>
                  </a:lnTo>
                  <a:lnTo>
                    <a:pt x="1679" y="1087"/>
                  </a:lnTo>
                  <a:lnTo>
                    <a:pt x="1679" y="1067"/>
                  </a:lnTo>
                  <a:lnTo>
                    <a:pt x="1679" y="1028"/>
                  </a:lnTo>
                  <a:lnTo>
                    <a:pt x="1660" y="968"/>
                  </a:lnTo>
                  <a:lnTo>
                    <a:pt x="1640" y="909"/>
                  </a:lnTo>
                  <a:lnTo>
                    <a:pt x="1640" y="889"/>
                  </a:lnTo>
                  <a:lnTo>
                    <a:pt x="1660" y="889"/>
                  </a:lnTo>
                  <a:lnTo>
                    <a:pt x="1679" y="929"/>
                  </a:lnTo>
                  <a:lnTo>
                    <a:pt x="1679" y="889"/>
                  </a:lnTo>
                  <a:lnTo>
                    <a:pt x="1699" y="929"/>
                  </a:lnTo>
                  <a:lnTo>
                    <a:pt x="1699" y="909"/>
                  </a:lnTo>
                  <a:lnTo>
                    <a:pt x="1719" y="949"/>
                  </a:lnTo>
                  <a:lnTo>
                    <a:pt x="1699" y="968"/>
                  </a:lnTo>
                  <a:lnTo>
                    <a:pt x="1699" y="988"/>
                  </a:lnTo>
                  <a:lnTo>
                    <a:pt x="1719" y="1047"/>
                  </a:lnTo>
                  <a:lnTo>
                    <a:pt x="1739" y="1067"/>
                  </a:lnTo>
                  <a:lnTo>
                    <a:pt x="1719" y="988"/>
                  </a:lnTo>
                  <a:lnTo>
                    <a:pt x="1719" y="988"/>
                  </a:lnTo>
                  <a:lnTo>
                    <a:pt x="1739" y="1008"/>
                  </a:lnTo>
                  <a:lnTo>
                    <a:pt x="1758" y="1047"/>
                  </a:lnTo>
                  <a:lnTo>
                    <a:pt x="1758" y="1008"/>
                  </a:lnTo>
                  <a:lnTo>
                    <a:pt x="1758" y="988"/>
                  </a:lnTo>
                  <a:lnTo>
                    <a:pt x="1798" y="1087"/>
                  </a:lnTo>
                  <a:lnTo>
                    <a:pt x="1798" y="1067"/>
                  </a:lnTo>
                  <a:lnTo>
                    <a:pt x="1778" y="1028"/>
                  </a:lnTo>
                  <a:lnTo>
                    <a:pt x="1837" y="1028"/>
                  </a:lnTo>
                  <a:lnTo>
                    <a:pt x="1798" y="968"/>
                  </a:lnTo>
                  <a:lnTo>
                    <a:pt x="1798" y="988"/>
                  </a:lnTo>
                  <a:lnTo>
                    <a:pt x="1798" y="1008"/>
                  </a:lnTo>
                  <a:lnTo>
                    <a:pt x="1778" y="968"/>
                  </a:lnTo>
                  <a:lnTo>
                    <a:pt x="1778" y="929"/>
                  </a:lnTo>
                  <a:lnTo>
                    <a:pt x="1798" y="929"/>
                  </a:lnTo>
                  <a:lnTo>
                    <a:pt x="1818" y="909"/>
                  </a:lnTo>
                  <a:lnTo>
                    <a:pt x="1818" y="870"/>
                  </a:lnTo>
                  <a:lnTo>
                    <a:pt x="1837" y="909"/>
                  </a:lnTo>
                  <a:lnTo>
                    <a:pt x="1857" y="988"/>
                  </a:lnTo>
                  <a:lnTo>
                    <a:pt x="1857" y="949"/>
                  </a:lnTo>
                  <a:lnTo>
                    <a:pt x="1877" y="968"/>
                  </a:lnTo>
                  <a:lnTo>
                    <a:pt x="1916" y="1008"/>
                  </a:lnTo>
                  <a:lnTo>
                    <a:pt x="1936" y="1047"/>
                  </a:lnTo>
                  <a:lnTo>
                    <a:pt x="1936" y="1067"/>
                  </a:lnTo>
                  <a:lnTo>
                    <a:pt x="1956" y="1047"/>
                  </a:lnTo>
                  <a:lnTo>
                    <a:pt x="1916" y="968"/>
                  </a:lnTo>
                  <a:lnTo>
                    <a:pt x="1916" y="949"/>
                  </a:lnTo>
                  <a:lnTo>
                    <a:pt x="1936" y="949"/>
                  </a:lnTo>
                  <a:lnTo>
                    <a:pt x="1956" y="988"/>
                  </a:lnTo>
                  <a:lnTo>
                    <a:pt x="1976" y="1008"/>
                  </a:lnTo>
                  <a:lnTo>
                    <a:pt x="1976" y="1008"/>
                  </a:lnTo>
                  <a:lnTo>
                    <a:pt x="1956" y="968"/>
                  </a:lnTo>
                  <a:lnTo>
                    <a:pt x="1946" y="929"/>
                  </a:lnTo>
                  <a:lnTo>
                    <a:pt x="1956" y="929"/>
                  </a:lnTo>
                  <a:lnTo>
                    <a:pt x="1956" y="909"/>
                  </a:lnTo>
                  <a:lnTo>
                    <a:pt x="1956" y="889"/>
                  </a:lnTo>
                  <a:lnTo>
                    <a:pt x="1943" y="916"/>
                  </a:lnTo>
                  <a:lnTo>
                    <a:pt x="1936" y="889"/>
                  </a:lnTo>
                  <a:lnTo>
                    <a:pt x="1916" y="850"/>
                  </a:lnTo>
                  <a:lnTo>
                    <a:pt x="1916" y="850"/>
                  </a:lnTo>
                  <a:lnTo>
                    <a:pt x="1936" y="870"/>
                  </a:lnTo>
                  <a:lnTo>
                    <a:pt x="1936" y="850"/>
                  </a:lnTo>
                  <a:lnTo>
                    <a:pt x="1956" y="889"/>
                  </a:lnTo>
                  <a:lnTo>
                    <a:pt x="1956" y="850"/>
                  </a:lnTo>
                  <a:lnTo>
                    <a:pt x="1936" y="830"/>
                  </a:lnTo>
                  <a:lnTo>
                    <a:pt x="1916" y="771"/>
                  </a:lnTo>
                  <a:lnTo>
                    <a:pt x="1936" y="791"/>
                  </a:lnTo>
                  <a:lnTo>
                    <a:pt x="1956" y="830"/>
                  </a:lnTo>
                  <a:lnTo>
                    <a:pt x="1956" y="791"/>
                  </a:lnTo>
                  <a:lnTo>
                    <a:pt x="1956" y="771"/>
                  </a:lnTo>
                  <a:lnTo>
                    <a:pt x="1936" y="731"/>
                  </a:lnTo>
                  <a:lnTo>
                    <a:pt x="1936" y="692"/>
                  </a:lnTo>
                  <a:lnTo>
                    <a:pt x="1976" y="751"/>
                  </a:lnTo>
                  <a:lnTo>
                    <a:pt x="1995" y="791"/>
                  </a:lnTo>
                  <a:lnTo>
                    <a:pt x="2015" y="850"/>
                  </a:lnTo>
                  <a:lnTo>
                    <a:pt x="2015" y="870"/>
                  </a:lnTo>
                  <a:lnTo>
                    <a:pt x="2035" y="850"/>
                  </a:lnTo>
                  <a:lnTo>
                    <a:pt x="2015" y="791"/>
                  </a:lnTo>
                  <a:lnTo>
                    <a:pt x="2074" y="850"/>
                  </a:lnTo>
                  <a:lnTo>
                    <a:pt x="2055" y="810"/>
                  </a:lnTo>
                  <a:lnTo>
                    <a:pt x="2035" y="731"/>
                  </a:lnTo>
                  <a:lnTo>
                    <a:pt x="2015" y="692"/>
                  </a:lnTo>
                  <a:lnTo>
                    <a:pt x="1995" y="652"/>
                  </a:lnTo>
                  <a:lnTo>
                    <a:pt x="1976" y="593"/>
                  </a:lnTo>
                  <a:lnTo>
                    <a:pt x="1976" y="573"/>
                  </a:lnTo>
                  <a:lnTo>
                    <a:pt x="2035" y="652"/>
                  </a:lnTo>
                  <a:lnTo>
                    <a:pt x="2074" y="771"/>
                  </a:lnTo>
                  <a:lnTo>
                    <a:pt x="2134" y="929"/>
                  </a:lnTo>
                  <a:lnTo>
                    <a:pt x="2153" y="889"/>
                  </a:lnTo>
                  <a:lnTo>
                    <a:pt x="2173" y="889"/>
                  </a:lnTo>
                  <a:lnTo>
                    <a:pt x="2153" y="810"/>
                  </a:lnTo>
                  <a:lnTo>
                    <a:pt x="2114" y="712"/>
                  </a:lnTo>
                  <a:lnTo>
                    <a:pt x="2134" y="712"/>
                  </a:lnTo>
                  <a:lnTo>
                    <a:pt x="2134" y="692"/>
                  </a:lnTo>
                  <a:lnTo>
                    <a:pt x="2134" y="672"/>
                  </a:lnTo>
                  <a:lnTo>
                    <a:pt x="2153" y="672"/>
                  </a:lnTo>
                  <a:lnTo>
                    <a:pt x="2134" y="613"/>
                  </a:lnTo>
                  <a:lnTo>
                    <a:pt x="2094" y="534"/>
                  </a:lnTo>
                  <a:lnTo>
                    <a:pt x="2094" y="514"/>
                  </a:lnTo>
                  <a:lnTo>
                    <a:pt x="2094" y="494"/>
                  </a:lnTo>
                  <a:lnTo>
                    <a:pt x="2094" y="475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-1158575" y="3982025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1" y="0"/>
                  </a:moveTo>
                  <a:lnTo>
                    <a:pt x="1" y="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-1159550" y="4098050"/>
              <a:ext cx="500" cy="525"/>
            </a:xfrm>
            <a:custGeom>
              <a:rect b="b" l="l" r="r" t="t"/>
              <a:pathLst>
                <a:path extrusionOk="0" h="21" w="20">
                  <a:moveTo>
                    <a:pt x="0" y="21"/>
                  </a:move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-1161050" y="409707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100" y="0"/>
                  </a:moveTo>
                  <a:lnTo>
                    <a:pt x="60" y="2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80" y="2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-1159075" y="409657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20"/>
                  </a:lnTo>
                  <a:lnTo>
                    <a:pt x="4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-1164000" y="4095600"/>
              <a:ext cx="6450" cy="3475"/>
            </a:xfrm>
            <a:custGeom>
              <a:rect b="b" l="l" r="r" t="t"/>
              <a:pathLst>
                <a:path extrusionOk="0" h="139" w="258">
                  <a:moveTo>
                    <a:pt x="257" y="0"/>
                  </a:moveTo>
                  <a:lnTo>
                    <a:pt x="198" y="20"/>
                  </a:lnTo>
                  <a:lnTo>
                    <a:pt x="158" y="40"/>
                  </a:lnTo>
                  <a:lnTo>
                    <a:pt x="237" y="40"/>
                  </a:lnTo>
                  <a:lnTo>
                    <a:pt x="257" y="0"/>
                  </a:lnTo>
                  <a:close/>
                  <a:moveTo>
                    <a:pt x="79" y="40"/>
                  </a:moveTo>
                  <a:lnTo>
                    <a:pt x="0" y="99"/>
                  </a:lnTo>
                  <a:lnTo>
                    <a:pt x="20" y="99"/>
                  </a:lnTo>
                  <a:lnTo>
                    <a:pt x="0" y="138"/>
                  </a:lnTo>
                  <a:lnTo>
                    <a:pt x="40" y="99"/>
                  </a:lnTo>
                  <a:lnTo>
                    <a:pt x="79" y="99"/>
                  </a:lnTo>
                  <a:lnTo>
                    <a:pt x="60" y="119"/>
                  </a:lnTo>
                  <a:lnTo>
                    <a:pt x="139" y="59"/>
                  </a:lnTo>
                  <a:lnTo>
                    <a:pt x="99" y="59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-1174375" y="4056575"/>
              <a:ext cx="31625" cy="40025"/>
            </a:xfrm>
            <a:custGeom>
              <a:rect b="b" l="l" r="r" t="t"/>
              <a:pathLst>
                <a:path extrusionOk="0" h="1601" w="1265">
                  <a:moveTo>
                    <a:pt x="1028" y="149"/>
                  </a:moveTo>
                  <a:lnTo>
                    <a:pt x="1028" y="159"/>
                  </a:lnTo>
                  <a:lnTo>
                    <a:pt x="1047" y="159"/>
                  </a:lnTo>
                  <a:lnTo>
                    <a:pt x="1028" y="149"/>
                  </a:lnTo>
                  <a:close/>
                  <a:moveTo>
                    <a:pt x="60" y="573"/>
                  </a:moveTo>
                  <a:lnTo>
                    <a:pt x="40" y="593"/>
                  </a:lnTo>
                  <a:lnTo>
                    <a:pt x="60" y="593"/>
                  </a:lnTo>
                  <a:lnTo>
                    <a:pt x="50" y="603"/>
                  </a:lnTo>
                  <a:lnTo>
                    <a:pt x="50" y="603"/>
                  </a:lnTo>
                  <a:lnTo>
                    <a:pt x="99" y="593"/>
                  </a:lnTo>
                  <a:lnTo>
                    <a:pt x="99" y="573"/>
                  </a:lnTo>
                  <a:close/>
                  <a:moveTo>
                    <a:pt x="50" y="603"/>
                  </a:moveTo>
                  <a:lnTo>
                    <a:pt x="0" y="613"/>
                  </a:lnTo>
                  <a:lnTo>
                    <a:pt x="20" y="613"/>
                  </a:lnTo>
                  <a:lnTo>
                    <a:pt x="0" y="633"/>
                  </a:lnTo>
                  <a:lnTo>
                    <a:pt x="60" y="613"/>
                  </a:lnTo>
                  <a:lnTo>
                    <a:pt x="40" y="613"/>
                  </a:lnTo>
                  <a:lnTo>
                    <a:pt x="50" y="603"/>
                  </a:lnTo>
                  <a:close/>
                  <a:moveTo>
                    <a:pt x="336" y="1344"/>
                  </a:moveTo>
                  <a:lnTo>
                    <a:pt x="257" y="1383"/>
                  </a:lnTo>
                  <a:lnTo>
                    <a:pt x="277" y="1383"/>
                  </a:lnTo>
                  <a:lnTo>
                    <a:pt x="317" y="1364"/>
                  </a:lnTo>
                  <a:lnTo>
                    <a:pt x="336" y="1344"/>
                  </a:lnTo>
                  <a:close/>
                  <a:moveTo>
                    <a:pt x="791" y="1"/>
                  </a:moveTo>
                  <a:lnTo>
                    <a:pt x="791" y="20"/>
                  </a:lnTo>
                  <a:lnTo>
                    <a:pt x="652" y="20"/>
                  </a:lnTo>
                  <a:lnTo>
                    <a:pt x="692" y="40"/>
                  </a:lnTo>
                  <a:lnTo>
                    <a:pt x="672" y="40"/>
                  </a:lnTo>
                  <a:lnTo>
                    <a:pt x="652" y="60"/>
                  </a:lnTo>
                  <a:lnTo>
                    <a:pt x="534" y="60"/>
                  </a:lnTo>
                  <a:lnTo>
                    <a:pt x="514" y="80"/>
                  </a:lnTo>
                  <a:lnTo>
                    <a:pt x="534" y="80"/>
                  </a:lnTo>
                  <a:lnTo>
                    <a:pt x="554" y="99"/>
                  </a:lnTo>
                  <a:lnTo>
                    <a:pt x="534" y="11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415" y="119"/>
                  </a:lnTo>
                  <a:lnTo>
                    <a:pt x="514" y="139"/>
                  </a:lnTo>
                  <a:lnTo>
                    <a:pt x="573" y="139"/>
                  </a:lnTo>
                  <a:lnTo>
                    <a:pt x="554" y="159"/>
                  </a:lnTo>
                  <a:lnTo>
                    <a:pt x="514" y="159"/>
                  </a:lnTo>
                  <a:lnTo>
                    <a:pt x="435" y="139"/>
                  </a:lnTo>
                  <a:lnTo>
                    <a:pt x="415" y="159"/>
                  </a:lnTo>
                  <a:lnTo>
                    <a:pt x="396" y="178"/>
                  </a:lnTo>
                  <a:lnTo>
                    <a:pt x="297" y="178"/>
                  </a:lnTo>
                  <a:lnTo>
                    <a:pt x="317" y="198"/>
                  </a:lnTo>
                  <a:lnTo>
                    <a:pt x="356" y="218"/>
                  </a:lnTo>
                  <a:lnTo>
                    <a:pt x="336" y="218"/>
                  </a:lnTo>
                  <a:lnTo>
                    <a:pt x="336" y="238"/>
                  </a:lnTo>
                  <a:lnTo>
                    <a:pt x="297" y="238"/>
                  </a:lnTo>
                  <a:lnTo>
                    <a:pt x="317" y="257"/>
                  </a:lnTo>
                  <a:lnTo>
                    <a:pt x="238" y="257"/>
                  </a:lnTo>
                  <a:lnTo>
                    <a:pt x="218" y="277"/>
                  </a:lnTo>
                  <a:lnTo>
                    <a:pt x="257" y="277"/>
                  </a:lnTo>
                  <a:lnTo>
                    <a:pt x="257" y="297"/>
                  </a:lnTo>
                  <a:lnTo>
                    <a:pt x="317" y="297"/>
                  </a:lnTo>
                  <a:lnTo>
                    <a:pt x="238" y="317"/>
                  </a:lnTo>
                  <a:lnTo>
                    <a:pt x="435" y="317"/>
                  </a:lnTo>
                  <a:lnTo>
                    <a:pt x="396" y="336"/>
                  </a:lnTo>
                  <a:lnTo>
                    <a:pt x="198" y="336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218" y="376"/>
                  </a:lnTo>
                  <a:lnTo>
                    <a:pt x="139" y="376"/>
                  </a:lnTo>
                  <a:lnTo>
                    <a:pt x="139" y="396"/>
                  </a:lnTo>
                  <a:lnTo>
                    <a:pt x="99" y="415"/>
                  </a:lnTo>
                  <a:lnTo>
                    <a:pt x="79" y="415"/>
                  </a:lnTo>
                  <a:lnTo>
                    <a:pt x="159" y="435"/>
                  </a:lnTo>
                  <a:lnTo>
                    <a:pt x="119" y="455"/>
                  </a:lnTo>
                  <a:lnTo>
                    <a:pt x="99" y="455"/>
                  </a:lnTo>
                  <a:lnTo>
                    <a:pt x="99" y="475"/>
                  </a:lnTo>
                  <a:lnTo>
                    <a:pt x="79" y="494"/>
                  </a:lnTo>
                  <a:lnTo>
                    <a:pt x="99" y="494"/>
                  </a:lnTo>
                  <a:lnTo>
                    <a:pt x="60" y="514"/>
                  </a:lnTo>
                  <a:lnTo>
                    <a:pt x="119" y="514"/>
                  </a:lnTo>
                  <a:lnTo>
                    <a:pt x="119" y="534"/>
                  </a:lnTo>
                  <a:lnTo>
                    <a:pt x="99" y="534"/>
                  </a:lnTo>
                  <a:lnTo>
                    <a:pt x="60" y="554"/>
                  </a:lnTo>
                  <a:lnTo>
                    <a:pt x="238" y="554"/>
                  </a:lnTo>
                  <a:lnTo>
                    <a:pt x="178" y="573"/>
                  </a:lnTo>
                  <a:lnTo>
                    <a:pt x="99" y="593"/>
                  </a:lnTo>
                  <a:lnTo>
                    <a:pt x="119" y="593"/>
                  </a:lnTo>
                  <a:lnTo>
                    <a:pt x="159" y="613"/>
                  </a:lnTo>
                  <a:lnTo>
                    <a:pt x="297" y="613"/>
                  </a:lnTo>
                  <a:lnTo>
                    <a:pt x="257" y="633"/>
                  </a:lnTo>
                  <a:lnTo>
                    <a:pt x="198" y="653"/>
                  </a:lnTo>
                  <a:lnTo>
                    <a:pt x="139" y="653"/>
                  </a:lnTo>
                  <a:lnTo>
                    <a:pt x="159" y="672"/>
                  </a:lnTo>
                  <a:lnTo>
                    <a:pt x="79" y="712"/>
                  </a:lnTo>
                  <a:lnTo>
                    <a:pt x="178" y="692"/>
                  </a:lnTo>
                  <a:lnTo>
                    <a:pt x="198" y="692"/>
                  </a:lnTo>
                  <a:lnTo>
                    <a:pt x="178" y="712"/>
                  </a:lnTo>
                  <a:lnTo>
                    <a:pt x="99" y="732"/>
                  </a:lnTo>
                  <a:lnTo>
                    <a:pt x="99" y="751"/>
                  </a:lnTo>
                  <a:lnTo>
                    <a:pt x="79" y="791"/>
                  </a:lnTo>
                  <a:lnTo>
                    <a:pt x="60" y="811"/>
                  </a:lnTo>
                  <a:lnTo>
                    <a:pt x="79" y="830"/>
                  </a:lnTo>
                  <a:lnTo>
                    <a:pt x="139" y="801"/>
                  </a:lnTo>
                  <a:lnTo>
                    <a:pt x="139" y="801"/>
                  </a:lnTo>
                  <a:lnTo>
                    <a:pt x="198" y="791"/>
                  </a:lnTo>
                  <a:lnTo>
                    <a:pt x="317" y="771"/>
                  </a:lnTo>
                  <a:lnTo>
                    <a:pt x="297" y="791"/>
                  </a:lnTo>
                  <a:lnTo>
                    <a:pt x="257" y="791"/>
                  </a:lnTo>
                  <a:lnTo>
                    <a:pt x="297" y="811"/>
                  </a:lnTo>
                  <a:lnTo>
                    <a:pt x="317" y="791"/>
                  </a:lnTo>
                  <a:lnTo>
                    <a:pt x="356" y="791"/>
                  </a:lnTo>
                  <a:lnTo>
                    <a:pt x="317" y="811"/>
                  </a:lnTo>
                  <a:lnTo>
                    <a:pt x="257" y="830"/>
                  </a:lnTo>
                  <a:lnTo>
                    <a:pt x="336" y="830"/>
                  </a:lnTo>
                  <a:lnTo>
                    <a:pt x="297" y="850"/>
                  </a:lnTo>
                  <a:lnTo>
                    <a:pt x="198" y="850"/>
                  </a:lnTo>
                  <a:lnTo>
                    <a:pt x="159" y="870"/>
                  </a:lnTo>
                  <a:lnTo>
                    <a:pt x="119" y="870"/>
                  </a:lnTo>
                  <a:lnTo>
                    <a:pt x="119" y="890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60" y="929"/>
                  </a:lnTo>
                  <a:lnTo>
                    <a:pt x="119" y="929"/>
                  </a:lnTo>
                  <a:lnTo>
                    <a:pt x="60" y="969"/>
                  </a:lnTo>
                  <a:lnTo>
                    <a:pt x="60" y="1008"/>
                  </a:lnTo>
                  <a:lnTo>
                    <a:pt x="99" y="988"/>
                  </a:lnTo>
                  <a:lnTo>
                    <a:pt x="139" y="988"/>
                  </a:lnTo>
                  <a:lnTo>
                    <a:pt x="99" y="1008"/>
                  </a:lnTo>
                  <a:lnTo>
                    <a:pt x="79" y="1028"/>
                  </a:lnTo>
                  <a:lnTo>
                    <a:pt x="60" y="1028"/>
                  </a:lnTo>
                  <a:lnTo>
                    <a:pt x="79" y="1048"/>
                  </a:lnTo>
                  <a:lnTo>
                    <a:pt x="119" y="1048"/>
                  </a:lnTo>
                  <a:lnTo>
                    <a:pt x="218" y="1028"/>
                  </a:lnTo>
                  <a:lnTo>
                    <a:pt x="218" y="1048"/>
                  </a:lnTo>
                  <a:lnTo>
                    <a:pt x="178" y="1067"/>
                  </a:lnTo>
                  <a:lnTo>
                    <a:pt x="238" y="1048"/>
                  </a:lnTo>
                  <a:lnTo>
                    <a:pt x="277" y="1067"/>
                  </a:lnTo>
                  <a:lnTo>
                    <a:pt x="198" y="1067"/>
                  </a:lnTo>
                  <a:lnTo>
                    <a:pt x="159" y="1087"/>
                  </a:lnTo>
                  <a:lnTo>
                    <a:pt x="159" y="1107"/>
                  </a:lnTo>
                  <a:lnTo>
                    <a:pt x="159" y="1127"/>
                  </a:lnTo>
                  <a:lnTo>
                    <a:pt x="356" y="1107"/>
                  </a:lnTo>
                  <a:lnTo>
                    <a:pt x="475" y="1067"/>
                  </a:lnTo>
                  <a:lnTo>
                    <a:pt x="593" y="1048"/>
                  </a:lnTo>
                  <a:lnTo>
                    <a:pt x="593" y="1048"/>
                  </a:lnTo>
                  <a:lnTo>
                    <a:pt x="534" y="1087"/>
                  </a:lnTo>
                  <a:lnTo>
                    <a:pt x="514" y="1107"/>
                  </a:lnTo>
                  <a:lnTo>
                    <a:pt x="435" y="1127"/>
                  </a:lnTo>
                  <a:lnTo>
                    <a:pt x="396" y="1146"/>
                  </a:lnTo>
                  <a:lnTo>
                    <a:pt x="376" y="1146"/>
                  </a:lnTo>
                  <a:lnTo>
                    <a:pt x="435" y="1127"/>
                  </a:lnTo>
                  <a:lnTo>
                    <a:pt x="435" y="1107"/>
                  </a:lnTo>
                  <a:lnTo>
                    <a:pt x="297" y="1186"/>
                  </a:lnTo>
                  <a:lnTo>
                    <a:pt x="257" y="1186"/>
                  </a:lnTo>
                  <a:lnTo>
                    <a:pt x="297" y="1166"/>
                  </a:lnTo>
                  <a:lnTo>
                    <a:pt x="297" y="1166"/>
                  </a:lnTo>
                  <a:lnTo>
                    <a:pt x="238" y="1186"/>
                  </a:lnTo>
                  <a:lnTo>
                    <a:pt x="218" y="1186"/>
                  </a:lnTo>
                  <a:lnTo>
                    <a:pt x="119" y="1225"/>
                  </a:lnTo>
                  <a:lnTo>
                    <a:pt x="139" y="1245"/>
                  </a:lnTo>
                  <a:lnTo>
                    <a:pt x="159" y="1245"/>
                  </a:lnTo>
                  <a:lnTo>
                    <a:pt x="139" y="1265"/>
                  </a:lnTo>
                  <a:lnTo>
                    <a:pt x="198" y="1265"/>
                  </a:lnTo>
                  <a:lnTo>
                    <a:pt x="178" y="1285"/>
                  </a:lnTo>
                  <a:lnTo>
                    <a:pt x="257" y="1265"/>
                  </a:lnTo>
                  <a:lnTo>
                    <a:pt x="238" y="1285"/>
                  </a:lnTo>
                  <a:lnTo>
                    <a:pt x="198" y="1304"/>
                  </a:lnTo>
                  <a:lnTo>
                    <a:pt x="238" y="1304"/>
                  </a:lnTo>
                  <a:lnTo>
                    <a:pt x="238" y="1324"/>
                  </a:lnTo>
                  <a:lnTo>
                    <a:pt x="317" y="1285"/>
                  </a:lnTo>
                  <a:lnTo>
                    <a:pt x="415" y="1265"/>
                  </a:lnTo>
                  <a:lnTo>
                    <a:pt x="435" y="1265"/>
                  </a:lnTo>
                  <a:lnTo>
                    <a:pt x="455" y="1285"/>
                  </a:lnTo>
                  <a:lnTo>
                    <a:pt x="376" y="1285"/>
                  </a:lnTo>
                  <a:lnTo>
                    <a:pt x="435" y="1304"/>
                  </a:lnTo>
                  <a:lnTo>
                    <a:pt x="376" y="1324"/>
                  </a:lnTo>
                  <a:lnTo>
                    <a:pt x="356" y="1324"/>
                  </a:lnTo>
                  <a:lnTo>
                    <a:pt x="336" y="1344"/>
                  </a:lnTo>
                  <a:lnTo>
                    <a:pt x="356" y="1344"/>
                  </a:lnTo>
                  <a:lnTo>
                    <a:pt x="435" y="1324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17" y="1383"/>
                  </a:lnTo>
                  <a:lnTo>
                    <a:pt x="238" y="1403"/>
                  </a:lnTo>
                  <a:lnTo>
                    <a:pt x="257" y="1383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277" y="1344"/>
                  </a:lnTo>
                  <a:lnTo>
                    <a:pt x="277" y="1324"/>
                  </a:lnTo>
                  <a:lnTo>
                    <a:pt x="218" y="1324"/>
                  </a:lnTo>
                  <a:lnTo>
                    <a:pt x="198" y="1364"/>
                  </a:lnTo>
                  <a:lnTo>
                    <a:pt x="218" y="1383"/>
                  </a:lnTo>
                  <a:lnTo>
                    <a:pt x="178" y="1403"/>
                  </a:lnTo>
                  <a:lnTo>
                    <a:pt x="297" y="1423"/>
                  </a:lnTo>
                  <a:lnTo>
                    <a:pt x="356" y="1383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36" y="1403"/>
                  </a:lnTo>
                  <a:lnTo>
                    <a:pt x="297" y="1443"/>
                  </a:lnTo>
                  <a:lnTo>
                    <a:pt x="376" y="1423"/>
                  </a:lnTo>
                  <a:lnTo>
                    <a:pt x="455" y="1403"/>
                  </a:lnTo>
                  <a:lnTo>
                    <a:pt x="475" y="1383"/>
                  </a:lnTo>
                  <a:lnTo>
                    <a:pt x="534" y="1364"/>
                  </a:lnTo>
                  <a:lnTo>
                    <a:pt x="573" y="1364"/>
                  </a:lnTo>
                  <a:lnTo>
                    <a:pt x="554" y="1383"/>
                  </a:lnTo>
                  <a:lnTo>
                    <a:pt x="534" y="1383"/>
                  </a:lnTo>
                  <a:lnTo>
                    <a:pt x="514" y="1403"/>
                  </a:lnTo>
                  <a:lnTo>
                    <a:pt x="494" y="1423"/>
                  </a:lnTo>
                  <a:lnTo>
                    <a:pt x="317" y="1443"/>
                  </a:lnTo>
                  <a:lnTo>
                    <a:pt x="297" y="1462"/>
                  </a:lnTo>
                  <a:lnTo>
                    <a:pt x="317" y="1462"/>
                  </a:lnTo>
                  <a:lnTo>
                    <a:pt x="297" y="1482"/>
                  </a:lnTo>
                  <a:lnTo>
                    <a:pt x="297" y="1482"/>
                  </a:lnTo>
                  <a:lnTo>
                    <a:pt x="356" y="1462"/>
                  </a:lnTo>
                  <a:lnTo>
                    <a:pt x="396" y="1443"/>
                  </a:lnTo>
                  <a:lnTo>
                    <a:pt x="554" y="1443"/>
                  </a:lnTo>
                  <a:lnTo>
                    <a:pt x="494" y="1462"/>
                  </a:lnTo>
                  <a:lnTo>
                    <a:pt x="435" y="1482"/>
                  </a:lnTo>
                  <a:lnTo>
                    <a:pt x="396" y="1482"/>
                  </a:lnTo>
                  <a:lnTo>
                    <a:pt x="297" y="1522"/>
                  </a:lnTo>
                  <a:lnTo>
                    <a:pt x="356" y="1502"/>
                  </a:lnTo>
                  <a:lnTo>
                    <a:pt x="376" y="1502"/>
                  </a:lnTo>
                  <a:lnTo>
                    <a:pt x="356" y="1522"/>
                  </a:lnTo>
                  <a:lnTo>
                    <a:pt x="356" y="1541"/>
                  </a:lnTo>
                  <a:lnTo>
                    <a:pt x="396" y="1561"/>
                  </a:lnTo>
                  <a:lnTo>
                    <a:pt x="435" y="1541"/>
                  </a:lnTo>
                  <a:lnTo>
                    <a:pt x="455" y="1541"/>
                  </a:lnTo>
                  <a:lnTo>
                    <a:pt x="435" y="1561"/>
                  </a:lnTo>
                  <a:lnTo>
                    <a:pt x="455" y="1561"/>
                  </a:lnTo>
                  <a:lnTo>
                    <a:pt x="455" y="1581"/>
                  </a:lnTo>
                  <a:lnTo>
                    <a:pt x="475" y="1581"/>
                  </a:lnTo>
                  <a:lnTo>
                    <a:pt x="514" y="1561"/>
                  </a:lnTo>
                  <a:lnTo>
                    <a:pt x="554" y="1522"/>
                  </a:lnTo>
                  <a:lnTo>
                    <a:pt x="613" y="1541"/>
                  </a:lnTo>
                  <a:lnTo>
                    <a:pt x="692" y="1541"/>
                  </a:lnTo>
                  <a:lnTo>
                    <a:pt x="830" y="1304"/>
                  </a:lnTo>
                  <a:lnTo>
                    <a:pt x="968" y="1048"/>
                  </a:lnTo>
                  <a:lnTo>
                    <a:pt x="1245" y="396"/>
                  </a:lnTo>
                  <a:lnTo>
                    <a:pt x="1107" y="396"/>
                  </a:lnTo>
                  <a:lnTo>
                    <a:pt x="1166" y="376"/>
                  </a:lnTo>
                  <a:lnTo>
                    <a:pt x="1186" y="376"/>
                  </a:lnTo>
                  <a:lnTo>
                    <a:pt x="1166" y="356"/>
                  </a:lnTo>
                  <a:lnTo>
                    <a:pt x="1245" y="356"/>
                  </a:lnTo>
                  <a:lnTo>
                    <a:pt x="1245" y="336"/>
                  </a:lnTo>
                  <a:lnTo>
                    <a:pt x="1067" y="336"/>
                  </a:lnTo>
                  <a:lnTo>
                    <a:pt x="1047" y="317"/>
                  </a:lnTo>
                  <a:lnTo>
                    <a:pt x="1067" y="317"/>
                  </a:lnTo>
                  <a:lnTo>
                    <a:pt x="1008" y="277"/>
                  </a:lnTo>
                  <a:lnTo>
                    <a:pt x="988" y="238"/>
                  </a:lnTo>
                  <a:lnTo>
                    <a:pt x="968" y="198"/>
                  </a:lnTo>
                  <a:lnTo>
                    <a:pt x="1008" y="139"/>
                  </a:lnTo>
                  <a:lnTo>
                    <a:pt x="1028" y="149"/>
                  </a:lnTo>
                  <a:lnTo>
                    <a:pt x="1028" y="149"/>
                  </a:lnTo>
                  <a:lnTo>
                    <a:pt x="1028" y="139"/>
                  </a:lnTo>
                  <a:lnTo>
                    <a:pt x="1067" y="139"/>
                  </a:lnTo>
                  <a:lnTo>
                    <a:pt x="1087" y="119"/>
                  </a:lnTo>
                  <a:lnTo>
                    <a:pt x="1047" y="119"/>
                  </a:lnTo>
                  <a:lnTo>
                    <a:pt x="1087" y="99"/>
                  </a:lnTo>
                  <a:lnTo>
                    <a:pt x="1087" y="119"/>
                  </a:lnTo>
                  <a:lnTo>
                    <a:pt x="1107" y="99"/>
                  </a:lnTo>
                  <a:lnTo>
                    <a:pt x="1126" y="80"/>
                  </a:lnTo>
                  <a:lnTo>
                    <a:pt x="1146" y="80"/>
                  </a:lnTo>
                  <a:lnTo>
                    <a:pt x="1146" y="60"/>
                  </a:lnTo>
                  <a:lnTo>
                    <a:pt x="1265" y="60"/>
                  </a:lnTo>
                  <a:lnTo>
                    <a:pt x="1205" y="40"/>
                  </a:lnTo>
                  <a:lnTo>
                    <a:pt x="1146" y="40"/>
                  </a:lnTo>
                  <a:lnTo>
                    <a:pt x="1126" y="20"/>
                  </a:lnTo>
                  <a:lnTo>
                    <a:pt x="968" y="1"/>
                  </a:lnTo>
                  <a:close/>
                  <a:moveTo>
                    <a:pt x="475" y="1581"/>
                  </a:moveTo>
                  <a:lnTo>
                    <a:pt x="475" y="1601"/>
                  </a:lnTo>
                  <a:lnTo>
                    <a:pt x="514" y="1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-1164000" y="40956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20" y="0"/>
                  </a:moveTo>
                  <a:lnTo>
                    <a:pt x="2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-1395600" y="4100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-1397075" y="40990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-1435600" y="4052125"/>
              <a:ext cx="48425" cy="55350"/>
            </a:xfrm>
            <a:custGeom>
              <a:rect b="b" l="l" r="r" t="t"/>
              <a:pathLst>
                <a:path extrusionOk="0" h="2214" w="1937">
                  <a:moveTo>
                    <a:pt x="652" y="80"/>
                  </a:moveTo>
                  <a:lnTo>
                    <a:pt x="692" y="100"/>
                  </a:lnTo>
                  <a:lnTo>
                    <a:pt x="633" y="80"/>
                  </a:lnTo>
                  <a:close/>
                  <a:moveTo>
                    <a:pt x="1403" y="712"/>
                  </a:moveTo>
                  <a:lnTo>
                    <a:pt x="1403" y="732"/>
                  </a:lnTo>
                  <a:lnTo>
                    <a:pt x="1304" y="732"/>
                  </a:lnTo>
                  <a:lnTo>
                    <a:pt x="1344" y="712"/>
                  </a:lnTo>
                  <a:close/>
                  <a:moveTo>
                    <a:pt x="336" y="831"/>
                  </a:moveTo>
                  <a:lnTo>
                    <a:pt x="277" y="850"/>
                  </a:lnTo>
                  <a:lnTo>
                    <a:pt x="356" y="831"/>
                  </a:lnTo>
                  <a:close/>
                  <a:moveTo>
                    <a:pt x="218" y="969"/>
                  </a:moveTo>
                  <a:lnTo>
                    <a:pt x="198" y="989"/>
                  </a:lnTo>
                  <a:lnTo>
                    <a:pt x="238" y="989"/>
                  </a:lnTo>
                  <a:lnTo>
                    <a:pt x="218" y="969"/>
                  </a:lnTo>
                  <a:close/>
                  <a:moveTo>
                    <a:pt x="80" y="969"/>
                  </a:moveTo>
                  <a:lnTo>
                    <a:pt x="60" y="989"/>
                  </a:lnTo>
                  <a:lnTo>
                    <a:pt x="60" y="1008"/>
                  </a:lnTo>
                  <a:lnTo>
                    <a:pt x="40" y="1028"/>
                  </a:lnTo>
                  <a:lnTo>
                    <a:pt x="139" y="1048"/>
                  </a:lnTo>
                  <a:lnTo>
                    <a:pt x="198" y="1028"/>
                  </a:lnTo>
                  <a:lnTo>
                    <a:pt x="80" y="1028"/>
                  </a:lnTo>
                  <a:lnTo>
                    <a:pt x="99" y="1008"/>
                  </a:lnTo>
                  <a:lnTo>
                    <a:pt x="119" y="1008"/>
                  </a:lnTo>
                  <a:lnTo>
                    <a:pt x="99" y="989"/>
                  </a:lnTo>
                  <a:lnTo>
                    <a:pt x="139" y="989"/>
                  </a:lnTo>
                  <a:lnTo>
                    <a:pt x="139" y="969"/>
                  </a:lnTo>
                  <a:close/>
                  <a:moveTo>
                    <a:pt x="1778" y="1265"/>
                  </a:moveTo>
                  <a:lnTo>
                    <a:pt x="1719" y="1285"/>
                  </a:lnTo>
                  <a:lnTo>
                    <a:pt x="1739" y="1285"/>
                  </a:lnTo>
                  <a:lnTo>
                    <a:pt x="1778" y="1265"/>
                  </a:lnTo>
                  <a:close/>
                  <a:moveTo>
                    <a:pt x="376" y="1285"/>
                  </a:moveTo>
                  <a:lnTo>
                    <a:pt x="317" y="1305"/>
                  </a:lnTo>
                  <a:lnTo>
                    <a:pt x="317" y="1305"/>
                  </a:lnTo>
                  <a:lnTo>
                    <a:pt x="396" y="1285"/>
                  </a:lnTo>
                  <a:close/>
                  <a:moveTo>
                    <a:pt x="297" y="1245"/>
                  </a:moveTo>
                  <a:lnTo>
                    <a:pt x="198" y="1265"/>
                  </a:lnTo>
                  <a:lnTo>
                    <a:pt x="218" y="1265"/>
                  </a:lnTo>
                  <a:lnTo>
                    <a:pt x="218" y="1285"/>
                  </a:lnTo>
                  <a:lnTo>
                    <a:pt x="198" y="1305"/>
                  </a:lnTo>
                  <a:lnTo>
                    <a:pt x="198" y="1305"/>
                  </a:lnTo>
                  <a:lnTo>
                    <a:pt x="238" y="1285"/>
                  </a:lnTo>
                  <a:lnTo>
                    <a:pt x="336" y="1265"/>
                  </a:lnTo>
                  <a:lnTo>
                    <a:pt x="317" y="1265"/>
                  </a:lnTo>
                  <a:lnTo>
                    <a:pt x="336" y="1245"/>
                  </a:lnTo>
                  <a:close/>
                  <a:moveTo>
                    <a:pt x="1522" y="1324"/>
                  </a:moveTo>
                  <a:lnTo>
                    <a:pt x="1443" y="1344"/>
                  </a:lnTo>
                  <a:lnTo>
                    <a:pt x="1443" y="1349"/>
                  </a:lnTo>
                  <a:lnTo>
                    <a:pt x="1443" y="1349"/>
                  </a:lnTo>
                  <a:lnTo>
                    <a:pt x="1462" y="1344"/>
                  </a:lnTo>
                  <a:lnTo>
                    <a:pt x="1522" y="1324"/>
                  </a:lnTo>
                  <a:close/>
                  <a:moveTo>
                    <a:pt x="1482" y="1344"/>
                  </a:moveTo>
                  <a:lnTo>
                    <a:pt x="1443" y="1354"/>
                  </a:lnTo>
                  <a:lnTo>
                    <a:pt x="1443" y="1354"/>
                  </a:lnTo>
                  <a:lnTo>
                    <a:pt x="1443" y="1364"/>
                  </a:lnTo>
                  <a:lnTo>
                    <a:pt x="1482" y="1344"/>
                  </a:lnTo>
                  <a:close/>
                  <a:moveTo>
                    <a:pt x="1443" y="1349"/>
                  </a:moveTo>
                  <a:lnTo>
                    <a:pt x="1383" y="1364"/>
                  </a:lnTo>
                  <a:lnTo>
                    <a:pt x="1324" y="1384"/>
                  </a:lnTo>
                  <a:lnTo>
                    <a:pt x="1324" y="1384"/>
                  </a:lnTo>
                  <a:lnTo>
                    <a:pt x="1403" y="1364"/>
                  </a:lnTo>
                  <a:lnTo>
                    <a:pt x="1443" y="1354"/>
                  </a:lnTo>
                  <a:lnTo>
                    <a:pt x="1443" y="1354"/>
                  </a:lnTo>
                  <a:lnTo>
                    <a:pt x="1443" y="1349"/>
                  </a:lnTo>
                  <a:close/>
                  <a:moveTo>
                    <a:pt x="1798" y="1423"/>
                  </a:moveTo>
                  <a:lnTo>
                    <a:pt x="1786" y="1435"/>
                  </a:lnTo>
                  <a:lnTo>
                    <a:pt x="1786" y="1435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23"/>
                  </a:lnTo>
                  <a:close/>
                  <a:moveTo>
                    <a:pt x="1786" y="1435"/>
                  </a:moveTo>
                  <a:lnTo>
                    <a:pt x="1759" y="1443"/>
                  </a:lnTo>
                  <a:lnTo>
                    <a:pt x="1778" y="1443"/>
                  </a:lnTo>
                  <a:lnTo>
                    <a:pt x="1786" y="1435"/>
                  </a:lnTo>
                  <a:close/>
                  <a:moveTo>
                    <a:pt x="415" y="1443"/>
                  </a:moveTo>
                  <a:lnTo>
                    <a:pt x="396" y="1463"/>
                  </a:lnTo>
                  <a:lnTo>
                    <a:pt x="396" y="1463"/>
                  </a:lnTo>
                  <a:lnTo>
                    <a:pt x="455" y="1443"/>
                  </a:lnTo>
                  <a:close/>
                  <a:moveTo>
                    <a:pt x="1877" y="1443"/>
                  </a:moveTo>
                  <a:lnTo>
                    <a:pt x="1824" y="1456"/>
                  </a:lnTo>
                  <a:lnTo>
                    <a:pt x="1824" y="1456"/>
                  </a:lnTo>
                  <a:lnTo>
                    <a:pt x="1818" y="1463"/>
                  </a:lnTo>
                  <a:lnTo>
                    <a:pt x="1818" y="1463"/>
                  </a:lnTo>
                  <a:lnTo>
                    <a:pt x="1877" y="1443"/>
                  </a:lnTo>
                  <a:close/>
                  <a:moveTo>
                    <a:pt x="415" y="1463"/>
                  </a:moveTo>
                  <a:lnTo>
                    <a:pt x="415" y="1482"/>
                  </a:lnTo>
                  <a:lnTo>
                    <a:pt x="435" y="1489"/>
                  </a:lnTo>
                  <a:lnTo>
                    <a:pt x="435" y="1489"/>
                  </a:lnTo>
                  <a:lnTo>
                    <a:pt x="435" y="1482"/>
                  </a:lnTo>
                  <a:lnTo>
                    <a:pt x="435" y="1463"/>
                  </a:lnTo>
                  <a:close/>
                  <a:moveTo>
                    <a:pt x="435" y="1489"/>
                  </a:moveTo>
                  <a:lnTo>
                    <a:pt x="435" y="150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35" y="1489"/>
                  </a:lnTo>
                  <a:close/>
                  <a:moveTo>
                    <a:pt x="514" y="1640"/>
                  </a:moveTo>
                  <a:lnTo>
                    <a:pt x="475" y="1660"/>
                  </a:lnTo>
                  <a:lnTo>
                    <a:pt x="514" y="1660"/>
                  </a:lnTo>
                  <a:lnTo>
                    <a:pt x="514" y="1640"/>
                  </a:lnTo>
                  <a:close/>
                  <a:moveTo>
                    <a:pt x="1818" y="1640"/>
                  </a:moveTo>
                  <a:lnTo>
                    <a:pt x="1778" y="1660"/>
                  </a:lnTo>
                  <a:lnTo>
                    <a:pt x="1818" y="1640"/>
                  </a:lnTo>
                  <a:close/>
                  <a:moveTo>
                    <a:pt x="1620" y="1719"/>
                  </a:moveTo>
                  <a:lnTo>
                    <a:pt x="1601" y="1739"/>
                  </a:lnTo>
                  <a:lnTo>
                    <a:pt x="1601" y="1739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19"/>
                  </a:lnTo>
                  <a:close/>
                  <a:moveTo>
                    <a:pt x="1778" y="1660"/>
                  </a:moveTo>
                  <a:lnTo>
                    <a:pt x="1739" y="1680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39"/>
                  </a:lnTo>
                  <a:lnTo>
                    <a:pt x="1699" y="1700"/>
                  </a:lnTo>
                  <a:lnTo>
                    <a:pt x="1778" y="1660"/>
                  </a:lnTo>
                  <a:close/>
                  <a:moveTo>
                    <a:pt x="850" y="1846"/>
                  </a:moveTo>
                  <a:lnTo>
                    <a:pt x="771" y="1877"/>
                  </a:lnTo>
                  <a:lnTo>
                    <a:pt x="791" y="1858"/>
                  </a:lnTo>
                  <a:lnTo>
                    <a:pt x="850" y="1846"/>
                  </a:lnTo>
                  <a:close/>
                  <a:moveTo>
                    <a:pt x="1581" y="1897"/>
                  </a:moveTo>
                  <a:lnTo>
                    <a:pt x="1561" y="1907"/>
                  </a:lnTo>
                  <a:lnTo>
                    <a:pt x="1561" y="1907"/>
                  </a:lnTo>
                  <a:lnTo>
                    <a:pt x="1561" y="1917"/>
                  </a:lnTo>
                  <a:lnTo>
                    <a:pt x="1581" y="1897"/>
                  </a:lnTo>
                  <a:close/>
                  <a:moveTo>
                    <a:pt x="1660" y="1858"/>
                  </a:moveTo>
                  <a:lnTo>
                    <a:pt x="1581" y="1897"/>
                  </a:lnTo>
                  <a:lnTo>
                    <a:pt x="1601" y="1917"/>
                  </a:lnTo>
                  <a:lnTo>
                    <a:pt x="1640" y="1897"/>
                  </a:lnTo>
                  <a:lnTo>
                    <a:pt x="1660" y="1877"/>
                  </a:lnTo>
                  <a:lnTo>
                    <a:pt x="1699" y="1858"/>
                  </a:lnTo>
                  <a:close/>
                  <a:moveTo>
                    <a:pt x="1522" y="1956"/>
                  </a:moveTo>
                  <a:lnTo>
                    <a:pt x="1502" y="1976"/>
                  </a:lnTo>
                  <a:lnTo>
                    <a:pt x="1522" y="1976"/>
                  </a:lnTo>
                  <a:lnTo>
                    <a:pt x="1541" y="1956"/>
                  </a:lnTo>
                  <a:close/>
                  <a:moveTo>
                    <a:pt x="731" y="1"/>
                  </a:moveTo>
                  <a:lnTo>
                    <a:pt x="771" y="21"/>
                  </a:lnTo>
                  <a:lnTo>
                    <a:pt x="731" y="21"/>
                  </a:lnTo>
                  <a:lnTo>
                    <a:pt x="751" y="40"/>
                  </a:lnTo>
                  <a:lnTo>
                    <a:pt x="692" y="21"/>
                  </a:lnTo>
                  <a:lnTo>
                    <a:pt x="593" y="21"/>
                  </a:lnTo>
                  <a:lnTo>
                    <a:pt x="613" y="40"/>
                  </a:lnTo>
                  <a:lnTo>
                    <a:pt x="633" y="40"/>
                  </a:lnTo>
                  <a:lnTo>
                    <a:pt x="613" y="60"/>
                  </a:lnTo>
                  <a:lnTo>
                    <a:pt x="554" y="40"/>
                  </a:lnTo>
                  <a:lnTo>
                    <a:pt x="573" y="60"/>
                  </a:lnTo>
                  <a:lnTo>
                    <a:pt x="562" y="72"/>
                  </a:lnTo>
                  <a:lnTo>
                    <a:pt x="562" y="72"/>
                  </a:lnTo>
                  <a:lnTo>
                    <a:pt x="514" y="60"/>
                  </a:lnTo>
                  <a:lnTo>
                    <a:pt x="475" y="80"/>
                  </a:lnTo>
                  <a:lnTo>
                    <a:pt x="475" y="100"/>
                  </a:lnTo>
                  <a:lnTo>
                    <a:pt x="455" y="80"/>
                  </a:lnTo>
                  <a:lnTo>
                    <a:pt x="376" y="80"/>
                  </a:lnTo>
                  <a:lnTo>
                    <a:pt x="376" y="100"/>
                  </a:lnTo>
                  <a:lnTo>
                    <a:pt x="415" y="100"/>
                  </a:lnTo>
                  <a:lnTo>
                    <a:pt x="435" y="119"/>
                  </a:lnTo>
                  <a:lnTo>
                    <a:pt x="376" y="119"/>
                  </a:lnTo>
                  <a:lnTo>
                    <a:pt x="376" y="139"/>
                  </a:lnTo>
                  <a:lnTo>
                    <a:pt x="317" y="139"/>
                  </a:lnTo>
                  <a:lnTo>
                    <a:pt x="317" y="159"/>
                  </a:lnTo>
                  <a:lnTo>
                    <a:pt x="376" y="179"/>
                  </a:lnTo>
                  <a:lnTo>
                    <a:pt x="297" y="179"/>
                  </a:lnTo>
                  <a:lnTo>
                    <a:pt x="415" y="198"/>
                  </a:lnTo>
                  <a:lnTo>
                    <a:pt x="317" y="198"/>
                  </a:lnTo>
                  <a:lnTo>
                    <a:pt x="277" y="21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39" y="238"/>
                  </a:lnTo>
                  <a:lnTo>
                    <a:pt x="198" y="258"/>
                  </a:lnTo>
                  <a:lnTo>
                    <a:pt x="119" y="258"/>
                  </a:lnTo>
                  <a:lnTo>
                    <a:pt x="139" y="277"/>
                  </a:lnTo>
                  <a:lnTo>
                    <a:pt x="119" y="297"/>
                  </a:lnTo>
                  <a:lnTo>
                    <a:pt x="139" y="297"/>
                  </a:lnTo>
                  <a:lnTo>
                    <a:pt x="178" y="317"/>
                  </a:lnTo>
                  <a:lnTo>
                    <a:pt x="159" y="317"/>
                  </a:lnTo>
                  <a:lnTo>
                    <a:pt x="80" y="337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119" y="376"/>
                  </a:lnTo>
                  <a:lnTo>
                    <a:pt x="119" y="376"/>
                  </a:lnTo>
                  <a:lnTo>
                    <a:pt x="139" y="356"/>
                  </a:lnTo>
                  <a:lnTo>
                    <a:pt x="119" y="356"/>
                  </a:lnTo>
                  <a:lnTo>
                    <a:pt x="20" y="376"/>
                  </a:lnTo>
                  <a:lnTo>
                    <a:pt x="40" y="376"/>
                  </a:lnTo>
                  <a:lnTo>
                    <a:pt x="20" y="396"/>
                  </a:lnTo>
                  <a:lnTo>
                    <a:pt x="139" y="396"/>
                  </a:lnTo>
                  <a:lnTo>
                    <a:pt x="60" y="376"/>
                  </a:lnTo>
                  <a:lnTo>
                    <a:pt x="178" y="376"/>
                  </a:lnTo>
                  <a:lnTo>
                    <a:pt x="218" y="396"/>
                  </a:lnTo>
                  <a:lnTo>
                    <a:pt x="317" y="416"/>
                  </a:lnTo>
                  <a:lnTo>
                    <a:pt x="257" y="435"/>
                  </a:lnTo>
                  <a:lnTo>
                    <a:pt x="139" y="416"/>
                  </a:lnTo>
                  <a:lnTo>
                    <a:pt x="178" y="435"/>
                  </a:lnTo>
                  <a:lnTo>
                    <a:pt x="159" y="435"/>
                  </a:lnTo>
                  <a:lnTo>
                    <a:pt x="80" y="455"/>
                  </a:lnTo>
                  <a:lnTo>
                    <a:pt x="198" y="455"/>
                  </a:lnTo>
                  <a:lnTo>
                    <a:pt x="178" y="475"/>
                  </a:lnTo>
                  <a:lnTo>
                    <a:pt x="99" y="475"/>
                  </a:lnTo>
                  <a:lnTo>
                    <a:pt x="99" y="495"/>
                  </a:lnTo>
                  <a:lnTo>
                    <a:pt x="60" y="514"/>
                  </a:lnTo>
                  <a:lnTo>
                    <a:pt x="40" y="534"/>
                  </a:lnTo>
                  <a:lnTo>
                    <a:pt x="60" y="554"/>
                  </a:lnTo>
                  <a:lnTo>
                    <a:pt x="139" y="534"/>
                  </a:lnTo>
                  <a:lnTo>
                    <a:pt x="297" y="534"/>
                  </a:lnTo>
                  <a:lnTo>
                    <a:pt x="277" y="554"/>
                  </a:lnTo>
                  <a:lnTo>
                    <a:pt x="336" y="554"/>
                  </a:lnTo>
                  <a:lnTo>
                    <a:pt x="297" y="574"/>
                  </a:lnTo>
                  <a:lnTo>
                    <a:pt x="257" y="574"/>
                  </a:lnTo>
                  <a:lnTo>
                    <a:pt x="317" y="593"/>
                  </a:lnTo>
                  <a:lnTo>
                    <a:pt x="257" y="593"/>
                  </a:lnTo>
                  <a:lnTo>
                    <a:pt x="178" y="574"/>
                  </a:lnTo>
                  <a:lnTo>
                    <a:pt x="139" y="593"/>
                  </a:lnTo>
                  <a:lnTo>
                    <a:pt x="20" y="593"/>
                  </a:lnTo>
                  <a:lnTo>
                    <a:pt x="20" y="613"/>
                  </a:lnTo>
                  <a:lnTo>
                    <a:pt x="1" y="613"/>
                  </a:lnTo>
                  <a:lnTo>
                    <a:pt x="80" y="633"/>
                  </a:lnTo>
                  <a:lnTo>
                    <a:pt x="20" y="653"/>
                  </a:lnTo>
                  <a:lnTo>
                    <a:pt x="1" y="672"/>
                  </a:lnTo>
                  <a:lnTo>
                    <a:pt x="80" y="672"/>
                  </a:lnTo>
                  <a:lnTo>
                    <a:pt x="60" y="692"/>
                  </a:lnTo>
                  <a:lnTo>
                    <a:pt x="1" y="692"/>
                  </a:lnTo>
                  <a:lnTo>
                    <a:pt x="20" y="712"/>
                  </a:lnTo>
                  <a:lnTo>
                    <a:pt x="60" y="732"/>
                  </a:lnTo>
                  <a:lnTo>
                    <a:pt x="99" y="732"/>
                  </a:lnTo>
                  <a:lnTo>
                    <a:pt x="178" y="751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19" y="751"/>
                  </a:lnTo>
                  <a:lnTo>
                    <a:pt x="80" y="751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277" y="811"/>
                  </a:lnTo>
                  <a:lnTo>
                    <a:pt x="455" y="811"/>
                  </a:lnTo>
                  <a:lnTo>
                    <a:pt x="415" y="831"/>
                  </a:lnTo>
                  <a:lnTo>
                    <a:pt x="336" y="850"/>
                  </a:lnTo>
                  <a:lnTo>
                    <a:pt x="277" y="850"/>
                  </a:lnTo>
                  <a:lnTo>
                    <a:pt x="198" y="870"/>
                  </a:lnTo>
                  <a:lnTo>
                    <a:pt x="139" y="850"/>
                  </a:lnTo>
                  <a:lnTo>
                    <a:pt x="119" y="850"/>
                  </a:lnTo>
                  <a:lnTo>
                    <a:pt x="20" y="870"/>
                  </a:lnTo>
                  <a:lnTo>
                    <a:pt x="80" y="870"/>
                  </a:lnTo>
                  <a:lnTo>
                    <a:pt x="40" y="890"/>
                  </a:lnTo>
                  <a:lnTo>
                    <a:pt x="60" y="910"/>
                  </a:lnTo>
                  <a:lnTo>
                    <a:pt x="80" y="910"/>
                  </a:lnTo>
                  <a:lnTo>
                    <a:pt x="60" y="929"/>
                  </a:lnTo>
                  <a:lnTo>
                    <a:pt x="139" y="910"/>
                  </a:lnTo>
                  <a:lnTo>
                    <a:pt x="139" y="929"/>
                  </a:lnTo>
                  <a:lnTo>
                    <a:pt x="119" y="929"/>
                  </a:lnTo>
                  <a:lnTo>
                    <a:pt x="60" y="949"/>
                  </a:lnTo>
                  <a:lnTo>
                    <a:pt x="317" y="949"/>
                  </a:lnTo>
                  <a:lnTo>
                    <a:pt x="317" y="969"/>
                  </a:lnTo>
                  <a:lnTo>
                    <a:pt x="277" y="969"/>
                  </a:lnTo>
                  <a:lnTo>
                    <a:pt x="297" y="989"/>
                  </a:lnTo>
                  <a:lnTo>
                    <a:pt x="277" y="1008"/>
                  </a:lnTo>
                  <a:lnTo>
                    <a:pt x="257" y="1028"/>
                  </a:lnTo>
                  <a:lnTo>
                    <a:pt x="277" y="1028"/>
                  </a:lnTo>
                  <a:lnTo>
                    <a:pt x="178" y="1048"/>
                  </a:lnTo>
                  <a:lnTo>
                    <a:pt x="139" y="1068"/>
                  </a:lnTo>
                  <a:lnTo>
                    <a:pt x="297" y="1068"/>
                  </a:lnTo>
                  <a:lnTo>
                    <a:pt x="336" y="1048"/>
                  </a:lnTo>
                  <a:lnTo>
                    <a:pt x="396" y="1048"/>
                  </a:lnTo>
                  <a:lnTo>
                    <a:pt x="376" y="1068"/>
                  </a:lnTo>
                  <a:lnTo>
                    <a:pt x="336" y="1087"/>
                  </a:lnTo>
                  <a:lnTo>
                    <a:pt x="159" y="1068"/>
                  </a:lnTo>
                  <a:lnTo>
                    <a:pt x="139" y="1087"/>
                  </a:lnTo>
                  <a:lnTo>
                    <a:pt x="119" y="1107"/>
                  </a:lnTo>
                  <a:lnTo>
                    <a:pt x="218" y="1087"/>
                  </a:lnTo>
                  <a:lnTo>
                    <a:pt x="317" y="1107"/>
                  </a:lnTo>
                  <a:lnTo>
                    <a:pt x="396" y="1127"/>
                  </a:lnTo>
                  <a:lnTo>
                    <a:pt x="178" y="1127"/>
                  </a:lnTo>
                  <a:lnTo>
                    <a:pt x="198" y="1147"/>
                  </a:lnTo>
                  <a:lnTo>
                    <a:pt x="178" y="1147"/>
                  </a:lnTo>
                  <a:lnTo>
                    <a:pt x="178" y="1166"/>
                  </a:lnTo>
                  <a:lnTo>
                    <a:pt x="198" y="1186"/>
                  </a:lnTo>
                  <a:lnTo>
                    <a:pt x="238" y="1166"/>
                  </a:lnTo>
                  <a:lnTo>
                    <a:pt x="257" y="1166"/>
                  </a:lnTo>
                  <a:lnTo>
                    <a:pt x="238" y="1186"/>
                  </a:lnTo>
                  <a:lnTo>
                    <a:pt x="257" y="1186"/>
                  </a:lnTo>
                  <a:lnTo>
                    <a:pt x="238" y="1206"/>
                  </a:lnTo>
                  <a:lnTo>
                    <a:pt x="257" y="1206"/>
                  </a:lnTo>
                  <a:lnTo>
                    <a:pt x="257" y="1226"/>
                  </a:lnTo>
                  <a:lnTo>
                    <a:pt x="297" y="1226"/>
                  </a:lnTo>
                  <a:lnTo>
                    <a:pt x="277" y="1206"/>
                  </a:lnTo>
                  <a:lnTo>
                    <a:pt x="317" y="1206"/>
                  </a:lnTo>
                  <a:lnTo>
                    <a:pt x="356" y="1186"/>
                  </a:lnTo>
                  <a:lnTo>
                    <a:pt x="415" y="1206"/>
                  </a:lnTo>
                  <a:lnTo>
                    <a:pt x="435" y="1206"/>
                  </a:lnTo>
                  <a:lnTo>
                    <a:pt x="455" y="1226"/>
                  </a:lnTo>
                  <a:lnTo>
                    <a:pt x="475" y="1206"/>
                  </a:lnTo>
                  <a:lnTo>
                    <a:pt x="494" y="1206"/>
                  </a:lnTo>
                  <a:lnTo>
                    <a:pt x="494" y="1226"/>
                  </a:lnTo>
                  <a:lnTo>
                    <a:pt x="435" y="1245"/>
                  </a:lnTo>
                  <a:lnTo>
                    <a:pt x="455" y="1265"/>
                  </a:lnTo>
                  <a:lnTo>
                    <a:pt x="435" y="1265"/>
                  </a:lnTo>
                  <a:lnTo>
                    <a:pt x="435" y="1285"/>
                  </a:lnTo>
                  <a:lnTo>
                    <a:pt x="396" y="1285"/>
                  </a:lnTo>
                  <a:lnTo>
                    <a:pt x="336" y="1305"/>
                  </a:lnTo>
                  <a:lnTo>
                    <a:pt x="356" y="1305"/>
                  </a:lnTo>
                  <a:lnTo>
                    <a:pt x="376" y="1324"/>
                  </a:lnTo>
                  <a:lnTo>
                    <a:pt x="415" y="1324"/>
                  </a:lnTo>
                  <a:lnTo>
                    <a:pt x="475" y="1305"/>
                  </a:lnTo>
                  <a:lnTo>
                    <a:pt x="554" y="1285"/>
                  </a:lnTo>
                  <a:lnTo>
                    <a:pt x="554" y="1305"/>
                  </a:lnTo>
                  <a:lnTo>
                    <a:pt x="573" y="1305"/>
                  </a:lnTo>
                  <a:lnTo>
                    <a:pt x="554" y="1324"/>
                  </a:lnTo>
                  <a:lnTo>
                    <a:pt x="573" y="1324"/>
                  </a:lnTo>
                  <a:lnTo>
                    <a:pt x="534" y="1344"/>
                  </a:lnTo>
                  <a:lnTo>
                    <a:pt x="494" y="1364"/>
                  </a:lnTo>
                  <a:lnTo>
                    <a:pt x="494" y="1344"/>
                  </a:lnTo>
                  <a:lnTo>
                    <a:pt x="475" y="1344"/>
                  </a:lnTo>
                  <a:lnTo>
                    <a:pt x="396" y="1364"/>
                  </a:lnTo>
                  <a:lnTo>
                    <a:pt x="376" y="1364"/>
                  </a:lnTo>
                  <a:lnTo>
                    <a:pt x="317" y="1384"/>
                  </a:lnTo>
                  <a:lnTo>
                    <a:pt x="376" y="1384"/>
                  </a:lnTo>
                  <a:lnTo>
                    <a:pt x="415" y="1374"/>
                  </a:lnTo>
                  <a:lnTo>
                    <a:pt x="396" y="1384"/>
                  </a:lnTo>
                  <a:lnTo>
                    <a:pt x="455" y="1384"/>
                  </a:lnTo>
                  <a:lnTo>
                    <a:pt x="336" y="1423"/>
                  </a:lnTo>
                  <a:lnTo>
                    <a:pt x="376" y="1423"/>
                  </a:lnTo>
                  <a:lnTo>
                    <a:pt x="415" y="1403"/>
                  </a:lnTo>
                  <a:lnTo>
                    <a:pt x="415" y="1423"/>
                  </a:lnTo>
                  <a:lnTo>
                    <a:pt x="396" y="1423"/>
                  </a:lnTo>
                  <a:lnTo>
                    <a:pt x="396" y="1443"/>
                  </a:lnTo>
                  <a:lnTo>
                    <a:pt x="415" y="1443"/>
                  </a:lnTo>
                  <a:lnTo>
                    <a:pt x="475" y="1423"/>
                  </a:lnTo>
                  <a:lnTo>
                    <a:pt x="494" y="1423"/>
                  </a:lnTo>
                  <a:lnTo>
                    <a:pt x="514" y="1443"/>
                  </a:lnTo>
                  <a:lnTo>
                    <a:pt x="554" y="1463"/>
                  </a:lnTo>
                  <a:lnTo>
                    <a:pt x="514" y="148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75" y="1502"/>
                  </a:lnTo>
                  <a:lnTo>
                    <a:pt x="455" y="1522"/>
                  </a:lnTo>
                  <a:lnTo>
                    <a:pt x="396" y="1542"/>
                  </a:lnTo>
                  <a:lnTo>
                    <a:pt x="356" y="1561"/>
                  </a:lnTo>
                  <a:lnTo>
                    <a:pt x="435" y="1542"/>
                  </a:lnTo>
                  <a:lnTo>
                    <a:pt x="455" y="1542"/>
                  </a:lnTo>
                  <a:lnTo>
                    <a:pt x="455" y="1561"/>
                  </a:lnTo>
                  <a:lnTo>
                    <a:pt x="475" y="1542"/>
                  </a:lnTo>
                  <a:lnTo>
                    <a:pt x="514" y="1542"/>
                  </a:lnTo>
                  <a:lnTo>
                    <a:pt x="475" y="1561"/>
                  </a:lnTo>
                  <a:lnTo>
                    <a:pt x="435" y="1581"/>
                  </a:lnTo>
                  <a:lnTo>
                    <a:pt x="415" y="1601"/>
                  </a:lnTo>
                  <a:lnTo>
                    <a:pt x="435" y="1601"/>
                  </a:lnTo>
                  <a:lnTo>
                    <a:pt x="455" y="1581"/>
                  </a:lnTo>
                  <a:lnTo>
                    <a:pt x="554" y="1565"/>
                  </a:lnTo>
                  <a:lnTo>
                    <a:pt x="554" y="1581"/>
                  </a:lnTo>
                  <a:lnTo>
                    <a:pt x="593" y="1581"/>
                  </a:lnTo>
                  <a:lnTo>
                    <a:pt x="633" y="1561"/>
                  </a:lnTo>
                  <a:lnTo>
                    <a:pt x="613" y="1581"/>
                  </a:lnTo>
                  <a:lnTo>
                    <a:pt x="554" y="1601"/>
                  </a:lnTo>
                  <a:lnTo>
                    <a:pt x="633" y="1601"/>
                  </a:lnTo>
                  <a:lnTo>
                    <a:pt x="672" y="1581"/>
                  </a:lnTo>
                  <a:lnTo>
                    <a:pt x="731" y="1581"/>
                  </a:lnTo>
                  <a:lnTo>
                    <a:pt x="652" y="1621"/>
                  </a:lnTo>
                  <a:lnTo>
                    <a:pt x="613" y="1621"/>
                  </a:lnTo>
                  <a:lnTo>
                    <a:pt x="554" y="1660"/>
                  </a:lnTo>
                  <a:lnTo>
                    <a:pt x="534" y="1660"/>
                  </a:lnTo>
                  <a:lnTo>
                    <a:pt x="475" y="1680"/>
                  </a:lnTo>
                  <a:lnTo>
                    <a:pt x="514" y="1680"/>
                  </a:lnTo>
                  <a:lnTo>
                    <a:pt x="514" y="1700"/>
                  </a:lnTo>
                  <a:lnTo>
                    <a:pt x="554" y="1680"/>
                  </a:lnTo>
                  <a:lnTo>
                    <a:pt x="613" y="1660"/>
                  </a:lnTo>
                  <a:lnTo>
                    <a:pt x="554" y="1700"/>
                  </a:lnTo>
                  <a:lnTo>
                    <a:pt x="593" y="1700"/>
                  </a:lnTo>
                  <a:lnTo>
                    <a:pt x="672" y="1680"/>
                  </a:lnTo>
                  <a:lnTo>
                    <a:pt x="712" y="1640"/>
                  </a:lnTo>
                  <a:lnTo>
                    <a:pt x="771" y="1640"/>
                  </a:lnTo>
                  <a:lnTo>
                    <a:pt x="810" y="1621"/>
                  </a:lnTo>
                  <a:lnTo>
                    <a:pt x="850" y="1621"/>
                  </a:lnTo>
                  <a:lnTo>
                    <a:pt x="751" y="1680"/>
                  </a:lnTo>
                  <a:lnTo>
                    <a:pt x="633" y="1719"/>
                  </a:lnTo>
                  <a:lnTo>
                    <a:pt x="475" y="1759"/>
                  </a:lnTo>
                  <a:lnTo>
                    <a:pt x="514" y="1779"/>
                  </a:lnTo>
                  <a:lnTo>
                    <a:pt x="494" y="1798"/>
                  </a:lnTo>
                  <a:lnTo>
                    <a:pt x="573" y="1779"/>
                  </a:lnTo>
                  <a:lnTo>
                    <a:pt x="692" y="1739"/>
                  </a:lnTo>
                  <a:lnTo>
                    <a:pt x="672" y="1759"/>
                  </a:lnTo>
                  <a:lnTo>
                    <a:pt x="633" y="1759"/>
                  </a:lnTo>
                  <a:lnTo>
                    <a:pt x="692" y="1779"/>
                  </a:lnTo>
                  <a:lnTo>
                    <a:pt x="731" y="1779"/>
                  </a:lnTo>
                  <a:lnTo>
                    <a:pt x="791" y="1759"/>
                  </a:lnTo>
                  <a:lnTo>
                    <a:pt x="870" y="1739"/>
                  </a:lnTo>
                  <a:lnTo>
                    <a:pt x="890" y="1739"/>
                  </a:lnTo>
                  <a:lnTo>
                    <a:pt x="949" y="1719"/>
                  </a:lnTo>
                  <a:lnTo>
                    <a:pt x="949" y="1739"/>
                  </a:lnTo>
                  <a:lnTo>
                    <a:pt x="890" y="1759"/>
                  </a:lnTo>
                  <a:lnTo>
                    <a:pt x="909" y="1759"/>
                  </a:lnTo>
                  <a:lnTo>
                    <a:pt x="850" y="1779"/>
                  </a:lnTo>
                  <a:lnTo>
                    <a:pt x="810" y="1779"/>
                  </a:lnTo>
                  <a:lnTo>
                    <a:pt x="791" y="1798"/>
                  </a:lnTo>
                  <a:lnTo>
                    <a:pt x="751" y="1818"/>
                  </a:lnTo>
                  <a:lnTo>
                    <a:pt x="751" y="1818"/>
                  </a:lnTo>
                  <a:lnTo>
                    <a:pt x="810" y="1798"/>
                  </a:lnTo>
                  <a:lnTo>
                    <a:pt x="810" y="1798"/>
                  </a:lnTo>
                  <a:lnTo>
                    <a:pt x="751" y="1838"/>
                  </a:lnTo>
                  <a:lnTo>
                    <a:pt x="751" y="1858"/>
                  </a:lnTo>
                  <a:lnTo>
                    <a:pt x="751" y="1877"/>
                  </a:lnTo>
                  <a:lnTo>
                    <a:pt x="672" y="1937"/>
                  </a:lnTo>
                  <a:lnTo>
                    <a:pt x="672" y="1937"/>
                  </a:lnTo>
                  <a:lnTo>
                    <a:pt x="751" y="1917"/>
                  </a:lnTo>
                  <a:lnTo>
                    <a:pt x="791" y="1917"/>
                  </a:lnTo>
                  <a:lnTo>
                    <a:pt x="850" y="1897"/>
                  </a:lnTo>
                  <a:lnTo>
                    <a:pt x="909" y="1877"/>
                  </a:lnTo>
                  <a:lnTo>
                    <a:pt x="909" y="1858"/>
                  </a:lnTo>
                  <a:lnTo>
                    <a:pt x="870" y="1877"/>
                  </a:lnTo>
                  <a:lnTo>
                    <a:pt x="850" y="1877"/>
                  </a:lnTo>
                  <a:lnTo>
                    <a:pt x="868" y="1842"/>
                  </a:lnTo>
                  <a:lnTo>
                    <a:pt x="868" y="1842"/>
                  </a:lnTo>
                  <a:lnTo>
                    <a:pt x="890" y="1838"/>
                  </a:lnTo>
                  <a:lnTo>
                    <a:pt x="929" y="1818"/>
                  </a:lnTo>
                  <a:lnTo>
                    <a:pt x="949" y="1818"/>
                  </a:lnTo>
                  <a:lnTo>
                    <a:pt x="988" y="1798"/>
                  </a:lnTo>
                  <a:lnTo>
                    <a:pt x="988" y="1779"/>
                  </a:lnTo>
                  <a:lnTo>
                    <a:pt x="1087" y="1739"/>
                  </a:lnTo>
                  <a:lnTo>
                    <a:pt x="1225" y="1700"/>
                  </a:lnTo>
                  <a:lnTo>
                    <a:pt x="1225" y="1700"/>
                  </a:lnTo>
                  <a:lnTo>
                    <a:pt x="1166" y="1719"/>
                  </a:lnTo>
                  <a:lnTo>
                    <a:pt x="1245" y="1700"/>
                  </a:lnTo>
                  <a:lnTo>
                    <a:pt x="1146" y="1759"/>
                  </a:lnTo>
                  <a:lnTo>
                    <a:pt x="1166" y="1759"/>
                  </a:lnTo>
                  <a:lnTo>
                    <a:pt x="1166" y="1779"/>
                  </a:lnTo>
                  <a:lnTo>
                    <a:pt x="1206" y="1759"/>
                  </a:lnTo>
                  <a:lnTo>
                    <a:pt x="1186" y="1739"/>
                  </a:lnTo>
                  <a:lnTo>
                    <a:pt x="1225" y="1719"/>
                  </a:lnTo>
                  <a:lnTo>
                    <a:pt x="1225" y="1739"/>
                  </a:lnTo>
                  <a:lnTo>
                    <a:pt x="1265" y="1719"/>
                  </a:lnTo>
                  <a:lnTo>
                    <a:pt x="1344" y="1700"/>
                  </a:lnTo>
                  <a:lnTo>
                    <a:pt x="1344" y="1700"/>
                  </a:lnTo>
                  <a:lnTo>
                    <a:pt x="1324" y="1719"/>
                  </a:lnTo>
                  <a:lnTo>
                    <a:pt x="1245" y="1759"/>
                  </a:lnTo>
                  <a:lnTo>
                    <a:pt x="1107" y="1818"/>
                  </a:lnTo>
                  <a:lnTo>
                    <a:pt x="1146" y="1818"/>
                  </a:lnTo>
                  <a:lnTo>
                    <a:pt x="949" y="1877"/>
                  </a:lnTo>
                  <a:lnTo>
                    <a:pt x="929" y="1917"/>
                  </a:lnTo>
                  <a:lnTo>
                    <a:pt x="929" y="1937"/>
                  </a:lnTo>
                  <a:lnTo>
                    <a:pt x="810" y="1996"/>
                  </a:lnTo>
                  <a:lnTo>
                    <a:pt x="830" y="1996"/>
                  </a:lnTo>
                  <a:lnTo>
                    <a:pt x="830" y="2016"/>
                  </a:lnTo>
                  <a:lnTo>
                    <a:pt x="909" y="1996"/>
                  </a:lnTo>
                  <a:lnTo>
                    <a:pt x="909" y="1976"/>
                  </a:lnTo>
                  <a:lnTo>
                    <a:pt x="949" y="1956"/>
                  </a:lnTo>
                  <a:lnTo>
                    <a:pt x="1048" y="1917"/>
                  </a:lnTo>
                  <a:lnTo>
                    <a:pt x="1048" y="1897"/>
                  </a:lnTo>
                  <a:lnTo>
                    <a:pt x="1107" y="1897"/>
                  </a:lnTo>
                  <a:lnTo>
                    <a:pt x="969" y="1956"/>
                  </a:lnTo>
                  <a:lnTo>
                    <a:pt x="988" y="1956"/>
                  </a:lnTo>
                  <a:lnTo>
                    <a:pt x="969" y="1996"/>
                  </a:lnTo>
                  <a:lnTo>
                    <a:pt x="929" y="2016"/>
                  </a:lnTo>
                  <a:lnTo>
                    <a:pt x="890" y="2016"/>
                  </a:lnTo>
                  <a:lnTo>
                    <a:pt x="890" y="2035"/>
                  </a:lnTo>
                  <a:lnTo>
                    <a:pt x="870" y="2035"/>
                  </a:lnTo>
                  <a:lnTo>
                    <a:pt x="850" y="2055"/>
                  </a:lnTo>
                  <a:lnTo>
                    <a:pt x="850" y="2075"/>
                  </a:lnTo>
                  <a:lnTo>
                    <a:pt x="810" y="2095"/>
                  </a:lnTo>
                  <a:lnTo>
                    <a:pt x="909" y="2075"/>
                  </a:lnTo>
                  <a:lnTo>
                    <a:pt x="850" y="2114"/>
                  </a:lnTo>
                  <a:lnTo>
                    <a:pt x="791" y="2154"/>
                  </a:lnTo>
                  <a:lnTo>
                    <a:pt x="791" y="2154"/>
                  </a:lnTo>
                  <a:lnTo>
                    <a:pt x="870" y="2114"/>
                  </a:lnTo>
                  <a:lnTo>
                    <a:pt x="890" y="2114"/>
                  </a:lnTo>
                  <a:lnTo>
                    <a:pt x="909" y="2095"/>
                  </a:lnTo>
                  <a:lnTo>
                    <a:pt x="969" y="2075"/>
                  </a:lnTo>
                  <a:lnTo>
                    <a:pt x="1028" y="2055"/>
                  </a:lnTo>
                  <a:lnTo>
                    <a:pt x="1048" y="2055"/>
                  </a:lnTo>
                  <a:lnTo>
                    <a:pt x="890" y="2134"/>
                  </a:lnTo>
                  <a:lnTo>
                    <a:pt x="929" y="2134"/>
                  </a:lnTo>
                  <a:lnTo>
                    <a:pt x="909" y="2154"/>
                  </a:lnTo>
                  <a:lnTo>
                    <a:pt x="909" y="2154"/>
                  </a:lnTo>
                  <a:lnTo>
                    <a:pt x="969" y="2114"/>
                  </a:lnTo>
                  <a:lnTo>
                    <a:pt x="1028" y="2095"/>
                  </a:lnTo>
                  <a:lnTo>
                    <a:pt x="1067" y="2095"/>
                  </a:lnTo>
                  <a:lnTo>
                    <a:pt x="1166" y="2035"/>
                  </a:lnTo>
                  <a:lnTo>
                    <a:pt x="1146" y="2075"/>
                  </a:lnTo>
                  <a:lnTo>
                    <a:pt x="1048" y="2114"/>
                  </a:lnTo>
                  <a:lnTo>
                    <a:pt x="1067" y="2114"/>
                  </a:lnTo>
                  <a:lnTo>
                    <a:pt x="1028" y="2134"/>
                  </a:lnTo>
                  <a:lnTo>
                    <a:pt x="1048" y="2134"/>
                  </a:lnTo>
                  <a:lnTo>
                    <a:pt x="949" y="2213"/>
                  </a:lnTo>
                  <a:lnTo>
                    <a:pt x="988" y="2193"/>
                  </a:lnTo>
                  <a:lnTo>
                    <a:pt x="969" y="2213"/>
                  </a:lnTo>
                  <a:lnTo>
                    <a:pt x="988" y="2213"/>
                  </a:lnTo>
                  <a:lnTo>
                    <a:pt x="1028" y="2174"/>
                  </a:lnTo>
                  <a:lnTo>
                    <a:pt x="1048" y="2174"/>
                  </a:lnTo>
                  <a:lnTo>
                    <a:pt x="1097" y="2144"/>
                  </a:lnTo>
                  <a:lnTo>
                    <a:pt x="1097" y="2144"/>
                  </a:lnTo>
                  <a:lnTo>
                    <a:pt x="1087" y="2154"/>
                  </a:lnTo>
                  <a:lnTo>
                    <a:pt x="1206" y="2075"/>
                  </a:lnTo>
                  <a:lnTo>
                    <a:pt x="1304" y="2035"/>
                  </a:lnTo>
                  <a:lnTo>
                    <a:pt x="1285" y="2035"/>
                  </a:lnTo>
                  <a:lnTo>
                    <a:pt x="1186" y="2075"/>
                  </a:lnTo>
                  <a:lnTo>
                    <a:pt x="1146" y="2095"/>
                  </a:lnTo>
                  <a:lnTo>
                    <a:pt x="1206" y="2055"/>
                  </a:lnTo>
                  <a:lnTo>
                    <a:pt x="1225" y="2035"/>
                  </a:lnTo>
                  <a:lnTo>
                    <a:pt x="1265" y="1996"/>
                  </a:lnTo>
                  <a:lnTo>
                    <a:pt x="1186" y="2016"/>
                  </a:lnTo>
                  <a:lnTo>
                    <a:pt x="1133" y="2042"/>
                  </a:lnTo>
                  <a:lnTo>
                    <a:pt x="1133" y="2042"/>
                  </a:lnTo>
                  <a:lnTo>
                    <a:pt x="1146" y="2016"/>
                  </a:lnTo>
                  <a:lnTo>
                    <a:pt x="1186" y="2016"/>
                  </a:lnTo>
                  <a:lnTo>
                    <a:pt x="1265" y="1976"/>
                  </a:lnTo>
                  <a:lnTo>
                    <a:pt x="1383" y="1917"/>
                  </a:lnTo>
                  <a:lnTo>
                    <a:pt x="1482" y="1897"/>
                  </a:lnTo>
                  <a:lnTo>
                    <a:pt x="1541" y="1877"/>
                  </a:lnTo>
                  <a:lnTo>
                    <a:pt x="1561" y="1877"/>
                  </a:lnTo>
                  <a:lnTo>
                    <a:pt x="1601" y="1858"/>
                  </a:lnTo>
                  <a:lnTo>
                    <a:pt x="1640" y="1838"/>
                  </a:lnTo>
                  <a:lnTo>
                    <a:pt x="1640" y="1838"/>
                  </a:lnTo>
                  <a:lnTo>
                    <a:pt x="1620" y="1858"/>
                  </a:lnTo>
                  <a:lnTo>
                    <a:pt x="1601" y="1858"/>
                  </a:lnTo>
                  <a:lnTo>
                    <a:pt x="1462" y="1956"/>
                  </a:lnTo>
                  <a:lnTo>
                    <a:pt x="1324" y="2035"/>
                  </a:lnTo>
                  <a:lnTo>
                    <a:pt x="1364" y="2035"/>
                  </a:lnTo>
                  <a:lnTo>
                    <a:pt x="1186" y="2134"/>
                  </a:lnTo>
                  <a:lnTo>
                    <a:pt x="1225" y="2114"/>
                  </a:lnTo>
                  <a:lnTo>
                    <a:pt x="1285" y="2095"/>
                  </a:lnTo>
                  <a:lnTo>
                    <a:pt x="1245" y="2114"/>
                  </a:lnTo>
                  <a:lnTo>
                    <a:pt x="1225" y="2114"/>
                  </a:lnTo>
                  <a:lnTo>
                    <a:pt x="1225" y="2134"/>
                  </a:lnTo>
                  <a:lnTo>
                    <a:pt x="1245" y="2134"/>
                  </a:lnTo>
                  <a:lnTo>
                    <a:pt x="1304" y="2114"/>
                  </a:lnTo>
                  <a:lnTo>
                    <a:pt x="1285" y="2114"/>
                  </a:lnTo>
                  <a:lnTo>
                    <a:pt x="1383" y="2075"/>
                  </a:lnTo>
                  <a:lnTo>
                    <a:pt x="1364" y="2075"/>
                  </a:lnTo>
                  <a:lnTo>
                    <a:pt x="1383" y="2055"/>
                  </a:lnTo>
                  <a:lnTo>
                    <a:pt x="1364" y="2055"/>
                  </a:lnTo>
                  <a:lnTo>
                    <a:pt x="1423" y="2035"/>
                  </a:lnTo>
                  <a:lnTo>
                    <a:pt x="1522" y="1956"/>
                  </a:lnTo>
                  <a:lnTo>
                    <a:pt x="1561" y="1937"/>
                  </a:lnTo>
                  <a:lnTo>
                    <a:pt x="1541" y="1917"/>
                  </a:lnTo>
                  <a:lnTo>
                    <a:pt x="1561" y="1907"/>
                  </a:lnTo>
                  <a:lnTo>
                    <a:pt x="1561" y="1907"/>
                  </a:lnTo>
                  <a:lnTo>
                    <a:pt x="1561" y="1897"/>
                  </a:lnTo>
                  <a:lnTo>
                    <a:pt x="1680" y="1838"/>
                  </a:lnTo>
                  <a:lnTo>
                    <a:pt x="1699" y="1858"/>
                  </a:lnTo>
                  <a:lnTo>
                    <a:pt x="1739" y="1838"/>
                  </a:lnTo>
                  <a:lnTo>
                    <a:pt x="1818" y="1798"/>
                  </a:lnTo>
                  <a:lnTo>
                    <a:pt x="1877" y="1759"/>
                  </a:lnTo>
                  <a:lnTo>
                    <a:pt x="1818" y="1779"/>
                  </a:lnTo>
                  <a:lnTo>
                    <a:pt x="1857" y="1759"/>
                  </a:lnTo>
                  <a:lnTo>
                    <a:pt x="1818" y="1759"/>
                  </a:lnTo>
                  <a:lnTo>
                    <a:pt x="1778" y="1779"/>
                  </a:lnTo>
                  <a:lnTo>
                    <a:pt x="1739" y="1798"/>
                  </a:lnTo>
                  <a:lnTo>
                    <a:pt x="1640" y="1818"/>
                  </a:lnTo>
                  <a:lnTo>
                    <a:pt x="1640" y="1818"/>
                  </a:lnTo>
                  <a:lnTo>
                    <a:pt x="1778" y="1779"/>
                  </a:lnTo>
                  <a:lnTo>
                    <a:pt x="1798" y="1759"/>
                  </a:lnTo>
                  <a:lnTo>
                    <a:pt x="1778" y="1759"/>
                  </a:lnTo>
                  <a:lnTo>
                    <a:pt x="1719" y="1779"/>
                  </a:lnTo>
                  <a:lnTo>
                    <a:pt x="1739" y="1759"/>
                  </a:lnTo>
                  <a:lnTo>
                    <a:pt x="1660" y="1798"/>
                  </a:lnTo>
                  <a:lnTo>
                    <a:pt x="1601" y="1818"/>
                  </a:lnTo>
                  <a:lnTo>
                    <a:pt x="1601" y="1838"/>
                  </a:lnTo>
                  <a:lnTo>
                    <a:pt x="1620" y="1818"/>
                  </a:lnTo>
                  <a:lnTo>
                    <a:pt x="1660" y="1818"/>
                  </a:lnTo>
                  <a:lnTo>
                    <a:pt x="1581" y="1858"/>
                  </a:lnTo>
                  <a:lnTo>
                    <a:pt x="1522" y="1877"/>
                  </a:lnTo>
                  <a:lnTo>
                    <a:pt x="1581" y="1838"/>
                  </a:lnTo>
                  <a:lnTo>
                    <a:pt x="1601" y="1818"/>
                  </a:lnTo>
                  <a:lnTo>
                    <a:pt x="1581" y="1818"/>
                  </a:lnTo>
                  <a:lnTo>
                    <a:pt x="1640" y="1798"/>
                  </a:lnTo>
                  <a:lnTo>
                    <a:pt x="1660" y="1798"/>
                  </a:lnTo>
                  <a:lnTo>
                    <a:pt x="1739" y="1739"/>
                  </a:lnTo>
                  <a:lnTo>
                    <a:pt x="1680" y="1759"/>
                  </a:lnTo>
                  <a:lnTo>
                    <a:pt x="1660" y="1779"/>
                  </a:lnTo>
                  <a:lnTo>
                    <a:pt x="1680" y="1779"/>
                  </a:lnTo>
                  <a:lnTo>
                    <a:pt x="1581" y="1798"/>
                  </a:lnTo>
                  <a:lnTo>
                    <a:pt x="1541" y="1798"/>
                  </a:lnTo>
                  <a:lnTo>
                    <a:pt x="1561" y="1779"/>
                  </a:lnTo>
                  <a:lnTo>
                    <a:pt x="1482" y="1818"/>
                  </a:lnTo>
                  <a:lnTo>
                    <a:pt x="1462" y="1798"/>
                  </a:lnTo>
                  <a:lnTo>
                    <a:pt x="1522" y="1779"/>
                  </a:lnTo>
                  <a:lnTo>
                    <a:pt x="1502" y="1779"/>
                  </a:lnTo>
                  <a:lnTo>
                    <a:pt x="1403" y="1798"/>
                  </a:lnTo>
                  <a:lnTo>
                    <a:pt x="1324" y="1858"/>
                  </a:lnTo>
                  <a:lnTo>
                    <a:pt x="1285" y="1877"/>
                  </a:lnTo>
                  <a:lnTo>
                    <a:pt x="1285" y="1877"/>
                  </a:lnTo>
                  <a:lnTo>
                    <a:pt x="1304" y="1858"/>
                  </a:lnTo>
                  <a:lnTo>
                    <a:pt x="1344" y="1838"/>
                  </a:lnTo>
                  <a:lnTo>
                    <a:pt x="1344" y="1818"/>
                  </a:lnTo>
                  <a:lnTo>
                    <a:pt x="1324" y="1818"/>
                  </a:lnTo>
                  <a:lnTo>
                    <a:pt x="1462" y="1759"/>
                  </a:lnTo>
                  <a:lnTo>
                    <a:pt x="1383" y="1779"/>
                  </a:lnTo>
                  <a:lnTo>
                    <a:pt x="1383" y="1779"/>
                  </a:lnTo>
                  <a:lnTo>
                    <a:pt x="1482" y="1739"/>
                  </a:lnTo>
                  <a:lnTo>
                    <a:pt x="1522" y="1719"/>
                  </a:lnTo>
                  <a:lnTo>
                    <a:pt x="1502" y="1739"/>
                  </a:lnTo>
                  <a:lnTo>
                    <a:pt x="1541" y="1739"/>
                  </a:lnTo>
                  <a:lnTo>
                    <a:pt x="1522" y="1759"/>
                  </a:lnTo>
                  <a:lnTo>
                    <a:pt x="1581" y="1739"/>
                  </a:lnTo>
                  <a:lnTo>
                    <a:pt x="1601" y="1739"/>
                  </a:lnTo>
                  <a:lnTo>
                    <a:pt x="1660" y="1680"/>
                  </a:lnTo>
                  <a:lnTo>
                    <a:pt x="1778" y="1621"/>
                  </a:lnTo>
                  <a:lnTo>
                    <a:pt x="1818" y="1621"/>
                  </a:lnTo>
                  <a:lnTo>
                    <a:pt x="1818" y="1601"/>
                  </a:lnTo>
                  <a:lnTo>
                    <a:pt x="1620" y="1680"/>
                  </a:lnTo>
                  <a:lnTo>
                    <a:pt x="1601" y="1680"/>
                  </a:lnTo>
                  <a:lnTo>
                    <a:pt x="1601" y="1660"/>
                  </a:lnTo>
                  <a:lnTo>
                    <a:pt x="1739" y="1621"/>
                  </a:lnTo>
                  <a:lnTo>
                    <a:pt x="1699" y="1621"/>
                  </a:lnTo>
                  <a:lnTo>
                    <a:pt x="1719" y="1601"/>
                  </a:lnTo>
                  <a:lnTo>
                    <a:pt x="1719" y="1601"/>
                  </a:lnTo>
                  <a:lnTo>
                    <a:pt x="1680" y="1621"/>
                  </a:lnTo>
                  <a:lnTo>
                    <a:pt x="1699" y="1601"/>
                  </a:lnTo>
                  <a:lnTo>
                    <a:pt x="1759" y="1561"/>
                  </a:lnTo>
                  <a:lnTo>
                    <a:pt x="1778" y="1561"/>
                  </a:lnTo>
                  <a:lnTo>
                    <a:pt x="1759" y="1581"/>
                  </a:lnTo>
                  <a:lnTo>
                    <a:pt x="1778" y="1581"/>
                  </a:lnTo>
                  <a:lnTo>
                    <a:pt x="1818" y="1561"/>
                  </a:lnTo>
                  <a:lnTo>
                    <a:pt x="1857" y="1542"/>
                  </a:lnTo>
                  <a:lnTo>
                    <a:pt x="1857" y="1532"/>
                  </a:lnTo>
                  <a:lnTo>
                    <a:pt x="1857" y="1532"/>
                  </a:lnTo>
                  <a:lnTo>
                    <a:pt x="1917" y="1502"/>
                  </a:lnTo>
                  <a:lnTo>
                    <a:pt x="1897" y="1502"/>
                  </a:lnTo>
                  <a:lnTo>
                    <a:pt x="1917" y="1482"/>
                  </a:lnTo>
                  <a:lnTo>
                    <a:pt x="1936" y="1463"/>
                  </a:lnTo>
                  <a:lnTo>
                    <a:pt x="1917" y="1463"/>
                  </a:lnTo>
                  <a:lnTo>
                    <a:pt x="1857" y="1482"/>
                  </a:lnTo>
                  <a:lnTo>
                    <a:pt x="1759" y="1502"/>
                  </a:lnTo>
                  <a:lnTo>
                    <a:pt x="1857" y="1463"/>
                  </a:lnTo>
                  <a:lnTo>
                    <a:pt x="1897" y="1443"/>
                  </a:lnTo>
                  <a:lnTo>
                    <a:pt x="1798" y="1482"/>
                  </a:lnTo>
                  <a:lnTo>
                    <a:pt x="1719" y="1502"/>
                  </a:lnTo>
                  <a:lnTo>
                    <a:pt x="1719" y="1502"/>
                  </a:lnTo>
                  <a:lnTo>
                    <a:pt x="1798" y="1463"/>
                  </a:lnTo>
                  <a:lnTo>
                    <a:pt x="1824" y="1456"/>
                  </a:lnTo>
                  <a:lnTo>
                    <a:pt x="1824" y="1456"/>
                  </a:lnTo>
                  <a:lnTo>
                    <a:pt x="1838" y="1443"/>
                  </a:lnTo>
                  <a:lnTo>
                    <a:pt x="1897" y="1403"/>
                  </a:lnTo>
                  <a:lnTo>
                    <a:pt x="1897" y="1403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43"/>
                  </a:lnTo>
                  <a:lnTo>
                    <a:pt x="1719" y="1463"/>
                  </a:lnTo>
                  <a:lnTo>
                    <a:pt x="1739" y="1443"/>
                  </a:lnTo>
                  <a:lnTo>
                    <a:pt x="1778" y="1423"/>
                  </a:lnTo>
                  <a:lnTo>
                    <a:pt x="1818" y="1403"/>
                  </a:lnTo>
                  <a:lnTo>
                    <a:pt x="1818" y="1403"/>
                  </a:lnTo>
                  <a:lnTo>
                    <a:pt x="1798" y="1423"/>
                  </a:lnTo>
                  <a:lnTo>
                    <a:pt x="1877" y="1403"/>
                  </a:lnTo>
                  <a:lnTo>
                    <a:pt x="1818" y="1403"/>
                  </a:lnTo>
                  <a:lnTo>
                    <a:pt x="1818" y="1384"/>
                  </a:lnTo>
                  <a:lnTo>
                    <a:pt x="1838" y="1384"/>
                  </a:lnTo>
                  <a:lnTo>
                    <a:pt x="1838" y="1364"/>
                  </a:lnTo>
                  <a:lnTo>
                    <a:pt x="1778" y="1384"/>
                  </a:lnTo>
                  <a:lnTo>
                    <a:pt x="1699" y="1423"/>
                  </a:lnTo>
                  <a:lnTo>
                    <a:pt x="1759" y="1384"/>
                  </a:lnTo>
                  <a:lnTo>
                    <a:pt x="1778" y="1384"/>
                  </a:lnTo>
                  <a:lnTo>
                    <a:pt x="1798" y="1364"/>
                  </a:lnTo>
                  <a:lnTo>
                    <a:pt x="1778" y="1364"/>
                  </a:lnTo>
                  <a:lnTo>
                    <a:pt x="1818" y="1344"/>
                  </a:lnTo>
                  <a:lnTo>
                    <a:pt x="1759" y="1344"/>
                  </a:lnTo>
                  <a:lnTo>
                    <a:pt x="1818" y="1324"/>
                  </a:lnTo>
                  <a:lnTo>
                    <a:pt x="1680" y="1324"/>
                  </a:lnTo>
                  <a:lnTo>
                    <a:pt x="1778" y="1305"/>
                  </a:lnTo>
                  <a:lnTo>
                    <a:pt x="1818" y="1305"/>
                  </a:lnTo>
                  <a:lnTo>
                    <a:pt x="1838" y="1285"/>
                  </a:lnTo>
                  <a:lnTo>
                    <a:pt x="1818" y="1285"/>
                  </a:lnTo>
                  <a:lnTo>
                    <a:pt x="1838" y="1265"/>
                  </a:lnTo>
                  <a:lnTo>
                    <a:pt x="1719" y="1305"/>
                  </a:lnTo>
                  <a:lnTo>
                    <a:pt x="1719" y="1285"/>
                  </a:lnTo>
                  <a:lnTo>
                    <a:pt x="1699" y="1285"/>
                  </a:lnTo>
                  <a:lnTo>
                    <a:pt x="1739" y="1265"/>
                  </a:lnTo>
                  <a:lnTo>
                    <a:pt x="1680" y="1265"/>
                  </a:lnTo>
                  <a:lnTo>
                    <a:pt x="1601" y="1305"/>
                  </a:lnTo>
                  <a:lnTo>
                    <a:pt x="1601" y="1285"/>
                  </a:lnTo>
                  <a:lnTo>
                    <a:pt x="1561" y="1305"/>
                  </a:lnTo>
                  <a:lnTo>
                    <a:pt x="1581" y="1324"/>
                  </a:lnTo>
                  <a:lnTo>
                    <a:pt x="1601" y="1324"/>
                  </a:lnTo>
                  <a:lnTo>
                    <a:pt x="1561" y="1344"/>
                  </a:lnTo>
                  <a:lnTo>
                    <a:pt x="1482" y="1364"/>
                  </a:lnTo>
                  <a:lnTo>
                    <a:pt x="1443" y="1384"/>
                  </a:lnTo>
                  <a:lnTo>
                    <a:pt x="1364" y="1403"/>
                  </a:lnTo>
                  <a:lnTo>
                    <a:pt x="1324" y="1384"/>
                  </a:lnTo>
                  <a:lnTo>
                    <a:pt x="1344" y="1364"/>
                  </a:lnTo>
                  <a:lnTo>
                    <a:pt x="1364" y="1344"/>
                  </a:lnTo>
                  <a:lnTo>
                    <a:pt x="1344" y="1344"/>
                  </a:lnTo>
                  <a:lnTo>
                    <a:pt x="1403" y="1324"/>
                  </a:lnTo>
                  <a:lnTo>
                    <a:pt x="1482" y="1324"/>
                  </a:lnTo>
                  <a:lnTo>
                    <a:pt x="1601" y="1285"/>
                  </a:lnTo>
                  <a:lnTo>
                    <a:pt x="1719" y="1245"/>
                  </a:lnTo>
                  <a:lnTo>
                    <a:pt x="1699" y="1245"/>
                  </a:lnTo>
                  <a:lnTo>
                    <a:pt x="1739" y="1226"/>
                  </a:lnTo>
                  <a:lnTo>
                    <a:pt x="1660" y="1226"/>
                  </a:lnTo>
                  <a:lnTo>
                    <a:pt x="1719" y="1206"/>
                  </a:lnTo>
                  <a:lnTo>
                    <a:pt x="1699" y="1186"/>
                  </a:lnTo>
                  <a:lnTo>
                    <a:pt x="1660" y="1186"/>
                  </a:lnTo>
                  <a:lnTo>
                    <a:pt x="1719" y="1166"/>
                  </a:lnTo>
                  <a:lnTo>
                    <a:pt x="1719" y="1147"/>
                  </a:lnTo>
                  <a:lnTo>
                    <a:pt x="1601" y="1147"/>
                  </a:lnTo>
                  <a:lnTo>
                    <a:pt x="1601" y="1127"/>
                  </a:lnTo>
                  <a:lnTo>
                    <a:pt x="1620" y="1127"/>
                  </a:lnTo>
                  <a:lnTo>
                    <a:pt x="1660" y="1107"/>
                  </a:lnTo>
                  <a:lnTo>
                    <a:pt x="1620" y="1107"/>
                  </a:lnTo>
                  <a:lnTo>
                    <a:pt x="1680" y="1068"/>
                  </a:lnTo>
                  <a:lnTo>
                    <a:pt x="1620" y="1068"/>
                  </a:lnTo>
                  <a:lnTo>
                    <a:pt x="1541" y="1087"/>
                  </a:lnTo>
                  <a:lnTo>
                    <a:pt x="1541" y="1087"/>
                  </a:lnTo>
                  <a:lnTo>
                    <a:pt x="1660" y="1048"/>
                  </a:lnTo>
                  <a:lnTo>
                    <a:pt x="1601" y="1028"/>
                  </a:lnTo>
                  <a:lnTo>
                    <a:pt x="1561" y="989"/>
                  </a:lnTo>
                  <a:lnTo>
                    <a:pt x="1581" y="989"/>
                  </a:lnTo>
                  <a:lnTo>
                    <a:pt x="1561" y="969"/>
                  </a:lnTo>
                  <a:lnTo>
                    <a:pt x="1522" y="949"/>
                  </a:lnTo>
                  <a:lnTo>
                    <a:pt x="1482" y="949"/>
                  </a:lnTo>
                  <a:lnTo>
                    <a:pt x="1482" y="929"/>
                  </a:lnTo>
                  <a:lnTo>
                    <a:pt x="1383" y="929"/>
                  </a:lnTo>
                  <a:lnTo>
                    <a:pt x="1265" y="969"/>
                  </a:lnTo>
                  <a:lnTo>
                    <a:pt x="1245" y="949"/>
                  </a:lnTo>
                  <a:lnTo>
                    <a:pt x="1285" y="949"/>
                  </a:lnTo>
                  <a:lnTo>
                    <a:pt x="1344" y="929"/>
                  </a:lnTo>
                  <a:lnTo>
                    <a:pt x="1423" y="910"/>
                  </a:lnTo>
                  <a:lnTo>
                    <a:pt x="1443" y="910"/>
                  </a:lnTo>
                  <a:lnTo>
                    <a:pt x="1443" y="890"/>
                  </a:lnTo>
                  <a:lnTo>
                    <a:pt x="1462" y="870"/>
                  </a:lnTo>
                  <a:lnTo>
                    <a:pt x="1482" y="870"/>
                  </a:lnTo>
                  <a:lnTo>
                    <a:pt x="1482" y="890"/>
                  </a:lnTo>
                  <a:lnTo>
                    <a:pt x="1561" y="890"/>
                  </a:lnTo>
                  <a:lnTo>
                    <a:pt x="1522" y="870"/>
                  </a:lnTo>
                  <a:lnTo>
                    <a:pt x="1522" y="850"/>
                  </a:lnTo>
                  <a:lnTo>
                    <a:pt x="1423" y="850"/>
                  </a:lnTo>
                  <a:lnTo>
                    <a:pt x="1403" y="831"/>
                  </a:lnTo>
                  <a:lnTo>
                    <a:pt x="1482" y="811"/>
                  </a:lnTo>
                  <a:lnTo>
                    <a:pt x="1443" y="811"/>
                  </a:lnTo>
                  <a:lnTo>
                    <a:pt x="1423" y="791"/>
                  </a:lnTo>
                  <a:lnTo>
                    <a:pt x="1482" y="791"/>
                  </a:lnTo>
                  <a:lnTo>
                    <a:pt x="1482" y="771"/>
                  </a:lnTo>
                  <a:lnTo>
                    <a:pt x="1482" y="751"/>
                  </a:lnTo>
                  <a:lnTo>
                    <a:pt x="1522" y="751"/>
                  </a:lnTo>
                  <a:lnTo>
                    <a:pt x="1482" y="732"/>
                  </a:lnTo>
                  <a:lnTo>
                    <a:pt x="1403" y="712"/>
                  </a:lnTo>
                  <a:lnTo>
                    <a:pt x="1423" y="712"/>
                  </a:lnTo>
                  <a:lnTo>
                    <a:pt x="1423" y="692"/>
                  </a:lnTo>
                  <a:lnTo>
                    <a:pt x="1462" y="692"/>
                  </a:lnTo>
                  <a:lnTo>
                    <a:pt x="1443" y="672"/>
                  </a:lnTo>
                  <a:lnTo>
                    <a:pt x="1482" y="672"/>
                  </a:lnTo>
                  <a:lnTo>
                    <a:pt x="1462" y="653"/>
                  </a:lnTo>
                  <a:lnTo>
                    <a:pt x="1423" y="653"/>
                  </a:lnTo>
                  <a:lnTo>
                    <a:pt x="1324" y="633"/>
                  </a:lnTo>
                  <a:lnTo>
                    <a:pt x="1344" y="633"/>
                  </a:lnTo>
                  <a:lnTo>
                    <a:pt x="1324" y="613"/>
                  </a:lnTo>
                  <a:lnTo>
                    <a:pt x="1225" y="613"/>
                  </a:lnTo>
                  <a:lnTo>
                    <a:pt x="1265" y="593"/>
                  </a:lnTo>
                  <a:lnTo>
                    <a:pt x="1324" y="593"/>
                  </a:lnTo>
                  <a:lnTo>
                    <a:pt x="1324" y="613"/>
                  </a:lnTo>
                  <a:lnTo>
                    <a:pt x="1403" y="593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23" y="534"/>
                  </a:lnTo>
                  <a:lnTo>
                    <a:pt x="1403" y="514"/>
                  </a:lnTo>
                  <a:lnTo>
                    <a:pt x="1383" y="514"/>
                  </a:lnTo>
                  <a:lnTo>
                    <a:pt x="1443" y="495"/>
                  </a:lnTo>
                  <a:lnTo>
                    <a:pt x="1443" y="475"/>
                  </a:lnTo>
                  <a:lnTo>
                    <a:pt x="1443" y="455"/>
                  </a:lnTo>
                  <a:lnTo>
                    <a:pt x="1423" y="435"/>
                  </a:lnTo>
                  <a:lnTo>
                    <a:pt x="1383" y="435"/>
                  </a:lnTo>
                  <a:lnTo>
                    <a:pt x="1443" y="416"/>
                  </a:lnTo>
                  <a:lnTo>
                    <a:pt x="1344" y="416"/>
                  </a:lnTo>
                  <a:lnTo>
                    <a:pt x="1304" y="376"/>
                  </a:lnTo>
                  <a:lnTo>
                    <a:pt x="1265" y="356"/>
                  </a:lnTo>
                  <a:lnTo>
                    <a:pt x="1146" y="337"/>
                  </a:lnTo>
                  <a:lnTo>
                    <a:pt x="1206" y="337"/>
                  </a:lnTo>
                  <a:lnTo>
                    <a:pt x="1265" y="356"/>
                  </a:lnTo>
                  <a:lnTo>
                    <a:pt x="1225" y="337"/>
                  </a:lnTo>
                  <a:lnTo>
                    <a:pt x="1285" y="337"/>
                  </a:lnTo>
                  <a:lnTo>
                    <a:pt x="1304" y="317"/>
                  </a:lnTo>
                  <a:lnTo>
                    <a:pt x="1206" y="317"/>
                  </a:lnTo>
                  <a:lnTo>
                    <a:pt x="1146" y="297"/>
                  </a:lnTo>
                  <a:lnTo>
                    <a:pt x="1107" y="297"/>
                  </a:lnTo>
                  <a:lnTo>
                    <a:pt x="1107" y="277"/>
                  </a:lnTo>
                  <a:lnTo>
                    <a:pt x="1107" y="277"/>
                  </a:lnTo>
                  <a:lnTo>
                    <a:pt x="1067" y="238"/>
                  </a:lnTo>
                  <a:lnTo>
                    <a:pt x="1048" y="198"/>
                  </a:lnTo>
                  <a:lnTo>
                    <a:pt x="1048" y="159"/>
                  </a:lnTo>
                  <a:lnTo>
                    <a:pt x="1067" y="139"/>
                  </a:lnTo>
                  <a:lnTo>
                    <a:pt x="1107" y="139"/>
                  </a:lnTo>
                  <a:lnTo>
                    <a:pt x="1127" y="119"/>
                  </a:lnTo>
                  <a:lnTo>
                    <a:pt x="1107" y="100"/>
                  </a:lnTo>
                  <a:lnTo>
                    <a:pt x="1206" y="100"/>
                  </a:lnTo>
                  <a:lnTo>
                    <a:pt x="1225" y="80"/>
                  </a:lnTo>
                  <a:lnTo>
                    <a:pt x="1344" y="80"/>
                  </a:lnTo>
                  <a:lnTo>
                    <a:pt x="1265" y="60"/>
                  </a:lnTo>
                  <a:lnTo>
                    <a:pt x="1225" y="40"/>
                  </a:lnTo>
                  <a:lnTo>
                    <a:pt x="1206" y="40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-1397075" y="40990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0" y="0"/>
                  </a:moveTo>
                  <a:lnTo>
                    <a:pt x="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-1430175" y="40822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-1409425" y="4106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-1243500" y="413657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-1245000" y="4137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-1295850" y="4123725"/>
              <a:ext cx="53850" cy="43975"/>
            </a:xfrm>
            <a:custGeom>
              <a:rect b="b" l="l" r="r" t="t"/>
              <a:pathLst>
                <a:path extrusionOk="0" h="1759" w="2154">
                  <a:moveTo>
                    <a:pt x="1699" y="100"/>
                  </a:moveTo>
                  <a:lnTo>
                    <a:pt x="1699" y="139"/>
                  </a:lnTo>
                  <a:lnTo>
                    <a:pt x="1709" y="100"/>
                  </a:lnTo>
                  <a:close/>
                  <a:moveTo>
                    <a:pt x="1976" y="179"/>
                  </a:moveTo>
                  <a:lnTo>
                    <a:pt x="1956" y="278"/>
                  </a:lnTo>
                  <a:lnTo>
                    <a:pt x="1943" y="370"/>
                  </a:lnTo>
                  <a:lnTo>
                    <a:pt x="1956" y="317"/>
                  </a:lnTo>
                  <a:lnTo>
                    <a:pt x="1976" y="179"/>
                  </a:lnTo>
                  <a:close/>
                  <a:moveTo>
                    <a:pt x="1943" y="370"/>
                  </a:moveTo>
                  <a:lnTo>
                    <a:pt x="1936" y="396"/>
                  </a:lnTo>
                  <a:lnTo>
                    <a:pt x="1936" y="416"/>
                  </a:lnTo>
                  <a:lnTo>
                    <a:pt x="1943" y="370"/>
                  </a:lnTo>
                  <a:close/>
                  <a:moveTo>
                    <a:pt x="2045" y="455"/>
                  </a:moveTo>
                  <a:lnTo>
                    <a:pt x="2035" y="475"/>
                  </a:lnTo>
                  <a:lnTo>
                    <a:pt x="2035" y="495"/>
                  </a:lnTo>
                  <a:lnTo>
                    <a:pt x="2045" y="455"/>
                  </a:lnTo>
                  <a:close/>
                  <a:moveTo>
                    <a:pt x="2035" y="495"/>
                  </a:moveTo>
                  <a:lnTo>
                    <a:pt x="2022" y="534"/>
                  </a:lnTo>
                  <a:lnTo>
                    <a:pt x="2035" y="534"/>
                  </a:lnTo>
                  <a:lnTo>
                    <a:pt x="2035" y="495"/>
                  </a:lnTo>
                  <a:close/>
                  <a:moveTo>
                    <a:pt x="2134" y="198"/>
                  </a:moveTo>
                  <a:lnTo>
                    <a:pt x="2114" y="258"/>
                  </a:lnTo>
                  <a:lnTo>
                    <a:pt x="2114" y="238"/>
                  </a:lnTo>
                  <a:lnTo>
                    <a:pt x="2114" y="218"/>
                  </a:lnTo>
                  <a:lnTo>
                    <a:pt x="2094" y="258"/>
                  </a:lnTo>
                  <a:lnTo>
                    <a:pt x="2094" y="297"/>
                  </a:lnTo>
                  <a:lnTo>
                    <a:pt x="2074" y="337"/>
                  </a:lnTo>
                  <a:lnTo>
                    <a:pt x="2074" y="297"/>
                  </a:lnTo>
                  <a:lnTo>
                    <a:pt x="2074" y="278"/>
                  </a:lnTo>
                  <a:lnTo>
                    <a:pt x="2055" y="337"/>
                  </a:lnTo>
                  <a:lnTo>
                    <a:pt x="2055" y="317"/>
                  </a:lnTo>
                  <a:lnTo>
                    <a:pt x="2035" y="396"/>
                  </a:lnTo>
                  <a:lnTo>
                    <a:pt x="2015" y="455"/>
                  </a:lnTo>
                  <a:lnTo>
                    <a:pt x="2035" y="475"/>
                  </a:lnTo>
                  <a:lnTo>
                    <a:pt x="2035" y="455"/>
                  </a:lnTo>
                  <a:lnTo>
                    <a:pt x="2055" y="416"/>
                  </a:lnTo>
                  <a:lnTo>
                    <a:pt x="2045" y="455"/>
                  </a:lnTo>
                  <a:lnTo>
                    <a:pt x="2055" y="436"/>
                  </a:lnTo>
                  <a:lnTo>
                    <a:pt x="2055" y="475"/>
                  </a:lnTo>
                  <a:lnTo>
                    <a:pt x="2055" y="653"/>
                  </a:lnTo>
                  <a:lnTo>
                    <a:pt x="2035" y="811"/>
                  </a:lnTo>
                  <a:lnTo>
                    <a:pt x="2055" y="791"/>
                  </a:lnTo>
                  <a:lnTo>
                    <a:pt x="2042" y="923"/>
                  </a:lnTo>
                  <a:lnTo>
                    <a:pt x="2042" y="923"/>
                  </a:lnTo>
                  <a:lnTo>
                    <a:pt x="2055" y="870"/>
                  </a:lnTo>
                  <a:lnTo>
                    <a:pt x="2055" y="910"/>
                  </a:lnTo>
                  <a:lnTo>
                    <a:pt x="2055" y="929"/>
                  </a:lnTo>
                  <a:lnTo>
                    <a:pt x="2074" y="870"/>
                  </a:lnTo>
                  <a:lnTo>
                    <a:pt x="2074" y="890"/>
                  </a:lnTo>
                  <a:lnTo>
                    <a:pt x="2094" y="791"/>
                  </a:lnTo>
                  <a:lnTo>
                    <a:pt x="2094" y="771"/>
                  </a:lnTo>
                  <a:lnTo>
                    <a:pt x="2074" y="791"/>
                  </a:lnTo>
                  <a:lnTo>
                    <a:pt x="2094" y="732"/>
                  </a:lnTo>
                  <a:lnTo>
                    <a:pt x="2094" y="613"/>
                  </a:lnTo>
                  <a:lnTo>
                    <a:pt x="2094" y="594"/>
                  </a:lnTo>
                  <a:lnTo>
                    <a:pt x="2094" y="574"/>
                  </a:lnTo>
                  <a:lnTo>
                    <a:pt x="2074" y="613"/>
                  </a:lnTo>
                  <a:lnTo>
                    <a:pt x="2074" y="574"/>
                  </a:lnTo>
                  <a:lnTo>
                    <a:pt x="2074" y="554"/>
                  </a:lnTo>
                  <a:lnTo>
                    <a:pt x="2074" y="534"/>
                  </a:lnTo>
                  <a:lnTo>
                    <a:pt x="2094" y="416"/>
                  </a:lnTo>
                  <a:lnTo>
                    <a:pt x="2114" y="396"/>
                  </a:lnTo>
                  <a:lnTo>
                    <a:pt x="2094" y="436"/>
                  </a:lnTo>
                  <a:lnTo>
                    <a:pt x="2094" y="515"/>
                  </a:lnTo>
                  <a:lnTo>
                    <a:pt x="2114" y="475"/>
                  </a:lnTo>
                  <a:lnTo>
                    <a:pt x="2114" y="455"/>
                  </a:lnTo>
                  <a:lnTo>
                    <a:pt x="2134" y="376"/>
                  </a:lnTo>
                  <a:lnTo>
                    <a:pt x="2134" y="357"/>
                  </a:lnTo>
                  <a:lnTo>
                    <a:pt x="2153" y="278"/>
                  </a:lnTo>
                  <a:lnTo>
                    <a:pt x="2153" y="198"/>
                  </a:lnTo>
                  <a:lnTo>
                    <a:pt x="2134" y="278"/>
                  </a:lnTo>
                  <a:lnTo>
                    <a:pt x="2134" y="258"/>
                  </a:lnTo>
                  <a:lnTo>
                    <a:pt x="2134" y="198"/>
                  </a:lnTo>
                  <a:close/>
                  <a:moveTo>
                    <a:pt x="1815" y="935"/>
                  </a:moveTo>
                  <a:lnTo>
                    <a:pt x="1810" y="981"/>
                  </a:lnTo>
                  <a:lnTo>
                    <a:pt x="1798" y="969"/>
                  </a:lnTo>
                  <a:lnTo>
                    <a:pt x="1815" y="935"/>
                  </a:lnTo>
                  <a:close/>
                  <a:moveTo>
                    <a:pt x="2042" y="923"/>
                  </a:moveTo>
                  <a:lnTo>
                    <a:pt x="2035" y="949"/>
                  </a:lnTo>
                  <a:lnTo>
                    <a:pt x="2035" y="989"/>
                  </a:lnTo>
                  <a:lnTo>
                    <a:pt x="2042" y="923"/>
                  </a:lnTo>
                  <a:close/>
                  <a:moveTo>
                    <a:pt x="1947" y="898"/>
                  </a:moveTo>
                  <a:lnTo>
                    <a:pt x="1936" y="989"/>
                  </a:lnTo>
                  <a:lnTo>
                    <a:pt x="1936" y="949"/>
                  </a:lnTo>
                  <a:lnTo>
                    <a:pt x="1936" y="910"/>
                  </a:lnTo>
                  <a:lnTo>
                    <a:pt x="1947" y="898"/>
                  </a:lnTo>
                  <a:close/>
                  <a:moveTo>
                    <a:pt x="2035" y="989"/>
                  </a:moveTo>
                  <a:lnTo>
                    <a:pt x="2035" y="989"/>
                  </a:lnTo>
                  <a:lnTo>
                    <a:pt x="2035" y="989"/>
                  </a:lnTo>
                  <a:close/>
                  <a:moveTo>
                    <a:pt x="1995" y="989"/>
                  </a:moveTo>
                  <a:lnTo>
                    <a:pt x="1988" y="1044"/>
                  </a:lnTo>
                  <a:lnTo>
                    <a:pt x="1995" y="1028"/>
                  </a:lnTo>
                  <a:lnTo>
                    <a:pt x="1995" y="989"/>
                  </a:lnTo>
                  <a:close/>
                  <a:moveTo>
                    <a:pt x="1620" y="1127"/>
                  </a:moveTo>
                  <a:lnTo>
                    <a:pt x="1620" y="114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20" y="1127"/>
                  </a:lnTo>
                  <a:close/>
                  <a:moveTo>
                    <a:pt x="1818" y="1127"/>
                  </a:moveTo>
                  <a:lnTo>
                    <a:pt x="1808" y="1137"/>
                  </a:lnTo>
                  <a:lnTo>
                    <a:pt x="1818" y="1147"/>
                  </a:lnTo>
                  <a:lnTo>
                    <a:pt x="1818" y="1127"/>
                  </a:lnTo>
                  <a:close/>
                  <a:moveTo>
                    <a:pt x="1995" y="1166"/>
                  </a:moveTo>
                  <a:lnTo>
                    <a:pt x="1976" y="1186"/>
                  </a:lnTo>
                  <a:lnTo>
                    <a:pt x="1976" y="1206"/>
                  </a:lnTo>
                  <a:lnTo>
                    <a:pt x="1995" y="1166"/>
                  </a:lnTo>
                  <a:close/>
                  <a:moveTo>
                    <a:pt x="1857" y="1226"/>
                  </a:moveTo>
                  <a:lnTo>
                    <a:pt x="1857" y="1226"/>
                  </a:lnTo>
                  <a:lnTo>
                    <a:pt x="1857" y="1226"/>
                  </a:lnTo>
                  <a:close/>
                  <a:moveTo>
                    <a:pt x="1719" y="1087"/>
                  </a:moveTo>
                  <a:lnTo>
                    <a:pt x="1699" y="1107"/>
                  </a:lnTo>
                  <a:lnTo>
                    <a:pt x="1679" y="1226"/>
                  </a:lnTo>
                  <a:lnTo>
                    <a:pt x="1679" y="1324"/>
                  </a:lnTo>
                  <a:lnTo>
                    <a:pt x="1699" y="1245"/>
                  </a:lnTo>
                  <a:lnTo>
                    <a:pt x="1719" y="1206"/>
                  </a:lnTo>
                  <a:lnTo>
                    <a:pt x="1719" y="1087"/>
                  </a:lnTo>
                  <a:close/>
                  <a:moveTo>
                    <a:pt x="1482" y="1344"/>
                  </a:moveTo>
                  <a:lnTo>
                    <a:pt x="1482" y="1344"/>
                  </a:lnTo>
                  <a:lnTo>
                    <a:pt x="1482" y="1344"/>
                  </a:lnTo>
                  <a:close/>
                  <a:moveTo>
                    <a:pt x="277" y="1285"/>
                  </a:moveTo>
                  <a:lnTo>
                    <a:pt x="277" y="1305"/>
                  </a:lnTo>
                  <a:lnTo>
                    <a:pt x="277" y="1324"/>
                  </a:lnTo>
                  <a:lnTo>
                    <a:pt x="297" y="1384"/>
                  </a:lnTo>
                  <a:lnTo>
                    <a:pt x="277" y="1285"/>
                  </a:lnTo>
                  <a:close/>
                  <a:moveTo>
                    <a:pt x="1344" y="1364"/>
                  </a:moveTo>
                  <a:lnTo>
                    <a:pt x="1330" y="1403"/>
                  </a:lnTo>
                  <a:lnTo>
                    <a:pt x="1344" y="1403"/>
                  </a:lnTo>
                  <a:lnTo>
                    <a:pt x="1344" y="1364"/>
                  </a:lnTo>
                  <a:close/>
                  <a:moveTo>
                    <a:pt x="1442" y="1364"/>
                  </a:moveTo>
                  <a:lnTo>
                    <a:pt x="1462" y="1403"/>
                  </a:lnTo>
                  <a:lnTo>
                    <a:pt x="1462" y="1384"/>
                  </a:lnTo>
                  <a:lnTo>
                    <a:pt x="1442" y="1364"/>
                  </a:lnTo>
                  <a:close/>
                  <a:moveTo>
                    <a:pt x="1304" y="1403"/>
                  </a:moveTo>
                  <a:lnTo>
                    <a:pt x="1324" y="1423"/>
                  </a:lnTo>
                  <a:lnTo>
                    <a:pt x="1330" y="1403"/>
                  </a:lnTo>
                  <a:close/>
                  <a:moveTo>
                    <a:pt x="1482" y="1344"/>
                  </a:moveTo>
                  <a:lnTo>
                    <a:pt x="1462" y="1423"/>
                  </a:lnTo>
                  <a:lnTo>
                    <a:pt x="1482" y="1403"/>
                  </a:lnTo>
                  <a:lnTo>
                    <a:pt x="1482" y="1384"/>
                  </a:lnTo>
                  <a:lnTo>
                    <a:pt x="1482" y="1344"/>
                  </a:lnTo>
                  <a:close/>
                  <a:moveTo>
                    <a:pt x="1265" y="1443"/>
                  </a:moveTo>
                  <a:lnTo>
                    <a:pt x="1265" y="1463"/>
                  </a:lnTo>
                  <a:lnTo>
                    <a:pt x="1284" y="1482"/>
                  </a:lnTo>
                  <a:lnTo>
                    <a:pt x="1265" y="1443"/>
                  </a:lnTo>
                  <a:close/>
                  <a:moveTo>
                    <a:pt x="988" y="1522"/>
                  </a:moveTo>
                  <a:lnTo>
                    <a:pt x="968" y="1542"/>
                  </a:lnTo>
                  <a:lnTo>
                    <a:pt x="988" y="1561"/>
                  </a:lnTo>
                  <a:lnTo>
                    <a:pt x="988" y="1542"/>
                  </a:lnTo>
                  <a:lnTo>
                    <a:pt x="988" y="1522"/>
                  </a:lnTo>
                  <a:close/>
                  <a:moveTo>
                    <a:pt x="1166" y="1423"/>
                  </a:moveTo>
                  <a:lnTo>
                    <a:pt x="1146" y="1443"/>
                  </a:lnTo>
                  <a:lnTo>
                    <a:pt x="1146" y="1482"/>
                  </a:lnTo>
                  <a:lnTo>
                    <a:pt x="1166" y="1581"/>
                  </a:lnTo>
                  <a:lnTo>
                    <a:pt x="1186" y="1601"/>
                  </a:lnTo>
                  <a:lnTo>
                    <a:pt x="1186" y="1601"/>
                  </a:lnTo>
                  <a:lnTo>
                    <a:pt x="1166" y="1561"/>
                  </a:lnTo>
                  <a:lnTo>
                    <a:pt x="1166" y="1522"/>
                  </a:lnTo>
                  <a:lnTo>
                    <a:pt x="1186" y="1542"/>
                  </a:lnTo>
                  <a:lnTo>
                    <a:pt x="1166" y="1443"/>
                  </a:lnTo>
                  <a:lnTo>
                    <a:pt x="1166" y="1423"/>
                  </a:lnTo>
                  <a:close/>
                  <a:moveTo>
                    <a:pt x="949" y="1423"/>
                  </a:moveTo>
                  <a:lnTo>
                    <a:pt x="968" y="1443"/>
                  </a:lnTo>
                  <a:lnTo>
                    <a:pt x="968" y="1463"/>
                  </a:lnTo>
                  <a:lnTo>
                    <a:pt x="988" y="1522"/>
                  </a:lnTo>
                  <a:lnTo>
                    <a:pt x="988" y="1463"/>
                  </a:lnTo>
                  <a:lnTo>
                    <a:pt x="1008" y="1502"/>
                  </a:lnTo>
                  <a:lnTo>
                    <a:pt x="1008" y="1621"/>
                  </a:lnTo>
                  <a:lnTo>
                    <a:pt x="988" y="1561"/>
                  </a:lnTo>
                  <a:lnTo>
                    <a:pt x="988" y="1561"/>
                  </a:lnTo>
                  <a:lnTo>
                    <a:pt x="1008" y="1640"/>
                  </a:lnTo>
                  <a:lnTo>
                    <a:pt x="988" y="1621"/>
                  </a:lnTo>
                  <a:lnTo>
                    <a:pt x="968" y="1621"/>
                  </a:lnTo>
                  <a:lnTo>
                    <a:pt x="968" y="1640"/>
                  </a:lnTo>
                  <a:lnTo>
                    <a:pt x="949" y="1463"/>
                  </a:lnTo>
                  <a:lnTo>
                    <a:pt x="949" y="1423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1521" y="1"/>
                  </a:moveTo>
                  <a:lnTo>
                    <a:pt x="1502" y="40"/>
                  </a:lnTo>
                  <a:lnTo>
                    <a:pt x="1482" y="119"/>
                  </a:lnTo>
                  <a:lnTo>
                    <a:pt x="1462" y="119"/>
                  </a:lnTo>
                  <a:lnTo>
                    <a:pt x="1462" y="80"/>
                  </a:lnTo>
                  <a:lnTo>
                    <a:pt x="1442" y="139"/>
                  </a:lnTo>
                  <a:lnTo>
                    <a:pt x="1442" y="218"/>
                  </a:lnTo>
                  <a:lnTo>
                    <a:pt x="1462" y="278"/>
                  </a:lnTo>
                  <a:lnTo>
                    <a:pt x="1462" y="238"/>
                  </a:lnTo>
                  <a:lnTo>
                    <a:pt x="1482" y="218"/>
                  </a:lnTo>
                  <a:lnTo>
                    <a:pt x="1482" y="278"/>
                  </a:lnTo>
                  <a:lnTo>
                    <a:pt x="1482" y="357"/>
                  </a:lnTo>
                  <a:lnTo>
                    <a:pt x="1482" y="396"/>
                  </a:lnTo>
                  <a:lnTo>
                    <a:pt x="1482" y="495"/>
                  </a:lnTo>
                  <a:lnTo>
                    <a:pt x="1462" y="515"/>
                  </a:lnTo>
                  <a:lnTo>
                    <a:pt x="1462" y="436"/>
                  </a:lnTo>
                  <a:lnTo>
                    <a:pt x="1462" y="396"/>
                  </a:lnTo>
                  <a:lnTo>
                    <a:pt x="1462" y="297"/>
                  </a:lnTo>
                  <a:lnTo>
                    <a:pt x="1442" y="376"/>
                  </a:lnTo>
                  <a:lnTo>
                    <a:pt x="1442" y="436"/>
                  </a:lnTo>
                  <a:lnTo>
                    <a:pt x="1423" y="436"/>
                  </a:lnTo>
                  <a:lnTo>
                    <a:pt x="1423" y="455"/>
                  </a:lnTo>
                  <a:lnTo>
                    <a:pt x="1423" y="495"/>
                  </a:lnTo>
                  <a:lnTo>
                    <a:pt x="1403" y="416"/>
                  </a:lnTo>
                  <a:lnTo>
                    <a:pt x="1423" y="436"/>
                  </a:lnTo>
                  <a:lnTo>
                    <a:pt x="1423" y="396"/>
                  </a:lnTo>
                  <a:lnTo>
                    <a:pt x="1423" y="357"/>
                  </a:lnTo>
                  <a:lnTo>
                    <a:pt x="1423" y="297"/>
                  </a:lnTo>
                  <a:lnTo>
                    <a:pt x="1423" y="218"/>
                  </a:lnTo>
                  <a:lnTo>
                    <a:pt x="1442" y="100"/>
                  </a:lnTo>
                  <a:lnTo>
                    <a:pt x="1423" y="100"/>
                  </a:lnTo>
                  <a:lnTo>
                    <a:pt x="1423" y="60"/>
                  </a:lnTo>
                  <a:lnTo>
                    <a:pt x="1403" y="100"/>
                  </a:lnTo>
                  <a:lnTo>
                    <a:pt x="1383" y="159"/>
                  </a:lnTo>
                  <a:lnTo>
                    <a:pt x="1383" y="100"/>
                  </a:lnTo>
                  <a:lnTo>
                    <a:pt x="1363" y="100"/>
                  </a:lnTo>
                  <a:lnTo>
                    <a:pt x="1344" y="139"/>
                  </a:lnTo>
                  <a:lnTo>
                    <a:pt x="1344" y="80"/>
                  </a:lnTo>
                  <a:lnTo>
                    <a:pt x="1324" y="60"/>
                  </a:lnTo>
                  <a:lnTo>
                    <a:pt x="1324" y="80"/>
                  </a:lnTo>
                  <a:lnTo>
                    <a:pt x="1304" y="119"/>
                  </a:lnTo>
                  <a:lnTo>
                    <a:pt x="1284" y="179"/>
                  </a:lnTo>
                  <a:lnTo>
                    <a:pt x="1265" y="179"/>
                  </a:lnTo>
                  <a:lnTo>
                    <a:pt x="1265" y="139"/>
                  </a:lnTo>
                  <a:lnTo>
                    <a:pt x="1245" y="119"/>
                  </a:lnTo>
                  <a:lnTo>
                    <a:pt x="1245" y="159"/>
                  </a:lnTo>
                  <a:lnTo>
                    <a:pt x="1225" y="119"/>
                  </a:lnTo>
                  <a:lnTo>
                    <a:pt x="1225" y="139"/>
                  </a:lnTo>
                  <a:lnTo>
                    <a:pt x="1205" y="159"/>
                  </a:lnTo>
                  <a:lnTo>
                    <a:pt x="1205" y="100"/>
                  </a:lnTo>
                  <a:lnTo>
                    <a:pt x="1186" y="100"/>
                  </a:lnTo>
                  <a:lnTo>
                    <a:pt x="1186" y="139"/>
                  </a:lnTo>
                  <a:lnTo>
                    <a:pt x="1166" y="218"/>
                  </a:lnTo>
                  <a:lnTo>
                    <a:pt x="1166" y="119"/>
                  </a:lnTo>
                  <a:lnTo>
                    <a:pt x="1107" y="179"/>
                  </a:lnTo>
                  <a:lnTo>
                    <a:pt x="1047" y="218"/>
                  </a:lnTo>
                  <a:lnTo>
                    <a:pt x="1047" y="179"/>
                  </a:lnTo>
                  <a:lnTo>
                    <a:pt x="1028" y="198"/>
                  </a:lnTo>
                  <a:lnTo>
                    <a:pt x="1008" y="238"/>
                  </a:lnTo>
                  <a:lnTo>
                    <a:pt x="988" y="278"/>
                  </a:lnTo>
                  <a:lnTo>
                    <a:pt x="968" y="317"/>
                  </a:lnTo>
                  <a:lnTo>
                    <a:pt x="968" y="376"/>
                  </a:lnTo>
                  <a:lnTo>
                    <a:pt x="988" y="495"/>
                  </a:lnTo>
                  <a:lnTo>
                    <a:pt x="988" y="515"/>
                  </a:lnTo>
                  <a:lnTo>
                    <a:pt x="968" y="475"/>
                  </a:lnTo>
                  <a:lnTo>
                    <a:pt x="968" y="436"/>
                  </a:lnTo>
                  <a:lnTo>
                    <a:pt x="968" y="416"/>
                  </a:lnTo>
                  <a:lnTo>
                    <a:pt x="949" y="317"/>
                  </a:lnTo>
                  <a:lnTo>
                    <a:pt x="929" y="297"/>
                  </a:lnTo>
                  <a:lnTo>
                    <a:pt x="929" y="317"/>
                  </a:lnTo>
                  <a:lnTo>
                    <a:pt x="909" y="317"/>
                  </a:lnTo>
                  <a:lnTo>
                    <a:pt x="909" y="297"/>
                  </a:lnTo>
                  <a:lnTo>
                    <a:pt x="909" y="258"/>
                  </a:lnTo>
                  <a:lnTo>
                    <a:pt x="929" y="238"/>
                  </a:lnTo>
                  <a:lnTo>
                    <a:pt x="929" y="198"/>
                  </a:lnTo>
                  <a:lnTo>
                    <a:pt x="909" y="238"/>
                  </a:lnTo>
                  <a:lnTo>
                    <a:pt x="889" y="238"/>
                  </a:lnTo>
                  <a:lnTo>
                    <a:pt x="889" y="278"/>
                  </a:lnTo>
                  <a:lnTo>
                    <a:pt x="889" y="297"/>
                  </a:lnTo>
                  <a:lnTo>
                    <a:pt x="870" y="376"/>
                  </a:lnTo>
                  <a:lnTo>
                    <a:pt x="870" y="357"/>
                  </a:lnTo>
                  <a:lnTo>
                    <a:pt x="850" y="357"/>
                  </a:lnTo>
                  <a:lnTo>
                    <a:pt x="830" y="337"/>
                  </a:lnTo>
                  <a:lnTo>
                    <a:pt x="830" y="278"/>
                  </a:lnTo>
                  <a:lnTo>
                    <a:pt x="810" y="297"/>
                  </a:lnTo>
                  <a:lnTo>
                    <a:pt x="810" y="278"/>
                  </a:lnTo>
                  <a:lnTo>
                    <a:pt x="771" y="278"/>
                  </a:lnTo>
                  <a:lnTo>
                    <a:pt x="751" y="258"/>
                  </a:lnTo>
                  <a:lnTo>
                    <a:pt x="751" y="238"/>
                  </a:lnTo>
                  <a:lnTo>
                    <a:pt x="731" y="278"/>
                  </a:lnTo>
                  <a:lnTo>
                    <a:pt x="712" y="357"/>
                  </a:lnTo>
                  <a:lnTo>
                    <a:pt x="731" y="357"/>
                  </a:lnTo>
                  <a:lnTo>
                    <a:pt x="731" y="416"/>
                  </a:lnTo>
                  <a:lnTo>
                    <a:pt x="731" y="455"/>
                  </a:lnTo>
                  <a:lnTo>
                    <a:pt x="712" y="416"/>
                  </a:lnTo>
                  <a:lnTo>
                    <a:pt x="712" y="376"/>
                  </a:lnTo>
                  <a:lnTo>
                    <a:pt x="692" y="337"/>
                  </a:lnTo>
                  <a:lnTo>
                    <a:pt x="672" y="297"/>
                  </a:lnTo>
                  <a:lnTo>
                    <a:pt x="672" y="317"/>
                  </a:lnTo>
                  <a:lnTo>
                    <a:pt x="652" y="376"/>
                  </a:lnTo>
                  <a:lnTo>
                    <a:pt x="652" y="337"/>
                  </a:lnTo>
                  <a:lnTo>
                    <a:pt x="652" y="297"/>
                  </a:lnTo>
                  <a:lnTo>
                    <a:pt x="633" y="278"/>
                  </a:lnTo>
                  <a:lnTo>
                    <a:pt x="633" y="297"/>
                  </a:lnTo>
                  <a:lnTo>
                    <a:pt x="633" y="337"/>
                  </a:lnTo>
                  <a:lnTo>
                    <a:pt x="613" y="455"/>
                  </a:lnTo>
                  <a:lnTo>
                    <a:pt x="613" y="495"/>
                  </a:lnTo>
                  <a:lnTo>
                    <a:pt x="593" y="554"/>
                  </a:lnTo>
                  <a:lnTo>
                    <a:pt x="593" y="495"/>
                  </a:lnTo>
                  <a:lnTo>
                    <a:pt x="573" y="475"/>
                  </a:lnTo>
                  <a:lnTo>
                    <a:pt x="573" y="436"/>
                  </a:lnTo>
                  <a:lnTo>
                    <a:pt x="593" y="455"/>
                  </a:lnTo>
                  <a:lnTo>
                    <a:pt x="593" y="436"/>
                  </a:lnTo>
                  <a:lnTo>
                    <a:pt x="573" y="357"/>
                  </a:lnTo>
                  <a:lnTo>
                    <a:pt x="554" y="337"/>
                  </a:lnTo>
                  <a:lnTo>
                    <a:pt x="514" y="337"/>
                  </a:lnTo>
                  <a:lnTo>
                    <a:pt x="494" y="376"/>
                  </a:lnTo>
                  <a:lnTo>
                    <a:pt x="475" y="376"/>
                  </a:lnTo>
                  <a:lnTo>
                    <a:pt x="475" y="396"/>
                  </a:lnTo>
                  <a:lnTo>
                    <a:pt x="435" y="357"/>
                  </a:lnTo>
                  <a:lnTo>
                    <a:pt x="396" y="357"/>
                  </a:lnTo>
                  <a:lnTo>
                    <a:pt x="376" y="376"/>
                  </a:lnTo>
                  <a:lnTo>
                    <a:pt x="376" y="416"/>
                  </a:lnTo>
                  <a:lnTo>
                    <a:pt x="356" y="376"/>
                  </a:lnTo>
                  <a:lnTo>
                    <a:pt x="356" y="455"/>
                  </a:lnTo>
                  <a:lnTo>
                    <a:pt x="336" y="515"/>
                  </a:lnTo>
                  <a:lnTo>
                    <a:pt x="336" y="554"/>
                  </a:lnTo>
                  <a:lnTo>
                    <a:pt x="336" y="673"/>
                  </a:lnTo>
                  <a:lnTo>
                    <a:pt x="317" y="613"/>
                  </a:lnTo>
                  <a:lnTo>
                    <a:pt x="297" y="594"/>
                  </a:lnTo>
                  <a:lnTo>
                    <a:pt x="297" y="534"/>
                  </a:lnTo>
                  <a:lnTo>
                    <a:pt x="277" y="515"/>
                  </a:lnTo>
                  <a:lnTo>
                    <a:pt x="277" y="534"/>
                  </a:lnTo>
                  <a:lnTo>
                    <a:pt x="297" y="613"/>
                  </a:lnTo>
                  <a:lnTo>
                    <a:pt x="297" y="673"/>
                  </a:lnTo>
                  <a:lnTo>
                    <a:pt x="297" y="692"/>
                  </a:lnTo>
                  <a:lnTo>
                    <a:pt x="297" y="712"/>
                  </a:lnTo>
                  <a:lnTo>
                    <a:pt x="257" y="771"/>
                  </a:lnTo>
                  <a:lnTo>
                    <a:pt x="238" y="811"/>
                  </a:lnTo>
                  <a:lnTo>
                    <a:pt x="198" y="831"/>
                  </a:lnTo>
                  <a:lnTo>
                    <a:pt x="159" y="811"/>
                  </a:lnTo>
                  <a:lnTo>
                    <a:pt x="159" y="791"/>
                  </a:lnTo>
                  <a:lnTo>
                    <a:pt x="139" y="791"/>
                  </a:lnTo>
                  <a:lnTo>
                    <a:pt x="139" y="771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119" y="791"/>
                  </a:lnTo>
                  <a:lnTo>
                    <a:pt x="99" y="752"/>
                  </a:lnTo>
                  <a:lnTo>
                    <a:pt x="99" y="732"/>
                  </a:lnTo>
                  <a:lnTo>
                    <a:pt x="79" y="732"/>
                  </a:lnTo>
                  <a:lnTo>
                    <a:pt x="60" y="712"/>
                  </a:lnTo>
                  <a:lnTo>
                    <a:pt x="60" y="692"/>
                  </a:lnTo>
                  <a:lnTo>
                    <a:pt x="40" y="712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20" y="712"/>
                  </a:lnTo>
                  <a:lnTo>
                    <a:pt x="20" y="732"/>
                  </a:lnTo>
                  <a:lnTo>
                    <a:pt x="60" y="890"/>
                  </a:lnTo>
                  <a:lnTo>
                    <a:pt x="119" y="1048"/>
                  </a:lnTo>
                  <a:lnTo>
                    <a:pt x="139" y="1107"/>
                  </a:lnTo>
                  <a:lnTo>
                    <a:pt x="178" y="1166"/>
                  </a:lnTo>
                  <a:lnTo>
                    <a:pt x="159" y="1127"/>
                  </a:lnTo>
                  <a:lnTo>
                    <a:pt x="159" y="1127"/>
                  </a:lnTo>
                  <a:lnTo>
                    <a:pt x="178" y="1147"/>
                  </a:lnTo>
                  <a:lnTo>
                    <a:pt x="198" y="1186"/>
                  </a:lnTo>
                  <a:lnTo>
                    <a:pt x="198" y="1147"/>
                  </a:lnTo>
                  <a:lnTo>
                    <a:pt x="218" y="1206"/>
                  </a:lnTo>
                  <a:lnTo>
                    <a:pt x="238" y="1285"/>
                  </a:lnTo>
                  <a:lnTo>
                    <a:pt x="238" y="1265"/>
                  </a:lnTo>
                  <a:lnTo>
                    <a:pt x="238" y="1245"/>
                  </a:lnTo>
                  <a:lnTo>
                    <a:pt x="257" y="1285"/>
                  </a:lnTo>
                  <a:lnTo>
                    <a:pt x="257" y="1324"/>
                  </a:lnTo>
                  <a:lnTo>
                    <a:pt x="277" y="1305"/>
                  </a:lnTo>
                  <a:lnTo>
                    <a:pt x="257" y="1226"/>
                  </a:lnTo>
                  <a:lnTo>
                    <a:pt x="257" y="1186"/>
                  </a:lnTo>
                  <a:lnTo>
                    <a:pt x="277" y="1226"/>
                  </a:lnTo>
                  <a:lnTo>
                    <a:pt x="297" y="1285"/>
                  </a:lnTo>
                  <a:lnTo>
                    <a:pt x="297" y="1364"/>
                  </a:lnTo>
                  <a:lnTo>
                    <a:pt x="317" y="1384"/>
                  </a:lnTo>
                  <a:lnTo>
                    <a:pt x="336" y="1384"/>
                  </a:lnTo>
                  <a:lnTo>
                    <a:pt x="336" y="1423"/>
                  </a:lnTo>
                  <a:lnTo>
                    <a:pt x="356" y="1482"/>
                  </a:lnTo>
                  <a:lnTo>
                    <a:pt x="356" y="1443"/>
                  </a:lnTo>
                  <a:lnTo>
                    <a:pt x="356" y="1423"/>
                  </a:lnTo>
                  <a:lnTo>
                    <a:pt x="376" y="1443"/>
                  </a:lnTo>
                  <a:lnTo>
                    <a:pt x="376" y="1463"/>
                  </a:lnTo>
                  <a:lnTo>
                    <a:pt x="396" y="1522"/>
                  </a:lnTo>
                  <a:lnTo>
                    <a:pt x="415" y="1561"/>
                  </a:lnTo>
                  <a:lnTo>
                    <a:pt x="415" y="1522"/>
                  </a:lnTo>
                  <a:lnTo>
                    <a:pt x="415" y="1463"/>
                  </a:lnTo>
                  <a:lnTo>
                    <a:pt x="435" y="1522"/>
                  </a:lnTo>
                  <a:lnTo>
                    <a:pt x="415" y="1423"/>
                  </a:lnTo>
                  <a:lnTo>
                    <a:pt x="396" y="1344"/>
                  </a:lnTo>
                  <a:lnTo>
                    <a:pt x="435" y="1443"/>
                  </a:lnTo>
                  <a:lnTo>
                    <a:pt x="455" y="1561"/>
                  </a:lnTo>
                  <a:lnTo>
                    <a:pt x="455" y="1502"/>
                  </a:lnTo>
                  <a:lnTo>
                    <a:pt x="475" y="1542"/>
                  </a:lnTo>
                  <a:lnTo>
                    <a:pt x="475" y="1581"/>
                  </a:lnTo>
                  <a:lnTo>
                    <a:pt x="494" y="1640"/>
                  </a:lnTo>
                  <a:lnTo>
                    <a:pt x="494" y="1621"/>
                  </a:lnTo>
                  <a:lnTo>
                    <a:pt x="514" y="1660"/>
                  </a:lnTo>
                  <a:lnTo>
                    <a:pt x="514" y="1621"/>
                  </a:lnTo>
                  <a:lnTo>
                    <a:pt x="534" y="1700"/>
                  </a:lnTo>
                  <a:lnTo>
                    <a:pt x="534" y="1660"/>
                  </a:lnTo>
                  <a:lnTo>
                    <a:pt x="554" y="1680"/>
                  </a:lnTo>
                  <a:lnTo>
                    <a:pt x="554" y="1660"/>
                  </a:lnTo>
                  <a:lnTo>
                    <a:pt x="573" y="1700"/>
                  </a:lnTo>
                  <a:lnTo>
                    <a:pt x="573" y="1700"/>
                  </a:lnTo>
                  <a:lnTo>
                    <a:pt x="554" y="1621"/>
                  </a:lnTo>
                  <a:lnTo>
                    <a:pt x="573" y="1640"/>
                  </a:lnTo>
                  <a:lnTo>
                    <a:pt x="593" y="1700"/>
                  </a:lnTo>
                  <a:lnTo>
                    <a:pt x="554" y="1522"/>
                  </a:lnTo>
                  <a:lnTo>
                    <a:pt x="573" y="1581"/>
                  </a:lnTo>
                  <a:lnTo>
                    <a:pt x="593" y="1660"/>
                  </a:lnTo>
                  <a:lnTo>
                    <a:pt x="613" y="1759"/>
                  </a:lnTo>
                  <a:lnTo>
                    <a:pt x="613" y="1739"/>
                  </a:lnTo>
                  <a:lnTo>
                    <a:pt x="633" y="1759"/>
                  </a:lnTo>
                  <a:lnTo>
                    <a:pt x="633" y="1759"/>
                  </a:lnTo>
                  <a:lnTo>
                    <a:pt x="613" y="1660"/>
                  </a:lnTo>
                  <a:lnTo>
                    <a:pt x="613" y="1700"/>
                  </a:lnTo>
                  <a:lnTo>
                    <a:pt x="593" y="1640"/>
                  </a:lnTo>
                  <a:lnTo>
                    <a:pt x="593" y="1561"/>
                  </a:lnTo>
                  <a:lnTo>
                    <a:pt x="593" y="1463"/>
                  </a:lnTo>
                  <a:lnTo>
                    <a:pt x="613" y="1522"/>
                  </a:lnTo>
                  <a:lnTo>
                    <a:pt x="633" y="1640"/>
                  </a:lnTo>
                  <a:lnTo>
                    <a:pt x="633" y="1621"/>
                  </a:lnTo>
                  <a:lnTo>
                    <a:pt x="652" y="1700"/>
                  </a:lnTo>
                  <a:lnTo>
                    <a:pt x="633" y="1601"/>
                  </a:lnTo>
                  <a:lnTo>
                    <a:pt x="652" y="1581"/>
                  </a:lnTo>
                  <a:lnTo>
                    <a:pt x="652" y="1601"/>
                  </a:lnTo>
                  <a:lnTo>
                    <a:pt x="672" y="1660"/>
                  </a:lnTo>
                  <a:lnTo>
                    <a:pt x="672" y="1680"/>
                  </a:lnTo>
                  <a:lnTo>
                    <a:pt x="692" y="1700"/>
                  </a:lnTo>
                  <a:lnTo>
                    <a:pt x="712" y="1719"/>
                  </a:lnTo>
                  <a:lnTo>
                    <a:pt x="712" y="1700"/>
                  </a:lnTo>
                  <a:lnTo>
                    <a:pt x="672" y="1463"/>
                  </a:lnTo>
                  <a:lnTo>
                    <a:pt x="692" y="1482"/>
                  </a:lnTo>
                  <a:lnTo>
                    <a:pt x="692" y="1463"/>
                  </a:lnTo>
                  <a:lnTo>
                    <a:pt x="712" y="1522"/>
                  </a:lnTo>
                  <a:lnTo>
                    <a:pt x="712" y="1581"/>
                  </a:lnTo>
                  <a:lnTo>
                    <a:pt x="731" y="1680"/>
                  </a:lnTo>
                  <a:lnTo>
                    <a:pt x="751" y="1660"/>
                  </a:lnTo>
                  <a:lnTo>
                    <a:pt x="751" y="1739"/>
                  </a:lnTo>
                  <a:lnTo>
                    <a:pt x="771" y="1739"/>
                  </a:lnTo>
                  <a:lnTo>
                    <a:pt x="771" y="1680"/>
                  </a:lnTo>
                  <a:lnTo>
                    <a:pt x="791" y="1739"/>
                  </a:lnTo>
                  <a:lnTo>
                    <a:pt x="810" y="1759"/>
                  </a:lnTo>
                  <a:lnTo>
                    <a:pt x="810" y="1759"/>
                  </a:lnTo>
                  <a:lnTo>
                    <a:pt x="791" y="1700"/>
                  </a:lnTo>
                  <a:lnTo>
                    <a:pt x="791" y="1680"/>
                  </a:lnTo>
                  <a:lnTo>
                    <a:pt x="810" y="1700"/>
                  </a:lnTo>
                  <a:lnTo>
                    <a:pt x="810" y="1739"/>
                  </a:lnTo>
                  <a:lnTo>
                    <a:pt x="830" y="1739"/>
                  </a:lnTo>
                  <a:lnTo>
                    <a:pt x="830" y="1700"/>
                  </a:lnTo>
                  <a:lnTo>
                    <a:pt x="810" y="1601"/>
                  </a:lnTo>
                  <a:lnTo>
                    <a:pt x="830" y="1601"/>
                  </a:lnTo>
                  <a:lnTo>
                    <a:pt x="830" y="1621"/>
                  </a:lnTo>
                  <a:lnTo>
                    <a:pt x="850" y="1680"/>
                  </a:lnTo>
                  <a:lnTo>
                    <a:pt x="850" y="1660"/>
                  </a:lnTo>
                  <a:lnTo>
                    <a:pt x="870" y="1680"/>
                  </a:lnTo>
                  <a:lnTo>
                    <a:pt x="870" y="1463"/>
                  </a:lnTo>
                  <a:lnTo>
                    <a:pt x="830" y="1245"/>
                  </a:lnTo>
                  <a:lnTo>
                    <a:pt x="850" y="1285"/>
                  </a:lnTo>
                  <a:lnTo>
                    <a:pt x="870" y="1324"/>
                  </a:lnTo>
                  <a:lnTo>
                    <a:pt x="889" y="1403"/>
                  </a:lnTo>
                  <a:lnTo>
                    <a:pt x="889" y="1463"/>
                  </a:lnTo>
                  <a:lnTo>
                    <a:pt x="870" y="1403"/>
                  </a:lnTo>
                  <a:lnTo>
                    <a:pt x="909" y="1542"/>
                  </a:lnTo>
                  <a:lnTo>
                    <a:pt x="909" y="1601"/>
                  </a:lnTo>
                  <a:lnTo>
                    <a:pt x="889" y="1561"/>
                  </a:lnTo>
                  <a:lnTo>
                    <a:pt x="909" y="1640"/>
                  </a:lnTo>
                  <a:lnTo>
                    <a:pt x="909" y="1719"/>
                  </a:lnTo>
                  <a:lnTo>
                    <a:pt x="929" y="1719"/>
                  </a:lnTo>
                  <a:lnTo>
                    <a:pt x="929" y="1700"/>
                  </a:lnTo>
                  <a:lnTo>
                    <a:pt x="949" y="1680"/>
                  </a:lnTo>
                  <a:lnTo>
                    <a:pt x="949" y="1640"/>
                  </a:lnTo>
                  <a:lnTo>
                    <a:pt x="968" y="1680"/>
                  </a:lnTo>
                  <a:lnTo>
                    <a:pt x="988" y="1700"/>
                  </a:lnTo>
                  <a:lnTo>
                    <a:pt x="1008" y="1700"/>
                  </a:lnTo>
                  <a:lnTo>
                    <a:pt x="1008" y="1719"/>
                  </a:lnTo>
                  <a:lnTo>
                    <a:pt x="1028" y="1621"/>
                  </a:lnTo>
                  <a:lnTo>
                    <a:pt x="1008" y="1482"/>
                  </a:lnTo>
                  <a:lnTo>
                    <a:pt x="1028" y="1581"/>
                  </a:lnTo>
                  <a:lnTo>
                    <a:pt x="1047" y="1621"/>
                  </a:lnTo>
                  <a:lnTo>
                    <a:pt x="1028" y="1542"/>
                  </a:lnTo>
                  <a:lnTo>
                    <a:pt x="1028" y="1463"/>
                  </a:lnTo>
                  <a:lnTo>
                    <a:pt x="1028" y="1423"/>
                  </a:lnTo>
                  <a:lnTo>
                    <a:pt x="1028" y="1384"/>
                  </a:lnTo>
                  <a:lnTo>
                    <a:pt x="1047" y="1423"/>
                  </a:lnTo>
                  <a:lnTo>
                    <a:pt x="1047" y="1443"/>
                  </a:lnTo>
                  <a:lnTo>
                    <a:pt x="1067" y="1384"/>
                  </a:lnTo>
                  <a:lnTo>
                    <a:pt x="1067" y="1502"/>
                  </a:lnTo>
                  <a:lnTo>
                    <a:pt x="1067" y="1640"/>
                  </a:lnTo>
                  <a:lnTo>
                    <a:pt x="1087" y="1561"/>
                  </a:lnTo>
                  <a:lnTo>
                    <a:pt x="1087" y="1601"/>
                  </a:lnTo>
                  <a:lnTo>
                    <a:pt x="1107" y="1581"/>
                  </a:lnTo>
                  <a:lnTo>
                    <a:pt x="1107" y="1542"/>
                  </a:lnTo>
                  <a:lnTo>
                    <a:pt x="1126" y="1522"/>
                  </a:lnTo>
                  <a:lnTo>
                    <a:pt x="1146" y="1502"/>
                  </a:lnTo>
                  <a:lnTo>
                    <a:pt x="1126" y="1482"/>
                  </a:lnTo>
                  <a:lnTo>
                    <a:pt x="1126" y="1403"/>
                  </a:lnTo>
                  <a:lnTo>
                    <a:pt x="1126" y="1364"/>
                  </a:lnTo>
                  <a:lnTo>
                    <a:pt x="1146" y="1324"/>
                  </a:lnTo>
                  <a:lnTo>
                    <a:pt x="1146" y="1305"/>
                  </a:lnTo>
                  <a:lnTo>
                    <a:pt x="1146" y="1285"/>
                  </a:lnTo>
                  <a:lnTo>
                    <a:pt x="1166" y="1344"/>
                  </a:lnTo>
                  <a:lnTo>
                    <a:pt x="1166" y="1384"/>
                  </a:lnTo>
                  <a:lnTo>
                    <a:pt x="1186" y="1364"/>
                  </a:lnTo>
                  <a:lnTo>
                    <a:pt x="1186" y="1403"/>
                  </a:lnTo>
                  <a:lnTo>
                    <a:pt x="1186" y="1423"/>
                  </a:lnTo>
                  <a:lnTo>
                    <a:pt x="1205" y="1384"/>
                  </a:lnTo>
                  <a:lnTo>
                    <a:pt x="1205" y="1364"/>
                  </a:lnTo>
                  <a:lnTo>
                    <a:pt x="1205" y="1305"/>
                  </a:lnTo>
                  <a:lnTo>
                    <a:pt x="1205" y="1245"/>
                  </a:lnTo>
                  <a:lnTo>
                    <a:pt x="1225" y="1226"/>
                  </a:lnTo>
                  <a:lnTo>
                    <a:pt x="1245" y="1285"/>
                  </a:lnTo>
                  <a:lnTo>
                    <a:pt x="1245" y="1324"/>
                  </a:lnTo>
                  <a:lnTo>
                    <a:pt x="1245" y="1364"/>
                  </a:lnTo>
                  <a:lnTo>
                    <a:pt x="1265" y="1423"/>
                  </a:lnTo>
                  <a:lnTo>
                    <a:pt x="1265" y="1443"/>
                  </a:lnTo>
                  <a:lnTo>
                    <a:pt x="1284" y="1403"/>
                  </a:lnTo>
                  <a:lnTo>
                    <a:pt x="1284" y="1423"/>
                  </a:lnTo>
                  <a:lnTo>
                    <a:pt x="1304" y="1423"/>
                  </a:lnTo>
                  <a:lnTo>
                    <a:pt x="1304" y="1403"/>
                  </a:lnTo>
                  <a:lnTo>
                    <a:pt x="1284" y="1344"/>
                  </a:lnTo>
                  <a:lnTo>
                    <a:pt x="1304" y="1324"/>
                  </a:lnTo>
                  <a:lnTo>
                    <a:pt x="1324" y="1305"/>
                  </a:lnTo>
                  <a:lnTo>
                    <a:pt x="1324" y="1265"/>
                  </a:lnTo>
                  <a:lnTo>
                    <a:pt x="1344" y="1324"/>
                  </a:lnTo>
                  <a:lnTo>
                    <a:pt x="1344" y="1364"/>
                  </a:lnTo>
                  <a:lnTo>
                    <a:pt x="1363" y="1443"/>
                  </a:lnTo>
                  <a:lnTo>
                    <a:pt x="1363" y="1403"/>
                  </a:lnTo>
                  <a:lnTo>
                    <a:pt x="1383" y="1403"/>
                  </a:lnTo>
                  <a:lnTo>
                    <a:pt x="1383" y="1423"/>
                  </a:lnTo>
                  <a:lnTo>
                    <a:pt x="1403" y="1463"/>
                  </a:lnTo>
                  <a:lnTo>
                    <a:pt x="1403" y="1423"/>
                  </a:lnTo>
                  <a:lnTo>
                    <a:pt x="1403" y="1403"/>
                  </a:lnTo>
                  <a:lnTo>
                    <a:pt x="1403" y="1364"/>
                  </a:lnTo>
                  <a:lnTo>
                    <a:pt x="1423" y="1305"/>
                  </a:lnTo>
                  <a:lnTo>
                    <a:pt x="1403" y="1344"/>
                  </a:lnTo>
                  <a:lnTo>
                    <a:pt x="1403" y="1305"/>
                  </a:lnTo>
                  <a:lnTo>
                    <a:pt x="1423" y="1305"/>
                  </a:lnTo>
                  <a:lnTo>
                    <a:pt x="1423" y="1245"/>
                  </a:lnTo>
                  <a:lnTo>
                    <a:pt x="1442" y="1324"/>
                  </a:lnTo>
                  <a:lnTo>
                    <a:pt x="1442" y="1245"/>
                  </a:lnTo>
                  <a:lnTo>
                    <a:pt x="1442" y="1226"/>
                  </a:lnTo>
                  <a:lnTo>
                    <a:pt x="1462" y="1147"/>
                  </a:lnTo>
                  <a:lnTo>
                    <a:pt x="1462" y="1226"/>
                  </a:lnTo>
                  <a:lnTo>
                    <a:pt x="1462" y="1265"/>
                  </a:lnTo>
                  <a:lnTo>
                    <a:pt x="1462" y="1324"/>
                  </a:lnTo>
                  <a:lnTo>
                    <a:pt x="1462" y="1344"/>
                  </a:lnTo>
                  <a:lnTo>
                    <a:pt x="1482" y="1344"/>
                  </a:lnTo>
                  <a:lnTo>
                    <a:pt x="1482" y="1265"/>
                  </a:lnTo>
                  <a:lnTo>
                    <a:pt x="1502" y="1344"/>
                  </a:lnTo>
                  <a:lnTo>
                    <a:pt x="1502" y="1305"/>
                  </a:lnTo>
                  <a:lnTo>
                    <a:pt x="1502" y="1226"/>
                  </a:lnTo>
                  <a:lnTo>
                    <a:pt x="1502" y="1166"/>
                  </a:lnTo>
                  <a:lnTo>
                    <a:pt x="1502" y="1127"/>
                  </a:lnTo>
                  <a:lnTo>
                    <a:pt x="1502" y="1068"/>
                  </a:lnTo>
                  <a:lnTo>
                    <a:pt x="1521" y="1048"/>
                  </a:lnTo>
                  <a:lnTo>
                    <a:pt x="1521" y="1147"/>
                  </a:lnTo>
                  <a:lnTo>
                    <a:pt x="1521" y="1285"/>
                  </a:lnTo>
                  <a:lnTo>
                    <a:pt x="1521" y="1443"/>
                  </a:lnTo>
                  <a:lnTo>
                    <a:pt x="1541" y="1423"/>
                  </a:lnTo>
                  <a:lnTo>
                    <a:pt x="1541" y="1443"/>
                  </a:lnTo>
                  <a:lnTo>
                    <a:pt x="1561" y="1344"/>
                  </a:lnTo>
                  <a:lnTo>
                    <a:pt x="1561" y="1285"/>
                  </a:lnTo>
                  <a:lnTo>
                    <a:pt x="1581" y="1245"/>
                  </a:lnTo>
                  <a:lnTo>
                    <a:pt x="1600" y="1206"/>
                  </a:lnTo>
                  <a:lnTo>
                    <a:pt x="1600" y="1068"/>
                  </a:lnTo>
                  <a:lnTo>
                    <a:pt x="1620" y="1048"/>
                  </a:lnTo>
                  <a:lnTo>
                    <a:pt x="1620" y="989"/>
                  </a:lnTo>
                  <a:lnTo>
                    <a:pt x="1640" y="989"/>
                  </a:lnTo>
                  <a:lnTo>
                    <a:pt x="1620" y="1048"/>
                  </a:lnTo>
                  <a:lnTo>
                    <a:pt x="1640" y="1068"/>
                  </a:lnTo>
                  <a:lnTo>
                    <a:pt x="1640" y="108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40" y="1147"/>
                  </a:lnTo>
                  <a:lnTo>
                    <a:pt x="1660" y="1206"/>
                  </a:lnTo>
                  <a:lnTo>
                    <a:pt x="1679" y="1226"/>
                  </a:lnTo>
                  <a:lnTo>
                    <a:pt x="1679" y="1186"/>
                  </a:lnTo>
                  <a:lnTo>
                    <a:pt x="1679" y="1087"/>
                  </a:lnTo>
                  <a:lnTo>
                    <a:pt x="1699" y="1008"/>
                  </a:lnTo>
                  <a:lnTo>
                    <a:pt x="1699" y="969"/>
                  </a:lnTo>
                  <a:lnTo>
                    <a:pt x="1679" y="969"/>
                  </a:lnTo>
                  <a:lnTo>
                    <a:pt x="1679" y="870"/>
                  </a:lnTo>
                  <a:lnTo>
                    <a:pt x="1699" y="732"/>
                  </a:lnTo>
                  <a:lnTo>
                    <a:pt x="1699" y="791"/>
                  </a:lnTo>
                  <a:lnTo>
                    <a:pt x="1719" y="712"/>
                  </a:lnTo>
                  <a:lnTo>
                    <a:pt x="1719" y="831"/>
                  </a:lnTo>
                  <a:lnTo>
                    <a:pt x="1739" y="831"/>
                  </a:lnTo>
                  <a:lnTo>
                    <a:pt x="1739" y="850"/>
                  </a:lnTo>
                  <a:lnTo>
                    <a:pt x="1758" y="831"/>
                  </a:lnTo>
                  <a:lnTo>
                    <a:pt x="1739" y="771"/>
                  </a:lnTo>
                  <a:lnTo>
                    <a:pt x="1739" y="732"/>
                  </a:lnTo>
                  <a:lnTo>
                    <a:pt x="1758" y="732"/>
                  </a:lnTo>
                  <a:lnTo>
                    <a:pt x="1758" y="692"/>
                  </a:lnTo>
                  <a:lnTo>
                    <a:pt x="1758" y="613"/>
                  </a:lnTo>
                  <a:lnTo>
                    <a:pt x="1778" y="653"/>
                  </a:lnTo>
                  <a:lnTo>
                    <a:pt x="1778" y="732"/>
                  </a:lnTo>
                  <a:lnTo>
                    <a:pt x="1758" y="870"/>
                  </a:lnTo>
                  <a:lnTo>
                    <a:pt x="1758" y="870"/>
                  </a:lnTo>
                  <a:lnTo>
                    <a:pt x="1778" y="850"/>
                  </a:lnTo>
                  <a:lnTo>
                    <a:pt x="1778" y="850"/>
                  </a:lnTo>
                  <a:lnTo>
                    <a:pt x="1739" y="1068"/>
                  </a:lnTo>
                  <a:lnTo>
                    <a:pt x="1758" y="1087"/>
                  </a:lnTo>
                  <a:lnTo>
                    <a:pt x="1778" y="1087"/>
                  </a:lnTo>
                  <a:lnTo>
                    <a:pt x="1778" y="1226"/>
                  </a:lnTo>
                  <a:lnTo>
                    <a:pt x="1798" y="1285"/>
                  </a:lnTo>
                  <a:lnTo>
                    <a:pt x="1798" y="1226"/>
                  </a:lnTo>
                  <a:lnTo>
                    <a:pt x="1798" y="1147"/>
                  </a:lnTo>
                  <a:lnTo>
                    <a:pt x="1808" y="1137"/>
                  </a:lnTo>
                  <a:lnTo>
                    <a:pt x="1798" y="1127"/>
                  </a:lnTo>
                  <a:lnTo>
                    <a:pt x="1798" y="1087"/>
                  </a:lnTo>
                  <a:lnTo>
                    <a:pt x="1818" y="1048"/>
                  </a:lnTo>
                  <a:lnTo>
                    <a:pt x="1837" y="1107"/>
                  </a:lnTo>
                  <a:lnTo>
                    <a:pt x="1818" y="1166"/>
                  </a:lnTo>
                  <a:lnTo>
                    <a:pt x="1818" y="1206"/>
                  </a:lnTo>
                  <a:lnTo>
                    <a:pt x="1818" y="1226"/>
                  </a:lnTo>
                  <a:lnTo>
                    <a:pt x="1837" y="1245"/>
                  </a:lnTo>
                  <a:lnTo>
                    <a:pt x="1837" y="1285"/>
                  </a:lnTo>
                  <a:lnTo>
                    <a:pt x="1857" y="1186"/>
                  </a:lnTo>
                  <a:lnTo>
                    <a:pt x="1857" y="1226"/>
                  </a:lnTo>
                  <a:lnTo>
                    <a:pt x="1877" y="1186"/>
                  </a:lnTo>
                  <a:lnTo>
                    <a:pt x="1897" y="1127"/>
                  </a:lnTo>
                  <a:lnTo>
                    <a:pt x="1897" y="1087"/>
                  </a:lnTo>
                  <a:lnTo>
                    <a:pt x="1897" y="1048"/>
                  </a:lnTo>
                  <a:lnTo>
                    <a:pt x="1916" y="1008"/>
                  </a:lnTo>
                  <a:lnTo>
                    <a:pt x="1897" y="1226"/>
                  </a:lnTo>
                  <a:lnTo>
                    <a:pt x="1916" y="1087"/>
                  </a:lnTo>
                  <a:lnTo>
                    <a:pt x="1936" y="1087"/>
                  </a:lnTo>
                  <a:lnTo>
                    <a:pt x="1936" y="1048"/>
                  </a:lnTo>
                  <a:lnTo>
                    <a:pt x="1956" y="949"/>
                  </a:lnTo>
                  <a:lnTo>
                    <a:pt x="1976" y="989"/>
                  </a:lnTo>
                  <a:lnTo>
                    <a:pt x="1956" y="1087"/>
                  </a:lnTo>
                  <a:lnTo>
                    <a:pt x="1956" y="1107"/>
                  </a:lnTo>
                  <a:lnTo>
                    <a:pt x="1976" y="1087"/>
                  </a:lnTo>
                  <a:lnTo>
                    <a:pt x="1956" y="1206"/>
                  </a:lnTo>
                  <a:lnTo>
                    <a:pt x="1976" y="1186"/>
                  </a:lnTo>
                  <a:lnTo>
                    <a:pt x="1976" y="1147"/>
                  </a:lnTo>
                  <a:lnTo>
                    <a:pt x="1976" y="1127"/>
                  </a:lnTo>
                  <a:lnTo>
                    <a:pt x="1988" y="1044"/>
                  </a:lnTo>
                  <a:lnTo>
                    <a:pt x="1976" y="1068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76" y="989"/>
                  </a:lnTo>
                  <a:lnTo>
                    <a:pt x="1976" y="989"/>
                  </a:lnTo>
                  <a:lnTo>
                    <a:pt x="1995" y="929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95" y="949"/>
                  </a:lnTo>
                  <a:lnTo>
                    <a:pt x="2015" y="850"/>
                  </a:lnTo>
                  <a:lnTo>
                    <a:pt x="2015" y="831"/>
                  </a:lnTo>
                  <a:lnTo>
                    <a:pt x="1995" y="929"/>
                  </a:lnTo>
                  <a:lnTo>
                    <a:pt x="1976" y="890"/>
                  </a:lnTo>
                  <a:lnTo>
                    <a:pt x="1956" y="831"/>
                  </a:lnTo>
                  <a:lnTo>
                    <a:pt x="1976" y="692"/>
                  </a:lnTo>
                  <a:lnTo>
                    <a:pt x="2015" y="613"/>
                  </a:lnTo>
                  <a:lnTo>
                    <a:pt x="2015" y="554"/>
                  </a:lnTo>
                  <a:lnTo>
                    <a:pt x="2022" y="534"/>
                  </a:lnTo>
                  <a:lnTo>
                    <a:pt x="2015" y="534"/>
                  </a:lnTo>
                  <a:lnTo>
                    <a:pt x="2015" y="475"/>
                  </a:lnTo>
                  <a:lnTo>
                    <a:pt x="2015" y="455"/>
                  </a:lnTo>
                  <a:lnTo>
                    <a:pt x="1995" y="475"/>
                  </a:lnTo>
                  <a:lnTo>
                    <a:pt x="2015" y="416"/>
                  </a:lnTo>
                  <a:lnTo>
                    <a:pt x="2015" y="396"/>
                  </a:lnTo>
                  <a:lnTo>
                    <a:pt x="2035" y="357"/>
                  </a:lnTo>
                  <a:lnTo>
                    <a:pt x="2035" y="317"/>
                  </a:lnTo>
                  <a:lnTo>
                    <a:pt x="2015" y="357"/>
                  </a:lnTo>
                  <a:lnTo>
                    <a:pt x="2015" y="376"/>
                  </a:lnTo>
                  <a:lnTo>
                    <a:pt x="1995" y="455"/>
                  </a:lnTo>
                  <a:lnTo>
                    <a:pt x="1976" y="455"/>
                  </a:lnTo>
                  <a:lnTo>
                    <a:pt x="1956" y="475"/>
                  </a:lnTo>
                  <a:lnTo>
                    <a:pt x="1956" y="455"/>
                  </a:lnTo>
                  <a:lnTo>
                    <a:pt x="1936" y="554"/>
                  </a:lnTo>
                  <a:lnTo>
                    <a:pt x="1916" y="574"/>
                  </a:lnTo>
                  <a:lnTo>
                    <a:pt x="1936" y="495"/>
                  </a:lnTo>
                  <a:lnTo>
                    <a:pt x="1916" y="495"/>
                  </a:lnTo>
                  <a:lnTo>
                    <a:pt x="1916" y="515"/>
                  </a:lnTo>
                  <a:lnTo>
                    <a:pt x="1877" y="613"/>
                  </a:lnTo>
                  <a:lnTo>
                    <a:pt x="1897" y="712"/>
                  </a:lnTo>
                  <a:lnTo>
                    <a:pt x="1877" y="752"/>
                  </a:lnTo>
                  <a:lnTo>
                    <a:pt x="1877" y="732"/>
                  </a:lnTo>
                  <a:lnTo>
                    <a:pt x="1877" y="692"/>
                  </a:lnTo>
                  <a:lnTo>
                    <a:pt x="1877" y="534"/>
                  </a:lnTo>
                  <a:lnTo>
                    <a:pt x="1857" y="633"/>
                  </a:lnTo>
                  <a:lnTo>
                    <a:pt x="1857" y="515"/>
                  </a:lnTo>
                  <a:lnTo>
                    <a:pt x="1877" y="475"/>
                  </a:lnTo>
                  <a:lnTo>
                    <a:pt x="1897" y="495"/>
                  </a:lnTo>
                  <a:lnTo>
                    <a:pt x="1897" y="475"/>
                  </a:lnTo>
                  <a:lnTo>
                    <a:pt x="1916" y="475"/>
                  </a:lnTo>
                  <a:lnTo>
                    <a:pt x="1916" y="436"/>
                  </a:lnTo>
                  <a:lnTo>
                    <a:pt x="1936" y="416"/>
                  </a:lnTo>
                  <a:lnTo>
                    <a:pt x="1916" y="337"/>
                  </a:lnTo>
                  <a:lnTo>
                    <a:pt x="1916" y="317"/>
                  </a:lnTo>
                  <a:lnTo>
                    <a:pt x="1916" y="198"/>
                  </a:lnTo>
                  <a:lnTo>
                    <a:pt x="1936" y="198"/>
                  </a:lnTo>
                  <a:lnTo>
                    <a:pt x="1936" y="179"/>
                  </a:lnTo>
                  <a:lnTo>
                    <a:pt x="1936" y="159"/>
                  </a:lnTo>
                  <a:lnTo>
                    <a:pt x="1916" y="159"/>
                  </a:lnTo>
                  <a:lnTo>
                    <a:pt x="1877" y="357"/>
                  </a:lnTo>
                  <a:lnTo>
                    <a:pt x="1877" y="396"/>
                  </a:lnTo>
                  <a:lnTo>
                    <a:pt x="1857" y="376"/>
                  </a:lnTo>
                  <a:lnTo>
                    <a:pt x="1877" y="317"/>
                  </a:lnTo>
                  <a:lnTo>
                    <a:pt x="1877" y="238"/>
                  </a:lnTo>
                  <a:lnTo>
                    <a:pt x="1857" y="278"/>
                  </a:lnTo>
                  <a:lnTo>
                    <a:pt x="1857" y="258"/>
                  </a:lnTo>
                  <a:lnTo>
                    <a:pt x="1837" y="179"/>
                  </a:lnTo>
                  <a:lnTo>
                    <a:pt x="1877" y="179"/>
                  </a:lnTo>
                  <a:lnTo>
                    <a:pt x="1877" y="139"/>
                  </a:lnTo>
                  <a:lnTo>
                    <a:pt x="1877" y="100"/>
                  </a:lnTo>
                  <a:lnTo>
                    <a:pt x="1857" y="100"/>
                  </a:lnTo>
                  <a:lnTo>
                    <a:pt x="1857" y="21"/>
                  </a:lnTo>
                  <a:lnTo>
                    <a:pt x="1837" y="1"/>
                  </a:lnTo>
                  <a:lnTo>
                    <a:pt x="1818" y="21"/>
                  </a:lnTo>
                  <a:lnTo>
                    <a:pt x="1798" y="60"/>
                  </a:lnTo>
                  <a:lnTo>
                    <a:pt x="1778" y="60"/>
                  </a:lnTo>
                  <a:lnTo>
                    <a:pt x="1778" y="119"/>
                  </a:lnTo>
                  <a:lnTo>
                    <a:pt x="1758" y="198"/>
                  </a:lnTo>
                  <a:lnTo>
                    <a:pt x="1739" y="198"/>
                  </a:lnTo>
                  <a:lnTo>
                    <a:pt x="1758" y="100"/>
                  </a:lnTo>
                  <a:lnTo>
                    <a:pt x="1739" y="60"/>
                  </a:lnTo>
                  <a:lnTo>
                    <a:pt x="1739" y="1"/>
                  </a:lnTo>
                  <a:lnTo>
                    <a:pt x="1719" y="60"/>
                  </a:lnTo>
                  <a:lnTo>
                    <a:pt x="1709" y="100"/>
                  </a:lnTo>
                  <a:lnTo>
                    <a:pt x="1719" y="100"/>
                  </a:lnTo>
                  <a:lnTo>
                    <a:pt x="1699" y="179"/>
                  </a:lnTo>
                  <a:lnTo>
                    <a:pt x="1699" y="159"/>
                  </a:lnTo>
                  <a:lnTo>
                    <a:pt x="1679" y="100"/>
                  </a:lnTo>
                  <a:lnTo>
                    <a:pt x="1699" y="80"/>
                  </a:lnTo>
                  <a:lnTo>
                    <a:pt x="1699" y="60"/>
                  </a:lnTo>
                  <a:lnTo>
                    <a:pt x="1699" y="40"/>
                  </a:lnTo>
                  <a:lnTo>
                    <a:pt x="1679" y="40"/>
                  </a:lnTo>
                  <a:lnTo>
                    <a:pt x="1679" y="60"/>
                  </a:lnTo>
                  <a:lnTo>
                    <a:pt x="1660" y="60"/>
                  </a:lnTo>
                  <a:lnTo>
                    <a:pt x="1660" y="40"/>
                  </a:lnTo>
                  <a:lnTo>
                    <a:pt x="1660" y="21"/>
                  </a:lnTo>
                  <a:lnTo>
                    <a:pt x="1640" y="80"/>
                  </a:lnTo>
                  <a:lnTo>
                    <a:pt x="1620" y="80"/>
                  </a:lnTo>
                  <a:lnTo>
                    <a:pt x="1600" y="218"/>
                  </a:lnTo>
                  <a:lnTo>
                    <a:pt x="1600" y="119"/>
                  </a:lnTo>
                  <a:lnTo>
                    <a:pt x="1600" y="80"/>
                  </a:lnTo>
                  <a:lnTo>
                    <a:pt x="1581" y="40"/>
                  </a:lnTo>
                  <a:lnTo>
                    <a:pt x="1561" y="80"/>
                  </a:lnTo>
                  <a:lnTo>
                    <a:pt x="1541" y="119"/>
                  </a:lnTo>
                  <a:lnTo>
                    <a:pt x="1521" y="159"/>
                  </a:lnTo>
                  <a:lnTo>
                    <a:pt x="1541" y="60"/>
                  </a:lnTo>
                  <a:lnTo>
                    <a:pt x="1541" y="21"/>
                  </a:lnTo>
                  <a:lnTo>
                    <a:pt x="1541" y="1"/>
                  </a:lnTo>
                  <a:lnTo>
                    <a:pt x="1521" y="21"/>
                  </a:lnTo>
                  <a:lnTo>
                    <a:pt x="1521" y="1"/>
                  </a:lnTo>
                  <a:close/>
                  <a:moveTo>
                    <a:pt x="613" y="1759"/>
                  </a:moveTo>
                  <a:lnTo>
                    <a:pt x="613" y="1759"/>
                  </a:lnTo>
                  <a:lnTo>
                    <a:pt x="613" y="17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-1245000" y="41370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-1267700" y="41622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-1246475" y="41514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-1245000" y="4279275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-1226225" y="4308925"/>
              <a:ext cx="525" cy="0"/>
            </a:xfrm>
            <a:custGeom>
              <a:rect b="b" l="l" r="r" t="t"/>
              <a:pathLst>
                <a:path extrusionOk="0" h="0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529" name="Shape 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0" name="Google Shape;530;p3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531" name="Google Shape;531;p3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" name="Google Shape;648;p3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" name="Google Shape;649;p3"/>
          <p:cNvSpPr txBox="1"/>
          <p:nvPr>
            <p:ph type="title"/>
          </p:nvPr>
        </p:nvSpPr>
        <p:spPr>
          <a:xfrm>
            <a:off x="881100" y="2653494"/>
            <a:ext cx="7381800" cy="914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50" name="Google Shape;650;p3"/>
          <p:cNvSpPr txBox="1"/>
          <p:nvPr>
            <p:ph hasCustomPrompt="1" idx="2" type="title"/>
          </p:nvPr>
        </p:nvSpPr>
        <p:spPr>
          <a:xfrm>
            <a:off x="4114800" y="1517469"/>
            <a:ext cx="914400" cy="690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5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51" name="Google Shape;651;p3"/>
          <p:cNvSpPr txBox="1"/>
          <p:nvPr>
            <p:ph idx="1" type="subTitle"/>
          </p:nvPr>
        </p:nvSpPr>
        <p:spPr>
          <a:xfrm>
            <a:off x="882450" y="3494571"/>
            <a:ext cx="7379100" cy="365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52" name="Google Shape;652;p3"/>
          <p:cNvGrpSpPr/>
          <p:nvPr/>
        </p:nvGrpSpPr>
        <p:grpSpPr>
          <a:xfrm rot="-1727288">
            <a:off x="-838377" y="3669706"/>
            <a:ext cx="1646350" cy="1753736"/>
            <a:chOff x="-2092800" y="-1252032"/>
            <a:chExt cx="1956171" cy="2083646"/>
          </a:xfrm>
        </p:grpSpPr>
        <p:sp>
          <p:nvSpPr>
            <p:cNvPr id="653" name="Google Shape;653;p3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" name="Google Shape;702;p3"/>
          <p:cNvGrpSpPr/>
          <p:nvPr/>
        </p:nvGrpSpPr>
        <p:grpSpPr>
          <a:xfrm>
            <a:off x="-90099" y="-182926"/>
            <a:ext cx="1047258" cy="979600"/>
            <a:chOff x="-252624" y="1601574"/>
            <a:chExt cx="1047258" cy="979600"/>
          </a:xfrm>
        </p:grpSpPr>
        <p:sp>
          <p:nvSpPr>
            <p:cNvPr id="703" name="Google Shape;703;p3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" name="Google Shape;716;p3"/>
          <p:cNvGrpSpPr/>
          <p:nvPr/>
        </p:nvGrpSpPr>
        <p:grpSpPr>
          <a:xfrm>
            <a:off x="8430775" y="0"/>
            <a:ext cx="1436750" cy="1718156"/>
            <a:chOff x="3853575" y="-2474775"/>
            <a:chExt cx="1436750" cy="1718156"/>
          </a:xfrm>
        </p:grpSpPr>
        <p:sp>
          <p:nvSpPr>
            <p:cNvPr id="717" name="Google Shape;717;p3"/>
            <p:cNvSpPr/>
            <p:nvPr/>
          </p:nvSpPr>
          <p:spPr>
            <a:xfrm>
              <a:off x="3873611" y="-1465718"/>
              <a:ext cx="573999" cy="351203"/>
            </a:xfrm>
            <a:custGeom>
              <a:rect b="b" l="l" r="r" t="t"/>
              <a:pathLst>
                <a:path extrusionOk="0" h="9343" w="15270">
                  <a:moveTo>
                    <a:pt x="9205" y="0"/>
                  </a:moveTo>
                  <a:lnTo>
                    <a:pt x="8988" y="20"/>
                  </a:lnTo>
                  <a:lnTo>
                    <a:pt x="8751" y="79"/>
                  </a:lnTo>
                  <a:lnTo>
                    <a:pt x="8514" y="178"/>
                  </a:lnTo>
                  <a:lnTo>
                    <a:pt x="8277" y="316"/>
                  </a:lnTo>
                  <a:lnTo>
                    <a:pt x="8040" y="454"/>
                  </a:lnTo>
                  <a:lnTo>
                    <a:pt x="7783" y="632"/>
                  </a:lnTo>
                  <a:lnTo>
                    <a:pt x="7309" y="1008"/>
                  </a:lnTo>
                  <a:lnTo>
                    <a:pt x="6855" y="1363"/>
                  </a:lnTo>
                  <a:lnTo>
                    <a:pt x="6420" y="1699"/>
                  </a:lnTo>
                  <a:lnTo>
                    <a:pt x="6223" y="1817"/>
                  </a:lnTo>
                  <a:lnTo>
                    <a:pt x="6025" y="1916"/>
                  </a:lnTo>
                  <a:lnTo>
                    <a:pt x="5867" y="1975"/>
                  </a:lnTo>
                  <a:lnTo>
                    <a:pt x="5709" y="1995"/>
                  </a:lnTo>
                  <a:lnTo>
                    <a:pt x="5551" y="1975"/>
                  </a:lnTo>
                  <a:lnTo>
                    <a:pt x="5354" y="1916"/>
                  </a:lnTo>
                  <a:lnTo>
                    <a:pt x="4840" y="1778"/>
                  </a:lnTo>
                  <a:lnTo>
                    <a:pt x="4228" y="1600"/>
                  </a:lnTo>
                  <a:lnTo>
                    <a:pt x="3576" y="1363"/>
                  </a:lnTo>
                  <a:lnTo>
                    <a:pt x="2312" y="968"/>
                  </a:lnTo>
                  <a:lnTo>
                    <a:pt x="1798" y="810"/>
                  </a:lnTo>
                  <a:lnTo>
                    <a:pt x="1581" y="770"/>
                  </a:lnTo>
                  <a:lnTo>
                    <a:pt x="1423" y="751"/>
                  </a:lnTo>
                  <a:lnTo>
                    <a:pt x="1028" y="751"/>
                  </a:lnTo>
                  <a:lnTo>
                    <a:pt x="831" y="790"/>
                  </a:lnTo>
                  <a:lnTo>
                    <a:pt x="633" y="869"/>
                  </a:lnTo>
                  <a:lnTo>
                    <a:pt x="455" y="968"/>
                  </a:lnTo>
                  <a:lnTo>
                    <a:pt x="317" y="1106"/>
                  </a:lnTo>
                  <a:lnTo>
                    <a:pt x="238" y="1185"/>
                  </a:lnTo>
                  <a:lnTo>
                    <a:pt x="179" y="1284"/>
                  </a:lnTo>
                  <a:lnTo>
                    <a:pt x="139" y="1383"/>
                  </a:lnTo>
                  <a:lnTo>
                    <a:pt x="100" y="1501"/>
                  </a:lnTo>
                  <a:lnTo>
                    <a:pt x="60" y="1699"/>
                  </a:lnTo>
                  <a:lnTo>
                    <a:pt x="21" y="1877"/>
                  </a:lnTo>
                  <a:lnTo>
                    <a:pt x="1" y="2054"/>
                  </a:lnTo>
                  <a:lnTo>
                    <a:pt x="1" y="2232"/>
                  </a:lnTo>
                  <a:lnTo>
                    <a:pt x="21" y="2410"/>
                  </a:lnTo>
                  <a:lnTo>
                    <a:pt x="60" y="2568"/>
                  </a:lnTo>
                  <a:lnTo>
                    <a:pt x="139" y="2726"/>
                  </a:lnTo>
                  <a:lnTo>
                    <a:pt x="238" y="2884"/>
                  </a:lnTo>
                  <a:lnTo>
                    <a:pt x="356" y="3002"/>
                  </a:lnTo>
                  <a:lnTo>
                    <a:pt x="495" y="3121"/>
                  </a:lnTo>
                  <a:lnTo>
                    <a:pt x="653" y="3239"/>
                  </a:lnTo>
                  <a:lnTo>
                    <a:pt x="1008" y="3477"/>
                  </a:lnTo>
                  <a:lnTo>
                    <a:pt x="1403" y="3674"/>
                  </a:lnTo>
                  <a:lnTo>
                    <a:pt x="1798" y="3852"/>
                  </a:lnTo>
                  <a:lnTo>
                    <a:pt x="1937" y="3911"/>
                  </a:lnTo>
                  <a:lnTo>
                    <a:pt x="1996" y="3931"/>
                  </a:lnTo>
                  <a:lnTo>
                    <a:pt x="2766" y="4207"/>
                  </a:lnTo>
                  <a:lnTo>
                    <a:pt x="3300" y="4385"/>
                  </a:lnTo>
                  <a:lnTo>
                    <a:pt x="3616" y="4464"/>
                  </a:lnTo>
                  <a:lnTo>
                    <a:pt x="3714" y="4484"/>
                  </a:lnTo>
                  <a:lnTo>
                    <a:pt x="3793" y="4622"/>
                  </a:lnTo>
                  <a:lnTo>
                    <a:pt x="4011" y="4918"/>
                  </a:lnTo>
                  <a:lnTo>
                    <a:pt x="4169" y="5116"/>
                  </a:lnTo>
                  <a:lnTo>
                    <a:pt x="4366" y="5313"/>
                  </a:lnTo>
                  <a:lnTo>
                    <a:pt x="4564" y="5531"/>
                  </a:lnTo>
                  <a:lnTo>
                    <a:pt x="4801" y="5709"/>
                  </a:lnTo>
                  <a:lnTo>
                    <a:pt x="5038" y="5886"/>
                  </a:lnTo>
                  <a:lnTo>
                    <a:pt x="5275" y="6005"/>
                  </a:lnTo>
                  <a:lnTo>
                    <a:pt x="5512" y="6104"/>
                  </a:lnTo>
                  <a:lnTo>
                    <a:pt x="5709" y="6163"/>
                  </a:lnTo>
                  <a:lnTo>
                    <a:pt x="6025" y="6242"/>
                  </a:lnTo>
                  <a:lnTo>
                    <a:pt x="6144" y="6262"/>
                  </a:lnTo>
                  <a:lnTo>
                    <a:pt x="6164" y="6400"/>
                  </a:lnTo>
                  <a:lnTo>
                    <a:pt x="6183" y="6578"/>
                  </a:lnTo>
                  <a:lnTo>
                    <a:pt x="6262" y="6775"/>
                  </a:lnTo>
                  <a:lnTo>
                    <a:pt x="6341" y="6992"/>
                  </a:lnTo>
                  <a:lnTo>
                    <a:pt x="6480" y="7210"/>
                  </a:lnTo>
                  <a:lnTo>
                    <a:pt x="6578" y="7308"/>
                  </a:lnTo>
                  <a:lnTo>
                    <a:pt x="6677" y="7407"/>
                  </a:lnTo>
                  <a:lnTo>
                    <a:pt x="6796" y="7506"/>
                  </a:lnTo>
                  <a:lnTo>
                    <a:pt x="6914" y="7585"/>
                  </a:lnTo>
                  <a:lnTo>
                    <a:pt x="7309" y="7802"/>
                  </a:lnTo>
                  <a:lnTo>
                    <a:pt x="7605" y="7921"/>
                  </a:lnTo>
                  <a:lnTo>
                    <a:pt x="7783" y="7980"/>
                  </a:lnTo>
                  <a:lnTo>
                    <a:pt x="7862" y="7980"/>
                  </a:lnTo>
                  <a:lnTo>
                    <a:pt x="7961" y="8138"/>
                  </a:lnTo>
                  <a:lnTo>
                    <a:pt x="8080" y="8296"/>
                  </a:lnTo>
                  <a:lnTo>
                    <a:pt x="8218" y="8474"/>
                  </a:lnTo>
                  <a:lnTo>
                    <a:pt x="8415" y="8671"/>
                  </a:lnTo>
                  <a:lnTo>
                    <a:pt x="8613" y="8849"/>
                  </a:lnTo>
                  <a:lnTo>
                    <a:pt x="8830" y="9007"/>
                  </a:lnTo>
                  <a:lnTo>
                    <a:pt x="8949" y="9066"/>
                  </a:lnTo>
                  <a:lnTo>
                    <a:pt x="9067" y="9106"/>
                  </a:lnTo>
                  <a:lnTo>
                    <a:pt x="9541" y="9205"/>
                  </a:lnTo>
                  <a:lnTo>
                    <a:pt x="10015" y="9284"/>
                  </a:lnTo>
                  <a:lnTo>
                    <a:pt x="10489" y="9343"/>
                  </a:lnTo>
                  <a:lnTo>
                    <a:pt x="11398" y="9343"/>
                  </a:lnTo>
                  <a:lnTo>
                    <a:pt x="11813" y="9303"/>
                  </a:lnTo>
                  <a:lnTo>
                    <a:pt x="12208" y="9264"/>
                  </a:lnTo>
                  <a:lnTo>
                    <a:pt x="12583" y="9185"/>
                  </a:lnTo>
                  <a:lnTo>
                    <a:pt x="12938" y="9126"/>
                  </a:lnTo>
                  <a:lnTo>
                    <a:pt x="13235" y="9047"/>
                  </a:lnTo>
                  <a:lnTo>
                    <a:pt x="13748" y="8889"/>
                  </a:lnTo>
                  <a:lnTo>
                    <a:pt x="14064" y="8790"/>
                  </a:lnTo>
                  <a:lnTo>
                    <a:pt x="14183" y="8731"/>
                  </a:lnTo>
                  <a:lnTo>
                    <a:pt x="15269" y="869"/>
                  </a:lnTo>
                  <a:lnTo>
                    <a:pt x="14479" y="731"/>
                  </a:lnTo>
                  <a:lnTo>
                    <a:pt x="12682" y="454"/>
                  </a:lnTo>
                  <a:lnTo>
                    <a:pt x="11635" y="296"/>
                  </a:lnTo>
                  <a:lnTo>
                    <a:pt x="10647" y="158"/>
                  </a:lnTo>
                  <a:lnTo>
                    <a:pt x="9798" y="59"/>
                  </a:lnTo>
                  <a:lnTo>
                    <a:pt x="920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4013224" y="-1297197"/>
              <a:ext cx="118822" cy="26050"/>
            </a:xfrm>
            <a:custGeom>
              <a:rect b="b" l="l" r="r" t="t"/>
              <a:pathLst>
                <a:path extrusionOk="0" h="693" w="3161">
                  <a:moveTo>
                    <a:pt x="0" y="1"/>
                  </a:moveTo>
                  <a:lnTo>
                    <a:pt x="158" y="258"/>
                  </a:lnTo>
                  <a:lnTo>
                    <a:pt x="1620" y="554"/>
                  </a:lnTo>
                  <a:lnTo>
                    <a:pt x="1896" y="613"/>
                  </a:lnTo>
                  <a:lnTo>
                    <a:pt x="2153" y="633"/>
                  </a:lnTo>
                  <a:lnTo>
                    <a:pt x="2647" y="672"/>
                  </a:lnTo>
                  <a:lnTo>
                    <a:pt x="3003" y="692"/>
                  </a:lnTo>
                  <a:lnTo>
                    <a:pt x="3161" y="692"/>
                  </a:lnTo>
                  <a:lnTo>
                    <a:pt x="2904" y="613"/>
                  </a:lnTo>
                  <a:lnTo>
                    <a:pt x="2568" y="554"/>
                  </a:lnTo>
                  <a:lnTo>
                    <a:pt x="2074" y="495"/>
                  </a:lnTo>
                  <a:lnTo>
                    <a:pt x="1758" y="435"/>
                  </a:lnTo>
                  <a:lnTo>
                    <a:pt x="1403" y="376"/>
                  </a:lnTo>
                  <a:lnTo>
                    <a:pt x="731" y="2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4103067" y="-1230360"/>
              <a:ext cx="60896" cy="10450"/>
            </a:xfrm>
            <a:custGeom>
              <a:rect b="b" l="l" r="r" t="t"/>
              <a:pathLst>
                <a:path extrusionOk="0" h="278" w="1620">
                  <a:moveTo>
                    <a:pt x="40" y="1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20" y="178"/>
                  </a:lnTo>
                  <a:lnTo>
                    <a:pt x="40" y="218"/>
                  </a:lnTo>
                  <a:lnTo>
                    <a:pt x="79" y="238"/>
                  </a:lnTo>
                  <a:lnTo>
                    <a:pt x="178" y="257"/>
                  </a:lnTo>
                  <a:lnTo>
                    <a:pt x="356" y="277"/>
                  </a:lnTo>
                  <a:lnTo>
                    <a:pt x="889" y="277"/>
                  </a:lnTo>
                  <a:lnTo>
                    <a:pt x="1620" y="257"/>
                  </a:lnTo>
                  <a:lnTo>
                    <a:pt x="1264" y="218"/>
                  </a:lnTo>
                  <a:lnTo>
                    <a:pt x="929" y="178"/>
                  </a:lnTo>
                  <a:lnTo>
                    <a:pt x="514" y="99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4169152" y="-1165779"/>
              <a:ext cx="41612" cy="11202"/>
            </a:xfrm>
            <a:custGeom>
              <a:rect b="b" l="l" r="r" t="t"/>
              <a:pathLst>
                <a:path extrusionOk="0" h="298" w="1107">
                  <a:moveTo>
                    <a:pt x="0" y="1"/>
                  </a:moveTo>
                  <a:lnTo>
                    <a:pt x="40" y="120"/>
                  </a:lnTo>
                  <a:lnTo>
                    <a:pt x="99" y="199"/>
                  </a:lnTo>
                  <a:lnTo>
                    <a:pt x="138" y="278"/>
                  </a:lnTo>
                  <a:lnTo>
                    <a:pt x="218" y="297"/>
                  </a:lnTo>
                  <a:lnTo>
                    <a:pt x="356" y="278"/>
                  </a:lnTo>
                  <a:lnTo>
                    <a:pt x="711" y="199"/>
                  </a:lnTo>
                  <a:lnTo>
                    <a:pt x="1047" y="100"/>
                  </a:lnTo>
                  <a:lnTo>
                    <a:pt x="1106" y="60"/>
                  </a:lnTo>
                  <a:lnTo>
                    <a:pt x="1087" y="40"/>
                  </a:lnTo>
                  <a:lnTo>
                    <a:pt x="455" y="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3882520" y="-1393693"/>
              <a:ext cx="75030" cy="75030"/>
            </a:xfrm>
            <a:custGeom>
              <a:rect b="b" l="l" r="r" t="t"/>
              <a:pathLst>
                <a:path extrusionOk="0" h="1996" w="1996">
                  <a:moveTo>
                    <a:pt x="376" y="0"/>
                  </a:moveTo>
                  <a:lnTo>
                    <a:pt x="1" y="968"/>
                  </a:lnTo>
                  <a:lnTo>
                    <a:pt x="119" y="1086"/>
                  </a:lnTo>
                  <a:lnTo>
                    <a:pt x="416" y="198"/>
                  </a:lnTo>
                  <a:lnTo>
                    <a:pt x="1048" y="494"/>
                  </a:lnTo>
                  <a:lnTo>
                    <a:pt x="1502" y="731"/>
                  </a:lnTo>
                  <a:lnTo>
                    <a:pt x="1680" y="830"/>
                  </a:lnTo>
                  <a:lnTo>
                    <a:pt x="1779" y="909"/>
                  </a:lnTo>
                  <a:lnTo>
                    <a:pt x="1798" y="968"/>
                  </a:lnTo>
                  <a:lnTo>
                    <a:pt x="1838" y="1067"/>
                  </a:lnTo>
                  <a:lnTo>
                    <a:pt x="1838" y="1146"/>
                  </a:lnTo>
                  <a:lnTo>
                    <a:pt x="1838" y="1264"/>
                  </a:lnTo>
                  <a:lnTo>
                    <a:pt x="1798" y="1482"/>
                  </a:lnTo>
                  <a:lnTo>
                    <a:pt x="1719" y="1719"/>
                  </a:lnTo>
                  <a:lnTo>
                    <a:pt x="1640" y="1857"/>
                  </a:lnTo>
                  <a:lnTo>
                    <a:pt x="1561" y="1936"/>
                  </a:lnTo>
                  <a:lnTo>
                    <a:pt x="1700" y="1995"/>
                  </a:lnTo>
                  <a:lnTo>
                    <a:pt x="1779" y="1896"/>
                  </a:lnTo>
                  <a:lnTo>
                    <a:pt x="1838" y="1738"/>
                  </a:lnTo>
                  <a:lnTo>
                    <a:pt x="1897" y="1580"/>
                  </a:lnTo>
                  <a:lnTo>
                    <a:pt x="1956" y="1402"/>
                  </a:lnTo>
                  <a:lnTo>
                    <a:pt x="1976" y="1244"/>
                  </a:lnTo>
                  <a:lnTo>
                    <a:pt x="1996" y="1067"/>
                  </a:lnTo>
                  <a:lnTo>
                    <a:pt x="1956" y="928"/>
                  </a:lnTo>
                  <a:lnTo>
                    <a:pt x="1937" y="869"/>
                  </a:lnTo>
                  <a:lnTo>
                    <a:pt x="1897" y="810"/>
                  </a:lnTo>
                  <a:lnTo>
                    <a:pt x="1798" y="711"/>
                  </a:lnTo>
                  <a:lnTo>
                    <a:pt x="1640" y="593"/>
                  </a:lnTo>
                  <a:lnTo>
                    <a:pt x="1463" y="494"/>
                  </a:lnTo>
                  <a:lnTo>
                    <a:pt x="1285" y="395"/>
                  </a:lnTo>
                  <a:lnTo>
                    <a:pt x="989" y="257"/>
                  </a:lnTo>
                  <a:lnTo>
                    <a:pt x="870" y="217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4047357" y="-2278023"/>
              <a:ext cx="1045453" cy="331920"/>
            </a:xfrm>
            <a:custGeom>
              <a:rect b="b" l="l" r="r" t="t"/>
              <a:pathLst>
                <a:path extrusionOk="0" h="8830" w="27812">
                  <a:moveTo>
                    <a:pt x="9581" y="0"/>
                  </a:moveTo>
                  <a:lnTo>
                    <a:pt x="9363" y="40"/>
                  </a:lnTo>
                  <a:lnTo>
                    <a:pt x="9166" y="60"/>
                  </a:lnTo>
                  <a:lnTo>
                    <a:pt x="8988" y="119"/>
                  </a:lnTo>
                  <a:lnTo>
                    <a:pt x="8830" y="178"/>
                  </a:lnTo>
                  <a:lnTo>
                    <a:pt x="8692" y="237"/>
                  </a:lnTo>
                  <a:lnTo>
                    <a:pt x="8573" y="297"/>
                  </a:lnTo>
                  <a:lnTo>
                    <a:pt x="8396" y="435"/>
                  </a:lnTo>
                  <a:lnTo>
                    <a:pt x="8277" y="553"/>
                  </a:lnTo>
                  <a:lnTo>
                    <a:pt x="8178" y="692"/>
                  </a:lnTo>
                  <a:lnTo>
                    <a:pt x="8099" y="672"/>
                  </a:lnTo>
                  <a:lnTo>
                    <a:pt x="7862" y="672"/>
                  </a:lnTo>
                  <a:lnTo>
                    <a:pt x="7507" y="692"/>
                  </a:lnTo>
                  <a:lnTo>
                    <a:pt x="7309" y="731"/>
                  </a:lnTo>
                  <a:lnTo>
                    <a:pt x="7092" y="771"/>
                  </a:lnTo>
                  <a:lnTo>
                    <a:pt x="6875" y="830"/>
                  </a:lnTo>
                  <a:lnTo>
                    <a:pt x="6638" y="929"/>
                  </a:lnTo>
                  <a:lnTo>
                    <a:pt x="6401" y="1027"/>
                  </a:lnTo>
                  <a:lnTo>
                    <a:pt x="6183" y="1166"/>
                  </a:lnTo>
                  <a:lnTo>
                    <a:pt x="5966" y="1324"/>
                  </a:lnTo>
                  <a:lnTo>
                    <a:pt x="5749" y="1521"/>
                  </a:lnTo>
                  <a:lnTo>
                    <a:pt x="5571" y="1758"/>
                  </a:lnTo>
                  <a:lnTo>
                    <a:pt x="5413" y="2035"/>
                  </a:lnTo>
                  <a:lnTo>
                    <a:pt x="5354" y="2035"/>
                  </a:lnTo>
                  <a:lnTo>
                    <a:pt x="5196" y="2074"/>
                  </a:lnTo>
                  <a:lnTo>
                    <a:pt x="4959" y="2153"/>
                  </a:lnTo>
                  <a:lnTo>
                    <a:pt x="4820" y="2213"/>
                  </a:lnTo>
                  <a:lnTo>
                    <a:pt x="4662" y="2292"/>
                  </a:lnTo>
                  <a:lnTo>
                    <a:pt x="4504" y="2390"/>
                  </a:lnTo>
                  <a:lnTo>
                    <a:pt x="4346" y="2509"/>
                  </a:lnTo>
                  <a:lnTo>
                    <a:pt x="4169" y="2647"/>
                  </a:lnTo>
                  <a:lnTo>
                    <a:pt x="3991" y="2825"/>
                  </a:lnTo>
                  <a:lnTo>
                    <a:pt x="3813" y="3022"/>
                  </a:lnTo>
                  <a:lnTo>
                    <a:pt x="3655" y="3259"/>
                  </a:lnTo>
                  <a:lnTo>
                    <a:pt x="3497" y="3536"/>
                  </a:lnTo>
                  <a:lnTo>
                    <a:pt x="3339" y="3832"/>
                  </a:lnTo>
                  <a:lnTo>
                    <a:pt x="2983" y="3813"/>
                  </a:lnTo>
                  <a:lnTo>
                    <a:pt x="2628" y="3793"/>
                  </a:lnTo>
                  <a:lnTo>
                    <a:pt x="2174" y="3813"/>
                  </a:lnTo>
                  <a:lnTo>
                    <a:pt x="1937" y="3832"/>
                  </a:lnTo>
                  <a:lnTo>
                    <a:pt x="1680" y="3872"/>
                  </a:lnTo>
                  <a:lnTo>
                    <a:pt x="1443" y="3931"/>
                  </a:lnTo>
                  <a:lnTo>
                    <a:pt x="1206" y="3990"/>
                  </a:lnTo>
                  <a:lnTo>
                    <a:pt x="969" y="4069"/>
                  </a:lnTo>
                  <a:lnTo>
                    <a:pt x="751" y="4168"/>
                  </a:lnTo>
                  <a:lnTo>
                    <a:pt x="554" y="4306"/>
                  </a:lnTo>
                  <a:lnTo>
                    <a:pt x="376" y="4445"/>
                  </a:lnTo>
                  <a:lnTo>
                    <a:pt x="238" y="4603"/>
                  </a:lnTo>
                  <a:lnTo>
                    <a:pt x="139" y="4780"/>
                  </a:lnTo>
                  <a:lnTo>
                    <a:pt x="60" y="4938"/>
                  </a:lnTo>
                  <a:lnTo>
                    <a:pt x="21" y="5096"/>
                  </a:lnTo>
                  <a:lnTo>
                    <a:pt x="1" y="5254"/>
                  </a:lnTo>
                  <a:lnTo>
                    <a:pt x="1" y="5393"/>
                  </a:lnTo>
                  <a:lnTo>
                    <a:pt x="40" y="5551"/>
                  </a:lnTo>
                  <a:lnTo>
                    <a:pt x="80" y="5669"/>
                  </a:lnTo>
                  <a:lnTo>
                    <a:pt x="159" y="5807"/>
                  </a:lnTo>
                  <a:lnTo>
                    <a:pt x="238" y="5906"/>
                  </a:lnTo>
                  <a:lnTo>
                    <a:pt x="337" y="6005"/>
                  </a:lnTo>
                  <a:lnTo>
                    <a:pt x="435" y="6104"/>
                  </a:lnTo>
                  <a:lnTo>
                    <a:pt x="534" y="6163"/>
                  </a:lnTo>
                  <a:lnTo>
                    <a:pt x="653" y="6203"/>
                  </a:lnTo>
                  <a:lnTo>
                    <a:pt x="751" y="6242"/>
                  </a:lnTo>
                  <a:lnTo>
                    <a:pt x="870" y="6242"/>
                  </a:lnTo>
                  <a:lnTo>
                    <a:pt x="1265" y="6262"/>
                  </a:lnTo>
                  <a:lnTo>
                    <a:pt x="1937" y="6321"/>
                  </a:lnTo>
                  <a:lnTo>
                    <a:pt x="3813" y="6479"/>
                  </a:lnTo>
                  <a:lnTo>
                    <a:pt x="5808" y="6677"/>
                  </a:lnTo>
                  <a:lnTo>
                    <a:pt x="6598" y="6756"/>
                  </a:lnTo>
                  <a:lnTo>
                    <a:pt x="7171" y="6835"/>
                  </a:lnTo>
                  <a:lnTo>
                    <a:pt x="7388" y="6894"/>
                  </a:lnTo>
                  <a:lnTo>
                    <a:pt x="7625" y="6973"/>
                  </a:lnTo>
                  <a:lnTo>
                    <a:pt x="8198" y="7170"/>
                  </a:lnTo>
                  <a:lnTo>
                    <a:pt x="8810" y="7427"/>
                  </a:lnTo>
                  <a:lnTo>
                    <a:pt x="9482" y="7704"/>
                  </a:lnTo>
                  <a:lnTo>
                    <a:pt x="10134" y="7980"/>
                  </a:lnTo>
                  <a:lnTo>
                    <a:pt x="10766" y="8217"/>
                  </a:lnTo>
                  <a:lnTo>
                    <a:pt x="11062" y="8316"/>
                  </a:lnTo>
                  <a:lnTo>
                    <a:pt x="11319" y="8395"/>
                  </a:lnTo>
                  <a:lnTo>
                    <a:pt x="11576" y="8434"/>
                  </a:lnTo>
                  <a:lnTo>
                    <a:pt x="11793" y="8454"/>
                  </a:lnTo>
                  <a:lnTo>
                    <a:pt x="16336" y="8593"/>
                  </a:lnTo>
                  <a:lnTo>
                    <a:pt x="17837" y="8632"/>
                  </a:lnTo>
                  <a:lnTo>
                    <a:pt x="24493" y="8790"/>
                  </a:lnTo>
                  <a:lnTo>
                    <a:pt x="26864" y="8830"/>
                  </a:lnTo>
                  <a:lnTo>
                    <a:pt x="27555" y="8830"/>
                  </a:lnTo>
                  <a:lnTo>
                    <a:pt x="27812" y="8810"/>
                  </a:lnTo>
                  <a:lnTo>
                    <a:pt x="27792" y="8691"/>
                  </a:lnTo>
                  <a:lnTo>
                    <a:pt x="27654" y="8415"/>
                  </a:lnTo>
                  <a:lnTo>
                    <a:pt x="27199" y="7427"/>
                  </a:lnTo>
                  <a:lnTo>
                    <a:pt x="25758" y="4484"/>
                  </a:lnTo>
                  <a:lnTo>
                    <a:pt x="23644" y="257"/>
                  </a:lnTo>
                  <a:lnTo>
                    <a:pt x="16178" y="771"/>
                  </a:lnTo>
                  <a:lnTo>
                    <a:pt x="16138" y="771"/>
                  </a:lnTo>
                  <a:lnTo>
                    <a:pt x="16099" y="790"/>
                  </a:lnTo>
                  <a:lnTo>
                    <a:pt x="15309" y="830"/>
                  </a:lnTo>
                  <a:lnTo>
                    <a:pt x="13985" y="929"/>
                  </a:lnTo>
                  <a:lnTo>
                    <a:pt x="13590" y="810"/>
                  </a:lnTo>
                  <a:lnTo>
                    <a:pt x="12583" y="514"/>
                  </a:lnTo>
                  <a:lnTo>
                    <a:pt x="11951" y="356"/>
                  </a:lnTo>
                  <a:lnTo>
                    <a:pt x="11299" y="218"/>
                  </a:lnTo>
                  <a:lnTo>
                    <a:pt x="10667" y="99"/>
                  </a:lnTo>
                  <a:lnTo>
                    <a:pt x="10074" y="20"/>
                  </a:lnTo>
                  <a:lnTo>
                    <a:pt x="9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4160957" y="-2074580"/>
              <a:ext cx="235426" cy="66873"/>
            </a:xfrm>
            <a:custGeom>
              <a:rect b="b" l="l" r="r" t="t"/>
              <a:pathLst>
                <a:path extrusionOk="0" h="1779" w="6263">
                  <a:moveTo>
                    <a:pt x="1482" y="0"/>
                  </a:moveTo>
                  <a:lnTo>
                    <a:pt x="1305" y="40"/>
                  </a:lnTo>
                  <a:lnTo>
                    <a:pt x="1127" y="79"/>
                  </a:lnTo>
                  <a:lnTo>
                    <a:pt x="969" y="139"/>
                  </a:lnTo>
                  <a:lnTo>
                    <a:pt x="831" y="198"/>
                  </a:lnTo>
                  <a:lnTo>
                    <a:pt x="712" y="297"/>
                  </a:lnTo>
                  <a:lnTo>
                    <a:pt x="495" y="494"/>
                  </a:lnTo>
                  <a:lnTo>
                    <a:pt x="317" y="672"/>
                  </a:lnTo>
                  <a:lnTo>
                    <a:pt x="198" y="850"/>
                  </a:lnTo>
                  <a:lnTo>
                    <a:pt x="119" y="1008"/>
                  </a:lnTo>
                  <a:lnTo>
                    <a:pt x="40" y="1126"/>
                  </a:lnTo>
                  <a:lnTo>
                    <a:pt x="21" y="1225"/>
                  </a:lnTo>
                  <a:lnTo>
                    <a:pt x="1" y="1304"/>
                  </a:lnTo>
                  <a:lnTo>
                    <a:pt x="969" y="1403"/>
                  </a:lnTo>
                  <a:lnTo>
                    <a:pt x="3122" y="1600"/>
                  </a:lnTo>
                  <a:lnTo>
                    <a:pt x="4267" y="1699"/>
                  </a:lnTo>
                  <a:lnTo>
                    <a:pt x="5255" y="1758"/>
                  </a:lnTo>
                  <a:lnTo>
                    <a:pt x="5986" y="1778"/>
                  </a:lnTo>
                  <a:lnTo>
                    <a:pt x="6183" y="1758"/>
                  </a:lnTo>
                  <a:lnTo>
                    <a:pt x="6243" y="1758"/>
                  </a:lnTo>
                  <a:lnTo>
                    <a:pt x="6262" y="1739"/>
                  </a:lnTo>
                  <a:lnTo>
                    <a:pt x="6243" y="1699"/>
                  </a:lnTo>
                  <a:lnTo>
                    <a:pt x="6223" y="1660"/>
                  </a:lnTo>
                  <a:lnTo>
                    <a:pt x="6144" y="1541"/>
                  </a:lnTo>
                  <a:lnTo>
                    <a:pt x="6025" y="1403"/>
                  </a:lnTo>
                  <a:lnTo>
                    <a:pt x="5848" y="1265"/>
                  </a:lnTo>
                  <a:lnTo>
                    <a:pt x="5670" y="1146"/>
                  </a:lnTo>
                  <a:lnTo>
                    <a:pt x="5472" y="1028"/>
                  </a:lnTo>
                  <a:lnTo>
                    <a:pt x="5294" y="949"/>
                  </a:lnTo>
                  <a:lnTo>
                    <a:pt x="5117" y="889"/>
                  </a:lnTo>
                  <a:lnTo>
                    <a:pt x="4939" y="850"/>
                  </a:lnTo>
                  <a:lnTo>
                    <a:pt x="4761" y="791"/>
                  </a:lnTo>
                  <a:lnTo>
                    <a:pt x="4327" y="613"/>
                  </a:lnTo>
                  <a:lnTo>
                    <a:pt x="3872" y="415"/>
                  </a:lnTo>
                  <a:lnTo>
                    <a:pt x="3616" y="316"/>
                  </a:lnTo>
                  <a:lnTo>
                    <a:pt x="3379" y="237"/>
                  </a:lnTo>
                  <a:lnTo>
                    <a:pt x="3082" y="158"/>
                  </a:lnTo>
                  <a:lnTo>
                    <a:pt x="2766" y="99"/>
                  </a:lnTo>
                  <a:lnTo>
                    <a:pt x="2411" y="40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3853575" y="-2047101"/>
              <a:ext cx="670493" cy="670493"/>
            </a:xfrm>
            <a:custGeom>
              <a:rect b="b" l="l" r="r" t="t"/>
              <a:pathLst>
                <a:path extrusionOk="0" h="17837" w="17837">
                  <a:moveTo>
                    <a:pt x="8395" y="0"/>
                  </a:moveTo>
                  <a:lnTo>
                    <a:pt x="8040" y="20"/>
                  </a:lnTo>
                  <a:lnTo>
                    <a:pt x="7684" y="40"/>
                  </a:lnTo>
                  <a:lnTo>
                    <a:pt x="7329" y="99"/>
                  </a:lnTo>
                  <a:lnTo>
                    <a:pt x="6993" y="158"/>
                  </a:lnTo>
                  <a:lnTo>
                    <a:pt x="6657" y="237"/>
                  </a:lnTo>
                  <a:lnTo>
                    <a:pt x="6341" y="336"/>
                  </a:lnTo>
                  <a:lnTo>
                    <a:pt x="6025" y="455"/>
                  </a:lnTo>
                  <a:lnTo>
                    <a:pt x="5709" y="573"/>
                  </a:lnTo>
                  <a:lnTo>
                    <a:pt x="5413" y="711"/>
                  </a:lnTo>
                  <a:lnTo>
                    <a:pt x="5116" y="869"/>
                  </a:lnTo>
                  <a:lnTo>
                    <a:pt x="4840" y="1027"/>
                  </a:lnTo>
                  <a:lnTo>
                    <a:pt x="4563" y="1185"/>
                  </a:lnTo>
                  <a:lnTo>
                    <a:pt x="4307" y="1363"/>
                  </a:lnTo>
                  <a:lnTo>
                    <a:pt x="3793" y="1738"/>
                  </a:lnTo>
                  <a:lnTo>
                    <a:pt x="3339" y="2153"/>
                  </a:lnTo>
                  <a:lnTo>
                    <a:pt x="2904" y="2568"/>
                  </a:lnTo>
                  <a:lnTo>
                    <a:pt x="2489" y="2983"/>
                  </a:lnTo>
                  <a:lnTo>
                    <a:pt x="2134" y="3417"/>
                  </a:lnTo>
                  <a:lnTo>
                    <a:pt x="1798" y="3832"/>
                  </a:lnTo>
                  <a:lnTo>
                    <a:pt x="1482" y="4267"/>
                  </a:lnTo>
                  <a:lnTo>
                    <a:pt x="1186" y="4741"/>
                  </a:lnTo>
                  <a:lnTo>
                    <a:pt x="929" y="5254"/>
                  </a:lnTo>
                  <a:lnTo>
                    <a:pt x="692" y="5807"/>
                  </a:lnTo>
                  <a:lnTo>
                    <a:pt x="475" y="6380"/>
                  </a:lnTo>
                  <a:lnTo>
                    <a:pt x="297" y="6992"/>
                  </a:lnTo>
                  <a:lnTo>
                    <a:pt x="159" y="7625"/>
                  </a:lnTo>
                  <a:lnTo>
                    <a:pt x="60" y="8276"/>
                  </a:lnTo>
                  <a:lnTo>
                    <a:pt x="20" y="8612"/>
                  </a:lnTo>
                  <a:lnTo>
                    <a:pt x="1" y="8948"/>
                  </a:lnTo>
                  <a:lnTo>
                    <a:pt x="1" y="9284"/>
                  </a:lnTo>
                  <a:lnTo>
                    <a:pt x="1" y="9639"/>
                  </a:lnTo>
                  <a:lnTo>
                    <a:pt x="20" y="9975"/>
                  </a:lnTo>
                  <a:lnTo>
                    <a:pt x="40" y="10331"/>
                  </a:lnTo>
                  <a:lnTo>
                    <a:pt x="99" y="10706"/>
                  </a:lnTo>
                  <a:lnTo>
                    <a:pt x="159" y="11061"/>
                  </a:lnTo>
                  <a:lnTo>
                    <a:pt x="218" y="11417"/>
                  </a:lnTo>
                  <a:lnTo>
                    <a:pt x="317" y="11792"/>
                  </a:lnTo>
                  <a:lnTo>
                    <a:pt x="415" y="12148"/>
                  </a:lnTo>
                  <a:lnTo>
                    <a:pt x="534" y="12523"/>
                  </a:lnTo>
                  <a:lnTo>
                    <a:pt x="672" y="12879"/>
                  </a:lnTo>
                  <a:lnTo>
                    <a:pt x="830" y="13254"/>
                  </a:lnTo>
                  <a:lnTo>
                    <a:pt x="1008" y="13629"/>
                  </a:lnTo>
                  <a:lnTo>
                    <a:pt x="1205" y="14004"/>
                  </a:lnTo>
                  <a:lnTo>
                    <a:pt x="1403" y="14360"/>
                  </a:lnTo>
                  <a:lnTo>
                    <a:pt x="1640" y="14696"/>
                  </a:lnTo>
                  <a:lnTo>
                    <a:pt x="1877" y="15012"/>
                  </a:lnTo>
                  <a:lnTo>
                    <a:pt x="2134" y="15288"/>
                  </a:lnTo>
                  <a:lnTo>
                    <a:pt x="2410" y="15565"/>
                  </a:lnTo>
                  <a:lnTo>
                    <a:pt x="2687" y="15822"/>
                  </a:lnTo>
                  <a:lnTo>
                    <a:pt x="2983" y="16059"/>
                  </a:lnTo>
                  <a:lnTo>
                    <a:pt x="3299" y="16256"/>
                  </a:lnTo>
                  <a:lnTo>
                    <a:pt x="3595" y="16454"/>
                  </a:lnTo>
                  <a:lnTo>
                    <a:pt x="3912" y="16632"/>
                  </a:lnTo>
                  <a:lnTo>
                    <a:pt x="4228" y="16809"/>
                  </a:lnTo>
                  <a:lnTo>
                    <a:pt x="4544" y="16948"/>
                  </a:lnTo>
                  <a:lnTo>
                    <a:pt x="4860" y="17086"/>
                  </a:lnTo>
                  <a:lnTo>
                    <a:pt x="5195" y="17204"/>
                  </a:lnTo>
                  <a:lnTo>
                    <a:pt x="5808" y="17402"/>
                  </a:lnTo>
                  <a:lnTo>
                    <a:pt x="6420" y="17560"/>
                  </a:lnTo>
                  <a:lnTo>
                    <a:pt x="6973" y="17659"/>
                  </a:lnTo>
                  <a:lnTo>
                    <a:pt x="7487" y="17738"/>
                  </a:lnTo>
                  <a:lnTo>
                    <a:pt x="7921" y="17797"/>
                  </a:lnTo>
                  <a:lnTo>
                    <a:pt x="8296" y="17817"/>
                  </a:lnTo>
                  <a:lnTo>
                    <a:pt x="8573" y="17836"/>
                  </a:lnTo>
                  <a:lnTo>
                    <a:pt x="8830" y="17836"/>
                  </a:lnTo>
                  <a:lnTo>
                    <a:pt x="9363" y="17817"/>
                  </a:lnTo>
                  <a:lnTo>
                    <a:pt x="9877" y="17777"/>
                  </a:lnTo>
                  <a:lnTo>
                    <a:pt x="10390" y="17718"/>
                  </a:lnTo>
                  <a:lnTo>
                    <a:pt x="10884" y="17619"/>
                  </a:lnTo>
                  <a:lnTo>
                    <a:pt x="11358" y="17481"/>
                  </a:lnTo>
                  <a:lnTo>
                    <a:pt x="11832" y="17343"/>
                  </a:lnTo>
                  <a:lnTo>
                    <a:pt x="12267" y="17165"/>
                  </a:lnTo>
                  <a:lnTo>
                    <a:pt x="12701" y="16967"/>
                  </a:lnTo>
                  <a:lnTo>
                    <a:pt x="13116" y="16730"/>
                  </a:lnTo>
                  <a:lnTo>
                    <a:pt x="13531" y="16493"/>
                  </a:lnTo>
                  <a:lnTo>
                    <a:pt x="13906" y="16236"/>
                  </a:lnTo>
                  <a:lnTo>
                    <a:pt x="14281" y="15960"/>
                  </a:lnTo>
                  <a:lnTo>
                    <a:pt x="14617" y="15664"/>
                  </a:lnTo>
                  <a:lnTo>
                    <a:pt x="14953" y="15348"/>
                  </a:lnTo>
                  <a:lnTo>
                    <a:pt x="15269" y="15012"/>
                  </a:lnTo>
                  <a:lnTo>
                    <a:pt x="15565" y="14676"/>
                  </a:lnTo>
                  <a:lnTo>
                    <a:pt x="15842" y="14321"/>
                  </a:lnTo>
                  <a:lnTo>
                    <a:pt x="16118" y="13965"/>
                  </a:lnTo>
                  <a:lnTo>
                    <a:pt x="16355" y="13590"/>
                  </a:lnTo>
                  <a:lnTo>
                    <a:pt x="16592" y="13195"/>
                  </a:lnTo>
                  <a:lnTo>
                    <a:pt x="16790" y="12800"/>
                  </a:lnTo>
                  <a:lnTo>
                    <a:pt x="16987" y="12405"/>
                  </a:lnTo>
                  <a:lnTo>
                    <a:pt x="17165" y="12010"/>
                  </a:lnTo>
                  <a:lnTo>
                    <a:pt x="17303" y="11595"/>
                  </a:lnTo>
                  <a:lnTo>
                    <a:pt x="17442" y="11180"/>
                  </a:lnTo>
                  <a:lnTo>
                    <a:pt x="17560" y="10765"/>
                  </a:lnTo>
                  <a:lnTo>
                    <a:pt x="17659" y="10350"/>
                  </a:lnTo>
                  <a:lnTo>
                    <a:pt x="17738" y="9936"/>
                  </a:lnTo>
                  <a:lnTo>
                    <a:pt x="17797" y="9541"/>
                  </a:lnTo>
                  <a:lnTo>
                    <a:pt x="17837" y="9126"/>
                  </a:lnTo>
                  <a:lnTo>
                    <a:pt x="17837" y="8711"/>
                  </a:lnTo>
                  <a:lnTo>
                    <a:pt x="17837" y="8316"/>
                  </a:lnTo>
                  <a:lnTo>
                    <a:pt x="17797" y="7723"/>
                  </a:lnTo>
                  <a:lnTo>
                    <a:pt x="17698" y="7151"/>
                  </a:lnTo>
                  <a:lnTo>
                    <a:pt x="17639" y="6854"/>
                  </a:lnTo>
                  <a:lnTo>
                    <a:pt x="17580" y="6578"/>
                  </a:lnTo>
                  <a:lnTo>
                    <a:pt x="17481" y="6281"/>
                  </a:lnTo>
                  <a:lnTo>
                    <a:pt x="17382" y="6005"/>
                  </a:lnTo>
                  <a:lnTo>
                    <a:pt x="17284" y="5728"/>
                  </a:lnTo>
                  <a:lnTo>
                    <a:pt x="17165" y="5452"/>
                  </a:lnTo>
                  <a:lnTo>
                    <a:pt x="17027" y="5175"/>
                  </a:lnTo>
                  <a:lnTo>
                    <a:pt x="16889" y="4919"/>
                  </a:lnTo>
                  <a:lnTo>
                    <a:pt x="16731" y="4642"/>
                  </a:lnTo>
                  <a:lnTo>
                    <a:pt x="16553" y="4385"/>
                  </a:lnTo>
                  <a:lnTo>
                    <a:pt x="16375" y="4128"/>
                  </a:lnTo>
                  <a:lnTo>
                    <a:pt x="16178" y="3872"/>
                  </a:lnTo>
                  <a:lnTo>
                    <a:pt x="15960" y="3615"/>
                  </a:lnTo>
                  <a:lnTo>
                    <a:pt x="15743" y="3378"/>
                  </a:lnTo>
                  <a:lnTo>
                    <a:pt x="15506" y="3141"/>
                  </a:lnTo>
                  <a:lnTo>
                    <a:pt x="15249" y="2904"/>
                  </a:lnTo>
                  <a:lnTo>
                    <a:pt x="14992" y="2667"/>
                  </a:lnTo>
                  <a:lnTo>
                    <a:pt x="14716" y="2430"/>
                  </a:lnTo>
                  <a:lnTo>
                    <a:pt x="14420" y="2212"/>
                  </a:lnTo>
                  <a:lnTo>
                    <a:pt x="14123" y="1995"/>
                  </a:lnTo>
                  <a:lnTo>
                    <a:pt x="13807" y="1798"/>
                  </a:lnTo>
                  <a:lnTo>
                    <a:pt x="13471" y="1600"/>
                  </a:lnTo>
                  <a:lnTo>
                    <a:pt x="13116" y="1403"/>
                  </a:lnTo>
                  <a:lnTo>
                    <a:pt x="12760" y="1205"/>
                  </a:lnTo>
                  <a:lnTo>
                    <a:pt x="12385" y="1027"/>
                  </a:lnTo>
                  <a:lnTo>
                    <a:pt x="12010" y="850"/>
                  </a:lnTo>
                  <a:lnTo>
                    <a:pt x="11595" y="672"/>
                  </a:lnTo>
                  <a:lnTo>
                    <a:pt x="11180" y="514"/>
                  </a:lnTo>
                  <a:lnTo>
                    <a:pt x="10765" y="376"/>
                  </a:lnTo>
                  <a:lnTo>
                    <a:pt x="10351" y="257"/>
                  </a:lnTo>
                  <a:lnTo>
                    <a:pt x="9936" y="158"/>
                  </a:lnTo>
                  <a:lnTo>
                    <a:pt x="9541" y="79"/>
                  </a:lnTo>
                  <a:lnTo>
                    <a:pt x="9146" y="40"/>
                  </a:lnTo>
                  <a:lnTo>
                    <a:pt x="877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4167648" y="-2064920"/>
              <a:ext cx="414355" cy="185657"/>
            </a:xfrm>
            <a:custGeom>
              <a:rect b="b" l="l" r="r" t="t"/>
              <a:pathLst>
                <a:path extrusionOk="0" h="4939" w="11023">
                  <a:moveTo>
                    <a:pt x="1620" y="0"/>
                  </a:moveTo>
                  <a:lnTo>
                    <a:pt x="1443" y="20"/>
                  </a:lnTo>
                  <a:lnTo>
                    <a:pt x="1265" y="40"/>
                  </a:lnTo>
                  <a:lnTo>
                    <a:pt x="1087" y="79"/>
                  </a:lnTo>
                  <a:lnTo>
                    <a:pt x="929" y="138"/>
                  </a:lnTo>
                  <a:lnTo>
                    <a:pt x="791" y="198"/>
                  </a:lnTo>
                  <a:lnTo>
                    <a:pt x="653" y="277"/>
                  </a:lnTo>
                  <a:lnTo>
                    <a:pt x="534" y="356"/>
                  </a:lnTo>
                  <a:lnTo>
                    <a:pt x="435" y="455"/>
                  </a:lnTo>
                  <a:lnTo>
                    <a:pt x="337" y="573"/>
                  </a:lnTo>
                  <a:lnTo>
                    <a:pt x="258" y="711"/>
                  </a:lnTo>
                  <a:lnTo>
                    <a:pt x="178" y="850"/>
                  </a:lnTo>
                  <a:lnTo>
                    <a:pt x="119" y="1008"/>
                  </a:lnTo>
                  <a:lnTo>
                    <a:pt x="60" y="1185"/>
                  </a:lnTo>
                  <a:lnTo>
                    <a:pt x="20" y="1383"/>
                  </a:lnTo>
                  <a:lnTo>
                    <a:pt x="1" y="1561"/>
                  </a:lnTo>
                  <a:lnTo>
                    <a:pt x="20" y="1738"/>
                  </a:lnTo>
                  <a:lnTo>
                    <a:pt x="60" y="1916"/>
                  </a:lnTo>
                  <a:lnTo>
                    <a:pt x="119" y="2074"/>
                  </a:lnTo>
                  <a:lnTo>
                    <a:pt x="218" y="2212"/>
                  </a:lnTo>
                  <a:lnTo>
                    <a:pt x="337" y="2351"/>
                  </a:lnTo>
                  <a:lnTo>
                    <a:pt x="475" y="2489"/>
                  </a:lnTo>
                  <a:lnTo>
                    <a:pt x="633" y="2607"/>
                  </a:lnTo>
                  <a:lnTo>
                    <a:pt x="811" y="2726"/>
                  </a:lnTo>
                  <a:lnTo>
                    <a:pt x="1008" y="2825"/>
                  </a:lnTo>
                  <a:lnTo>
                    <a:pt x="1206" y="2924"/>
                  </a:lnTo>
                  <a:lnTo>
                    <a:pt x="1403" y="3003"/>
                  </a:lnTo>
                  <a:lnTo>
                    <a:pt x="1838" y="3141"/>
                  </a:lnTo>
                  <a:lnTo>
                    <a:pt x="2292" y="3240"/>
                  </a:lnTo>
                  <a:lnTo>
                    <a:pt x="2549" y="3299"/>
                  </a:lnTo>
                  <a:lnTo>
                    <a:pt x="2825" y="3378"/>
                  </a:lnTo>
                  <a:lnTo>
                    <a:pt x="3536" y="3635"/>
                  </a:lnTo>
                  <a:lnTo>
                    <a:pt x="4346" y="3951"/>
                  </a:lnTo>
                  <a:lnTo>
                    <a:pt x="5215" y="4286"/>
                  </a:lnTo>
                  <a:lnTo>
                    <a:pt x="5670" y="4444"/>
                  </a:lnTo>
                  <a:lnTo>
                    <a:pt x="6124" y="4583"/>
                  </a:lnTo>
                  <a:lnTo>
                    <a:pt x="6558" y="4721"/>
                  </a:lnTo>
                  <a:lnTo>
                    <a:pt x="6993" y="4820"/>
                  </a:lnTo>
                  <a:lnTo>
                    <a:pt x="7408" y="4899"/>
                  </a:lnTo>
                  <a:lnTo>
                    <a:pt x="7783" y="4938"/>
                  </a:lnTo>
                  <a:lnTo>
                    <a:pt x="8139" y="4918"/>
                  </a:lnTo>
                  <a:lnTo>
                    <a:pt x="8316" y="4918"/>
                  </a:lnTo>
                  <a:lnTo>
                    <a:pt x="8474" y="4879"/>
                  </a:lnTo>
                  <a:lnTo>
                    <a:pt x="8771" y="4800"/>
                  </a:lnTo>
                  <a:lnTo>
                    <a:pt x="9047" y="4681"/>
                  </a:lnTo>
                  <a:lnTo>
                    <a:pt x="9304" y="4523"/>
                  </a:lnTo>
                  <a:lnTo>
                    <a:pt x="9541" y="4365"/>
                  </a:lnTo>
                  <a:lnTo>
                    <a:pt x="9778" y="4188"/>
                  </a:lnTo>
                  <a:lnTo>
                    <a:pt x="9975" y="4010"/>
                  </a:lnTo>
                  <a:lnTo>
                    <a:pt x="10173" y="3812"/>
                  </a:lnTo>
                  <a:lnTo>
                    <a:pt x="10351" y="3615"/>
                  </a:lnTo>
                  <a:lnTo>
                    <a:pt x="10627" y="3240"/>
                  </a:lnTo>
                  <a:lnTo>
                    <a:pt x="10845" y="2943"/>
                  </a:lnTo>
                  <a:lnTo>
                    <a:pt x="11022" y="2647"/>
                  </a:lnTo>
                  <a:lnTo>
                    <a:pt x="10469" y="2390"/>
                  </a:lnTo>
                  <a:lnTo>
                    <a:pt x="9857" y="2133"/>
                  </a:lnTo>
                  <a:lnTo>
                    <a:pt x="9146" y="1837"/>
                  </a:lnTo>
                  <a:lnTo>
                    <a:pt x="8356" y="1561"/>
                  </a:lnTo>
                  <a:lnTo>
                    <a:pt x="7586" y="1304"/>
                  </a:lnTo>
                  <a:lnTo>
                    <a:pt x="7230" y="1205"/>
                  </a:lnTo>
                  <a:lnTo>
                    <a:pt x="6894" y="1126"/>
                  </a:lnTo>
                  <a:lnTo>
                    <a:pt x="6578" y="1067"/>
                  </a:lnTo>
                  <a:lnTo>
                    <a:pt x="6321" y="1047"/>
                  </a:lnTo>
                  <a:lnTo>
                    <a:pt x="6084" y="1047"/>
                  </a:lnTo>
                  <a:lnTo>
                    <a:pt x="5828" y="1008"/>
                  </a:lnTo>
                  <a:lnTo>
                    <a:pt x="5551" y="968"/>
                  </a:lnTo>
                  <a:lnTo>
                    <a:pt x="5294" y="909"/>
                  </a:lnTo>
                  <a:lnTo>
                    <a:pt x="4721" y="751"/>
                  </a:lnTo>
                  <a:lnTo>
                    <a:pt x="4149" y="573"/>
                  </a:lnTo>
                  <a:lnTo>
                    <a:pt x="3576" y="395"/>
                  </a:lnTo>
                  <a:lnTo>
                    <a:pt x="3023" y="237"/>
                  </a:lnTo>
                  <a:lnTo>
                    <a:pt x="2509" y="99"/>
                  </a:lnTo>
                  <a:lnTo>
                    <a:pt x="2272" y="59"/>
                  </a:lnTo>
                  <a:lnTo>
                    <a:pt x="2035" y="20"/>
                  </a:lnTo>
                  <a:lnTo>
                    <a:pt x="1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4172836" y="-2147357"/>
              <a:ext cx="207948" cy="21577"/>
            </a:xfrm>
            <a:custGeom>
              <a:rect b="b" l="l" r="r" t="t"/>
              <a:pathLst>
                <a:path extrusionOk="0" h="574" w="5532">
                  <a:moveTo>
                    <a:pt x="1305" y="1"/>
                  </a:moveTo>
                  <a:lnTo>
                    <a:pt x="969" y="40"/>
                  </a:lnTo>
                  <a:lnTo>
                    <a:pt x="673" y="80"/>
                  </a:lnTo>
                  <a:lnTo>
                    <a:pt x="436" y="119"/>
                  </a:lnTo>
                  <a:lnTo>
                    <a:pt x="238" y="178"/>
                  </a:lnTo>
                  <a:lnTo>
                    <a:pt x="100" y="218"/>
                  </a:lnTo>
                  <a:lnTo>
                    <a:pt x="1" y="356"/>
                  </a:lnTo>
                  <a:lnTo>
                    <a:pt x="811" y="356"/>
                  </a:lnTo>
                  <a:lnTo>
                    <a:pt x="1739" y="376"/>
                  </a:lnTo>
                  <a:lnTo>
                    <a:pt x="2885" y="416"/>
                  </a:lnTo>
                  <a:lnTo>
                    <a:pt x="5532" y="574"/>
                  </a:lnTo>
                  <a:lnTo>
                    <a:pt x="4228" y="356"/>
                  </a:lnTo>
                  <a:lnTo>
                    <a:pt x="3102" y="178"/>
                  </a:lnTo>
                  <a:lnTo>
                    <a:pt x="2095" y="4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4250800" y="-2217126"/>
              <a:ext cx="159682" cy="15600"/>
            </a:xfrm>
            <a:custGeom>
              <a:rect b="b" l="l" r="r" t="t"/>
              <a:pathLst>
                <a:path extrusionOk="0" h="415" w="4248">
                  <a:moveTo>
                    <a:pt x="1621" y="0"/>
                  </a:moveTo>
                  <a:lnTo>
                    <a:pt x="1305" y="20"/>
                  </a:lnTo>
                  <a:lnTo>
                    <a:pt x="969" y="59"/>
                  </a:lnTo>
                  <a:lnTo>
                    <a:pt x="673" y="119"/>
                  </a:lnTo>
                  <a:lnTo>
                    <a:pt x="396" y="198"/>
                  </a:lnTo>
                  <a:lnTo>
                    <a:pt x="198" y="257"/>
                  </a:lnTo>
                  <a:lnTo>
                    <a:pt x="40" y="336"/>
                  </a:lnTo>
                  <a:lnTo>
                    <a:pt x="1" y="375"/>
                  </a:lnTo>
                  <a:lnTo>
                    <a:pt x="1" y="415"/>
                  </a:lnTo>
                  <a:lnTo>
                    <a:pt x="198" y="375"/>
                  </a:lnTo>
                  <a:lnTo>
                    <a:pt x="732" y="277"/>
                  </a:lnTo>
                  <a:lnTo>
                    <a:pt x="1107" y="237"/>
                  </a:lnTo>
                  <a:lnTo>
                    <a:pt x="1502" y="217"/>
                  </a:lnTo>
                  <a:lnTo>
                    <a:pt x="1937" y="217"/>
                  </a:lnTo>
                  <a:lnTo>
                    <a:pt x="2411" y="237"/>
                  </a:lnTo>
                  <a:lnTo>
                    <a:pt x="3793" y="336"/>
                  </a:lnTo>
                  <a:lnTo>
                    <a:pt x="4248" y="375"/>
                  </a:lnTo>
                  <a:lnTo>
                    <a:pt x="4011" y="316"/>
                  </a:lnTo>
                  <a:lnTo>
                    <a:pt x="3418" y="198"/>
                  </a:lnTo>
                  <a:lnTo>
                    <a:pt x="2667" y="59"/>
                  </a:lnTo>
                  <a:lnTo>
                    <a:pt x="2292" y="20"/>
                  </a:lnTo>
                  <a:lnTo>
                    <a:pt x="195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4354777" y="-2259453"/>
              <a:ext cx="69090" cy="17103"/>
            </a:xfrm>
            <a:custGeom>
              <a:rect b="b" l="l" r="r" t="t"/>
              <a:pathLst>
                <a:path extrusionOk="0" h="455" w="1838">
                  <a:moveTo>
                    <a:pt x="138" y="0"/>
                  </a:moveTo>
                  <a:lnTo>
                    <a:pt x="99" y="20"/>
                  </a:lnTo>
                  <a:lnTo>
                    <a:pt x="59" y="40"/>
                  </a:lnTo>
                  <a:lnTo>
                    <a:pt x="20" y="99"/>
                  </a:lnTo>
                  <a:lnTo>
                    <a:pt x="0" y="158"/>
                  </a:lnTo>
                  <a:lnTo>
                    <a:pt x="0" y="198"/>
                  </a:lnTo>
                  <a:lnTo>
                    <a:pt x="652" y="277"/>
                  </a:lnTo>
                  <a:lnTo>
                    <a:pt x="1521" y="395"/>
                  </a:lnTo>
                  <a:lnTo>
                    <a:pt x="1837" y="454"/>
                  </a:lnTo>
                  <a:lnTo>
                    <a:pt x="1047" y="217"/>
                  </a:lnTo>
                  <a:lnTo>
                    <a:pt x="455" y="59"/>
                  </a:lnTo>
                  <a:lnTo>
                    <a:pt x="257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4064461" y="-2125065"/>
              <a:ext cx="73526" cy="41612"/>
            </a:xfrm>
            <a:custGeom>
              <a:rect b="b" l="l" r="r" t="t"/>
              <a:pathLst>
                <a:path extrusionOk="0" h="1107" w="1956">
                  <a:moveTo>
                    <a:pt x="1936" y="0"/>
                  </a:moveTo>
                  <a:lnTo>
                    <a:pt x="1896" y="158"/>
                  </a:lnTo>
                  <a:lnTo>
                    <a:pt x="1798" y="415"/>
                  </a:lnTo>
                  <a:lnTo>
                    <a:pt x="1719" y="553"/>
                  </a:lnTo>
                  <a:lnTo>
                    <a:pt x="1640" y="672"/>
                  </a:lnTo>
                  <a:lnTo>
                    <a:pt x="1561" y="771"/>
                  </a:lnTo>
                  <a:lnTo>
                    <a:pt x="1462" y="850"/>
                  </a:lnTo>
                  <a:lnTo>
                    <a:pt x="1343" y="889"/>
                  </a:lnTo>
                  <a:lnTo>
                    <a:pt x="1146" y="929"/>
                  </a:lnTo>
                  <a:lnTo>
                    <a:pt x="711" y="948"/>
                  </a:lnTo>
                  <a:lnTo>
                    <a:pt x="336" y="968"/>
                  </a:lnTo>
                  <a:lnTo>
                    <a:pt x="178" y="948"/>
                  </a:lnTo>
                  <a:lnTo>
                    <a:pt x="257" y="316"/>
                  </a:lnTo>
                  <a:lnTo>
                    <a:pt x="79" y="494"/>
                  </a:lnTo>
                  <a:lnTo>
                    <a:pt x="0" y="1087"/>
                  </a:lnTo>
                  <a:lnTo>
                    <a:pt x="198" y="1106"/>
                  </a:lnTo>
                  <a:lnTo>
                    <a:pt x="909" y="1106"/>
                  </a:lnTo>
                  <a:lnTo>
                    <a:pt x="1166" y="1087"/>
                  </a:lnTo>
                  <a:lnTo>
                    <a:pt x="1403" y="1027"/>
                  </a:lnTo>
                  <a:lnTo>
                    <a:pt x="1521" y="988"/>
                  </a:lnTo>
                  <a:lnTo>
                    <a:pt x="1600" y="948"/>
                  </a:lnTo>
                  <a:lnTo>
                    <a:pt x="1679" y="889"/>
                  </a:lnTo>
                  <a:lnTo>
                    <a:pt x="1738" y="830"/>
                  </a:lnTo>
                  <a:lnTo>
                    <a:pt x="1837" y="692"/>
                  </a:lnTo>
                  <a:lnTo>
                    <a:pt x="1896" y="534"/>
                  </a:lnTo>
                  <a:lnTo>
                    <a:pt x="1936" y="376"/>
                  </a:lnTo>
                  <a:lnTo>
                    <a:pt x="1956" y="237"/>
                  </a:lnTo>
                  <a:lnTo>
                    <a:pt x="1956" y="119"/>
                  </a:lnTo>
                  <a:lnTo>
                    <a:pt x="193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4368122" y="-1450155"/>
              <a:ext cx="596253" cy="494534"/>
            </a:xfrm>
            <a:custGeom>
              <a:rect b="b" l="l" r="r" t="t"/>
              <a:pathLst>
                <a:path extrusionOk="0" h="13156" w="15862">
                  <a:moveTo>
                    <a:pt x="1680" y="1"/>
                  </a:moveTo>
                  <a:lnTo>
                    <a:pt x="1" y="7902"/>
                  </a:lnTo>
                  <a:lnTo>
                    <a:pt x="2865" y="9423"/>
                  </a:lnTo>
                  <a:lnTo>
                    <a:pt x="4129" y="10094"/>
                  </a:lnTo>
                  <a:lnTo>
                    <a:pt x="8020" y="12148"/>
                  </a:lnTo>
                  <a:lnTo>
                    <a:pt x="9403" y="12860"/>
                  </a:lnTo>
                  <a:lnTo>
                    <a:pt x="9995" y="13156"/>
                  </a:lnTo>
                  <a:lnTo>
                    <a:pt x="10035" y="13136"/>
                  </a:lnTo>
                  <a:lnTo>
                    <a:pt x="10094" y="13077"/>
                  </a:lnTo>
                  <a:lnTo>
                    <a:pt x="10311" y="12800"/>
                  </a:lnTo>
                  <a:lnTo>
                    <a:pt x="10627" y="12405"/>
                  </a:lnTo>
                  <a:lnTo>
                    <a:pt x="11042" y="11872"/>
                  </a:lnTo>
                  <a:lnTo>
                    <a:pt x="12010" y="10509"/>
                  </a:lnTo>
                  <a:lnTo>
                    <a:pt x="13116" y="8949"/>
                  </a:lnTo>
                  <a:lnTo>
                    <a:pt x="14183" y="7388"/>
                  </a:lnTo>
                  <a:lnTo>
                    <a:pt x="15091" y="6025"/>
                  </a:lnTo>
                  <a:lnTo>
                    <a:pt x="15447" y="5492"/>
                  </a:lnTo>
                  <a:lnTo>
                    <a:pt x="15684" y="5057"/>
                  </a:lnTo>
                  <a:lnTo>
                    <a:pt x="15842" y="4781"/>
                  </a:lnTo>
                  <a:lnTo>
                    <a:pt x="15862" y="4722"/>
                  </a:lnTo>
                  <a:lnTo>
                    <a:pt x="15862" y="4702"/>
                  </a:lnTo>
                  <a:lnTo>
                    <a:pt x="15842" y="4682"/>
                  </a:lnTo>
                  <a:lnTo>
                    <a:pt x="15585" y="4623"/>
                  </a:lnTo>
                  <a:lnTo>
                    <a:pt x="14973" y="4425"/>
                  </a:lnTo>
                  <a:lnTo>
                    <a:pt x="12899" y="3754"/>
                  </a:lnTo>
                  <a:lnTo>
                    <a:pt x="7131" y="1818"/>
                  </a:lnTo>
                  <a:lnTo>
                    <a:pt x="6005" y="1443"/>
                  </a:lnTo>
                  <a:lnTo>
                    <a:pt x="5946" y="1423"/>
                  </a:lnTo>
                  <a:lnTo>
                    <a:pt x="5907" y="1423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4091188" y="-1384784"/>
              <a:ext cx="191596" cy="27478"/>
            </a:xfrm>
            <a:custGeom>
              <a:rect b="b" l="l" r="r" t="t"/>
              <a:pathLst>
                <a:path extrusionOk="0" h="731" w="5097">
                  <a:moveTo>
                    <a:pt x="0" y="0"/>
                  </a:moveTo>
                  <a:lnTo>
                    <a:pt x="158" y="59"/>
                  </a:lnTo>
                  <a:lnTo>
                    <a:pt x="593" y="217"/>
                  </a:lnTo>
                  <a:lnTo>
                    <a:pt x="1245" y="415"/>
                  </a:lnTo>
                  <a:lnTo>
                    <a:pt x="1620" y="514"/>
                  </a:lnTo>
                  <a:lnTo>
                    <a:pt x="2015" y="593"/>
                  </a:lnTo>
                  <a:lnTo>
                    <a:pt x="2430" y="672"/>
                  </a:lnTo>
                  <a:lnTo>
                    <a:pt x="2864" y="711"/>
                  </a:lnTo>
                  <a:lnTo>
                    <a:pt x="3299" y="731"/>
                  </a:lnTo>
                  <a:lnTo>
                    <a:pt x="3694" y="731"/>
                  </a:lnTo>
                  <a:lnTo>
                    <a:pt x="4069" y="691"/>
                  </a:lnTo>
                  <a:lnTo>
                    <a:pt x="4405" y="632"/>
                  </a:lnTo>
                  <a:lnTo>
                    <a:pt x="4681" y="553"/>
                  </a:lnTo>
                  <a:lnTo>
                    <a:pt x="4780" y="514"/>
                  </a:lnTo>
                  <a:lnTo>
                    <a:pt x="4879" y="454"/>
                  </a:lnTo>
                  <a:lnTo>
                    <a:pt x="4998" y="356"/>
                  </a:lnTo>
                  <a:lnTo>
                    <a:pt x="5077" y="296"/>
                  </a:lnTo>
                  <a:lnTo>
                    <a:pt x="5096" y="237"/>
                  </a:lnTo>
                  <a:lnTo>
                    <a:pt x="5077" y="198"/>
                  </a:lnTo>
                  <a:lnTo>
                    <a:pt x="5057" y="178"/>
                  </a:lnTo>
                  <a:lnTo>
                    <a:pt x="4978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4190692" y="-2054544"/>
              <a:ext cx="86908" cy="92096"/>
            </a:xfrm>
            <a:custGeom>
              <a:rect b="b" l="l" r="r" t="t"/>
              <a:pathLst>
                <a:path extrusionOk="0" h="2450" w="2312">
                  <a:moveTo>
                    <a:pt x="711" y="139"/>
                  </a:moveTo>
                  <a:lnTo>
                    <a:pt x="849" y="179"/>
                  </a:lnTo>
                  <a:lnTo>
                    <a:pt x="1205" y="258"/>
                  </a:lnTo>
                  <a:lnTo>
                    <a:pt x="1422" y="337"/>
                  </a:lnTo>
                  <a:lnTo>
                    <a:pt x="1639" y="416"/>
                  </a:lnTo>
                  <a:lnTo>
                    <a:pt x="1857" y="495"/>
                  </a:lnTo>
                  <a:lnTo>
                    <a:pt x="2015" y="613"/>
                  </a:lnTo>
                  <a:lnTo>
                    <a:pt x="2094" y="672"/>
                  </a:lnTo>
                  <a:lnTo>
                    <a:pt x="2133" y="751"/>
                  </a:lnTo>
                  <a:lnTo>
                    <a:pt x="2173" y="850"/>
                  </a:lnTo>
                  <a:lnTo>
                    <a:pt x="2193" y="969"/>
                  </a:lnTo>
                  <a:lnTo>
                    <a:pt x="2193" y="1107"/>
                  </a:lnTo>
                  <a:lnTo>
                    <a:pt x="2173" y="1225"/>
                  </a:lnTo>
                  <a:lnTo>
                    <a:pt x="2114" y="1502"/>
                  </a:lnTo>
                  <a:lnTo>
                    <a:pt x="2015" y="1778"/>
                  </a:lnTo>
                  <a:lnTo>
                    <a:pt x="1896" y="2015"/>
                  </a:lnTo>
                  <a:lnTo>
                    <a:pt x="1778" y="2193"/>
                  </a:lnTo>
                  <a:lnTo>
                    <a:pt x="1699" y="2252"/>
                  </a:lnTo>
                  <a:lnTo>
                    <a:pt x="1639" y="2292"/>
                  </a:lnTo>
                  <a:lnTo>
                    <a:pt x="1560" y="2312"/>
                  </a:lnTo>
                  <a:lnTo>
                    <a:pt x="1481" y="2312"/>
                  </a:lnTo>
                  <a:lnTo>
                    <a:pt x="1264" y="2272"/>
                  </a:lnTo>
                  <a:lnTo>
                    <a:pt x="1007" y="2213"/>
                  </a:lnTo>
                  <a:lnTo>
                    <a:pt x="770" y="2114"/>
                  </a:lnTo>
                  <a:lnTo>
                    <a:pt x="533" y="2015"/>
                  </a:lnTo>
                  <a:lnTo>
                    <a:pt x="316" y="1917"/>
                  </a:lnTo>
                  <a:lnTo>
                    <a:pt x="178" y="1838"/>
                  </a:lnTo>
                  <a:lnTo>
                    <a:pt x="138" y="1798"/>
                  </a:lnTo>
                  <a:lnTo>
                    <a:pt x="119" y="1759"/>
                  </a:lnTo>
                  <a:lnTo>
                    <a:pt x="138" y="1660"/>
                  </a:lnTo>
                  <a:lnTo>
                    <a:pt x="158" y="1462"/>
                  </a:lnTo>
                  <a:lnTo>
                    <a:pt x="217" y="1206"/>
                  </a:lnTo>
                  <a:lnTo>
                    <a:pt x="296" y="929"/>
                  </a:lnTo>
                  <a:lnTo>
                    <a:pt x="395" y="633"/>
                  </a:lnTo>
                  <a:lnTo>
                    <a:pt x="494" y="396"/>
                  </a:lnTo>
                  <a:lnTo>
                    <a:pt x="553" y="297"/>
                  </a:lnTo>
                  <a:lnTo>
                    <a:pt x="593" y="218"/>
                  </a:lnTo>
                  <a:lnTo>
                    <a:pt x="652" y="159"/>
                  </a:lnTo>
                  <a:lnTo>
                    <a:pt x="711" y="139"/>
                  </a:lnTo>
                  <a:close/>
                  <a:moveTo>
                    <a:pt x="652" y="1"/>
                  </a:moveTo>
                  <a:lnTo>
                    <a:pt x="593" y="40"/>
                  </a:lnTo>
                  <a:lnTo>
                    <a:pt x="533" y="99"/>
                  </a:lnTo>
                  <a:lnTo>
                    <a:pt x="474" y="179"/>
                  </a:lnTo>
                  <a:lnTo>
                    <a:pt x="415" y="297"/>
                  </a:lnTo>
                  <a:lnTo>
                    <a:pt x="296" y="574"/>
                  </a:lnTo>
                  <a:lnTo>
                    <a:pt x="198" y="890"/>
                  </a:lnTo>
                  <a:lnTo>
                    <a:pt x="119" y="1225"/>
                  </a:lnTo>
                  <a:lnTo>
                    <a:pt x="40" y="1502"/>
                  </a:lnTo>
                  <a:lnTo>
                    <a:pt x="0" y="1719"/>
                  </a:lnTo>
                  <a:lnTo>
                    <a:pt x="0" y="1838"/>
                  </a:lnTo>
                  <a:lnTo>
                    <a:pt x="20" y="1877"/>
                  </a:lnTo>
                  <a:lnTo>
                    <a:pt x="59" y="1917"/>
                  </a:lnTo>
                  <a:lnTo>
                    <a:pt x="217" y="2015"/>
                  </a:lnTo>
                  <a:lnTo>
                    <a:pt x="454" y="2134"/>
                  </a:lnTo>
                  <a:lnTo>
                    <a:pt x="711" y="2233"/>
                  </a:lnTo>
                  <a:lnTo>
                    <a:pt x="1007" y="2351"/>
                  </a:lnTo>
                  <a:lnTo>
                    <a:pt x="1284" y="2410"/>
                  </a:lnTo>
                  <a:lnTo>
                    <a:pt x="1521" y="2450"/>
                  </a:lnTo>
                  <a:lnTo>
                    <a:pt x="1620" y="2450"/>
                  </a:lnTo>
                  <a:lnTo>
                    <a:pt x="1699" y="2430"/>
                  </a:lnTo>
                  <a:lnTo>
                    <a:pt x="1778" y="2391"/>
                  </a:lnTo>
                  <a:lnTo>
                    <a:pt x="1857" y="2312"/>
                  </a:lnTo>
                  <a:lnTo>
                    <a:pt x="1936" y="2233"/>
                  </a:lnTo>
                  <a:lnTo>
                    <a:pt x="1995" y="2114"/>
                  </a:lnTo>
                  <a:lnTo>
                    <a:pt x="2133" y="1857"/>
                  </a:lnTo>
                  <a:lnTo>
                    <a:pt x="2232" y="1561"/>
                  </a:lnTo>
                  <a:lnTo>
                    <a:pt x="2311" y="1245"/>
                  </a:lnTo>
                  <a:lnTo>
                    <a:pt x="2311" y="1087"/>
                  </a:lnTo>
                  <a:lnTo>
                    <a:pt x="2311" y="949"/>
                  </a:lnTo>
                  <a:lnTo>
                    <a:pt x="2311" y="811"/>
                  </a:lnTo>
                  <a:lnTo>
                    <a:pt x="2272" y="712"/>
                  </a:lnTo>
                  <a:lnTo>
                    <a:pt x="2212" y="613"/>
                  </a:lnTo>
                  <a:lnTo>
                    <a:pt x="2133" y="534"/>
                  </a:lnTo>
                  <a:lnTo>
                    <a:pt x="1936" y="416"/>
                  </a:lnTo>
                  <a:lnTo>
                    <a:pt x="1718" y="317"/>
                  </a:lnTo>
                  <a:lnTo>
                    <a:pt x="1462" y="218"/>
                  </a:lnTo>
                  <a:lnTo>
                    <a:pt x="1225" y="159"/>
                  </a:lnTo>
                  <a:lnTo>
                    <a:pt x="830" y="40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4035478" y="-1510263"/>
              <a:ext cx="409167" cy="144797"/>
            </a:xfrm>
            <a:custGeom>
              <a:rect b="b" l="l" r="r" t="t"/>
              <a:pathLst>
                <a:path extrusionOk="0" h="3852" w="10885">
                  <a:moveTo>
                    <a:pt x="7665" y="0"/>
                  </a:moveTo>
                  <a:lnTo>
                    <a:pt x="6894" y="20"/>
                  </a:lnTo>
                  <a:lnTo>
                    <a:pt x="6084" y="59"/>
                  </a:lnTo>
                  <a:lnTo>
                    <a:pt x="5275" y="138"/>
                  </a:lnTo>
                  <a:lnTo>
                    <a:pt x="4485" y="217"/>
                  </a:lnTo>
                  <a:lnTo>
                    <a:pt x="3734" y="277"/>
                  </a:lnTo>
                  <a:lnTo>
                    <a:pt x="3043" y="316"/>
                  </a:lnTo>
                  <a:lnTo>
                    <a:pt x="2727" y="336"/>
                  </a:lnTo>
                  <a:lnTo>
                    <a:pt x="2430" y="316"/>
                  </a:lnTo>
                  <a:lnTo>
                    <a:pt x="1937" y="296"/>
                  </a:lnTo>
                  <a:lnTo>
                    <a:pt x="1502" y="277"/>
                  </a:lnTo>
                  <a:lnTo>
                    <a:pt x="1166" y="296"/>
                  </a:lnTo>
                  <a:lnTo>
                    <a:pt x="1008" y="316"/>
                  </a:lnTo>
                  <a:lnTo>
                    <a:pt x="870" y="356"/>
                  </a:lnTo>
                  <a:lnTo>
                    <a:pt x="751" y="395"/>
                  </a:lnTo>
                  <a:lnTo>
                    <a:pt x="633" y="474"/>
                  </a:lnTo>
                  <a:lnTo>
                    <a:pt x="534" y="533"/>
                  </a:lnTo>
                  <a:lnTo>
                    <a:pt x="455" y="632"/>
                  </a:lnTo>
                  <a:lnTo>
                    <a:pt x="356" y="751"/>
                  </a:lnTo>
                  <a:lnTo>
                    <a:pt x="277" y="889"/>
                  </a:lnTo>
                  <a:lnTo>
                    <a:pt x="218" y="1027"/>
                  </a:lnTo>
                  <a:lnTo>
                    <a:pt x="139" y="1205"/>
                  </a:lnTo>
                  <a:lnTo>
                    <a:pt x="80" y="1383"/>
                  </a:lnTo>
                  <a:lnTo>
                    <a:pt x="40" y="1560"/>
                  </a:lnTo>
                  <a:lnTo>
                    <a:pt x="21" y="1718"/>
                  </a:lnTo>
                  <a:lnTo>
                    <a:pt x="1" y="1876"/>
                  </a:lnTo>
                  <a:lnTo>
                    <a:pt x="1" y="2015"/>
                  </a:lnTo>
                  <a:lnTo>
                    <a:pt x="21" y="2153"/>
                  </a:lnTo>
                  <a:lnTo>
                    <a:pt x="60" y="2291"/>
                  </a:lnTo>
                  <a:lnTo>
                    <a:pt x="100" y="2410"/>
                  </a:lnTo>
                  <a:lnTo>
                    <a:pt x="159" y="2528"/>
                  </a:lnTo>
                  <a:lnTo>
                    <a:pt x="238" y="2647"/>
                  </a:lnTo>
                  <a:lnTo>
                    <a:pt x="317" y="2765"/>
                  </a:lnTo>
                  <a:lnTo>
                    <a:pt x="416" y="2864"/>
                  </a:lnTo>
                  <a:lnTo>
                    <a:pt x="613" y="3042"/>
                  </a:lnTo>
                  <a:lnTo>
                    <a:pt x="870" y="3200"/>
                  </a:lnTo>
                  <a:lnTo>
                    <a:pt x="1028" y="3279"/>
                  </a:lnTo>
                  <a:lnTo>
                    <a:pt x="1186" y="3338"/>
                  </a:lnTo>
                  <a:lnTo>
                    <a:pt x="1384" y="3397"/>
                  </a:lnTo>
                  <a:lnTo>
                    <a:pt x="1601" y="3457"/>
                  </a:lnTo>
                  <a:lnTo>
                    <a:pt x="2095" y="3536"/>
                  </a:lnTo>
                  <a:lnTo>
                    <a:pt x="2628" y="3595"/>
                  </a:lnTo>
                  <a:lnTo>
                    <a:pt x="3754" y="3694"/>
                  </a:lnTo>
                  <a:lnTo>
                    <a:pt x="4287" y="3733"/>
                  </a:lnTo>
                  <a:lnTo>
                    <a:pt x="4781" y="3792"/>
                  </a:lnTo>
                  <a:lnTo>
                    <a:pt x="5275" y="3832"/>
                  </a:lnTo>
                  <a:lnTo>
                    <a:pt x="5788" y="3852"/>
                  </a:lnTo>
                  <a:lnTo>
                    <a:pt x="6341" y="3852"/>
                  </a:lnTo>
                  <a:lnTo>
                    <a:pt x="6934" y="3812"/>
                  </a:lnTo>
                  <a:lnTo>
                    <a:pt x="7507" y="3753"/>
                  </a:lnTo>
                  <a:lnTo>
                    <a:pt x="8079" y="3674"/>
                  </a:lnTo>
                  <a:lnTo>
                    <a:pt x="8632" y="3575"/>
                  </a:lnTo>
                  <a:lnTo>
                    <a:pt x="9166" y="3437"/>
                  </a:lnTo>
                  <a:lnTo>
                    <a:pt x="9640" y="3299"/>
                  </a:lnTo>
                  <a:lnTo>
                    <a:pt x="10015" y="3180"/>
                  </a:lnTo>
                  <a:lnTo>
                    <a:pt x="10311" y="3062"/>
                  </a:lnTo>
                  <a:lnTo>
                    <a:pt x="10548" y="2943"/>
                  </a:lnTo>
                  <a:lnTo>
                    <a:pt x="10805" y="2805"/>
                  </a:lnTo>
                  <a:lnTo>
                    <a:pt x="10884" y="2746"/>
                  </a:lnTo>
                  <a:lnTo>
                    <a:pt x="10884" y="2627"/>
                  </a:lnTo>
                  <a:lnTo>
                    <a:pt x="10825" y="2351"/>
                  </a:lnTo>
                  <a:lnTo>
                    <a:pt x="10785" y="2153"/>
                  </a:lnTo>
                  <a:lnTo>
                    <a:pt x="10726" y="1936"/>
                  </a:lnTo>
                  <a:lnTo>
                    <a:pt x="10627" y="1718"/>
                  </a:lnTo>
                  <a:lnTo>
                    <a:pt x="10529" y="1481"/>
                  </a:lnTo>
                  <a:lnTo>
                    <a:pt x="10390" y="1225"/>
                  </a:lnTo>
                  <a:lnTo>
                    <a:pt x="10213" y="988"/>
                  </a:lnTo>
                  <a:lnTo>
                    <a:pt x="10015" y="770"/>
                  </a:lnTo>
                  <a:lnTo>
                    <a:pt x="9778" y="553"/>
                  </a:lnTo>
                  <a:lnTo>
                    <a:pt x="9640" y="454"/>
                  </a:lnTo>
                  <a:lnTo>
                    <a:pt x="9502" y="375"/>
                  </a:lnTo>
                  <a:lnTo>
                    <a:pt x="9344" y="296"/>
                  </a:lnTo>
                  <a:lnTo>
                    <a:pt x="9186" y="217"/>
                  </a:lnTo>
                  <a:lnTo>
                    <a:pt x="9008" y="158"/>
                  </a:lnTo>
                  <a:lnTo>
                    <a:pt x="8830" y="99"/>
                  </a:lnTo>
                  <a:lnTo>
                    <a:pt x="8632" y="59"/>
                  </a:lnTo>
                  <a:lnTo>
                    <a:pt x="8415" y="40"/>
                  </a:lnTo>
                  <a:lnTo>
                    <a:pt x="8040" y="20"/>
                  </a:lnTo>
                  <a:lnTo>
                    <a:pt x="766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4061491" y="-1489475"/>
              <a:ext cx="86156" cy="83938"/>
            </a:xfrm>
            <a:custGeom>
              <a:rect b="b" l="l" r="r" t="t"/>
              <a:pathLst>
                <a:path extrusionOk="0" h="2233" w="2292">
                  <a:moveTo>
                    <a:pt x="1106" y="119"/>
                  </a:moveTo>
                  <a:lnTo>
                    <a:pt x="1343" y="138"/>
                  </a:lnTo>
                  <a:lnTo>
                    <a:pt x="1580" y="138"/>
                  </a:lnTo>
                  <a:lnTo>
                    <a:pt x="1798" y="178"/>
                  </a:lnTo>
                  <a:lnTo>
                    <a:pt x="1956" y="237"/>
                  </a:lnTo>
                  <a:lnTo>
                    <a:pt x="2015" y="277"/>
                  </a:lnTo>
                  <a:lnTo>
                    <a:pt x="2074" y="356"/>
                  </a:lnTo>
                  <a:lnTo>
                    <a:pt x="2114" y="435"/>
                  </a:lnTo>
                  <a:lnTo>
                    <a:pt x="2153" y="533"/>
                  </a:lnTo>
                  <a:lnTo>
                    <a:pt x="2193" y="770"/>
                  </a:lnTo>
                  <a:lnTo>
                    <a:pt x="2193" y="1047"/>
                  </a:lnTo>
                  <a:lnTo>
                    <a:pt x="2153" y="1323"/>
                  </a:lnTo>
                  <a:lnTo>
                    <a:pt x="2133" y="1442"/>
                  </a:lnTo>
                  <a:lnTo>
                    <a:pt x="2074" y="1580"/>
                  </a:lnTo>
                  <a:lnTo>
                    <a:pt x="2035" y="1679"/>
                  </a:lnTo>
                  <a:lnTo>
                    <a:pt x="1956" y="1778"/>
                  </a:lnTo>
                  <a:lnTo>
                    <a:pt x="1877" y="1877"/>
                  </a:lnTo>
                  <a:lnTo>
                    <a:pt x="1798" y="1936"/>
                  </a:lnTo>
                  <a:lnTo>
                    <a:pt x="1699" y="1975"/>
                  </a:lnTo>
                  <a:lnTo>
                    <a:pt x="1580" y="2015"/>
                  </a:lnTo>
                  <a:lnTo>
                    <a:pt x="1343" y="2074"/>
                  </a:lnTo>
                  <a:lnTo>
                    <a:pt x="1067" y="2094"/>
                  </a:lnTo>
                  <a:lnTo>
                    <a:pt x="810" y="2114"/>
                  </a:lnTo>
                  <a:lnTo>
                    <a:pt x="553" y="2094"/>
                  </a:lnTo>
                  <a:lnTo>
                    <a:pt x="356" y="2054"/>
                  </a:lnTo>
                  <a:lnTo>
                    <a:pt x="217" y="1995"/>
                  </a:lnTo>
                  <a:lnTo>
                    <a:pt x="178" y="1956"/>
                  </a:lnTo>
                  <a:lnTo>
                    <a:pt x="158" y="1936"/>
                  </a:lnTo>
                  <a:lnTo>
                    <a:pt x="158" y="1798"/>
                  </a:lnTo>
                  <a:lnTo>
                    <a:pt x="158" y="1600"/>
                  </a:lnTo>
                  <a:lnTo>
                    <a:pt x="178" y="1343"/>
                  </a:lnTo>
                  <a:lnTo>
                    <a:pt x="217" y="1047"/>
                  </a:lnTo>
                  <a:lnTo>
                    <a:pt x="257" y="751"/>
                  </a:lnTo>
                  <a:lnTo>
                    <a:pt x="336" y="494"/>
                  </a:lnTo>
                  <a:lnTo>
                    <a:pt x="415" y="277"/>
                  </a:lnTo>
                  <a:lnTo>
                    <a:pt x="454" y="198"/>
                  </a:lnTo>
                  <a:lnTo>
                    <a:pt x="494" y="158"/>
                  </a:lnTo>
                  <a:lnTo>
                    <a:pt x="672" y="138"/>
                  </a:lnTo>
                  <a:lnTo>
                    <a:pt x="1106" y="119"/>
                  </a:lnTo>
                  <a:close/>
                  <a:moveTo>
                    <a:pt x="1067" y="0"/>
                  </a:moveTo>
                  <a:lnTo>
                    <a:pt x="593" y="20"/>
                  </a:lnTo>
                  <a:lnTo>
                    <a:pt x="395" y="40"/>
                  </a:lnTo>
                  <a:lnTo>
                    <a:pt x="336" y="99"/>
                  </a:lnTo>
                  <a:lnTo>
                    <a:pt x="277" y="178"/>
                  </a:lnTo>
                  <a:lnTo>
                    <a:pt x="198" y="415"/>
                  </a:lnTo>
                  <a:lnTo>
                    <a:pt x="119" y="711"/>
                  </a:lnTo>
                  <a:lnTo>
                    <a:pt x="59" y="1047"/>
                  </a:lnTo>
                  <a:lnTo>
                    <a:pt x="20" y="1363"/>
                  </a:lnTo>
                  <a:lnTo>
                    <a:pt x="0" y="1659"/>
                  </a:lnTo>
                  <a:lnTo>
                    <a:pt x="0" y="1896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59" y="2114"/>
                  </a:lnTo>
                  <a:lnTo>
                    <a:pt x="237" y="2173"/>
                  </a:lnTo>
                  <a:lnTo>
                    <a:pt x="454" y="2212"/>
                  </a:lnTo>
                  <a:lnTo>
                    <a:pt x="731" y="2232"/>
                  </a:lnTo>
                  <a:lnTo>
                    <a:pt x="1027" y="2232"/>
                  </a:lnTo>
                  <a:lnTo>
                    <a:pt x="1324" y="2193"/>
                  </a:lnTo>
                  <a:lnTo>
                    <a:pt x="1600" y="2133"/>
                  </a:lnTo>
                  <a:lnTo>
                    <a:pt x="1738" y="2094"/>
                  </a:lnTo>
                  <a:lnTo>
                    <a:pt x="1837" y="2035"/>
                  </a:lnTo>
                  <a:lnTo>
                    <a:pt x="1936" y="1975"/>
                  </a:lnTo>
                  <a:lnTo>
                    <a:pt x="2035" y="1877"/>
                  </a:lnTo>
                  <a:lnTo>
                    <a:pt x="2114" y="1758"/>
                  </a:lnTo>
                  <a:lnTo>
                    <a:pt x="2173" y="1640"/>
                  </a:lnTo>
                  <a:lnTo>
                    <a:pt x="2212" y="1501"/>
                  </a:lnTo>
                  <a:lnTo>
                    <a:pt x="2252" y="1343"/>
                  </a:lnTo>
                  <a:lnTo>
                    <a:pt x="2291" y="1047"/>
                  </a:lnTo>
                  <a:lnTo>
                    <a:pt x="2291" y="731"/>
                  </a:lnTo>
                  <a:lnTo>
                    <a:pt x="2272" y="593"/>
                  </a:lnTo>
                  <a:lnTo>
                    <a:pt x="2252" y="474"/>
                  </a:lnTo>
                  <a:lnTo>
                    <a:pt x="2212" y="356"/>
                  </a:lnTo>
                  <a:lnTo>
                    <a:pt x="2153" y="257"/>
                  </a:lnTo>
                  <a:lnTo>
                    <a:pt x="2094" y="178"/>
                  </a:lnTo>
                  <a:lnTo>
                    <a:pt x="2035" y="119"/>
                  </a:lnTo>
                  <a:lnTo>
                    <a:pt x="1857" y="59"/>
                  </a:lnTo>
                  <a:lnTo>
                    <a:pt x="1600" y="20"/>
                  </a:lnTo>
                  <a:lnTo>
                    <a:pt x="1343" y="20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4011006" y="-1882265"/>
              <a:ext cx="351955" cy="350489"/>
            </a:xfrm>
            <a:custGeom>
              <a:rect b="b" l="l" r="r" t="t"/>
              <a:pathLst>
                <a:path extrusionOk="0" h="9324" w="9363">
                  <a:moveTo>
                    <a:pt x="4859" y="376"/>
                  </a:moveTo>
                  <a:lnTo>
                    <a:pt x="5234" y="395"/>
                  </a:lnTo>
                  <a:lnTo>
                    <a:pt x="5610" y="455"/>
                  </a:lnTo>
                  <a:lnTo>
                    <a:pt x="5965" y="514"/>
                  </a:lnTo>
                  <a:lnTo>
                    <a:pt x="6163" y="573"/>
                  </a:lnTo>
                  <a:lnTo>
                    <a:pt x="6340" y="632"/>
                  </a:lnTo>
                  <a:lnTo>
                    <a:pt x="6696" y="771"/>
                  </a:lnTo>
                  <a:lnTo>
                    <a:pt x="7052" y="968"/>
                  </a:lnTo>
                  <a:lnTo>
                    <a:pt x="7387" y="1205"/>
                  </a:lnTo>
                  <a:lnTo>
                    <a:pt x="7684" y="1482"/>
                  </a:lnTo>
                  <a:lnTo>
                    <a:pt x="7980" y="1798"/>
                  </a:lnTo>
                  <a:lnTo>
                    <a:pt x="8237" y="2133"/>
                  </a:lnTo>
                  <a:lnTo>
                    <a:pt x="8454" y="2489"/>
                  </a:lnTo>
                  <a:lnTo>
                    <a:pt x="8651" y="2884"/>
                  </a:lnTo>
                  <a:lnTo>
                    <a:pt x="8790" y="3299"/>
                  </a:lnTo>
                  <a:lnTo>
                    <a:pt x="8849" y="3496"/>
                  </a:lnTo>
                  <a:lnTo>
                    <a:pt x="8908" y="3714"/>
                  </a:lnTo>
                  <a:lnTo>
                    <a:pt x="8928" y="3931"/>
                  </a:lnTo>
                  <a:lnTo>
                    <a:pt x="8948" y="4168"/>
                  </a:lnTo>
                  <a:lnTo>
                    <a:pt x="8967" y="4385"/>
                  </a:lnTo>
                  <a:lnTo>
                    <a:pt x="8948" y="4622"/>
                  </a:lnTo>
                  <a:lnTo>
                    <a:pt x="8928" y="4839"/>
                  </a:lnTo>
                  <a:lnTo>
                    <a:pt x="8908" y="5077"/>
                  </a:lnTo>
                  <a:lnTo>
                    <a:pt x="8849" y="5294"/>
                  </a:lnTo>
                  <a:lnTo>
                    <a:pt x="8790" y="5531"/>
                  </a:lnTo>
                  <a:lnTo>
                    <a:pt x="8711" y="5768"/>
                  </a:lnTo>
                  <a:lnTo>
                    <a:pt x="8612" y="6005"/>
                  </a:lnTo>
                  <a:lnTo>
                    <a:pt x="8493" y="6242"/>
                  </a:lnTo>
                  <a:lnTo>
                    <a:pt x="8375" y="6459"/>
                  </a:lnTo>
                  <a:lnTo>
                    <a:pt x="8237" y="6676"/>
                  </a:lnTo>
                  <a:lnTo>
                    <a:pt x="8098" y="6894"/>
                  </a:lnTo>
                  <a:lnTo>
                    <a:pt x="7940" y="7111"/>
                  </a:lnTo>
                  <a:lnTo>
                    <a:pt x="7782" y="7308"/>
                  </a:lnTo>
                  <a:lnTo>
                    <a:pt x="7605" y="7486"/>
                  </a:lnTo>
                  <a:lnTo>
                    <a:pt x="7427" y="7664"/>
                  </a:lnTo>
                  <a:lnTo>
                    <a:pt x="7249" y="7842"/>
                  </a:lnTo>
                  <a:lnTo>
                    <a:pt x="7052" y="8000"/>
                  </a:lnTo>
                  <a:lnTo>
                    <a:pt x="6854" y="8158"/>
                  </a:lnTo>
                  <a:lnTo>
                    <a:pt x="6637" y="8296"/>
                  </a:lnTo>
                  <a:lnTo>
                    <a:pt x="6439" y="8415"/>
                  </a:lnTo>
                  <a:lnTo>
                    <a:pt x="6222" y="8533"/>
                  </a:lnTo>
                  <a:lnTo>
                    <a:pt x="6005" y="8632"/>
                  </a:lnTo>
                  <a:lnTo>
                    <a:pt x="5768" y="8711"/>
                  </a:lnTo>
                  <a:lnTo>
                    <a:pt x="5531" y="8790"/>
                  </a:lnTo>
                  <a:lnTo>
                    <a:pt x="5313" y="8849"/>
                  </a:lnTo>
                  <a:lnTo>
                    <a:pt x="5076" y="8908"/>
                  </a:lnTo>
                  <a:lnTo>
                    <a:pt x="4820" y="8928"/>
                  </a:lnTo>
                  <a:lnTo>
                    <a:pt x="4583" y="8948"/>
                  </a:lnTo>
                  <a:lnTo>
                    <a:pt x="4345" y="8948"/>
                  </a:lnTo>
                  <a:lnTo>
                    <a:pt x="4089" y="8928"/>
                  </a:lnTo>
                  <a:lnTo>
                    <a:pt x="3852" y="8889"/>
                  </a:lnTo>
                  <a:lnTo>
                    <a:pt x="3595" y="8829"/>
                  </a:lnTo>
                  <a:lnTo>
                    <a:pt x="3338" y="8750"/>
                  </a:lnTo>
                  <a:lnTo>
                    <a:pt x="3101" y="8671"/>
                  </a:lnTo>
                  <a:lnTo>
                    <a:pt x="2844" y="8553"/>
                  </a:lnTo>
                  <a:lnTo>
                    <a:pt x="2607" y="8434"/>
                  </a:lnTo>
                  <a:lnTo>
                    <a:pt x="2351" y="8276"/>
                  </a:lnTo>
                  <a:lnTo>
                    <a:pt x="2114" y="8099"/>
                  </a:lnTo>
                  <a:lnTo>
                    <a:pt x="1857" y="7921"/>
                  </a:lnTo>
                  <a:lnTo>
                    <a:pt x="1521" y="7605"/>
                  </a:lnTo>
                  <a:lnTo>
                    <a:pt x="1343" y="7427"/>
                  </a:lnTo>
                  <a:lnTo>
                    <a:pt x="1165" y="7229"/>
                  </a:lnTo>
                  <a:lnTo>
                    <a:pt x="988" y="7012"/>
                  </a:lnTo>
                  <a:lnTo>
                    <a:pt x="830" y="6775"/>
                  </a:lnTo>
                  <a:lnTo>
                    <a:pt x="691" y="6518"/>
                  </a:lnTo>
                  <a:lnTo>
                    <a:pt x="573" y="6262"/>
                  </a:lnTo>
                  <a:lnTo>
                    <a:pt x="474" y="5965"/>
                  </a:lnTo>
                  <a:lnTo>
                    <a:pt x="395" y="5669"/>
                  </a:lnTo>
                  <a:lnTo>
                    <a:pt x="356" y="5333"/>
                  </a:lnTo>
                  <a:lnTo>
                    <a:pt x="356" y="4998"/>
                  </a:lnTo>
                  <a:lnTo>
                    <a:pt x="375" y="4622"/>
                  </a:lnTo>
                  <a:lnTo>
                    <a:pt x="454" y="4247"/>
                  </a:lnTo>
                  <a:lnTo>
                    <a:pt x="593" y="3832"/>
                  </a:lnTo>
                  <a:lnTo>
                    <a:pt x="770" y="3398"/>
                  </a:lnTo>
                  <a:lnTo>
                    <a:pt x="1007" y="2904"/>
                  </a:lnTo>
                  <a:lnTo>
                    <a:pt x="1264" y="2469"/>
                  </a:lnTo>
                  <a:lnTo>
                    <a:pt x="1541" y="2074"/>
                  </a:lnTo>
                  <a:lnTo>
                    <a:pt x="1837" y="1719"/>
                  </a:lnTo>
                  <a:lnTo>
                    <a:pt x="2133" y="1422"/>
                  </a:lnTo>
                  <a:lnTo>
                    <a:pt x="2449" y="1166"/>
                  </a:lnTo>
                  <a:lnTo>
                    <a:pt x="2765" y="948"/>
                  </a:lnTo>
                  <a:lnTo>
                    <a:pt x="3101" y="751"/>
                  </a:lnTo>
                  <a:lnTo>
                    <a:pt x="3437" y="613"/>
                  </a:lnTo>
                  <a:lnTo>
                    <a:pt x="3792" y="514"/>
                  </a:lnTo>
                  <a:lnTo>
                    <a:pt x="4148" y="435"/>
                  </a:lnTo>
                  <a:lnTo>
                    <a:pt x="4504" y="395"/>
                  </a:lnTo>
                  <a:lnTo>
                    <a:pt x="4859" y="376"/>
                  </a:lnTo>
                  <a:close/>
                  <a:moveTo>
                    <a:pt x="4899" y="0"/>
                  </a:moveTo>
                  <a:lnTo>
                    <a:pt x="4504" y="20"/>
                  </a:lnTo>
                  <a:lnTo>
                    <a:pt x="4108" y="59"/>
                  </a:lnTo>
                  <a:lnTo>
                    <a:pt x="3733" y="138"/>
                  </a:lnTo>
                  <a:lnTo>
                    <a:pt x="3358" y="257"/>
                  </a:lnTo>
                  <a:lnTo>
                    <a:pt x="2983" y="415"/>
                  </a:lnTo>
                  <a:lnTo>
                    <a:pt x="2627" y="613"/>
                  </a:lnTo>
                  <a:lnTo>
                    <a:pt x="2272" y="850"/>
                  </a:lnTo>
                  <a:lnTo>
                    <a:pt x="1936" y="1146"/>
                  </a:lnTo>
                  <a:lnTo>
                    <a:pt x="1600" y="1462"/>
                  </a:lnTo>
                  <a:lnTo>
                    <a:pt x="1284" y="1857"/>
                  </a:lnTo>
                  <a:lnTo>
                    <a:pt x="988" y="2272"/>
                  </a:lnTo>
                  <a:lnTo>
                    <a:pt x="711" y="2766"/>
                  </a:lnTo>
                  <a:lnTo>
                    <a:pt x="435" y="3299"/>
                  </a:lnTo>
                  <a:lnTo>
                    <a:pt x="257" y="3753"/>
                  </a:lnTo>
                  <a:lnTo>
                    <a:pt x="119" y="4207"/>
                  </a:lnTo>
                  <a:lnTo>
                    <a:pt x="20" y="4622"/>
                  </a:lnTo>
                  <a:lnTo>
                    <a:pt x="0" y="5017"/>
                  </a:lnTo>
                  <a:lnTo>
                    <a:pt x="0" y="5393"/>
                  </a:lnTo>
                  <a:lnTo>
                    <a:pt x="40" y="5748"/>
                  </a:lnTo>
                  <a:lnTo>
                    <a:pt x="119" y="6084"/>
                  </a:lnTo>
                  <a:lnTo>
                    <a:pt x="237" y="6400"/>
                  </a:lnTo>
                  <a:lnTo>
                    <a:pt x="375" y="6696"/>
                  </a:lnTo>
                  <a:lnTo>
                    <a:pt x="514" y="6953"/>
                  </a:lnTo>
                  <a:lnTo>
                    <a:pt x="691" y="7210"/>
                  </a:lnTo>
                  <a:lnTo>
                    <a:pt x="869" y="7447"/>
                  </a:lnTo>
                  <a:lnTo>
                    <a:pt x="1067" y="7664"/>
                  </a:lnTo>
                  <a:lnTo>
                    <a:pt x="1264" y="7862"/>
                  </a:lnTo>
                  <a:lnTo>
                    <a:pt x="1639" y="8197"/>
                  </a:lnTo>
                  <a:lnTo>
                    <a:pt x="1896" y="8415"/>
                  </a:lnTo>
                  <a:lnTo>
                    <a:pt x="2173" y="8592"/>
                  </a:lnTo>
                  <a:lnTo>
                    <a:pt x="2430" y="8750"/>
                  </a:lnTo>
                  <a:lnTo>
                    <a:pt x="2706" y="8908"/>
                  </a:lnTo>
                  <a:lnTo>
                    <a:pt x="2983" y="9027"/>
                  </a:lnTo>
                  <a:lnTo>
                    <a:pt x="3259" y="9126"/>
                  </a:lnTo>
                  <a:lnTo>
                    <a:pt x="3516" y="9205"/>
                  </a:lnTo>
                  <a:lnTo>
                    <a:pt x="3792" y="9264"/>
                  </a:lnTo>
                  <a:lnTo>
                    <a:pt x="4069" y="9303"/>
                  </a:lnTo>
                  <a:lnTo>
                    <a:pt x="4326" y="9323"/>
                  </a:lnTo>
                  <a:lnTo>
                    <a:pt x="4602" y="9323"/>
                  </a:lnTo>
                  <a:lnTo>
                    <a:pt x="4859" y="9303"/>
                  </a:lnTo>
                  <a:lnTo>
                    <a:pt x="5136" y="9264"/>
                  </a:lnTo>
                  <a:lnTo>
                    <a:pt x="5392" y="9224"/>
                  </a:lnTo>
                  <a:lnTo>
                    <a:pt x="5629" y="9165"/>
                  </a:lnTo>
                  <a:lnTo>
                    <a:pt x="5886" y="9086"/>
                  </a:lnTo>
                  <a:lnTo>
                    <a:pt x="6143" y="8987"/>
                  </a:lnTo>
                  <a:lnTo>
                    <a:pt x="6380" y="8869"/>
                  </a:lnTo>
                  <a:lnTo>
                    <a:pt x="6617" y="8750"/>
                  </a:lnTo>
                  <a:lnTo>
                    <a:pt x="6834" y="8612"/>
                  </a:lnTo>
                  <a:lnTo>
                    <a:pt x="7071" y="8454"/>
                  </a:lnTo>
                  <a:lnTo>
                    <a:pt x="7289" y="8296"/>
                  </a:lnTo>
                  <a:lnTo>
                    <a:pt x="7486" y="8118"/>
                  </a:lnTo>
                  <a:lnTo>
                    <a:pt x="7684" y="7941"/>
                  </a:lnTo>
                  <a:lnTo>
                    <a:pt x="7881" y="7743"/>
                  </a:lnTo>
                  <a:lnTo>
                    <a:pt x="8079" y="7546"/>
                  </a:lnTo>
                  <a:lnTo>
                    <a:pt x="8256" y="7328"/>
                  </a:lnTo>
                  <a:lnTo>
                    <a:pt x="8414" y="7091"/>
                  </a:lnTo>
                  <a:lnTo>
                    <a:pt x="8572" y="6854"/>
                  </a:lnTo>
                  <a:lnTo>
                    <a:pt x="8711" y="6617"/>
                  </a:lnTo>
                  <a:lnTo>
                    <a:pt x="8849" y="6380"/>
                  </a:lnTo>
                  <a:lnTo>
                    <a:pt x="8987" y="6123"/>
                  </a:lnTo>
                  <a:lnTo>
                    <a:pt x="9086" y="5867"/>
                  </a:lnTo>
                  <a:lnTo>
                    <a:pt x="9165" y="5610"/>
                  </a:lnTo>
                  <a:lnTo>
                    <a:pt x="9244" y="5353"/>
                  </a:lnTo>
                  <a:lnTo>
                    <a:pt x="9303" y="5116"/>
                  </a:lnTo>
                  <a:lnTo>
                    <a:pt x="9343" y="4859"/>
                  </a:lnTo>
                  <a:lnTo>
                    <a:pt x="9363" y="4602"/>
                  </a:lnTo>
                  <a:lnTo>
                    <a:pt x="9363" y="4365"/>
                  </a:lnTo>
                  <a:lnTo>
                    <a:pt x="9363" y="4109"/>
                  </a:lnTo>
                  <a:lnTo>
                    <a:pt x="9323" y="3872"/>
                  </a:lnTo>
                  <a:lnTo>
                    <a:pt x="9303" y="3635"/>
                  </a:lnTo>
                  <a:lnTo>
                    <a:pt x="9244" y="3398"/>
                  </a:lnTo>
                  <a:lnTo>
                    <a:pt x="9185" y="3180"/>
                  </a:lnTo>
                  <a:lnTo>
                    <a:pt x="9106" y="2943"/>
                  </a:lnTo>
                  <a:lnTo>
                    <a:pt x="9027" y="2726"/>
                  </a:lnTo>
                  <a:lnTo>
                    <a:pt x="8928" y="2509"/>
                  </a:lnTo>
                  <a:lnTo>
                    <a:pt x="8809" y="2311"/>
                  </a:lnTo>
                  <a:lnTo>
                    <a:pt x="8572" y="1916"/>
                  </a:lnTo>
                  <a:lnTo>
                    <a:pt x="8296" y="1541"/>
                  </a:lnTo>
                  <a:lnTo>
                    <a:pt x="7980" y="1205"/>
                  </a:lnTo>
                  <a:lnTo>
                    <a:pt x="7644" y="909"/>
                  </a:lnTo>
                  <a:lnTo>
                    <a:pt x="7289" y="652"/>
                  </a:lnTo>
                  <a:lnTo>
                    <a:pt x="6913" y="435"/>
                  </a:lnTo>
                  <a:lnTo>
                    <a:pt x="6716" y="336"/>
                  </a:lnTo>
                  <a:lnTo>
                    <a:pt x="6518" y="257"/>
                  </a:lnTo>
                  <a:lnTo>
                    <a:pt x="6321" y="198"/>
                  </a:lnTo>
                  <a:lnTo>
                    <a:pt x="6103" y="158"/>
                  </a:lnTo>
                  <a:lnTo>
                    <a:pt x="5708" y="79"/>
                  </a:lnTo>
                  <a:lnTo>
                    <a:pt x="5313" y="20"/>
                  </a:lnTo>
                  <a:lnTo>
                    <a:pt x="48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4556002" y="-1142735"/>
              <a:ext cx="752" cy="789"/>
            </a:xfrm>
            <a:custGeom>
              <a:rect b="b" l="l" r="r" t="t"/>
              <a:pathLst>
                <a:path extrusionOk="0" h="21" w="20">
                  <a:moveTo>
                    <a:pt x="20" y="20"/>
                  </a:move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4619831" y="-1325390"/>
              <a:ext cx="38" cy="789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4475782" y="-1401136"/>
              <a:ext cx="160434" cy="330454"/>
            </a:xfrm>
            <a:custGeom>
              <a:rect b="b" l="l" r="r" t="t"/>
              <a:pathLst>
                <a:path extrusionOk="0" h="8791" w="4268">
                  <a:moveTo>
                    <a:pt x="2450" y="5551"/>
                  </a:moveTo>
                  <a:lnTo>
                    <a:pt x="2470" y="5610"/>
                  </a:lnTo>
                  <a:lnTo>
                    <a:pt x="2490" y="5669"/>
                  </a:lnTo>
                  <a:lnTo>
                    <a:pt x="2509" y="5669"/>
                  </a:lnTo>
                  <a:lnTo>
                    <a:pt x="2529" y="5650"/>
                  </a:lnTo>
                  <a:lnTo>
                    <a:pt x="2529" y="5610"/>
                  </a:lnTo>
                  <a:lnTo>
                    <a:pt x="2569" y="5590"/>
                  </a:lnTo>
                  <a:lnTo>
                    <a:pt x="2529" y="5590"/>
                  </a:lnTo>
                  <a:lnTo>
                    <a:pt x="2509" y="5571"/>
                  </a:lnTo>
                  <a:lnTo>
                    <a:pt x="2470" y="5551"/>
                  </a:lnTo>
                  <a:close/>
                  <a:moveTo>
                    <a:pt x="3062" y="1"/>
                  </a:moveTo>
                  <a:lnTo>
                    <a:pt x="3082" y="40"/>
                  </a:lnTo>
                  <a:lnTo>
                    <a:pt x="3082" y="60"/>
                  </a:lnTo>
                  <a:lnTo>
                    <a:pt x="3043" y="119"/>
                  </a:lnTo>
                  <a:lnTo>
                    <a:pt x="3043" y="139"/>
                  </a:lnTo>
                  <a:lnTo>
                    <a:pt x="3043" y="159"/>
                  </a:lnTo>
                  <a:lnTo>
                    <a:pt x="3023" y="198"/>
                  </a:lnTo>
                  <a:lnTo>
                    <a:pt x="3003" y="238"/>
                  </a:lnTo>
                  <a:lnTo>
                    <a:pt x="2944" y="297"/>
                  </a:lnTo>
                  <a:lnTo>
                    <a:pt x="2924" y="317"/>
                  </a:lnTo>
                  <a:lnTo>
                    <a:pt x="2924" y="336"/>
                  </a:lnTo>
                  <a:lnTo>
                    <a:pt x="2924" y="376"/>
                  </a:lnTo>
                  <a:lnTo>
                    <a:pt x="2964" y="415"/>
                  </a:lnTo>
                  <a:lnTo>
                    <a:pt x="3003" y="396"/>
                  </a:lnTo>
                  <a:lnTo>
                    <a:pt x="3043" y="396"/>
                  </a:lnTo>
                  <a:lnTo>
                    <a:pt x="3062" y="415"/>
                  </a:lnTo>
                  <a:lnTo>
                    <a:pt x="3023" y="435"/>
                  </a:lnTo>
                  <a:lnTo>
                    <a:pt x="3003" y="455"/>
                  </a:lnTo>
                  <a:lnTo>
                    <a:pt x="2983" y="475"/>
                  </a:lnTo>
                  <a:lnTo>
                    <a:pt x="2964" y="475"/>
                  </a:lnTo>
                  <a:lnTo>
                    <a:pt x="2944" y="435"/>
                  </a:lnTo>
                  <a:lnTo>
                    <a:pt x="2904" y="514"/>
                  </a:lnTo>
                  <a:lnTo>
                    <a:pt x="2885" y="554"/>
                  </a:lnTo>
                  <a:lnTo>
                    <a:pt x="2964" y="593"/>
                  </a:lnTo>
                  <a:lnTo>
                    <a:pt x="2983" y="633"/>
                  </a:lnTo>
                  <a:lnTo>
                    <a:pt x="3003" y="652"/>
                  </a:lnTo>
                  <a:lnTo>
                    <a:pt x="2964" y="672"/>
                  </a:lnTo>
                  <a:lnTo>
                    <a:pt x="2944" y="672"/>
                  </a:lnTo>
                  <a:lnTo>
                    <a:pt x="2904" y="652"/>
                  </a:lnTo>
                  <a:lnTo>
                    <a:pt x="2865" y="613"/>
                  </a:lnTo>
                  <a:lnTo>
                    <a:pt x="2845" y="593"/>
                  </a:lnTo>
                  <a:lnTo>
                    <a:pt x="2806" y="613"/>
                  </a:lnTo>
                  <a:lnTo>
                    <a:pt x="2825" y="731"/>
                  </a:lnTo>
                  <a:lnTo>
                    <a:pt x="2766" y="731"/>
                  </a:lnTo>
                  <a:lnTo>
                    <a:pt x="2727" y="771"/>
                  </a:lnTo>
                  <a:lnTo>
                    <a:pt x="2707" y="830"/>
                  </a:lnTo>
                  <a:lnTo>
                    <a:pt x="2707" y="949"/>
                  </a:lnTo>
                  <a:lnTo>
                    <a:pt x="2707" y="1067"/>
                  </a:lnTo>
                  <a:lnTo>
                    <a:pt x="2707" y="1126"/>
                  </a:lnTo>
                  <a:lnTo>
                    <a:pt x="2687" y="1186"/>
                  </a:lnTo>
                  <a:lnTo>
                    <a:pt x="2648" y="1146"/>
                  </a:lnTo>
                  <a:lnTo>
                    <a:pt x="2628" y="1087"/>
                  </a:lnTo>
                  <a:lnTo>
                    <a:pt x="2628" y="1028"/>
                  </a:lnTo>
                  <a:lnTo>
                    <a:pt x="2628" y="988"/>
                  </a:lnTo>
                  <a:lnTo>
                    <a:pt x="2608" y="988"/>
                  </a:lnTo>
                  <a:lnTo>
                    <a:pt x="2588" y="1008"/>
                  </a:lnTo>
                  <a:lnTo>
                    <a:pt x="2569" y="1067"/>
                  </a:lnTo>
                  <a:lnTo>
                    <a:pt x="2569" y="1107"/>
                  </a:lnTo>
                  <a:lnTo>
                    <a:pt x="2549" y="1126"/>
                  </a:lnTo>
                  <a:lnTo>
                    <a:pt x="2529" y="1146"/>
                  </a:lnTo>
                  <a:lnTo>
                    <a:pt x="2509" y="1205"/>
                  </a:lnTo>
                  <a:lnTo>
                    <a:pt x="2529" y="1245"/>
                  </a:lnTo>
                  <a:lnTo>
                    <a:pt x="2549" y="1284"/>
                  </a:lnTo>
                  <a:lnTo>
                    <a:pt x="2588" y="1304"/>
                  </a:lnTo>
                  <a:lnTo>
                    <a:pt x="2588" y="1344"/>
                  </a:lnTo>
                  <a:lnTo>
                    <a:pt x="2549" y="1344"/>
                  </a:lnTo>
                  <a:lnTo>
                    <a:pt x="2509" y="1324"/>
                  </a:lnTo>
                  <a:lnTo>
                    <a:pt x="2529" y="1383"/>
                  </a:lnTo>
                  <a:lnTo>
                    <a:pt x="2529" y="1442"/>
                  </a:lnTo>
                  <a:lnTo>
                    <a:pt x="2509" y="1541"/>
                  </a:lnTo>
                  <a:lnTo>
                    <a:pt x="2450" y="1521"/>
                  </a:lnTo>
                  <a:lnTo>
                    <a:pt x="2470" y="1640"/>
                  </a:lnTo>
                  <a:lnTo>
                    <a:pt x="2509" y="1640"/>
                  </a:lnTo>
                  <a:lnTo>
                    <a:pt x="2569" y="1680"/>
                  </a:lnTo>
                  <a:lnTo>
                    <a:pt x="2549" y="1699"/>
                  </a:lnTo>
                  <a:lnTo>
                    <a:pt x="2608" y="1680"/>
                  </a:lnTo>
                  <a:lnTo>
                    <a:pt x="2628" y="1660"/>
                  </a:lnTo>
                  <a:lnTo>
                    <a:pt x="2628" y="1561"/>
                  </a:lnTo>
                  <a:lnTo>
                    <a:pt x="2648" y="1521"/>
                  </a:lnTo>
                  <a:lnTo>
                    <a:pt x="2648" y="1482"/>
                  </a:lnTo>
                  <a:lnTo>
                    <a:pt x="2687" y="1442"/>
                  </a:lnTo>
                  <a:lnTo>
                    <a:pt x="2746" y="1442"/>
                  </a:lnTo>
                  <a:lnTo>
                    <a:pt x="2766" y="1462"/>
                  </a:lnTo>
                  <a:lnTo>
                    <a:pt x="2786" y="1462"/>
                  </a:lnTo>
                  <a:lnTo>
                    <a:pt x="2806" y="1482"/>
                  </a:lnTo>
                  <a:lnTo>
                    <a:pt x="2786" y="1502"/>
                  </a:lnTo>
                  <a:lnTo>
                    <a:pt x="2746" y="1502"/>
                  </a:lnTo>
                  <a:lnTo>
                    <a:pt x="2806" y="1541"/>
                  </a:lnTo>
                  <a:lnTo>
                    <a:pt x="2825" y="1561"/>
                  </a:lnTo>
                  <a:lnTo>
                    <a:pt x="2825" y="1541"/>
                  </a:lnTo>
                  <a:lnTo>
                    <a:pt x="2865" y="1561"/>
                  </a:lnTo>
                  <a:lnTo>
                    <a:pt x="2885" y="1581"/>
                  </a:lnTo>
                  <a:lnTo>
                    <a:pt x="2904" y="1640"/>
                  </a:lnTo>
                  <a:lnTo>
                    <a:pt x="2885" y="1699"/>
                  </a:lnTo>
                  <a:lnTo>
                    <a:pt x="2885" y="1759"/>
                  </a:lnTo>
                  <a:lnTo>
                    <a:pt x="2825" y="1759"/>
                  </a:lnTo>
                  <a:lnTo>
                    <a:pt x="2806" y="1719"/>
                  </a:lnTo>
                  <a:lnTo>
                    <a:pt x="2786" y="1660"/>
                  </a:lnTo>
                  <a:lnTo>
                    <a:pt x="2766" y="1600"/>
                  </a:lnTo>
                  <a:lnTo>
                    <a:pt x="2766" y="1660"/>
                  </a:lnTo>
                  <a:lnTo>
                    <a:pt x="2766" y="1680"/>
                  </a:lnTo>
                  <a:lnTo>
                    <a:pt x="2746" y="1699"/>
                  </a:lnTo>
                  <a:lnTo>
                    <a:pt x="2667" y="1660"/>
                  </a:lnTo>
                  <a:lnTo>
                    <a:pt x="2687" y="1719"/>
                  </a:lnTo>
                  <a:lnTo>
                    <a:pt x="2707" y="1739"/>
                  </a:lnTo>
                  <a:lnTo>
                    <a:pt x="2746" y="1739"/>
                  </a:lnTo>
                  <a:lnTo>
                    <a:pt x="2806" y="1778"/>
                  </a:lnTo>
                  <a:lnTo>
                    <a:pt x="2825" y="1798"/>
                  </a:lnTo>
                  <a:lnTo>
                    <a:pt x="2845" y="1818"/>
                  </a:lnTo>
                  <a:lnTo>
                    <a:pt x="2825" y="1838"/>
                  </a:lnTo>
                  <a:lnTo>
                    <a:pt x="2786" y="1857"/>
                  </a:lnTo>
                  <a:lnTo>
                    <a:pt x="2746" y="1877"/>
                  </a:lnTo>
                  <a:lnTo>
                    <a:pt x="2746" y="1838"/>
                  </a:lnTo>
                  <a:lnTo>
                    <a:pt x="2727" y="1897"/>
                  </a:lnTo>
                  <a:lnTo>
                    <a:pt x="2727" y="1936"/>
                  </a:lnTo>
                  <a:lnTo>
                    <a:pt x="2727" y="1976"/>
                  </a:lnTo>
                  <a:lnTo>
                    <a:pt x="2727" y="2015"/>
                  </a:lnTo>
                  <a:lnTo>
                    <a:pt x="2667" y="2015"/>
                  </a:lnTo>
                  <a:lnTo>
                    <a:pt x="2687" y="1976"/>
                  </a:lnTo>
                  <a:lnTo>
                    <a:pt x="2667" y="1936"/>
                  </a:lnTo>
                  <a:lnTo>
                    <a:pt x="2628" y="1877"/>
                  </a:lnTo>
                  <a:lnTo>
                    <a:pt x="2628" y="1857"/>
                  </a:lnTo>
                  <a:lnTo>
                    <a:pt x="2549" y="1857"/>
                  </a:lnTo>
                  <a:lnTo>
                    <a:pt x="2529" y="1838"/>
                  </a:lnTo>
                  <a:lnTo>
                    <a:pt x="2490" y="1818"/>
                  </a:lnTo>
                  <a:lnTo>
                    <a:pt x="2411" y="1680"/>
                  </a:lnTo>
                  <a:lnTo>
                    <a:pt x="2411" y="1719"/>
                  </a:lnTo>
                  <a:lnTo>
                    <a:pt x="2391" y="1739"/>
                  </a:lnTo>
                  <a:lnTo>
                    <a:pt x="2371" y="1778"/>
                  </a:lnTo>
                  <a:lnTo>
                    <a:pt x="2332" y="1778"/>
                  </a:lnTo>
                  <a:lnTo>
                    <a:pt x="2351" y="1818"/>
                  </a:lnTo>
                  <a:lnTo>
                    <a:pt x="2332" y="1857"/>
                  </a:lnTo>
                  <a:lnTo>
                    <a:pt x="2312" y="1917"/>
                  </a:lnTo>
                  <a:lnTo>
                    <a:pt x="2272" y="1976"/>
                  </a:lnTo>
                  <a:lnTo>
                    <a:pt x="2292" y="2015"/>
                  </a:lnTo>
                  <a:lnTo>
                    <a:pt x="2312" y="2055"/>
                  </a:lnTo>
                  <a:lnTo>
                    <a:pt x="2292" y="2055"/>
                  </a:lnTo>
                  <a:lnTo>
                    <a:pt x="2272" y="2035"/>
                  </a:lnTo>
                  <a:lnTo>
                    <a:pt x="2253" y="2015"/>
                  </a:lnTo>
                  <a:lnTo>
                    <a:pt x="2253" y="2035"/>
                  </a:lnTo>
                  <a:lnTo>
                    <a:pt x="2193" y="2154"/>
                  </a:lnTo>
                  <a:lnTo>
                    <a:pt x="2193" y="2233"/>
                  </a:lnTo>
                  <a:lnTo>
                    <a:pt x="2193" y="2312"/>
                  </a:lnTo>
                  <a:lnTo>
                    <a:pt x="2174" y="2331"/>
                  </a:lnTo>
                  <a:lnTo>
                    <a:pt x="2154" y="2331"/>
                  </a:lnTo>
                  <a:lnTo>
                    <a:pt x="2095" y="2312"/>
                  </a:lnTo>
                  <a:lnTo>
                    <a:pt x="2055" y="2391"/>
                  </a:lnTo>
                  <a:lnTo>
                    <a:pt x="2035" y="2450"/>
                  </a:lnTo>
                  <a:lnTo>
                    <a:pt x="2035" y="2588"/>
                  </a:lnTo>
                  <a:lnTo>
                    <a:pt x="2035" y="2726"/>
                  </a:lnTo>
                  <a:lnTo>
                    <a:pt x="2016" y="2805"/>
                  </a:lnTo>
                  <a:lnTo>
                    <a:pt x="1976" y="2884"/>
                  </a:lnTo>
                  <a:lnTo>
                    <a:pt x="1956" y="2825"/>
                  </a:lnTo>
                  <a:lnTo>
                    <a:pt x="1917" y="2884"/>
                  </a:lnTo>
                  <a:lnTo>
                    <a:pt x="1917" y="2924"/>
                  </a:lnTo>
                  <a:lnTo>
                    <a:pt x="1937" y="2944"/>
                  </a:lnTo>
                  <a:lnTo>
                    <a:pt x="1877" y="2963"/>
                  </a:lnTo>
                  <a:lnTo>
                    <a:pt x="1858" y="2983"/>
                  </a:lnTo>
                  <a:lnTo>
                    <a:pt x="1858" y="3062"/>
                  </a:lnTo>
                  <a:lnTo>
                    <a:pt x="1838" y="3121"/>
                  </a:lnTo>
                  <a:lnTo>
                    <a:pt x="1838" y="3161"/>
                  </a:lnTo>
                  <a:lnTo>
                    <a:pt x="1798" y="3181"/>
                  </a:lnTo>
                  <a:lnTo>
                    <a:pt x="1759" y="3200"/>
                  </a:lnTo>
                  <a:lnTo>
                    <a:pt x="1739" y="3240"/>
                  </a:lnTo>
                  <a:lnTo>
                    <a:pt x="1719" y="3260"/>
                  </a:lnTo>
                  <a:lnTo>
                    <a:pt x="1739" y="3319"/>
                  </a:lnTo>
                  <a:lnTo>
                    <a:pt x="1778" y="3378"/>
                  </a:lnTo>
                  <a:lnTo>
                    <a:pt x="1798" y="3437"/>
                  </a:lnTo>
                  <a:lnTo>
                    <a:pt x="1739" y="3398"/>
                  </a:lnTo>
                  <a:lnTo>
                    <a:pt x="1680" y="3398"/>
                  </a:lnTo>
                  <a:lnTo>
                    <a:pt x="1620" y="3615"/>
                  </a:lnTo>
                  <a:lnTo>
                    <a:pt x="1581" y="3813"/>
                  </a:lnTo>
                  <a:lnTo>
                    <a:pt x="1443" y="4208"/>
                  </a:lnTo>
                  <a:lnTo>
                    <a:pt x="1423" y="4188"/>
                  </a:lnTo>
                  <a:lnTo>
                    <a:pt x="1403" y="4247"/>
                  </a:lnTo>
                  <a:lnTo>
                    <a:pt x="1383" y="4326"/>
                  </a:lnTo>
                  <a:lnTo>
                    <a:pt x="1364" y="4465"/>
                  </a:lnTo>
                  <a:lnTo>
                    <a:pt x="1344" y="4623"/>
                  </a:lnTo>
                  <a:lnTo>
                    <a:pt x="1324" y="4682"/>
                  </a:lnTo>
                  <a:lnTo>
                    <a:pt x="1285" y="4741"/>
                  </a:lnTo>
                  <a:lnTo>
                    <a:pt x="1304" y="4820"/>
                  </a:lnTo>
                  <a:lnTo>
                    <a:pt x="1324" y="4860"/>
                  </a:lnTo>
                  <a:lnTo>
                    <a:pt x="1423" y="4860"/>
                  </a:lnTo>
                  <a:lnTo>
                    <a:pt x="1502" y="4879"/>
                  </a:lnTo>
                  <a:lnTo>
                    <a:pt x="1502" y="4919"/>
                  </a:lnTo>
                  <a:lnTo>
                    <a:pt x="1482" y="4958"/>
                  </a:lnTo>
                  <a:lnTo>
                    <a:pt x="1383" y="4958"/>
                  </a:lnTo>
                  <a:lnTo>
                    <a:pt x="1364" y="4978"/>
                  </a:lnTo>
                  <a:lnTo>
                    <a:pt x="1364" y="4998"/>
                  </a:lnTo>
                  <a:lnTo>
                    <a:pt x="1304" y="4978"/>
                  </a:lnTo>
                  <a:lnTo>
                    <a:pt x="1265" y="4939"/>
                  </a:lnTo>
                  <a:lnTo>
                    <a:pt x="1245" y="4899"/>
                  </a:lnTo>
                  <a:lnTo>
                    <a:pt x="1206" y="4879"/>
                  </a:lnTo>
                  <a:lnTo>
                    <a:pt x="1225" y="5037"/>
                  </a:lnTo>
                  <a:lnTo>
                    <a:pt x="1186" y="5077"/>
                  </a:lnTo>
                  <a:lnTo>
                    <a:pt x="1166" y="5136"/>
                  </a:lnTo>
                  <a:lnTo>
                    <a:pt x="1146" y="5195"/>
                  </a:lnTo>
                  <a:lnTo>
                    <a:pt x="1107" y="5235"/>
                  </a:lnTo>
                  <a:lnTo>
                    <a:pt x="1107" y="5215"/>
                  </a:lnTo>
                  <a:lnTo>
                    <a:pt x="1087" y="5195"/>
                  </a:lnTo>
                  <a:lnTo>
                    <a:pt x="1067" y="5176"/>
                  </a:lnTo>
                  <a:lnTo>
                    <a:pt x="1087" y="5156"/>
                  </a:lnTo>
                  <a:lnTo>
                    <a:pt x="1107" y="5176"/>
                  </a:lnTo>
                  <a:lnTo>
                    <a:pt x="1127" y="5116"/>
                  </a:lnTo>
                  <a:lnTo>
                    <a:pt x="1127" y="5097"/>
                  </a:lnTo>
                  <a:lnTo>
                    <a:pt x="1107" y="5057"/>
                  </a:lnTo>
                  <a:lnTo>
                    <a:pt x="1087" y="5018"/>
                  </a:lnTo>
                  <a:lnTo>
                    <a:pt x="1067" y="5156"/>
                  </a:lnTo>
                  <a:lnTo>
                    <a:pt x="1048" y="5235"/>
                  </a:lnTo>
                  <a:lnTo>
                    <a:pt x="1008" y="5274"/>
                  </a:lnTo>
                  <a:lnTo>
                    <a:pt x="1048" y="5294"/>
                  </a:lnTo>
                  <a:lnTo>
                    <a:pt x="1048" y="5334"/>
                  </a:lnTo>
                  <a:lnTo>
                    <a:pt x="1048" y="5373"/>
                  </a:lnTo>
                  <a:lnTo>
                    <a:pt x="1067" y="5393"/>
                  </a:lnTo>
                  <a:lnTo>
                    <a:pt x="1048" y="5393"/>
                  </a:lnTo>
                  <a:lnTo>
                    <a:pt x="1067" y="5413"/>
                  </a:lnTo>
                  <a:lnTo>
                    <a:pt x="1087" y="5452"/>
                  </a:lnTo>
                  <a:lnTo>
                    <a:pt x="1087" y="5492"/>
                  </a:lnTo>
                  <a:lnTo>
                    <a:pt x="988" y="5472"/>
                  </a:lnTo>
                  <a:lnTo>
                    <a:pt x="988" y="5492"/>
                  </a:lnTo>
                  <a:lnTo>
                    <a:pt x="1028" y="5492"/>
                  </a:lnTo>
                  <a:lnTo>
                    <a:pt x="1048" y="5511"/>
                  </a:lnTo>
                  <a:lnTo>
                    <a:pt x="1028" y="5571"/>
                  </a:lnTo>
                  <a:lnTo>
                    <a:pt x="1008" y="5650"/>
                  </a:lnTo>
                  <a:lnTo>
                    <a:pt x="949" y="5709"/>
                  </a:lnTo>
                  <a:lnTo>
                    <a:pt x="909" y="5729"/>
                  </a:lnTo>
                  <a:lnTo>
                    <a:pt x="870" y="5729"/>
                  </a:lnTo>
                  <a:lnTo>
                    <a:pt x="870" y="5768"/>
                  </a:lnTo>
                  <a:lnTo>
                    <a:pt x="890" y="5808"/>
                  </a:lnTo>
                  <a:lnTo>
                    <a:pt x="890" y="5827"/>
                  </a:lnTo>
                  <a:lnTo>
                    <a:pt x="870" y="5867"/>
                  </a:lnTo>
                  <a:lnTo>
                    <a:pt x="830" y="5827"/>
                  </a:lnTo>
                  <a:lnTo>
                    <a:pt x="751" y="6025"/>
                  </a:lnTo>
                  <a:lnTo>
                    <a:pt x="692" y="6143"/>
                  </a:lnTo>
                  <a:lnTo>
                    <a:pt x="633" y="6222"/>
                  </a:lnTo>
                  <a:lnTo>
                    <a:pt x="613" y="6361"/>
                  </a:lnTo>
                  <a:lnTo>
                    <a:pt x="613" y="6440"/>
                  </a:lnTo>
                  <a:lnTo>
                    <a:pt x="633" y="6499"/>
                  </a:lnTo>
                  <a:lnTo>
                    <a:pt x="653" y="6479"/>
                  </a:lnTo>
                  <a:lnTo>
                    <a:pt x="672" y="6460"/>
                  </a:lnTo>
                  <a:lnTo>
                    <a:pt x="692" y="6440"/>
                  </a:lnTo>
                  <a:lnTo>
                    <a:pt x="732" y="6479"/>
                  </a:lnTo>
                  <a:lnTo>
                    <a:pt x="751" y="6519"/>
                  </a:lnTo>
                  <a:lnTo>
                    <a:pt x="751" y="6539"/>
                  </a:lnTo>
                  <a:lnTo>
                    <a:pt x="732" y="6598"/>
                  </a:lnTo>
                  <a:lnTo>
                    <a:pt x="692" y="6598"/>
                  </a:lnTo>
                  <a:lnTo>
                    <a:pt x="672" y="6618"/>
                  </a:lnTo>
                  <a:lnTo>
                    <a:pt x="653" y="6637"/>
                  </a:lnTo>
                  <a:lnTo>
                    <a:pt x="633" y="6598"/>
                  </a:lnTo>
                  <a:lnTo>
                    <a:pt x="593" y="6598"/>
                  </a:lnTo>
                  <a:lnTo>
                    <a:pt x="574" y="6618"/>
                  </a:lnTo>
                  <a:lnTo>
                    <a:pt x="554" y="6677"/>
                  </a:lnTo>
                  <a:lnTo>
                    <a:pt x="534" y="6716"/>
                  </a:lnTo>
                  <a:lnTo>
                    <a:pt x="514" y="6736"/>
                  </a:lnTo>
                  <a:lnTo>
                    <a:pt x="475" y="6736"/>
                  </a:lnTo>
                  <a:lnTo>
                    <a:pt x="495" y="6776"/>
                  </a:lnTo>
                  <a:lnTo>
                    <a:pt x="475" y="6815"/>
                  </a:lnTo>
                  <a:lnTo>
                    <a:pt x="475" y="6874"/>
                  </a:lnTo>
                  <a:lnTo>
                    <a:pt x="495" y="6934"/>
                  </a:lnTo>
                  <a:lnTo>
                    <a:pt x="455" y="6914"/>
                  </a:lnTo>
                  <a:lnTo>
                    <a:pt x="455" y="6894"/>
                  </a:lnTo>
                  <a:lnTo>
                    <a:pt x="455" y="6874"/>
                  </a:lnTo>
                  <a:lnTo>
                    <a:pt x="435" y="6855"/>
                  </a:lnTo>
                  <a:lnTo>
                    <a:pt x="435" y="6914"/>
                  </a:lnTo>
                  <a:lnTo>
                    <a:pt x="396" y="6894"/>
                  </a:lnTo>
                  <a:lnTo>
                    <a:pt x="376" y="6934"/>
                  </a:lnTo>
                  <a:lnTo>
                    <a:pt x="376" y="6953"/>
                  </a:lnTo>
                  <a:lnTo>
                    <a:pt x="416" y="7013"/>
                  </a:lnTo>
                  <a:lnTo>
                    <a:pt x="435" y="7072"/>
                  </a:lnTo>
                  <a:lnTo>
                    <a:pt x="455" y="7131"/>
                  </a:lnTo>
                  <a:lnTo>
                    <a:pt x="455" y="7171"/>
                  </a:lnTo>
                  <a:lnTo>
                    <a:pt x="376" y="7092"/>
                  </a:lnTo>
                  <a:lnTo>
                    <a:pt x="376" y="7131"/>
                  </a:lnTo>
                  <a:lnTo>
                    <a:pt x="396" y="7190"/>
                  </a:lnTo>
                  <a:lnTo>
                    <a:pt x="416" y="7250"/>
                  </a:lnTo>
                  <a:lnTo>
                    <a:pt x="416" y="7289"/>
                  </a:lnTo>
                  <a:lnTo>
                    <a:pt x="396" y="7289"/>
                  </a:lnTo>
                  <a:lnTo>
                    <a:pt x="396" y="7348"/>
                  </a:lnTo>
                  <a:lnTo>
                    <a:pt x="376" y="7329"/>
                  </a:lnTo>
                  <a:lnTo>
                    <a:pt x="416" y="7388"/>
                  </a:lnTo>
                  <a:lnTo>
                    <a:pt x="416" y="7447"/>
                  </a:lnTo>
                  <a:lnTo>
                    <a:pt x="416" y="7506"/>
                  </a:lnTo>
                  <a:lnTo>
                    <a:pt x="435" y="7546"/>
                  </a:lnTo>
                  <a:lnTo>
                    <a:pt x="356" y="7566"/>
                  </a:lnTo>
                  <a:lnTo>
                    <a:pt x="337" y="7585"/>
                  </a:lnTo>
                  <a:lnTo>
                    <a:pt x="356" y="7625"/>
                  </a:lnTo>
                  <a:lnTo>
                    <a:pt x="258" y="7585"/>
                  </a:lnTo>
                  <a:lnTo>
                    <a:pt x="277" y="7526"/>
                  </a:lnTo>
                  <a:lnTo>
                    <a:pt x="297" y="7526"/>
                  </a:lnTo>
                  <a:lnTo>
                    <a:pt x="337" y="7506"/>
                  </a:lnTo>
                  <a:lnTo>
                    <a:pt x="337" y="7447"/>
                  </a:lnTo>
                  <a:lnTo>
                    <a:pt x="277" y="7467"/>
                  </a:lnTo>
                  <a:lnTo>
                    <a:pt x="238" y="7506"/>
                  </a:lnTo>
                  <a:lnTo>
                    <a:pt x="159" y="7605"/>
                  </a:lnTo>
                  <a:lnTo>
                    <a:pt x="100" y="7724"/>
                  </a:lnTo>
                  <a:lnTo>
                    <a:pt x="60" y="7842"/>
                  </a:lnTo>
                  <a:lnTo>
                    <a:pt x="60" y="7901"/>
                  </a:lnTo>
                  <a:lnTo>
                    <a:pt x="40" y="7980"/>
                  </a:lnTo>
                  <a:lnTo>
                    <a:pt x="1" y="8040"/>
                  </a:lnTo>
                  <a:lnTo>
                    <a:pt x="1" y="8119"/>
                  </a:lnTo>
                  <a:lnTo>
                    <a:pt x="1265" y="8790"/>
                  </a:lnTo>
                  <a:lnTo>
                    <a:pt x="1383" y="8652"/>
                  </a:lnTo>
                  <a:lnTo>
                    <a:pt x="1423" y="8593"/>
                  </a:lnTo>
                  <a:lnTo>
                    <a:pt x="1423" y="8514"/>
                  </a:lnTo>
                  <a:lnTo>
                    <a:pt x="1304" y="8533"/>
                  </a:lnTo>
                  <a:lnTo>
                    <a:pt x="1383" y="8593"/>
                  </a:lnTo>
                  <a:lnTo>
                    <a:pt x="1324" y="8593"/>
                  </a:lnTo>
                  <a:lnTo>
                    <a:pt x="1265" y="8553"/>
                  </a:lnTo>
                  <a:lnTo>
                    <a:pt x="1166" y="8454"/>
                  </a:lnTo>
                  <a:lnTo>
                    <a:pt x="1186" y="8454"/>
                  </a:lnTo>
                  <a:lnTo>
                    <a:pt x="1206" y="8415"/>
                  </a:lnTo>
                  <a:lnTo>
                    <a:pt x="1245" y="8415"/>
                  </a:lnTo>
                  <a:lnTo>
                    <a:pt x="1245" y="8336"/>
                  </a:lnTo>
                  <a:lnTo>
                    <a:pt x="1206" y="8336"/>
                  </a:lnTo>
                  <a:lnTo>
                    <a:pt x="1206" y="8356"/>
                  </a:lnTo>
                  <a:lnTo>
                    <a:pt x="1186" y="8356"/>
                  </a:lnTo>
                  <a:lnTo>
                    <a:pt x="1166" y="8336"/>
                  </a:lnTo>
                  <a:lnTo>
                    <a:pt x="1225" y="8277"/>
                  </a:lnTo>
                  <a:lnTo>
                    <a:pt x="1265" y="8277"/>
                  </a:lnTo>
                  <a:lnTo>
                    <a:pt x="1285" y="8316"/>
                  </a:lnTo>
                  <a:lnTo>
                    <a:pt x="1285" y="8277"/>
                  </a:lnTo>
                  <a:lnTo>
                    <a:pt x="1285" y="8237"/>
                  </a:lnTo>
                  <a:lnTo>
                    <a:pt x="1285" y="8198"/>
                  </a:lnTo>
                  <a:lnTo>
                    <a:pt x="1245" y="8198"/>
                  </a:lnTo>
                  <a:lnTo>
                    <a:pt x="1265" y="8178"/>
                  </a:lnTo>
                  <a:lnTo>
                    <a:pt x="1304" y="8198"/>
                  </a:lnTo>
                  <a:lnTo>
                    <a:pt x="1364" y="8277"/>
                  </a:lnTo>
                  <a:lnTo>
                    <a:pt x="1403" y="8257"/>
                  </a:lnTo>
                  <a:lnTo>
                    <a:pt x="1423" y="8257"/>
                  </a:lnTo>
                  <a:lnTo>
                    <a:pt x="1482" y="8296"/>
                  </a:lnTo>
                  <a:lnTo>
                    <a:pt x="1502" y="8217"/>
                  </a:lnTo>
                  <a:lnTo>
                    <a:pt x="1541" y="8237"/>
                  </a:lnTo>
                  <a:lnTo>
                    <a:pt x="1561" y="8277"/>
                  </a:lnTo>
                  <a:lnTo>
                    <a:pt x="1581" y="8237"/>
                  </a:lnTo>
                  <a:lnTo>
                    <a:pt x="1581" y="8198"/>
                  </a:lnTo>
                  <a:lnTo>
                    <a:pt x="1581" y="8178"/>
                  </a:lnTo>
                  <a:lnTo>
                    <a:pt x="1620" y="8158"/>
                  </a:lnTo>
                  <a:lnTo>
                    <a:pt x="1561" y="8099"/>
                  </a:lnTo>
                  <a:lnTo>
                    <a:pt x="1680" y="8000"/>
                  </a:lnTo>
                  <a:lnTo>
                    <a:pt x="1739" y="7882"/>
                  </a:lnTo>
                  <a:lnTo>
                    <a:pt x="1680" y="7882"/>
                  </a:lnTo>
                  <a:lnTo>
                    <a:pt x="1660" y="7842"/>
                  </a:lnTo>
                  <a:lnTo>
                    <a:pt x="1680" y="7822"/>
                  </a:lnTo>
                  <a:lnTo>
                    <a:pt x="1719" y="7803"/>
                  </a:lnTo>
                  <a:lnTo>
                    <a:pt x="1778" y="7763"/>
                  </a:lnTo>
                  <a:lnTo>
                    <a:pt x="1798" y="7743"/>
                  </a:lnTo>
                  <a:lnTo>
                    <a:pt x="1798" y="7704"/>
                  </a:lnTo>
                  <a:lnTo>
                    <a:pt x="1798" y="7645"/>
                  </a:lnTo>
                  <a:lnTo>
                    <a:pt x="1798" y="7585"/>
                  </a:lnTo>
                  <a:lnTo>
                    <a:pt x="1759" y="7546"/>
                  </a:lnTo>
                  <a:lnTo>
                    <a:pt x="1719" y="7526"/>
                  </a:lnTo>
                  <a:lnTo>
                    <a:pt x="1719" y="7506"/>
                  </a:lnTo>
                  <a:lnTo>
                    <a:pt x="1739" y="7487"/>
                  </a:lnTo>
                  <a:lnTo>
                    <a:pt x="1798" y="7487"/>
                  </a:lnTo>
                  <a:lnTo>
                    <a:pt x="1739" y="7368"/>
                  </a:lnTo>
                  <a:lnTo>
                    <a:pt x="1739" y="7329"/>
                  </a:lnTo>
                  <a:lnTo>
                    <a:pt x="1759" y="7309"/>
                  </a:lnTo>
                  <a:lnTo>
                    <a:pt x="1778" y="7289"/>
                  </a:lnTo>
                  <a:lnTo>
                    <a:pt x="1798" y="7408"/>
                  </a:lnTo>
                  <a:lnTo>
                    <a:pt x="1838" y="7408"/>
                  </a:lnTo>
                  <a:lnTo>
                    <a:pt x="1858" y="7368"/>
                  </a:lnTo>
                  <a:lnTo>
                    <a:pt x="1877" y="7309"/>
                  </a:lnTo>
                  <a:lnTo>
                    <a:pt x="1917" y="7269"/>
                  </a:lnTo>
                  <a:lnTo>
                    <a:pt x="1858" y="7131"/>
                  </a:lnTo>
                  <a:lnTo>
                    <a:pt x="1798" y="6953"/>
                  </a:lnTo>
                  <a:lnTo>
                    <a:pt x="1739" y="6934"/>
                  </a:lnTo>
                  <a:lnTo>
                    <a:pt x="1680" y="6914"/>
                  </a:lnTo>
                  <a:lnTo>
                    <a:pt x="1620" y="6874"/>
                  </a:lnTo>
                  <a:lnTo>
                    <a:pt x="1581" y="6815"/>
                  </a:lnTo>
                  <a:lnTo>
                    <a:pt x="1620" y="6815"/>
                  </a:lnTo>
                  <a:lnTo>
                    <a:pt x="1640" y="6795"/>
                  </a:lnTo>
                  <a:lnTo>
                    <a:pt x="1680" y="6756"/>
                  </a:lnTo>
                  <a:lnTo>
                    <a:pt x="1719" y="6716"/>
                  </a:lnTo>
                  <a:lnTo>
                    <a:pt x="1759" y="6736"/>
                  </a:lnTo>
                  <a:lnTo>
                    <a:pt x="1818" y="6716"/>
                  </a:lnTo>
                  <a:lnTo>
                    <a:pt x="1858" y="6736"/>
                  </a:lnTo>
                  <a:lnTo>
                    <a:pt x="1858" y="6776"/>
                  </a:lnTo>
                  <a:lnTo>
                    <a:pt x="1798" y="6776"/>
                  </a:lnTo>
                  <a:lnTo>
                    <a:pt x="1759" y="6795"/>
                  </a:lnTo>
                  <a:lnTo>
                    <a:pt x="1759" y="6815"/>
                  </a:lnTo>
                  <a:lnTo>
                    <a:pt x="1858" y="6795"/>
                  </a:lnTo>
                  <a:lnTo>
                    <a:pt x="1976" y="6736"/>
                  </a:lnTo>
                  <a:lnTo>
                    <a:pt x="2016" y="6776"/>
                  </a:lnTo>
                  <a:lnTo>
                    <a:pt x="2016" y="6835"/>
                  </a:lnTo>
                  <a:lnTo>
                    <a:pt x="1976" y="6815"/>
                  </a:lnTo>
                  <a:lnTo>
                    <a:pt x="1956" y="6815"/>
                  </a:lnTo>
                  <a:lnTo>
                    <a:pt x="1956" y="6855"/>
                  </a:lnTo>
                  <a:lnTo>
                    <a:pt x="1976" y="6874"/>
                  </a:lnTo>
                  <a:lnTo>
                    <a:pt x="2035" y="6874"/>
                  </a:lnTo>
                  <a:lnTo>
                    <a:pt x="2095" y="6855"/>
                  </a:lnTo>
                  <a:lnTo>
                    <a:pt x="2134" y="6874"/>
                  </a:lnTo>
                  <a:lnTo>
                    <a:pt x="2134" y="6815"/>
                  </a:lnTo>
                  <a:lnTo>
                    <a:pt x="2134" y="6795"/>
                  </a:lnTo>
                  <a:lnTo>
                    <a:pt x="2114" y="6795"/>
                  </a:lnTo>
                  <a:lnTo>
                    <a:pt x="2154" y="6776"/>
                  </a:lnTo>
                  <a:lnTo>
                    <a:pt x="2174" y="6756"/>
                  </a:lnTo>
                  <a:lnTo>
                    <a:pt x="2174" y="6677"/>
                  </a:lnTo>
                  <a:lnTo>
                    <a:pt x="2174" y="6618"/>
                  </a:lnTo>
                  <a:lnTo>
                    <a:pt x="2193" y="6578"/>
                  </a:lnTo>
                  <a:lnTo>
                    <a:pt x="2233" y="6558"/>
                  </a:lnTo>
                  <a:lnTo>
                    <a:pt x="2174" y="6558"/>
                  </a:lnTo>
                  <a:lnTo>
                    <a:pt x="2154" y="6519"/>
                  </a:lnTo>
                  <a:lnTo>
                    <a:pt x="2174" y="6479"/>
                  </a:lnTo>
                  <a:lnTo>
                    <a:pt x="2193" y="6479"/>
                  </a:lnTo>
                  <a:lnTo>
                    <a:pt x="2253" y="6460"/>
                  </a:lnTo>
                  <a:lnTo>
                    <a:pt x="2253" y="6420"/>
                  </a:lnTo>
                  <a:lnTo>
                    <a:pt x="2233" y="6381"/>
                  </a:lnTo>
                  <a:lnTo>
                    <a:pt x="2253" y="6341"/>
                  </a:lnTo>
                  <a:lnTo>
                    <a:pt x="2253" y="6321"/>
                  </a:lnTo>
                  <a:lnTo>
                    <a:pt x="2233" y="6321"/>
                  </a:lnTo>
                  <a:lnTo>
                    <a:pt x="2174" y="6301"/>
                  </a:lnTo>
                  <a:lnTo>
                    <a:pt x="2114" y="6301"/>
                  </a:lnTo>
                  <a:lnTo>
                    <a:pt x="2095" y="6282"/>
                  </a:lnTo>
                  <a:lnTo>
                    <a:pt x="2095" y="6262"/>
                  </a:lnTo>
                  <a:lnTo>
                    <a:pt x="2055" y="6203"/>
                  </a:lnTo>
                  <a:lnTo>
                    <a:pt x="2075" y="6163"/>
                  </a:lnTo>
                  <a:lnTo>
                    <a:pt x="2095" y="6143"/>
                  </a:lnTo>
                  <a:lnTo>
                    <a:pt x="2114" y="6104"/>
                  </a:lnTo>
                  <a:lnTo>
                    <a:pt x="2154" y="6104"/>
                  </a:lnTo>
                  <a:lnTo>
                    <a:pt x="2154" y="6124"/>
                  </a:lnTo>
                  <a:lnTo>
                    <a:pt x="2134" y="6163"/>
                  </a:lnTo>
                  <a:lnTo>
                    <a:pt x="2154" y="6203"/>
                  </a:lnTo>
                  <a:lnTo>
                    <a:pt x="2174" y="6025"/>
                  </a:lnTo>
                  <a:lnTo>
                    <a:pt x="2213" y="6025"/>
                  </a:lnTo>
                  <a:lnTo>
                    <a:pt x="2233" y="6045"/>
                  </a:lnTo>
                  <a:lnTo>
                    <a:pt x="2233" y="6084"/>
                  </a:lnTo>
                  <a:lnTo>
                    <a:pt x="2213" y="6124"/>
                  </a:lnTo>
                  <a:lnTo>
                    <a:pt x="2253" y="6084"/>
                  </a:lnTo>
                  <a:lnTo>
                    <a:pt x="2272" y="6025"/>
                  </a:lnTo>
                  <a:lnTo>
                    <a:pt x="2253" y="5985"/>
                  </a:lnTo>
                  <a:lnTo>
                    <a:pt x="2213" y="5926"/>
                  </a:lnTo>
                  <a:lnTo>
                    <a:pt x="2253" y="5887"/>
                  </a:lnTo>
                  <a:lnTo>
                    <a:pt x="2292" y="5847"/>
                  </a:lnTo>
                  <a:lnTo>
                    <a:pt x="2312" y="5887"/>
                  </a:lnTo>
                  <a:lnTo>
                    <a:pt x="2371" y="5926"/>
                  </a:lnTo>
                  <a:lnTo>
                    <a:pt x="2411" y="5966"/>
                  </a:lnTo>
                  <a:lnTo>
                    <a:pt x="2430" y="6005"/>
                  </a:lnTo>
                  <a:lnTo>
                    <a:pt x="2411" y="6045"/>
                  </a:lnTo>
                  <a:lnTo>
                    <a:pt x="2391" y="6045"/>
                  </a:lnTo>
                  <a:lnTo>
                    <a:pt x="2371" y="6025"/>
                  </a:lnTo>
                  <a:lnTo>
                    <a:pt x="2332" y="6005"/>
                  </a:lnTo>
                  <a:lnTo>
                    <a:pt x="2312" y="6005"/>
                  </a:lnTo>
                  <a:lnTo>
                    <a:pt x="2292" y="6025"/>
                  </a:lnTo>
                  <a:lnTo>
                    <a:pt x="2371" y="6045"/>
                  </a:lnTo>
                  <a:lnTo>
                    <a:pt x="2351" y="6064"/>
                  </a:lnTo>
                  <a:lnTo>
                    <a:pt x="2332" y="6104"/>
                  </a:lnTo>
                  <a:lnTo>
                    <a:pt x="2351" y="6163"/>
                  </a:lnTo>
                  <a:lnTo>
                    <a:pt x="2312" y="6163"/>
                  </a:lnTo>
                  <a:lnTo>
                    <a:pt x="2312" y="6124"/>
                  </a:lnTo>
                  <a:lnTo>
                    <a:pt x="2272" y="6222"/>
                  </a:lnTo>
                  <a:lnTo>
                    <a:pt x="2272" y="6262"/>
                  </a:lnTo>
                  <a:lnTo>
                    <a:pt x="2292" y="6321"/>
                  </a:lnTo>
                  <a:lnTo>
                    <a:pt x="2332" y="6301"/>
                  </a:lnTo>
                  <a:lnTo>
                    <a:pt x="2351" y="6262"/>
                  </a:lnTo>
                  <a:lnTo>
                    <a:pt x="2371" y="6183"/>
                  </a:lnTo>
                  <a:lnTo>
                    <a:pt x="2411" y="6104"/>
                  </a:lnTo>
                  <a:lnTo>
                    <a:pt x="2430" y="6084"/>
                  </a:lnTo>
                  <a:lnTo>
                    <a:pt x="2470" y="6064"/>
                  </a:lnTo>
                  <a:lnTo>
                    <a:pt x="2430" y="5847"/>
                  </a:lnTo>
                  <a:lnTo>
                    <a:pt x="2332" y="5847"/>
                  </a:lnTo>
                  <a:lnTo>
                    <a:pt x="2292" y="5808"/>
                  </a:lnTo>
                  <a:lnTo>
                    <a:pt x="2351" y="5808"/>
                  </a:lnTo>
                  <a:lnTo>
                    <a:pt x="2411" y="5788"/>
                  </a:lnTo>
                  <a:lnTo>
                    <a:pt x="2450" y="5748"/>
                  </a:lnTo>
                  <a:lnTo>
                    <a:pt x="2490" y="5709"/>
                  </a:lnTo>
                  <a:lnTo>
                    <a:pt x="2470" y="5709"/>
                  </a:lnTo>
                  <a:lnTo>
                    <a:pt x="2450" y="5689"/>
                  </a:lnTo>
                  <a:lnTo>
                    <a:pt x="2430" y="5630"/>
                  </a:lnTo>
                  <a:lnTo>
                    <a:pt x="2411" y="5590"/>
                  </a:lnTo>
                  <a:lnTo>
                    <a:pt x="2391" y="5571"/>
                  </a:lnTo>
                  <a:lnTo>
                    <a:pt x="2371" y="5571"/>
                  </a:lnTo>
                  <a:lnTo>
                    <a:pt x="2371" y="5590"/>
                  </a:lnTo>
                  <a:lnTo>
                    <a:pt x="2351" y="5610"/>
                  </a:lnTo>
                  <a:lnTo>
                    <a:pt x="2312" y="5610"/>
                  </a:lnTo>
                  <a:lnTo>
                    <a:pt x="2312" y="5571"/>
                  </a:lnTo>
                  <a:lnTo>
                    <a:pt x="2272" y="5551"/>
                  </a:lnTo>
                  <a:lnTo>
                    <a:pt x="2253" y="5551"/>
                  </a:lnTo>
                  <a:lnTo>
                    <a:pt x="2233" y="5531"/>
                  </a:lnTo>
                  <a:lnTo>
                    <a:pt x="2272" y="5472"/>
                  </a:lnTo>
                  <a:lnTo>
                    <a:pt x="2312" y="5492"/>
                  </a:lnTo>
                  <a:lnTo>
                    <a:pt x="2332" y="5492"/>
                  </a:lnTo>
                  <a:lnTo>
                    <a:pt x="2371" y="5452"/>
                  </a:lnTo>
                  <a:lnTo>
                    <a:pt x="2450" y="5551"/>
                  </a:lnTo>
                  <a:lnTo>
                    <a:pt x="2430" y="5373"/>
                  </a:lnTo>
                  <a:lnTo>
                    <a:pt x="2430" y="5255"/>
                  </a:lnTo>
                  <a:lnTo>
                    <a:pt x="2450" y="5156"/>
                  </a:lnTo>
                  <a:lnTo>
                    <a:pt x="2470" y="5195"/>
                  </a:lnTo>
                  <a:lnTo>
                    <a:pt x="2509" y="5235"/>
                  </a:lnTo>
                  <a:lnTo>
                    <a:pt x="2529" y="5314"/>
                  </a:lnTo>
                  <a:lnTo>
                    <a:pt x="2529" y="5353"/>
                  </a:lnTo>
                  <a:lnTo>
                    <a:pt x="2549" y="5393"/>
                  </a:lnTo>
                  <a:lnTo>
                    <a:pt x="2588" y="5413"/>
                  </a:lnTo>
                  <a:lnTo>
                    <a:pt x="2628" y="5432"/>
                  </a:lnTo>
                  <a:lnTo>
                    <a:pt x="2628" y="5393"/>
                  </a:lnTo>
                  <a:lnTo>
                    <a:pt x="2608" y="5353"/>
                  </a:lnTo>
                  <a:lnTo>
                    <a:pt x="2588" y="5334"/>
                  </a:lnTo>
                  <a:lnTo>
                    <a:pt x="2608" y="5294"/>
                  </a:lnTo>
                  <a:lnTo>
                    <a:pt x="2628" y="5294"/>
                  </a:lnTo>
                  <a:lnTo>
                    <a:pt x="2648" y="5274"/>
                  </a:lnTo>
                  <a:lnTo>
                    <a:pt x="2687" y="5215"/>
                  </a:lnTo>
                  <a:lnTo>
                    <a:pt x="2687" y="5136"/>
                  </a:lnTo>
                  <a:lnTo>
                    <a:pt x="2707" y="5077"/>
                  </a:lnTo>
                  <a:lnTo>
                    <a:pt x="2648" y="5097"/>
                  </a:lnTo>
                  <a:lnTo>
                    <a:pt x="2648" y="5057"/>
                  </a:lnTo>
                  <a:lnTo>
                    <a:pt x="2648" y="5037"/>
                  </a:lnTo>
                  <a:lnTo>
                    <a:pt x="2687" y="4978"/>
                  </a:lnTo>
                  <a:lnTo>
                    <a:pt x="2707" y="4998"/>
                  </a:lnTo>
                  <a:lnTo>
                    <a:pt x="2707" y="4939"/>
                  </a:lnTo>
                  <a:lnTo>
                    <a:pt x="2707" y="4899"/>
                  </a:lnTo>
                  <a:lnTo>
                    <a:pt x="2727" y="4840"/>
                  </a:lnTo>
                  <a:lnTo>
                    <a:pt x="2766" y="4781"/>
                  </a:lnTo>
                  <a:lnTo>
                    <a:pt x="2766" y="4721"/>
                  </a:lnTo>
                  <a:lnTo>
                    <a:pt x="2746" y="4721"/>
                  </a:lnTo>
                  <a:lnTo>
                    <a:pt x="2727" y="4741"/>
                  </a:lnTo>
                  <a:lnTo>
                    <a:pt x="2727" y="4781"/>
                  </a:lnTo>
                  <a:lnTo>
                    <a:pt x="2727" y="4820"/>
                  </a:lnTo>
                  <a:lnTo>
                    <a:pt x="2667" y="4840"/>
                  </a:lnTo>
                  <a:lnTo>
                    <a:pt x="2648" y="4860"/>
                  </a:lnTo>
                  <a:lnTo>
                    <a:pt x="2608" y="4840"/>
                  </a:lnTo>
                  <a:lnTo>
                    <a:pt x="2628" y="4761"/>
                  </a:lnTo>
                  <a:lnTo>
                    <a:pt x="2628" y="4682"/>
                  </a:lnTo>
                  <a:lnTo>
                    <a:pt x="2628" y="4623"/>
                  </a:lnTo>
                  <a:lnTo>
                    <a:pt x="2648" y="4544"/>
                  </a:lnTo>
                  <a:lnTo>
                    <a:pt x="2608" y="4563"/>
                  </a:lnTo>
                  <a:lnTo>
                    <a:pt x="2588" y="4524"/>
                  </a:lnTo>
                  <a:lnTo>
                    <a:pt x="2608" y="4504"/>
                  </a:lnTo>
                  <a:lnTo>
                    <a:pt x="2628" y="4425"/>
                  </a:lnTo>
                  <a:lnTo>
                    <a:pt x="2667" y="4405"/>
                  </a:lnTo>
                  <a:lnTo>
                    <a:pt x="2687" y="4405"/>
                  </a:lnTo>
                  <a:lnTo>
                    <a:pt x="2707" y="4445"/>
                  </a:lnTo>
                  <a:lnTo>
                    <a:pt x="2727" y="4484"/>
                  </a:lnTo>
                  <a:lnTo>
                    <a:pt x="2746" y="4504"/>
                  </a:lnTo>
                  <a:lnTo>
                    <a:pt x="2766" y="4484"/>
                  </a:lnTo>
                  <a:lnTo>
                    <a:pt x="2766" y="4524"/>
                  </a:lnTo>
                  <a:lnTo>
                    <a:pt x="2766" y="4563"/>
                  </a:lnTo>
                  <a:lnTo>
                    <a:pt x="2766" y="4603"/>
                  </a:lnTo>
                  <a:lnTo>
                    <a:pt x="2786" y="4623"/>
                  </a:lnTo>
                  <a:lnTo>
                    <a:pt x="2904" y="4603"/>
                  </a:lnTo>
                  <a:lnTo>
                    <a:pt x="2904" y="4563"/>
                  </a:lnTo>
                  <a:lnTo>
                    <a:pt x="2924" y="4544"/>
                  </a:lnTo>
                  <a:lnTo>
                    <a:pt x="2964" y="4504"/>
                  </a:lnTo>
                  <a:lnTo>
                    <a:pt x="2983" y="4484"/>
                  </a:lnTo>
                  <a:lnTo>
                    <a:pt x="2924" y="4504"/>
                  </a:lnTo>
                  <a:lnTo>
                    <a:pt x="2904" y="4484"/>
                  </a:lnTo>
                  <a:lnTo>
                    <a:pt x="2904" y="4465"/>
                  </a:lnTo>
                  <a:lnTo>
                    <a:pt x="2944" y="4445"/>
                  </a:lnTo>
                  <a:lnTo>
                    <a:pt x="2825" y="4425"/>
                  </a:lnTo>
                  <a:lnTo>
                    <a:pt x="2806" y="4465"/>
                  </a:lnTo>
                  <a:lnTo>
                    <a:pt x="2825" y="4504"/>
                  </a:lnTo>
                  <a:lnTo>
                    <a:pt x="2825" y="4544"/>
                  </a:lnTo>
                  <a:lnTo>
                    <a:pt x="2786" y="4563"/>
                  </a:lnTo>
                  <a:lnTo>
                    <a:pt x="2786" y="4484"/>
                  </a:lnTo>
                  <a:lnTo>
                    <a:pt x="2746" y="4445"/>
                  </a:lnTo>
                  <a:lnTo>
                    <a:pt x="2727" y="4386"/>
                  </a:lnTo>
                  <a:lnTo>
                    <a:pt x="2746" y="4326"/>
                  </a:lnTo>
                  <a:lnTo>
                    <a:pt x="2766" y="4326"/>
                  </a:lnTo>
                  <a:lnTo>
                    <a:pt x="2766" y="4346"/>
                  </a:lnTo>
                  <a:lnTo>
                    <a:pt x="2766" y="4366"/>
                  </a:lnTo>
                  <a:lnTo>
                    <a:pt x="2786" y="4346"/>
                  </a:lnTo>
                  <a:lnTo>
                    <a:pt x="2786" y="4307"/>
                  </a:lnTo>
                  <a:lnTo>
                    <a:pt x="2786" y="4267"/>
                  </a:lnTo>
                  <a:lnTo>
                    <a:pt x="2806" y="4228"/>
                  </a:lnTo>
                  <a:lnTo>
                    <a:pt x="2845" y="4307"/>
                  </a:lnTo>
                  <a:lnTo>
                    <a:pt x="2865" y="4326"/>
                  </a:lnTo>
                  <a:lnTo>
                    <a:pt x="2904" y="4326"/>
                  </a:lnTo>
                  <a:lnTo>
                    <a:pt x="2845" y="4267"/>
                  </a:lnTo>
                  <a:lnTo>
                    <a:pt x="2885" y="4247"/>
                  </a:lnTo>
                  <a:lnTo>
                    <a:pt x="2904" y="4247"/>
                  </a:lnTo>
                  <a:lnTo>
                    <a:pt x="2904" y="4228"/>
                  </a:lnTo>
                  <a:lnTo>
                    <a:pt x="2885" y="4228"/>
                  </a:lnTo>
                  <a:lnTo>
                    <a:pt x="2865" y="4208"/>
                  </a:lnTo>
                  <a:lnTo>
                    <a:pt x="2865" y="4168"/>
                  </a:lnTo>
                  <a:lnTo>
                    <a:pt x="2924" y="4168"/>
                  </a:lnTo>
                  <a:lnTo>
                    <a:pt x="2944" y="4129"/>
                  </a:lnTo>
                  <a:lnTo>
                    <a:pt x="2924" y="4109"/>
                  </a:lnTo>
                  <a:lnTo>
                    <a:pt x="2924" y="4089"/>
                  </a:lnTo>
                  <a:lnTo>
                    <a:pt x="2904" y="4030"/>
                  </a:lnTo>
                  <a:lnTo>
                    <a:pt x="2885" y="4050"/>
                  </a:lnTo>
                  <a:lnTo>
                    <a:pt x="2865" y="4070"/>
                  </a:lnTo>
                  <a:lnTo>
                    <a:pt x="2825" y="4070"/>
                  </a:lnTo>
                  <a:lnTo>
                    <a:pt x="2786" y="4030"/>
                  </a:lnTo>
                  <a:lnTo>
                    <a:pt x="2766" y="3991"/>
                  </a:lnTo>
                  <a:lnTo>
                    <a:pt x="2806" y="3911"/>
                  </a:lnTo>
                  <a:lnTo>
                    <a:pt x="2806" y="3852"/>
                  </a:lnTo>
                  <a:lnTo>
                    <a:pt x="2845" y="3813"/>
                  </a:lnTo>
                  <a:lnTo>
                    <a:pt x="2904" y="3793"/>
                  </a:lnTo>
                  <a:lnTo>
                    <a:pt x="2865" y="3734"/>
                  </a:lnTo>
                  <a:lnTo>
                    <a:pt x="2904" y="3753"/>
                  </a:lnTo>
                  <a:lnTo>
                    <a:pt x="2924" y="3714"/>
                  </a:lnTo>
                  <a:lnTo>
                    <a:pt x="2944" y="3655"/>
                  </a:lnTo>
                  <a:lnTo>
                    <a:pt x="2964" y="3674"/>
                  </a:lnTo>
                  <a:lnTo>
                    <a:pt x="2983" y="3694"/>
                  </a:lnTo>
                  <a:lnTo>
                    <a:pt x="2964" y="3734"/>
                  </a:lnTo>
                  <a:lnTo>
                    <a:pt x="2964" y="3793"/>
                  </a:lnTo>
                  <a:lnTo>
                    <a:pt x="2983" y="3832"/>
                  </a:lnTo>
                  <a:lnTo>
                    <a:pt x="3023" y="3852"/>
                  </a:lnTo>
                  <a:lnTo>
                    <a:pt x="3043" y="3832"/>
                  </a:lnTo>
                  <a:lnTo>
                    <a:pt x="3062" y="3832"/>
                  </a:lnTo>
                  <a:lnTo>
                    <a:pt x="3122" y="3872"/>
                  </a:lnTo>
                  <a:lnTo>
                    <a:pt x="3102" y="3832"/>
                  </a:lnTo>
                  <a:lnTo>
                    <a:pt x="3082" y="3813"/>
                  </a:lnTo>
                  <a:lnTo>
                    <a:pt x="3023" y="3793"/>
                  </a:lnTo>
                  <a:lnTo>
                    <a:pt x="2983" y="3753"/>
                  </a:lnTo>
                  <a:lnTo>
                    <a:pt x="3023" y="3753"/>
                  </a:lnTo>
                  <a:lnTo>
                    <a:pt x="3043" y="3714"/>
                  </a:lnTo>
                  <a:lnTo>
                    <a:pt x="3062" y="3694"/>
                  </a:lnTo>
                  <a:lnTo>
                    <a:pt x="3102" y="3714"/>
                  </a:lnTo>
                  <a:lnTo>
                    <a:pt x="3102" y="3674"/>
                  </a:lnTo>
                  <a:lnTo>
                    <a:pt x="3082" y="3655"/>
                  </a:lnTo>
                  <a:lnTo>
                    <a:pt x="3082" y="3615"/>
                  </a:lnTo>
                  <a:lnTo>
                    <a:pt x="3082" y="3595"/>
                  </a:lnTo>
                  <a:lnTo>
                    <a:pt x="3201" y="3655"/>
                  </a:lnTo>
                  <a:lnTo>
                    <a:pt x="3181" y="3635"/>
                  </a:lnTo>
                  <a:lnTo>
                    <a:pt x="3201" y="3615"/>
                  </a:lnTo>
                  <a:lnTo>
                    <a:pt x="3240" y="3595"/>
                  </a:lnTo>
                  <a:lnTo>
                    <a:pt x="3201" y="3576"/>
                  </a:lnTo>
                  <a:lnTo>
                    <a:pt x="3181" y="3576"/>
                  </a:lnTo>
                  <a:lnTo>
                    <a:pt x="3181" y="3595"/>
                  </a:lnTo>
                  <a:lnTo>
                    <a:pt x="3161" y="3576"/>
                  </a:lnTo>
                  <a:lnTo>
                    <a:pt x="3161" y="3556"/>
                  </a:lnTo>
                  <a:lnTo>
                    <a:pt x="3161" y="3516"/>
                  </a:lnTo>
                  <a:lnTo>
                    <a:pt x="3181" y="3497"/>
                  </a:lnTo>
                  <a:lnTo>
                    <a:pt x="3181" y="3477"/>
                  </a:lnTo>
                  <a:lnTo>
                    <a:pt x="3201" y="3457"/>
                  </a:lnTo>
                  <a:lnTo>
                    <a:pt x="3220" y="3418"/>
                  </a:lnTo>
                  <a:lnTo>
                    <a:pt x="3240" y="3378"/>
                  </a:lnTo>
                  <a:lnTo>
                    <a:pt x="3280" y="3339"/>
                  </a:lnTo>
                  <a:lnTo>
                    <a:pt x="3220" y="3319"/>
                  </a:lnTo>
                  <a:lnTo>
                    <a:pt x="3201" y="3319"/>
                  </a:lnTo>
                  <a:lnTo>
                    <a:pt x="3201" y="3339"/>
                  </a:lnTo>
                  <a:lnTo>
                    <a:pt x="3201" y="3358"/>
                  </a:lnTo>
                  <a:lnTo>
                    <a:pt x="3201" y="3398"/>
                  </a:lnTo>
                  <a:lnTo>
                    <a:pt x="3201" y="3418"/>
                  </a:lnTo>
                  <a:lnTo>
                    <a:pt x="3141" y="3418"/>
                  </a:lnTo>
                  <a:lnTo>
                    <a:pt x="3141" y="3339"/>
                  </a:lnTo>
                  <a:lnTo>
                    <a:pt x="3181" y="3240"/>
                  </a:lnTo>
                  <a:lnTo>
                    <a:pt x="3201" y="3141"/>
                  </a:lnTo>
                  <a:lnTo>
                    <a:pt x="3220" y="3102"/>
                  </a:lnTo>
                  <a:lnTo>
                    <a:pt x="3201" y="3042"/>
                  </a:lnTo>
                  <a:lnTo>
                    <a:pt x="3260" y="3023"/>
                  </a:lnTo>
                  <a:lnTo>
                    <a:pt x="3280" y="3023"/>
                  </a:lnTo>
                  <a:lnTo>
                    <a:pt x="3299" y="3062"/>
                  </a:lnTo>
                  <a:lnTo>
                    <a:pt x="3339" y="3082"/>
                  </a:lnTo>
                  <a:lnTo>
                    <a:pt x="3339" y="3141"/>
                  </a:lnTo>
                  <a:lnTo>
                    <a:pt x="3319" y="3181"/>
                  </a:lnTo>
                  <a:lnTo>
                    <a:pt x="3280" y="3220"/>
                  </a:lnTo>
                  <a:lnTo>
                    <a:pt x="3280" y="3260"/>
                  </a:lnTo>
                  <a:lnTo>
                    <a:pt x="3319" y="3200"/>
                  </a:lnTo>
                  <a:lnTo>
                    <a:pt x="3359" y="3121"/>
                  </a:lnTo>
                  <a:lnTo>
                    <a:pt x="3359" y="3042"/>
                  </a:lnTo>
                  <a:lnTo>
                    <a:pt x="3359" y="2983"/>
                  </a:lnTo>
                  <a:lnTo>
                    <a:pt x="3378" y="2944"/>
                  </a:lnTo>
                  <a:lnTo>
                    <a:pt x="3398" y="2944"/>
                  </a:lnTo>
                  <a:lnTo>
                    <a:pt x="3477" y="2924"/>
                  </a:lnTo>
                  <a:lnTo>
                    <a:pt x="3536" y="2884"/>
                  </a:lnTo>
                  <a:lnTo>
                    <a:pt x="3556" y="2865"/>
                  </a:lnTo>
                  <a:lnTo>
                    <a:pt x="3576" y="2825"/>
                  </a:lnTo>
                  <a:lnTo>
                    <a:pt x="3497" y="2825"/>
                  </a:lnTo>
                  <a:lnTo>
                    <a:pt x="3457" y="2845"/>
                  </a:lnTo>
                  <a:lnTo>
                    <a:pt x="3457" y="2805"/>
                  </a:lnTo>
                  <a:lnTo>
                    <a:pt x="3477" y="2786"/>
                  </a:lnTo>
                  <a:lnTo>
                    <a:pt x="3497" y="2746"/>
                  </a:lnTo>
                  <a:lnTo>
                    <a:pt x="3477" y="2726"/>
                  </a:lnTo>
                  <a:lnTo>
                    <a:pt x="3457" y="2746"/>
                  </a:lnTo>
                  <a:lnTo>
                    <a:pt x="3438" y="2746"/>
                  </a:lnTo>
                  <a:lnTo>
                    <a:pt x="3418" y="2726"/>
                  </a:lnTo>
                  <a:lnTo>
                    <a:pt x="3457" y="2687"/>
                  </a:lnTo>
                  <a:lnTo>
                    <a:pt x="3477" y="2687"/>
                  </a:lnTo>
                  <a:lnTo>
                    <a:pt x="3497" y="2707"/>
                  </a:lnTo>
                  <a:lnTo>
                    <a:pt x="3517" y="2667"/>
                  </a:lnTo>
                  <a:lnTo>
                    <a:pt x="3517" y="2647"/>
                  </a:lnTo>
                  <a:lnTo>
                    <a:pt x="3576" y="2647"/>
                  </a:lnTo>
                  <a:lnTo>
                    <a:pt x="3615" y="2628"/>
                  </a:lnTo>
                  <a:lnTo>
                    <a:pt x="3615" y="2608"/>
                  </a:lnTo>
                  <a:lnTo>
                    <a:pt x="3596" y="2568"/>
                  </a:lnTo>
                  <a:lnTo>
                    <a:pt x="3576" y="2568"/>
                  </a:lnTo>
                  <a:lnTo>
                    <a:pt x="3576" y="2588"/>
                  </a:lnTo>
                  <a:lnTo>
                    <a:pt x="3576" y="2608"/>
                  </a:lnTo>
                  <a:lnTo>
                    <a:pt x="3536" y="2588"/>
                  </a:lnTo>
                  <a:lnTo>
                    <a:pt x="3497" y="2549"/>
                  </a:lnTo>
                  <a:lnTo>
                    <a:pt x="3477" y="2470"/>
                  </a:lnTo>
                  <a:lnTo>
                    <a:pt x="3517" y="2470"/>
                  </a:lnTo>
                  <a:lnTo>
                    <a:pt x="3536" y="2410"/>
                  </a:lnTo>
                  <a:lnTo>
                    <a:pt x="3556" y="2430"/>
                  </a:lnTo>
                  <a:lnTo>
                    <a:pt x="3556" y="2470"/>
                  </a:lnTo>
                  <a:lnTo>
                    <a:pt x="3536" y="2489"/>
                  </a:lnTo>
                  <a:lnTo>
                    <a:pt x="3556" y="2529"/>
                  </a:lnTo>
                  <a:lnTo>
                    <a:pt x="3596" y="2450"/>
                  </a:lnTo>
                  <a:lnTo>
                    <a:pt x="3576" y="2470"/>
                  </a:lnTo>
                  <a:lnTo>
                    <a:pt x="3556" y="2351"/>
                  </a:lnTo>
                  <a:lnTo>
                    <a:pt x="3536" y="2391"/>
                  </a:lnTo>
                  <a:lnTo>
                    <a:pt x="3517" y="2371"/>
                  </a:lnTo>
                  <a:lnTo>
                    <a:pt x="3477" y="2351"/>
                  </a:lnTo>
                  <a:lnTo>
                    <a:pt x="3477" y="2331"/>
                  </a:lnTo>
                  <a:lnTo>
                    <a:pt x="3536" y="2252"/>
                  </a:lnTo>
                  <a:lnTo>
                    <a:pt x="3576" y="2233"/>
                  </a:lnTo>
                  <a:lnTo>
                    <a:pt x="3615" y="2252"/>
                  </a:lnTo>
                  <a:lnTo>
                    <a:pt x="3576" y="2213"/>
                  </a:lnTo>
                  <a:lnTo>
                    <a:pt x="3576" y="2173"/>
                  </a:lnTo>
                  <a:lnTo>
                    <a:pt x="3596" y="2094"/>
                  </a:lnTo>
                  <a:lnTo>
                    <a:pt x="3536" y="2094"/>
                  </a:lnTo>
                  <a:lnTo>
                    <a:pt x="3517" y="2035"/>
                  </a:lnTo>
                  <a:lnTo>
                    <a:pt x="3615" y="1996"/>
                  </a:lnTo>
                  <a:lnTo>
                    <a:pt x="3615" y="2035"/>
                  </a:lnTo>
                  <a:lnTo>
                    <a:pt x="3734" y="2035"/>
                  </a:lnTo>
                  <a:lnTo>
                    <a:pt x="3754" y="2075"/>
                  </a:lnTo>
                  <a:lnTo>
                    <a:pt x="3754" y="2114"/>
                  </a:lnTo>
                  <a:lnTo>
                    <a:pt x="3694" y="2173"/>
                  </a:lnTo>
                  <a:lnTo>
                    <a:pt x="3754" y="2154"/>
                  </a:lnTo>
                  <a:lnTo>
                    <a:pt x="3773" y="2134"/>
                  </a:lnTo>
                  <a:lnTo>
                    <a:pt x="3773" y="2114"/>
                  </a:lnTo>
                  <a:lnTo>
                    <a:pt x="3773" y="2075"/>
                  </a:lnTo>
                  <a:lnTo>
                    <a:pt x="3754" y="2015"/>
                  </a:lnTo>
                  <a:lnTo>
                    <a:pt x="3754" y="1996"/>
                  </a:lnTo>
                  <a:lnTo>
                    <a:pt x="3773" y="1956"/>
                  </a:lnTo>
                  <a:lnTo>
                    <a:pt x="3813" y="1976"/>
                  </a:lnTo>
                  <a:lnTo>
                    <a:pt x="3833" y="2015"/>
                  </a:lnTo>
                  <a:lnTo>
                    <a:pt x="3833" y="1956"/>
                  </a:lnTo>
                  <a:lnTo>
                    <a:pt x="3833" y="1917"/>
                  </a:lnTo>
                  <a:lnTo>
                    <a:pt x="3852" y="1897"/>
                  </a:lnTo>
                  <a:lnTo>
                    <a:pt x="3793" y="1897"/>
                  </a:lnTo>
                  <a:lnTo>
                    <a:pt x="3754" y="1877"/>
                  </a:lnTo>
                  <a:lnTo>
                    <a:pt x="3734" y="1838"/>
                  </a:lnTo>
                  <a:lnTo>
                    <a:pt x="3852" y="1798"/>
                  </a:lnTo>
                  <a:lnTo>
                    <a:pt x="3872" y="1778"/>
                  </a:lnTo>
                  <a:lnTo>
                    <a:pt x="3872" y="1759"/>
                  </a:lnTo>
                  <a:lnTo>
                    <a:pt x="3833" y="1739"/>
                  </a:lnTo>
                  <a:lnTo>
                    <a:pt x="3793" y="1699"/>
                  </a:lnTo>
                  <a:lnTo>
                    <a:pt x="3773" y="1660"/>
                  </a:lnTo>
                  <a:lnTo>
                    <a:pt x="3694" y="1660"/>
                  </a:lnTo>
                  <a:lnTo>
                    <a:pt x="3675" y="1640"/>
                  </a:lnTo>
                  <a:lnTo>
                    <a:pt x="3675" y="1600"/>
                  </a:lnTo>
                  <a:lnTo>
                    <a:pt x="3694" y="1581"/>
                  </a:lnTo>
                  <a:lnTo>
                    <a:pt x="3655" y="1541"/>
                  </a:lnTo>
                  <a:lnTo>
                    <a:pt x="3655" y="1581"/>
                  </a:lnTo>
                  <a:lnTo>
                    <a:pt x="3655" y="1600"/>
                  </a:lnTo>
                  <a:lnTo>
                    <a:pt x="3655" y="1640"/>
                  </a:lnTo>
                  <a:lnTo>
                    <a:pt x="3655" y="1660"/>
                  </a:lnTo>
                  <a:lnTo>
                    <a:pt x="3615" y="1640"/>
                  </a:lnTo>
                  <a:lnTo>
                    <a:pt x="3596" y="1620"/>
                  </a:lnTo>
                  <a:lnTo>
                    <a:pt x="3615" y="1581"/>
                  </a:lnTo>
                  <a:lnTo>
                    <a:pt x="3596" y="1541"/>
                  </a:lnTo>
                  <a:lnTo>
                    <a:pt x="3675" y="1482"/>
                  </a:lnTo>
                  <a:lnTo>
                    <a:pt x="3754" y="1442"/>
                  </a:lnTo>
                  <a:lnTo>
                    <a:pt x="3833" y="1502"/>
                  </a:lnTo>
                  <a:lnTo>
                    <a:pt x="3872" y="1561"/>
                  </a:lnTo>
                  <a:lnTo>
                    <a:pt x="3931" y="1640"/>
                  </a:lnTo>
                  <a:lnTo>
                    <a:pt x="3971" y="1660"/>
                  </a:lnTo>
                  <a:lnTo>
                    <a:pt x="4010" y="1680"/>
                  </a:lnTo>
                  <a:lnTo>
                    <a:pt x="4050" y="1521"/>
                  </a:lnTo>
                  <a:lnTo>
                    <a:pt x="4089" y="1442"/>
                  </a:lnTo>
                  <a:lnTo>
                    <a:pt x="4129" y="1403"/>
                  </a:lnTo>
                  <a:lnTo>
                    <a:pt x="4109" y="1344"/>
                  </a:lnTo>
                  <a:lnTo>
                    <a:pt x="4070" y="1304"/>
                  </a:lnTo>
                  <a:lnTo>
                    <a:pt x="4030" y="1284"/>
                  </a:lnTo>
                  <a:lnTo>
                    <a:pt x="3971" y="1265"/>
                  </a:lnTo>
                  <a:lnTo>
                    <a:pt x="3971" y="1205"/>
                  </a:lnTo>
                  <a:lnTo>
                    <a:pt x="4010" y="1186"/>
                  </a:lnTo>
                  <a:lnTo>
                    <a:pt x="4030" y="1245"/>
                  </a:lnTo>
                  <a:lnTo>
                    <a:pt x="4030" y="1107"/>
                  </a:lnTo>
                  <a:lnTo>
                    <a:pt x="4050" y="1028"/>
                  </a:lnTo>
                  <a:lnTo>
                    <a:pt x="4070" y="949"/>
                  </a:lnTo>
                  <a:lnTo>
                    <a:pt x="4070" y="909"/>
                  </a:lnTo>
                  <a:lnTo>
                    <a:pt x="4030" y="889"/>
                  </a:lnTo>
                  <a:lnTo>
                    <a:pt x="3931" y="870"/>
                  </a:lnTo>
                  <a:lnTo>
                    <a:pt x="3951" y="791"/>
                  </a:lnTo>
                  <a:lnTo>
                    <a:pt x="3931" y="810"/>
                  </a:lnTo>
                  <a:lnTo>
                    <a:pt x="3892" y="771"/>
                  </a:lnTo>
                  <a:lnTo>
                    <a:pt x="3892" y="731"/>
                  </a:lnTo>
                  <a:lnTo>
                    <a:pt x="3931" y="672"/>
                  </a:lnTo>
                  <a:lnTo>
                    <a:pt x="3971" y="692"/>
                  </a:lnTo>
                  <a:lnTo>
                    <a:pt x="3991" y="712"/>
                  </a:lnTo>
                  <a:lnTo>
                    <a:pt x="4010" y="692"/>
                  </a:lnTo>
                  <a:lnTo>
                    <a:pt x="4030" y="672"/>
                  </a:lnTo>
                  <a:lnTo>
                    <a:pt x="4030" y="633"/>
                  </a:lnTo>
                  <a:lnTo>
                    <a:pt x="4030" y="593"/>
                  </a:lnTo>
                  <a:lnTo>
                    <a:pt x="4089" y="633"/>
                  </a:lnTo>
                  <a:lnTo>
                    <a:pt x="4089" y="672"/>
                  </a:lnTo>
                  <a:lnTo>
                    <a:pt x="4070" y="692"/>
                  </a:lnTo>
                  <a:lnTo>
                    <a:pt x="4050" y="692"/>
                  </a:lnTo>
                  <a:lnTo>
                    <a:pt x="4050" y="791"/>
                  </a:lnTo>
                  <a:lnTo>
                    <a:pt x="4070" y="731"/>
                  </a:lnTo>
                  <a:lnTo>
                    <a:pt x="4129" y="692"/>
                  </a:lnTo>
                  <a:lnTo>
                    <a:pt x="4188" y="692"/>
                  </a:lnTo>
                  <a:lnTo>
                    <a:pt x="4247" y="712"/>
                  </a:lnTo>
                  <a:lnTo>
                    <a:pt x="4228" y="672"/>
                  </a:lnTo>
                  <a:lnTo>
                    <a:pt x="4149" y="672"/>
                  </a:lnTo>
                  <a:lnTo>
                    <a:pt x="4149" y="652"/>
                  </a:lnTo>
                  <a:lnTo>
                    <a:pt x="4149" y="633"/>
                  </a:lnTo>
                  <a:lnTo>
                    <a:pt x="4228" y="573"/>
                  </a:lnTo>
                  <a:lnTo>
                    <a:pt x="4267" y="514"/>
                  </a:lnTo>
                  <a:lnTo>
                    <a:pt x="3141" y="139"/>
                  </a:lnTo>
                  <a:lnTo>
                    <a:pt x="3102" y="178"/>
                  </a:lnTo>
                  <a:lnTo>
                    <a:pt x="3082" y="119"/>
                  </a:lnTo>
                  <a:lnTo>
                    <a:pt x="3082" y="99"/>
                  </a:lnTo>
                  <a:lnTo>
                    <a:pt x="3102" y="119"/>
                  </a:lnTo>
                  <a:lnTo>
                    <a:pt x="3082" y="80"/>
                  </a:lnTo>
                  <a:lnTo>
                    <a:pt x="3102" y="60"/>
                  </a:lnTo>
                  <a:lnTo>
                    <a:pt x="3082" y="2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4577504" y="-1215512"/>
              <a:ext cx="789" cy="789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4712644" y="-2018156"/>
              <a:ext cx="789" cy="38"/>
            </a:xfrm>
            <a:custGeom>
              <a:rect b="b" l="l" r="r" t="t"/>
              <a:pathLst>
                <a:path extrusionOk="0" h="1" w="21">
                  <a:moveTo>
                    <a:pt x="1" y="1"/>
                  </a:move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4622049" y="-2251296"/>
              <a:ext cx="96569" cy="297788"/>
            </a:xfrm>
            <a:custGeom>
              <a:rect b="b" l="l" r="r" t="t"/>
              <a:pathLst>
                <a:path extrusionOk="0" h="7922" w="2569">
                  <a:moveTo>
                    <a:pt x="1206" y="60"/>
                  </a:moveTo>
                  <a:lnTo>
                    <a:pt x="1186" y="79"/>
                  </a:lnTo>
                  <a:lnTo>
                    <a:pt x="1186" y="119"/>
                  </a:lnTo>
                  <a:lnTo>
                    <a:pt x="1226" y="178"/>
                  </a:lnTo>
                  <a:lnTo>
                    <a:pt x="1245" y="237"/>
                  </a:lnTo>
                  <a:lnTo>
                    <a:pt x="1245" y="257"/>
                  </a:lnTo>
                  <a:lnTo>
                    <a:pt x="1206" y="277"/>
                  </a:lnTo>
                  <a:lnTo>
                    <a:pt x="1245" y="297"/>
                  </a:lnTo>
                  <a:lnTo>
                    <a:pt x="1265" y="316"/>
                  </a:lnTo>
                  <a:lnTo>
                    <a:pt x="1344" y="336"/>
                  </a:lnTo>
                  <a:lnTo>
                    <a:pt x="1344" y="376"/>
                  </a:lnTo>
                  <a:lnTo>
                    <a:pt x="1384" y="356"/>
                  </a:lnTo>
                  <a:lnTo>
                    <a:pt x="1463" y="316"/>
                  </a:lnTo>
                  <a:lnTo>
                    <a:pt x="1364" y="218"/>
                  </a:lnTo>
                  <a:lnTo>
                    <a:pt x="1344" y="178"/>
                  </a:lnTo>
                  <a:lnTo>
                    <a:pt x="1324" y="99"/>
                  </a:lnTo>
                  <a:lnTo>
                    <a:pt x="1285" y="99"/>
                  </a:lnTo>
                  <a:lnTo>
                    <a:pt x="1265" y="79"/>
                  </a:lnTo>
                  <a:lnTo>
                    <a:pt x="1245" y="60"/>
                  </a:lnTo>
                  <a:close/>
                  <a:moveTo>
                    <a:pt x="21" y="593"/>
                  </a:moveTo>
                  <a:lnTo>
                    <a:pt x="60" y="613"/>
                  </a:lnTo>
                  <a:lnTo>
                    <a:pt x="60" y="593"/>
                  </a:lnTo>
                  <a:close/>
                  <a:moveTo>
                    <a:pt x="1265" y="1521"/>
                  </a:moveTo>
                  <a:lnTo>
                    <a:pt x="1265" y="1561"/>
                  </a:lnTo>
                  <a:lnTo>
                    <a:pt x="1285" y="1581"/>
                  </a:lnTo>
                  <a:lnTo>
                    <a:pt x="1305" y="1600"/>
                  </a:lnTo>
                  <a:lnTo>
                    <a:pt x="1305" y="1561"/>
                  </a:lnTo>
                  <a:lnTo>
                    <a:pt x="1305" y="1541"/>
                  </a:lnTo>
                  <a:lnTo>
                    <a:pt x="1265" y="1521"/>
                  </a:lnTo>
                  <a:close/>
                  <a:moveTo>
                    <a:pt x="2068" y="5065"/>
                  </a:moveTo>
                  <a:lnTo>
                    <a:pt x="2075" y="5077"/>
                  </a:lnTo>
                  <a:lnTo>
                    <a:pt x="2079" y="5073"/>
                  </a:lnTo>
                  <a:lnTo>
                    <a:pt x="2079" y="5073"/>
                  </a:lnTo>
                  <a:lnTo>
                    <a:pt x="2068" y="5065"/>
                  </a:lnTo>
                  <a:close/>
                  <a:moveTo>
                    <a:pt x="2095" y="5057"/>
                  </a:moveTo>
                  <a:lnTo>
                    <a:pt x="2079" y="5073"/>
                  </a:lnTo>
                  <a:lnTo>
                    <a:pt x="2079" y="5073"/>
                  </a:lnTo>
                  <a:lnTo>
                    <a:pt x="2114" y="5096"/>
                  </a:lnTo>
                  <a:lnTo>
                    <a:pt x="2154" y="5136"/>
                  </a:lnTo>
                  <a:lnTo>
                    <a:pt x="2174" y="5136"/>
                  </a:lnTo>
                  <a:lnTo>
                    <a:pt x="2174" y="5096"/>
                  </a:lnTo>
                  <a:lnTo>
                    <a:pt x="2174" y="5077"/>
                  </a:lnTo>
                  <a:lnTo>
                    <a:pt x="2193" y="5057"/>
                  </a:lnTo>
                  <a:close/>
                  <a:moveTo>
                    <a:pt x="613" y="5254"/>
                  </a:moveTo>
                  <a:lnTo>
                    <a:pt x="673" y="5373"/>
                  </a:lnTo>
                  <a:lnTo>
                    <a:pt x="673" y="5393"/>
                  </a:lnTo>
                  <a:lnTo>
                    <a:pt x="692" y="5373"/>
                  </a:lnTo>
                  <a:lnTo>
                    <a:pt x="712" y="5373"/>
                  </a:lnTo>
                  <a:lnTo>
                    <a:pt x="692" y="5314"/>
                  </a:lnTo>
                  <a:lnTo>
                    <a:pt x="673" y="5294"/>
                  </a:lnTo>
                  <a:lnTo>
                    <a:pt x="653" y="5294"/>
                  </a:lnTo>
                  <a:lnTo>
                    <a:pt x="613" y="5254"/>
                  </a:lnTo>
                  <a:close/>
                  <a:moveTo>
                    <a:pt x="890" y="0"/>
                  </a:moveTo>
                  <a:lnTo>
                    <a:pt x="850" y="60"/>
                  </a:lnTo>
                  <a:lnTo>
                    <a:pt x="850" y="13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811" y="79"/>
                  </a:lnTo>
                  <a:lnTo>
                    <a:pt x="21" y="119"/>
                  </a:lnTo>
                  <a:lnTo>
                    <a:pt x="1" y="158"/>
                  </a:lnTo>
                  <a:lnTo>
                    <a:pt x="40" y="139"/>
                  </a:lnTo>
                  <a:lnTo>
                    <a:pt x="80" y="158"/>
                  </a:lnTo>
                  <a:lnTo>
                    <a:pt x="179" y="158"/>
                  </a:lnTo>
                  <a:lnTo>
                    <a:pt x="218" y="198"/>
                  </a:lnTo>
                  <a:lnTo>
                    <a:pt x="218" y="237"/>
                  </a:lnTo>
                  <a:lnTo>
                    <a:pt x="218" y="297"/>
                  </a:lnTo>
                  <a:lnTo>
                    <a:pt x="179" y="297"/>
                  </a:lnTo>
                  <a:lnTo>
                    <a:pt x="159" y="277"/>
                  </a:lnTo>
                  <a:lnTo>
                    <a:pt x="119" y="237"/>
                  </a:lnTo>
                  <a:lnTo>
                    <a:pt x="80" y="198"/>
                  </a:lnTo>
                  <a:lnTo>
                    <a:pt x="60" y="198"/>
                  </a:lnTo>
                  <a:lnTo>
                    <a:pt x="21" y="218"/>
                  </a:lnTo>
                  <a:lnTo>
                    <a:pt x="21" y="237"/>
                  </a:lnTo>
                  <a:lnTo>
                    <a:pt x="40" y="257"/>
                  </a:lnTo>
                  <a:lnTo>
                    <a:pt x="80" y="257"/>
                  </a:lnTo>
                  <a:lnTo>
                    <a:pt x="100" y="237"/>
                  </a:lnTo>
                  <a:lnTo>
                    <a:pt x="80" y="336"/>
                  </a:lnTo>
                  <a:lnTo>
                    <a:pt x="40" y="395"/>
                  </a:lnTo>
                  <a:lnTo>
                    <a:pt x="1" y="435"/>
                  </a:lnTo>
                  <a:lnTo>
                    <a:pt x="40" y="474"/>
                  </a:lnTo>
                  <a:lnTo>
                    <a:pt x="80" y="514"/>
                  </a:lnTo>
                  <a:lnTo>
                    <a:pt x="100" y="534"/>
                  </a:lnTo>
                  <a:lnTo>
                    <a:pt x="159" y="573"/>
                  </a:lnTo>
                  <a:lnTo>
                    <a:pt x="139" y="553"/>
                  </a:lnTo>
                  <a:lnTo>
                    <a:pt x="119" y="534"/>
                  </a:lnTo>
                  <a:lnTo>
                    <a:pt x="100" y="514"/>
                  </a:lnTo>
                  <a:lnTo>
                    <a:pt x="119" y="494"/>
                  </a:lnTo>
                  <a:lnTo>
                    <a:pt x="218" y="534"/>
                  </a:lnTo>
                  <a:lnTo>
                    <a:pt x="198" y="593"/>
                  </a:lnTo>
                  <a:lnTo>
                    <a:pt x="179" y="632"/>
                  </a:lnTo>
                  <a:lnTo>
                    <a:pt x="139" y="712"/>
                  </a:lnTo>
                  <a:lnTo>
                    <a:pt x="80" y="652"/>
                  </a:lnTo>
                  <a:lnTo>
                    <a:pt x="100" y="652"/>
                  </a:lnTo>
                  <a:lnTo>
                    <a:pt x="80" y="632"/>
                  </a:lnTo>
                  <a:lnTo>
                    <a:pt x="60" y="613"/>
                  </a:lnTo>
                  <a:lnTo>
                    <a:pt x="60" y="652"/>
                  </a:lnTo>
                  <a:lnTo>
                    <a:pt x="60" y="692"/>
                  </a:lnTo>
                  <a:lnTo>
                    <a:pt x="80" y="712"/>
                  </a:lnTo>
                  <a:lnTo>
                    <a:pt x="60" y="712"/>
                  </a:lnTo>
                  <a:lnTo>
                    <a:pt x="80" y="751"/>
                  </a:lnTo>
                  <a:lnTo>
                    <a:pt x="80" y="791"/>
                  </a:lnTo>
                  <a:lnTo>
                    <a:pt x="60" y="850"/>
                  </a:lnTo>
                  <a:lnTo>
                    <a:pt x="40" y="889"/>
                  </a:lnTo>
                  <a:lnTo>
                    <a:pt x="40" y="909"/>
                  </a:lnTo>
                  <a:lnTo>
                    <a:pt x="60" y="929"/>
                  </a:lnTo>
                  <a:lnTo>
                    <a:pt x="119" y="949"/>
                  </a:lnTo>
                  <a:lnTo>
                    <a:pt x="159" y="929"/>
                  </a:lnTo>
                  <a:lnTo>
                    <a:pt x="179" y="909"/>
                  </a:lnTo>
                  <a:lnTo>
                    <a:pt x="218" y="909"/>
                  </a:lnTo>
                  <a:lnTo>
                    <a:pt x="198" y="929"/>
                  </a:lnTo>
                  <a:lnTo>
                    <a:pt x="179" y="968"/>
                  </a:lnTo>
                  <a:lnTo>
                    <a:pt x="159" y="988"/>
                  </a:lnTo>
                  <a:lnTo>
                    <a:pt x="139" y="988"/>
                  </a:lnTo>
                  <a:lnTo>
                    <a:pt x="119" y="968"/>
                  </a:lnTo>
                  <a:lnTo>
                    <a:pt x="100" y="1047"/>
                  </a:lnTo>
                  <a:lnTo>
                    <a:pt x="119" y="1087"/>
                  </a:lnTo>
                  <a:lnTo>
                    <a:pt x="198" y="1087"/>
                  </a:lnTo>
                  <a:lnTo>
                    <a:pt x="238" y="1107"/>
                  </a:lnTo>
                  <a:lnTo>
                    <a:pt x="258" y="1126"/>
                  </a:lnTo>
                  <a:lnTo>
                    <a:pt x="238" y="1146"/>
                  </a:lnTo>
                  <a:lnTo>
                    <a:pt x="218" y="1166"/>
                  </a:lnTo>
                  <a:lnTo>
                    <a:pt x="179" y="1146"/>
                  </a:lnTo>
                  <a:lnTo>
                    <a:pt x="100" y="1146"/>
                  </a:lnTo>
                  <a:lnTo>
                    <a:pt x="60" y="1166"/>
                  </a:lnTo>
                  <a:lnTo>
                    <a:pt x="139" y="1245"/>
                  </a:lnTo>
                  <a:lnTo>
                    <a:pt x="80" y="1284"/>
                  </a:lnTo>
                  <a:lnTo>
                    <a:pt x="80" y="1324"/>
                  </a:lnTo>
                  <a:lnTo>
                    <a:pt x="80" y="1383"/>
                  </a:lnTo>
                  <a:lnTo>
                    <a:pt x="139" y="1462"/>
                  </a:lnTo>
                  <a:lnTo>
                    <a:pt x="198" y="1561"/>
                  </a:lnTo>
                  <a:lnTo>
                    <a:pt x="218" y="1600"/>
                  </a:lnTo>
                  <a:lnTo>
                    <a:pt x="238" y="1660"/>
                  </a:lnTo>
                  <a:lnTo>
                    <a:pt x="179" y="1660"/>
                  </a:lnTo>
                  <a:lnTo>
                    <a:pt x="119" y="1620"/>
                  </a:lnTo>
                  <a:lnTo>
                    <a:pt x="100" y="1561"/>
                  </a:lnTo>
                  <a:lnTo>
                    <a:pt x="80" y="1521"/>
                  </a:lnTo>
                  <a:lnTo>
                    <a:pt x="60" y="1541"/>
                  </a:lnTo>
                  <a:lnTo>
                    <a:pt x="60" y="1561"/>
                  </a:lnTo>
                  <a:lnTo>
                    <a:pt x="60" y="1620"/>
                  </a:lnTo>
                  <a:lnTo>
                    <a:pt x="80" y="1660"/>
                  </a:lnTo>
                  <a:lnTo>
                    <a:pt x="80" y="1679"/>
                  </a:lnTo>
                  <a:lnTo>
                    <a:pt x="80" y="1699"/>
                  </a:lnTo>
                  <a:lnTo>
                    <a:pt x="80" y="1739"/>
                  </a:lnTo>
                  <a:lnTo>
                    <a:pt x="119" y="1778"/>
                  </a:lnTo>
                  <a:lnTo>
                    <a:pt x="159" y="1798"/>
                  </a:lnTo>
                  <a:lnTo>
                    <a:pt x="198" y="1798"/>
                  </a:lnTo>
                  <a:lnTo>
                    <a:pt x="198" y="1818"/>
                  </a:lnTo>
                  <a:lnTo>
                    <a:pt x="179" y="1837"/>
                  </a:lnTo>
                  <a:lnTo>
                    <a:pt x="139" y="1857"/>
                  </a:lnTo>
                  <a:lnTo>
                    <a:pt x="179" y="1877"/>
                  </a:lnTo>
                  <a:lnTo>
                    <a:pt x="218" y="1916"/>
                  </a:lnTo>
                  <a:lnTo>
                    <a:pt x="238" y="2015"/>
                  </a:lnTo>
                  <a:lnTo>
                    <a:pt x="179" y="2015"/>
                  </a:lnTo>
                  <a:lnTo>
                    <a:pt x="258" y="2114"/>
                  </a:lnTo>
                  <a:lnTo>
                    <a:pt x="258" y="2094"/>
                  </a:lnTo>
                  <a:lnTo>
                    <a:pt x="337" y="2094"/>
                  </a:lnTo>
                  <a:lnTo>
                    <a:pt x="337" y="2114"/>
                  </a:lnTo>
                  <a:lnTo>
                    <a:pt x="376" y="2074"/>
                  </a:lnTo>
                  <a:lnTo>
                    <a:pt x="396" y="2055"/>
                  </a:lnTo>
                  <a:lnTo>
                    <a:pt x="356" y="1976"/>
                  </a:lnTo>
                  <a:lnTo>
                    <a:pt x="337" y="1936"/>
                  </a:lnTo>
                  <a:lnTo>
                    <a:pt x="337" y="1897"/>
                  </a:lnTo>
                  <a:lnTo>
                    <a:pt x="337" y="1857"/>
                  </a:lnTo>
                  <a:lnTo>
                    <a:pt x="396" y="1837"/>
                  </a:lnTo>
                  <a:lnTo>
                    <a:pt x="475" y="1837"/>
                  </a:lnTo>
                  <a:lnTo>
                    <a:pt x="455" y="1857"/>
                  </a:lnTo>
                  <a:lnTo>
                    <a:pt x="436" y="1877"/>
                  </a:lnTo>
                  <a:lnTo>
                    <a:pt x="495" y="1897"/>
                  </a:lnTo>
                  <a:lnTo>
                    <a:pt x="515" y="1897"/>
                  </a:lnTo>
                  <a:lnTo>
                    <a:pt x="515" y="1877"/>
                  </a:lnTo>
                  <a:lnTo>
                    <a:pt x="594" y="1877"/>
                  </a:lnTo>
                  <a:lnTo>
                    <a:pt x="613" y="1916"/>
                  </a:lnTo>
                  <a:lnTo>
                    <a:pt x="633" y="1976"/>
                  </a:lnTo>
                  <a:lnTo>
                    <a:pt x="673" y="2015"/>
                  </a:lnTo>
                  <a:lnTo>
                    <a:pt x="613" y="2035"/>
                  </a:lnTo>
                  <a:lnTo>
                    <a:pt x="574" y="2015"/>
                  </a:lnTo>
                  <a:lnTo>
                    <a:pt x="534" y="1976"/>
                  </a:lnTo>
                  <a:lnTo>
                    <a:pt x="475" y="1956"/>
                  </a:lnTo>
                  <a:lnTo>
                    <a:pt x="515" y="1995"/>
                  </a:lnTo>
                  <a:lnTo>
                    <a:pt x="534" y="2015"/>
                  </a:lnTo>
                  <a:lnTo>
                    <a:pt x="515" y="2035"/>
                  </a:lnTo>
                  <a:lnTo>
                    <a:pt x="436" y="2035"/>
                  </a:lnTo>
                  <a:lnTo>
                    <a:pt x="475" y="2074"/>
                  </a:lnTo>
                  <a:lnTo>
                    <a:pt x="534" y="2074"/>
                  </a:lnTo>
                  <a:lnTo>
                    <a:pt x="594" y="2055"/>
                  </a:lnTo>
                  <a:lnTo>
                    <a:pt x="653" y="2074"/>
                  </a:lnTo>
                  <a:lnTo>
                    <a:pt x="653" y="2114"/>
                  </a:lnTo>
                  <a:lnTo>
                    <a:pt x="613" y="2153"/>
                  </a:lnTo>
                  <a:lnTo>
                    <a:pt x="613" y="2173"/>
                  </a:lnTo>
                  <a:lnTo>
                    <a:pt x="594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52"/>
                  </a:lnTo>
                  <a:lnTo>
                    <a:pt x="653" y="2292"/>
                  </a:lnTo>
                  <a:lnTo>
                    <a:pt x="574" y="2331"/>
                  </a:lnTo>
                  <a:lnTo>
                    <a:pt x="594" y="2292"/>
                  </a:lnTo>
                  <a:lnTo>
                    <a:pt x="594" y="2272"/>
                  </a:lnTo>
                  <a:lnTo>
                    <a:pt x="554" y="2232"/>
                  </a:lnTo>
                  <a:lnTo>
                    <a:pt x="495" y="2213"/>
                  </a:lnTo>
                  <a:lnTo>
                    <a:pt x="475" y="2213"/>
                  </a:lnTo>
                  <a:lnTo>
                    <a:pt x="495" y="2193"/>
                  </a:lnTo>
                  <a:lnTo>
                    <a:pt x="455" y="2213"/>
                  </a:lnTo>
                  <a:lnTo>
                    <a:pt x="416" y="2232"/>
                  </a:lnTo>
                  <a:lnTo>
                    <a:pt x="356" y="2232"/>
                  </a:lnTo>
                  <a:lnTo>
                    <a:pt x="218" y="2153"/>
                  </a:lnTo>
                  <a:lnTo>
                    <a:pt x="218" y="2213"/>
                  </a:lnTo>
                  <a:lnTo>
                    <a:pt x="218" y="2252"/>
                  </a:lnTo>
                  <a:lnTo>
                    <a:pt x="179" y="2272"/>
                  </a:lnTo>
                  <a:lnTo>
                    <a:pt x="218" y="2292"/>
                  </a:lnTo>
                  <a:lnTo>
                    <a:pt x="238" y="2331"/>
                  </a:lnTo>
                  <a:lnTo>
                    <a:pt x="238" y="2390"/>
                  </a:lnTo>
                  <a:lnTo>
                    <a:pt x="238" y="2430"/>
                  </a:lnTo>
                  <a:lnTo>
                    <a:pt x="258" y="2469"/>
                  </a:lnTo>
                  <a:lnTo>
                    <a:pt x="297" y="2489"/>
                  </a:lnTo>
                  <a:lnTo>
                    <a:pt x="277" y="2509"/>
                  </a:lnTo>
                  <a:lnTo>
                    <a:pt x="258" y="2489"/>
                  </a:lnTo>
                  <a:lnTo>
                    <a:pt x="238" y="2489"/>
                  </a:lnTo>
                  <a:lnTo>
                    <a:pt x="238" y="2509"/>
                  </a:lnTo>
                  <a:lnTo>
                    <a:pt x="258" y="2608"/>
                  </a:lnTo>
                  <a:lnTo>
                    <a:pt x="277" y="2667"/>
                  </a:lnTo>
                  <a:lnTo>
                    <a:pt x="317" y="2726"/>
                  </a:lnTo>
                  <a:lnTo>
                    <a:pt x="297" y="2746"/>
                  </a:lnTo>
                  <a:lnTo>
                    <a:pt x="277" y="2766"/>
                  </a:lnTo>
                  <a:lnTo>
                    <a:pt x="238" y="2785"/>
                  </a:lnTo>
                  <a:lnTo>
                    <a:pt x="238" y="2845"/>
                  </a:lnTo>
                  <a:lnTo>
                    <a:pt x="238" y="2904"/>
                  </a:lnTo>
                  <a:lnTo>
                    <a:pt x="317" y="3003"/>
                  </a:lnTo>
                  <a:lnTo>
                    <a:pt x="376" y="3121"/>
                  </a:lnTo>
                  <a:lnTo>
                    <a:pt x="396" y="3181"/>
                  </a:lnTo>
                  <a:lnTo>
                    <a:pt x="396" y="3260"/>
                  </a:lnTo>
                  <a:lnTo>
                    <a:pt x="337" y="3220"/>
                  </a:lnTo>
                  <a:lnTo>
                    <a:pt x="337" y="3299"/>
                  </a:lnTo>
                  <a:lnTo>
                    <a:pt x="356" y="3319"/>
                  </a:lnTo>
                  <a:lnTo>
                    <a:pt x="396" y="3339"/>
                  </a:lnTo>
                  <a:lnTo>
                    <a:pt x="356" y="3358"/>
                  </a:lnTo>
                  <a:lnTo>
                    <a:pt x="337" y="3398"/>
                  </a:lnTo>
                  <a:lnTo>
                    <a:pt x="376" y="3457"/>
                  </a:lnTo>
                  <a:lnTo>
                    <a:pt x="396" y="3497"/>
                  </a:lnTo>
                  <a:lnTo>
                    <a:pt x="396" y="3536"/>
                  </a:lnTo>
                  <a:lnTo>
                    <a:pt x="376" y="3576"/>
                  </a:lnTo>
                  <a:lnTo>
                    <a:pt x="337" y="3595"/>
                  </a:lnTo>
                  <a:lnTo>
                    <a:pt x="337" y="3635"/>
                  </a:lnTo>
                  <a:lnTo>
                    <a:pt x="356" y="3655"/>
                  </a:lnTo>
                  <a:lnTo>
                    <a:pt x="396" y="3694"/>
                  </a:lnTo>
                  <a:lnTo>
                    <a:pt x="455" y="3714"/>
                  </a:lnTo>
                  <a:lnTo>
                    <a:pt x="495" y="3753"/>
                  </a:lnTo>
                  <a:lnTo>
                    <a:pt x="416" y="3753"/>
                  </a:lnTo>
                  <a:lnTo>
                    <a:pt x="396" y="3773"/>
                  </a:lnTo>
                  <a:lnTo>
                    <a:pt x="376" y="3793"/>
                  </a:lnTo>
                  <a:lnTo>
                    <a:pt x="475" y="4129"/>
                  </a:lnTo>
                  <a:lnTo>
                    <a:pt x="554" y="4504"/>
                  </a:lnTo>
                  <a:lnTo>
                    <a:pt x="515" y="4484"/>
                  </a:lnTo>
                  <a:lnTo>
                    <a:pt x="534" y="4543"/>
                  </a:lnTo>
                  <a:lnTo>
                    <a:pt x="554" y="4603"/>
                  </a:lnTo>
                  <a:lnTo>
                    <a:pt x="613" y="4721"/>
                  </a:lnTo>
                  <a:lnTo>
                    <a:pt x="653" y="4840"/>
                  </a:lnTo>
                  <a:lnTo>
                    <a:pt x="673" y="4899"/>
                  </a:lnTo>
                  <a:lnTo>
                    <a:pt x="653" y="4958"/>
                  </a:lnTo>
                  <a:lnTo>
                    <a:pt x="712" y="5017"/>
                  </a:lnTo>
                  <a:lnTo>
                    <a:pt x="752" y="5037"/>
                  </a:lnTo>
                  <a:lnTo>
                    <a:pt x="791" y="5017"/>
                  </a:lnTo>
                  <a:lnTo>
                    <a:pt x="811" y="4998"/>
                  </a:lnTo>
                  <a:lnTo>
                    <a:pt x="831" y="4978"/>
                  </a:lnTo>
                  <a:lnTo>
                    <a:pt x="929" y="4978"/>
                  </a:lnTo>
                  <a:lnTo>
                    <a:pt x="949" y="5017"/>
                  </a:lnTo>
                  <a:lnTo>
                    <a:pt x="949" y="5037"/>
                  </a:lnTo>
                  <a:lnTo>
                    <a:pt x="910" y="5057"/>
                  </a:lnTo>
                  <a:lnTo>
                    <a:pt x="850" y="5077"/>
                  </a:lnTo>
                  <a:lnTo>
                    <a:pt x="850" y="5096"/>
                  </a:lnTo>
                  <a:lnTo>
                    <a:pt x="850" y="5136"/>
                  </a:lnTo>
                  <a:lnTo>
                    <a:pt x="771" y="5136"/>
                  </a:lnTo>
                  <a:lnTo>
                    <a:pt x="752" y="5116"/>
                  </a:lnTo>
                  <a:lnTo>
                    <a:pt x="712" y="5096"/>
                  </a:lnTo>
                  <a:lnTo>
                    <a:pt x="653" y="5096"/>
                  </a:lnTo>
                  <a:lnTo>
                    <a:pt x="752" y="5215"/>
                  </a:lnTo>
                  <a:lnTo>
                    <a:pt x="732" y="5254"/>
                  </a:lnTo>
                  <a:lnTo>
                    <a:pt x="752" y="5314"/>
                  </a:lnTo>
                  <a:lnTo>
                    <a:pt x="752" y="5353"/>
                  </a:lnTo>
                  <a:lnTo>
                    <a:pt x="732" y="5413"/>
                  </a:lnTo>
                  <a:lnTo>
                    <a:pt x="732" y="5393"/>
                  </a:lnTo>
                  <a:lnTo>
                    <a:pt x="673" y="5393"/>
                  </a:lnTo>
                  <a:lnTo>
                    <a:pt x="673" y="5432"/>
                  </a:lnTo>
                  <a:lnTo>
                    <a:pt x="673" y="5492"/>
                  </a:lnTo>
                  <a:lnTo>
                    <a:pt x="712" y="5492"/>
                  </a:lnTo>
                  <a:lnTo>
                    <a:pt x="732" y="5511"/>
                  </a:lnTo>
                  <a:lnTo>
                    <a:pt x="752" y="5531"/>
                  </a:lnTo>
                  <a:lnTo>
                    <a:pt x="771" y="5551"/>
                  </a:lnTo>
                  <a:lnTo>
                    <a:pt x="771" y="5571"/>
                  </a:lnTo>
                  <a:lnTo>
                    <a:pt x="811" y="5571"/>
                  </a:lnTo>
                  <a:lnTo>
                    <a:pt x="850" y="5610"/>
                  </a:lnTo>
                  <a:lnTo>
                    <a:pt x="732" y="5650"/>
                  </a:lnTo>
                  <a:lnTo>
                    <a:pt x="811" y="5650"/>
                  </a:lnTo>
                  <a:lnTo>
                    <a:pt x="831" y="5709"/>
                  </a:lnTo>
                  <a:lnTo>
                    <a:pt x="831" y="5768"/>
                  </a:lnTo>
                  <a:lnTo>
                    <a:pt x="811" y="5847"/>
                  </a:lnTo>
                  <a:lnTo>
                    <a:pt x="791" y="5867"/>
                  </a:lnTo>
                  <a:lnTo>
                    <a:pt x="771" y="5887"/>
                  </a:lnTo>
                  <a:lnTo>
                    <a:pt x="771" y="5906"/>
                  </a:lnTo>
                  <a:lnTo>
                    <a:pt x="811" y="5926"/>
                  </a:lnTo>
                  <a:lnTo>
                    <a:pt x="831" y="5966"/>
                  </a:lnTo>
                  <a:lnTo>
                    <a:pt x="831" y="5985"/>
                  </a:lnTo>
                  <a:lnTo>
                    <a:pt x="771" y="5985"/>
                  </a:lnTo>
                  <a:lnTo>
                    <a:pt x="771" y="6064"/>
                  </a:lnTo>
                  <a:lnTo>
                    <a:pt x="791" y="6163"/>
                  </a:lnTo>
                  <a:lnTo>
                    <a:pt x="791" y="6262"/>
                  </a:lnTo>
                  <a:lnTo>
                    <a:pt x="771" y="6361"/>
                  </a:lnTo>
                  <a:lnTo>
                    <a:pt x="831" y="6479"/>
                  </a:lnTo>
                  <a:lnTo>
                    <a:pt x="870" y="6519"/>
                  </a:lnTo>
                  <a:lnTo>
                    <a:pt x="910" y="6578"/>
                  </a:lnTo>
                  <a:lnTo>
                    <a:pt x="910" y="6538"/>
                  </a:lnTo>
                  <a:lnTo>
                    <a:pt x="929" y="6519"/>
                  </a:lnTo>
                  <a:lnTo>
                    <a:pt x="949" y="6499"/>
                  </a:lnTo>
                  <a:lnTo>
                    <a:pt x="989" y="6519"/>
                  </a:lnTo>
                  <a:lnTo>
                    <a:pt x="1008" y="6519"/>
                  </a:lnTo>
                  <a:lnTo>
                    <a:pt x="1028" y="6558"/>
                  </a:lnTo>
                  <a:lnTo>
                    <a:pt x="1048" y="6598"/>
                  </a:lnTo>
                  <a:lnTo>
                    <a:pt x="1008" y="6617"/>
                  </a:lnTo>
                  <a:lnTo>
                    <a:pt x="1008" y="6637"/>
                  </a:lnTo>
                  <a:lnTo>
                    <a:pt x="989" y="6657"/>
                  </a:lnTo>
                  <a:lnTo>
                    <a:pt x="969" y="6637"/>
                  </a:lnTo>
                  <a:lnTo>
                    <a:pt x="929" y="6657"/>
                  </a:lnTo>
                  <a:lnTo>
                    <a:pt x="910" y="6677"/>
                  </a:lnTo>
                  <a:lnTo>
                    <a:pt x="929" y="6736"/>
                  </a:lnTo>
                  <a:lnTo>
                    <a:pt x="929" y="6775"/>
                  </a:lnTo>
                  <a:lnTo>
                    <a:pt x="910" y="6795"/>
                  </a:lnTo>
                  <a:lnTo>
                    <a:pt x="890" y="6815"/>
                  </a:lnTo>
                  <a:lnTo>
                    <a:pt x="910" y="6835"/>
                  </a:lnTo>
                  <a:lnTo>
                    <a:pt x="929" y="6874"/>
                  </a:lnTo>
                  <a:lnTo>
                    <a:pt x="949" y="6933"/>
                  </a:lnTo>
                  <a:lnTo>
                    <a:pt x="989" y="6953"/>
                  </a:lnTo>
                  <a:lnTo>
                    <a:pt x="949" y="6953"/>
                  </a:lnTo>
                  <a:lnTo>
                    <a:pt x="929" y="6933"/>
                  </a:lnTo>
                  <a:lnTo>
                    <a:pt x="929" y="6914"/>
                  </a:lnTo>
                  <a:lnTo>
                    <a:pt x="910" y="6914"/>
                  </a:lnTo>
                  <a:lnTo>
                    <a:pt x="929" y="6953"/>
                  </a:lnTo>
                  <a:lnTo>
                    <a:pt x="890" y="6953"/>
                  </a:lnTo>
                  <a:lnTo>
                    <a:pt x="890" y="6993"/>
                  </a:lnTo>
                  <a:lnTo>
                    <a:pt x="910" y="7012"/>
                  </a:lnTo>
                  <a:lnTo>
                    <a:pt x="949" y="7052"/>
                  </a:lnTo>
                  <a:lnTo>
                    <a:pt x="1008" y="7072"/>
                  </a:lnTo>
                  <a:lnTo>
                    <a:pt x="1048" y="7111"/>
                  </a:lnTo>
                  <a:lnTo>
                    <a:pt x="1028" y="7111"/>
                  </a:lnTo>
                  <a:lnTo>
                    <a:pt x="1068" y="7151"/>
                  </a:lnTo>
                  <a:lnTo>
                    <a:pt x="949" y="7111"/>
                  </a:lnTo>
                  <a:lnTo>
                    <a:pt x="989" y="7151"/>
                  </a:lnTo>
                  <a:lnTo>
                    <a:pt x="1028" y="7190"/>
                  </a:lnTo>
                  <a:lnTo>
                    <a:pt x="1068" y="7210"/>
                  </a:lnTo>
                  <a:lnTo>
                    <a:pt x="1087" y="7249"/>
                  </a:lnTo>
                  <a:lnTo>
                    <a:pt x="1068" y="7269"/>
                  </a:lnTo>
                  <a:lnTo>
                    <a:pt x="1107" y="7309"/>
                  </a:lnTo>
                  <a:lnTo>
                    <a:pt x="1068" y="7309"/>
                  </a:lnTo>
                  <a:lnTo>
                    <a:pt x="1127" y="7328"/>
                  </a:lnTo>
                  <a:lnTo>
                    <a:pt x="1147" y="7368"/>
                  </a:lnTo>
                  <a:lnTo>
                    <a:pt x="1186" y="7407"/>
                  </a:lnTo>
                  <a:lnTo>
                    <a:pt x="1226" y="7447"/>
                  </a:lnTo>
                  <a:lnTo>
                    <a:pt x="1166" y="7486"/>
                  </a:lnTo>
                  <a:lnTo>
                    <a:pt x="1147" y="7506"/>
                  </a:lnTo>
                  <a:lnTo>
                    <a:pt x="1186" y="7526"/>
                  </a:lnTo>
                  <a:lnTo>
                    <a:pt x="1068" y="7546"/>
                  </a:lnTo>
                  <a:lnTo>
                    <a:pt x="1068" y="7486"/>
                  </a:lnTo>
                  <a:lnTo>
                    <a:pt x="1087" y="7467"/>
                  </a:lnTo>
                  <a:lnTo>
                    <a:pt x="1107" y="7447"/>
                  </a:lnTo>
                  <a:lnTo>
                    <a:pt x="1087" y="7407"/>
                  </a:lnTo>
                  <a:lnTo>
                    <a:pt x="1048" y="7447"/>
                  </a:lnTo>
                  <a:lnTo>
                    <a:pt x="1028" y="7486"/>
                  </a:lnTo>
                  <a:lnTo>
                    <a:pt x="989" y="7605"/>
                  </a:lnTo>
                  <a:lnTo>
                    <a:pt x="1008" y="7704"/>
                  </a:lnTo>
                  <a:lnTo>
                    <a:pt x="1028" y="7803"/>
                  </a:lnTo>
                  <a:lnTo>
                    <a:pt x="1048" y="7842"/>
                  </a:lnTo>
                  <a:lnTo>
                    <a:pt x="1048" y="7882"/>
                  </a:lnTo>
                  <a:lnTo>
                    <a:pt x="2549" y="7921"/>
                  </a:lnTo>
                  <a:lnTo>
                    <a:pt x="2569" y="7842"/>
                  </a:lnTo>
                  <a:lnTo>
                    <a:pt x="2549" y="7783"/>
                  </a:lnTo>
                  <a:lnTo>
                    <a:pt x="2529" y="7743"/>
                  </a:lnTo>
                  <a:lnTo>
                    <a:pt x="2450" y="7822"/>
                  </a:lnTo>
                  <a:lnTo>
                    <a:pt x="2549" y="7822"/>
                  </a:lnTo>
                  <a:lnTo>
                    <a:pt x="2490" y="7862"/>
                  </a:lnTo>
                  <a:lnTo>
                    <a:pt x="2411" y="7862"/>
                  </a:lnTo>
                  <a:lnTo>
                    <a:pt x="2272" y="7822"/>
                  </a:lnTo>
                  <a:lnTo>
                    <a:pt x="2292" y="7803"/>
                  </a:lnTo>
                  <a:lnTo>
                    <a:pt x="2292" y="7783"/>
                  </a:lnTo>
                  <a:lnTo>
                    <a:pt x="2312" y="7763"/>
                  </a:lnTo>
                  <a:lnTo>
                    <a:pt x="2332" y="7763"/>
                  </a:lnTo>
                  <a:lnTo>
                    <a:pt x="2292" y="7684"/>
                  </a:lnTo>
                  <a:lnTo>
                    <a:pt x="2272" y="7704"/>
                  </a:lnTo>
                  <a:lnTo>
                    <a:pt x="2253" y="7723"/>
                  </a:lnTo>
                  <a:lnTo>
                    <a:pt x="2233" y="7723"/>
                  </a:lnTo>
                  <a:lnTo>
                    <a:pt x="2272" y="7664"/>
                  </a:lnTo>
                  <a:lnTo>
                    <a:pt x="2292" y="7644"/>
                  </a:lnTo>
                  <a:lnTo>
                    <a:pt x="2312" y="7664"/>
                  </a:lnTo>
                  <a:lnTo>
                    <a:pt x="2292" y="7605"/>
                  </a:lnTo>
                  <a:lnTo>
                    <a:pt x="2272" y="7585"/>
                  </a:lnTo>
                  <a:lnTo>
                    <a:pt x="2233" y="7585"/>
                  </a:lnTo>
                  <a:lnTo>
                    <a:pt x="2233" y="7565"/>
                  </a:lnTo>
                  <a:lnTo>
                    <a:pt x="2292" y="7565"/>
                  </a:lnTo>
                  <a:lnTo>
                    <a:pt x="2391" y="7605"/>
                  </a:lnTo>
                  <a:lnTo>
                    <a:pt x="2391" y="7565"/>
                  </a:lnTo>
                  <a:lnTo>
                    <a:pt x="2490" y="7565"/>
                  </a:lnTo>
                  <a:lnTo>
                    <a:pt x="2470" y="7486"/>
                  </a:lnTo>
                  <a:lnTo>
                    <a:pt x="2569" y="7506"/>
                  </a:lnTo>
                  <a:lnTo>
                    <a:pt x="2569" y="7486"/>
                  </a:lnTo>
                  <a:lnTo>
                    <a:pt x="2549" y="7447"/>
                  </a:lnTo>
                  <a:lnTo>
                    <a:pt x="2529" y="7427"/>
                  </a:lnTo>
                  <a:lnTo>
                    <a:pt x="2549" y="7388"/>
                  </a:lnTo>
                  <a:lnTo>
                    <a:pt x="2470" y="7388"/>
                  </a:lnTo>
                  <a:lnTo>
                    <a:pt x="2529" y="7249"/>
                  </a:lnTo>
                  <a:lnTo>
                    <a:pt x="2529" y="7131"/>
                  </a:lnTo>
                  <a:lnTo>
                    <a:pt x="2470" y="7170"/>
                  </a:lnTo>
                  <a:lnTo>
                    <a:pt x="2450" y="7131"/>
                  </a:lnTo>
                  <a:lnTo>
                    <a:pt x="2450" y="7111"/>
                  </a:lnTo>
                  <a:lnTo>
                    <a:pt x="2470" y="7072"/>
                  </a:lnTo>
                  <a:lnTo>
                    <a:pt x="2509" y="7032"/>
                  </a:lnTo>
                  <a:lnTo>
                    <a:pt x="2509" y="7012"/>
                  </a:lnTo>
                  <a:lnTo>
                    <a:pt x="2509" y="6973"/>
                  </a:lnTo>
                  <a:lnTo>
                    <a:pt x="2470" y="6933"/>
                  </a:lnTo>
                  <a:lnTo>
                    <a:pt x="2430" y="6894"/>
                  </a:lnTo>
                  <a:lnTo>
                    <a:pt x="2391" y="6874"/>
                  </a:lnTo>
                  <a:lnTo>
                    <a:pt x="2332" y="6874"/>
                  </a:lnTo>
                  <a:lnTo>
                    <a:pt x="2332" y="6854"/>
                  </a:lnTo>
                  <a:lnTo>
                    <a:pt x="2332" y="6835"/>
                  </a:lnTo>
                  <a:lnTo>
                    <a:pt x="2391" y="6815"/>
                  </a:lnTo>
                  <a:lnTo>
                    <a:pt x="2292" y="6756"/>
                  </a:lnTo>
                  <a:lnTo>
                    <a:pt x="2272" y="6716"/>
                  </a:lnTo>
                  <a:lnTo>
                    <a:pt x="2272" y="6696"/>
                  </a:lnTo>
                  <a:lnTo>
                    <a:pt x="2272" y="6677"/>
                  </a:lnTo>
                  <a:lnTo>
                    <a:pt x="2351" y="6756"/>
                  </a:lnTo>
                  <a:lnTo>
                    <a:pt x="2391" y="6736"/>
                  </a:lnTo>
                  <a:lnTo>
                    <a:pt x="2391" y="6677"/>
                  </a:lnTo>
                  <a:lnTo>
                    <a:pt x="2391" y="6637"/>
                  </a:lnTo>
                  <a:lnTo>
                    <a:pt x="2391" y="6598"/>
                  </a:lnTo>
                  <a:lnTo>
                    <a:pt x="2154" y="6400"/>
                  </a:lnTo>
                  <a:lnTo>
                    <a:pt x="2095" y="6420"/>
                  </a:lnTo>
                  <a:lnTo>
                    <a:pt x="2016" y="6440"/>
                  </a:lnTo>
                  <a:lnTo>
                    <a:pt x="1956" y="6420"/>
                  </a:lnTo>
                  <a:lnTo>
                    <a:pt x="1897" y="6400"/>
                  </a:lnTo>
                  <a:lnTo>
                    <a:pt x="1917" y="6380"/>
                  </a:lnTo>
                  <a:lnTo>
                    <a:pt x="1937" y="6341"/>
                  </a:lnTo>
                  <a:lnTo>
                    <a:pt x="1976" y="6262"/>
                  </a:lnTo>
                  <a:lnTo>
                    <a:pt x="2016" y="6262"/>
                  </a:lnTo>
                  <a:lnTo>
                    <a:pt x="2055" y="6222"/>
                  </a:lnTo>
                  <a:lnTo>
                    <a:pt x="2095" y="6203"/>
                  </a:lnTo>
                  <a:lnTo>
                    <a:pt x="2114" y="6222"/>
                  </a:lnTo>
                  <a:lnTo>
                    <a:pt x="2114" y="6242"/>
                  </a:lnTo>
                  <a:lnTo>
                    <a:pt x="2075" y="6282"/>
                  </a:lnTo>
                  <a:lnTo>
                    <a:pt x="2055" y="6301"/>
                  </a:lnTo>
                  <a:lnTo>
                    <a:pt x="2055" y="6321"/>
                  </a:lnTo>
                  <a:lnTo>
                    <a:pt x="2134" y="6262"/>
                  </a:lnTo>
                  <a:lnTo>
                    <a:pt x="2213" y="6163"/>
                  </a:lnTo>
                  <a:lnTo>
                    <a:pt x="2253" y="6183"/>
                  </a:lnTo>
                  <a:lnTo>
                    <a:pt x="2272" y="6222"/>
                  </a:lnTo>
                  <a:lnTo>
                    <a:pt x="2213" y="6222"/>
                  </a:lnTo>
                  <a:lnTo>
                    <a:pt x="2253" y="6262"/>
                  </a:lnTo>
                  <a:lnTo>
                    <a:pt x="2272" y="6262"/>
                  </a:lnTo>
                  <a:lnTo>
                    <a:pt x="2312" y="6242"/>
                  </a:lnTo>
                  <a:lnTo>
                    <a:pt x="2351" y="6203"/>
                  </a:lnTo>
                  <a:lnTo>
                    <a:pt x="2411" y="6203"/>
                  </a:lnTo>
                  <a:lnTo>
                    <a:pt x="2391" y="6143"/>
                  </a:lnTo>
                  <a:lnTo>
                    <a:pt x="2351" y="6143"/>
                  </a:lnTo>
                  <a:lnTo>
                    <a:pt x="2371" y="6124"/>
                  </a:lnTo>
                  <a:lnTo>
                    <a:pt x="2391" y="6084"/>
                  </a:lnTo>
                  <a:lnTo>
                    <a:pt x="2351" y="6045"/>
                  </a:lnTo>
                  <a:lnTo>
                    <a:pt x="2332" y="5985"/>
                  </a:lnTo>
                  <a:lnTo>
                    <a:pt x="2332" y="5946"/>
                  </a:lnTo>
                  <a:lnTo>
                    <a:pt x="2351" y="5926"/>
                  </a:lnTo>
                  <a:lnTo>
                    <a:pt x="2312" y="5946"/>
                  </a:lnTo>
                  <a:lnTo>
                    <a:pt x="2292" y="5946"/>
                  </a:lnTo>
                  <a:lnTo>
                    <a:pt x="2253" y="5926"/>
                  </a:lnTo>
                  <a:lnTo>
                    <a:pt x="2253" y="5887"/>
                  </a:lnTo>
                  <a:lnTo>
                    <a:pt x="2272" y="5867"/>
                  </a:lnTo>
                  <a:lnTo>
                    <a:pt x="2332" y="5827"/>
                  </a:lnTo>
                  <a:lnTo>
                    <a:pt x="2292" y="5808"/>
                  </a:lnTo>
                  <a:lnTo>
                    <a:pt x="2272" y="5788"/>
                  </a:lnTo>
                  <a:lnTo>
                    <a:pt x="2272" y="5748"/>
                  </a:lnTo>
                  <a:lnTo>
                    <a:pt x="2233" y="5729"/>
                  </a:lnTo>
                  <a:lnTo>
                    <a:pt x="2174" y="5748"/>
                  </a:lnTo>
                  <a:lnTo>
                    <a:pt x="2134" y="5768"/>
                  </a:lnTo>
                  <a:lnTo>
                    <a:pt x="2075" y="5748"/>
                  </a:lnTo>
                  <a:lnTo>
                    <a:pt x="2035" y="5729"/>
                  </a:lnTo>
                  <a:lnTo>
                    <a:pt x="2016" y="5689"/>
                  </a:lnTo>
                  <a:lnTo>
                    <a:pt x="2035" y="5650"/>
                  </a:lnTo>
                  <a:lnTo>
                    <a:pt x="2016" y="5630"/>
                  </a:lnTo>
                  <a:lnTo>
                    <a:pt x="2055" y="5610"/>
                  </a:lnTo>
                  <a:lnTo>
                    <a:pt x="2075" y="5630"/>
                  </a:lnTo>
                  <a:lnTo>
                    <a:pt x="2095" y="5669"/>
                  </a:lnTo>
                  <a:lnTo>
                    <a:pt x="2114" y="5689"/>
                  </a:lnTo>
                  <a:lnTo>
                    <a:pt x="2035" y="5551"/>
                  </a:lnTo>
                  <a:lnTo>
                    <a:pt x="2075" y="5531"/>
                  </a:lnTo>
                  <a:lnTo>
                    <a:pt x="2114" y="5531"/>
                  </a:lnTo>
                  <a:lnTo>
                    <a:pt x="2134" y="5571"/>
                  </a:lnTo>
                  <a:lnTo>
                    <a:pt x="2134" y="5610"/>
                  </a:lnTo>
                  <a:lnTo>
                    <a:pt x="2154" y="5551"/>
                  </a:lnTo>
                  <a:lnTo>
                    <a:pt x="2134" y="5511"/>
                  </a:lnTo>
                  <a:lnTo>
                    <a:pt x="2095" y="5472"/>
                  </a:lnTo>
                  <a:lnTo>
                    <a:pt x="2035" y="5452"/>
                  </a:lnTo>
                  <a:lnTo>
                    <a:pt x="2055" y="5413"/>
                  </a:lnTo>
                  <a:lnTo>
                    <a:pt x="2055" y="5353"/>
                  </a:lnTo>
                  <a:lnTo>
                    <a:pt x="2114" y="5373"/>
                  </a:lnTo>
                  <a:lnTo>
                    <a:pt x="2174" y="5373"/>
                  </a:lnTo>
                  <a:lnTo>
                    <a:pt x="2233" y="5393"/>
                  </a:lnTo>
                  <a:lnTo>
                    <a:pt x="2272" y="5413"/>
                  </a:lnTo>
                  <a:lnTo>
                    <a:pt x="2253" y="5452"/>
                  </a:lnTo>
                  <a:lnTo>
                    <a:pt x="2154" y="5452"/>
                  </a:lnTo>
                  <a:lnTo>
                    <a:pt x="2154" y="5472"/>
                  </a:lnTo>
                  <a:lnTo>
                    <a:pt x="2233" y="5472"/>
                  </a:lnTo>
                  <a:lnTo>
                    <a:pt x="2213" y="5511"/>
                  </a:lnTo>
                  <a:lnTo>
                    <a:pt x="2233" y="5531"/>
                  </a:lnTo>
                  <a:lnTo>
                    <a:pt x="2253" y="5571"/>
                  </a:lnTo>
                  <a:lnTo>
                    <a:pt x="2233" y="5571"/>
                  </a:lnTo>
                  <a:lnTo>
                    <a:pt x="2213" y="5551"/>
                  </a:lnTo>
                  <a:lnTo>
                    <a:pt x="2233" y="5650"/>
                  </a:lnTo>
                  <a:lnTo>
                    <a:pt x="2253" y="5689"/>
                  </a:lnTo>
                  <a:lnTo>
                    <a:pt x="2292" y="5709"/>
                  </a:lnTo>
                  <a:lnTo>
                    <a:pt x="2312" y="5669"/>
                  </a:lnTo>
                  <a:lnTo>
                    <a:pt x="2312" y="5650"/>
                  </a:lnTo>
                  <a:lnTo>
                    <a:pt x="2292" y="5571"/>
                  </a:lnTo>
                  <a:lnTo>
                    <a:pt x="2292" y="5492"/>
                  </a:lnTo>
                  <a:lnTo>
                    <a:pt x="2292" y="5472"/>
                  </a:lnTo>
                  <a:lnTo>
                    <a:pt x="2332" y="5452"/>
                  </a:lnTo>
                  <a:lnTo>
                    <a:pt x="2193" y="5294"/>
                  </a:lnTo>
                  <a:lnTo>
                    <a:pt x="2134" y="5333"/>
                  </a:lnTo>
                  <a:lnTo>
                    <a:pt x="2095" y="5333"/>
                  </a:lnTo>
                  <a:lnTo>
                    <a:pt x="2055" y="5314"/>
                  </a:lnTo>
                  <a:lnTo>
                    <a:pt x="2114" y="5294"/>
                  </a:lnTo>
                  <a:lnTo>
                    <a:pt x="2154" y="5254"/>
                  </a:lnTo>
                  <a:lnTo>
                    <a:pt x="2174" y="5215"/>
                  </a:lnTo>
                  <a:lnTo>
                    <a:pt x="2174" y="5175"/>
                  </a:lnTo>
                  <a:lnTo>
                    <a:pt x="2134" y="5175"/>
                  </a:lnTo>
                  <a:lnTo>
                    <a:pt x="2095" y="5136"/>
                  </a:lnTo>
                  <a:lnTo>
                    <a:pt x="2055" y="5116"/>
                  </a:lnTo>
                  <a:lnTo>
                    <a:pt x="1996" y="5116"/>
                  </a:lnTo>
                  <a:lnTo>
                    <a:pt x="2016" y="5136"/>
                  </a:lnTo>
                  <a:lnTo>
                    <a:pt x="2016" y="5156"/>
                  </a:lnTo>
                  <a:lnTo>
                    <a:pt x="1976" y="5175"/>
                  </a:lnTo>
                  <a:lnTo>
                    <a:pt x="1956" y="5136"/>
                  </a:lnTo>
                  <a:lnTo>
                    <a:pt x="1917" y="5136"/>
                  </a:lnTo>
                  <a:lnTo>
                    <a:pt x="1877" y="5156"/>
                  </a:lnTo>
                  <a:lnTo>
                    <a:pt x="1877" y="5136"/>
                  </a:lnTo>
                  <a:lnTo>
                    <a:pt x="1877" y="5077"/>
                  </a:lnTo>
                  <a:lnTo>
                    <a:pt x="1937" y="5077"/>
                  </a:lnTo>
                  <a:lnTo>
                    <a:pt x="1956" y="5017"/>
                  </a:lnTo>
                  <a:lnTo>
                    <a:pt x="2055" y="5057"/>
                  </a:lnTo>
                  <a:lnTo>
                    <a:pt x="2068" y="5065"/>
                  </a:lnTo>
                  <a:lnTo>
                    <a:pt x="1976" y="4919"/>
                  </a:lnTo>
                  <a:lnTo>
                    <a:pt x="1917" y="4859"/>
                  </a:lnTo>
                  <a:lnTo>
                    <a:pt x="1877" y="4780"/>
                  </a:lnTo>
                  <a:lnTo>
                    <a:pt x="1917" y="4780"/>
                  </a:lnTo>
                  <a:lnTo>
                    <a:pt x="1956" y="4800"/>
                  </a:lnTo>
                  <a:lnTo>
                    <a:pt x="2016" y="4859"/>
                  </a:lnTo>
                  <a:lnTo>
                    <a:pt x="2075" y="4899"/>
                  </a:lnTo>
                  <a:lnTo>
                    <a:pt x="2174" y="4899"/>
                  </a:lnTo>
                  <a:lnTo>
                    <a:pt x="2154" y="4859"/>
                  </a:lnTo>
                  <a:lnTo>
                    <a:pt x="2114" y="4840"/>
                  </a:lnTo>
                  <a:lnTo>
                    <a:pt x="2095" y="4840"/>
                  </a:lnTo>
                  <a:lnTo>
                    <a:pt x="2075" y="4800"/>
                  </a:lnTo>
                  <a:lnTo>
                    <a:pt x="2095" y="4780"/>
                  </a:lnTo>
                  <a:lnTo>
                    <a:pt x="2114" y="4761"/>
                  </a:lnTo>
                  <a:lnTo>
                    <a:pt x="2114" y="4721"/>
                  </a:lnTo>
                  <a:lnTo>
                    <a:pt x="2075" y="4662"/>
                  </a:lnTo>
                  <a:lnTo>
                    <a:pt x="2055" y="4603"/>
                  </a:lnTo>
                  <a:lnTo>
                    <a:pt x="2016" y="4642"/>
                  </a:lnTo>
                  <a:lnTo>
                    <a:pt x="1996" y="4622"/>
                  </a:lnTo>
                  <a:lnTo>
                    <a:pt x="1996" y="4583"/>
                  </a:lnTo>
                  <a:lnTo>
                    <a:pt x="2016" y="4524"/>
                  </a:lnTo>
                  <a:lnTo>
                    <a:pt x="2035" y="4524"/>
                  </a:lnTo>
                  <a:lnTo>
                    <a:pt x="1996" y="4504"/>
                  </a:lnTo>
                  <a:lnTo>
                    <a:pt x="2016" y="4484"/>
                  </a:lnTo>
                  <a:lnTo>
                    <a:pt x="1996" y="4464"/>
                  </a:lnTo>
                  <a:lnTo>
                    <a:pt x="1976" y="4405"/>
                  </a:lnTo>
                  <a:lnTo>
                    <a:pt x="1976" y="4346"/>
                  </a:lnTo>
                  <a:lnTo>
                    <a:pt x="1956" y="4306"/>
                  </a:lnTo>
                  <a:lnTo>
                    <a:pt x="1937" y="4306"/>
                  </a:lnTo>
                  <a:lnTo>
                    <a:pt x="1937" y="4346"/>
                  </a:lnTo>
                  <a:lnTo>
                    <a:pt x="1956" y="4366"/>
                  </a:lnTo>
                  <a:lnTo>
                    <a:pt x="1956" y="4405"/>
                  </a:lnTo>
                  <a:lnTo>
                    <a:pt x="1937" y="4445"/>
                  </a:lnTo>
                  <a:lnTo>
                    <a:pt x="1897" y="4464"/>
                  </a:lnTo>
                  <a:lnTo>
                    <a:pt x="1877" y="4445"/>
                  </a:lnTo>
                  <a:lnTo>
                    <a:pt x="1858" y="4385"/>
                  </a:lnTo>
                  <a:lnTo>
                    <a:pt x="1818" y="4346"/>
                  </a:lnTo>
                  <a:lnTo>
                    <a:pt x="1779" y="4287"/>
                  </a:lnTo>
                  <a:lnTo>
                    <a:pt x="1759" y="4227"/>
                  </a:lnTo>
                  <a:lnTo>
                    <a:pt x="1739" y="4247"/>
                  </a:lnTo>
                  <a:lnTo>
                    <a:pt x="1719" y="4227"/>
                  </a:lnTo>
                  <a:lnTo>
                    <a:pt x="1700" y="4208"/>
                  </a:lnTo>
                  <a:lnTo>
                    <a:pt x="1700" y="4148"/>
                  </a:lnTo>
                  <a:lnTo>
                    <a:pt x="1719" y="4109"/>
                  </a:lnTo>
                  <a:lnTo>
                    <a:pt x="1739" y="4109"/>
                  </a:lnTo>
                  <a:lnTo>
                    <a:pt x="1779" y="4129"/>
                  </a:lnTo>
                  <a:lnTo>
                    <a:pt x="1818" y="4148"/>
                  </a:lnTo>
                  <a:lnTo>
                    <a:pt x="1838" y="4129"/>
                  </a:lnTo>
                  <a:lnTo>
                    <a:pt x="1877" y="4168"/>
                  </a:lnTo>
                  <a:lnTo>
                    <a:pt x="1877" y="4188"/>
                  </a:lnTo>
                  <a:lnTo>
                    <a:pt x="1897" y="4208"/>
                  </a:lnTo>
                  <a:lnTo>
                    <a:pt x="1937" y="4227"/>
                  </a:lnTo>
                  <a:lnTo>
                    <a:pt x="2035" y="4168"/>
                  </a:lnTo>
                  <a:lnTo>
                    <a:pt x="1996" y="4129"/>
                  </a:lnTo>
                  <a:lnTo>
                    <a:pt x="2016" y="4089"/>
                  </a:lnTo>
                  <a:lnTo>
                    <a:pt x="2035" y="4069"/>
                  </a:lnTo>
                  <a:lnTo>
                    <a:pt x="2035" y="4030"/>
                  </a:lnTo>
                  <a:lnTo>
                    <a:pt x="1996" y="4069"/>
                  </a:lnTo>
                  <a:lnTo>
                    <a:pt x="1956" y="4069"/>
                  </a:lnTo>
                  <a:lnTo>
                    <a:pt x="1956" y="4050"/>
                  </a:lnTo>
                  <a:lnTo>
                    <a:pt x="1976" y="4030"/>
                  </a:lnTo>
                  <a:lnTo>
                    <a:pt x="1858" y="4050"/>
                  </a:lnTo>
                  <a:lnTo>
                    <a:pt x="1877" y="4089"/>
                  </a:lnTo>
                  <a:lnTo>
                    <a:pt x="1897" y="4109"/>
                  </a:lnTo>
                  <a:lnTo>
                    <a:pt x="1917" y="4148"/>
                  </a:lnTo>
                  <a:lnTo>
                    <a:pt x="1897" y="4168"/>
                  </a:lnTo>
                  <a:lnTo>
                    <a:pt x="1858" y="4129"/>
                  </a:lnTo>
                  <a:lnTo>
                    <a:pt x="1798" y="4109"/>
                  </a:lnTo>
                  <a:lnTo>
                    <a:pt x="1759" y="4069"/>
                  </a:lnTo>
                  <a:lnTo>
                    <a:pt x="1739" y="4010"/>
                  </a:lnTo>
                  <a:lnTo>
                    <a:pt x="1759" y="4010"/>
                  </a:lnTo>
                  <a:lnTo>
                    <a:pt x="1779" y="4030"/>
                  </a:lnTo>
                  <a:lnTo>
                    <a:pt x="1798" y="4050"/>
                  </a:lnTo>
                  <a:lnTo>
                    <a:pt x="1798" y="4010"/>
                  </a:lnTo>
                  <a:lnTo>
                    <a:pt x="1779" y="3990"/>
                  </a:lnTo>
                  <a:lnTo>
                    <a:pt x="1759" y="3951"/>
                  </a:lnTo>
                  <a:lnTo>
                    <a:pt x="1759" y="3911"/>
                  </a:lnTo>
                  <a:lnTo>
                    <a:pt x="1818" y="3951"/>
                  </a:lnTo>
                  <a:lnTo>
                    <a:pt x="1858" y="3971"/>
                  </a:lnTo>
                  <a:lnTo>
                    <a:pt x="1897" y="3951"/>
                  </a:lnTo>
                  <a:lnTo>
                    <a:pt x="1798" y="3931"/>
                  </a:lnTo>
                  <a:lnTo>
                    <a:pt x="1838" y="3892"/>
                  </a:lnTo>
                  <a:lnTo>
                    <a:pt x="1858" y="3892"/>
                  </a:lnTo>
                  <a:lnTo>
                    <a:pt x="1838" y="3872"/>
                  </a:lnTo>
                  <a:lnTo>
                    <a:pt x="1779" y="3872"/>
                  </a:lnTo>
                  <a:lnTo>
                    <a:pt x="1779" y="3852"/>
                  </a:lnTo>
                  <a:lnTo>
                    <a:pt x="1798" y="3832"/>
                  </a:lnTo>
                  <a:lnTo>
                    <a:pt x="1838" y="3813"/>
                  </a:lnTo>
                  <a:lnTo>
                    <a:pt x="1818" y="3793"/>
                  </a:lnTo>
                  <a:lnTo>
                    <a:pt x="1818" y="3773"/>
                  </a:lnTo>
                  <a:lnTo>
                    <a:pt x="1779" y="3753"/>
                  </a:lnTo>
                  <a:lnTo>
                    <a:pt x="1759" y="3734"/>
                  </a:lnTo>
                  <a:lnTo>
                    <a:pt x="1739" y="3773"/>
                  </a:lnTo>
                  <a:lnTo>
                    <a:pt x="1640" y="3773"/>
                  </a:lnTo>
                  <a:lnTo>
                    <a:pt x="1601" y="3753"/>
                  </a:lnTo>
                  <a:lnTo>
                    <a:pt x="1601" y="3694"/>
                  </a:lnTo>
                  <a:lnTo>
                    <a:pt x="1581" y="3635"/>
                  </a:lnTo>
                  <a:lnTo>
                    <a:pt x="1601" y="3595"/>
                  </a:lnTo>
                  <a:lnTo>
                    <a:pt x="1640" y="3536"/>
                  </a:lnTo>
                  <a:lnTo>
                    <a:pt x="1581" y="3516"/>
                  </a:lnTo>
                  <a:lnTo>
                    <a:pt x="1621" y="3516"/>
                  </a:lnTo>
                  <a:lnTo>
                    <a:pt x="1621" y="3477"/>
                  </a:lnTo>
                  <a:lnTo>
                    <a:pt x="1621" y="3437"/>
                  </a:lnTo>
                  <a:lnTo>
                    <a:pt x="1660" y="3437"/>
                  </a:lnTo>
                  <a:lnTo>
                    <a:pt x="1660" y="3477"/>
                  </a:lnTo>
                  <a:lnTo>
                    <a:pt x="1700" y="3516"/>
                  </a:lnTo>
                  <a:lnTo>
                    <a:pt x="1719" y="3536"/>
                  </a:lnTo>
                  <a:lnTo>
                    <a:pt x="1759" y="3536"/>
                  </a:lnTo>
                  <a:lnTo>
                    <a:pt x="1779" y="3516"/>
                  </a:lnTo>
                  <a:lnTo>
                    <a:pt x="1798" y="3497"/>
                  </a:lnTo>
                  <a:lnTo>
                    <a:pt x="1858" y="3516"/>
                  </a:lnTo>
                  <a:lnTo>
                    <a:pt x="1858" y="3516"/>
                  </a:lnTo>
                  <a:lnTo>
                    <a:pt x="1838" y="3497"/>
                  </a:lnTo>
                  <a:lnTo>
                    <a:pt x="1798" y="3477"/>
                  </a:lnTo>
                  <a:lnTo>
                    <a:pt x="1739" y="3497"/>
                  </a:lnTo>
                  <a:lnTo>
                    <a:pt x="1700" y="3477"/>
                  </a:lnTo>
                  <a:lnTo>
                    <a:pt x="1719" y="3457"/>
                  </a:lnTo>
                  <a:lnTo>
                    <a:pt x="1719" y="3437"/>
                  </a:lnTo>
                  <a:lnTo>
                    <a:pt x="1739" y="3418"/>
                  </a:lnTo>
                  <a:lnTo>
                    <a:pt x="1779" y="3418"/>
                  </a:lnTo>
                  <a:lnTo>
                    <a:pt x="1759" y="3378"/>
                  </a:lnTo>
                  <a:lnTo>
                    <a:pt x="1739" y="3358"/>
                  </a:lnTo>
                  <a:lnTo>
                    <a:pt x="1700" y="3339"/>
                  </a:lnTo>
                  <a:lnTo>
                    <a:pt x="1700" y="3319"/>
                  </a:lnTo>
                  <a:lnTo>
                    <a:pt x="1818" y="3319"/>
                  </a:lnTo>
                  <a:lnTo>
                    <a:pt x="1818" y="3299"/>
                  </a:lnTo>
                  <a:lnTo>
                    <a:pt x="1818" y="3279"/>
                  </a:lnTo>
                  <a:lnTo>
                    <a:pt x="1838" y="3260"/>
                  </a:lnTo>
                  <a:lnTo>
                    <a:pt x="1779" y="3260"/>
                  </a:lnTo>
                  <a:lnTo>
                    <a:pt x="1779" y="3279"/>
                  </a:lnTo>
                  <a:lnTo>
                    <a:pt x="1759" y="3260"/>
                  </a:lnTo>
                  <a:lnTo>
                    <a:pt x="1739" y="3240"/>
                  </a:lnTo>
                  <a:lnTo>
                    <a:pt x="1739" y="3200"/>
                  </a:lnTo>
                  <a:lnTo>
                    <a:pt x="1719" y="3181"/>
                  </a:lnTo>
                  <a:lnTo>
                    <a:pt x="1739" y="3161"/>
                  </a:lnTo>
                  <a:lnTo>
                    <a:pt x="1739" y="3121"/>
                  </a:lnTo>
                  <a:lnTo>
                    <a:pt x="1739" y="3082"/>
                  </a:lnTo>
                  <a:lnTo>
                    <a:pt x="1739" y="3042"/>
                  </a:lnTo>
                  <a:lnTo>
                    <a:pt x="1700" y="3062"/>
                  </a:lnTo>
                  <a:lnTo>
                    <a:pt x="1680" y="3062"/>
                  </a:lnTo>
                  <a:lnTo>
                    <a:pt x="1680" y="3082"/>
                  </a:lnTo>
                  <a:lnTo>
                    <a:pt x="1700" y="3102"/>
                  </a:lnTo>
                  <a:lnTo>
                    <a:pt x="1719" y="3121"/>
                  </a:lnTo>
                  <a:lnTo>
                    <a:pt x="1719" y="3141"/>
                  </a:lnTo>
                  <a:lnTo>
                    <a:pt x="1680" y="3161"/>
                  </a:lnTo>
                  <a:lnTo>
                    <a:pt x="1640" y="3102"/>
                  </a:lnTo>
                  <a:lnTo>
                    <a:pt x="1621" y="3022"/>
                  </a:lnTo>
                  <a:lnTo>
                    <a:pt x="1601" y="2924"/>
                  </a:lnTo>
                  <a:lnTo>
                    <a:pt x="1561" y="2864"/>
                  </a:lnTo>
                  <a:lnTo>
                    <a:pt x="1581" y="2825"/>
                  </a:lnTo>
                  <a:lnTo>
                    <a:pt x="1700" y="2825"/>
                  </a:lnTo>
                  <a:lnTo>
                    <a:pt x="1700" y="2864"/>
                  </a:lnTo>
                  <a:lnTo>
                    <a:pt x="1700" y="2904"/>
                  </a:lnTo>
                  <a:lnTo>
                    <a:pt x="1700" y="2943"/>
                  </a:lnTo>
                  <a:lnTo>
                    <a:pt x="1719" y="2983"/>
                  </a:lnTo>
                  <a:lnTo>
                    <a:pt x="1719" y="2924"/>
                  </a:lnTo>
                  <a:lnTo>
                    <a:pt x="1719" y="2864"/>
                  </a:lnTo>
                  <a:lnTo>
                    <a:pt x="1700" y="2785"/>
                  </a:lnTo>
                  <a:lnTo>
                    <a:pt x="1640" y="2746"/>
                  </a:lnTo>
                  <a:lnTo>
                    <a:pt x="1660" y="2706"/>
                  </a:lnTo>
                  <a:lnTo>
                    <a:pt x="1680" y="2687"/>
                  </a:lnTo>
                  <a:lnTo>
                    <a:pt x="1719" y="2647"/>
                  </a:lnTo>
                  <a:lnTo>
                    <a:pt x="1779" y="2608"/>
                  </a:lnTo>
                  <a:lnTo>
                    <a:pt x="1779" y="2568"/>
                  </a:lnTo>
                  <a:lnTo>
                    <a:pt x="1779" y="2548"/>
                  </a:lnTo>
                  <a:lnTo>
                    <a:pt x="1719" y="2568"/>
                  </a:lnTo>
                  <a:lnTo>
                    <a:pt x="1680" y="2588"/>
                  </a:lnTo>
                  <a:lnTo>
                    <a:pt x="1660" y="2568"/>
                  </a:lnTo>
                  <a:lnTo>
                    <a:pt x="1660" y="2548"/>
                  </a:lnTo>
                  <a:lnTo>
                    <a:pt x="1680" y="2509"/>
                  </a:lnTo>
                  <a:lnTo>
                    <a:pt x="1640" y="2509"/>
                  </a:lnTo>
                  <a:lnTo>
                    <a:pt x="1640" y="2529"/>
                  </a:lnTo>
                  <a:lnTo>
                    <a:pt x="1621" y="2529"/>
                  </a:lnTo>
                  <a:lnTo>
                    <a:pt x="1601" y="2509"/>
                  </a:lnTo>
                  <a:lnTo>
                    <a:pt x="1601" y="2489"/>
                  </a:lnTo>
                  <a:lnTo>
                    <a:pt x="1621" y="2469"/>
                  </a:lnTo>
                  <a:lnTo>
                    <a:pt x="1660" y="2469"/>
                  </a:lnTo>
                  <a:lnTo>
                    <a:pt x="1640" y="2450"/>
                  </a:lnTo>
                  <a:lnTo>
                    <a:pt x="1640" y="2430"/>
                  </a:lnTo>
                  <a:lnTo>
                    <a:pt x="1680" y="2390"/>
                  </a:lnTo>
                  <a:lnTo>
                    <a:pt x="1719" y="2371"/>
                  </a:lnTo>
                  <a:lnTo>
                    <a:pt x="1700" y="2351"/>
                  </a:lnTo>
                  <a:lnTo>
                    <a:pt x="1680" y="2331"/>
                  </a:lnTo>
                  <a:lnTo>
                    <a:pt x="1660" y="2331"/>
                  </a:lnTo>
                  <a:lnTo>
                    <a:pt x="1660" y="2351"/>
                  </a:lnTo>
                  <a:lnTo>
                    <a:pt x="1660" y="2371"/>
                  </a:lnTo>
                  <a:lnTo>
                    <a:pt x="1621" y="2371"/>
                  </a:lnTo>
                  <a:lnTo>
                    <a:pt x="1581" y="2351"/>
                  </a:lnTo>
                  <a:lnTo>
                    <a:pt x="1522" y="2311"/>
                  </a:lnTo>
                  <a:lnTo>
                    <a:pt x="1542" y="2311"/>
                  </a:lnTo>
                  <a:lnTo>
                    <a:pt x="1542" y="2292"/>
                  </a:lnTo>
                  <a:lnTo>
                    <a:pt x="1542" y="2252"/>
                  </a:lnTo>
                  <a:lnTo>
                    <a:pt x="1581" y="2252"/>
                  </a:lnTo>
                  <a:lnTo>
                    <a:pt x="1581" y="2272"/>
                  </a:lnTo>
                  <a:lnTo>
                    <a:pt x="1601" y="2311"/>
                  </a:lnTo>
                  <a:lnTo>
                    <a:pt x="1621" y="2311"/>
                  </a:lnTo>
                  <a:lnTo>
                    <a:pt x="1621" y="2252"/>
                  </a:lnTo>
                  <a:lnTo>
                    <a:pt x="1601" y="2272"/>
                  </a:lnTo>
                  <a:lnTo>
                    <a:pt x="1542" y="2193"/>
                  </a:lnTo>
                  <a:lnTo>
                    <a:pt x="1542" y="2213"/>
                  </a:lnTo>
                  <a:lnTo>
                    <a:pt x="1502" y="2232"/>
                  </a:lnTo>
                  <a:lnTo>
                    <a:pt x="1463" y="2213"/>
                  </a:lnTo>
                  <a:lnTo>
                    <a:pt x="1443" y="2193"/>
                  </a:lnTo>
                  <a:lnTo>
                    <a:pt x="1463" y="2114"/>
                  </a:lnTo>
                  <a:lnTo>
                    <a:pt x="1502" y="2094"/>
                  </a:lnTo>
                  <a:lnTo>
                    <a:pt x="1542" y="2094"/>
                  </a:lnTo>
                  <a:lnTo>
                    <a:pt x="1502" y="2074"/>
                  </a:lnTo>
                  <a:lnTo>
                    <a:pt x="1463" y="2055"/>
                  </a:lnTo>
                  <a:lnTo>
                    <a:pt x="1443" y="1976"/>
                  </a:lnTo>
                  <a:lnTo>
                    <a:pt x="1423" y="1995"/>
                  </a:lnTo>
                  <a:lnTo>
                    <a:pt x="1403" y="1995"/>
                  </a:lnTo>
                  <a:lnTo>
                    <a:pt x="1344" y="1976"/>
                  </a:lnTo>
                  <a:lnTo>
                    <a:pt x="1423" y="1877"/>
                  </a:lnTo>
                  <a:lnTo>
                    <a:pt x="1443" y="1916"/>
                  </a:lnTo>
                  <a:lnTo>
                    <a:pt x="1463" y="1916"/>
                  </a:lnTo>
                  <a:lnTo>
                    <a:pt x="1502" y="1877"/>
                  </a:lnTo>
                  <a:lnTo>
                    <a:pt x="1542" y="1877"/>
                  </a:lnTo>
                  <a:lnTo>
                    <a:pt x="1581" y="1897"/>
                  </a:lnTo>
                  <a:lnTo>
                    <a:pt x="1601" y="1936"/>
                  </a:lnTo>
                  <a:lnTo>
                    <a:pt x="1581" y="1995"/>
                  </a:lnTo>
                  <a:lnTo>
                    <a:pt x="1621" y="1956"/>
                  </a:lnTo>
                  <a:lnTo>
                    <a:pt x="1621" y="1936"/>
                  </a:lnTo>
                  <a:lnTo>
                    <a:pt x="1621" y="1916"/>
                  </a:lnTo>
                  <a:lnTo>
                    <a:pt x="1601" y="1897"/>
                  </a:lnTo>
                  <a:lnTo>
                    <a:pt x="1561" y="1857"/>
                  </a:lnTo>
                  <a:lnTo>
                    <a:pt x="1542" y="1837"/>
                  </a:lnTo>
                  <a:lnTo>
                    <a:pt x="1561" y="1798"/>
                  </a:lnTo>
                  <a:lnTo>
                    <a:pt x="1601" y="1798"/>
                  </a:lnTo>
                  <a:lnTo>
                    <a:pt x="1621" y="1818"/>
                  </a:lnTo>
                  <a:lnTo>
                    <a:pt x="1601" y="1778"/>
                  </a:lnTo>
                  <a:lnTo>
                    <a:pt x="1581" y="1739"/>
                  </a:lnTo>
                  <a:lnTo>
                    <a:pt x="1601" y="1719"/>
                  </a:lnTo>
                  <a:lnTo>
                    <a:pt x="1542" y="1739"/>
                  </a:lnTo>
                  <a:lnTo>
                    <a:pt x="1502" y="1739"/>
                  </a:lnTo>
                  <a:lnTo>
                    <a:pt x="1463" y="1719"/>
                  </a:lnTo>
                  <a:lnTo>
                    <a:pt x="1542" y="1640"/>
                  </a:lnTo>
                  <a:lnTo>
                    <a:pt x="1542" y="1620"/>
                  </a:lnTo>
                  <a:lnTo>
                    <a:pt x="1542" y="1600"/>
                  </a:lnTo>
                  <a:lnTo>
                    <a:pt x="1443" y="1600"/>
                  </a:lnTo>
                  <a:lnTo>
                    <a:pt x="1403" y="1561"/>
                  </a:lnTo>
                  <a:lnTo>
                    <a:pt x="1344" y="1620"/>
                  </a:lnTo>
                  <a:lnTo>
                    <a:pt x="1305" y="1600"/>
                  </a:lnTo>
                  <a:lnTo>
                    <a:pt x="1305" y="1640"/>
                  </a:lnTo>
                  <a:lnTo>
                    <a:pt x="1265" y="1640"/>
                  </a:lnTo>
                  <a:lnTo>
                    <a:pt x="1245" y="1620"/>
                  </a:lnTo>
                  <a:lnTo>
                    <a:pt x="1226" y="1581"/>
                  </a:lnTo>
                  <a:lnTo>
                    <a:pt x="1206" y="1561"/>
                  </a:lnTo>
                  <a:lnTo>
                    <a:pt x="1245" y="1482"/>
                  </a:lnTo>
                  <a:lnTo>
                    <a:pt x="1305" y="1423"/>
                  </a:lnTo>
                  <a:lnTo>
                    <a:pt x="1384" y="1423"/>
                  </a:lnTo>
                  <a:lnTo>
                    <a:pt x="1463" y="1462"/>
                  </a:lnTo>
                  <a:lnTo>
                    <a:pt x="1542" y="1482"/>
                  </a:lnTo>
                  <a:lnTo>
                    <a:pt x="1640" y="1482"/>
                  </a:lnTo>
                  <a:lnTo>
                    <a:pt x="1601" y="1363"/>
                  </a:lnTo>
                  <a:lnTo>
                    <a:pt x="1581" y="1284"/>
                  </a:lnTo>
                  <a:lnTo>
                    <a:pt x="1601" y="1245"/>
                  </a:lnTo>
                  <a:lnTo>
                    <a:pt x="1561" y="1205"/>
                  </a:lnTo>
                  <a:lnTo>
                    <a:pt x="1522" y="1186"/>
                  </a:lnTo>
                  <a:lnTo>
                    <a:pt x="1384" y="1186"/>
                  </a:lnTo>
                  <a:lnTo>
                    <a:pt x="1384" y="1146"/>
                  </a:lnTo>
                  <a:lnTo>
                    <a:pt x="1403" y="1126"/>
                  </a:lnTo>
                  <a:lnTo>
                    <a:pt x="1443" y="1166"/>
                  </a:lnTo>
                  <a:lnTo>
                    <a:pt x="1384" y="1047"/>
                  </a:lnTo>
                  <a:lnTo>
                    <a:pt x="1364" y="988"/>
                  </a:lnTo>
                  <a:lnTo>
                    <a:pt x="1364" y="929"/>
                  </a:lnTo>
                  <a:lnTo>
                    <a:pt x="1324" y="889"/>
                  </a:lnTo>
                  <a:lnTo>
                    <a:pt x="1285" y="889"/>
                  </a:lnTo>
                  <a:lnTo>
                    <a:pt x="1186" y="909"/>
                  </a:lnTo>
                  <a:lnTo>
                    <a:pt x="1166" y="850"/>
                  </a:lnTo>
                  <a:lnTo>
                    <a:pt x="1107" y="850"/>
                  </a:lnTo>
                  <a:lnTo>
                    <a:pt x="1107" y="810"/>
                  </a:lnTo>
                  <a:lnTo>
                    <a:pt x="1107" y="751"/>
                  </a:lnTo>
                  <a:lnTo>
                    <a:pt x="1147" y="771"/>
                  </a:lnTo>
                  <a:lnTo>
                    <a:pt x="1166" y="771"/>
                  </a:lnTo>
                  <a:lnTo>
                    <a:pt x="1186" y="751"/>
                  </a:lnTo>
                  <a:lnTo>
                    <a:pt x="1186" y="712"/>
                  </a:lnTo>
                  <a:lnTo>
                    <a:pt x="1166" y="672"/>
                  </a:lnTo>
                  <a:lnTo>
                    <a:pt x="1147" y="652"/>
                  </a:lnTo>
                  <a:lnTo>
                    <a:pt x="1226" y="672"/>
                  </a:lnTo>
                  <a:lnTo>
                    <a:pt x="1245" y="692"/>
                  </a:lnTo>
                  <a:lnTo>
                    <a:pt x="1245" y="712"/>
                  </a:lnTo>
                  <a:lnTo>
                    <a:pt x="1206" y="731"/>
                  </a:lnTo>
                  <a:lnTo>
                    <a:pt x="1265" y="791"/>
                  </a:lnTo>
                  <a:lnTo>
                    <a:pt x="1245" y="731"/>
                  </a:lnTo>
                  <a:lnTo>
                    <a:pt x="1285" y="692"/>
                  </a:lnTo>
                  <a:lnTo>
                    <a:pt x="1324" y="672"/>
                  </a:lnTo>
                  <a:lnTo>
                    <a:pt x="1403" y="672"/>
                  </a:lnTo>
                  <a:lnTo>
                    <a:pt x="1384" y="652"/>
                  </a:lnTo>
                  <a:lnTo>
                    <a:pt x="1364" y="632"/>
                  </a:lnTo>
                  <a:lnTo>
                    <a:pt x="1324" y="652"/>
                  </a:lnTo>
                  <a:lnTo>
                    <a:pt x="1305" y="672"/>
                  </a:lnTo>
                  <a:lnTo>
                    <a:pt x="1285" y="652"/>
                  </a:lnTo>
                  <a:lnTo>
                    <a:pt x="1265" y="632"/>
                  </a:lnTo>
                  <a:lnTo>
                    <a:pt x="1324" y="593"/>
                  </a:lnTo>
                  <a:lnTo>
                    <a:pt x="1344" y="534"/>
                  </a:lnTo>
                  <a:lnTo>
                    <a:pt x="1344" y="455"/>
                  </a:lnTo>
                  <a:lnTo>
                    <a:pt x="1344" y="415"/>
                  </a:lnTo>
                  <a:lnTo>
                    <a:pt x="1344" y="376"/>
                  </a:lnTo>
                  <a:lnTo>
                    <a:pt x="1324" y="395"/>
                  </a:lnTo>
                  <a:lnTo>
                    <a:pt x="1305" y="395"/>
                  </a:lnTo>
                  <a:lnTo>
                    <a:pt x="1285" y="376"/>
                  </a:lnTo>
                  <a:lnTo>
                    <a:pt x="1245" y="356"/>
                  </a:lnTo>
                  <a:lnTo>
                    <a:pt x="1186" y="356"/>
                  </a:lnTo>
                  <a:lnTo>
                    <a:pt x="1147" y="336"/>
                  </a:lnTo>
                  <a:lnTo>
                    <a:pt x="1127" y="316"/>
                  </a:lnTo>
                  <a:lnTo>
                    <a:pt x="1127" y="277"/>
                  </a:lnTo>
                  <a:lnTo>
                    <a:pt x="1087" y="297"/>
                  </a:lnTo>
                  <a:lnTo>
                    <a:pt x="1068" y="336"/>
                  </a:lnTo>
                  <a:lnTo>
                    <a:pt x="1068" y="415"/>
                  </a:lnTo>
                  <a:lnTo>
                    <a:pt x="1008" y="415"/>
                  </a:lnTo>
                  <a:lnTo>
                    <a:pt x="969" y="435"/>
                  </a:lnTo>
                  <a:lnTo>
                    <a:pt x="890" y="376"/>
                  </a:lnTo>
                  <a:lnTo>
                    <a:pt x="811" y="316"/>
                  </a:lnTo>
                  <a:lnTo>
                    <a:pt x="870" y="316"/>
                  </a:lnTo>
                  <a:lnTo>
                    <a:pt x="771" y="218"/>
                  </a:lnTo>
                  <a:lnTo>
                    <a:pt x="850" y="178"/>
                  </a:lnTo>
                  <a:lnTo>
                    <a:pt x="910" y="198"/>
                  </a:lnTo>
                  <a:lnTo>
                    <a:pt x="910" y="119"/>
                  </a:lnTo>
                  <a:lnTo>
                    <a:pt x="890" y="60"/>
                  </a:lnTo>
                  <a:lnTo>
                    <a:pt x="890" y="40"/>
                  </a:lnTo>
                  <a:lnTo>
                    <a:pt x="949" y="20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4697795" y="-2082738"/>
              <a:ext cx="789" cy="752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4509953" y="-1421173"/>
              <a:ext cx="679402" cy="664554"/>
            </a:xfrm>
            <a:custGeom>
              <a:rect b="b" l="l" r="r" t="t"/>
              <a:pathLst>
                <a:path extrusionOk="0" h="17679" w="18074">
                  <a:moveTo>
                    <a:pt x="3892" y="0"/>
                  </a:moveTo>
                  <a:lnTo>
                    <a:pt x="3832" y="40"/>
                  </a:lnTo>
                  <a:lnTo>
                    <a:pt x="3734" y="139"/>
                  </a:lnTo>
                  <a:lnTo>
                    <a:pt x="3635" y="277"/>
                  </a:lnTo>
                  <a:lnTo>
                    <a:pt x="3516" y="455"/>
                  </a:lnTo>
                  <a:lnTo>
                    <a:pt x="3240" y="948"/>
                  </a:lnTo>
                  <a:lnTo>
                    <a:pt x="2924" y="1580"/>
                  </a:lnTo>
                  <a:lnTo>
                    <a:pt x="2588" y="2311"/>
                  </a:lnTo>
                  <a:lnTo>
                    <a:pt x="2232" y="3141"/>
                  </a:lnTo>
                  <a:lnTo>
                    <a:pt x="1877" y="4010"/>
                  </a:lnTo>
                  <a:lnTo>
                    <a:pt x="1521" y="4938"/>
                  </a:lnTo>
                  <a:lnTo>
                    <a:pt x="1166" y="5847"/>
                  </a:lnTo>
                  <a:lnTo>
                    <a:pt x="850" y="6736"/>
                  </a:lnTo>
                  <a:lnTo>
                    <a:pt x="573" y="7565"/>
                  </a:lnTo>
                  <a:lnTo>
                    <a:pt x="336" y="8316"/>
                  </a:lnTo>
                  <a:lnTo>
                    <a:pt x="158" y="8968"/>
                  </a:lnTo>
                  <a:lnTo>
                    <a:pt x="40" y="9481"/>
                  </a:lnTo>
                  <a:lnTo>
                    <a:pt x="20" y="9679"/>
                  </a:lnTo>
                  <a:lnTo>
                    <a:pt x="0" y="9837"/>
                  </a:lnTo>
                  <a:lnTo>
                    <a:pt x="20" y="9936"/>
                  </a:lnTo>
                  <a:lnTo>
                    <a:pt x="40" y="9975"/>
                  </a:lnTo>
                  <a:lnTo>
                    <a:pt x="60" y="9995"/>
                  </a:lnTo>
                  <a:lnTo>
                    <a:pt x="2272" y="11318"/>
                  </a:lnTo>
                  <a:lnTo>
                    <a:pt x="6578" y="13945"/>
                  </a:lnTo>
                  <a:lnTo>
                    <a:pt x="12701" y="17678"/>
                  </a:lnTo>
                  <a:lnTo>
                    <a:pt x="18074" y="4148"/>
                  </a:lnTo>
                  <a:lnTo>
                    <a:pt x="15960" y="3477"/>
                  </a:lnTo>
                  <a:lnTo>
                    <a:pt x="11239" y="2035"/>
                  </a:lnTo>
                  <a:lnTo>
                    <a:pt x="8691" y="1264"/>
                  </a:lnTo>
                  <a:lnTo>
                    <a:pt x="6400" y="613"/>
                  </a:lnTo>
                  <a:lnTo>
                    <a:pt x="5472" y="356"/>
                  </a:lnTo>
                  <a:lnTo>
                    <a:pt x="4701" y="158"/>
                  </a:lnTo>
                  <a:lnTo>
                    <a:pt x="4168" y="40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4648062" y="-2474775"/>
              <a:ext cx="642263" cy="596967"/>
            </a:xfrm>
            <a:custGeom>
              <a:rect b="b" l="l" r="r" t="t"/>
              <a:pathLst>
                <a:path extrusionOk="0" h="15881" w="17086">
                  <a:moveTo>
                    <a:pt x="12345" y="0"/>
                  </a:moveTo>
                  <a:lnTo>
                    <a:pt x="0" y="4444"/>
                  </a:lnTo>
                  <a:lnTo>
                    <a:pt x="1699" y="15802"/>
                  </a:lnTo>
                  <a:lnTo>
                    <a:pt x="1778" y="15821"/>
                  </a:lnTo>
                  <a:lnTo>
                    <a:pt x="1936" y="15861"/>
                  </a:lnTo>
                  <a:lnTo>
                    <a:pt x="2173" y="15861"/>
                  </a:lnTo>
                  <a:lnTo>
                    <a:pt x="2469" y="15881"/>
                  </a:lnTo>
                  <a:lnTo>
                    <a:pt x="3259" y="15861"/>
                  </a:lnTo>
                  <a:lnTo>
                    <a:pt x="4267" y="15802"/>
                  </a:lnTo>
                  <a:lnTo>
                    <a:pt x="5452" y="15723"/>
                  </a:lnTo>
                  <a:lnTo>
                    <a:pt x="6736" y="15644"/>
                  </a:lnTo>
                  <a:lnTo>
                    <a:pt x="9541" y="15407"/>
                  </a:lnTo>
                  <a:lnTo>
                    <a:pt x="12326" y="15170"/>
                  </a:lnTo>
                  <a:lnTo>
                    <a:pt x="14735" y="14933"/>
                  </a:lnTo>
                  <a:lnTo>
                    <a:pt x="17086" y="14696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" name="Google Shape;745;p3"/>
          <p:cNvGrpSpPr/>
          <p:nvPr/>
        </p:nvGrpSpPr>
        <p:grpSpPr>
          <a:xfrm>
            <a:off x="8042790" y="3923975"/>
            <a:ext cx="1294621" cy="1350901"/>
            <a:chOff x="8465725" y="2863051"/>
            <a:chExt cx="1956212" cy="2041561"/>
          </a:xfrm>
        </p:grpSpPr>
        <p:sp>
          <p:nvSpPr>
            <p:cNvPr id="746" name="Google Shape;746;p3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" name="Google Shape;790;p3"/>
          <p:cNvGrpSpPr/>
          <p:nvPr/>
        </p:nvGrpSpPr>
        <p:grpSpPr>
          <a:xfrm>
            <a:off x="8525275" y="3413813"/>
            <a:ext cx="925639" cy="688028"/>
            <a:chOff x="8588925" y="2091476"/>
            <a:chExt cx="925639" cy="688028"/>
          </a:xfrm>
        </p:grpSpPr>
        <p:sp>
          <p:nvSpPr>
            <p:cNvPr id="791" name="Google Shape;791;p3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805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6" name="Google Shape;806;p4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807" name="Google Shape;807;p4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4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4" name="Google Shape;924;p4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5" name="Google Shape;925;p4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26" name="Google Shape;926;p4"/>
          <p:cNvSpPr txBox="1"/>
          <p:nvPr>
            <p:ph idx="1" type="body"/>
          </p:nvPr>
        </p:nvSpPr>
        <p:spPr>
          <a:xfrm>
            <a:off x="716900" y="1051849"/>
            <a:ext cx="7704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Mulish SemiBold"/>
              <a:buAutoNum type="arabicPeriod"/>
              <a:defRPr/>
            </a:lvl1pPr>
            <a:lvl2pPr indent="-3302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1600"/>
            </a:lvl2pPr>
            <a:lvl3pPr indent="-3302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1600"/>
            </a:lvl3pPr>
            <a:lvl4pPr indent="-3302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1600"/>
            </a:lvl4pPr>
            <a:lvl5pPr indent="-3302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1600"/>
            </a:lvl5pPr>
            <a:lvl6pPr indent="-3302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1600"/>
            </a:lvl6pPr>
            <a:lvl7pPr indent="-3302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1600"/>
            </a:lvl7pPr>
            <a:lvl8pPr indent="-3302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1600"/>
            </a:lvl8pPr>
            <a:lvl9pPr indent="-3302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1600"/>
            </a:lvl9pPr>
          </a:lstStyle>
          <a:p/>
        </p:txBody>
      </p:sp>
      <p:grpSp>
        <p:nvGrpSpPr>
          <p:cNvPr id="927" name="Google Shape;927;p4"/>
          <p:cNvGrpSpPr/>
          <p:nvPr/>
        </p:nvGrpSpPr>
        <p:grpSpPr>
          <a:xfrm>
            <a:off x="8365251" y="4250349"/>
            <a:ext cx="1047258" cy="979600"/>
            <a:chOff x="-252624" y="1601574"/>
            <a:chExt cx="1047258" cy="979600"/>
          </a:xfrm>
        </p:grpSpPr>
        <p:sp>
          <p:nvSpPr>
            <p:cNvPr id="928" name="Google Shape;928;p4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" name="Google Shape;941;p4"/>
          <p:cNvGrpSpPr/>
          <p:nvPr/>
        </p:nvGrpSpPr>
        <p:grpSpPr>
          <a:xfrm>
            <a:off x="59200" y="4284925"/>
            <a:ext cx="898165" cy="766770"/>
            <a:chOff x="-252625" y="2918525"/>
            <a:chExt cx="898165" cy="766770"/>
          </a:xfrm>
        </p:grpSpPr>
        <p:sp>
          <p:nvSpPr>
            <p:cNvPr id="942" name="Google Shape;942;p4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978" name="Shape 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9" name="Google Shape;979;p5"/>
          <p:cNvGrpSpPr/>
          <p:nvPr/>
        </p:nvGrpSpPr>
        <p:grpSpPr>
          <a:xfrm rot="10800000">
            <a:off x="28" y="16530"/>
            <a:ext cx="9143944" cy="4940153"/>
            <a:chOff x="0" y="0"/>
            <a:chExt cx="2940175" cy="3566125"/>
          </a:xfrm>
        </p:grpSpPr>
        <p:sp>
          <p:nvSpPr>
            <p:cNvPr id="980" name="Google Shape;980;p5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5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5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7" name="Google Shape;1097;p5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" name="Google Shape;1098;p5"/>
          <p:cNvSpPr txBox="1"/>
          <p:nvPr>
            <p:ph type="title"/>
          </p:nvPr>
        </p:nvSpPr>
        <p:spPr>
          <a:xfrm>
            <a:off x="1527250" y="2601925"/>
            <a:ext cx="27765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99" name="Google Shape;1099;p5"/>
          <p:cNvSpPr txBox="1"/>
          <p:nvPr>
            <p:ph idx="2" type="title"/>
          </p:nvPr>
        </p:nvSpPr>
        <p:spPr>
          <a:xfrm>
            <a:off x="4602334" y="2601925"/>
            <a:ext cx="27765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100" name="Google Shape;1100;p5"/>
          <p:cNvSpPr txBox="1"/>
          <p:nvPr>
            <p:ph idx="1" type="subTitle"/>
          </p:nvPr>
        </p:nvSpPr>
        <p:spPr>
          <a:xfrm>
            <a:off x="4602334" y="2818550"/>
            <a:ext cx="27765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101" name="Google Shape;1101;p5"/>
          <p:cNvSpPr txBox="1"/>
          <p:nvPr>
            <p:ph idx="3" type="subTitle"/>
          </p:nvPr>
        </p:nvSpPr>
        <p:spPr>
          <a:xfrm>
            <a:off x="1526800" y="2818550"/>
            <a:ext cx="27774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102" name="Google Shape;1102;p5"/>
          <p:cNvSpPr txBox="1"/>
          <p:nvPr>
            <p:ph idx="4"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grpSp>
        <p:nvGrpSpPr>
          <p:cNvPr id="1103" name="Google Shape;1103;p5"/>
          <p:cNvGrpSpPr/>
          <p:nvPr/>
        </p:nvGrpSpPr>
        <p:grpSpPr>
          <a:xfrm flipH="1">
            <a:off x="-658662" y="914441"/>
            <a:ext cx="1363145" cy="1433258"/>
            <a:chOff x="8529150" y="-173700"/>
            <a:chExt cx="1669089" cy="1754724"/>
          </a:xfrm>
        </p:grpSpPr>
        <p:sp>
          <p:nvSpPr>
            <p:cNvPr id="1104" name="Google Shape;1104;p5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5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" name="Google Shape;1146;p5"/>
          <p:cNvGrpSpPr/>
          <p:nvPr/>
        </p:nvGrpSpPr>
        <p:grpSpPr>
          <a:xfrm flipH="1" rot="-1282427">
            <a:off x="-345303" y="4000189"/>
            <a:ext cx="1294657" cy="1350951"/>
            <a:chOff x="8465725" y="2863051"/>
            <a:chExt cx="1956212" cy="2041561"/>
          </a:xfrm>
        </p:grpSpPr>
        <p:sp>
          <p:nvSpPr>
            <p:cNvPr id="1147" name="Google Shape;1147;p5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5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5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" name="Google Shape;1191;p5"/>
          <p:cNvGrpSpPr/>
          <p:nvPr/>
        </p:nvGrpSpPr>
        <p:grpSpPr>
          <a:xfrm>
            <a:off x="8430775" y="4331651"/>
            <a:ext cx="925639" cy="688028"/>
            <a:chOff x="8588925" y="2091476"/>
            <a:chExt cx="925639" cy="688028"/>
          </a:xfrm>
        </p:grpSpPr>
        <p:sp>
          <p:nvSpPr>
            <p:cNvPr id="1192" name="Google Shape;1192;p5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" name="Google Shape;1206;p5"/>
          <p:cNvGrpSpPr/>
          <p:nvPr/>
        </p:nvGrpSpPr>
        <p:grpSpPr>
          <a:xfrm>
            <a:off x="8506975" y="3149155"/>
            <a:ext cx="679382" cy="871990"/>
            <a:chOff x="8619938" y="2813305"/>
            <a:chExt cx="679382" cy="871990"/>
          </a:xfrm>
        </p:grpSpPr>
        <p:sp>
          <p:nvSpPr>
            <p:cNvPr id="1207" name="Google Shape;1207;p5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35" name="Google Shape;1235;p5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1236" name="Google Shape;1236;p5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" name="Google Shape;1237;p5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238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9" name="Google Shape;1239;p6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1240" name="Google Shape;1240;p6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6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6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6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6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6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6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6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6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6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6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6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6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6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6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6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6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6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6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6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6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6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6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6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6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6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6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6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6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6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6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6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6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6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6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6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6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6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6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6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6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6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6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6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6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6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6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6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6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6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6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6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6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6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6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6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6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6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6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6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6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6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7" name="Google Shape;1357;p6"/>
          <p:cNvSpPr/>
          <p:nvPr/>
        </p:nvSpPr>
        <p:spPr>
          <a:xfrm flipH="1"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8" name="Google Shape;1358;p6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grpSp>
        <p:nvGrpSpPr>
          <p:cNvPr id="1359" name="Google Shape;1359;p6"/>
          <p:cNvGrpSpPr/>
          <p:nvPr/>
        </p:nvGrpSpPr>
        <p:grpSpPr>
          <a:xfrm>
            <a:off x="8430775" y="1761175"/>
            <a:ext cx="898165" cy="766770"/>
            <a:chOff x="-252625" y="2918525"/>
            <a:chExt cx="898165" cy="766770"/>
          </a:xfrm>
        </p:grpSpPr>
        <p:sp>
          <p:nvSpPr>
            <p:cNvPr id="1360" name="Google Shape;1360;p6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6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6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6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" name="Google Shape;1396;p6"/>
          <p:cNvGrpSpPr/>
          <p:nvPr/>
        </p:nvGrpSpPr>
        <p:grpSpPr>
          <a:xfrm rot="1746424">
            <a:off x="8516823" y="-22181"/>
            <a:ext cx="1363220" cy="1433400"/>
            <a:chOff x="8529150" y="-173700"/>
            <a:chExt cx="1669089" cy="1754724"/>
          </a:xfrm>
        </p:grpSpPr>
        <p:sp>
          <p:nvSpPr>
            <p:cNvPr id="1397" name="Google Shape;1397;p6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" name="Google Shape;1439;p6"/>
          <p:cNvGrpSpPr/>
          <p:nvPr/>
        </p:nvGrpSpPr>
        <p:grpSpPr>
          <a:xfrm rot="-3141974">
            <a:off x="-1048377" y="2415637"/>
            <a:ext cx="1646342" cy="1753500"/>
            <a:chOff x="-2092800" y="-1252032"/>
            <a:chExt cx="1956171" cy="2083646"/>
          </a:xfrm>
        </p:grpSpPr>
        <p:sp>
          <p:nvSpPr>
            <p:cNvPr id="1440" name="Google Shape;1440;p6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489" name="Shape 1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0" name="Google Shape;1490;p7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1491" name="Google Shape;1491;p7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7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7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7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7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7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7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7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7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7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7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7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7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7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7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7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7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7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7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7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7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7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7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7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7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7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7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7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7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7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7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7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7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7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7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7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7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7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7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7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7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7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7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7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7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7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7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7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7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7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7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7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7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7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7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7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7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7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7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7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7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7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7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7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7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7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7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7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7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7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7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7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7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7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7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7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7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7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7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7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7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7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7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7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7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7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7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7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7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7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7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7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7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7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7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7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7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7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7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7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7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7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7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7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7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7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7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7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7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7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7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7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7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7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7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7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7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8" name="Google Shape;1608;p7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" name="Google Shape;1609;p7"/>
          <p:cNvSpPr txBox="1"/>
          <p:nvPr>
            <p:ph idx="1" type="body"/>
          </p:nvPr>
        </p:nvSpPr>
        <p:spPr>
          <a:xfrm>
            <a:off x="2238000" y="1613956"/>
            <a:ext cx="4668000" cy="219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Font typeface="Nunito Light"/>
              <a:buChar char="●"/>
              <a:defRPr/>
            </a:lvl1pPr>
            <a:lvl2pPr indent="-3302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indent="-323850" lvl="2" marL="1371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indent="-323850" lvl="3" marL="18288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1150" lvl="6" marL="32004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sp>
        <p:nvSpPr>
          <p:cNvPr id="1610" name="Google Shape;1610;p7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611" name="Google Shape;1611;p7"/>
          <p:cNvGrpSpPr/>
          <p:nvPr/>
        </p:nvGrpSpPr>
        <p:grpSpPr>
          <a:xfrm rot="-1727288">
            <a:off x="-1085802" y="1263281"/>
            <a:ext cx="1646350" cy="1753736"/>
            <a:chOff x="-2092800" y="-1252032"/>
            <a:chExt cx="1956171" cy="2083646"/>
          </a:xfrm>
        </p:grpSpPr>
        <p:sp>
          <p:nvSpPr>
            <p:cNvPr id="1612" name="Google Shape;1612;p7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7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7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7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7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7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7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7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7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7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7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7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7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7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7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7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7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7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7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7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7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7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7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7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7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7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7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7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7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7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7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7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7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7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7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7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7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7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7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7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7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7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7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7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7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7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7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7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7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1" name="Google Shape;1661;p7"/>
          <p:cNvGrpSpPr/>
          <p:nvPr/>
        </p:nvGrpSpPr>
        <p:grpSpPr>
          <a:xfrm>
            <a:off x="8536850" y="3236800"/>
            <a:ext cx="898165" cy="766770"/>
            <a:chOff x="-252625" y="2918525"/>
            <a:chExt cx="898165" cy="766770"/>
          </a:xfrm>
        </p:grpSpPr>
        <p:sp>
          <p:nvSpPr>
            <p:cNvPr id="1662" name="Google Shape;1662;p7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7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7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7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7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7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7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7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7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7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7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7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7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7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7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7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7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7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7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7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7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7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7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7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7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7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7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7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7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7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7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7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7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7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7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7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8" name="Google Shape;1698;p7"/>
          <p:cNvGrpSpPr/>
          <p:nvPr/>
        </p:nvGrpSpPr>
        <p:grpSpPr>
          <a:xfrm rot="1746615">
            <a:off x="3514966" y="4512132"/>
            <a:ext cx="1047275" cy="979617"/>
            <a:chOff x="-252624" y="1601574"/>
            <a:chExt cx="1047258" cy="979600"/>
          </a:xfrm>
        </p:grpSpPr>
        <p:sp>
          <p:nvSpPr>
            <p:cNvPr id="1699" name="Google Shape;1699;p7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7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7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7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7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7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7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7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7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7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7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7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7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2" name="Google Shape;1712;p7"/>
          <p:cNvGrpSpPr/>
          <p:nvPr/>
        </p:nvGrpSpPr>
        <p:grpSpPr>
          <a:xfrm>
            <a:off x="8087125" y="4255401"/>
            <a:ext cx="925639" cy="688028"/>
            <a:chOff x="8588925" y="2091476"/>
            <a:chExt cx="925639" cy="688028"/>
          </a:xfrm>
        </p:grpSpPr>
        <p:sp>
          <p:nvSpPr>
            <p:cNvPr id="1713" name="Google Shape;1713;p7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7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7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7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7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7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7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7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7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7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7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7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7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7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727" name="Shape 1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8" name="Google Shape;1728;p8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1729" name="Google Shape;1729;p8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8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8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8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8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8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8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8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8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8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8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8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8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8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8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8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8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8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8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8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8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8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8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8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46" name="Google Shape;1846;p8"/>
          <p:cNvSpPr txBox="1"/>
          <p:nvPr>
            <p:ph type="title"/>
          </p:nvPr>
        </p:nvSpPr>
        <p:spPr>
          <a:xfrm>
            <a:off x="1487100" y="1699950"/>
            <a:ext cx="6169800" cy="174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2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1847" name="Google Shape;1847;p8"/>
          <p:cNvGrpSpPr/>
          <p:nvPr/>
        </p:nvGrpSpPr>
        <p:grpSpPr>
          <a:xfrm rot="10800000">
            <a:off x="-330759" y="-125202"/>
            <a:ext cx="1436750" cy="1718156"/>
            <a:chOff x="3853575" y="-2474775"/>
            <a:chExt cx="1436750" cy="1718156"/>
          </a:xfrm>
        </p:grpSpPr>
        <p:sp>
          <p:nvSpPr>
            <p:cNvPr id="1848" name="Google Shape;1848;p8"/>
            <p:cNvSpPr/>
            <p:nvPr/>
          </p:nvSpPr>
          <p:spPr>
            <a:xfrm>
              <a:off x="3873611" y="-1465718"/>
              <a:ext cx="573999" cy="351203"/>
            </a:xfrm>
            <a:custGeom>
              <a:rect b="b" l="l" r="r" t="t"/>
              <a:pathLst>
                <a:path extrusionOk="0" h="9343" w="15270">
                  <a:moveTo>
                    <a:pt x="9205" y="0"/>
                  </a:moveTo>
                  <a:lnTo>
                    <a:pt x="8988" y="20"/>
                  </a:lnTo>
                  <a:lnTo>
                    <a:pt x="8751" y="79"/>
                  </a:lnTo>
                  <a:lnTo>
                    <a:pt x="8514" y="178"/>
                  </a:lnTo>
                  <a:lnTo>
                    <a:pt x="8277" y="316"/>
                  </a:lnTo>
                  <a:lnTo>
                    <a:pt x="8040" y="454"/>
                  </a:lnTo>
                  <a:lnTo>
                    <a:pt x="7783" y="632"/>
                  </a:lnTo>
                  <a:lnTo>
                    <a:pt x="7309" y="1008"/>
                  </a:lnTo>
                  <a:lnTo>
                    <a:pt x="6855" y="1363"/>
                  </a:lnTo>
                  <a:lnTo>
                    <a:pt x="6420" y="1699"/>
                  </a:lnTo>
                  <a:lnTo>
                    <a:pt x="6223" y="1817"/>
                  </a:lnTo>
                  <a:lnTo>
                    <a:pt x="6025" y="1916"/>
                  </a:lnTo>
                  <a:lnTo>
                    <a:pt x="5867" y="1975"/>
                  </a:lnTo>
                  <a:lnTo>
                    <a:pt x="5709" y="1995"/>
                  </a:lnTo>
                  <a:lnTo>
                    <a:pt x="5551" y="1975"/>
                  </a:lnTo>
                  <a:lnTo>
                    <a:pt x="5354" y="1916"/>
                  </a:lnTo>
                  <a:lnTo>
                    <a:pt x="4840" y="1778"/>
                  </a:lnTo>
                  <a:lnTo>
                    <a:pt x="4228" y="1600"/>
                  </a:lnTo>
                  <a:lnTo>
                    <a:pt x="3576" y="1363"/>
                  </a:lnTo>
                  <a:lnTo>
                    <a:pt x="2312" y="968"/>
                  </a:lnTo>
                  <a:lnTo>
                    <a:pt x="1798" y="810"/>
                  </a:lnTo>
                  <a:lnTo>
                    <a:pt x="1581" y="770"/>
                  </a:lnTo>
                  <a:lnTo>
                    <a:pt x="1423" y="751"/>
                  </a:lnTo>
                  <a:lnTo>
                    <a:pt x="1028" y="751"/>
                  </a:lnTo>
                  <a:lnTo>
                    <a:pt x="831" y="790"/>
                  </a:lnTo>
                  <a:lnTo>
                    <a:pt x="633" y="869"/>
                  </a:lnTo>
                  <a:lnTo>
                    <a:pt x="455" y="968"/>
                  </a:lnTo>
                  <a:lnTo>
                    <a:pt x="317" y="1106"/>
                  </a:lnTo>
                  <a:lnTo>
                    <a:pt x="238" y="1185"/>
                  </a:lnTo>
                  <a:lnTo>
                    <a:pt x="179" y="1284"/>
                  </a:lnTo>
                  <a:lnTo>
                    <a:pt x="139" y="1383"/>
                  </a:lnTo>
                  <a:lnTo>
                    <a:pt x="100" y="1501"/>
                  </a:lnTo>
                  <a:lnTo>
                    <a:pt x="60" y="1699"/>
                  </a:lnTo>
                  <a:lnTo>
                    <a:pt x="21" y="1877"/>
                  </a:lnTo>
                  <a:lnTo>
                    <a:pt x="1" y="2054"/>
                  </a:lnTo>
                  <a:lnTo>
                    <a:pt x="1" y="2232"/>
                  </a:lnTo>
                  <a:lnTo>
                    <a:pt x="21" y="2410"/>
                  </a:lnTo>
                  <a:lnTo>
                    <a:pt x="60" y="2568"/>
                  </a:lnTo>
                  <a:lnTo>
                    <a:pt x="139" y="2726"/>
                  </a:lnTo>
                  <a:lnTo>
                    <a:pt x="238" y="2884"/>
                  </a:lnTo>
                  <a:lnTo>
                    <a:pt x="356" y="3002"/>
                  </a:lnTo>
                  <a:lnTo>
                    <a:pt x="495" y="3121"/>
                  </a:lnTo>
                  <a:lnTo>
                    <a:pt x="653" y="3239"/>
                  </a:lnTo>
                  <a:lnTo>
                    <a:pt x="1008" y="3477"/>
                  </a:lnTo>
                  <a:lnTo>
                    <a:pt x="1403" y="3674"/>
                  </a:lnTo>
                  <a:lnTo>
                    <a:pt x="1798" y="3852"/>
                  </a:lnTo>
                  <a:lnTo>
                    <a:pt x="1937" y="3911"/>
                  </a:lnTo>
                  <a:lnTo>
                    <a:pt x="1996" y="3931"/>
                  </a:lnTo>
                  <a:lnTo>
                    <a:pt x="2766" y="4207"/>
                  </a:lnTo>
                  <a:lnTo>
                    <a:pt x="3300" y="4385"/>
                  </a:lnTo>
                  <a:lnTo>
                    <a:pt x="3616" y="4464"/>
                  </a:lnTo>
                  <a:lnTo>
                    <a:pt x="3714" y="4484"/>
                  </a:lnTo>
                  <a:lnTo>
                    <a:pt x="3793" y="4622"/>
                  </a:lnTo>
                  <a:lnTo>
                    <a:pt x="4011" y="4918"/>
                  </a:lnTo>
                  <a:lnTo>
                    <a:pt x="4169" y="5116"/>
                  </a:lnTo>
                  <a:lnTo>
                    <a:pt x="4366" y="5313"/>
                  </a:lnTo>
                  <a:lnTo>
                    <a:pt x="4564" y="5531"/>
                  </a:lnTo>
                  <a:lnTo>
                    <a:pt x="4801" y="5709"/>
                  </a:lnTo>
                  <a:lnTo>
                    <a:pt x="5038" y="5886"/>
                  </a:lnTo>
                  <a:lnTo>
                    <a:pt x="5275" y="6005"/>
                  </a:lnTo>
                  <a:lnTo>
                    <a:pt x="5512" y="6104"/>
                  </a:lnTo>
                  <a:lnTo>
                    <a:pt x="5709" y="6163"/>
                  </a:lnTo>
                  <a:lnTo>
                    <a:pt x="6025" y="6242"/>
                  </a:lnTo>
                  <a:lnTo>
                    <a:pt x="6144" y="6262"/>
                  </a:lnTo>
                  <a:lnTo>
                    <a:pt x="6164" y="6400"/>
                  </a:lnTo>
                  <a:lnTo>
                    <a:pt x="6183" y="6578"/>
                  </a:lnTo>
                  <a:lnTo>
                    <a:pt x="6262" y="6775"/>
                  </a:lnTo>
                  <a:lnTo>
                    <a:pt x="6341" y="6992"/>
                  </a:lnTo>
                  <a:lnTo>
                    <a:pt x="6480" y="7210"/>
                  </a:lnTo>
                  <a:lnTo>
                    <a:pt x="6578" y="7308"/>
                  </a:lnTo>
                  <a:lnTo>
                    <a:pt x="6677" y="7407"/>
                  </a:lnTo>
                  <a:lnTo>
                    <a:pt x="6796" y="7506"/>
                  </a:lnTo>
                  <a:lnTo>
                    <a:pt x="6914" y="7585"/>
                  </a:lnTo>
                  <a:lnTo>
                    <a:pt x="7309" y="7802"/>
                  </a:lnTo>
                  <a:lnTo>
                    <a:pt x="7605" y="7921"/>
                  </a:lnTo>
                  <a:lnTo>
                    <a:pt x="7783" y="7980"/>
                  </a:lnTo>
                  <a:lnTo>
                    <a:pt x="7862" y="7980"/>
                  </a:lnTo>
                  <a:lnTo>
                    <a:pt x="7961" y="8138"/>
                  </a:lnTo>
                  <a:lnTo>
                    <a:pt x="8080" y="8296"/>
                  </a:lnTo>
                  <a:lnTo>
                    <a:pt x="8218" y="8474"/>
                  </a:lnTo>
                  <a:lnTo>
                    <a:pt x="8415" y="8671"/>
                  </a:lnTo>
                  <a:lnTo>
                    <a:pt x="8613" y="8849"/>
                  </a:lnTo>
                  <a:lnTo>
                    <a:pt x="8830" y="9007"/>
                  </a:lnTo>
                  <a:lnTo>
                    <a:pt x="8949" y="9066"/>
                  </a:lnTo>
                  <a:lnTo>
                    <a:pt x="9067" y="9106"/>
                  </a:lnTo>
                  <a:lnTo>
                    <a:pt x="9541" y="9205"/>
                  </a:lnTo>
                  <a:lnTo>
                    <a:pt x="10015" y="9284"/>
                  </a:lnTo>
                  <a:lnTo>
                    <a:pt x="10489" y="9343"/>
                  </a:lnTo>
                  <a:lnTo>
                    <a:pt x="11398" y="9343"/>
                  </a:lnTo>
                  <a:lnTo>
                    <a:pt x="11813" y="9303"/>
                  </a:lnTo>
                  <a:lnTo>
                    <a:pt x="12208" y="9264"/>
                  </a:lnTo>
                  <a:lnTo>
                    <a:pt x="12583" y="9185"/>
                  </a:lnTo>
                  <a:lnTo>
                    <a:pt x="12938" y="9126"/>
                  </a:lnTo>
                  <a:lnTo>
                    <a:pt x="13235" y="9047"/>
                  </a:lnTo>
                  <a:lnTo>
                    <a:pt x="13748" y="8889"/>
                  </a:lnTo>
                  <a:lnTo>
                    <a:pt x="14064" y="8790"/>
                  </a:lnTo>
                  <a:lnTo>
                    <a:pt x="14183" y="8731"/>
                  </a:lnTo>
                  <a:lnTo>
                    <a:pt x="15269" y="869"/>
                  </a:lnTo>
                  <a:lnTo>
                    <a:pt x="14479" y="731"/>
                  </a:lnTo>
                  <a:lnTo>
                    <a:pt x="12682" y="454"/>
                  </a:lnTo>
                  <a:lnTo>
                    <a:pt x="11635" y="296"/>
                  </a:lnTo>
                  <a:lnTo>
                    <a:pt x="10647" y="158"/>
                  </a:lnTo>
                  <a:lnTo>
                    <a:pt x="9798" y="59"/>
                  </a:lnTo>
                  <a:lnTo>
                    <a:pt x="920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4013224" y="-1297197"/>
              <a:ext cx="118822" cy="26050"/>
            </a:xfrm>
            <a:custGeom>
              <a:rect b="b" l="l" r="r" t="t"/>
              <a:pathLst>
                <a:path extrusionOk="0" h="693" w="3161">
                  <a:moveTo>
                    <a:pt x="0" y="1"/>
                  </a:moveTo>
                  <a:lnTo>
                    <a:pt x="158" y="258"/>
                  </a:lnTo>
                  <a:lnTo>
                    <a:pt x="1620" y="554"/>
                  </a:lnTo>
                  <a:lnTo>
                    <a:pt x="1896" y="613"/>
                  </a:lnTo>
                  <a:lnTo>
                    <a:pt x="2153" y="633"/>
                  </a:lnTo>
                  <a:lnTo>
                    <a:pt x="2647" y="672"/>
                  </a:lnTo>
                  <a:lnTo>
                    <a:pt x="3003" y="692"/>
                  </a:lnTo>
                  <a:lnTo>
                    <a:pt x="3161" y="692"/>
                  </a:lnTo>
                  <a:lnTo>
                    <a:pt x="2904" y="613"/>
                  </a:lnTo>
                  <a:lnTo>
                    <a:pt x="2568" y="554"/>
                  </a:lnTo>
                  <a:lnTo>
                    <a:pt x="2074" y="495"/>
                  </a:lnTo>
                  <a:lnTo>
                    <a:pt x="1758" y="435"/>
                  </a:lnTo>
                  <a:lnTo>
                    <a:pt x="1403" y="376"/>
                  </a:lnTo>
                  <a:lnTo>
                    <a:pt x="731" y="2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4103067" y="-1230360"/>
              <a:ext cx="60896" cy="10450"/>
            </a:xfrm>
            <a:custGeom>
              <a:rect b="b" l="l" r="r" t="t"/>
              <a:pathLst>
                <a:path extrusionOk="0" h="278" w="1620">
                  <a:moveTo>
                    <a:pt x="40" y="1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20" y="178"/>
                  </a:lnTo>
                  <a:lnTo>
                    <a:pt x="40" y="218"/>
                  </a:lnTo>
                  <a:lnTo>
                    <a:pt x="79" y="238"/>
                  </a:lnTo>
                  <a:lnTo>
                    <a:pt x="178" y="257"/>
                  </a:lnTo>
                  <a:lnTo>
                    <a:pt x="356" y="277"/>
                  </a:lnTo>
                  <a:lnTo>
                    <a:pt x="889" y="277"/>
                  </a:lnTo>
                  <a:lnTo>
                    <a:pt x="1620" y="257"/>
                  </a:lnTo>
                  <a:lnTo>
                    <a:pt x="1264" y="218"/>
                  </a:lnTo>
                  <a:lnTo>
                    <a:pt x="929" y="178"/>
                  </a:lnTo>
                  <a:lnTo>
                    <a:pt x="514" y="99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4169152" y="-1165779"/>
              <a:ext cx="41612" cy="11202"/>
            </a:xfrm>
            <a:custGeom>
              <a:rect b="b" l="l" r="r" t="t"/>
              <a:pathLst>
                <a:path extrusionOk="0" h="298" w="1107">
                  <a:moveTo>
                    <a:pt x="0" y="1"/>
                  </a:moveTo>
                  <a:lnTo>
                    <a:pt x="40" y="120"/>
                  </a:lnTo>
                  <a:lnTo>
                    <a:pt x="99" y="199"/>
                  </a:lnTo>
                  <a:lnTo>
                    <a:pt x="138" y="278"/>
                  </a:lnTo>
                  <a:lnTo>
                    <a:pt x="218" y="297"/>
                  </a:lnTo>
                  <a:lnTo>
                    <a:pt x="356" y="278"/>
                  </a:lnTo>
                  <a:lnTo>
                    <a:pt x="711" y="199"/>
                  </a:lnTo>
                  <a:lnTo>
                    <a:pt x="1047" y="100"/>
                  </a:lnTo>
                  <a:lnTo>
                    <a:pt x="1106" y="60"/>
                  </a:lnTo>
                  <a:lnTo>
                    <a:pt x="1087" y="40"/>
                  </a:lnTo>
                  <a:lnTo>
                    <a:pt x="455" y="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8"/>
            <p:cNvSpPr/>
            <p:nvPr/>
          </p:nvSpPr>
          <p:spPr>
            <a:xfrm>
              <a:off x="3882520" y="-1393693"/>
              <a:ext cx="75030" cy="75030"/>
            </a:xfrm>
            <a:custGeom>
              <a:rect b="b" l="l" r="r" t="t"/>
              <a:pathLst>
                <a:path extrusionOk="0" h="1996" w="1996">
                  <a:moveTo>
                    <a:pt x="376" y="0"/>
                  </a:moveTo>
                  <a:lnTo>
                    <a:pt x="1" y="968"/>
                  </a:lnTo>
                  <a:lnTo>
                    <a:pt x="119" y="1086"/>
                  </a:lnTo>
                  <a:lnTo>
                    <a:pt x="416" y="198"/>
                  </a:lnTo>
                  <a:lnTo>
                    <a:pt x="1048" y="494"/>
                  </a:lnTo>
                  <a:lnTo>
                    <a:pt x="1502" y="731"/>
                  </a:lnTo>
                  <a:lnTo>
                    <a:pt x="1680" y="830"/>
                  </a:lnTo>
                  <a:lnTo>
                    <a:pt x="1779" y="909"/>
                  </a:lnTo>
                  <a:lnTo>
                    <a:pt x="1798" y="968"/>
                  </a:lnTo>
                  <a:lnTo>
                    <a:pt x="1838" y="1067"/>
                  </a:lnTo>
                  <a:lnTo>
                    <a:pt x="1838" y="1146"/>
                  </a:lnTo>
                  <a:lnTo>
                    <a:pt x="1838" y="1264"/>
                  </a:lnTo>
                  <a:lnTo>
                    <a:pt x="1798" y="1482"/>
                  </a:lnTo>
                  <a:lnTo>
                    <a:pt x="1719" y="1719"/>
                  </a:lnTo>
                  <a:lnTo>
                    <a:pt x="1640" y="1857"/>
                  </a:lnTo>
                  <a:lnTo>
                    <a:pt x="1561" y="1936"/>
                  </a:lnTo>
                  <a:lnTo>
                    <a:pt x="1700" y="1995"/>
                  </a:lnTo>
                  <a:lnTo>
                    <a:pt x="1779" y="1896"/>
                  </a:lnTo>
                  <a:lnTo>
                    <a:pt x="1838" y="1738"/>
                  </a:lnTo>
                  <a:lnTo>
                    <a:pt x="1897" y="1580"/>
                  </a:lnTo>
                  <a:lnTo>
                    <a:pt x="1956" y="1402"/>
                  </a:lnTo>
                  <a:lnTo>
                    <a:pt x="1976" y="1244"/>
                  </a:lnTo>
                  <a:lnTo>
                    <a:pt x="1996" y="1067"/>
                  </a:lnTo>
                  <a:lnTo>
                    <a:pt x="1956" y="928"/>
                  </a:lnTo>
                  <a:lnTo>
                    <a:pt x="1937" y="869"/>
                  </a:lnTo>
                  <a:lnTo>
                    <a:pt x="1897" y="810"/>
                  </a:lnTo>
                  <a:lnTo>
                    <a:pt x="1798" y="711"/>
                  </a:lnTo>
                  <a:lnTo>
                    <a:pt x="1640" y="593"/>
                  </a:lnTo>
                  <a:lnTo>
                    <a:pt x="1463" y="494"/>
                  </a:lnTo>
                  <a:lnTo>
                    <a:pt x="1285" y="395"/>
                  </a:lnTo>
                  <a:lnTo>
                    <a:pt x="989" y="257"/>
                  </a:lnTo>
                  <a:lnTo>
                    <a:pt x="870" y="217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8"/>
            <p:cNvSpPr/>
            <p:nvPr/>
          </p:nvSpPr>
          <p:spPr>
            <a:xfrm>
              <a:off x="4047357" y="-2278023"/>
              <a:ext cx="1045453" cy="331920"/>
            </a:xfrm>
            <a:custGeom>
              <a:rect b="b" l="l" r="r" t="t"/>
              <a:pathLst>
                <a:path extrusionOk="0" h="8830" w="27812">
                  <a:moveTo>
                    <a:pt x="9581" y="0"/>
                  </a:moveTo>
                  <a:lnTo>
                    <a:pt x="9363" y="40"/>
                  </a:lnTo>
                  <a:lnTo>
                    <a:pt x="9166" y="60"/>
                  </a:lnTo>
                  <a:lnTo>
                    <a:pt x="8988" y="119"/>
                  </a:lnTo>
                  <a:lnTo>
                    <a:pt x="8830" y="178"/>
                  </a:lnTo>
                  <a:lnTo>
                    <a:pt x="8692" y="237"/>
                  </a:lnTo>
                  <a:lnTo>
                    <a:pt x="8573" y="297"/>
                  </a:lnTo>
                  <a:lnTo>
                    <a:pt x="8396" y="435"/>
                  </a:lnTo>
                  <a:lnTo>
                    <a:pt x="8277" y="553"/>
                  </a:lnTo>
                  <a:lnTo>
                    <a:pt x="8178" y="692"/>
                  </a:lnTo>
                  <a:lnTo>
                    <a:pt x="8099" y="672"/>
                  </a:lnTo>
                  <a:lnTo>
                    <a:pt x="7862" y="672"/>
                  </a:lnTo>
                  <a:lnTo>
                    <a:pt x="7507" y="692"/>
                  </a:lnTo>
                  <a:lnTo>
                    <a:pt x="7309" y="731"/>
                  </a:lnTo>
                  <a:lnTo>
                    <a:pt x="7092" y="771"/>
                  </a:lnTo>
                  <a:lnTo>
                    <a:pt x="6875" y="830"/>
                  </a:lnTo>
                  <a:lnTo>
                    <a:pt x="6638" y="929"/>
                  </a:lnTo>
                  <a:lnTo>
                    <a:pt x="6401" y="1027"/>
                  </a:lnTo>
                  <a:lnTo>
                    <a:pt x="6183" y="1166"/>
                  </a:lnTo>
                  <a:lnTo>
                    <a:pt x="5966" y="1324"/>
                  </a:lnTo>
                  <a:lnTo>
                    <a:pt x="5749" y="1521"/>
                  </a:lnTo>
                  <a:lnTo>
                    <a:pt x="5571" y="1758"/>
                  </a:lnTo>
                  <a:lnTo>
                    <a:pt x="5413" y="2035"/>
                  </a:lnTo>
                  <a:lnTo>
                    <a:pt x="5354" y="2035"/>
                  </a:lnTo>
                  <a:lnTo>
                    <a:pt x="5196" y="2074"/>
                  </a:lnTo>
                  <a:lnTo>
                    <a:pt x="4959" y="2153"/>
                  </a:lnTo>
                  <a:lnTo>
                    <a:pt x="4820" y="2213"/>
                  </a:lnTo>
                  <a:lnTo>
                    <a:pt x="4662" y="2292"/>
                  </a:lnTo>
                  <a:lnTo>
                    <a:pt x="4504" y="2390"/>
                  </a:lnTo>
                  <a:lnTo>
                    <a:pt x="4346" y="2509"/>
                  </a:lnTo>
                  <a:lnTo>
                    <a:pt x="4169" y="2647"/>
                  </a:lnTo>
                  <a:lnTo>
                    <a:pt x="3991" y="2825"/>
                  </a:lnTo>
                  <a:lnTo>
                    <a:pt x="3813" y="3022"/>
                  </a:lnTo>
                  <a:lnTo>
                    <a:pt x="3655" y="3259"/>
                  </a:lnTo>
                  <a:lnTo>
                    <a:pt x="3497" y="3536"/>
                  </a:lnTo>
                  <a:lnTo>
                    <a:pt x="3339" y="3832"/>
                  </a:lnTo>
                  <a:lnTo>
                    <a:pt x="2983" y="3813"/>
                  </a:lnTo>
                  <a:lnTo>
                    <a:pt x="2628" y="3793"/>
                  </a:lnTo>
                  <a:lnTo>
                    <a:pt x="2174" y="3813"/>
                  </a:lnTo>
                  <a:lnTo>
                    <a:pt x="1937" y="3832"/>
                  </a:lnTo>
                  <a:lnTo>
                    <a:pt x="1680" y="3872"/>
                  </a:lnTo>
                  <a:lnTo>
                    <a:pt x="1443" y="3931"/>
                  </a:lnTo>
                  <a:lnTo>
                    <a:pt x="1206" y="3990"/>
                  </a:lnTo>
                  <a:lnTo>
                    <a:pt x="969" y="4069"/>
                  </a:lnTo>
                  <a:lnTo>
                    <a:pt x="751" y="4168"/>
                  </a:lnTo>
                  <a:lnTo>
                    <a:pt x="554" y="4306"/>
                  </a:lnTo>
                  <a:lnTo>
                    <a:pt x="376" y="4445"/>
                  </a:lnTo>
                  <a:lnTo>
                    <a:pt x="238" y="4603"/>
                  </a:lnTo>
                  <a:lnTo>
                    <a:pt x="139" y="4780"/>
                  </a:lnTo>
                  <a:lnTo>
                    <a:pt x="60" y="4938"/>
                  </a:lnTo>
                  <a:lnTo>
                    <a:pt x="21" y="5096"/>
                  </a:lnTo>
                  <a:lnTo>
                    <a:pt x="1" y="5254"/>
                  </a:lnTo>
                  <a:lnTo>
                    <a:pt x="1" y="5393"/>
                  </a:lnTo>
                  <a:lnTo>
                    <a:pt x="40" y="5551"/>
                  </a:lnTo>
                  <a:lnTo>
                    <a:pt x="80" y="5669"/>
                  </a:lnTo>
                  <a:lnTo>
                    <a:pt x="159" y="5807"/>
                  </a:lnTo>
                  <a:lnTo>
                    <a:pt x="238" y="5906"/>
                  </a:lnTo>
                  <a:lnTo>
                    <a:pt x="337" y="6005"/>
                  </a:lnTo>
                  <a:lnTo>
                    <a:pt x="435" y="6104"/>
                  </a:lnTo>
                  <a:lnTo>
                    <a:pt x="534" y="6163"/>
                  </a:lnTo>
                  <a:lnTo>
                    <a:pt x="653" y="6203"/>
                  </a:lnTo>
                  <a:lnTo>
                    <a:pt x="751" y="6242"/>
                  </a:lnTo>
                  <a:lnTo>
                    <a:pt x="870" y="6242"/>
                  </a:lnTo>
                  <a:lnTo>
                    <a:pt x="1265" y="6262"/>
                  </a:lnTo>
                  <a:lnTo>
                    <a:pt x="1937" y="6321"/>
                  </a:lnTo>
                  <a:lnTo>
                    <a:pt x="3813" y="6479"/>
                  </a:lnTo>
                  <a:lnTo>
                    <a:pt x="5808" y="6677"/>
                  </a:lnTo>
                  <a:lnTo>
                    <a:pt x="6598" y="6756"/>
                  </a:lnTo>
                  <a:lnTo>
                    <a:pt x="7171" y="6835"/>
                  </a:lnTo>
                  <a:lnTo>
                    <a:pt x="7388" y="6894"/>
                  </a:lnTo>
                  <a:lnTo>
                    <a:pt x="7625" y="6973"/>
                  </a:lnTo>
                  <a:lnTo>
                    <a:pt x="8198" y="7170"/>
                  </a:lnTo>
                  <a:lnTo>
                    <a:pt x="8810" y="7427"/>
                  </a:lnTo>
                  <a:lnTo>
                    <a:pt x="9482" y="7704"/>
                  </a:lnTo>
                  <a:lnTo>
                    <a:pt x="10134" y="7980"/>
                  </a:lnTo>
                  <a:lnTo>
                    <a:pt x="10766" y="8217"/>
                  </a:lnTo>
                  <a:lnTo>
                    <a:pt x="11062" y="8316"/>
                  </a:lnTo>
                  <a:lnTo>
                    <a:pt x="11319" y="8395"/>
                  </a:lnTo>
                  <a:lnTo>
                    <a:pt x="11576" y="8434"/>
                  </a:lnTo>
                  <a:lnTo>
                    <a:pt x="11793" y="8454"/>
                  </a:lnTo>
                  <a:lnTo>
                    <a:pt x="16336" y="8593"/>
                  </a:lnTo>
                  <a:lnTo>
                    <a:pt x="17837" y="8632"/>
                  </a:lnTo>
                  <a:lnTo>
                    <a:pt x="24493" y="8790"/>
                  </a:lnTo>
                  <a:lnTo>
                    <a:pt x="26864" y="8830"/>
                  </a:lnTo>
                  <a:lnTo>
                    <a:pt x="27555" y="8830"/>
                  </a:lnTo>
                  <a:lnTo>
                    <a:pt x="27812" y="8810"/>
                  </a:lnTo>
                  <a:lnTo>
                    <a:pt x="27792" y="8691"/>
                  </a:lnTo>
                  <a:lnTo>
                    <a:pt x="27654" y="8415"/>
                  </a:lnTo>
                  <a:lnTo>
                    <a:pt x="27199" y="7427"/>
                  </a:lnTo>
                  <a:lnTo>
                    <a:pt x="25758" y="4484"/>
                  </a:lnTo>
                  <a:lnTo>
                    <a:pt x="23644" y="257"/>
                  </a:lnTo>
                  <a:lnTo>
                    <a:pt x="16178" y="771"/>
                  </a:lnTo>
                  <a:lnTo>
                    <a:pt x="16138" y="771"/>
                  </a:lnTo>
                  <a:lnTo>
                    <a:pt x="16099" y="790"/>
                  </a:lnTo>
                  <a:lnTo>
                    <a:pt x="15309" y="830"/>
                  </a:lnTo>
                  <a:lnTo>
                    <a:pt x="13985" y="929"/>
                  </a:lnTo>
                  <a:lnTo>
                    <a:pt x="13590" y="810"/>
                  </a:lnTo>
                  <a:lnTo>
                    <a:pt x="12583" y="514"/>
                  </a:lnTo>
                  <a:lnTo>
                    <a:pt x="11951" y="356"/>
                  </a:lnTo>
                  <a:lnTo>
                    <a:pt x="11299" y="218"/>
                  </a:lnTo>
                  <a:lnTo>
                    <a:pt x="10667" y="99"/>
                  </a:lnTo>
                  <a:lnTo>
                    <a:pt x="10074" y="20"/>
                  </a:lnTo>
                  <a:lnTo>
                    <a:pt x="9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8"/>
            <p:cNvSpPr/>
            <p:nvPr/>
          </p:nvSpPr>
          <p:spPr>
            <a:xfrm>
              <a:off x="4160957" y="-2074580"/>
              <a:ext cx="235426" cy="66873"/>
            </a:xfrm>
            <a:custGeom>
              <a:rect b="b" l="l" r="r" t="t"/>
              <a:pathLst>
                <a:path extrusionOk="0" h="1779" w="6263">
                  <a:moveTo>
                    <a:pt x="1482" y="0"/>
                  </a:moveTo>
                  <a:lnTo>
                    <a:pt x="1305" y="40"/>
                  </a:lnTo>
                  <a:lnTo>
                    <a:pt x="1127" y="79"/>
                  </a:lnTo>
                  <a:lnTo>
                    <a:pt x="969" y="139"/>
                  </a:lnTo>
                  <a:lnTo>
                    <a:pt x="831" y="198"/>
                  </a:lnTo>
                  <a:lnTo>
                    <a:pt x="712" y="297"/>
                  </a:lnTo>
                  <a:lnTo>
                    <a:pt x="495" y="494"/>
                  </a:lnTo>
                  <a:lnTo>
                    <a:pt x="317" y="672"/>
                  </a:lnTo>
                  <a:lnTo>
                    <a:pt x="198" y="850"/>
                  </a:lnTo>
                  <a:lnTo>
                    <a:pt x="119" y="1008"/>
                  </a:lnTo>
                  <a:lnTo>
                    <a:pt x="40" y="1126"/>
                  </a:lnTo>
                  <a:lnTo>
                    <a:pt x="21" y="1225"/>
                  </a:lnTo>
                  <a:lnTo>
                    <a:pt x="1" y="1304"/>
                  </a:lnTo>
                  <a:lnTo>
                    <a:pt x="969" y="1403"/>
                  </a:lnTo>
                  <a:lnTo>
                    <a:pt x="3122" y="1600"/>
                  </a:lnTo>
                  <a:lnTo>
                    <a:pt x="4267" y="1699"/>
                  </a:lnTo>
                  <a:lnTo>
                    <a:pt x="5255" y="1758"/>
                  </a:lnTo>
                  <a:lnTo>
                    <a:pt x="5986" y="1778"/>
                  </a:lnTo>
                  <a:lnTo>
                    <a:pt x="6183" y="1758"/>
                  </a:lnTo>
                  <a:lnTo>
                    <a:pt x="6243" y="1758"/>
                  </a:lnTo>
                  <a:lnTo>
                    <a:pt x="6262" y="1739"/>
                  </a:lnTo>
                  <a:lnTo>
                    <a:pt x="6243" y="1699"/>
                  </a:lnTo>
                  <a:lnTo>
                    <a:pt x="6223" y="1660"/>
                  </a:lnTo>
                  <a:lnTo>
                    <a:pt x="6144" y="1541"/>
                  </a:lnTo>
                  <a:lnTo>
                    <a:pt x="6025" y="1403"/>
                  </a:lnTo>
                  <a:lnTo>
                    <a:pt x="5848" y="1265"/>
                  </a:lnTo>
                  <a:lnTo>
                    <a:pt x="5670" y="1146"/>
                  </a:lnTo>
                  <a:lnTo>
                    <a:pt x="5472" y="1028"/>
                  </a:lnTo>
                  <a:lnTo>
                    <a:pt x="5294" y="949"/>
                  </a:lnTo>
                  <a:lnTo>
                    <a:pt x="5117" y="889"/>
                  </a:lnTo>
                  <a:lnTo>
                    <a:pt x="4939" y="850"/>
                  </a:lnTo>
                  <a:lnTo>
                    <a:pt x="4761" y="791"/>
                  </a:lnTo>
                  <a:lnTo>
                    <a:pt x="4327" y="613"/>
                  </a:lnTo>
                  <a:lnTo>
                    <a:pt x="3872" y="415"/>
                  </a:lnTo>
                  <a:lnTo>
                    <a:pt x="3616" y="316"/>
                  </a:lnTo>
                  <a:lnTo>
                    <a:pt x="3379" y="237"/>
                  </a:lnTo>
                  <a:lnTo>
                    <a:pt x="3082" y="158"/>
                  </a:lnTo>
                  <a:lnTo>
                    <a:pt x="2766" y="99"/>
                  </a:lnTo>
                  <a:lnTo>
                    <a:pt x="2411" y="40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8"/>
            <p:cNvSpPr/>
            <p:nvPr/>
          </p:nvSpPr>
          <p:spPr>
            <a:xfrm>
              <a:off x="3853575" y="-2047101"/>
              <a:ext cx="670493" cy="670493"/>
            </a:xfrm>
            <a:custGeom>
              <a:rect b="b" l="l" r="r" t="t"/>
              <a:pathLst>
                <a:path extrusionOk="0" h="17837" w="17837">
                  <a:moveTo>
                    <a:pt x="8395" y="0"/>
                  </a:moveTo>
                  <a:lnTo>
                    <a:pt x="8040" y="20"/>
                  </a:lnTo>
                  <a:lnTo>
                    <a:pt x="7684" y="40"/>
                  </a:lnTo>
                  <a:lnTo>
                    <a:pt x="7329" y="99"/>
                  </a:lnTo>
                  <a:lnTo>
                    <a:pt x="6993" y="158"/>
                  </a:lnTo>
                  <a:lnTo>
                    <a:pt x="6657" y="237"/>
                  </a:lnTo>
                  <a:lnTo>
                    <a:pt x="6341" y="336"/>
                  </a:lnTo>
                  <a:lnTo>
                    <a:pt x="6025" y="455"/>
                  </a:lnTo>
                  <a:lnTo>
                    <a:pt x="5709" y="573"/>
                  </a:lnTo>
                  <a:lnTo>
                    <a:pt x="5413" y="711"/>
                  </a:lnTo>
                  <a:lnTo>
                    <a:pt x="5116" y="869"/>
                  </a:lnTo>
                  <a:lnTo>
                    <a:pt x="4840" y="1027"/>
                  </a:lnTo>
                  <a:lnTo>
                    <a:pt x="4563" y="1185"/>
                  </a:lnTo>
                  <a:lnTo>
                    <a:pt x="4307" y="1363"/>
                  </a:lnTo>
                  <a:lnTo>
                    <a:pt x="3793" y="1738"/>
                  </a:lnTo>
                  <a:lnTo>
                    <a:pt x="3339" y="2153"/>
                  </a:lnTo>
                  <a:lnTo>
                    <a:pt x="2904" y="2568"/>
                  </a:lnTo>
                  <a:lnTo>
                    <a:pt x="2489" y="2983"/>
                  </a:lnTo>
                  <a:lnTo>
                    <a:pt x="2134" y="3417"/>
                  </a:lnTo>
                  <a:lnTo>
                    <a:pt x="1798" y="3832"/>
                  </a:lnTo>
                  <a:lnTo>
                    <a:pt x="1482" y="4267"/>
                  </a:lnTo>
                  <a:lnTo>
                    <a:pt x="1186" y="4741"/>
                  </a:lnTo>
                  <a:lnTo>
                    <a:pt x="929" y="5254"/>
                  </a:lnTo>
                  <a:lnTo>
                    <a:pt x="692" y="5807"/>
                  </a:lnTo>
                  <a:lnTo>
                    <a:pt x="475" y="6380"/>
                  </a:lnTo>
                  <a:lnTo>
                    <a:pt x="297" y="6992"/>
                  </a:lnTo>
                  <a:lnTo>
                    <a:pt x="159" y="7625"/>
                  </a:lnTo>
                  <a:lnTo>
                    <a:pt x="60" y="8276"/>
                  </a:lnTo>
                  <a:lnTo>
                    <a:pt x="20" y="8612"/>
                  </a:lnTo>
                  <a:lnTo>
                    <a:pt x="1" y="8948"/>
                  </a:lnTo>
                  <a:lnTo>
                    <a:pt x="1" y="9284"/>
                  </a:lnTo>
                  <a:lnTo>
                    <a:pt x="1" y="9639"/>
                  </a:lnTo>
                  <a:lnTo>
                    <a:pt x="20" y="9975"/>
                  </a:lnTo>
                  <a:lnTo>
                    <a:pt x="40" y="10331"/>
                  </a:lnTo>
                  <a:lnTo>
                    <a:pt x="99" y="10706"/>
                  </a:lnTo>
                  <a:lnTo>
                    <a:pt x="159" y="11061"/>
                  </a:lnTo>
                  <a:lnTo>
                    <a:pt x="218" y="11417"/>
                  </a:lnTo>
                  <a:lnTo>
                    <a:pt x="317" y="11792"/>
                  </a:lnTo>
                  <a:lnTo>
                    <a:pt x="415" y="12148"/>
                  </a:lnTo>
                  <a:lnTo>
                    <a:pt x="534" y="12523"/>
                  </a:lnTo>
                  <a:lnTo>
                    <a:pt x="672" y="12879"/>
                  </a:lnTo>
                  <a:lnTo>
                    <a:pt x="830" y="13254"/>
                  </a:lnTo>
                  <a:lnTo>
                    <a:pt x="1008" y="13629"/>
                  </a:lnTo>
                  <a:lnTo>
                    <a:pt x="1205" y="14004"/>
                  </a:lnTo>
                  <a:lnTo>
                    <a:pt x="1403" y="14360"/>
                  </a:lnTo>
                  <a:lnTo>
                    <a:pt x="1640" y="14696"/>
                  </a:lnTo>
                  <a:lnTo>
                    <a:pt x="1877" y="15012"/>
                  </a:lnTo>
                  <a:lnTo>
                    <a:pt x="2134" y="15288"/>
                  </a:lnTo>
                  <a:lnTo>
                    <a:pt x="2410" y="15565"/>
                  </a:lnTo>
                  <a:lnTo>
                    <a:pt x="2687" y="15822"/>
                  </a:lnTo>
                  <a:lnTo>
                    <a:pt x="2983" y="16059"/>
                  </a:lnTo>
                  <a:lnTo>
                    <a:pt x="3299" y="16256"/>
                  </a:lnTo>
                  <a:lnTo>
                    <a:pt x="3595" y="16454"/>
                  </a:lnTo>
                  <a:lnTo>
                    <a:pt x="3912" y="16632"/>
                  </a:lnTo>
                  <a:lnTo>
                    <a:pt x="4228" y="16809"/>
                  </a:lnTo>
                  <a:lnTo>
                    <a:pt x="4544" y="16948"/>
                  </a:lnTo>
                  <a:lnTo>
                    <a:pt x="4860" y="17086"/>
                  </a:lnTo>
                  <a:lnTo>
                    <a:pt x="5195" y="17204"/>
                  </a:lnTo>
                  <a:lnTo>
                    <a:pt x="5808" y="17402"/>
                  </a:lnTo>
                  <a:lnTo>
                    <a:pt x="6420" y="17560"/>
                  </a:lnTo>
                  <a:lnTo>
                    <a:pt x="6973" y="17659"/>
                  </a:lnTo>
                  <a:lnTo>
                    <a:pt x="7487" y="17738"/>
                  </a:lnTo>
                  <a:lnTo>
                    <a:pt x="7921" y="17797"/>
                  </a:lnTo>
                  <a:lnTo>
                    <a:pt x="8296" y="17817"/>
                  </a:lnTo>
                  <a:lnTo>
                    <a:pt x="8573" y="17836"/>
                  </a:lnTo>
                  <a:lnTo>
                    <a:pt x="8830" y="17836"/>
                  </a:lnTo>
                  <a:lnTo>
                    <a:pt x="9363" y="17817"/>
                  </a:lnTo>
                  <a:lnTo>
                    <a:pt x="9877" y="17777"/>
                  </a:lnTo>
                  <a:lnTo>
                    <a:pt x="10390" y="17718"/>
                  </a:lnTo>
                  <a:lnTo>
                    <a:pt x="10884" y="17619"/>
                  </a:lnTo>
                  <a:lnTo>
                    <a:pt x="11358" y="17481"/>
                  </a:lnTo>
                  <a:lnTo>
                    <a:pt x="11832" y="17343"/>
                  </a:lnTo>
                  <a:lnTo>
                    <a:pt x="12267" y="17165"/>
                  </a:lnTo>
                  <a:lnTo>
                    <a:pt x="12701" y="16967"/>
                  </a:lnTo>
                  <a:lnTo>
                    <a:pt x="13116" y="16730"/>
                  </a:lnTo>
                  <a:lnTo>
                    <a:pt x="13531" y="16493"/>
                  </a:lnTo>
                  <a:lnTo>
                    <a:pt x="13906" y="16236"/>
                  </a:lnTo>
                  <a:lnTo>
                    <a:pt x="14281" y="15960"/>
                  </a:lnTo>
                  <a:lnTo>
                    <a:pt x="14617" y="15664"/>
                  </a:lnTo>
                  <a:lnTo>
                    <a:pt x="14953" y="15348"/>
                  </a:lnTo>
                  <a:lnTo>
                    <a:pt x="15269" y="15012"/>
                  </a:lnTo>
                  <a:lnTo>
                    <a:pt x="15565" y="14676"/>
                  </a:lnTo>
                  <a:lnTo>
                    <a:pt x="15842" y="14321"/>
                  </a:lnTo>
                  <a:lnTo>
                    <a:pt x="16118" y="13965"/>
                  </a:lnTo>
                  <a:lnTo>
                    <a:pt x="16355" y="13590"/>
                  </a:lnTo>
                  <a:lnTo>
                    <a:pt x="16592" y="13195"/>
                  </a:lnTo>
                  <a:lnTo>
                    <a:pt x="16790" y="12800"/>
                  </a:lnTo>
                  <a:lnTo>
                    <a:pt x="16987" y="12405"/>
                  </a:lnTo>
                  <a:lnTo>
                    <a:pt x="17165" y="12010"/>
                  </a:lnTo>
                  <a:lnTo>
                    <a:pt x="17303" y="11595"/>
                  </a:lnTo>
                  <a:lnTo>
                    <a:pt x="17442" y="11180"/>
                  </a:lnTo>
                  <a:lnTo>
                    <a:pt x="17560" y="10765"/>
                  </a:lnTo>
                  <a:lnTo>
                    <a:pt x="17659" y="10350"/>
                  </a:lnTo>
                  <a:lnTo>
                    <a:pt x="17738" y="9936"/>
                  </a:lnTo>
                  <a:lnTo>
                    <a:pt x="17797" y="9541"/>
                  </a:lnTo>
                  <a:lnTo>
                    <a:pt x="17837" y="9126"/>
                  </a:lnTo>
                  <a:lnTo>
                    <a:pt x="17837" y="8711"/>
                  </a:lnTo>
                  <a:lnTo>
                    <a:pt x="17837" y="8316"/>
                  </a:lnTo>
                  <a:lnTo>
                    <a:pt x="17797" y="7723"/>
                  </a:lnTo>
                  <a:lnTo>
                    <a:pt x="17698" y="7151"/>
                  </a:lnTo>
                  <a:lnTo>
                    <a:pt x="17639" y="6854"/>
                  </a:lnTo>
                  <a:lnTo>
                    <a:pt x="17580" y="6578"/>
                  </a:lnTo>
                  <a:lnTo>
                    <a:pt x="17481" y="6281"/>
                  </a:lnTo>
                  <a:lnTo>
                    <a:pt x="17382" y="6005"/>
                  </a:lnTo>
                  <a:lnTo>
                    <a:pt x="17284" y="5728"/>
                  </a:lnTo>
                  <a:lnTo>
                    <a:pt x="17165" y="5452"/>
                  </a:lnTo>
                  <a:lnTo>
                    <a:pt x="17027" y="5175"/>
                  </a:lnTo>
                  <a:lnTo>
                    <a:pt x="16889" y="4919"/>
                  </a:lnTo>
                  <a:lnTo>
                    <a:pt x="16731" y="4642"/>
                  </a:lnTo>
                  <a:lnTo>
                    <a:pt x="16553" y="4385"/>
                  </a:lnTo>
                  <a:lnTo>
                    <a:pt x="16375" y="4128"/>
                  </a:lnTo>
                  <a:lnTo>
                    <a:pt x="16178" y="3872"/>
                  </a:lnTo>
                  <a:lnTo>
                    <a:pt x="15960" y="3615"/>
                  </a:lnTo>
                  <a:lnTo>
                    <a:pt x="15743" y="3378"/>
                  </a:lnTo>
                  <a:lnTo>
                    <a:pt x="15506" y="3141"/>
                  </a:lnTo>
                  <a:lnTo>
                    <a:pt x="15249" y="2904"/>
                  </a:lnTo>
                  <a:lnTo>
                    <a:pt x="14992" y="2667"/>
                  </a:lnTo>
                  <a:lnTo>
                    <a:pt x="14716" y="2430"/>
                  </a:lnTo>
                  <a:lnTo>
                    <a:pt x="14420" y="2212"/>
                  </a:lnTo>
                  <a:lnTo>
                    <a:pt x="14123" y="1995"/>
                  </a:lnTo>
                  <a:lnTo>
                    <a:pt x="13807" y="1798"/>
                  </a:lnTo>
                  <a:lnTo>
                    <a:pt x="13471" y="1600"/>
                  </a:lnTo>
                  <a:lnTo>
                    <a:pt x="13116" y="1403"/>
                  </a:lnTo>
                  <a:lnTo>
                    <a:pt x="12760" y="1205"/>
                  </a:lnTo>
                  <a:lnTo>
                    <a:pt x="12385" y="1027"/>
                  </a:lnTo>
                  <a:lnTo>
                    <a:pt x="12010" y="850"/>
                  </a:lnTo>
                  <a:lnTo>
                    <a:pt x="11595" y="672"/>
                  </a:lnTo>
                  <a:lnTo>
                    <a:pt x="11180" y="514"/>
                  </a:lnTo>
                  <a:lnTo>
                    <a:pt x="10765" y="376"/>
                  </a:lnTo>
                  <a:lnTo>
                    <a:pt x="10351" y="257"/>
                  </a:lnTo>
                  <a:lnTo>
                    <a:pt x="9936" y="158"/>
                  </a:lnTo>
                  <a:lnTo>
                    <a:pt x="9541" y="79"/>
                  </a:lnTo>
                  <a:lnTo>
                    <a:pt x="9146" y="40"/>
                  </a:lnTo>
                  <a:lnTo>
                    <a:pt x="877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8"/>
            <p:cNvSpPr/>
            <p:nvPr/>
          </p:nvSpPr>
          <p:spPr>
            <a:xfrm>
              <a:off x="4167648" y="-2064920"/>
              <a:ext cx="414355" cy="185657"/>
            </a:xfrm>
            <a:custGeom>
              <a:rect b="b" l="l" r="r" t="t"/>
              <a:pathLst>
                <a:path extrusionOk="0" h="4939" w="11023">
                  <a:moveTo>
                    <a:pt x="1620" y="0"/>
                  </a:moveTo>
                  <a:lnTo>
                    <a:pt x="1443" y="20"/>
                  </a:lnTo>
                  <a:lnTo>
                    <a:pt x="1265" y="40"/>
                  </a:lnTo>
                  <a:lnTo>
                    <a:pt x="1087" y="79"/>
                  </a:lnTo>
                  <a:lnTo>
                    <a:pt x="929" y="138"/>
                  </a:lnTo>
                  <a:lnTo>
                    <a:pt x="791" y="198"/>
                  </a:lnTo>
                  <a:lnTo>
                    <a:pt x="653" y="277"/>
                  </a:lnTo>
                  <a:lnTo>
                    <a:pt x="534" y="356"/>
                  </a:lnTo>
                  <a:lnTo>
                    <a:pt x="435" y="455"/>
                  </a:lnTo>
                  <a:lnTo>
                    <a:pt x="337" y="573"/>
                  </a:lnTo>
                  <a:lnTo>
                    <a:pt x="258" y="711"/>
                  </a:lnTo>
                  <a:lnTo>
                    <a:pt x="178" y="850"/>
                  </a:lnTo>
                  <a:lnTo>
                    <a:pt x="119" y="1008"/>
                  </a:lnTo>
                  <a:lnTo>
                    <a:pt x="60" y="1185"/>
                  </a:lnTo>
                  <a:lnTo>
                    <a:pt x="20" y="1383"/>
                  </a:lnTo>
                  <a:lnTo>
                    <a:pt x="1" y="1561"/>
                  </a:lnTo>
                  <a:lnTo>
                    <a:pt x="20" y="1738"/>
                  </a:lnTo>
                  <a:lnTo>
                    <a:pt x="60" y="1916"/>
                  </a:lnTo>
                  <a:lnTo>
                    <a:pt x="119" y="2074"/>
                  </a:lnTo>
                  <a:lnTo>
                    <a:pt x="218" y="2212"/>
                  </a:lnTo>
                  <a:lnTo>
                    <a:pt x="337" y="2351"/>
                  </a:lnTo>
                  <a:lnTo>
                    <a:pt x="475" y="2489"/>
                  </a:lnTo>
                  <a:lnTo>
                    <a:pt x="633" y="2607"/>
                  </a:lnTo>
                  <a:lnTo>
                    <a:pt x="811" y="2726"/>
                  </a:lnTo>
                  <a:lnTo>
                    <a:pt x="1008" y="2825"/>
                  </a:lnTo>
                  <a:lnTo>
                    <a:pt x="1206" y="2924"/>
                  </a:lnTo>
                  <a:lnTo>
                    <a:pt x="1403" y="3003"/>
                  </a:lnTo>
                  <a:lnTo>
                    <a:pt x="1838" y="3141"/>
                  </a:lnTo>
                  <a:lnTo>
                    <a:pt x="2292" y="3240"/>
                  </a:lnTo>
                  <a:lnTo>
                    <a:pt x="2549" y="3299"/>
                  </a:lnTo>
                  <a:lnTo>
                    <a:pt x="2825" y="3378"/>
                  </a:lnTo>
                  <a:lnTo>
                    <a:pt x="3536" y="3635"/>
                  </a:lnTo>
                  <a:lnTo>
                    <a:pt x="4346" y="3951"/>
                  </a:lnTo>
                  <a:lnTo>
                    <a:pt x="5215" y="4286"/>
                  </a:lnTo>
                  <a:lnTo>
                    <a:pt x="5670" y="4444"/>
                  </a:lnTo>
                  <a:lnTo>
                    <a:pt x="6124" y="4583"/>
                  </a:lnTo>
                  <a:lnTo>
                    <a:pt x="6558" y="4721"/>
                  </a:lnTo>
                  <a:lnTo>
                    <a:pt x="6993" y="4820"/>
                  </a:lnTo>
                  <a:lnTo>
                    <a:pt x="7408" y="4899"/>
                  </a:lnTo>
                  <a:lnTo>
                    <a:pt x="7783" y="4938"/>
                  </a:lnTo>
                  <a:lnTo>
                    <a:pt x="8139" y="4918"/>
                  </a:lnTo>
                  <a:lnTo>
                    <a:pt x="8316" y="4918"/>
                  </a:lnTo>
                  <a:lnTo>
                    <a:pt x="8474" y="4879"/>
                  </a:lnTo>
                  <a:lnTo>
                    <a:pt x="8771" y="4800"/>
                  </a:lnTo>
                  <a:lnTo>
                    <a:pt x="9047" y="4681"/>
                  </a:lnTo>
                  <a:lnTo>
                    <a:pt x="9304" y="4523"/>
                  </a:lnTo>
                  <a:lnTo>
                    <a:pt x="9541" y="4365"/>
                  </a:lnTo>
                  <a:lnTo>
                    <a:pt x="9778" y="4188"/>
                  </a:lnTo>
                  <a:lnTo>
                    <a:pt x="9975" y="4010"/>
                  </a:lnTo>
                  <a:lnTo>
                    <a:pt x="10173" y="3812"/>
                  </a:lnTo>
                  <a:lnTo>
                    <a:pt x="10351" y="3615"/>
                  </a:lnTo>
                  <a:lnTo>
                    <a:pt x="10627" y="3240"/>
                  </a:lnTo>
                  <a:lnTo>
                    <a:pt x="10845" y="2943"/>
                  </a:lnTo>
                  <a:lnTo>
                    <a:pt x="11022" y="2647"/>
                  </a:lnTo>
                  <a:lnTo>
                    <a:pt x="10469" y="2390"/>
                  </a:lnTo>
                  <a:lnTo>
                    <a:pt x="9857" y="2133"/>
                  </a:lnTo>
                  <a:lnTo>
                    <a:pt x="9146" y="1837"/>
                  </a:lnTo>
                  <a:lnTo>
                    <a:pt x="8356" y="1561"/>
                  </a:lnTo>
                  <a:lnTo>
                    <a:pt x="7586" y="1304"/>
                  </a:lnTo>
                  <a:lnTo>
                    <a:pt x="7230" y="1205"/>
                  </a:lnTo>
                  <a:lnTo>
                    <a:pt x="6894" y="1126"/>
                  </a:lnTo>
                  <a:lnTo>
                    <a:pt x="6578" y="1067"/>
                  </a:lnTo>
                  <a:lnTo>
                    <a:pt x="6321" y="1047"/>
                  </a:lnTo>
                  <a:lnTo>
                    <a:pt x="6084" y="1047"/>
                  </a:lnTo>
                  <a:lnTo>
                    <a:pt x="5828" y="1008"/>
                  </a:lnTo>
                  <a:lnTo>
                    <a:pt x="5551" y="968"/>
                  </a:lnTo>
                  <a:lnTo>
                    <a:pt x="5294" y="909"/>
                  </a:lnTo>
                  <a:lnTo>
                    <a:pt x="4721" y="751"/>
                  </a:lnTo>
                  <a:lnTo>
                    <a:pt x="4149" y="573"/>
                  </a:lnTo>
                  <a:lnTo>
                    <a:pt x="3576" y="395"/>
                  </a:lnTo>
                  <a:lnTo>
                    <a:pt x="3023" y="237"/>
                  </a:lnTo>
                  <a:lnTo>
                    <a:pt x="2509" y="99"/>
                  </a:lnTo>
                  <a:lnTo>
                    <a:pt x="2272" y="59"/>
                  </a:lnTo>
                  <a:lnTo>
                    <a:pt x="2035" y="20"/>
                  </a:lnTo>
                  <a:lnTo>
                    <a:pt x="1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8"/>
            <p:cNvSpPr/>
            <p:nvPr/>
          </p:nvSpPr>
          <p:spPr>
            <a:xfrm>
              <a:off x="4172836" y="-2147357"/>
              <a:ext cx="207948" cy="21577"/>
            </a:xfrm>
            <a:custGeom>
              <a:rect b="b" l="l" r="r" t="t"/>
              <a:pathLst>
                <a:path extrusionOk="0" h="574" w="5532">
                  <a:moveTo>
                    <a:pt x="1305" y="1"/>
                  </a:moveTo>
                  <a:lnTo>
                    <a:pt x="969" y="40"/>
                  </a:lnTo>
                  <a:lnTo>
                    <a:pt x="673" y="80"/>
                  </a:lnTo>
                  <a:lnTo>
                    <a:pt x="436" y="119"/>
                  </a:lnTo>
                  <a:lnTo>
                    <a:pt x="238" y="178"/>
                  </a:lnTo>
                  <a:lnTo>
                    <a:pt x="100" y="218"/>
                  </a:lnTo>
                  <a:lnTo>
                    <a:pt x="1" y="356"/>
                  </a:lnTo>
                  <a:lnTo>
                    <a:pt x="811" y="356"/>
                  </a:lnTo>
                  <a:lnTo>
                    <a:pt x="1739" y="376"/>
                  </a:lnTo>
                  <a:lnTo>
                    <a:pt x="2885" y="416"/>
                  </a:lnTo>
                  <a:lnTo>
                    <a:pt x="5532" y="574"/>
                  </a:lnTo>
                  <a:lnTo>
                    <a:pt x="4228" y="356"/>
                  </a:lnTo>
                  <a:lnTo>
                    <a:pt x="3102" y="178"/>
                  </a:lnTo>
                  <a:lnTo>
                    <a:pt x="2095" y="4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8"/>
            <p:cNvSpPr/>
            <p:nvPr/>
          </p:nvSpPr>
          <p:spPr>
            <a:xfrm>
              <a:off x="4250800" y="-2217126"/>
              <a:ext cx="159682" cy="15600"/>
            </a:xfrm>
            <a:custGeom>
              <a:rect b="b" l="l" r="r" t="t"/>
              <a:pathLst>
                <a:path extrusionOk="0" h="415" w="4248">
                  <a:moveTo>
                    <a:pt x="1621" y="0"/>
                  </a:moveTo>
                  <a:lnTo>
                    <a:pt x="1305" y="20"/>
                  </a:lnTo>
                  <a:lnTo>
                    <a:pt x="969" y="59"/>
                  </a:lnTo>
                  <a:lnTo>
                    <a:pt x="673" y="119"/>
                  </a:lnTo>
                  <a:lnTo>
                    <a:pt x="396" y="198"/>
                  </a:lnTo>
                  <a:lnTo>
                    <a:pt x="198" y="257"/>
                  </a:lnTo>
                  <a:lnTo>
                    <a:pt x="40" y="336"/>
                  </a:lnTo>
                  <a:lnTo>
                    <a:pt x="1" y="375"/>
                  </a:lnTo>
                  <a:lnTo>
                    <a:pt x="1" y="415"/>
                  </a:lnTo>
                  <a:lnTo>
                    <a:pt x="198" y="375"/>
                  </a:lnTo>
                  <a:lnTo>
                    <a:pt x="732" y="277"/>
                  </a:lnTo>
                  <a:lnTo>
                    <a:pt x="1107" y="237"/>
                  </a:lnTo>
                  <a:lnTo>
                    <a:pt x="1502" y="217"/>
                  </a:lnTo>
                  <a:lnTo>
                    <a:pt x="1937" y="217"/>
                  </a:lnTo>
                  <a:lnTo>
                    <a:pt x="2411" y="237"/>
                  </a:lnTo>
                  <a:lnTo>
                    <a:pt x="3793" y="336"/>
                  </a:lnTo>
                  <a:lnTo>
                    <a:pt x="4248" y="375"/>
                  </a:lnTo>
                  <a:lnTo>
                    <a:pt x="4011" y="316"/>
                  </a:lnTo>
                  <a:lnTo>
                    <a:pt x="3418" y="198"/>
                  </a:lnTo>
                  <a:lnTo>
                    <a:pt x="2667" y="59"/>
                  </a:lnTo>
                  <a:lnTo>
                    <a:pt x="2292" y="20"/>
                  </a:lnTo>
                  <a:lnTo>
                    <a:pt x="195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8"/>
            <p:cNvSpPr/>
            <p:nvPr/>
          </p:nvSpPr>
          <p:spPr>
            <a:xfrm>
              <a:off x="4354777" y="-2259453"/>
              <a:ext cx="69090" cy="17103"/>
            </a:xfrm>
            <a:custGeom>
              <a:rect b="b" l="l" r="r" t="t"/>
              <a:pathLst>
                <a:path extrusionOk="0" h="455" w="1838">
                  <a:moveTo>
                    <a:pt x="138" y="0"/>
                  </a:moveTo>
                  <a:lnTo>
                    <a:pt x="99" y="20"/>
                  </a:lnTo>
                  <a:lnTo>
                    <a:pt x="59" y="40"/>
                  </a:lnTo>
                  <a:lnTo>
                    <a:pt x="20" y="99"/>
                  </a:lnTo>
                  <a:lnTo>
                    <a:pt x="0" y="158"/>
                  </a:lnTo>
                  <a:lnTo>
                    <a:pt x="0" y="198"/>
                  </a:lnTo>
                  <a:lnTo>
                    <a:pt x="652" y="277"/>
                  </a:lnTo>
                  <a:lnTo>
                    <a:pt x="1521" y="395"/>
                  </a:lnTo>
                  <a:lnTo>
                    <a:pt x="1837" y="454"/>
                  </a:lnTo>
                  <a:lnTo>
                    <a:pt x="1047" y="217"/>
                  </a:lnTo>
                  <a:lnTo>
                    <a:pt x="455" y="59"/>
                  </a:lnTo>
                  <a:lnTo>
                    <a:pt x="257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8"/>
            <p:cNvSpPr/>
            <p:nvPr/>
          </p:nvSpPr>
          <p:spPr>
            <a:xfrm>
              <a:off x="4064461" y="-2125065"/>
              <a:ext cx="73526" cy="41612"/>
            </a:xfrm>
            <a:custGeom>
              <a:rect b="b" l="l" r="r" t="t"/>
              <a:pathLst>
                <a:path extrusionOk="0" h="1107" w="1956">
                  <a:moveTo>
                    <a:pt x="1936" y="0"/>
                  </a:moveTo>
                  <a:lnTo>
                    <a:pt x="1896" y="158"/>
                  </a:lnTo>
                  <a:lnTo>
                    <a:pt x="1798" y="415"/>
                  </a:lnTo>
                  <a:lnTo>
                    <a:pt x="1719" y="553"/>
                  </a:lnTo>
                  <a:lnTo>
                    <a:pt x="1640" y="672"/>
                  </a:lnTo>
                  <a:lnTo>
                    <a:pt x="1561" y="771"/>
                  </a:lnTo>
                  <a:lnTo>
                    <a:pt x="1462" y="850"/>
                  </a:lnTo>
                  <a:lnTo>
                    <a:pt x="1343" y="889"/>
                  </a:lnTo>
                  <a:lnTo>
                    <a:pt x="1146" y="929"/>
                  </a:lnTo>
                  <a:lnTo>
                    <a:pt x="711" y="948"/>
                  </a:lnTo>
                  <a:lnTo>
                    <a:pt x="336" y="968"/>
                  </a:lnTo>
                  <a:lnTo>
                    <a:pt x="178" y="948"/>
                  </a:lnTo>
                  <a:lnTo>
                    <a:pt x="257" y="316"/>
                  </a:lnTo>
                  <a:lnTo>
                    <a:pt x="79" y="494"/>
                  </a:lnTo>
                  <a:lnTo>
                    <a:pt x="0" y="1087"/>
                  </a:lnTo>
                  <a:lnTo>
                    <a:pt x="198" y="1106"/>
                  </a:lnTo>
                  <a:lnTo>
                    <a:pt x="909" y="1106"/>
                  </a:lnTo>
                  <a:lnTo>
                    <a:pt x="1166" y="1087"/>
                  </a:lnTo>
                  <a:lnTo>
                    <a:pt x="1403" y="1027"/>
                  </a:lnTo>
                  <a:lnTo>
                    <a:pt x="1521" y="988"/>
                  </a:lnTo>
                  <a:lnTo>
                    <a:pt x="1600" y="948"/>
                  </a:lnTo>
                  <a:lnTo>
                    <a:pt x="1679" y="889"/>
                  </a:lnTo>
                  <a:lnTo>
                    <a:pt x="1738" y="830"/>
                  </a:lnTo>
                  <a:lnTo>
                    <a:pt x="1837" y="692"/>
                  </a:lnTo>
                  <a:lnTo>
                    <a:pt x="1896" y="534"/>
                  </a:lnTo>
                  <a:lnTo>
                    <a:pt x="1936" y="376"/>
                  </a:lnTo>
                  <a:lnTo>
                    <a:pt x="1956" y="237"/>
                  </a:lnTo>
                  <a:lnTo>
                    <a:pt x="1956" y="119"/>
                  </a:lnTo>
                  <a:lnTo>
                    <a:pt x="193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8"/>
            <p:cNvSpPr/>
            <p:nvPr/>
          </p:nvSpPr>
          <p:spPr>
            <a:xfrm>
              <a:off x="4368122" y="-1450155"/>
              <a:ext cx="596253" cy="494534"/>
            </a:xfrm>
            <a:custGeom>
              <a:rect b="b" l="l" r="r" t="t"/>
              <a:pathLst>
                <a:path extrusionOk="0" h="13156" w="15862">
                  <a:moveTo>
                    <a:pt x="1680" y="1"/>
                  </a:moveTo>
                  <a:lnTo>
                    <a:pt x="1" y="7902"/>
                  </a:lnTo>
                  <a:lnTo>
                    <a:pt x="2865" y="9423"/>
                  </a:lnTo>
                  <a:lnTo>
                    <a:pt x="4129" y="10094"/>
                  </a:lnTo>
                  <a:lnTo>
                    <a:pt x="8020" y="12148"/>
                  </a:lnTo>
                  <a:lnTo>
                    <a:pt x="9403" y="12860"/>
                  </a:lnTo>
                  <a:lnTo>
                    <a:pt x="9995" y="13156"/>
                  </a:lnTo>
                  <a:lnTo>
                    <a:pt x="10035" y="13136"/>
                  </a:lnTo>
                  <a:lnTo>
                    <a:pt x="10094" y="13077"/>
                  </a:lnTo>
                  <a:lnTo>
                    <a:pt x="10311" y="12800"/>
                  </a:lnTo>
                  <a:lnTo>
                    <a:pt x="10627" y="12405"/>
                  </a:lnTo>
                  <a:lnTo>
                    <a:pt x="11042" y="11872"/>
                  </a:lnTo>
                  <a:lnTo>
                    <a:pt x="12010" y="10509"/>
                  </a:lnTo>
                  <a:lnTo>
                    <a:pt x="13116" y="8949"/>
                  </a:lnTo>
                  <a:lnTo>
                    <a:pt x="14183" y="7388"/>
                  </a:lnTo>
                  <a:lnTo>
                    <a:pt x="15091" y="6025"/>
                  </a:lnTo>
                  <a:lnTo>
                    <a:pt x="15447" y="5492"/>
                  </a:lnTo>
                  <a:lnTo>
                    <a:pt x="15684" y="5057"/>
                  </a:lnTo>
                  <a:lnTo>
                    <a:pt x="15842" y="4781"/>
                  </a:lnTo>
                  <a:lnTo>
                    <a:pt x="15862" y="4722"/>
                  </a:lnTo>
                  <a:lnTo>
                    <a:pt x="15862" y="4702"/>
                  </a:lnTo>
                  <a:lnTo>
                    <a:pt x="15842" y="4682"/>
                  </a:lnTo>
                  <a:lnTo>
                    <a:pt x="15585" y="4623"/>
                  </a:lnTo>
                  <a:lnTo>
                    <a:pt x="14973" y="4425"/>
                  </a:lnTo>
                  <a:lnTo>
                    <a:pt x="12899" y="3754"/>
                  </a:lnTo>
                  <a:lnTo>
                    <a:pt x="7131" y="1818"/>
                  </a:lnTo>
                  <a:lnTo>
                    <a:pt x="6005" y="1443"/>
                  </a:lnTo>
                  <a:lnTo>
                    <a:pt x="5946" y="1423"/>
                  </a:lnTo>
                  <a:lnTo>
                    <a:pt x="5907" y="1423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8"/>
            <p:cNvSpPr/>
            <p:nvPr/>
          </p:nvSpPr>
          <p:spPr>
            <a:xfrm>
              <a:off x="4091188" y="-1384784"/>
              <a:ext cx="191596" cy="27478"/>
            </a:xfrm>
            <a:custGeom>
              <a:rect b="b" l="l" r="r" t="t"/>
              <a:pathLst>
                <a:path extrusionOk="0" h="731" w="5097">
                  <a:moveTo>
                    <a:pt x="0" y="0"/>
                  </a:moveTo>
                  <a:lnTo>
                    <a:pt x="158" y="59"/>
                  </a:lnTo>
                  <a:lnTo>
                    <a:pt x="593" y="217"/>
                  </a:lnTo>
                  <a:lnTo>
                    <a:pt x="1245" y="415"/>
                  </a:lnTo>
                  <a:lnTo>
                    <a:pt x="1620" y="514"/>
                  </a:lnTo>
                  <a:lnTo>
                    <a:pt x="2015" y="593"/>
                  </a:lnTo>
                  <a:lnTo>
                    <a:pt x="2430" y="672"/>
                  </a:lnTo>
                  <a:lnTo>
                    <a:pt x="2864" y="711"/>
                  </a:lnTo>
                  <a:lnTo>
                    <a:pt x="3299" y="731"/>
                  </a:lnTo>
                  <a:lnTo>
                    <a:pt x="3694" y="731"/>
                  </a:lnTo>
                  <a:lnTo>
                    <a:pt x="4069" y="691"/>
                  </a:lnTo>
                  <a:lnTo>
                    <a:pt x="4405" y="632"/>
                  </a:lnTo>
                  <a:lnTo>
                    <a:pt x="4681" y="553"/>
                  </a:lnTo>
                  <a:lnTo>
                    <a:pt x="4780" y="514"/>
                  </a:lnTo>
                  <a:lnTo>
                    <a:pt x="4879" y="454"/>
                  </a:lnTo>
                  <a:lnTo>
                    <a:pt x="4998" y="356"/>
                  </a:lnTo>
                  <a:lnTo>
                    <a:pt x="5077" y="296"/>
                  </a:lnTo>
                  <a:lnTo>
                    <a:pt x="5096" y="237"/>
                  </a:lnTo>
                  <a:lnTo>
                    <a:pt x="5077" y="198"/>
                  </a:lnTo>
                  <a:lnTo>
                    <a:pt x="5057" y="178"/>
                  </a:lnTo>
                  <a:lnTo>
                    <a:pt x="4978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8"/>
            <p:cNvSpPr/>
            <p:nvPr/>
          </p:nvSpPr>
          <p:spPr>
            <a:xfrm>
              <a:off x="4190692" y="-2054544"/>
              <a:ext cx="86908" cy="92096"/>
            </a:xfrm>
            <a:custGeom>
              <a:rect b="b" l="l" r="r" t="t"/>
              <a:pathLst>
                <a:path extrusionOk="0" h="2450" w="2312">
                  <a:moveTo>
                    <a:pt x="711" y="139"/>
                  </a:moveTo>
                  <a:lnTo>
                    <a:pt x="849" y="179"/>
                  </a:lnTo>
                  <a:lnTo>
                    <a:pt x="1205" y="258"/>
                  </a:lnTo>
                  <a:lnTo>
                    <a:pt x="1422" y="337"/>
                  </a:lnTo>
                  <a:lnTo>
                    <a:pt x="1639" y="416"/>
                  </a:lnTo>
                  <a:lnTo>
                    <a:pt x="1857" y="495"/>
                  </a:lnTo>
                  <a:lnTo>
                    <a:pt x="2015" y="613"/>
                  </a:lnTo>
                  <a:lnTo>
                    <a:pt x="2094" y="672"/>
                  </a:lnTo>
                  <a:lnTo>
                    <a:pt x="2133" y="751"/>
                  </a:lnTo>
                  <a:lnTo>
                    <a:pt x="2173" y="850"/>
                  </a:lnTo>
                  <a:lnTo>
                    <a:pt x="2193" y="969"/>
                  </a:lnTo>
                  <a:lnTo>
                    <a:pt x="2193" y="1107"/>
                  </a:lnTo>
                  <a:lnTo>
                    <a:pt x="2173" y="1225"/>
                  </a:lnTo>
                  <a:lnTo>
                    <a:pt x="2114" y="1502"/>
                  </a:lnTo>
                  <a:lnTo>
                    <a:pt x="2015" y="1778"/>
                  </a:lnTo>
                  <a:lnTo>
                    <a:pt x="1896" y="2015"/>
                  </a:lnTo>
                  <a:lnTo>
                    <a:pt x="1778" y="2193"/>
                  </a:lnTo>
                  <a:lnTo>
                    <a:pt x="1699" y="2252"/>
                  </a:lnTo>
                  <a:lnTo>
                    <a:pt x="1639" y="2292"/>
                  </a:lnTo>
                  <a:lnTo>
                    <a:pt x="1560" y="2312"/>
                  </a:lnTo>
                  <a:lnTo>
                    <a:pt x="1481" y="2312"/>
                  </a:lnTo>
                  <a:lnTo>
                    <a:pt x="1264" y="2272"/>
                  </a:lnTo>
                  <a:lnTo>
                    <a:pt x="1007" y="2213"/>
                  </a:lnTo>
                  <a:lnTo>
                    <a:pt x="770" y="2114"/>
                  </a:lnTo>
                  <a:lnTo>
                    <a:pt x="533" y="2015"/>
                  </a:lnTo>
                  <a:lnTo>
                    <a:pt x="316" y="1917"/>
                  </a:lnTo>
                  <a:lnTo>
                    <a:pt x="178" y="1838"/>
                  </a:lnTo>
                  <a:lnTo>
                    <a:pt x="138" y="1798"/>
                  </a:lnTo>
                  <a:lnTo>
                    <a:pt x="119" y="1759"/>
                  </a:lnTo>
                  <a:lnTo>
                    <a:pt x="138" y="1660"/>
                  </a:lnTo>
                  <a:lnTo>
                    <a:pt x="158" y="1462"/>
                  </a:lnTo>
                  <a:lnTo>
                    <a:pt x="217" y="1206"/>
                  </a:lnTo>
                  <a:lnTo>
                    <a:pt x="296" y="929"/>
                  </a:lnTo>
                  <a:lnTo>
                    <a:pt x="395" y="633"/>
                  </a:lnTo>
                  <a:lnTo>
                    <a:pt x="494" y="396"/>
                  </a:lnTo>
                  <a:lnTo>
                    <a:pt x="553" y="297"/>
                  </a:lnTo>
                  <a:lnTo>
                    <a:pt x="593" y="218"/>
                  </a:lnTo>
                  <a:lnTo>
                    <a:pt x="652" y="159"/>
                  </a:lnTo>
                  <a:lnTo>
                    <a:pt x="711" y="139"/>
                  </a:lnTo>
                  <a:close/>
                  <a:moveTo>
                    <a:pt x="652" y="1"/>
                  </a:moveTo>
                  <a:lnTo>
                    <a:pt x="593" y="40"/>
                  </a:lnTo>
                  <a:lnTo>
                    <a:pt x="533" y="99"/>
                  </a:lnTo>
                  <a:lnTo>
                    <a:pt x="474" y="179"/>
                  </a:lnTo>
                  <a:lnTo>
                    <a:pt x="415" y="297"/>
                  </a:lnTo>
                  <a:lnTo>
                    <a:pt x="296" y="574"/>
                  </a:lnTo>
                  <a:lnTo>
                    <a:pt x="198" y="890"/>
                  </a:lnTo>
                  <a:lnTo>
                    <a:pt x="119" y="1225"/>
                  </a:lnTo>
                  <a:lnTo>
                    <a:pt x="40" y="1502"/>
                  </a:lnTo>
                  <a:lnTo>
                    <a:pt x="0" y="1719"/>
                  </a:lnTo>
                  <a:lnTo>
                    <a:pt x="0" y="1838"/>
                  </a:lnTo>
                  <a:lnTo>
                    <a:pt x="20" y="1877"/>
                  </a:lnTo>
                  <a:lnTo>
                    <a:pt x="59" y="1917"/>
                  </a:lnTo>
                  <a:lnTo>
                    <a:pt x="217" y="2015"/>
                  </a:lnTo>
                  <a:lnTo>
                    <a:pt x="454" y="2134"/>
                  </a:lnTo>
                  <a:lnTo>
                    <a:pt x="711" y="2233"/>
                  </a:lnTo>
                  <a:lnTo>
                    <a:pt x="1007" y="2351"/>
                  </a:lnTo>
                  <a:lnTo>
                    <a:pt x="1284" y="2410"/>
                  </a:lnTo>
                  <a:lnTo>
                    <a:pt x="1521" y="2450"/>
                  </a:lnTo>
                  <a:lnTo>
                    <a:pt x="1620" y="2450"/>
                  </a:lnTo>
                  <a:lnTo>
                    <a:pt x="1699" y="2430"/>
                  </a:lnTo>
                  <a:lnTo>
                    <a:pt x="1778" y="2391"/>
                  </a:lnTo>
                  <a:lnTo>
                    <a:pt x="1857" y="2312"/>
                  </a:lnTo>
                  <a:lnTo>
                    <a:pt x="1936" y="2233"/>
                  </a:lnTo>
                  <a:lnTo>
                    <a:pt x="1995" y="2114"/>
                  </a:lnTo>
                  <a:lnTo>
                    <a:pt x="2133" y="1857"/>
                  </a:lnTo>
                  <a:lnTo>
                    <a:pt x="2232" y="1561"/>
                  </a:lnTo>
                  <a:lnTo>
                    <a:pt x="2311" y="1245"/>
                  </a:lnTo>
                  <a:lnTo>
                    <a:pt x="2311" y="1087"/>
                  </a:lnTo>
                  <a:lnTo>
                    <a:pt x="2311" y="949"/>
                  </a:lnTo>
                  <a:lnTo>
                    <a:pt x="2311" y="811"/>
                  </a:lnTo>
                  <a:lnTo>
                    <a:pt x="2272" y="712"/>
                  </a:lnTo>
                  <a:lnTo>
                    <a:pt x="2212" y="613"/>
                  </a:lnTo>
                  <a:lnTo>
                    <a:pt x="2133" y="534"/>
                  </a:lnTo>
                  <a:lnTo>
                    <a:pt x="1936" y="416"/>
                  </a:lnTo>
                  <a:lnTo>
                    <a:pt x="1718" y="317"/>
                  </a:lnTo>
                  <a:lnTo>
                    <a:pt x="1462" y="218"/>
                  </a:lnTo>
                  <a:lnTo>
                    <a:pt x="1225" y="159"/>
                  </a:lnTo>
                  <a:lnTo>
                    <a:pt x="830" y="40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8"/>
            <p:cNvSpPr/>
            <p:nvPr/>
          </p:nvSpPr>
          <p:spPr>
            <a:xfrm>
              <a:off x="4035478" y="-1510263"/>
              <a:ext cx="409167" cy="144797"/>
            </a:xfrm>
            <a:custGeom>
              <a:rect b="b" l="l" r="r" t="t"/>
              <a:pathLst>
                <a:path extrusionOk="0" h="3852" w="10885">
                  <a:moveTo>
                    <a:pt x="7665" y="0"/>
                  </a:moveTo>
                  <a:lnTo>
                    <a:pt x="6894" y="20"/>
                  </a:lnTo>
                  <a:lnTo>
                    <a:pt x="6084" y="59"/>
                  </a:lnTo>
                  <a:lnTo>
                    <a:pt x="5275" y="138"/>
                  </a:lnTo>
                  <a:lnTo>
                    <a:pt x="4485" y="217"/>
                  </a:lnTo>
                  <a:lnTo>
                    <a:pt x="3734" y="277"/>
                  </a:lnTo>
                  <a:lnTo>
                    <a:pt x="3043" y="316"/>
                  </a:lnTo>
                  <a:lnTo>
                    <a:pt x="2727" y="336"/>
                  </a:lnTo>
                  <a:lnTo>
                    <a:pt x="2430" y="316"/>
                  </a:lnTo>
                  <a:lnTo>
                    <a:pt x="1937" y="296"/>
                  </a:lnTo>
                  <a:lnTo>
                    <a:pt x="1502" y="277"/>
                  </a:lnTo>
                  <a:lnTo>
                    <a:pt x="1166" y="296"/>
                  </a:lnTo>
                  <a:lnTo>
                    <a:pt x="1008" y="316"/>
                  </a:lnTo>
                  <a:lnTo>
                    <a:pt x="870" y="356"/>
                  </a:lnTo>
                  <a:lnTo>
                    <a:pt x="751" y="395"/>
                  </a:lnTo>
                  <a:lnTo>
                    <a:pt x="633" y="474"/>
                  </a:lnTo>
                  <a:lnTo>
                    <a:pt x="534" y="533"/>
                  </a:lnTo>
                  <a:lnTo>
                    <a:pt x="455" y="632"/>
                  </a:lnTo>
                  <a:lnTo>
                    <a:pt x="356" y="751"/>
                  </a:lnTo>
                  <a:lnTo>
                    <a:pt x="277" y="889"/>
                  </a:lnTo>
                  <a:lnTo>
                    <a:pt x="218" y="1027"/>
                  </a:lnTo>
                  <a:lnTo>
                    <a:pt x="139" y="1205"/>
                  </a:lnTo>
                  <a:lnTo>
                    <a:pt x="80" y="1383"/>
                  </a:lnTo>
                  <a:lnTo>
                    <a:pt x="40" y="1560"/>
                  </a:lnTo>
                  <a:lnTo>
                    <a:pt x="21" y="1718"/>
                  </a:lnTo>
                  <a:lnTo>
                    <a:pt x="1" y="1876"/>
                  </a:lnTo>
                  <a:lnTo>
                    <a:pt x="1" y="2015"/>
                  </a:lnTo>
                  <a:lnTo>
                    <a:pt x="21" y="2153"/>
                  </a:lnTo>
                  <a:lnTo>
                    <a:pt x="60" y="2291"/>
                  </a:lnTo>
                  <a:lnTo>
                    <a:pt x="100" y="2410"/>
                  </a:lnTo>
                  <a:lnTo>
                    <a:pt x="159" y="2528"/>
                  </a:lnTo>
                  <a:lnTo>
                    <a:pt x="238" y="2647"/>
                  </a:lnTo>
                  <a:lnTo>
                    <a:pt x="317" y="2765"/>
                  </a:lnTo>
                  <a:lnTo>
                    <a:pt x="416" y="2864"/>
                  </a:lnTo>
                  <a:lnTo>
                    <a:pt x="613" y="3042"/>
                  </a:lnTo>
                  <a:lnTo>
                    <a:pt x="870" y="3200"/>
                  </a:lnTo>
                  <a:lnTo>
                    <a:pt x="1028" y="3279"/>
                  </a:lnTo>
                  <a:lnTo>
                    <a:pt x="1186" y="3338"/>
                  </a:lnTo>
                  <a:lnTo>
                    <a:pt x="1384" y="3397"/>
                  </a:lnTo>
                  <a:lnTo>
                    <a:pt x="1601" y="3457"/>
                  </a:lnTo>
                  <a:lnTo>
                    <a:pt x="2095" y="3536"/>
                  </a:lnTo>
                  <a:lnTo>
                    <a:pt x="2628" y="3595"/>
                  </a:lnTo>
                  <a:lnTo>
                    <a:pt x="3754" y="3694"/>
                  </a:lnTo>
                  <a:lnTo>
                    <a:pt x="4287" y="3733"/>
                  </a:lnTo>
                  <a:lnTo>
                    <a:pt x="4781" y="3792"/>
                  </a:lnTo>
                  <a:lnTo>
                    <a:pt x="5275" y="3832"/>
                  </a:lnTo>
                  <a:lnTo>
                    <a:pt x="5788" y="3852"/>
                  </a:lnTo>
                  <a:lnTo>
                    <a:pt x="6341" y="3852"/>
                  </a:lnTo>
                  <a:lnTo>
                    <a:pt x="6934" y="3812"/>
                  </a:lnTo>
                  <a:lnTo>
                    <a:pt x="7507" y="3753"/>
                  </a:lnTo>
                  <a:lnTo>
                    <a:pt x="8079" y="3674"/>
                  </a:lnTo>
                  <a:lnTo>
                    <a:pt x="8632" y="3575"/>
                  </a:lnTo>
                  <a:lnTo>
                    <a:pt x="9166" y="3437"/>
                  </a:lnTo>
                  <a:lnTo>
                    <a:pt x="9640" y="3299"/>
                  </a:lnTo>
                  <a:lnTo>
                    <a:pt x="10015" y="3180"/>
                  </a:lnTo>
                  <a:lnTo>
                    <a:pt x="10311" y="3062"/>
                  </a:lnTo>
                  <a:lnTo>
                    <a:pt x="10548" y="2943"/>
                  </a:lnTo>
                  <a:lnTo>
                    <a:pt x="10805" y="2805"/>
                  </a:lnTo>
                  <a:lnTo>
                    <a:pt x="10884" y="2746"/>
                  </a:lnTo>
                  <a:lnTo>
                    <a:pt x="10884" y="2627"/>
                  </a:lnTo>
                  <a:lnTo>
                    <a:pt x="10825" y="2351"/>
                  </a:lnTo>
                  <a:lnTo>
                    <a:pt x="10785" y="2153"/>
                  </a:lnTo>
                  <a:lnTo>
                    <a:pt x="10726" y="1936"/>
                  </a:lnTo>
                  <a:lnTo>
                    <a:pt x="10627" y="1718"/>
                  </a:lnTo>
                  <a:lnTo>
                    <a:pt x="10529" y="1481"/>
                  </a:lnTo>
                  <a:lnTo>
                    <a:pt x="10390" y="1225"/>
                  </a:lnTo>
                  <a:lnTo>
                    <a:pt x="10213" y="988"/>
                  </a:lnTo>
                  <a:lnTo>
                    <a:pt x="10015" y="770"/>
                  </a:lnTo>
                  <a:lnTo>
                    <a:pt x="9778" y="553"/>
                  </a:lnTo>
                  <a:lnTo>
                    <a:pt x="9640" y="454"/>
                  </a:lnTo>
                  <a:lnTo>
                    <a:pt x="9502" y="375"/>
                  </a:lnTo>
                  <a:lnTo>
                    <a:pt x="9344" y="296"/>
                  </a:lnTo>
                  <a:lnTo>
                    <a:pt x="9186" y="217"/>
                  </a:lnTo>
                  <a:lnTo>
                    <a:pt x="9008" y="158"/>
                  </a:lnTo>
                  <a:lnTo>
                    <a:pt x="8830" y="99"/>
                  </a:lnTo>
                  <a:lnTo>
                    <a:pt x="8632" y="59"/>
                  </a:lnTo>
                  <a:lnTo>
                    <a:pt x="8415" y="40"/>
                  </a:lnTo>
                  <a:lnTo>
                    <a:pt x="8040" y="20"/>
                  </a:lnTo>
                  <a:lnTo>
                    <a:pt x="766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8"/>
            <p:cNvSpPr/>
            <p:nvPr/>
          </p:nvSpPr>
          <p:spPr>
            <a:xfrm>
              <a:off x="4061491" y="-1489475"/>
              <a:ext cx="86156" cy="83938"/>
            </a:xfrm>
            <a:custGeom>
              <a:rect b="b" l="l" r="r" t="t"/>
              <a:pathLst>
                <a:path extrusionOk="0" h="2233" w="2292">
                  <a:moveTo>
                    <a:pt x="1106" y="119"/>
                  </a:moveTo>
                  <a:lnTo>
                    <a:pt x="1343" y="138"/>
                  </a:lnTo>
                  <a:lnTo>
                    <a:pt x="1580" y="138"/>
                  </a:lnTo>
                  <a:lnTo>
                    <a:pt x="1798" y="178"/>
                  </a:lnTo>
                  <a:lnTo>
                    <a:pt x="1956" y="237"/>
                  </a:lnTo>
                  <a:lnTo>
                    <a:pt x="2015" y="277"/>
                  </a:lnTo>
                  <a:lnTo>
                    <a:pt x="2074" y="356"/>
                  </a:lnTo>
                  <a:lnTo>
                    <a:pt x="2114" y="435"/>
                  </a:lnTo>
                  <a:lnTo>
                    <a:pt x="2153" y="533"/>
                  </a:lnTo>
                  <a:lnTo>
                    <a:pt x="2193" y="770"/>
                  </a:lnTo>
                  <a:lnTo>
                    <a:pt x="2193" y="1047"/>
                  </a:lnTo>
                  <a:lnTo>
                    <a:pt x="2153" y="1323"/>
                  </a:lnTo>
                  <a:lnTo>
                    <a:pt x="2133" y="1442"/>
                  </a:lnTo>
                  <a:lnTo>
                    <a:pt x="2074" y="1580"/>
                  </a:lnTo>
                  <a:lnTo>
                    <a:pt x="2035" y="1679"/>
                  </a:lnTo>
                  <a:lnTo>
                    <a:pt x="1956" y="1778"/>
                  </a:lnTo>
                  <a:lnTo>
                    <a:pt x="1877" y="1877"/>
                  </a:lnTo>
                  <a:lnTo>
                    <a:pt x="1798" y="1936"/>
                  </a:lnTo>
                  <a:lnTo>
                    <a:pt x="1699" y="1975"/>
                  </a:lnTo>
                  <a:lnTo>
                    <a:pt x="1580" y="2015"/>
                  </a:lnTo>
                  <a:lnTo>
                    <a:pt x="1343" y="2074"/>
                  </a:lnTo>
                  <a:lnTo>
                    <a:pt x="1067" y="2094"/>
                  </a:lnTo>
                  <a:lnTo>
                    <a:pt x="810" y="2114"/>
                  </a:lnTo>
                  <a:lnTo>
                    <a:pt x="553" y="2094"/>
                  </a:lnTo>
                  <a:lnTo>
                    <a:pt x="356" y="2054"/>
                  </a:lnTo>
                  <a:lnTo>
                    <a:pt x="217" y="1995"/>
                  </a:lnTo>
                  <a:lnTo>
                    <a:pt x="178" y="1956"/>
                  </a:lnTo>
                  <a:lnTo>
                    <a:pt x="158" y="1936"/>
                  </a:lnTo>
                  <a:lnTo>
                    <a:pt x="158" y="1798"/>
                  </a:lnTo>
                  <a:lnTo>
                    <a:pt x="158" y="1600"/>
                  </a:lnTo>
                  <a:lnTo>
                    <a:pt x="178" y="1343"/>
                  </a:lnTo>
                  <a:lnTo>
                    <a:pt x="217" y="1047"/>
                  </a:lnTo>
                  <a:lnTo>
                    <a:pt x="257" y="751"/>
                  </a:lnTo>
                  <a:lnTo>
                    <a:pt x="336" y="494"/>
                  </a:lnTo>
                  <a:lnTo>
                    <a:pt x="415" y="277"/>
                  </a:lnTo>
                  <a:lnTo>
                    <a:pt x="454" y="198"/>
                  </a:lnTo>
                  <a:lnTo>
                    <a:pt x="494" y="158"/>
                  </a:lnTo>
                  <a:lnTo>
                    <a:pt x="672" y="138"/>
                  </a:lnTo>
                  <a:lnTo>
                    <a:pt x="1106" y="119"/>
                  </a:lnTo>
                  <a:close/>
                  <a:moveTo>
                    <a:pt x="1067" y="0"/>
                  </a:moveTo>
                  <a:lnTo>
                    <a:pt x="593" y="20"/>
                  </a:lnTo>
                  <a:lnTo>
                    <a:pt x="395" y="40"/>
                  </a:lnTo>
                  <a:lnTo>
                    <a:pt x="336" y="99"/>
                  </a:lnTo>
                  <a:lnTo>
                    <a:pt x="277" y="178"/>
                  </a:lnTo>
                  <a:lnTo>
                    <a:pt x="198" y="415"/>
                  </a:lnTo>
                  <a:lnTo>
                    <a:pt x="119" y="711"/>
                  </a:lnTo>
                  <a:lnTo>
                    <a:pt x="59" y="1047"/>
                  </a:lnTo>
                  <a:lnTo>
                    <a:pt x="20" y="1363"/>
                  </a:lnTo>
                  <a:lnTo>
                    <a:pt x="0" y="1659"/>
                  </a:lnTo>
                  <a:lnTo>
                    <a:pt x="0" y="1896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59" y="2114"/>
                  </a:lnTo>
                  <a:lnTo>
                    <a:pt x="237" y="2173"/>
                  </a:lnTo>
                  <a:lnTo>
                    <a:pt x="454" y="2212"/>
                  </a:lnTo>
                  <a:lnTo>
                    <a:pt x="731" y="2232"/>
                  </a:lnTo>
                  <a:lnTo>
                    <a:pt x="1027" y="2232"/>
                  </a:lnTo>
                  <a:lnTo>
                    <a:pt x="1324" y="2193"/>
                  </a:lnTo>
                  <a:lnTo>
                    <a:pt x="1600" y="2133"/>
                  </a:lnTo>
                  <a:lnTo>
                    <a:pt x="1738" y="2094"/>
                  </a:lnTo>
                  <a:lnTo>
                    <a:pt x="1837" y="2035"/>
                  </a:lnTo>
                  <a:lnTo>
                    <a:pt x="1936" y="1975"/>
                  </a:lnTo>
                  <a:lnTo>
                    <a:pt x="2035" y="1877"/>
                  </a:lnTo>
                  <a:lnTo>
                    <a:pt x="2114" y="1758"/>
                  </a:lnTo>
                  <a:lnTo>
                    <a:pt x="2173" y="1640"/>
                  </a:lnTo>
                  <a:lnTo>
                    <a:pt x="2212" y="1501"/>
                  </a:lnTo>
                  <a:lnTo>
                    <a:pt x="2252" y="1343"/>
                  </a:lnTo>
                  <a:lnTo>
                    <a:pt x="2291" y="1047"/>
                  </a:lnTo>
                  <a:lnTo>
                    <a:pt x="2291" y="731"/>
                  </a:lnTo>
                  <a:lnTo>
                    <a:pt x="2272" y="593"/>
                  </a:lnTo>
                  <a:lnTo>
                    <a:pt x="2252" y="474"/>
                  </a:lnTo>
                  <a:lnTo>
                    <a:pt x="2212" y="356"/>
                  </a:lnTo>
                  <a:lnTo>
                    <a:pt x="2153" y="257"/>
                  </a:lnTo>
                  <a:lnTo>
                    <a:pt x="2094" y="178"/>
                  </a:lnTo>
                  <a:lnTo>
                    <a:pt x="2035" y="119"/>
                  </a:lnTo>
                  <a:lnTo>
                    <a:pt x="1857" y="59"/>
                  </a:lnTo>
                  <a:lnTo>
                    <a:pt x="1600" y="20"/>
                  </a:lnTo>
                  <a:lnTo>
                    <a:pt x="1343" y="20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8"/>
            <p:cNvSpPr/>
            <p:nvPr/>
          </p:nvSpPr>
          <p:spPr>
            <a:xfrm>
              <a:off x="4011006" y="-1882265"/>
              <a:ext cx="351955" cy="350489"/>
            </a:xfrm>
            <a:custGeom>
              <a:rect b="b" l="l" r="r" t="t"/>
              <a:pathLst>
                <a:path extrusionOk="0" h="9324" w="9363">
                  <a:moveTo>
                    <a:pt x="4859" y="376"/>
                  </a:moveTo>
                  <a:lnTo>
                    <a:pt x="5234" y="395"/>
                  </a:lnTo>
                  <a:lnTo>
                    <a:pt x="5610" y="455"/>
                  </a:lnTo>
                  <a:lnTo>
                    <a:pt x="5965" y="514"/>
                  </a:lnTo>
                  <a:lnTo>
                    <a:pt x="6163" y="573"/>
                  </a:lnTo>
                  <a:lnTo>
                    <a:pt x="6340" y="632"/>
                  </a:lnTo>
                  <a:lnTo>
                    <a:pt x="6696" y="771"/>
                  </a:lnTo>
                  <a:lnTo>
                    <a:pt x="7052" y="968"/>
                  </a:lnTo>
                  <a:lnTo>
                    <a:pt x="7387" y="1205"/>
                  </a:lnTo>
                  <a:lnTo>
                    <a:pt x="7684" y="1482"/>
                  </a:lnTo>
                  <a:lnTo>
                    <a:pt x="7980" y="1798"/>
                  </a:lnTo>
                  <a:lnTo>
                    <a:pt x="8237" y="2133"/>
                  </a:lnTo>
                  <a:lnTo>
                    <a:pt x="8454" y="2489"/>
                  </a:lnTo>
                  <a:lnTo>
                    <a:pt x="8651" y="2884"/>
                  </a:lnTo>
                  <a:lnTo>
                    <a:pt x="8790" y="3299"/>
                  </a:lnTo>
                  <a:lnTo>
                    <a:pt x="8849" y="3496"/>
                  </a:lnTo>
                  <a:lnTo>
                    <a:pt x="8908" y="3714"/>
                  </a:lnTo>
                  <a:lnTo>
                    <a:pt x="8928" y="3931"/>
                  </a:lnTo>
                  <a:lnTo>
                    <a:pt x="8948" y="4168"/>
                  </a:lnTo>
                  <a:lnTo>
                    <a:pt x="8967" y="4385"/>
                  </a:lnTo>
                  <a:lnTo>
                    <a:pt x="8948" y="4622"/>
                  </a:lnTo>
                  <a:lnTo>
                    <a:pt x="8928" y="4839"/>
                  </a:lnTo>
                  <a:lnTo>
                    <a:pt x="8908" y="5077"/>
                  </a:lnTo>
                  <a:lnTo>
                    <a:pt x="8849" y="5294"/>
                  </a:lnTo>
                  <a:lnTo>
                    <a:pt x="8790" y="5531"/>
                  </a:lnTo>
                  <a:lnTo>
                    <a:pt x="8711" y="5768"/>
                  </a:lnTo>
                  <a:lnTo>
                    <a:pt x="8612" y="6005"/>
                  </a:lnTo>
                  <a:lnTo>
                    <a:pt x="8493" y="6242"/>
                  </a:lnTo>
                  <a:lnTo>
                    <a:pt x="8375" y="6459"/>
                  </a:lnTo>
                  <a:lnTo>
                    <a:pt x="8237" y="6676"/>
                  </a:lnTo>
                  <a:lnTo>
                    <a:pt x="8098" y="6894"/>
                  </a:lnTo>
                  <a:lnTo>
                    <a:pt x="7940" y="7111"/>
                  </a:lnTo>
                  <a:lnTo>
                    <a:pt x="7782" y="7308"/>
                  </a:lnTo>
                  <a:lnTo>
                    <a:pt x="7605" y="7486"/>
                  </a:lnTo>
                  <a:lnTo>
                    <a:pt x="7427" y="7664"/>
                  </a:lnTo>
                  <a:lnTo>
                    <a:pt x="7249" y="7842"/>
                  </a:lnTo>
                  <a:lnTo>
                    <a:pt x="7052" y="8000"/>
                  </a:lnTo>
                  <a:lnTo>
                    <a:pt x="6854" y="8158"/>
                  </a:lnTo>
                  <a:lnTo>
                    <a:pt x="6637" y="8296"/>
                  </a:lnTo>
                  <a:lnTo>
                    <a:pt x="6439" y="8415"/>
                  </a:lnTo>
                  <a:lnTo>
                    <a:pt x="6222" y="8533"/>
                  </a:lnTo>
                  <a:lnTo>
                    <a:pt x="6005" y="8632"/>
                  </a:lnTo>
                  <a:lnTo>
                    <a:pt x="5768" y="8711"/>
                  </a:lnTo>
                  <a:lnTo>
                    <a:pt x="5531" y="8790"/>
                  </a:lnTo>
                  <a:lnTo>
                    <a:pt x="5313" y="8849"/>
                  </a:lnTo>
                  <a:lnTo>
                    <a:pt x="5076" y="8908"/>
                  </a:lnTo>
                  <a:lnTo>
                    <a:pt x="4820" y="8928"/>
                  </a:lnTo>
                  <a:lnTo>
                    <a:pt x="4583" y="8948"/>
                  </a:lnTo>
                  <a:lnTo>
                    <a:pt x="4345" y="8948"/>
                  </a:lnTo>
                  <a:lnTo>
                    <a:pt x="4089" y="8928"/>
                  </a:lnTo>
                  <a:lnTo>
                    <a:pt x="3852" y="8889"/>
                  </a:lnTo>
                  <a:lnTo>
                    <a:pt x="3595" y="8829"/>
                  </a:lnTo>
                  <a:lnTo>
                    <a:pt x="3338" y="8750"/>
                  </a:lnTo>
                  <a:lnTo>
                    <a:pt x="3101" y="8671"/>
                  </a:lnTo>
                  <a:lnTo>
                    <a:pt x="2844" y="8553"/>
                  </a:lnTo>
                  <a:lnTo>
                    <a:pt x="2607" y="8434"/>
                  </a:lnTo>
                  <a:lnTo>
                    <a:pt x="2351" y="8276"/>
                  </a:lnTo>
                  <a:lnTo>
                    <a:pt x="2114" y="8099"/>
                  </a:lnTo>
                  <a:lnTo>
                    <a:pt x="1857" y="7921"/>
                  </a:lnTo>
                  <a:lnTo>
                    <a:pt x="1521" y="7605"/>
                  </a:lnTo>
                  <a:lnTo>
                    <a:pt x="1343" y="7427"/>
                  </a:lnTo>
                  <a:lnTo>
                    <a:pt x="1165" y="7229"/>
                  </a:lnTo>
                  <a:lnTo>
                    <a:pt x="988" y="7012"/>
                  </a:lnTo>
                  <a:lnTo>
                    <a:pt x="830" y="6775"/>
                  </a:lnTo>
                  <a:lnTo>
                    <a:pt x="691" y="6518"/>
                  </a:lnTo>
                  <a:lnTo>
                    <a:pt x="573" y="6262"/>
                  </a:lnTo>
                  <a:lnTo>
                    <a:pt x="474" y="5965"/>
                  </a:lnTo>
                  <a:lnTo>
                    <a:pt x="395" y="5669"/>
                  </a:lnTo>
                  <a:lnTo>
                    <a:pt x="356" y="5333"/>
                  </a:lnTo>
                  <a:lnTo>
                    <a:pt x="356" y="4998"/>
                  </a:lnTo>
                  <a:lnTo>
                    <a:pt x="375" y="4622"/>
                  </a:lnTo>
                  <a:lnTo>
                    <a:pt x="454" y="4247"/>
                  </a:lnTo>
                  <a:lnTo>
                    <a:pt x="593" y="3832"/>
                  </a:lnTo>
                  <a:lnTo>
                    <a:pt x="770" y="3398"/>
                  </a:lnTo>
                  <a:lnTo>
                    <a:pt x="1007" y="2904"/>
                  </a:lnTo>
                  <a:lnTo>
                    <a:pt x="1264" y="2469"/>
                  </a:lnTo>
                  <a:lnTo>
                    <a:pt x="1541" y="2074"/>
                  </a:lnTo>
                  <a:lnTo>
                    <a:pt x="1837" y="1719"/>
                  </a:lnTo>
                  <a:lnTo>
                    <a:pt x="2133" y="1422"/>
                  </a:lnTo>
                  <a:lnTo>
                    <a:pt x="2449" y="1166"/>
                  </a:lnTo>
                  <a:lnTo>
                    <a:pt x="2765" y="948"/>
                  </a:lnTo>
                  <a:lnTo>
                    <a:pt x="3101" y="751"/>
                  </a:lnTo>
                  <a:lnTo>
                    <a:pt x="3437" y="613"/>
                  </a:lnTo>
                  <a:lnTo>
                    <a:pt x="3792" y="514"/>
                  </a:lnTo>
                  <a:lnTo>
                    <a:pt x="4148" y="435"/>
                  </a:lnTo>
                  <a:lnTo>
                    <a:pt x="4504" y="395"/>
                  </a:lnTo>
                  <a:lnTo>
                    <a:pt x="4859" y="376"/>
                  </a:lnTo>
                  <a:close/>
                  <a:moveTo>
                    <a:pt x="4899" y="0"/>
                  </a:moveTo>
                  <a:lnTo>
                    <a:pt x="4504" y="20"/>
                  </a:lnTo>
                  <a:lnTo>
                    <a:pt x="4108" y="59"/>
                  </a:lnTo>
                  <a:lnTo>
                    <a:pt x="3733" y="138"/>
                  </a:lnTo>
                  <a:lnTo>
                    <a:pt x="3358" y="257"/>
                  </a:lnTo>
                  <a:lnTo>
                    <a:pt x="2983" y="415"/>
                  </a:lnTo>
                  <a:lnTo>
                    <a:pt x="2627" y="613"/>
                  </a:lnTo>
                  <a:lnTo>
                    <a:pt x="2272" y="850"/>
                  </a:lnTo>
                  <a:lnTo>
                    <a:pt x="1936" y="1146"/>
                  </a:lnTo>
                  <a:lnTo>
                    <a:pt x="1600" y="1462"/>
                  </a:lnTo>
                  <a:lnTo>
                    <a:pt x="1284" y="1857"/>
                  </a:lnTo>
                  <a:lnTo>
                    <a:pt x="988" y="2272"/>
                  </a:lnTo>
                  <a:lnTo>
                    <a:pt x="711" y="2766"/>
                  </a:lnTo>
                  <a:lnTo>
                    <a:pt x="435" y="3299"/>
                  </a:lnTo>
                  <a:lnTo>
                    <a:pt x="257" y="3753"/>
                  </a:lnTo>
                  <a:lnTo>
                    <a:pt x="119" y="4207"/>
                  </a:lnTo>
                  <a:lnTo>
                    <a:pt x="20" y="4622"/>
                  </a:lnTo>
                  <a:lnTo>
                    <a:pt x="0" y="5017"/>
                  </a:lnTo>
                  <a:lnTo>
                    <a:pt x="0" y="5393"/>
                  </a:lnTo>
                  <a:lnTo>
                    <a:pt x="40" y="5748"/>
                  </a:lnTo>
                  <a:lnTo>
                    <a:pt x="119" y="6084"/>
                  </a:lnTo>
                  <a:lnTo>
                    <a:pt x="237" y="6400"/>
                  </a:lnTo>
                  <a:lnTo>
                    <a:pt x="375" y="6696"/>
                  </a:lnTo>
                  <a:lnTo>
                    <a:pt x="514" y="6953"/>
                  </a:lnTo>
                  <a:lnTo>
                    <a:pt x="691" y="7210"/>
                  </a:lnTo>
                  <a:lnTo>
                    <a:pt x="869" y="7447"/>
                  </a:lnTo>
                  <a:lnTo>
                    <a:pt x="1067" y="7664"/>
                  </a:lnTo>
                  <a:lnTo>
                    <a:pt x="1264" y="7862"/>
                  </a:lnTo>
                  <a:lnTo>
                    <a:pt x="1639" y="8197"/>
                  </a:lnTo>
                  <a:lnTo>
                    <a:pt x="1896" y="8415"/>
                  </a:lnTo>
                  <a:lnTo>
                    <a:pt x="2173" y="8592"/>
                  </a:lnTo>
                  <a:lnTo>
                    <a:pt x="2430" y="8750"/>
                  </a:lnTo>
                  <a:lnTo>
                    <a:pt x="2706" y="8908"/>
                  </a:lnTo>
                  <a:lnTo>
                    <a:pt x="2983" y="9027"/>
                  </a:lnTo>
                  <a:lnTo>
                    <a:pt x="3259" y="9126"/>
                  </a:lnTo>
                  <a:lnTo>
                    <a:pt x="3516" y="9205"/>
                  </a:lnTo>
                  <a:lnTo>
                    <a:pt x="3792" y="9264"/>
                  </a:lnTo>
                  <a:lnTo>
                    <a:pt x="4069" y="9303"/>
                  </a:lnTo>
                  <a:lnTo>
                    <a:pt x="4326" y="9323"/>
                  </a:lnTo>
                  <a:lnTo>
                    <a:pt x="4602" y="9323"/>
                  </a:lnTo>
                  <a:lnTo>
                    <a:pt x="4859" y="9303"/>
                  </a:lnTo>
                  <a:lnTo>
                    <a:pt x="5136" y="9264"/>
                  </a:lnTo>
                  <a:lnTo>
                    <a:pt x="5392" y="9224"/>
                  </a:lnTo>
                  <a:lnTo>
                    <a:pt x="5629" y="9165"/>
                  </a:lnTo>
                  <a:lnTo>
                    <a:pt x="5886" y="9086"/>
                  </a:lnTo>
                  <a:lnTo>
                    <a:pt x="6143" y="8987"/>
                  </a:lnTo>
                  <a:lnTo>
                    <a:pt x="6380" y="8869"/>
                  </a:lnTo>
                  <a:lnTo>
                    <a:pt x="6617" y="8750"/>
                  </a:lnTo>
                  <a:lnTo>
                    <a:pt x="6834" y="8612"/>
                  </a:lnTo>
                  <a:lnTo>
                    <a:pt x="7071" y="8454"/>
                  </a:lnTo>
                  <a:lnTo>
                    <a:pt x="7289" y="8296"/>
                  </a:lnTo>
                  <a:lnTo>
                    <a:pt x="7486" y="8118"/>
                  </a:lnTo>
                  <a:lnTo>
                    <a:pt x="7684" y="7941"/>
                  </a:lnTo>
                  <a:lnTo>
                    <a:pt x="7881" y="7743"/>
                  </a:lnTo>
                  <a:lnTo>
                    <a:pt x="8079" y="7546"/>
                  </a:lnTo>
                  <a:lnTo>
                    <a:pt x="8256" y="7328"/>
                  </a:lnTo>
                  <a:lnTo>
                    <a:pt x="8414" y="7091"/>
                  </a:lnTo>
                  <a:lnTo>
                    <a:pt x="8572" y="6854"/>
                  </a:lnTo>
                  <a:lnTo>
                    <a:pt x="8711" y="6617"/>
                  </a:lnTo>
                  <a:lnTo>
                    <a:pt x="8849" y="6380"/>
                  </a:lnTo>
                  <a:lnTo>
                    <a:pt x="8987" y="6123"/>
                  </a:lnTo>
                  <a:lnTo>
                    <a:pt x="9086" y="5867"/>
                  </a:lnTo>
                  <a:lnTo>
                    <a:pt x="9165" y="5610"/>
                  </a:lnTo>
                  <a:lnTo>
                    <a:pt x="9244" y="5353"/>
                  </a:lnTo>
                  <a:lnTo>
                    <a:pt x="9303" y="5116"/>
                  </a:lnTo>
                  <a:lnTo>
                    <a:pt x="9343" y="4859"/>
                  </a:lnTo>
                  <a:lnTo>
                    <a:pt x="9363" y="4602"/>
                  </a:lnTo>
                  <a:lnTo>
                    <a:pt x="9363" y="4365"/>
                  </a:lnTo>
                  <a:lnTo>
                    <a:pt x="9363" y="4109"/>
                  </a:lnTo>
                  <a:lnTo>
                    <a:pt x="9323" y="3872"/>
                  </a:lnTo>
                  <a:lnTo>
                    <a:pt x="9303" y="3635"/>
                  </a:lnTo>
                  <a:lnTo>
                    <a:pt x="9244" y="3398"/>
                  </a:lnTo>
                  <a:lnTo>
                    <a:pt x="9185" y="3180"/>
                  </a:lnTo>
                  <a:lnTo>
                    <a:pt x="9106" y="2943"/>
                  </a:lnTo>
                  <a:lnTo>
                    <a:pt x="9027" y="2726"/>
                  </a:lnTo>
                  <a:lnTo>
                    <a:pt x="8928" y="2509"/>
                  </a:lnTo>
                  <a:lnTo>
                    <a:pt x="8809" y="2311"/>
                  </a:lnTo>
                  <a:lnTo>
                    <a:pt x="8572" y="1916"/>
                  </a:lnTo>
                  <a:lnTo>
                    <a:pt x="8296" y="1541"/>
                  </a:lnTo>
                  <a:lnTo>
                    <a:pt x="7980" y="1205"/>
                  </a:lnTo>
                  <a:lnTo>
                    <a:pt x="7644" y="909"/>
                  </a:lnTo>
                  <a:lnTo>
                    <a:pt x="7289" y="652"/>
                  </a:lnTo>
                  <a:lnTo>
                    <a:pt x="6913" y="435"/>
                  </a:lnTo>
                  <a:lnTo>
                    <a:pt x="6716" y="336"/>
                  </a:lnTo>
                  <a:lnTo>
                    <a:pt x="6518" y="257"/>
                  </a:lnTo>
                  <a:lnTo>
                    <a:pt x="6321" y="198"/>
                  </a:lnTo>
                  <a:lnTo>
                    <a:pt x="6103" y="158"/>
                  </a:lnTo>
                  <a:lnTo>
                    <a:pt x="5708" y="79"/>
                  </a:lnTo>
                  <a:lnTo>
                    <a:pt x="5313" y="20"/>
                  </a:lnTo>
                  <a:lnTo>
                    <a:pt x="48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8"/>
            <p:cNvSpPr/>
            <p:nvPr/>
          </p:nvSpPr>
          <p:spPr>
            <a:xfrm>
              <a:off x="4556002" y="-1142735"/>
              <a:ext cx="752" cy="789"/>
            </a:xfrm>
            <a:custGeom>
              <a:rect b="b" l="l" r="r" t="t"/>
              <a:pathLst>
                <a:path extrusionOk="0" h="21" w="20">
                  <a:moveTo>
                    <a:pt x="20" y="20"/>
                  </a:move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8"/>
            <p:cNvSpPr/>
            <p:nvPr/>
          </p:nvSpPr>
          <p:spPr>
            <a:xfrm>
              <a:off x="4619831" y="-1325390"/>
              <a:ext cx="38" cy="789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8"/>
            <p:cNvSpPr/>
            <p:nvPr/>
          </p:nvSpPr>
          <p:spPr>
            <a:xfrm>
              <a:off x="4475782" y="-1401136"/>
              <a:ext cx="160434" cy="330454"/>
            </a:xfrm>
            <a:custGeom>
              <a:rect b="b" l="l" r="r" t="t"/>
              <a:pathLst>
                <a:path extrusionOk="0" h="8791" w="4268">
                  <a:moveTo>
                    <a:pt x="2450" y="5551"/>
                  </a:moveTo>
                  <a:lnTo>
                    <a:pt x="2470" y="5610"/>
                  </a:lnTo>
                  <a:lnTo>
                    <a:pt x="2490" y="5669"/>
                  </a:lnTo>
                  <a:lnTo>
                    <a:pt x="2509" y="5669"/>
                  </a:lnTo>
                  <a:lnTo>
                    <a:pt x="2529" y="5650"/>
                  </a:lnTo>
                  <a:lnTo>
                    <a:pt x="2529" y="5610"/>
                  </a:lnTo>
                  <a:lnTo>
                    <a:pt x="2569" y="5590"/>
                  </a:lnTo>
                  <a:lnTo>
                    <a:pt x="2529" y="5590"/>
                  </a:lnTo>
                  <a:lnTo>
                    <a:pt x="2509" y="5571"/>
                  </a:lnTo>
                  <a:lnTo>
                    <a:pt x="2470" y="5551"/>
                  </a:lnTo>
                  <a:close/>
                  <a:moveTo>
                    <a:pt x="3062" y="1"/>
                  </a:moveTo>
                  <a:lnTo>
                    <a:pt x="3082" y="40"/>
                  </a:lnTo>
                  <a:lnTo>
                    <a:pt x="3082" y="60"/>
                  </a:lnTo>
                  <a:lnTo>
                    <a:pt x="3043" y="119"/>
                  </a:lnTo>
                  <a:lnTo>
                    <a:pt x="3043" y="139"/>
                  </a:lnTo>
                  <a:lnTo>
                    <a:pt x="3043" y="159"/>
                  </a:lnTo>
                  <a:lnTo>
                    <a:pt x="3023" y="198"/>
                  </a:lnTo>
                  <a:lnTo>
                    <a:pt x="3003" y="238"/>
                  </a:lnTo>
                  <a:lnTo>
                    <a:pt x="2944" y="297"/>
                  </a:lnTo>
                  <a:lnTo>
                    <a:pt x="2924" y="317"/>
                  </a:lnTo>
                  <a:lnTo>
                    <a:pt x="2924" y="336"/>
                  </a:lnTo>
                  <a:lnTo>
                    <a:pt x="2924" y="376"/>
                  </a:lnTo>
                  <a:lnTo>
                    <a:pt x="2964" y="415"/>
                  </a:lnTo>
                  <a:lnTo>
                    <a:pt x="3003" y="396"/>
                  </a:lnTo>
                  <a:lnTo>
                    <a:pt x="3043" y="396"/>
                  </a:lnTo>
                  <a:lnTo>
                    <a:pt x="3062" y="415"/>
                  </a:lnTo>
                  <a:lnTo>
                    <a:pt x="3023" y="435"/>
                  </a:lnTo>
                  <a:lnTo>
                    <a:pt x="3003" y="455"/>
                  </a:lnTo>
                  <a:lnTo>
                    <a:pt x="2983" y="475"/>
                  </a:lnTo>
                  <a:lnTo>
                    <a:pt x="2964" y="475"/>
                  </a:lnTo>
                  <a:lnTo>
                    <a:pt x="2944" y="435"/>
                  </a:lnTo>
                  <a:lnTo>
                    <a:pt x="2904" y="514"/>
                  </a:lnTo>
                  <a:lnTo>
                    <a:pt x="2885" y="554"/>
                  </a:lnTo>
                  <a:lnTo>
                    <a:pt x="2964" y="593"/>
                  </a:lnTo>
                  <a:lnTo>
                    <a:pt x="2983" y="633"/>
                  </a:lnTo>
                  <a:lnTo>
                    <a:pt x="3003" y="652"/>
                  </a:lnTo>
                  <a:lnTo>
                    <a:pt x="2964" y="672"/>
                  </a:lnTo>
                  <a:lnTo>
                    <a:pt x="2944" y="672"/>
                  </a:lnTo>
                  <a:lnTo>
                    <a:pt x="2904" y="652"/>
                  </a:lnTo>
                  <a:lnTo>
                    <a:pt x="2865" y="613"/>
                  </a:lnTo>
                  <a:lnTo>
                    <a:pt x="2845" y="593"/>
                  </a:lnTo>
                  <a:lnTo>
                    <a:pt x="2806" y="613"/>
                  </a:lnTo>
                  <a:lnTo>
                    <a:pt x="2825" y="731"/>
                  </a:lnTo>
                  <a:lnTo>
                    <a:pt x="2766" y="731"/>
                  </a:lnTo>
                  <a:lnTo>
                    <a:pt x="2727" y="771"/>
                  </a:lnTo>
                  <a:lnTo>
                    <a:pt x="2707" y="830"/>
                  </a:lnTo>
                  <a:lnTo>
                    <a:pt x="2707" y="949"/>
                  </a:lnTo>
                  <a:lnTo>
                    <a:pt x="2707" y="1067"/>
                  </a:lnTo>
                  <a:lnTo>
                    <a:pt x="2707" y="1126"/>
                  </a:lnTo>
                  <a:lnTo>
                    <a:pt x="2687" y="1186"/>
                  </a:lnTo>
                  <a:lnTo>
                    <a:pt x="2648" y="1146"/>
                  </a:lnTo>
                  <a:lnTo>
                    <a:pt x="2628" y="1087"/>
                  </a:lnTo>
                  <a:lnTo>
                    <a:pt x="2628" y="1028"/>
                  </a:lnTo>
                  <a:lnTo>
                    <a:pt x="2628" y="988"/>
                  </a:lnTo>
                  <a:lnTo>
                    <a:pt x="2608" y="988"/>
                  </a:lnTo>
                  <a:lnTo>
                    <a:pt x="2588" y="1008"/>
                  </a:lnTo>
                  <a:lnTo>
                    <a:pt x="2569" y="1067"/>
                  </a:lnTo>
                  <a:lnTo>
                    <a:pt x="2569" y="1107"/>
                  </a:lnTo>
                  <a:lnTo>
                    <a:pt x="2549" y="1126"/>
                  </a:lnTo>
                  <a:lnTo>
                    <a:pt x="2529" y="1146"/>
                  </a:lnTo>
                  <a:lnTo>
                    <a:pt x="2509" y="1205"/>
                  </a:lnTo>
                  <a:lnTo>
                    <a:pt x="2529" y="1245"/>
                  </a:lnTo>
                  <a:lnTo>
                    <a:pt x="2549" y="1284"/>
                  </a:lnTo>
                  <a:lnTo>
                    <a:pt x="2588" y="1304"/>
                  </a:lnTo>
                  <a:lnTo>
                    <a:pt x="2588" y="1344"/>
                  </a:lnTo>
                  <a:lnTo>
                    <a:pt x="2549" y="1344"/>
                  </a:lnTo>
                  <a:lnTo>
                    <a:pt x="2509" y="1324"/>
                  </a:lnTo>
                  <a:lnTo>
                    <a:pt x="2529" y="1383"/>
                  </a:lnTo>
                  <a:lnTo>
                    <a:pt x="2529" y="1442"/>
                  </a:lnTo>
                  <a:lnTo>
                    <a:pt x="2509" y="1541"/>
                  </a:lnTo>
                  <a:lnTo>
                    <a:pt x="2450" y="1521"/>
                  </a:lnTo>
                  <a:lnTo>
                    <a:pt x="2470" y="1640"/>
                  </a:lnTo>
                  <a:lnTo>
                    <a:pt x="2509" y="1640"/>
                  </a:lnTo>
                  <a:lnTo>
                    <a:pt x="2569" y="1680"/>
                  </a:lnTo>
                  <a:lnTo>
                    <a:pt x="2549" y="1699"/>
                  </a:lnTo>
                  <a:lnTo>
                    <a:pt x="2608" y="1680"/>
                  </a:lnTo>
                  <a:lnTo>
                    <a:pt x="2628" y="1660"/>
                  </a:lnTo>
                  <a:lnTo>
                    <a:pt x="2628" y="1561"/>
                  </a:lnTo>
                  <a:lnTo>
                    <a:pt x="2648" y="1521"/>
                  </a:lnTo>
                  <a:lnTo>
                    <a:pt x="2648" y="1482"/>
                  </a:lnTo>
                  <a:lnTo>
                    <a:pt x="2687" y="1442"/>
                  </a:lnTo>
                  <a:lnTo>
                    <a:pt x="2746" y="1442"/>
                  </a:lnTo>
                  <a:lnTo>
                    <a:pt x="2766" y="1462"/>
                  </a:lnTo>
                  <a:lnTo>
                    <a:pt x="2786" y="1462"/>
                  </a:lnTo>
                  <a:lnTo>
                    <a:pt x="2806" y="1482"/>
                  </a:lnTo>
                  <a:lnTo>
                    <a:pt x="2786" y="1502"/>
                  </a:lnTo>
                  <a:lnTo>
                    <a:pt x="2746" y="1502"/>
                  </a:lnTo>
                  <a:lnTo>
                    <a:pt x="2806" y="1541"/>
                  </a:lnTo>
                  <a:lnTo>
                    <a:pt x="2825" y="1561"/>
                  </a:lnTo>
                  <a:lnTo>
                    <a:pt x="2825" y="1541"/>
                  </a:lnTo>
                  <a:lnTo>
                    <a:pt x="2865" y="1561"/>
                  </a:lnTo>
                  <a:lnTo>
                    <a:pt x="2885" y="1581"/>
                  </a:lnTo>
                  <a:lnTo>
                    <a:pt x="2904" y="1640"/>
                  </a:lnTo>
                  <a:lnTo>
                    <a:pt x="2885" y="1699"/>
                  </a:lnTo>
                  <a:lnTo>
                    <a:pt x="2885" y="1759"/>
                  </a:lnTo>
                  <a:lnTo>
                    <a:pt x="2825" y="1759"/>
                  </a:lnTo>
                  <a:lnTo>
                    <a:pt x="2806" y="1719"/>
                  </a:lnTo>
                  <a:lnTo>
                    <a:pt x="2786" y="1660"/>
                  </a:lnTo>
                  <a:lnTo>
                    <a:pt x="2766" y="1600"/>
                  </a:lnTo>
                  <a:lnTo>
                    <a:pt x="2766" y="1660"/>
                  </a:lnTo>
                  <a:lnTo>
                    <a:pt x="2766" y="1680"/>
                  </a:lnTo>
                  <a:lnTo>
                    <a:pt x="2746" y="1699"/>
                  </a:lnTo>
                  <a:lnTo>
                    <a:pt x="2667" y="1660"/>
                  </a:lnTo>
                  <a:lnTo>
                    <a:pt x="2687" y="1719"/>
                  </a:lnTo>
                  <a:lnTo>
                    <a:pt x="2707" y="1739"/>
                  </a:lnTo>
                  <a:lnTo>
                    <a:pt x="2746" y="1739"/>
                  </a:lnTo>
                  <a:lnTo>
                    <a:pt x="2806" y="1778"/>
                  </a:lnTo>
                  <a:lnTo>
                    <a:pt x="2825" y="1798"/>
                  </a:lnTo>
                  <a:lnTo>
                    <a:pt x="2845" y="1818"/>
                  </a:lnTo>
                  <a:lnTo>
                    <a:pt x="2825" y="1838"/>
                  </a:lnTo>
                  <a:lnTo>
                    <a:pt x="2786" y="1857"/>
                  </a:lnTo>
                  <a:lnTo>
                    <a:pt x="2746" y="1877"/>
                  </a:lnTo>
                  <a:lnTo>
                    <a:pt x="2746" y="1838"/>
                  </a:lnTo>
                  <a:lnTo>
                    <a:pt x="2727" y="1897"/>
                  </a:lnTo>
                  <a:lnTo>
                    <a:pt x="2727" y="1936"/>
                  </a:lnTo>
                  <a:lnTo>
                    <a:pt x="2727" y="1976"/>
                  </a:lnTo>
                  <a:lnTo>
                    <a:pt x="2727" y="2015"/>
                  </a:lnTo>
                  <a:lnTo>
                    <a:pt x="2667" y="2015"/>
                  </a:lnTo>
                  <a:lnTo>
                    <a:pt x="2687" y="1976"/>
                  </a:lnTo>
                  <a:lnTo>
                    <a:pt x="2667" y="1936"/>
                  </a:lnTo>
                  <a:lnTo>
                    <a:pt x="2628" y="1877"/>
                  </a:lnTo>
                  <a:lnTo>
                    <a:pt x="2628" y="1857"/>
                  </a:lnTo>
                  <a:lnTo>
                    <a:pt x="2549" y="1857"/>
                  </a:lnTo>
                  <a:lnTo>
                    <a:pt x="2529" y="1838"/>
                  </a:lnTo>
                  <a:lnTo>
                    <a:pt x="2490" y="1818"/>
                  </a:lnTo>
                  <a:lnTo>
                    <a:pt x="2411" y="1680"/>
                  </a:lnTo>
                  <a:lnTo>
                    <a:pt x="2411" y="1719"/>
                  </a:lnTo>
                  <a:lnTo>
                    <a:pt x="2391" y="1739"/>
                  </a:lnTo>
                  <a:lnTo>
                    <a:pt x="2371" y="1778"/>
                  </a:lnTo>
                  <a:lnTo>
                    <a:pt x="2332" y="1778"/>
                  </a:lnTo>
                  <a:lnTo>
                    <a:pt x="2351" y="1818"/>
                  </a:lnTo>
                  <a:lnTo>
                    <a:pt x="2332" y="1857"/>
                  </a:lnTo>
                  <a:lnTo>
                    <a:pt x="2312" y="1917"/>
                  </a:lnTo>
                  <a:lnTo>
                    <a:pt x="2272" y="1976"/>
                  </a:lnTo>
                  <a:lnTo>
                    <a:pt x="2292" y="2015"/>
                  </a:lnTo>
                  <a:lnTo>
                    <a:pt x="2312" y="2055"/>
                  </a:lnTo>
                  <a:lnTo>
                    <a:pt x="2292" y="2055"/>
                  </a:lnTo>
                  <a:lnTo>
                    <a:pt x="2272" y="2035"/>
                  </a:lnTo>
                  <a:lnTo>
                    <a:pt x="2253" y="2015"/>
                  </a:lnTo>
                  <a:lnTo>
                    <a:pt x="2253" y="2035"/>
                  </a:lnTo>
                  <a:lnTo>
                    <a:pt x="2193" y="2154"/>
                  </a:lnTo>
                  <a:lnTo>
                    <a:pt x="2193" y="2233"/>
                  </a:lnTo>
                  <a:lnTo>
                    <a:pt x="2193" y="2312"/>
                  </a:lnTo>
                  <a:lnTo>
                    <a:pt x="2174" y="2331"/>
                  </a:lnTo>
                  <a:lnTo>
                    <a:pt x="2154" y="2331"/>
                  </a:lnTo>
                  <a:lnTo>
                    <a:pt x="2095" y="2312"/>
                  </a:lnTo>
                  <a:lnTo>
                    <a:pt x="2055" y="2391"/>
                  </a:lnTo>
                  <a:lnTo>
                    <a:pt x="2035" y="2450"/>
                  </a:lnTo>
                  <a:lnTo>
                    <a:pt x="2035" y="2588"/>
                  </a:lnTo>
                  <a:lnTo>
                    <a:pt x="2035" y="2726"/>
                  </a:lnTo>
                  <a:lnTo>
                    <a:pt x="2016" y="2805"/>
                  </a:lnTo>
                  <a:lnTo>
                    <a:pt x="1976" y="2884"/>
                  </a:lnTo>
                  <a:lnTo>
                    <a:pt x="1956" y="2825"/>
                  </a:lnTo>
                  <a:lnTo>
                    <a:pt x="1917" y="2884"/>
                  </a:lnTo>
                  <a:lnTo>
                    <a:pt x="1917" y="2924"/>
                  </a:lnTo>
                  <a:lnTo>
                    <a:pt x="1937" y="2944"/>
                  </a:lnTo>
                  <a:lnTo>
                    <a:pt x="1877" y="2963"/>
                  </a:lnTo>
                  <a:lnTo>
                    <a:pt x="1858" y="2983"/>
                  </a:lnTo>
                  <a:lnTo>
                    <a:pt x="1858" y="3062"/>
                  </a:lnTo>
                  <a:lnTo>
                    <a:pt x="1838" y="3121"/>
                  </a:lnTo>
                  <a:lnTo>
                    <a:pt x="1838" y="3161"/>
                  </a:lnTo>
                  <a:lnTo>
                    <a:pt x="1798" y="3181"/>
                  </a:lnTo>
                  <a:lnTo>
                    <a:pt x="1759" y="3200"/>
                  </a:lnTo>
                  <a:lnTo>
                    <a:pt x="1739" y="3240"/>
                  </a:lnTo>
                  <a:lnTo>
                    <a:pt x="1719" y="3260"/>
                  </a:lnTo>
                  <a:lnTo>
                    <a:pt x="1739" y="3319"/>
                  </a:lnTo>
                  <a:lnTo>
                    <a:pt x="1778" y="3378"/>
                  </a:lnTo>
                  <a:lnTo>
                    <a:pt x="1798" y="3437"/>
                  </a:lnTo>
                  <a:lnTo>
                    <a:pt x="1739" y="3398"/>
                  </a:lnTo>
                  <a:lnTo>
                    <a:pt x="1680" y="3398"/>
                  </a:lnTo>
                  <a:lnTo>
                    <a:pt x="1620" y="3615"/>
                  </a:lnTo>
                  <a:lnTo>
                    <a:pt x="1581" y="3813"/>
                  </a:lnTo>
                  <a:lnTo>
                    <a:pt x="1443" y="4208"/>
                  </a:lnTo>
                  <a:lnTo>
                    <a:pt x="1423" y="4188"/>
                  </a:lnTo>
                  <a:lnTo>
                    <a:pt x="1403" y="4247"/>
                  </a:lnTo>
                  <a:lnTo>
                    <a:pt x="1383" y="4326"/>
                  </a:lnTo>
                  <a:lnTo>
                    <a:pt x="1364" y="4465"/>
                  </a:lnTo>
                  <a:lnTo>
                    <a:pt x="1344" y="4623"/>
                  </a:lnTo>
                  <a:lnTo>
                    <a:pt x="1324" y="4682"/>
                  </a:lnTo>
                  <a:lnTo>
                    <a:pt x="1285" y="4741"/>
                  </a:lnTo>
                  <a:lnTo>
                    <a:pt x="1304" y="4820"/>
                  </a:lnTo>
                  <a:lnTo>
                    <a:pt x="1324" y="4860"/>
                  </a:lnTo>
                  <a:lnTo>
                    <a:pt x="1423" y="4860"/>
                  </a:lnTo>
                  <a:lnTo>
                    <a:pt x="1502" y="4879"/>
                  </a:lnTo>
                  <a:lnTo>
                    <a:pt x="1502" y="4919"/>
                  </a:lnTo>
                  <a:lnTo>
                    <a:pt x="1482" y="4958"/>
                  </a:lnTo>
                  <a:lnTo>
                    <a:pt x="1383" y="4958"/>
                  </a:lnTo>
                  <a:lnTo>
                    <a:pt x="1364" y="4978"/>
                  </a:lnTo>
                  <a:lnTo>
                    <a:pt x="1364" y="4998"/>
                  </a:lnTo>
                  <a:lnTo>
                    <a:pt x="1304" y="4978"/>
                  </a:lnTo>
                  <a:lnTo>
                    <a:pt x="1265" y="4939"/>
                  </a:lnTo>
                  <a:lnTo>
                    <a:pt x="1245" y="4899"/>
                  </a:lnTo>
                  <a:lnTo>
                    <a:pt x="1206" y="4879"/>
                  </a:lnTo>
                  <a:lnTo>
                    <a:pt x="1225" y="5037"/>
                  </a:lnTo>
                  <a:lnTo>
                    <a:pt x="1186" y="5077"/>
                  </a:lnTo>
                  <a:lnTo>
                    <a:pt x="1166" y="5136"/>
                  </a:lnTo>
                  <a:lnTo>
                    <a:pt x="1146" y="5195"/>
                  </a:lnTo>
                  <a:lnTo>
                    <a:pt x="1107" y="5235"/>
                  </a:lnTo>
                  <a:lnTo>
                    <a:pt x="1107" y="5215"/>
                  </a:lnTo>
                  <a:lnTo>
                    <a:pt x="1087" y="5195"/>
                  </a:lnTo>
                  <a:lnTo>
                    <a:pt x="1067" y="5176"/>
                  </a:lnTo>
                  <a:lnTo>
                    <a:pt x="1087" y="5156"/>
                  </a:lnTo>
                  <a:lnTo>
                    <a:pt x="1107" y="5176"/>
                  </a:lnTo>
                  <a:lnTo>
                    <a:pt x="1127" y="5116"/>
                  </a:lnTo>
                  <a:lnTo>
                    <a:pt x="1127" y="5097"/>
                  </a:lnTo>
                  <a:lnTo>
                    <a:pt x="1107" y="5057"/>
                  </a:lnTo>
                  <a:lnTo>
                    <a:pt x="1087" y="5018"/>
                  </a:lnTo>
                  <a:lnTo>
                    <a:pt x="1067" y="5156"/>
                  </a:lnTo>
                  <a:lnTo>
                    <a:pt x="1048" y="5235"/>
                  </a:lnTo>
                  <a:lnTo>
                    <a:pt x="1008" y="5274"/>
                  </a:lnTo>
                  <a:lnTo>
                    <a:pt x="1048" y="5294"/>
                  </a:lnTo>
                  <a:lnTo>
                    <a:pt x="1048" y="5334"/>
                  </a:lnTo>
                  <a:lnTo>
                    <a:pt x="1048" y="5373"/>
                  </a:lnTo>
                  <a:lnTo>
                    <a:pt x="1067" y="5393"/>
                  </a:lnTo>
                  <a:lnTo>
                    <a:pt x="1048" y="5393"/>
                  </a:lnTo>
                  <a:lnTo>
                    <a:pt x="1067" y="5413"/>
                  </a:lnTo>
                  <a:lnTo>
                    <a:pt x="1087" y="5452"/>
                  </a:lnTo>
                  <a:lnTo>
                    <a:pt x="1087" y="5492"/>
                  </a:lnTo>
                  <a:lnTo>
                    <a:pt x="988" y="5472"/>
                  </a:lnTo>
                  <a:lnTo>
                    <a:pt x="988" y="5492"/>
                  </a:lnTo>
                  <a:lnTo>
                    <a:pt x="1028" y="5492"/>
                  </a:lnTo>
                  <a:lnTo>
                    <a:pt x="1048" y="5511"/>
                  </a:lnTo>
                  <a:lnTo>
                    <a:pt x="1028" y="5571"/>
                  </a:lnTo>
                  <a:lnTo>
                    <a:pt x="1008" y="5650"/>
                  </a:lnTo>
                  <a:lnTo>
                    <a:pt x="949" y="5709"/>
                  </a:lnTo>
                  <a:lnTo>
                    <a:pt x="909" y="5729"/>
                  </a:lnTo>
                  <a:lnTo>
                    <a:pt x="870" y="5729"/>
                  </a:lnTo>
                  <a:lnTo>
                    <a:pt x="870" y="5768"/>
                  </a:lnTo>
                  <a:lnTo>
                    <a:pt x="890" y="5808"/>
                  </a:lnTo>
                  <a:lnTo>
                    <a:pt x="890" y="5827"/>
                  </a:lnTo>
                  <a:lnTo>
                    <a:pt x="870" y="5867"/>
                  </a:lnTo>
                  <a:lnTo>
                    <a:pt x="830" y="5827"/>
                  </a:lnTo>
                  <a:lnTo>
                    <a:pt x="751" y="6025"/>
                  </a:lnTo>
                  <a:lnTo>
                    <a:pt x="692" y="6143"/>
                  </a:lnTo>
                  <a:lnTo>
                    <a:pt x="633" y="6222"/>
                  </a:lnTo>
                  <a:lnTo>
                    <a:pt x="613" y="6361"/>
                  </a:lnTo>
                  <a:lnTo>
                    <a:pt x="613" y="6440"/>
                  </a:lnTo>
                  <a:lnTo>
                    <a:pt x="633" y="6499"/>
                  </a:lnTo>
                  <a:lnTo>
                    <a:pt x="653" y="6479"/>
                  </a:lnTo>
                  <a:lnTo>
                    <a:pt x="672" y="6460"/>
                  </a:lnTo>
                  <a:lnTo>
                    <a:pt x="692" y="6440"/>
                  </a:lnTo>
                  <a:lnTo>
                    <a:pt x="732" y="6479"/>
                  </a:lnTo>
                  <a:lnTo>
                    <a:pt x="751" y="6519"/>
                  </a:lnTo>
                  <a:lnTo>
                    <a:pt x="751" y="6539"/>
                  </a:lnTo>
                  <a:lnTo>
                    <a:pt x="732" y="6598"/>
                  </a:lnTo>
                  <a:lnTo>
                    <a:pt x="692" y="6598"/>
                  </a:lnTo>
                  <a:lnTo>
                    <a:pt x="672" y="6618"/>
                  </a:lnTo>
                  <a:lnTo>
                    <a:pt x="653" y="6637"/>
                  </a:lnTo>
                  <a:lnTo>
                    <a:pt x="633" y="6598"/>
                  </a:lnTo>
                  <a:lnTo>
                    <a:pt x="593" y="6598"/>
                  </a:lnTo>
                  <a:lnTo>
                    <a:pt x="574" y="6618"/>
                  </a:lnTo>
                  <a:lnTo>
                    <a:pt x="554" y="6677"/>
                  </a:lnTo>
                  <a:lnTo>
                    <a:pt x="534" y="6716"/>
                  </a:lnTo>
                  <a:lnTo>
                    <a:pt x="514" y="6736"/>
                  </a:lnTo>
                  <a:lnTo>
                    <a:pt x="475" y="6736"/>
                  </a:lnTo>
                  <a:lnTo>
                    <a:pt x="495" y="6776"/>
                  </a:lnTo>
                  <a:lnTo>
                    <a:pt x="475" y="6815"/>
                  </a:lnTo>
                  <a:lnTo>
                    <a:pt x="475" y="6874"/>
                  </a:lnTo>
                  <a:lnTo>
                    <a:pt x="495" y="6934"/>
                  </a:lnTo>
                  <a:lnTo>
                    <a:pt x="455" y="6914"/>
                  </a:lnTo>
                  <a:lnTo>
                    <a:pt x="455" y="6894"/>
                  </a:lnTo>
                  <a:lnTo>
                    <a:pt x="455" y="6874"/>
                  </a:lnTo>
                  <a:lnTo>
                    <a:pt x="435" y="6855"/>
                  </a:lnTo>
                  <a:lnTo>
                    <a:pt x="435" y="6914"/>
                  </a:lnTo>
                  <a:lnTo>
                    <a:pt x="396" y="6894"/>
                  </a:lnTo>
                  <a:lnTo>
                    <a:pt x="376" y="6934"/>
                  </a:lnTo>
                  <a:lnTo>
                    <a:pt x="376" y="6953"/>
                  </a:lnTo>
                  <a:lnTo>
                    <a:pt x="416" y="7013"/>
                  </a:lnTo>
                  <a:lnTo>
                    <a:pt x="435" y="7072"/>
                  </a:lnTo>
                  <a:lnTo>
                    <a:pt x="455" y="7131"/>
                  </a:lnTo>
                  <a:lnTo>
                    <a:pt x="455" y="7171"/>
                  </a:lnTo>
                  <a:lnTo>
                    <a:pt x="376" y="7092"/>
                  </a:lnTo>
                  <a:lnTo>
                    <a:pt x="376" y="7131"/>
                  </a:lnTo>
                  <a:lnTo>
                    <a:pt x="396" y="7190"/>
                  </a:lnTo>
                  <a:lnTo>
                    <a:pt x="416" y="7250"/>
                  </a:lnTo>
                  <a:lnTo>
                    <a:pt x="416" y="7289"/>
                  </a:lnTo>
                  <a:lnTo>
                    <a:pt x="396" y="7289"/>
                  </a:lnTo>
                  <a:lnTo>
                    <a:pt x="396" y="7348"/>
                  </a:lnTo>
                  <a:lnTo>
                    <a:pt x="376" y="7329"/>
                  </a:lnTo>
                  <a:lnTo>
                    <a:pt x="416" y="7388"/>
                  </a:lnTo>
                  <a:lnTo>
                    <a:pt x="416" y="7447"/>
                  </a:lnTo>
                  <a:lnTo>
                    <a:pt x="416" y="7506"/>
                  </a:lnTo>
                  <a:lnTo>
                    <a:pt x="435" y="7546"/>
                  </a:lnTo>
                  <a:lnTo>
                    <a:pt x="356" y="7566"/>
                  </a:lnTo>
                  <a:lnTo>
                    <a:pt x="337" y="7585"/>
                  </a:lnTo>
                  <a:lnTo>
                    <a:pt x="356" y="7625"/>
                  </a:lnTo>
                  <a:lnTo>
                    <a:pt x="258" y="7585"/>
                  </a:lnTo>
                  <a:lnTo>
                    <a:pt x="277" y="7526"/>
                  </a:lnTo>
                  <a:lnTo>
                    <a:pt x="297" y="7526"/>
                  </a:lnTo>
                  <a:lnTo>
                    <a:pt x="337" y="7506"/>
                  </a:lnTo>
                  <a:lnTo>
                    <a:pt x="337" y="7447"/>
                  </a:lnTo>
                  <a:lnTo>
                    <a:pt x="277" y="7467"/>
                  </a:lnTo>
                  <a:lnTo>
                    <a:pt x="238" y="7506"/>
                  </a:lnTo>
                  <a:lnTo>
                    <a:pt x="159" y="7605"/>
                  </a:lnTo>
                  <a:lnTo>
                    <a:pt x="100" y="7724"/>
                  </a:lnTo>
                  <a:lnTo>
                    <a:pt x="60" y="7842"/>
                  </a:lnTo>
                  <a:lnTo>
                    <a:pt x="60" y="7901"/>
                  </a:lnTo>
                  <a:lnTo>
                    <a:pt x="40" y="7980"/>
                  </a:lnTo>
                  <a:lnTo>
                    <a:pt x="1" y="8040"/>
                  </a:lnTo>
                  <a:lnTo>
                    <a:pt x="1" y="8119"/>
                  </a:lnTo>
                  <a:lnTo>
                    <a:pt x="1265" y="8790"/>
                  </a:lnTo>
                  <a:lnTo>
                    <a:pt x="1383" y="8652"/>
                  </a:lnTo>
                  <a:lnTo>
                    <a:pt x="1423" y="8593"/>
                  </a:lnTo>
                  <a:lnTo>
                    <a:pt x="1423" y="8514"/>
                  </a:lnTo>
                  <a:lnTo>
                    <a:pt x="1304" y="8533"/>
                  </a:lnTo>
                  <a:lnTo>
                    <a:pt x="1383" y="8593"/>
                  </a:lnTo>
                  <a:lnTo>
                    <a:pt x="1324" y="8593"/>
                  </a:lnTo>
                  <a:lnTo>
                    <a:pt x="1265" y="8553"/>
                  </a:lnTo>
                  <a:lnTo>
                    <a:pt x="1166" y="8454"/>
                  </a:lnTo>
                  <a:lnTo>
                    <a:pt x="1186" y="8454"/>
                  </a:lnTo>
                  <a:lnTo>
                    <a:pt x="1206" y="8415"/>
                  </a:lnTo>
                  <a:lnTo>
                    <a:pt x="1245" y="8415"/>
                  </a:lnTo>
                  <a:lnTo>
                    <a:pt x="1245" y="8336"/>
                  </a:lnTo>
                  <a:lnTo>
                    <a:pt x="1206" y="8336"/>
                  </a:lnTo>
                  <a:lnTo>
                    <a:pt x="1206" y="8356"/>
                  </a:lnTo>
                  <a:lnTo>
                    <a:pt x="1186" y="8356"/>
                  </a:lnTo>
                  <a:lnTo>
                    <a:pt x="1166" y="8336"/>
                  </a:lnTo>
                  <a:lnTo>
                    <a:pt x="1225" y="8277"/>
                  </a:lnTo>
                  <a:lnTo>
                    <a:pt x="1265" y="8277"/>
                  </a:lnTo>
                  <a:lnTo>
                    <a:pt x="1285" y="8316"/>
                  </a:lnTo>
                  <a:lnTo>
                    <a:pt x="1285" y="8277"/>
                  </a:lnTo>
                  <a:lnTo>
                    <a:pt x="1285" y="8237"/>
                  </a:lnTo>
                  <a:lnTo>
                    <a:pt x="1285" y="8198"/>
                  </a:lnTo>
                  <a:lnTo>
                    <a:pt x="1245" y="8198"/>
                  </a:lnTo>
                  <a:lnTo>
                    <a:pt x="1265" y="8178"/>
                  </a:lnTo>
                  <a:lnTo>
                    <a:pt x="1304" y="8198"/>
                  </a:lnTo>
                  <a:lnTo>
                    <a:pt x="1364" y="8277"/>
                  </a:lnTo>
                  <a:lnTo>
                    <a:pt x="1403" y="8257"/>
                  </a:lnTo>
                  <a:lnTo>
                    <a:pt x="1423" y="8257"/>
                  </a:lnTo>
                  <a:lnTo>
                    <a:pt x="1482" y="8296"/>
                  </a:lnTo>
                  <a:lnTo>
                    <a:pt x="1502" y="8217"/>
                  </a:lnTo>
                  <a:lnTo>
                    <a:pt x="1541" y="8237"/>
                  </a:lnTo>
                  <a:lnTo>
                    <a:pt x="1561" y="8277"/>
                  </a:lnTo>
                  <a:lnTo>
                    <a:pt x="1581" y="8237"/>
                  </a:lnTo>
                  <a:lnTo>
                    <a:pt x="1581" y="8198"/>
                  </a:lnTo>
                  <a:lnTo>
                    <a:pt x="1581" y="8178"/>
                  </a:lnTo>
                  <a:lnTo>
                    <a:pt x="1620" y="8158"/>
                  </a:lnTo>
                  <a:lnTo>
                    <a:pt x="1561" y="8099"/>
                  </a:lnTo>
                  <a:lnTo>
                    <a:pt x="1680" y="8000"/>
                  </a:lnTo>
                  <a:lnTo>
                    <a:pt x="1739" y="7882"/>
                  </a:lnTo>
                  <a:lnTo>
                    <a:pt x="1680" y="7882"/>
                  </a:lnTo>
                  <a:lnTo>
                    <a:pt x="1660" y="7842"/>
                  </a:lnTo>
                  <a:lnTo>
                    <a:pt x="1680" y="7822"/>
                  </a:lnTo>
                  <a:lnTo>
                    <a:pt x="1719" y="7803"/>
                  </a:lnTo>
                  <a:lnTo>
                    <a:pt x="1778" y="7763"/>
                  </a:lnTo>
                  <a:lnTo>
                    <a:pt x="1798" y="7743"/>
                  </a:lnTo>
                  <a:lnTo>
                    <a:pt x="1798" y="7704"/>
                  </a:lnTo>
                  <a:lnTo>
                    <a:pt x="1798" y="7645"/>
                  </a:lnTo>
                  <a:lnTo>
                    <a:pt x="1798" y="7585"/>
                  </a:lnTo>
                  <a:lnTo>
                    <a:pt x="1759" y="7546"/>
                  </a:lnTo>
                  <a:lnTo>
                    <a:pt x="1719" y="7526"/>
                  </a:lnTo>
                  <a:lnTo>
                    <a:pt x="1719" y="7506"/>
                  </a:lnTo>
                  <a:lnTo>
                    <a:pt x="1739" y="7487"/>
                  </a:lnTo>
                  <a:lnTo>
                    <a:pt x="1798" y="7487"/>
                  </a:lnTo>
                  <a:lnTo>
                    <a:pt x="1739" y="7368"/>
                  </a:lnTo>
                  <a:lnTo>
                    <a:pt x="1739" y="7329"/>
                  </a:lnTo>
                  <a:lnTo>
                    <a:pt x="1759" y="7309"/>
                  </a:lnTo>
                  <a:lnTo>
                    <a:pt x="1778" y="7289"/>
                  </a:lnTo>
                  <a:lnTo>
                    <a:pt x="1798" y="7408"/>
                  </a:lnTo>
                  <a:lnTo>
                    <a:pt x="1838" y="7408"/>
                  </a:lnTo>
                  <a:lnTo>
                    <a:pt x="1858" y="7368"/>
                  </a:lnTo>
                  <a:lnTo>
                    <a:pt x="1877" y="7309"/>
                  </a:lnTo>
                  <a:lnTo>
                    <a:pt x="1917" y="7269"/>
                  </a:lnTo>
                  <a:lnTo>
                    <a:pt x="1858" y="7131"/>
                  </a:lnTo>
                  <a:lnTo>
                    <a:pt x="1798" y="6953"/>
                  </a:lnTo>
                  <a:lnTo>
                    <a:pt x="1739" y="6934"/>
                  </a:lnTo>
                  <a:lnTo>
                    <a:pt x="1680" y="6914"/>
                  </a:lnTo>
                  <a:lnTo>
                    <a:pt x="1620" y="6874"/>
                  </a:lnTo>
                  <a:lnTo>
                    <a:pt x="1581" y="6815"/>
                  </a:lnTo>
                  <a:lnTo>
                    <a:pt x="1620" y="6815"/>
                  </a:lnTo>
                  <a:lnTo>
                    <a:pt x="1640" y="6795"/>
                  </a:lnTo>
                  <a:lnTo>
                    <a:pt x="1680" y="6756"/>
                  </a:lnTo>
                  <a:lnTo>
                    <a:pt x="1719" y="6716"/>
                  </a:lnTo>
                  <a:lnTo>
                    <a:pt x="1759" y="6736"/>
                  </a:lnTo>
                  <a:lnTo>
                    <a:pt x="1818" y="6716"/>
                  </a:lnTo>
                  <a:lnTo>
                    <a:pt x="1858" y="6736"/>
                  </a:lnTo>
                  <a:lnTo>
                    <a:pt x="1858" y="6776"/>
                  </a:lnTo>
                  <a:lnTo>
                    <a:pt x="1798" y="6776"/>
                  </a:lnTo>
                  <a:lnTo>
                    <a:pt x="1759" y="6795"/>
                  </a:lnTo>
                  <a:lnTo>
                    <a:pt x="1759" y="6815"/>
                  </a:lnTo>
                  <a:lnTo>
                    <a:pt x="1858" y="6795"/>
                  </a:lnTo>
                  <a:lnTo>
                    <a:pt x="1976" y="6736"/>
                  </a:lnTo>
                  <a:lnTo>
                    <a:pt x="2016" y="6776"/>
                  </a:lnTo>
                  <a:lnTo>
                    <a:pt x="2016" y="6835"/>
                  </a:lnTo>
                  <a:lnTo>
                    <a:pt x="1976" y="6815"/>
                  </a:lnTo>
                  <a:lnTo>
                    <a:pt x="1956" y="6815"/>
                  </a:lnTo>
                  <a:lnTo>
                    <a:pt x="1956" y="6855"/>
                  </a:lnTo>
                  <a:lnTo>
                    <a:pt x="1976" y="6874"/>
                  </a:lnTo>
                  <a:lnTo>
                    <a:pt x="2035" y="6874"/>
                  </a:lnTo>
                  <a:lnTo>
                    <a:pt x="2095" y="6855"/>
                  </a:lnTo>
                  <a:lnTo>
                    <a:pt x="2134" y="6874"/>
                  </a:lnTo>
                  <a:lnTo>
                    <a:pt x="2134" y="6815"/>
                  </a:lnTo>
                  <a:lnTo>
                    <a:pt x="2134" y="6795"/>
                  </a:lnTo>
                  <a:lnTo>
                    <a:pt x="2114" y="6795"/>
                  </a:lnTo>
                  <a:lnTo>
                    <a:pt x="2154" y="6776"/>
                  </a:lnTo>
                  <a:lnTo>
                    <a:pt x="2174" y="6756"/>
                  </a:lnTo>
                  <a:lnTo>
                    <a:pt x="2174" y="6677"/>
                  </a:lnTo>
                  <a:lnTo>
                    <a:pt x="2174" y="6618"/>
                  </a:lnTo>
                  <a:lnTo>
                    <a:pt x="2193" y="6578"/>
                  </a:lnTo>
                  <a:lnTo>
                    <a:pt x="2233" y="6558"/>
                  </a:lnTo>
                  <a:lnTo>
                    <a:pt x="2174" y="6558"/>
                  </a:lnTo>
                  <a:lnTo>
                    <a:pt x="2154" y="6519"/>
                  </a:lnTo>
                  <a:lnTo>
                    <a:pt x="2174" y="6479"/>
                  </a:lnTo>
                  <a:lnTo>
                    <a:pt x="2193" y="6479"/>
                  </a:lnTo>
                  <a:lnTo>
                    <a:pt x="2253" y="6460"/>
                  </a:lnTo>
                  <a:lnTo>
                    <a:pt x="2253" y="6420"/>
                  </a:lnTo>
                  <a:lnTo>
                    <a:pt x="2233" y="6381"/>
                  </a:lnTo>
                  <a:lnTo>
                    <a:pt x="2253" y="6341"/>
                  </a:lnTo>
                  <a:lnTo>
                    <a:pt x="2253" y="6321"/>
                  </a:lnTo>
                  <a:lnTo>
                    <a:pt x="2233" y="6321"/>
                  </a:lnTo>
                  <a:lnTo>
                    <a:pt x="2174" y="6301"/>
                  </a:lnTo>
                  <a:lnTo>
                    <a:pt x="2114" y="6301"/>
                  </a:lnTo>
                  <a:lnTo>
                    <a:pt x="2095" y="6282"/>
                  </a:lnTo>
                  <a:lnTo>
                    <a:pt x="2095" y="6262"/>
                  </a:lnTo>
                  <a:lnTo>
                    <a:pt x="2055" y="6203"/>
                  </a:lnTo>
                  <a:lnTo>
                    <a:pt x="2075" y="6163"/>
                  </a:lnTo>
                  <a:lnTo>
                    <a:pt x="2095" y="6143"/>
                  </a:lnTo>
                  <a:lnTo>
                    <a:pt x="2114" y="6104"/>
                  </a:lnTo>
                  <a:lnTo>
                    <a:pt x="2154" y="6104"/>
                  </a:lnTo>
                  <a:lnTo>
                    <a:pt x="2154" y="6124"/>
                  </a:lnTo>
                  <a:lnTo>
                    <a:pt x="2134" y="6163"/>
                  </a:lnTo>
                  <a:lnTo>
                    <a:pt x="2154" y="6203"/>
                  </a:lnTo>
                  <a:lnTo>
                    <a:pt x="2174" y="6025"/>
                  </a:lnTo>
                  <a:lnTo>
                    <a:pt x="2213" y="6025"/>
                  </a:lnTo>
                  <a:lnTo>
                    <a:pt x="2233" y="6045"/>
                  </a:lnTo>
                  <a:lnTo>
                    <a:pt x="2233" y="6084"/>
                  </a:lnTo>
                  <a:lnTo>
                    <a:pt x="2213" y="6124"/>
                  </a:lnTo>
                  <a:lnTo>
                    <a:pt x="2253" y="6084"/>
                  </a:lnTo>
                  <a:lnTo>
                    <a:pt x="2272" y="6025"/>
                  </a:lnTo>
                  <a:lnTo>
                    <a:pt x="2253" y="5985"/>
                  </a:lnTo>
                  <a:lnTo>
                    <a:pt x="2213" y="5926"/>
                  </a:lnTo>
                  <a:lnTo>
                    <a:pt x="2253" y="5887"/>
                  </a:lnTo>
                  <a:lnTo>
                    <a:pt x="2292" y="5847"/>
                  </a:lnTo>
                  <a:lnTo>
                    <a:pt x="2312" y="5887"/>
                  </a:lnTo>
                  <a:lnTo>
                    <a:pt x="2371" y="5926"/>
                  </a:lnTo>
                  <a:lnTo>
                    <a:pt x="2411" y="5966"/>
                  </a:lnTo>
                  <a:lnTo>
                    <a:pt x="2430" y="6005"/>
                  </a:lnTo>
                  <a:lnTo>
                    <a:pt x="2411" y="6045"/>
                  </a:lnTo>
                  <a:lnTo>
                    <a:pt x="2391" y="6045"/>
                  </a:lnTo>
                  <a:lnTo>
                    <a:pt x="2371" y="6025"/>
                  </a:lnTo>
                  <a:lnTo>
                    <a:pt x="2332" y="6005"/>
                  </a:lnTo>
                  <a:lnTo>
                    <a:pt x="2312" y="6005"/>
                  </a:lnTo>
                  <a:lnTo>
                    <a:pt x="2292" y="6025"/>
                  </a:lnTo>
                  <a:lnTo>
                    <a:pt x="2371" y="6045"/>
                  </a:lnTo>
                  <a:lnTo>
                    <a:pt x="2351" y="6064"/>
                  </a:lnTo>
                  <a:lnTo>
                    <a:pt x="2332" y="6104"/>
                  </a:lnTo>
                  <a:lnTo>
                    <a:pt x="2351" y="6163"/>
                  </a:lnTo>
                  <a:lnTo>
                    <a:pt x="2312" y="6163"/>
                  </a:lnTo>
                  <a:lnTo>
                    <a:pt x="2312" y="6124"/>
                  </a:lnTo>
                  <a:lnTo>
                    <a:pt x="2272" y="6222"/>
                  </a:lnTo>
                  <a:lnTo>
                    <a:pt x="2272" y="6262"/>
                  </a:lnTo>
                  <a:lnTo>
                    <a:pt x="2292" y="6321"/>
                  </a:lnTo>
                  <a:lnTo>
                    <a:pt x="2332" y="6301"/>
                  </a:lnTo>
                  <a:lnTo>
                    <a:pt x="2351" y="6262"/>
                  </a:lnTo>
                  <a:lnTo>
                    <a:pt x="2371" y="6183"/>
                  </a:lnTo>
                  <a:lnTo>
                    <a:pt x="2411" y="6104"/>
                  </a:lnTo>
                  <a:lnTo>
                    <a:pt x="2430" y="6084"/>
                  </a:lnTo>
                  <a:lnTo>
                    <a:pt x="2470" y="6064"/>
                  </a:lnTo>
                  <a:lnTo>
                    <a:pt x="2430" y="5847"/>
                  </a:lnTo>
                  <a:lnTo>
                    <a:pt x="2332" y="5847"/>
                  </a:lnTo>
                  <a:lnTo>
                    <a:pt x="2292" y="5808"/>
                  </a:lnTo>
                  <a:lnTo>
                    <a:pt x="2351" y="5808"/>
                  </a:lnTo>
                  <a:lnTo>
                    <a:pt x="2411" y="5788"/>
                  </a:lnTo>
                  <a:lnTo>
                    <a:pt x="2450" y="5748"/>
                  </a:lnTo>
                  <a:lnTo>
                    <a:pt x="2490" y="5709"/>
                  </a:lnTo>
                  <a:lnTo>
                    <a:pt x="2470" y="5709"/>
                  </a:lnTo>
                  <a:lnTo>
                    <a:pt x="2450" y="5689"/>
                  </a:lnTo>
                  <a:lnTo>
                    <a:pt x="2430" y="5630"/>
                  </a:lnTo>
                  <a:lnTo>
                    <a:pt x="2411" y="5590"/>
                  </a:lnTo>
                  <a:lnTo>
                    <a:pt x="2391" y="5571"/>
                  </a:lnTo>
                  <a:lnTo>
                    <a:pt x="2371" y="5571"/>
                  </a:lnTo>
                  <a:lnTo>
                    <a:pt x="2371" y="5590"/>
                  </a:lnTo>
                  <a:lnTo>
                    <a:pt x="2351" y="5610"/>
                  </a:lnTo>
                  <a:lnTo>
                    <a:pt x="2312" y="5610"/>
                  </a:lnTo>
                  <a:lnTo>
                    <a:pt x="2312" y="5571"/>
                  </a:lnTo>
                  <a:lnTo>
                    <a:pt x="2272" y="5551"/>
                  </a:lnTo>
                  <a:lnTo>
                    <a:pt x="2253" y="5551"/>
                  </a:lnTo>
                  <a:lnTo>
                    <a:pt x="2233" y="5531"/>
                  </a:lnTo>
                  <a:lnTo>
                    <a:pt x="2272" y="5472"/>
                  </a:lnTo>
                  <a:lnTo>
                    <a:pt x="2312" y="5492"/>
                  </a:lnTo>
                  <a:lnTo>
                    <a:pt x="2332" y="5492"/>
                  </a:lnTo>
                  <a:lnTo>
                    <a:pt x="2371" y="5452"/>
                  </a:lnTo>
                  <a:lnTo>
                    <a:pt x="2450" y="5551"/>
                  </a:lnTo>
                  <a:lnTo>
                    <a:pt x="2430" y="5373"/>
                  </a:lnTo>
                  <a:lnTo>
                    <a:pt x="2430" y="5255"/>
                  </a:lnTo>
                  <a:lnTo>
                    <a:pt x="2450" y="5156"/>
                  </a:lnTo>
                  <a:lnTo>
                    <a:pt x="2470" y="5195"/>
                  </a:lnTo>
                  <a:lnTo>
                    <a:pt x="2509" y="5235"/>
                  </a:lnTo>
                  <a:lnTo>
                    <a:pt x="2529" y="5314"/>
                  </a:lnTo>
                  <a:lnTo>
                    <a:pt x="2529" y="5353"/>
                  </a:lnTo>
                  <a:lnTo>
                    <a:pt x="2549" y="5393"/>
                  </a:lnTo>
                  <a:lnTo>
                    <a:pt x="2588" y="5413"/>
                  </a:lnTo>
                  <a:lnTo>
                    <a:pt x="2628" y="5432"/>
                  </a:lnTo>
                  <a:lnTo>
                    <a:pt x="2628" y="5393"/>
                  </a:lnTo>
                  <a:lnTo>
                    <a:pt x="2608" y="5353"/>
                  </a:lnTo>
                  <a:lnTo>
                    <a:pt x="2588" y="5334"/>
                  </a:lnTo>
                  <a:lnTo>
                    <a:pt x="2608" y="5294"/>
                  </a:lnTo>
                  <a:lnTo>
                    <a:pt x="2628" y="5294"/>
                  </a:lnTo>
                  <a:lnTo>
                    <a:pt x="2648" y="5274"/>
                  </a:lnTo>
                  <a:lnTo>
                    <a:pt x="2687" y="5215"/>
                  </a:lnTo>
                  <a:lnTo>
                    <a:pt x="2687" y="5136"/>
                  </a:lnTo>
                  <a:lnTo>
                    <a:pt x="2707" y="5077"/>
                  </a:lnTo>
                  <a:lnTo>
                    <a:pt x="2648" y="5097"/>
                  </a:lnTo>
                  <a:lnTo>
                    <a:pt x="2648" y="5057"/>
                  </a:lnTo>
                  <a:lnTo>
                    <a:pt x="2648" y="5037"/>
                  </a:lnTo>
                  <a:lnTo>
                    <a:pt x="2687" y="4978"/>
                  </a:lnTo>
                  <a:lnTo>
                    <a:pt x="2707" y="4998"/>
                  </a:lnTo>
                  <a:lnTo>
                    <a:pt x="2707" y="4939"/>
                  </a:lnTo>
                  <a:lnTo>
                    <a:pt x="2707" y="4899"/>
                  </a:lnTo>
                  <a:lnTo>
                    <a:pt x="2727" y="4840"/>
                  </a:lnTo>
                  <a:lnTo>
                    <a:pt x="2766" y="4781"/>
                  </a:lnTo>
                  <a:lnTo>
                    <a:pt x="2766" y="4721"/>
                  </a:lnTo>
                  <a:lnTo>
                    <a:pt x="2746" y="4721"/>
                  </a:lnTo>
                  <a:lnTo>
                    <a:pt x="2727" y="4741"/>
                  </a:lnTo>
                  <a:lnTo>
                    <a:pt x="2727" y="4781"/>
                  </a:lnTo>
                  <a:lnTo>
                    <a:pt x="2727" y="4820"/>
                  </a:lnTo>
                  <a:lnTo>
                    <a:pt x="2667" y="4840"/>
                  </a:lnTo>
                  <a:lnTo>
                    <a:pt x="2648" y="4860"/>
                  </a:lnTo>
                  <a:lnTo>
                    <a:pt x="2608" y="4840"/>
                  </a:lnTo>
                  <a:lnTo>
                    <a:pt x="2628" y="4761"/>
                  </a:lnTo>
                  <a:lnTo>
                    <a:pt x="2628" y="4682"/>
                  </a:lnTo>
                  <a:lnTo>
                    <a:pt x="2628" y="4623"/>
                  </a:lnTo>
                  <a:lnTo>
                    <a:pt x="2648" y="4544"/>
                  </a:lnTo>
                  <a:lnTo>
                    <a:pt x="2608" y="4563"/>
                  </a:lnTo>
                  <a:lnTo>
                    <a:pt x="2588" y="4524"/>
                  </a:lnTo>
                  <a:lnTo>
                    <a:pt x="2608" y="4504"/>
                  </a:lnTo>
                  <a:lnTo>
                    <a:pt x="2628" y="4425"/>
                  </a:lnTo>
                  <a:lnTo>
                    <a:pt x="2667" y="4405"/>
                  </a:lnTo>
                  <a:lnTo>
                    <a:pt x="2687" y="4405"/>
                  </a:lnTo>
                  <a:lnTo>
                    <a:pt x="2707" y="4445"/>
                  </a:lnTo>
                  <a:lnTo>
                    <a:pt x="2727" y="4484"/>
                  </a:lnTo>
                  <a:lnTo>
                    <a:pt x="2746" y="4504"/>
                  </a:lnTo>
                  <a:lnTo>
                    <a:pt x="2766" y="4484"/>
                  </a:lnTo>
                  <a:lnTo>
                    <a:pt x="2766" y="4524"/>
                  </a:lnTo>
                  <a:lnTo>
                    <a:pt x="2766" y="4563"/>
                  </a:lnTo>
                  <a:lnTo>
                    <a:pt x="2766" y="4603"/>
                  </a:lnTo>
                  <a:lnTo>
                    <a:pt x="2786" y="4623"/>
                  </a:lnTo>
                  <a:lnTo>
                    <a:pt x="2904" y="4603"/>
                  </a:lnTo>
                  <a:lnTo>
                    <a:pt x="2904" y="4563"/>
                  </a:lnTo>
                  <a:lnTo>
                    <a:pt x="2924" y="4544"/>
                  </a:lnTo>
                  <a:lnTo>
                    <a:pt x="2964" y="4504"/>
                  </a:lnTo>
                  <a:lnTo>
                    <a:pt x="2983" y="4484"/>
                  </a:lnTo>
                  <a:lnTo>
                    <a:pt x="2924" y="4504"/>
                  </a:lnTo>
                  <a:lnTo>
                    <a:pt x="2904" y="4484"/>
                  </a:lnTo>
                  <a:lnTo>
                    <a:pt x="2904" y="4465"/>
                  </a:lnTo>
                  <a:lnTo>
                    <a:pt x="2944" y="4445"/>
                  </a:lnTo>
                  <a:lnTo>
                    <a:pt x="2825" y="4425"/>
                  </a:lnTo>
                  <a:lnTo>
                    <a:pt x="2806" y="4465"/>
                  </a:lnTo>
                  <a:lnTo>
                    <a:pt x="2825" y="4504"/>
                  </a:lnTo>
                  <a:lnTo>
                    <a:pt x="2825" y="4544"/>
                  </a:lnTo>
                  <a:lnTo>
                    <a:pt x="2786" y="4563"/>
                  </a:lnTo>
                  <a:lnTo>
                    <a:pt x="2786" y="4484"/>
                  </a:lnTo>
                  <a:lnTo>
                    <a:pt x="2746" y="4445"/>
                  </a:lnTo>
                  <a:lnTo>
                    <a:pt x="2727" y="4386"/>
                  </a:lnTo>
                  <a:lnTo>
                    <a:pt x="2746" y="4326"/>
                  </a:lnTo>
                  <a:lnTo>
                    <a:pt x="2766" y="4326"/>
                  </a:lnTo>
                  <a:lnTo>
                    <a:pt x="2766" y="4346"/>
                  </a:lnTo>
                  <a:lnTo>
                    <a:pt x="2766" y="4366"/>
                  </a:lnTo>
                  <a:lnTo>
                    <a:pt x="2786" y="4346"/>
                  </a:lnTo>
                  <a:lnTo>
                    <a:pt x="2786" y="4307"/>
                  </a:lnTo>
                  <a:lnTo>
                    <a:pt x="2786" y="4267"/>
                  </a:lnTo>
                  <a:lnTo>
                    <a:pt x="2806" y="4228"/>
                  </a:lnTo>
                  <a:lnTo>
                    <a:pt x="2845" y="4307"/>
                  </a:lnTo>
                  <a:lnTo>
                    <a:pt x="2865" y="4326"/>
                  </a:lnTo>
                  <a:lnTo>
                    <a:pt x="2904" y="4326"/>
                  </a:lnTo>
                  <a:lnTo>
                    <a:pt x="2845" y="4267"/>
                  </a:lnTo>
                  <a:lnTo>
                    <a:pt x="2885" y="4247"/>
                  </a:lnTo>
                  <a:lnTo>
                    <a:pt x="2904" y="4247"/>
                  </a:lnTo>
                  <a:lnTo>
                    <a:pt x="2904" y="4228"/>
                  </a:lnTo>
                  <a:lnTo>
                    <a:pt x="2885" y="4228"/>
                  </a:lnTo>
                  <a:lnTo>
                    <a:pt x="2865" y="4208"/>
                  </a:lnTo>
                  <a:lnTo>
                    <a:pt x="2865" y="4168"/>
                  </a:lnTo>
                  <a:lnTo>
                    <a:pt x="2924" y="4168"/>
                  </a:lnTo>
                  <a:lnTo>
                    <a:pt x="2944" y="4129"/>
                  </a:lnTo>
                  <a:lnTo>
                    <a:pt x="2924" y="4109"/>
                  </a:lnTo>
                  <a:lnTo>
                    <a:pt x="2924" y="4089"/>
                  </a:lnTo>
                  <a:lnTo>
                    <a:pt x="2904" y="4030"/>
                  </a:lnTo>
                  <a:lnTo>
                    <a:pt x="2885" y="4050"/>
                  </a:lnTo>
                  <a:lnTo>
                    <a:pt x="2865" y="4070"/>
                  </a:lnTo>
                  <a:lnTo>
                    <a:pt x="2825" y="4070"/>
                  </a:lnTo>
                  <a:lnTo>
                    <a:pt x="2786" y="4030"/>
                  </a:lnTo>
                  <a:lnTo>
                    <a:pt x="2766" y="3991"/>
                  </a:lnTo>
                  <a:lnTo>
                    <a:pt x="2806" y="3911"/>
                  </a:lnTo>
                  <a:lnTo>
                    <a:pt x="2806" y="3852"/>
                  </a:lnTo>
                  <a:lnTo>
                    <a:pt x="2845" y="3813"/>
                  </a:lnTo>
                  <a:lnTo>
                    <a:pt x="2904" y="3793"/>
                  </a:lnTo>
                  <a:lnTo>
                    <a:pt x="2865" y="3734"/>
                  </a:lnTo>
                  <a:lnTo>
                    <a:pt x="2904" y="3753"/>
                  </a:lnTo>
                  <a:lnTo>
                    <a:pt x="2924" y="3714"/>
                  </a:lnTo>
                  <a:lnTo>
                    <a:pt x="2944" y="3655"/>
                  </a:lnTo>
                  <a:lnTo>
                    <a:pt x="2964" y="3674"/>
                  </a:lnTo>
                  <a:lnTo>
                    <a:pt x="2983" y="3694"/>
                  </a:lnTo>
                  <a:lnTo>
                    <a:pt x="2964" y="3734"/>
                  </a:lnTo>
                  <a:lnTo>
                    <a:pt x="2964" y="3793"/>
                  </a:lnTo>
                  <a:lnTo>
                    <a:pt x="2983" y="3832"/>
                  </a:lnTo>
                  <a:lnTo>
                    <a:pt x="3023" y="3852"/>
                  </a:lnTo>
                  <a:lnTo>
                    <a:pt x="3043" y="3832"/>
                  </a:lnTo>
                  <a:lnTo>
                    <a:pt x="3062" y="3832"/>
                  </a:lnTo>
                  <a:lnTo>
                    <a:pt x="3122" y="3872"/>
                  </a:lnTo>
                  <a:lnTo>
                    <a:pt x="3102" y="3832"/>
                  </a:lnTo>
                  <a:lnTo>
                    <a:pt x="3082" y="3813"/>
                  </a:lnTo>
                  <a:lnTo>
                    <a:pt x="3023" y="3793"/>
                  </a:lnTo>
                  <a:lnTo>
                    <a:pt x="2983" y="3753"/>
                  </a:lnTo>
                  <a:lnTo>
                    <a:pt x="3023" y="3753"/>
                  </a:lnTo>
                  <a:lnTo>
                    <a:pt x="3043" y="3714"/>
                  </a:lnTo>
                  <a:lnTo>
                    <a:pt x="3062" y="3694"/>
                  </a:lnTo>
                  <a:lnTo>
                    <a:pt x="3102" y="3714"/>
                  </a:lnTo>
                  <a:lnTo>
                    <a:pt x="3102" y="3674"/>
                  </a:lnTo>
                  <a:lnTo>
                    <a:pt x="3082" y="3655"/>
                  </a:lnTo>
                  <a:lnTo>
                    <a:pt x="3082" y="3615"/>
                  </a:lnTo>
                  <a:lnTo>
                    <a:pt x="3082" y="3595"/>
                  </a:lnTo>
                  <a:lnTo>
                    <a:pt x="3201" y="3655"/>
                  </a:lnTo>
                  <a:lnTo>
                    <a:pt x="3181" y="3635"/>
                  </a:lnTo>
                  <a:lnTo>
                    <a:pt x="3201" y="3615"/>
                  </a:lnTo>
                  <a:lnTo>
                    <a:pt x="3240" y="3595"/>
                  </a:lnTo>
                  <a:lnTo>
                    <a:pt x="3201" y="3576"/>
                  </a:lnTo>
                  <a:lnTo>
                    <a:pt x="3181" y="3576"/>
                  </a:lnTo>
                  <a:lnTo>
                    <a:pt x="3181" y="3595"/>
                  </a:lnTo>
                  <a:lnTo>
                    <a:pt x="3161" y="3576"/>
                  </a:lnTo>
                  <a:lnTo>
                    <a:pt x="3161" y="3556"/>
                  </a:lnTo>
                  <a:lnTo>
                    <a:pt x="3161" y="3516"/>
                  </a:lnTo>
                  <a:lnTo>
                    <a:pt x="3181" y="3497"/>
                  </a:lnTo>
                  <a:lnTo>
                    <a:pt x="3181" y="3477"/>
                  </a:lnTo>
                  <a:lnTo>
                    <a:pt x="3201" y="3457"/>
                  </a:lnTo>
                  <a:lnTo>
                    <a:pt x="3220" y="3418"/>
                  </a:lnTo>
                  <a:lnTo>
                    <a:pt x="3240" y="3378"/>
                  </a:lnTo>
                  <a:lnTo>
                    <a:pt x="3280" y="3339"/>
                  </a:lnTo>
                  <a:lnTo>
                    <a:pt x="3220" y="3319"/>
                  </a:lnTo>
                  <a:lnTo>
                    <a:pt x="3201" y="3319"/>
                  </a:lnTo>
                  <a:lnTo>
                    <a:pt x="3201" y="3339"/>
                  </a:lnTo>
                  <a:lnTo>
                    <a:pt x="3201" y="3358"/>
                  </a:lnTo>
                  <a:lnTo>
                    <a:pt x="3201" y="3398"/>
                  </a:lnTo>
                  <a:lnTo>
                    <a:pt x="3201" y="3418"/>
                  </a:lnTo>
                  <a:lnTo>
                    <a:pt x="3141" y="3418"/>
                  </a:lnTo>
                  <a:lnTo>
                    <a:pt x="3141" y="3339"/>
                  </a:lnTo>
                  <a:lnTo>
                    <a:pt x="3181" y="3240"/>
                  </a:lnTo>
                  <a:lnTo>
                    <a:pt x="3201" y="3141"/>
                  </a:lnTo>
                  <a:lnTo>
                    <a:pt x="3220" y="3102"/>
                  </a:lnTo>
                  <a:lnTo>
                    <a:pt x="3201" y="3042"/>
                  </a:lnTo>
                  <a:lnTo>
                    <a:pt x="3260" y="3023"/>
                  </a:lnTo>
                  <a:lnTo>
                    <a:pt x="3280" y="3023"/>
                  </a:lnTo>
                  <a:lnTo>
                    <a:pt x="3299" y="3062"/>
                  </a:lnTo>
                  <a:lnTo>
                    <a:pt x="3339" y="3082"/>
                  </a:lnTo>
                  <a:lnTo>
                    <a:pt x="3339" y="3141"/>
                  </a:lnTo>
                  <a:lnTo>
                    <a:pt x="3319" y="3181"/>
                  </a:lnTo>
                  <a:lnTo>
                    <a:pt x="3280" y="3220"/>
                  </a:lnTo>
                  <a:lnTo>
                    <a:pt x="3280" y="3260"/>
                  </a:lnTo>
                  <a:lnTo>
                    <a:pt x="3319" y="3200"/>
                  </a:lnTo>
                  <a:lnTo>
                    <a:pt x="3359" y="3121"/>
                  </a:lnTo>
                  <a:lnTo>
                    <a:pt x="3359" y="3042"/>
                  </a:lnTo>
                  <a:lnTo>
                    <a:pt x="3359" y="2983"/>
                  </a:lnTo>
                  <a:lnTo>
                    <a:pt x="3378" y="2944"/>
                  </a:lnTo>
                  <a:lnTo>
                    <a:pt x="3398" y="2944"/>
                  </a:lnTo>
                  <a:lnTo>
                    <a:pt x="3477" y="2924"/>
                  </a:lnTo>
                  <a:lnTo>
                    <a:pt x="3536" y="2884"/>
                  </a:lnTo>
                  <a:lnTo>
                    <a:pt x="3556" y="2865"/>
                  </a:lnTo>
                  <a:lnTo>
                    <a:pt x="3576" y="2825"/>
                  </a:lnTo>
                  <a:lnTo>
                    <a:pt x="3497" y="2825"/>
                  </a:lnTo>
                  <a:lnTo>
                    <a:pt x="3457" y="2845"/>
                  </a:lnTo>
                  <a:lnTo>
                    <a:pt x="3457" y="2805"/>
                  </a:lnTo>
                  <a:lnTo>
                    <a:pt x="3477" y="2786"/>
                  </a:lnTo>
                  <a:lnTo>
                    <a:pt x="3497" y="2746"/>
                  </a:lnTo>
                  <a:lnTo>
                    <a:pt x="3477" y="2726"/>
                  </a:lnTo>
                  <a:lnTo>
                    <a:pt x="3457" y="2746"/>
                  </a:lnTo>
                  <a:lnTo>
                    <a:pt x="3438" y="2746"/>
                  </a:lnTo>
                  <a:lnTo>
                    <a:pt x="3418" y="2726"/>
                  </a:lnTo>
                  <a:lnTo>
                    <a:pt x="3457" y="2687"/>
                  </a:lnTo>
                  <a:lnTo>
                    <a:pt x="3477" y="2687"/>
                  </a:lnTo>
                  <a:lnTo>
                    <a:pt x="3497" y="2707"/>
                  </a:lnTo>
                  <a:lnTo>
                    <a:pt x="3517" y="2667"/>
                  </a:lnTo>
                  <a:lnTo>
                    <a:pt x="3517" y="2647"/>
                  </a:lnTo>
                  <a:lnTo>
                    <a:pt x="3576" y="2647"/>
                  </a:lnTo>
                  <a:lnTo>
                    <a:pt x="3615" y="2628"/>
                  </a:lnTo>
                  <a:lnTo>
                    <a:pt x="3615" y="2608"/>
                  </a:lnTo>
                  <a:lnTo>
                    <a:pt x="3596" y="2568"/>
                  </a:lnTo>
                  <a:lnTo>
                    <a:pt x="3576" y="2568"/>
                  </a:lnTo>
                  <a:lnTo>
                    <a:pt x="3576" y="2588"/>
                  </a:lnTo>
                  <a:lnTo>
                    <a:pt x="3576" y="2608"/>
                  </a:lnTo>
                  <a:lnTo>
                    <a:pt x="3536" y="2588"/>
                  </a:lnTo>
                  <a:lnTo>
                    <a:pt x="3497" y="2549"/>
                  </a:lnTo>
                  <a:lnTo>
                    <a:pt x="3477" y="2470"/>
                  </a:lnTo>
                  <a:lnTo>
                    <a:pt x="3517" y="2470"/>
                  </a:lnTo>
                  <a:lnTo>
                    <a:pt x="3536" y="2410"/>
                  </a:lnTo>
                  <a:lnTo>
                    <a:pt x="3556" y="2430"/>
                  </a:lnTo>
                  <a:lnTo>
                    <a:pt x="3556" y="2470"/>
                  </a:lnTo>
                  <a:lnTo>
                    <a:pt x="3536" y="2489"/>
                  </a:lnTo>
                  <a:lnTo>
                    <a:pt x="3556" y="2529"/>
                  </a:lnTo>
                  <a:lnTo>
                    <a:pt x="3596" y="2450"/>
                  </a:lnTo>
                  <a:lnTo>
                    <a:pt x="3576" y="2470"/>
                  </a:lnTo>
                  <a:lnTo>
                    <a:pt x="3556" y="2351"/>
                  </a:lnTo>
                  <a:lnTo>
                    <a:pt x="3536" y="2391"/>
                  </a:lnTo>
                  <a:lnTo>
                    <a:pt x="3517" y="2371"/>
                  </a:lnTo>
                  <a:lnTo>
                    <a:pt x="3477" y="2351"/>
                  </a:lnTo>
                  <a:lnTo>
                    <a:pt x="3477" y="2331"/>
                  </a:lnTo>
                  <a:lnTo>
                    <a:pt x="3536" y="2252"/>
                  </a:lnTo>
                  <a:lnTo>
                    <a:pt x="3576" y="2233"/>
                  </a:lnTo>
                  <a:lnTo>
                    <a:pt x="3615" y="2252"/>
                  </a:lnTo>
                  <a:lnTo>
                    <a:pt x="3576" y="2213"/>
                  </a:lnTo>
                  <a:lnTo>
                    <a:pt x="3576" y="2173"/>
                  </a:lnTo>
                  <a:lnTo>
                    <a:pt x="3596" y="2094"/>
                  </a:lnTo>
                  <a:lnTo>
                    <a:pt x="3536" y="2094"/>
                  </a:lnTo>
                  <a:lnTo>
                    <a:pt x="3517" y="2035"/>
                  </a:lnTo>
                  <a:lnTo>
                    <a:pt x="3615" y="1996"/>
                  </a:lnTo>
                  <a:lnTo>
                    <a:pt x="3615" y="2035"/>
                  </a:lnTo>
                  <a:lnTo>
                    <a:pt x="3734" y="2035"/>
                  </a:lnTo>
                  <a:lnTo>
                    <a:pt x="3754" y="2075"/>
                  </a:lnTo>
                  <a:lnTo>
                    <a:pt x="3754" y="2114"/>
                  </a:lnTo>
                  <a:lnTo>
                    <a:pt x="3694" y="2173"/>
                  </a:lnTo>
                  <a:lnTo>
                    <a:pt x="3754" y="2154"/>
                  </a:lnTo>
                  <a:lnTo>
                    <a:pt x="3773" y="2134"/>
                  </a:lnTo>
                  <a:lnTo>
                    <a:pt x="3773" y="2114"/>
                  </a:lnTo>
                  <a:lnTo>
                    <a:pt x="3773" y="2075"/>
                  </a:lnTo>
                  <a:lnTo>
                    <a:pt x="3754" y="2015"/>
                  </a:lnTo>
                  <a:lnTo>
                    <a:pt x="3754" y="1996"/>
                  </a:lnTo>
                  <a:lnTo>
                    <a:pt x="3773" y="1956"/>
                  </a:lnTo>
                  <a:lnTo>
                    <a:pt x="3813" y="1976"/>
                  </a:lnTo>
                  <a:lnTo>
                    <a:pt x="3833" y="2015"/>
                  </a:lnTo>
                  <a:lnTo>
                    <a:pt x="3833" y="1956"/>
                  </a:lnTo>
                  <a:lnTo>
                    <a:pt x="3833" y="1917"/>
                  </a:lnTo>
                  <a:lnTo>
                    <a:pt x="3852" y="1897"/>
                  </a:lnTo>
                  <a:lnTo>
                    <a:pt x="3793" y="1897"/>
                  </a:lnTo>
                  <a:lnTo>
                    <a:pt x="3754" y="1877"/>
                  </a:lnTo>
                  <a:lnTo>
                    <a:pt x="3734" y="1838"/>
                  </a:lnTo>
                  <a:lnTo>
                    <a:pt x="3852" y="1798"/>
                  </a:lnTo>
                  <a:lnTo>
                    <a:pt x="3872" y="1778"/>
                  </a:lnTo>
                  <a:lnTo>
                    <a:pt x="3872" y="1759"/>
                  </a:lnTo>
                  <a:lnTo>
                    <a:pt x="3833" y="1739"/>
                  </a:lnTo>
                  <a:lnTo>
                    <a:pt x="3793" y="1699"/>
                  </a:lnTo>
                  <a:lnTo>
                    <a:pt x="3773" y="1660"/>
                  </a:lnTo>
                  <a:lnTo>
                    <a:pt x="3694" y="1660"/>
                  </a:lnTo>
                  <a:lnTo>
                    <a:pt x="3675" y="1640"/>
                  </a:lnTo>
                  <a:lnTo>
                    <a:pt x="3675" y="1600"/>
                  </a:lnTo>
                  <a:lnTo>
                    <a:pt x="3694" y="1581"/>
                  </a:lnTo>
                  <a:lnTo>
                    <a:pt x="3655" y="1541"/>
                  </a:lnTo>
                  <a:lnTo>
                    <a:pt x="3655" y="1581"/>
                  </a:lnTo>
                  <a:lnTo>
                    <a:pt x="3655" y="1600"/>
                  </a:lnTo>
                  <a:lnTo>
                    <a:pt x="3655" y="1640"/>
                  </a:lnTo>
                  <a:lnTo>
                    <a:pt x="3655" y="1660"/>
                  </a:lnTo>
                  <a:lnTo>
                    <a:pt x="3615" y="1640"/>
                  </a:lnTo>
                  <a:lnTo>
                    <a:pt x="3596" y="1620"/>
                  </a:lnTo>
                  <a:lnTo>
                    <a:pt x="3615" y="1581"/>
                  </a:lnTo>
                  <a:lnTo>
                    <a:pt x="3596" y="1541"/>
                  </a:lnTo>
                  <a:lnTo>
                    <a:pt x="3675" y="1482"/>
                  </a:lnTo>
                  <a:lnTo>
                    <a:pt x="3754" y="1442"/>
                  </a:lnTo>
                  <a:lnTo>
                    <a:pt x="3833" y="1502"/>
                  </a:lnTo>
                  <a:lnTo>
                    <a:pt x="3872" y="1561"/>
                  </a:lnTo>
                  <a:lnTo>
                    <a:pt x="3931" y="1640"/>
                  </a:lnTo>
                  <a:lnTo>
                    <a:pt x="3971" y="1660"/>
                  </a:lnTo>
                  <a:lnTo>
                    <a:pt x="4010" y="1680"/>
                  </a:lnTo>
                  <a:lnTo>
                    <a:pt x="4050" y="1521"/>
                  </a:lnTo>
                  <a:lnTo>
                    <a:pt x="4089" y="1442"/>
                  </a:lnTo>
                  <a:lnTo>
                    <a:pt x="4129" y="1403"/>
                  </a:lnTo>
                  <a:lnTo>
                    <a:pt x="4109" y="1344"/>
                  </a:lnTo>
                  <a:lnTo>
                    <a:pt x="4070" y="1304"/>
                  </a:lnTo>
                  <a:lnTo>
                    <a:pt x="4030" y="1284"/>
                  </a:lnTo>
                  <a:lnTo>
                    <a:pt x="3971" y="1265"/>
                  </a:lnTo>
                  <a:lnTo>
                    <a:pt x="3971" y="1205"/>
                  </a:lnTo>
                  <a:lnTo>
                    <a:pt x="4010" y="1186"/>
                  </a:lnTo>
                  <a:lnTo>
                    <a:pt x="4030" y="1245"/>
                  </a:lnTo>
                  <a:lnTo>
                    <a:pt x="4030" y="1107"/>
                  </a:lnTo>
                  <a:lnTo>
                    <a:pt x="4050" y="1028"/>
                  </a:lnTo>
                  <a:lnTo>
                    <a:pt x="4070" y="949"/>
                  </a:lnTo>
                  <a:lnTo>
                    <a:pt x="4070" y="909"/>
                  </a:lnTo>
                  <a:lnTo>
                    <a:pt x="4030" y="889"/>
                  </a:lnTo>
                  <a:lnTo>
                    <a:pt x="3931" y="870"/>
                  </a:lnTo>
                  <a:lnTo>
                    <a:pt x="3951" y="791"/>
                  </a:lnTo>
                  <a:lnTo>
                    <a:pt x="3931" y="810"/>
                  </a:lnTo>
                  <a:lnTo>
                    <a:pt x="3892" y="771"/>
                  </a:lnTo>
                  <a:lnTo>
                    <a:pt x="3892" y="731"/>
                  </a:lnTo>
                  <a:lnTo>
                    <a:pt x="3931" y="672"/>
                  </a:lnTo>
                  <a:lnTo>
                    <a:pt x="3971" y="692"/>
                  </a:lnTo>
                  <a:lnTo>
                    <a:pt x="3991" y="712"/>
                  </a:lnTo>
                  <a:lnTo>
                    <a:pt x="4010" y="692"/>
                  </a:lnTo>
                  <a:lnTo>
                    <a:pt x="4030" y="672"/>
                  </a:lnTo>
                  <a:lnTo>
                    <a:pt x="4030" y="633"/>
                  </a:lnTo>
                  <a:lnTo>
                    <a:pt x="4030" y="593"/>
                  </a:lnTo>
                  <a:lnTo>
                    <a:pt x="4089" y="633"/>
                  </a:lnTo>
                  <a:lnTo>
                    <a:pt x="4089" y="672"/>
                  </a:lnTo>
                  <a:lnTo>
                    <a:pt x="4070" y="692"/>
                  </a:lnTo>
                  <a:lnTo>
                    <a:pt x="4050" y="692"/>
                  </a:lnTo>
                  <a:lnTo>
                    <a:pt x="4050" y="791"/>
                  </a:lnTo>
                  <a:lnTo>
                    <a:pt x="4070" y="731"/>
                  </a:lnTo>
                  <a:lnTo>
                    <a:pt x="4129" y="692"/>
                  </a:lnTo>
                  <a:lnTo>
                    <a:pt x="4188" y="692"/>
                  </a:lnTo>
                  <a:lnTo>
                    <a:pt x="4247" y="712"/>
                  </a:lnTo>
                  <a:lnTo>
                    <a:pt x="4228" y="672"/>
                  </a:lnTo>
                  <a:lnTo>
                    <a:pt x="4149" y="672"/>
                  </a:lnTo>
                  <a:lnTo>
                    <a:pt x="4149" y="652"/>
                  </a:lnTo>
                  <a:lnTo>
                    <a:pt x="4149" y="633"/>
                  </a:lnTo>
                  <a:lnTo>
                    <a:pt x="4228" y="573"/>
                  </a:lnTo>
                  <a:lnTo>
                    <a:pt x="4267" y="514"/>
                  </a:lnTo>
                  <a:lnTo>
                    <a:pt x="3141" y="139"/>
                  </a:lnTo>
                  <a:lnTo>
                    <a:pt x="3102" y="178"/>
                  </a:lnTo>
                  <a:lnTo>
                    <a:pt x="3082" y="119"/>
                  </a:lnTo>
                  <a:lnTo>
                    <a:pt x="3082" y="99"/>
                  </a:lnTo>
                  <a:lnTo>
                    <a:pt x="3102" y="119"/>
                  </a:lnTo>
                  <a:lnTo>
                    <a:pt x="3082" y="80"/>
                  </a:lnTo>
                  <a:lnTo>
                    <a:pt x="3102" y="60"/>
                  </a:lnTo>
                  <a:lnTo>
                    <a:pt x="3082" y="2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8"/>
            <p:cNvSpPr/>
            <p:nvPr/>
          </p:nvSpPr>
          <p:spPr>
            <a:xfrm>
              <a:off x="4577504" y="-1215512"/>
              <a:ext cx="789" cy="789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8"/>
            <p:cNvSpPr/>
            <p:nvPr/>
          </p:nvSpPr>
          <p:spPr>
            <a:xfrm>
              <a:off x="4712644" y="-2018156"/>
              <a:ext cx="789" cy="38"/>
            </a:xfrm>
            <a:custGeom>
              <a:rect b="b" l="l" r="r" t="t"/>
              <a:pathLst>
                <a:path extrusionOk="0" h="1" w="21">
                  <a:moveTo>
                    <a:pt x="1" y="1"/>
                  </a:move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8"/>
            <p:cNvSpPr/>
            <p:nvPr/>
          </p:nvSpPr>
          <p:spPr>
            <a:xfrm>
              <a:off x="4622049" y="-2251296"/>
              <a:ext cx="96569" cy="297788"/>
            </a:xfrm>
            <a:custGeom>
              <a:rect b="b" l="l" r="r" t="t"/>
              <a:pathLst>
                <a:path extrusionOk="0" h="7922" w="2569">
                  <a:moveTo>
                    <a:pt x="1206" y="60"/>
                  </a:moveTo>
                  <a:lnTo>
                    <a:pt x="1186" y="79"/>
                  </a:lnTo>
                  <a:lnTo>
                    <a:pt x="1186" y="119"/>
                  </a:lnTo>
                  <a:lnTo>
                    <a:pt x="1226" y="178"/>
                  </a:lnTo>
                  <a:lnTo>
                    <a:pt x="1245" y="237"/>
                  </a:lnTo>
                  <a:lnTo>
                    <a:pt x="1245" y="257"/>
                  </a:lnTo>
                  <a:lnTo>
                    <a:pt x="1206" y="277"/>
                  </a:lnTo>
                  <a:lnTo>
                    <a:pt x="1245" y="297"/>
                  </a:lnTo>
                  <a:lnTo>
                    <a:pt x="1265" y="316"/>
                  </a:lnTo>
                  <a:lnTo>
                    <a:pt x="1344" y="336"/>
                  </a:lnTo>
                  <a:lnTo>
                    <a:pt x="1344" y="376"/>
                  </a:lnTo>
                  <a:lnTo>
                    <a:pt x="1384" y="356"/>
                  </a:lnTo>
                  <a:lnTo>
                    <a:pt x="1463" y="316"/>
                  </a:lnTo>
                  <a:lnTo>
                    <a:pt x="1364" y="218"/>
                  </a:lnTo>
                  <a:lnTo>
                    <a:pt x="1344" y="178"/>
                  </a:lnTo>
                  <a:lnTo>
                    <a:pt x="1324" y="99"/>
                  </a:lnTo>
                  <a:lnTo>
                    <a:pt x="1285" y="99"/>
                  </a:lnTo>
                  <a:lnTo>
                    <a:pt x="1265" y="79"/>
                  </a:lnTo>
                  <a:lnTo>
                    <a:pt x="1245" y="60"/>
                  </a:lnTo>
                  <a:close/>
                  <a:moveTo>
                    <a:pt x="21" y="593"/>
                  </a:moveTo>
                  <a:lnTo>
                    <a:pt x="60" y="613"/>
                  </a:lnTo>
                  <a:lnTo>
                    <a:pt x="60" y="593"/>
                  </a:lnTo>
                  <a:close/>
                  <a:moveTo>
                    <a:pt x="1265" y="1521"/>
                  </a:moveTo>
                  <a:lnTo>
                    <a:pt x="1265" y="1561"/>
                  </a:lnTo>
                  <a:lnTo>
                    <a:pt x="1285" y="1581"/>
                  </a:lnTo>
                  <a:lnTo>
                    <a:pt x="1305" y="1600"/>
                  </a:lnTo>
                  <a:lnTo>
                    <a:pt x="1305" y="1561"/>
                  </a:lnTo>
                  <a:lnTo>
                    <a:pt x="1305" y="1541"/>
                  </a:lnTo>
                  <a:lnTo>
                    <a:pt x="1265" y="1521"/>
                  </a:lnTo>
                  <a:close/>
                  <a:moveTo>
                    <a:pt x="2068" y="5065"/>
                  </a:moveTo>
                  <a:lnTo>
                    <a:pt x="2075" y="5077"/>
                  </a:lnTo>
                  <a:lnTo>
                    <a:pt x="2079" y="5073"/>
                  </a:lnTo>
                  <a:lnTo>
                    <a:pt x="2079" y="5073"/>
                  </a:lnTo>
                  <a:lnTo>
                    <a:pt x="2068" y="5065"/>
                  </a:lnTo>
                  <a:close/>
                  <a:moveTo>
                    <a:pt x="2095" y="5057"/>
                  </a:moveTo>
                  <a:lnTo>
                    <a:pt x="2079" y="5073"/>
                  </a:lnTo>
                  <a:lnTo>
                    <a:pt x="2079" y="5073"/>
                  </a:lnTo>
                  <a:lnTo>
                    <a:pt x="2114" y="5096"/>
                  </a:lnTo>
                  <a:lnTo>
                    <a:pt x="2154" y="5136"/>
                  </a:lnTo>
                  <a:lnTo>
                    <a:pt x="2174" y="5136"/>
                  </a:lnTo>
                  <a:lnTo>
                    <a:pt x="2174" y="5096"/>
                  </a:lnTo>
                  <a:lnTo>
                    <a:pt x="2174" y="5077"/>
                  </a:lnTo>
                  <a:lnTo>
                    <a:pt x="2193" y="5057"/>
                  </a:lnTo>
                  <a:close/>
                  <a:moveTo>
                    <a:pt x="613" y="5254"/>
                  </a:moveTo>
                  <a:lnTo>
                    <a:pt x="673" y="5373"/>
                  </a:lnTo>
                  <a:lnTo>
                    <a:pt x="673" y="5393"/>
                  </a:lnTo>
                  <a:lnTo>
                    <a:pt x="692" y="5373"/>
                  </a:lnTo>
                  <a:lnTo>
                    <a:pt x="712" y="5373"/>
                  </a:lnTo>
                  <a:lnTo>
                    <a:pt x="692" y="5314"/>
                  </a:lnTo>
                  <a:lnTo>
                    <a:pt x="673" y="5294"/>
                  </a:lnTo>
                  <a:lnTo>
                    <a:pt x="653" y="5294"/>
                  </a:lnTo>
                  <a:lnTo>
                    <a:pt x="613" y="5254"/>
                  </a:lnTo>
                  <a:close/>
                  <a:moveTo>
                    <a:pt x="890" y="0"/>
                  </a:moveTo>
                  <a:lnTo>
                    <a:pt x="850" y="60"/>
                  </a:lnTo>
                  <a:lnTo>
                    <a:pt x="850" y="13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811" y="79"/>
                  </a:lnTo>
                  <a:lnTo>
                    <a:pt x="21" y="119"/>
                  </a:lnTo>
                  <a:lnTo>
                    <a:pt x="1" y="158"/>
                  </a:lnTo>
                  <a:lnTo>
                    <a:pt x="40" y="139"/>
                  </a:lnTo>
                  <a:lnTo>
                    <a:pt x="80" y="158"/>
                  </a:lnTo>
                  <a:lnTo>
                    <a:pt x="179" y="158"/>
                  </a:lnTo>
                  <a:lnTo>
                    <a:pt x="218" y="198"/>
                  </a:lnTo>
                  <a:lnTo>
                    <a:pt x="218" y="237"/>
                  </a:lnTo>
                  <a:lnTo>
                    <a:pt x="218" y="297"/>
                  </a:lnTo>
                  <a:lnTo>
                    <a:pt x="179" y="297"/>
                  </a:lnTo>
                  <a:lnTo>
                    <a:pt x="159" y="277"/>
                  </a:lnTo>
                  <a:lnTo>
                    <a:pt x="119" y="237"/>
                  </a:lnTo>
                  <a:lnTo>
                    <a:pt x="80" y="198"/>
                  </a:lnTo>
                  <a:lnTo>
                    <a:pt x="60" y="198"/>
                  </a:lnTo>
                  <a:lnTo>
                    <a:pt x="21" y="218"/>
                  </a:lnTo>
                  <a:lnTo>
                    <a:pt x="21" y="237"/>
                  </a:lnTo>
                  <a:lnTo>
                    <a:pt x="40" y="257"/>
                  </a:lnTo>
                  <a:lnTo>
                    <a:pt x="80" y="257"/>
                  </a:lnTo>
                  <a:lnTo>
                    <a:pt x="100" y="237"/>
                  </a:lnTo>
                  <a:lnTo>
                    <a:pt x="80" y="336"/>
                  </a:lnTo>
                  <a:lnTo>
                    <a:pt x="40" y="395"/>
                  </a:lnTo>
                  <a:lnTo>
                    <a:pt x="1" y="435"/>
                  </a:lnTo>
                  <a:lnTo>
                    <a:pt x="40" y="474"/>
                  </a:lnTo>
                  <a:lnTo>
                    <a:pt x="80" y="514"/>
                  </a:lnTo>
                  <a:lnTo>
                    <a:pt x="100" y="534"/>
                  </a:lnTo>
                  <a:lnTo>
                    <a:pt x="159" y="573"/>
                  </a:lnTo>
                  <a:lnTo>
                    <a:pt x="139" y="553"/>
                  </a:lnTo>
                  <a:lnTo>
                    <a:pt x="119" y="534"/>
                  </a:lnTo>
                  <a:lnTo>
                    <a:pt x="100" y="514"/>
                  </a:lnTo>
                  <a:lnTo>
                    <a:pt x="119" y="494"/>
                  </a:lnTo>
                  <a:lnTo>
                    <a:pt x="218" y="534"/>
                  </a:lnTo>
                  <a:lnTo>
                    <a:pt x="198" y="593"/>
                  </a:lnTo>
                  <a:lnTo>
                    <a:pt x="179" y="632"/>
                  </a:lnTo>
                  <a:lnTo>
                    <a:pt x="139" y="712"/>
                  </a:lnTo>
                  <a:lnTo>
                    <a:pt x="80" y="652"/>
                  </a:lnTo>
                  <a:lnTo>
                    <a:pt x="100" y="652"/>
                  </a:lnTo>
                  <a:lnTo>
                    <a:pt x="80" y="632"/>
                  </a:lnTo>
                  <a:lnTo>
                    <a:pt x="60" y="613"/>
                  </a:lnTo>
                  <a:lnTo>
                    <a:pt x="60" y="652"/>
                  </a:lnTo>
                  <a:lnTo>
                    <a:pt x="60" y="692"/>
                  </a:lnTo>
                  <a:lnTo>
                    <a:pt x="80" y="712"/>
                  </a:lnTo>
                  <a:lnTo>
                    <a:pt x="60" y="712"/>
                  </a:lnTo>
                  <a:lnTo>
                    <a:pt x="80" y="751"/>
                  </a:lnTo>
                  <a:lnTo>
                    <a:pt x="80" y="791"/>
                  </a:lnTo>
                  <a:lnTo>
                    <a:pt x="60" y="850"/>
                  </a:lnTo>
                  <a:lnTo>
                    <a:pt x="40" y="889"/>
                  </a:lnTo>
                  <a:lnTo>
                    <a:pt x="40" y="909"/>
                  </a:lnTo>
                  <a:lnTo>
                    <a:pt x="60" y="929"/>
                  </a:lnTo>
                  <a:lnTo>
                    <a:pt x="119" y="949"/>
                  </a:lnTo>
                  <a:lnTo>
                    <a:pt x="159" y="929"/>
                  </a:lnTo>
                  <a:lnTo>
                    <a:pt x="179" y="909"/>
                  </a:lnTo>
                  <a:lnTo>
                    <a:pt x="218" y="909"/>
                  </a:lnTo>
                  <a:lnTo>
                    <a:pt x="198" y="929"/>
                  </a:lnTo>
                  <a:lnTo>
                    <a:pt x="179" y="968"/>
                  </a:lnTo>
                  <a:lnTo>
                    <a:pt x="159" y="988"/>
                  </a:lnTo>
                  <a:lnTo>
                    <a:pt x="139" y="988"/>
                  </a:lnTo>
                  <a:lnTo>
                    <a:pt x="119" y="968"/>
                  </a:lnTo>
                  <a:lnTo>
                    <a:pt x="100" y="1047"/>
                  </a:lnTo>
                  <a:lnTo>
                    <a:pt x="119" y="1087"/>
                  </a:lnTo>
                  <a:lnTo>
                    <a:pt x="198" y="1087"/>
                  </a:lnTo>
                  <a:lnTo>
                    <a:pt x="238" y="1107"/>
                  </a:lnTo>
                  <a:lnTo>
                    <a:pt x="258" y="1126"/>
                  </a:lnTo>
                  <a:lnTo>
                    <a:pt x="238" y="1146"/>
                  </a:lnTo>
                  <a:lnTo>
                    <a:pt x="218" y="1166"/>
                  </a:lnTo>
                  <a:lnTo>
                    <a:pt x="179" y="1146"/>
                  </a:lnTo>
                  <a:lnTo>
                    <a:pt x="100" y="1146"/>
                  </a:lnTo>
                  <a:lnTo>
                    <a:pt x="60" y="1166"/>
                  </a:lnTo>
                  <a:lnTo>
                    <a:pt x="139" y="1245"/>
                  </a:lnTo>
                  <a:lnTo>
                    <a:pt x="80" y="1284"/>
                  </a:lnTo>
                  <a:lnTo>
                    <a:pt x="80" y="1324"/>
                  </a:lnTo>
                  <a:lnTo>
                    <a:pt x="80" y="1383"/>
                  </a:lnTo>
                  <a:lnTo>
                    <a:pt x="139" y="1462"/>
                  </a:lnTo>
                  <a:lnTo>
                    <a:pt x="198" y="1561"/>
                  </a:lnTo>
                  <a:lnTo>
                    <a:pt x="218" y="1600"/>
                  </a:lnTo>
                  <a:lnTo>
                    <a:pt x="238" y="1660"/>
                  </a:lnTo>
                  <a:lnTo>
                    <a:pt x="179" y="1660"/>
                  </a:lnTo>
                  <a:lnTo>
                    <a:pt x="119" y="1620"/>
                  </a:lnTo>
                  <a:lnTo>
                    <a:pt x="100" y="1561"/>
                  </a:lnTo>
                  <a:lnTo>
                    <a:pt x="80" y="1521"/>
                  </a:lnTo>
                  <a:lnTo>
                    <a:pt x="60" y="1541"/>
                  </a:lnTo>
                  <a:lnTo>
                    <a:pt x="60" y="1561"/>
                  </a:lnTo>
                  <a:lnTo>
                    <a:pt x="60" y="1620"/>
                  </a:lnTo>
                  <a:lnTo>
                    <a:pt x="80" y="1660"/>
                  </a:lnTo>
                  <a:lnTo>
                    <a:pt x="80" y="1679"/>
                  </a:lnTo>
                  <a:lnTo>
                    <a:pt x="80" y="1699"/>
                  </a:lnTo>
                  <a:lnTo>
                    <a:pt x="80" y="1739"/>
                  </a:lnTo>
                  <a:lnTo>
                    <a:pt x="119" y="1778"/>
                  </a:lnTo>
                  <a:lnTo>
                    <a:pt x="159" y="1798"/>
                  </a:lnTo>
                  <a:lnTo>
                    <a:pt x="198" y="1798"/>
                  </a:lnTo>
                  <a:lnTo>
                    <a:pt x="198" y="1818"/>
                  </a:lnTo>
                  <a:lnTo>
                    <a:pt x="179" y="1837"/>
                  </a:lnTo>
                  <a:lnTo>
                    <a:pt x="139" y="1857"/>
                  </a:lnTo>
                  <a:lnTo>
                    <a:pt x="179" y="1877"/>
                  </a:lnTo>
                  <a:lnTo>
                    <a:pt x="218" y="1916"/>
                  </a:lnTo>
                  <a:lnTo>
                    <a:pt x="238" y="2015"/>
                  </a:lnTo>
                  <a:lnTo>
                    <a:pt x="179" y="2015"/>
                  </a:lnTo>
                  <a:lnTo>
                    <a:pt x="258" y="2114"/>
                  </a:lnTo>
                  <a:lnTo>
                    <a:pt x="258" y="2094"/>
                  </a:lnTo>
                  <a:lnTo>
                    <a:pt x="337" y="2094"/>
                  </a:lnTo>
                  <a:lnTo>
                    <a:pt x="337" y="2114"/>
                  </a:lnTo>
                  <a:lnTo>
                    <a:pt x="376" y="2074"/>
                  </a:lnTo>
                  <a:lnTo>
                    <a:pt x="396" y="2055"/>
                  </a:lnTo>
                  <a:lnTo>
                    <a:pt x="356" y="1976"/>
                  </a:lnTo>
                  <a:lnTo>
                    <a:pt x="337" y="1936"/>
                  </a:lnTo>
                  <a:lnTo>
                    <a:pt x="337" y="1897"/>
                  </a:lnTo>
                  <a:lnTo>
                    <a:pt x="337" y="1857"/>
                  </a:lnTo>
                  <a:lnTo>
                    <a:pt x="396" y="1837"/>
                  </a:lnTo>
                  <a:lnTo>
                    <a:pt x="475" y="1837"/>
                  </a:lnTo>
                  <a:lnTo>
                    <a:pt x="455" y="1857"/>
                  </a:lnTo>
                  <a:lnTo>
                    <a:pt x="436" y="1877"/>
                  </a:lnTo>
                  <a:lnTo>
                    <a:pt x="495" y="1897"/>
                  </a:lnTo>
                  <a:lnTo>
                    <a:pt x="515" y="1897"/>
                  </a:lnTo>
                  <a:lnTo>
                    <a:pt x="515" y="1877"/>
                  </a:lnTo>
                  <a:lnTo>
                    <a:pt x="594" y="1877"/>
                  </a:lnTo>
                  <a:lnTo>
                    <a:pt x="613" y="1916"/>
                  </a:lnTo>
                  <a:lnTo>
                    <a:pt x="633" y="1976"/>
                  </a:lnTo>
                  <a:lnTo>
                    <a:pt x="673" y="2015"/>
                  </a:lnTo>
                  <a:lnTo>
                    <a:pt x="613" y="2035"/>
                  </a:lnTo>
                  <a:lnTo>
                    <a:pt x="574" y="2015"/>
                  </a:lnTo>
                  <a:lnTo>
                    <a:pt x="534" y="1976"/>
                  </a:lnTo>
                  <a:lnTo>
                    <a:pt x="475" y="1956"/>
                  </a:lnTo>
                  <a:lnTo>
                    <a:pt x="515" y="1995"/>
                  </a:lnTo>
                  <a:lnTo>
                    <a:pt x="534" y="2015"/>
                  </a:lnTo>
                  <a:lnTo>
                    <a:pt x="515" y="2035"/>
                  </a:lnTo>
                  <a:lnTo>
                    <a:pt x="436" y="2035"/>
                  </a:lnTo>
                  <a:lnTo>
                    <a:pt x="475" y="2074"/>
                  </a:lnTo>
                  <a:lnTo>
                    <a:pt x="534" y="2074"/>
                  </a:lnTo>
                  <a:lnTo>
                    <a:pt x="594" y="2055"/>
                  </a:lnTo>
                  <a:lnTo>
                    <a:pt x="653" y="2074"/>
                  </a:lnTo>
                  <a:lnTo>
                    <a:pt x="653" y="2114"/>
                  </a:lnTo>
                  <a:lnTo>
                    <a:pt x="613" y="2153"/>
                  </a:lnTo>
                  <a:lnTo>
                    <a:pt x="613" y="2173"/>
                  </a:lnTo>
                  <a:lnTo>
                    <a:pt x="594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52"/>
                  </a:lnTo>
                  <a:lnTo>
                    <a:pt x="653" y="2292"/>
                  </a:lnTo>
                  <a:lnTo>
                    <a:pt x="574" y="2331"/>
                  </a:lnTo>
                  <a:lnTo>
                    <a:pt x="594" y="2292"/>
                  </a:lnTo>
                  <a:lnTo>
                    <a:pt x="594" y="2272"/>
                  </a:lnTo>
                  <a:lnTo>
                    <a:pt x="554" y="2232"/>
                  </a:lnTo>
                  <a:lnTo>
                    <a:pt x="495" y="2213"/>
                  </a:lnTo>
                  <a:lnTo>
                    <a:pt x="475" y="2213"/>
                  </a:lnTo>
                  <a:lnTo>
                    <a:pt x="495" y="2193"/>
                  </a:lnTo>
                  <a:lnTo>
                    <a:pt x="455" y="2213"/>
                  </a:lnTo>
                  <a:lnTo>
                    <a:pt x="416" y="2232"/>
                  </a:lnTo>
                  <a:lnTo>
                    <a:pt x="356" y="2232"/>
                  </a:lnTo>
                  <a:lnTo>
                    <a:pt x="218" y="2153"/>
                  </a:lnTo>
                  <a:lnTo>
                    <a:pt x="218" y="2213"/>
                  </a:lnTo>
                  <a:lnTo>
                    <a:pt x="218" y="2252"/>
                  </a:lnTo>
                  <a:lnTo>
                    <a:pt x="179" y="2272"/>
                  </a:lnTo>
                  <a:lnTo>
                    <a:pt x="218" y="2292"/>
                  </a:lnTo>
                  <a:lnTo>
                    <a:pt x="238" y="2331"/>
                  </a:lnTo>
                  <a:lnTo>
                    <a:pt x="238" y="2390"/>
                  </a:lnTo>
                  <a:lnTo>
                    <a:pt x="238" y="2430"/>
                  </a:lnTo>
                  <a:lnTo>
                    <a:pt x="258" y="2469"/>
                  </a:lnTo>
                  <a:lnTo>
                    <a:pt x="297" y="2489"/>
                  </a:lnTo>
                  <a:lnTo>
                    <a:pt x="277" y="2509"/>
                  </a:lnTo>
                  <a:lnTo>
                    <a:pt x="258" y="2489"/>
                  </a:lnTo>
                  <a:lnTo>
                    <a:pt x="238" y="2489"/>
                  </a:lnTo>
                  <a:lnTo>
                    <a:pt x="238" y="2509"/>
                  </a:lnTo>
                  <a:lnTo>
                    <a:pt x="258" y="2608"/>
                  </a:lnTo>
                  <a:lnTo>
                    <a:pt x="277" y="2667"/>
                  </a:lnTo>
                  <a:lnTo>
                    <a:pt x="317" y="2726"/>
                  </a:lnTo>
                  <a:lnTo>
                    <a:pt x="297" y="2746"/>
                  </a:lnTo>
                  <a:lnTo>
                    <a:pt x="277" y="2766"/>
                  </a:lnTo>
                  <a:lnTo>
                    <a:pt x="238" y="2785"/>
                  </a:lnTo>
                  <a:lnTo>
                    <a:pt x="238" y="2845"/>
                  </a:lnTo>
                  <a:lnTo>
                    <a:pt x="238" y="2904"/>
                  </a:lnTo>
                  <a:lnTo>
                    <a:pt x="317" y="3003"/>
                  </a:lnTo>
                  <a:lnTo>
                    <a:pt x="376" y="3121"/>
                  </a:lnTo>
                  <a:lnTo>
                    <a:pt x="396" y="3181"/>
                  </a:lnTo>
                  <a:lnTo>
                    <a:pt x="396" y="3260"/>
                  </a:lnTo>
                  <a:lnTo>
                    <a:pt x="337" y="3220"/>
                  </a:lnTo>
                  <a:lnTo>
                    <a:pt x="337" y="3299"/>
                  </a:lnTo>
                  <a:lnTo>
                    <a:pt x="356" y="3319"/>
                  </a:lnTo>
                  <a:lnTo>
                    <a:pt x="396" y="3339"/>
                  </a:lnTo>
                  <a:lnTo>
                    <a:pt x="356" y="3358"/>
                  </a:lnTo>
                  <a:lnTo>
                    <a:pt x="337" y="3398"/>
                  </a:lnTo>
                  <a:lnTo>
                    <a:pt x="376" y="3457"/>
                  </a:lnTo>
                  <a:lnTo>
                    <a:pt x="396" y="3497"/>
                  </a:lnTo>
                  <a:lnTo>
                    <a:pt x="396" y="3536"/>
                  </a:lnTo>
                  <a:lnTo>
                    <a:pt x="376" y="3576"/>
                  </a:lnTo>
                  <a:lnTo>
                    <a:pt x="337" y="3595"/>
                  </a:lnTo>
                  <a:lnTo>
                    <a:pt x="337" y="3635"/>
                  </a:lnTo>
                  <a:lnTo>
                    <a:pt x="356" y="3655"/>
                  </a:lnTo>
                  <a:lnTo>
                    <a:pt x="396" y="3694"/>
                  </a:lnTo>
                  <a:lnTo>
                    <a:pt x="455" y="3714"/>
                  </a:lnTo>
                  <a:lnTo>
                    <a:pt x="495" y="3753"/>
                  </a:lnTo>
                  <a:lnTo>
                    <a:pt x="416" y="3753"/>
                  </a:lnTo>
                  <a:lnTo>
                    <a:pt x="396" y="3773"/>
                  </a:lnTo>
                  <a:lnTo>
                    <a:pt x="376" y="3793"/>
                  </a:lnTo>
                  <a:lnTo>
                    <a:pt x="475" y="4129"/>
                  </a:lnTo>
                  <a:lnTo>
                    <a:pt x="554" y="4504"/>
                  </a:lnTo>
                  <a:lnTo>
                    <a:pt x="515" y="4484"/>
                  </a:lnTo>
                  <a:lnTo>
                    <a:pt x="534" y="4543"/>
                  </a:lnTo>
                  <a:lnTo>
                    <a:pt x="554" y="4603"/>
                  </a:lnTo>
                  <a:lnTo>
                    <a:pt x="613" y="4721"/>
                  </a:lnTo>
                  <a:lnTo>
                    <a:pt x="653" y="4840"/>
                  </a:lnTo>
                  <a:lnTo>
                    <a:pt x="673" y="4899"/>
                  </a:lnTo>
                  <a:lnTo>
                    <a:pt x="653" y="4958"/>
                  </a:lnTo>
                  <a:lnTo>
                    <a:pt x="712" y="5017"/>
                  </a:lnTo>
                  <a:lnTo>
                    <a:pt x="752" y="5037"/>
                  </a:lnTo>
                  <a:lnTo>
                    <a:pt x="791" y="5017"/>
                  </a:lnTo>
                  <a:lnTo>
                    <a:pt x="811" y="4998"/>
                  </a:lnTo>
                  <a:lnTo>
                    <a:pt x="831" y="4978"/>
                  </a:lnTo>
                  <a:lnTo>
                    <a:pt x="929" y="4978"/>
                  </a:lnTo>
                  <a:lnTo>
                    <a:pt x="949" y="5017"/>
                  </a:lnTo>
                  <a:lnTo>
                    <a:pt x="949" y="5037"/>
                  </a:lnTo>
                  <a:lnTo>
                    <a:pt x="910" y="5057"/>
                  </a:lnTo>
                  <a:lnTo>
                    <a:pt x="850" y="5077"/>
                  </a:lnTo>
                  <a:lnTo>
                    <a:pt x="850" y="5096"/>
                  </a:lnTo>
                  <a:lnTo>
                    <a:pt x="850" y="5136"/>
                  </a:lnTo>
                  <a:lnTo>
                    <a:pt x="771" y="5136"/>
                  </a:lnTo>
                  <a:lnTo>
                    <a:pt x="752" y="5116"/>
                  </a:lnTo>
                  <a:lnTo>
                    <a:pt x="712" y="5096"/>
                  </a:lnTo>
                  <a:lnTo>
                    <a:pt x="653" y="5096"/>
                  </a:lnTo>
                  <a:lnTo>
                    <a:pt x="752" y="5215"/>
                  </a:lnTo>
                  <a:lnTo>
                    <a:pt x="732" y="5254"/>
                  </a:lnTo>
                  <a:lnTo>
                    <a:pt x="752" y="5314"/>
                  </a:lnTo>
                  <a:lnTo>
                    <a:pt x="752" y="5353"/>
                  </a:lnTo>
                  <a:lnTo>
                    <a:pt x="732" y="5413"/>
                  </a:lnTo>
                  <a:lnTo>
                    <a:pt x="732" y="5393"/>
                  </a:lnTo>
                  <a:lnTo>
                    <a:pt x="673" y="5393"/>
                  </a:lnTo>
                  <a:lnTo>
                    <a:pt x="673" y="5432"/>
                  </a:lnTo>
                  <a:lnTo>
                    <a:pt x="673" y="5492"/>
                  </a:lnTo>
                  <a:lnTo>
                    <a:pt x="712" y="5492"/>
                  </a:lnTo>
                  <a:lnTo>
                    <a:pt x="732" y="5511"/>
                  </a:lnTo>
                  <a:lnTo>
                    <a:pt x="752" y="5531"/>
                  </a:lnTo>
                  <a:lnTo>
                    <a:pt x="771" y="5551"/>
                  </a:lnTo>
                  <a:lnTo>
                    <a:pt x="771" y="5571"/>
                  </a:lnTo>
                  <a:lnTo>
                    <a:pt x="811" y="5571"/>
                  </a:lnTo>
                  <a:lnTo>
                    <a:pt x="850" y="5610"/>
                  </a:lnTo>
                  <a:lnTo>
                    <a:pt x="732" y="5650"/>
                  </a:lnTo>
                  <a:lnTo>
                    <a:pt x="811" y="5650"/>
                  </a:lnTo>
                  <a:lnTo>
                    <a:pt x="831" y="5709"/>
                  </a:lnTo>
                  <a:lnTo>
                    <a:pt x="831" y="5768"/>
                  </a:lnTo>
                  <a:lnTo>
                    <a:pt x="811" y="5847"/>
                  </a:lnTo>
                  <a:lnTo>
                    <a:pt x="791" y="5867"/>
                  </a:lnTo>
                  <a:lnTo>
                    <a:pt x="771" y="5887"/>
                  </a:lnTo>
                  <a:lnTo>
                    <a:pt x="771" y="5906"/>
                  </a:lnTo>
                  <a:lnTo>
                    <a:pt x="811" y="5926"/>
                  </a:lnTo>
                  <a:lnTo>
                    <a:pt x="831" y="5966"/>
                  </a:lnTo>
                  <a:lnTo>
                    <a:pt x="831" y="5985"/>
                  </a:lnTo>
                  <a:lnTo>
                    <a:pt x="771" y="5985"/>
                  </a:lnTo>
                  <a:lnTo>
                    <a:pt x="771" y="6064"/>
                  </a:lnTo>
                  <a:lnTo>
                    <a:pt x="791" y="6163"/>
                  </a:lnTo>
                  <a:lnTo>
                    <a:pt x="791" y="6262"/>
                  </a:lnTo>
                  <a:lnTo>
                    <a:pt x="771" y="6361"/>
                  </a:lnTo>
                  <a:lnTo>
                    <a:pt x="831" y="6479"/>
                  </a:lnTo>
                  <a:lnTo>
                    <a:pt x="870" y="6519"/>
                  </a:lnTo>
                  <a:lnTo>
                    <a:pt x="910" y="6578"/>
                  </a:lnTo>
                  <a:lnTo>
                    <a:pt x="910" y="6538"/>
                  </a:lnTo>
                  <a:lnTo>
                    <a:pt x="929" y="6519"/>
                  </a:lnTo>
                  <a:lnTo>
                    <a:pt x="949" y="6499"/>
                  </a:lnTo>
                  <a:lnTo>
                    <a:pt x="989" y="6519"/>
                  </a:lnTo>
                  <a:lnTo>
                    <a:pt x="1008" y="6519"/>
                  </a:lnTo>
                  <a:lnTo>
                    <a:pt x="1028" y="6558"/>
                  </a:lnTo>
                  <a:lnTo>
                    <a:pt x="1048" y="6598"/>
                  </a:lnTo>
                  <a:lnTo>
                    <a:pt x="1008" y="6617"/>
                  </a:lnTo>
                  <a:lnTo>
                    <a:pt x="1008" y="6637"/>
                  </a:lnTo>
                  <a:lnTo>
                    <a:pt x="989" y="6657"/>
                  </a:lnTo>
                  <a:lnTo>
                    <a:pt x="969" y="6637"/>
                  </a:lnTo>
                  <a:lnTo>
                    <a:pt x="929" y="6657"/>
                  </a:lnTo>
                  <a:lnTo>
                    <a:pt x="910" y="6677"/>
                  </a:lnTo>
                  <a:lnTo>
                    <a:pt x="929" y="6736"/>
                  </a:lnTo>
                  <a:lnTo>
                    <a:pt x="929" y="6775"/>
                  </a:lnTo>
                  <a:lnTo>
                    <a:pt x="910" y="6795"/>
                  </a:lnTo>
                  <a:lnTo>
                    <a:pt x="890" y="6815"/>
                  </a:lnTo>
                  <a:lnTo>
                    <a:pt x="910" y="6835"/>
                  </a:lnTo>
                  <a:lnTo>
                    <a:pt x="929" y="6874"/>
                  </a:lnTo>
                  <a:lnTo>
                    <a:pt x="949" y="6933"/>
                  </a:lnTo>
                  <a:lnTo>
                    <a:pt x="989" y="6953"/>
                  </a:lnTo>
                  <a:lnTo>
                    <a:pt x="949" y="6953"/>
                  </a:lnTo>
                  <a:lnTo>
                    <a:pt x="929" y="6933"/>
                  </a:lnTo>
                  <a:lnTo>
                    <a:pt x="929" y="6914"/>
                  </a:lnTo>
                  <a:lnTo>
                    <a:pt x="910" y="6914"/>
                  </a:lnTo>
                  <a:lnTo>
                    <a:pt x="929" y="6953"/>
                  </a:lnTo>
                  <a:lnTo>
                    <a:pt x="890" y="6953"/>
                  </a:lnTo>
                  <a:lnTo>
                    <a:pt x="890" y="6993"/>
                  </a:lnTo>
                  <a:lnTo>
                    <a:pt x="910" y="7012"/>
                  </a:lnTo>
                  <a:lnTo>
                    <a:pt x="949" y="7052"/>
                  </a:lnTo>
                  <a:lnTo>
                    <a:pt x="1008" y="7072"/>
                  </a:lnTo>
                  <a:lnTo>
                    <a:pt x="1048" y="7111"/>
                  </a:lnTo>
                  <a:lnTo>
                    <a:pt x="1028" y="7111"/>
                  </a:lnTo>
                  <a:lnTo>
                    <a:pt x="1068" y="7151"/>
                  </a:lnTo>
                  <a:lnTo>
                    <a:pt x="949" y="7111"/>
                  </a:lnTo>
                  <a:lnTo>
                    <a:pt x="989" y="7151"/>
                  </a:lnTo>
                  <a:lnTo>
                    <a:pt x="1028" y="7190"/>
                  </a:lnTo>
                  <a:lnTo>
                    <a:pt x="1068" y="7210"/>
                  </a:lnTo>
                  <a:lnTo>
                    <a:pt x="1087" y="7249"/>
                  </a:lnTo>
                  <a:lnTo>
                    <a:pt x="1068" y="7269"/>
                  </a:lnTo>
                  <a:lnTo>
                    <a:pt x="1107" y="7309"/>
                  </a:lnTo>
                  <a:lnTo>
                    <a:pt x="1068" y="7309"/>
                  </a:lnTo>
                  <a:lnTo>
                    <a:pt x="1127" y="7328"/>
                  </a:lnTo>
                  <a:lnTo>
                    <a:pt x="1147" y="7368"/>
                  </a:lnTo>
                  <a:lnTo>
                    <a:pt x="1186" y="7407"/>
                  </a:lnTo>
                  <a:lnTo>
                    <a:pt x="1226" y="7447"/>
                  </a:lnTo>
                  <a:lnTo>
                    <a:pt x="1166" y="7486"/>
                  </a:lnTo>
                  <a:lnTo>
                    <a:pt x="1147" y="7506"/>
                  </a:lnTo>
                  <a:lnTo>
                    <a:pt x="1186" y="7526"/>
                  </a:lnTo>
                  <a:lnTo>
                    <a:pt x="1068" y="7546"/>
                  </a:lnTo>
                  <a:lnTo>
                    <a:pt x="1068" y="7486"/>
                  </a:lnTo>
                  <a:lnTo>
                    <a:pt x="1087" y="7467"/>
                  </a:lnTo>
                  <a:lnTo>
                    <a:pt x="1107" y="7447"/>
                  </a:lnTo>
                  <a:lnTo>
                    <a:pt x="1087" y="7407"/>
                  </a:lnTo>
                  <a:lnTo>
                    <a:pt x="1048" y="7447"/>
                  </a:lnTo>
                  <a:lnTo>
                    <a:pt x="1028" y="7486"/>
                  </a:lnTo>
                  <a:lnTo>
                    <a:pt x="989" y="7605"/>
                  </a:lnTo>
                  <a:lnTo>
                    <a:pt x="1008" y="7704"/>
                  </a:lnTo>
                  <a:lnTo>
                    <a:pt x="1028" y="7803"/>
                  </a:lnTo>
                  <a:lnTo>
                    <a:pt x="1048" y="7842"/>
                  </a:lnTo>
                  <a:lnTo>
                    <a:pt x="1048" y="7882"/>
                  </a:lnTo>
                  <a:lnTo>
                    <a:pt x="2549" y="7921"/>
                  </a:lnTo>
                  <a:lnTo>
                    <a:pt x="2569" y="7842"/>
                  </a:lnTo>
                  <a:lnTo>
                    <a:pt x="2549" y="7783"/>
                  </a:lnTo>
                  <a:lnTo>
                    <a:pt x="2529" y="7743"/>
                  </a:lnTo>
                  <a:lnTo>
                    <a:pt x="2450" y="7822"/>
                  </a:lnTo>
                  <a:lnTo>
                    <a:pt x="2549" y="7822"/>
                  </a:lnTo>
                  <a:lnTo>
                    <a:pt x="2490" y="7862"/>
                  </a:lnTo>
                  <a:lnTo>
                    <a:pt x="2411" y="7862"/>
                  </a:lnTo>
                  <a:lnTo>
                    <a:pt x="2272" y="7822"/>
                  </a:lnTo>
                  <a:lnTo>
                    <a:pt x="2292" y="7803"/>
                  </a:lnTo>
                  <a:lnTo>
                    <a:pt x="2292" y="7783"/>
                  </a:lnTo>
                  <a:lnTo>
                    <a:pt x="2312" y="7763"/>
                  </a:lnTo>
                  <a:lnTo>
                    <a:pt x="2332" y="7763"/>
                  </a:lnTo>
                  <a:lnTo>
                    <a:pt x="2292" y="7684"/>
                  </a:lnTo>
                  <a:lnTo>
                    <a:pt x="2272" y="7704"/>
                  </a:lnTo>
                  <a:lnTo>
                    <a:pt x="2253" y="7723"/>
                  </a:lnTo>
                  <a:lnTo>
                    <a:pt x="2233" y="7723"/>
                  </a:lnTo>
                  <a:lnTo>
                    <a:pt x="2272" y="7664"/>
                  </a:lnTo>
                  <a:lnTo>
                    <a:pt x="2292" y="7644"/>
                  </a:lnTo>
                  <a:lnTo>
                    <a:pt x="2312" y="7664"/>
                  </a:lnTo>
                  <a:lnTo>
                    <a:pt x="2292" y="7605"/>
                  </a:lnTo>
                  <a:lnTo>
                    <a:pt x="2272" y="7585"/>
                  </a:lnTo>
                  <a:lnTo>
                    <a:pt x="2233" y="7585"/>
                  </a:lnTo>
                  <a:lnTo>
                    <a:pt x="2233" y="7565"/>
                  </a:lnTo>
                  <a:lnTo>
                    <a:pt x="2292" y="7565"/>
                  </a:lnTo>
                  <a:lnTo>
                    <a:pt x="2391" y="7605"/>
                  </a:lnTo>
                  <a:lnTo>
                    <a:pt x="2391" y="7565"/>
                  </a:lnTo>
                  <a:lnTo>
                    <a:pt x="2490" y="7565"/>
                  </a:lnTo>
                  <a:lnTo>
                    <a:pt x="2470" y="7486"/>
                  </a:lnTo>
                  <a:lnTo>
                    <a:pt x="2569" y="7506"/>
                  </a:lnTo>
                  <a:lnTo>
                    <a:pt x="2569" y="7486"/>
                  </a:lnTo>
                  <a:lnTo>
                    <a:pt x="2549" y="7447"/>
                  </a:lnTo>
                  <a:lnTo>
                    <a:pt x="2529" y="7427"/>
                  </a:lnTo>
                  <a:lnTo>
                    <a:pt x="2549" y="7388"/>
                  </a:lnTo>
                  <a:lnTo>
                    <a:pt x="2470" y="7388"/>
                  </a:lnTo>
                  <a:lnTo>
                    <a:pt x="2529" y="7249"/>
                  </a:lnTo>
                  <a:lnTo>
                    <a:pt x="2529" y="7131"/>
                  </a:lnTo>
                  <a:lnTo>
                    <a:pt x="2470" y="7170"/>
                  </a:lnTo>
                  <a:lnTo>
                    <a:pt x="2450" y="7131"/>
                  </a:lnTo>
                  <a:lnTo>
                    <a:pt x="2450" y="7111"/>
                  </a:lnTo>
                  <a:lnTo>
                    <a:pt x="2470" y="7072"/>
                  </a:lnTo>
                  <a:lnTo>
                    <a:pt x="2509" y="7032"/>
                  </a:lnTo>
                  <a:lnTo>
                    <a:pt x="2509" y="7012"/>
                  </a:lnTo>
                  <a:lnTo>
                    <a:pt x="2509" y="6973"/>
                  </a:lnTo>
                  <a:lnTo>
                    <a:pt x="2470" y="6933"/>
                  </a:lnTo>
                  <a:lnTo>
                    <a:pt x="2430" y="6894"/>
                  </a:lnTo>
                  <a:lnTo>
                    <a:pt x="2391" y="6874"/>
                  </a:lnTo>
                  <a:lnTo>
                    <a:pt x="2332" y="6874"/>
                  </a:lnTo>
                  <a:lnTo>
                    <a:pt x="2332" y="6854"/>
                  </a:lnTo>
                  <a:lnTo>
                    <a:pt x="2332" y="6835"/>
                  </a:lnTo>
                  <a:lnTo>
                    <a:pt x="2391" y="6815"/>
                  </a:lnTo>
                  <a:lnTo>
                    <a:pt x="2292" y="6756"/>
                  </a:lnTo>
                  <a:lnTo>
                    <a:pt x="2272" y="6716"/>
                  </a:lnTo>
                  <a:lnTo>
                    <a:pt x="2272" y="6696"/>
                  </a:lnTo>
                  <a:lnTo>
                    <a:pt x="2272" y="6677"/>
                  </a:lnTo>
                  <a:lnTo>
                    <a:pt x="2351" y="6756"/>
                  </a:lnTo>
                  <a:lnTo>
                    <a:pt x="2391" y="6736"/>
                  </a:lnTo>
                  <a:lnTo>
                    <a:pt x="2391" y="6677"/>
                  </a:lnTo>
                  <a:lnTo>
                    <a:pt x="2391" y="6637"/>
                  </a:lnTo>
                  <a:lnTo>
                    <a:pt x="2391" y="6598"/>
                  </a:lnTo>
                  <a:lnTo>
                    <a:pt x="2154" y="6400"/>
                  </a:lnTo>
                  <a:lnTo>
                    <a:pt x="2095" y="6420"/>
                  </a:lnTo>
                  <a:lnTo>
                    <a:pt x="2016" y="6440"/>
                  </a:lnTo>
                  <a:lnTo>
                    <a:pt x="1956" y="6420"/>
                  </a:lnTo>
                  <a:lnTo>
                    <a:pt x="1897" y="6400"/>
                  </a:lnTo>
                  <a:lnTo>
                    <a:pt x="1917" y="6380"/>
                  </a:lnTo>
                  <a:lnTo>
                    <a:pt x="1937" y="6341"/>
                  </a:lnTo>
                  <a:lnTo>
                    <a:pt x="1976" y="6262"/>
                  </a:lnTo>
                  <a:lnTo>
                    <a:pt x="2016" y="6262"/>
                  </a:lnTo>
                  <a:lnTo>
                    <a:pt x="2055" y="6222"/>
                  </a:lnTo>
                  <a:lnTo>
                    <a:pt x="2095" y="6203"/>
                  </a:lnTo>
                  <a:lnTo>
                    <a:pt x="2114" y="6222"/>
                  </a:lnTo>
                  <a:lnTo>
                    <a:pt x="2114" y="6242"/>
                  </a:lnTo>
                  <a:lnTo>
                    <a:pt x="2075" y="6282"/>
                  </a:lnTo>
                  <a:lnTo>
                    <a:pt x="2055" y="6301"/>
                  </a:lnTo>
                  <a:lnTo>
                    <a:pt x="2055" y="6321"/>
                  </a:lnTo>
                  <a:lnTo>
                    <a:pt x="2134" y="6262"/>
                  </a:lnTo>
                  <a:lnTo>
                    <a:pt x="2213" y="6163"/>
                  </a:lnTo>
                  <a:lnTo>
                    <a:pt x="2253" y="6183"/>
                  </a:lnTo>
                  <a:lnTo>
                    <a:pt x="2272" y="6222"/>
                  </a:lnTo>
                  <a:lnTo>
                    <a:pt x="2213" y="6222"/>
                  </a:lnTo>
                  <a:lnTo>
                    <a:pt x="2253" y="6262"/>
                  </a:lnTo>
                  <a:lnTo>
                    <a:pt x="2272" y="6262"/>
                  </a:lnTo>
                  <a:lnTo>
                    <a:pt x="2312" y="6242"/>
                  </a:lnTo>
                  <a:lnTo>
                    <a:pt x="2351" y="6203"/>
                  </a:lnTo>
                  <a:lnTo>
                    <a:pt x="2411" y="6203"/>
                  </a:lnTo>
                  <a:lnTo>
                    <a:pt x="2391" y="6143"/>
                  </a:lnTo>
                  <a:lnTo>
                    <a:pt x="2351" y="6143"/>
                  </a:lnTo>
                  <a:lnTo>
                    <a:pt x="2371" y="6124"/>
                  </a:lnTo>
                  <a:lnTo>
                    <a:pt x="2391" y="6084"/>
                  </a:lnTo>
                  <a:lnTo>
                    <a:pt x="2351" y="6045"/>
                  </a:lnTo>
                  <a:lnTo>
                    <a:pt x="2332" y="5985"/>
                  </a:lnTo>
                  <a:lnTo>
                    <a:pt x="2332" y="5946"/>
                  </a:lnTo>
                  <a:lnTo>
                    <a:pt x="2351" y="5926"/>
                  </a:lnTo>
                  <a:lnTo>
                    <a:pt x="2312" y="5946"/>
                  </a:lnTo>
                  <a:lnTo>
                    <a:pt x="2292" y="5946"/>
                  </a:lnTo>
                  <a:lnTo>
                    <a:pt x="2253" y="5926"/>
                  </a:lnTo>
                  <a:lnTo>
                    <a:pt x="2253" y="5887"/>
                  </a:lnTo>
                  <a:lnTo>
                    <a:pt x="2272" y="5867"/>
                  </a:lnTo>
                  <a:lnTo>
                    <a:pt x="2332" y="5827"/>
                  </a:lnTo>
                  <a:lnTo>
                    <a:pt x="2292" y="5808"/>
                  </a:lnTo>
                  <a:lnTo>
                    <a:pt x="2272" y="5788"/>
                  </a:lnTo>
                  <a:lnTo>
                    <a:pt x="2272" y="5748"/>
                  </a:lnTo>
                  <a:lnTo>
                    <a:pt x="2233" y="5729"/>
                  </a:lnTo>
                  <a:lnTo>
                    <a:pt x="2174" y="5748"/>
                  </a:lnTo>
                  <a:lnTo>
                    <a:pt x="2134" y="5768"/>
                  </a:lnTo>
                  <a:lnTo>
                    <a:pt x="2075" y="5748"/>
                  </a:lnTo>
                  <a:lnTo>
                    <a:pt x="2035" y="5729"/>
                  </a:lnTo>
                  <a:lnTo>
                    <a:pt x="2016" y="5689"/>
                  </a:lnTo>
                  <a:lnTo>
                    <a:pt x="2035" y="5650"/>
                  </a:lnTo>
                  <a:lnTo>
                    <a:pt x="2016" y="5630"/>
                  </a:lnTo>
                  <a:lnTo>
                    <a:pt x="2055" y="5610"/>
                  </a:lnTo>
                  <a:lnTo>
                    <a:pt x="2075" y="5630"/>
                  </a:lnTo>
                  <a:lnTo>
                    <a:pt x="2095" y="5669"/>
                  </a:lnTo>
                  <a:lnTo>
                    <a:pt x="2114" y="5689"/>
                  </a:lnTo>
                  <a:lnTo>
                    <a:pt x="2035" y="5551"/>
                  </a:lnTo>
                  <a:lnTo>
                    <a:pt x="2075" y="5531"/>
                  </a:lnTo>
                  <a:lnTo>
                    <a:pt x="2114" y="5531"/>
                  </a:lnTo>
                  <a:lnTo>
                    <a:pt x="2134" y="5571"/>
                  </a:lnTo>
                  <a:lnTo>
                    <a:pt x="2134" y="5610"/>
                  </a:lnTo>
                  <a:lnTo>
                    <a:pt x="2154" y="5551"/>
                  </a:lnTo>
                  <a:lnTo>
                    <a:pt x="2134" y="5511"/>
                  </a:lnTo>
                  <a:lnTo>
                    <a:pt x="2095" y="5472"/>
                  </a:lnTo>
                  <a:lnTo>
                    <a:pt x="2035" y="5452"/>
                  </a:lnTo>
                  <a:lnTo>
                    <a:pt x="2055" y="5413"/>
                  </a:lnTo>
                  <a:lnTo>
                    <a:pt x="2055" y="5353"/>
                  </a:lnTo>
                  <a:lnTo>
                    <a:pt x="2114" y="5373"/>
                  </a:lnTo>
                  <a:lnTo>
                    <a:pt x="2174" y="5373"/>
                  </a:lnTo>
                  <a:lnTo>
                    <a:pt x="2233" y="5393"/>
                  </a:lnTo>
                  <a:lnTo>
                    <a:pt x="2272" y="5413"/>
                  </a:lnTo>
                  <a:lnTo>
                    <a:pt x="2253" y="5452"/>
                  </a:lnTo>
                  <a:lnTo>
                    <a:pt x="2154" y="5452"/>
                  </a:lnTo>
                  <a:lnTo>
                    <a:pt x="2154" y="5472"/>
                  </a:lnTo>
                  <a:lnTo>
                    <a:pt x="2233" y="5472"/>
                  </a:lnTo>
                  <a:lnTo>
                    <a:pt x="2213" y="5511"/>
                  </a:lnTo>
                  <a:lnTo>
                    <a:pt x="2233" y="5531"/>
                  </a:lnTo>
                  <a:lnTo>
                    <a:pt x="2253" y="5571"/>
                  </a:lnTo>
                  <a:lnTo>
                    <a:pt x="2233" y="5571"/>
                  </a:lnTo>
                  <a:lnTo>
                    <a:pt x="2213" y="5551"/>
                  </a:lnTo>
                  <a:lnTo>
                    <a:pt x="2233" y="5650"/>
                  </a:lnTo>
                  <a:lnTo>
                    <a:pt x="2253" y="5689"/>
                  </a:lnTo>
                  <a:lnTo>
                    <a:pt x="2292" y="5709"/>
                  </a:lnTo>
                  <a:lnTo>
                    <a:pt x="2312" y="5669"/>
                  </a:lnTo>
                  <a:lnTo>
                    <a:pt x="2312" y="5650"/>
                  </a:lnTo>
                  <a:lnTo>
                    <a:pt x="2292" y="5571"/>
                  </a:lnTo>
                  <a:lnTo>
                    <a:pt x="2292" y="5492"/>
                  </a:lnTo>
                  <a:lnTo>
                    <a:pt x="2292" y="5472"/>
                  </a:lnTo>
                  <a:lnTo>
                    <a:pt x="2332" y="5452"/>
                  </a:lnTo>
                  <a:lnTo>
                    <a:pt x="2193" y="5294"/>
                  </a:lnTo>
                  <a:lnTo>
                    <a:pt x="2134" y="5333"/>
                  </a:lnTo>
                  <a:lnTo>
                    <a:pt x="2095" y="5333"/>
                  </a:lnTo>
                  <a:lnTo>
                    <a:pt x="2055" y="5314"/>
                  </a:lnTo>
                  <a:lnTo>
                    <a:pt x="2114" y="5294"/>
                  </a:lnTo>
                  <a:lnTo>
                    <a:pt x="2154" y="5254"/>
                  </a:lnTo>
                  <a:lnTo>
                    <a:pt x="2174" y="5215"/>
                  </a:lnTo>
                  <a:lnTo>
                    <a:pt x="2174" y="5175"/>
                  </a:lnTo>
                  <a:lnTo>
                    <a:pt x="2134" y="5175"/>
                  </a:lnTo>
                  <a:lnTo>
                    <a:pt x="2095" y="5136"/>
                  </a:lnTo>
                  <a:lnTo>
                    <a:pt x="2055" y="5116"/>
                  </a:lnTo>
                  <a:lnTo>
                    <a:pt x="1996" y="5116"/>
                  </a:lnTo>
                  <a:lnTo>
                    <a:pt x="2016" y="5136"/>
                  </a:lnTo>
                  <a:lnTo>
                    <a:pt x="2016" y="5156"/>
                  </a:lnTo>
                  <a:lnTo>
                    <a:pt x="1976" y="5175"/>
                  </a:lnTo>
                  <a:lnTo>
                    <a:pt x="1956" y="5136"/>
                  </a:lnTo>
                  <a:lnTo>
                    <a:pt x="1917" y="5136"/>
                  </a:lnTo>
                  <a:lnTo>
                    <a:pt x="1877" y="5156"/>
                  </a:lnTo>
                  <a:lnTo>
                    <a:pt x="1877" y="5136"/>
                  </a:lnTo>
                  <a:lnTo>
                    <a:pt x="1877" y="5077"/>
                  </a:lnTo>
                  <a:lnTo>
                    <a:pt x="1937" y="5077"/>
                  </a:lnTo>
                  <a:lnTo>
                    <a:pt x="1956" y="5017"/>
                  </a:lnTo>
                  <a:lnTo>
                    <a:pt x="2055" y="5057"/>
                  </a:lnTo>
                  <a:lnTo>
                    <a:pt x="2068" y="5065"/>
                  </a:lnTo>
                  <a:lnTo>
                    <a:pt x="1976" y="4919"/>
                  </a:lnTo>
                  <a:lnTo>
                    <a:pt x="1917" y="4859"/>
                  </a:lnTo>
                  <a:lnTo>
                    <a:pt x="1877" y="4780"/>
                  </a:lnTo>
                  <a:lnTo>
                    <a:pt x="1917" y="4780"/>
                  </a:lnTo>
                  <a:lnTo>
                    <a:pt x="1956" y="4800"/>
                  </a:lnTo>
                  <a:lnTo>
                    <a:pt x="2016" y="4859"/>
                  </a:lnTo>
                  <a:lnTo>
                    <a:pt x="2075" y="4899"/>
                  </a:lnTo>
                  <a:lnTo>
                    <a:pt x="2174" y="4899"/>
                  </a:lnTo>
                  <a:lnTo>
                    <a:pt x="2154" y="4859"/>
                  </a:lnTo>
                  <a:lnTo>
                    <a:pt x="2114" y="4840"/>
                  </a:lnTo>
                  <a:lnTo>
                    <a:pt x="2095" y="4840"/>
                  </a:lnTo>
                  <a:lnTo>
                    <a:pt x="2075" y="4800"/>
                  </a:lnTo>
                  <a:lnTo>
                    <a:pt x="2095" y="4780"/>
                  </a:lnTo>
                  <a:lnTo>
                    <a:pt x="2114" y="4761"/>
                  </a:lnTo>
                  <a:lnTo>
                    <a:pt x="2114" y="4721"/>
                  </a:lnTo>
                  <a:lnTo>
                    <a:pt x="2075" y="4662"/>
                  </a:lnTo>
                  <a:lnTo>
                    <a:pt x="2055" y="4603"/>
                  </a:lnTo>
                  <a:lnTo>
                    <a:pt x="2016" y="4642"/>
                  </a:lnTo>
                  <a:lnTo>
                    <a:pt x="1996" y="4622"/>
                  </a:lnTo>
                  <a:lnTo>
                    <a:pt x="1996" y="4583"/>
                  </a:lnTo>
                  <a:lnTo>
                    <a:pt x="2016" y="4524"/>
                  </a:lnTo>
                  <a:lnTo>
                    <a:pt x="2035" y="4524"/>
                  </a:lnTo>
                  <a:lnTo>
                    <a:pt x="1996" y="4504"/>
                  </a:lnTo>
                  <a:lnTo>
                    <a:pt x="2016" y="4484"/>
                  </a:lnTo>
                  <a:lnTo>
                    <a:pt x="1996" y="4464"/>
                  </a:lnTo>
                  <a:lnTo>
                    <a:pt x="1976" y="4405"/>
                  </a:lnTo>
                  <a:lnTo>
                    <a:pt x="1976" y="4346"/>
                  </a:lnTo>
                  <a:lnTo>
                    <a:pt x="1956" y="4306"/>
                  </a:lnTo>
                  <a:lnTo>
                    <a:pt x="1937" y="4306"/>
                  </a:lnTo>
                  <a:lnTo>
                    <a:pt x="1937" y="4346"/>
                  </a:lnTo>
                  <a:lnTo>
                    <a:pt x="1956" y="4366"/>
                  </a:lnTo>
                  <a:lnTo>
                    <a:pt x="1956" y="4405"/>
                  </a:lnTo>
                  <a:lnTo>
                    <a:pt x="1937" y="4445"/>
                  </a:lnTo>
                  <a:lnTo>
                    <a:pt x="1897" y="4464"/>
                  </a:lnTo>
                  <a:lnTo>
                    <a:pt x="1877" y="4445"/>
                  </a:lnTo>
                  <a:lnTo>
                    <a:pt x="1858" y="4385"/>
                  </a:lnTo>
                  <a:lnTo>
                    <a:pt x="1818" y="4346"/>
                  </a:lnTo>
                  <a:lnTo>
                    <a:pt x="1779" y="4287"/>
                  </a:lnTo>
                  <a:lnTo>
                    <a:pt x="1759" y="4227"/>
                  </a:lnTo>
                  <a:lnTo>
                    <a:pt x="1739" y="4247"/>
                  </a:lnTo>
                  <a:lnTo>
                    <a:pt x="1719" y="4227"/>
                  </a:lnTo>
                  <a:lnTo>
                    <a:pt x="1700" y="4208"/>
                  </a:lnTo>
                  <a:lnTo>
                    <a:pt x="1700" y="4148"/>
                  </a:lnTo>
                  <a:lnTo>
                    <a:pt x="1719" y="4109"/>
                  </a:lnTo>
                  <a:lnTo>
                    <a:pt x="1739" y="4109"/>
                  </a:lnTo>
                  <a:lnTo>
                    <a:pt x="1779" y="4129"/>
                  </a:lnTo>
                  <a:lnTo>
                    <a:pt x="1818" y="4148"/>
                  </a:lnTo>
                  <a:lnTo>
                    <a:pt x="1838" y="4129"/>
                  </a:lnTo>
                  <a:lnTo>
                    <a:pt x="1877" y="4168"/>
                  </a:lnTo>
                  <a:lnTo>
                    <a:pt x="1877" y="4188"/>
                  </a:lnTo>
                  <a:lnTo>
                    <a:pt x="1897" y="4208"/>
                  </a:lnTo>
                  <a:lnTo>
                    <a:pt x="1937" y="4227"/>
                  </a:lnTo>
                  <a:lnTo>
                    <a:pt x="2035" y="4168"/>
                  </a:lnTo>
                  <a:lnTo>
                    <a:pt x="1996" y="4129"/>
                  </a:lnTo>
                  <a:lnTo>
                    <a:pt x="2016" y="4089"/>
                  </a:lnTo>
                  <a:lnTo>
                    <a:pt x="2035" y="4069"/>
                  </a:lnTo>
                  <a:lnTo>
                    <a:pt x="2035" y="4030"/>
                  </a:lnTo>
                  <a:lnTo>
                    <a:pt x="1996" y="4069"/>
                  </a:lnTo>
                  <a:lnTo>
                    <a:pt x="1956" y="4069"/>
                  </a:lnTo>
                  <a:lnTo>
                    <a:pt x="1956" y="4050"/>
                  </a:lnTo>
                  <a:lnTo>
                    <a:pt x="1976" y="4030"/>
                  </a:lnTo>
                  <a:lnTo>
                    <a:pt x="1858" y="4050"/>
                  </a:lnTo>
                  <a:lnTo>
                    <a:pt x="1877" y="4089"/>
                  </a:lnTo>
                  <a:lnTo>
                    <a:pt x="1897" y="4109"/>
                  </a:lnTo>
                  <a:lnTo>
                    <a:pt x="1917" y="4148"/>
                  </a:lnTo>
                  <a:lnTo>
                    <a:pt x="1897" y="4168"/>
                  </a:lnTo>
                  <a:lnTo>
                    <a:pt x="1858" y="4129"/>
                  </a:lnTo>
                  <a:lnTo>
                    <a:pt x="1798" y="4109"/>
                  </a:lnTo>
                  <a:lnTo>
                    <a:pt x="1759" y="4069"/>
                  </a:lnTo>
                  <a:lnTo>
                    <a:pt x="1739" y="4010"/>
                  </a:lnTo>
                  <a:lnTo>
                    <a:pt x="1759" y="4010"/>
                  </a:lnTo>
                  <a:lnTo>
                    <a:pt x="1779" y="4030"/>
                  </a:lnTo>
                  <a:lnTo>
                    <a:pt x="1798" y="4050"/>
                  </a:lnTo>
                  <a:lnTo>
                    <a:pt x="1798" y="4010"/>
                  </a:lnTo>
                  <a:lnTo>
                    <a:pt x="1779" y="3990"/>
                  </a:lnTo>
                  <a:lnTo>
                    <a:pt x="1759" y="3951"/>
                  </a:lnTo>
                  <a:lnTo>
                    <a:pt x="1759" y="3911"/>
                  </a:lnTo>
                  <a:lnTo>
                    <a:pt x="1818" y="3951"/>
                  </a:lnTo>
                  <a:lnTo>
                    <a:pt x="1858" y="3971"/>
                  </a:lnTo>
                  <a:lnTo>
                    <a:pt x="1897" y="3951"/>
                  </a:lnTo>
                  <a:lnTo>
                    <a:pt x="1798" y="3931"/>
                  </a:lnTo>
                  <a:lnTo>
                    <a:pt x="1838" y="3892"/>
                  </a:lnTo>
                  <a:lnTo>
                    <a:pt x="1858" y="3892"/>
                  </a:lnTo>
                  <a:lnTo>
                    <a:pt x="1838" y="3872"/>
                  </a:lnTo>
                  <a:lnTo>
                    <a:pt x="1779" y="3872"/>
                  </a:lnTo>
                  <a:lnTo>
                    <a:pt x="1779" y="3852"/>
                  </a:lnTo>
                  <a:lnTo>
                    <a:pt x="1798" y="3832"/>
                  </a:lnTo>
                  <a:lnTo>
                    <a:pt x="1838" y="3813"/>
                  </a:lnTo>
                  <a:lnTo>
                    <a:pt x="1818" y="3793"/>
                  </a:lnTo>
                  <a:lnTo>
                    <a:pt x="1818" y="3773"/>
                  </a:lnTo>
                  <a:lnTo>
                    <a:pt x="1779" y="3753"/>
                  </a:lnTo>
                  <a:lnTo>
                    <a:pt x="1759" y="3734"/>
                  </a:lnTo>
                  <a:lnTo>
                    <a:pt x="1739" y="3773"/>
                  </a:lnTo>
                  <a:lnTo>
                    <a:pt x="1640" y="3773"/>
                  </a:lnTo>
                  <a:lnTo>
                    <a:pt x="1601" y="3753"/>
                  </a:lnTo>
                  <a:lnTo>
                    <a:pt x="1601" y="3694"/>
                  </a:lnTo>
                  <a:lnTo>
                    <a:pt x="1581" y="3635"/>
                  </a:lnTo>
                  <a:lnTo>
                    <a:pt x="1601" y="3595"/>
                  </a:lnTo>
                  <a:lnTo>
                    <a:pt x="1640" y="3536"/>
                  </a:lnTo>
                  <a:lnTo>
                    <a:pt x="1581" y="3516"/>
                  </a:lnTo>
                  <a:lnTo>
                    <a:pt x="1621" y="3516"/>
                  </a:lnTo>
                  <a:lnTo>
                    <a:pt x="1621" y="3477"/>
                  </a:lnTo>
                  <a:lnTo>
                    <a:pt x="1621" y="3437"/>
                  </a:lnTo>
                  <a:lnTo>
                    <a:pt x="1660" y="3437"/>
                  </a:lnTo>
                  <a:lnTo>
                    <a:pt x="1660" y="3477"/>
                  </a:lnTo>
                  <a:lnTo>
                    <a:pt x="1700" y="3516"/>
                  </a:lnTo>
                  <a:lnTo>
                    <a:pt x="1719" y="3536"/>
                  </a:lnTo>
                  <a:lnTo>
                    <a:pt x="1759" y="3536"/>
                  </a:lnTo>
                  <a:lnTo>
                    <a:pt x="1779" y="3516"/>
                  </a:lnTo>
                  <a:lnTo>
                    <a:pt x="1798" y="3497"/>
                  </a:lnTo>
                  <a:lnTo>
                    <a:pt x="1858" y="3516"/>
                  </a:lnTo>
                  <a:lnTo>
                    <a:pt x="1858" y="3516"/>
                  </a:lnTo>
                  <a:lnTo>
                    <a:pt x="1838" y="3497"/>
                  </a:lnTo>
                  <a:lnTo>
                    <a:pt x="1798" y="3477"/>
                  </a:lnTo>
                  <a:lnTo>
                    <a:pt x="1739" y="3497"/>
                  </a:lnTo>
                  <a:lnTo>
                    <a:pt x="1700" y="3477"/>
                  </a:lnTo>
                  <a:lnTo>
                    <a:pt x="1719" y="3457"/>
                  </a:lnTo>
                  <a:lnTo>
                    <a:pt x="1719" y="3437"/>
                  </a:lnTo>
                  <a:lnTo>
                    <a:pt x="1739" y="3418"/>
                  </a:lnTo>
                  <a:lnTo>
                    <a:pt x="1779" y="3418"/>
                  </a:lnTo>
                  <a:lnTo>
                    <a:pt x="1759" y="3378"/>
                  </a:lnTo>
                  <a:lnTo>
                    <a:pt x="1739" y="3358"/>
                  </a:lnTo>
                  <a:lnTo>
                    <a:pt x="1700" y="3339"/>
                  </a:lnTo>
                  <a:lnTo>
                    <a:pt x="1700" y="3319"/>
                  </a:lnTo>
                  <a:lnTo>
                    <a:pt x="1818" y="3319"/>
                  </a:lnTo>
                  <a:lnTo>
                    <a:pt x="1818" y="3299"/>
                  </a:lnTo>
                  <a:lnTo>
                    <a:pt x="1818" y="3279"/>
                  </a:lnTo>
                  <a:lnTo>
                    <a:pt x="1838" y="3260"/>
                  </a:lnTo>
                  <a:lnTo>
                    <a:pt x="1779" y="3260"/>
                  </a:lnTo>
                  <a:lnTo>
                    <a:pt x="1779" y="3279"/>
                  </a:lnTo>
                  <a:lnTo>
                    <a:pt x="1759" y="3260"/>
                  </a:lnTo>
                  <a:lnTo>
                    <a:pt x="1739" y="3240"/>
                  </a:lnTo>
                  <a:lnTo>
                    <a:pt x="1739" y="3200"/>
                  </a:lnTo>
                  <a:lnTo>
                    <a:pt x="1719" y="3181"/>
                  </a:lnTo>
                  <a:lnTo>
                    <a:pt x="1739" y="3161"/>
                  </a:lnTo>
                  <a:lnTo>
                    <a:pt x="1739" y="3121"/>
                  </a:lnTo>
                  <a:lnTo>
                    <a:pt x="1739" y="3082"/>
                  </a:lnTo>
                  <a:lnTo>
                    <a:pt x="1739" y="3042"/>
                  </a:lnTo>
                  <a:lnTo>
                    <a:pt x="1700" y="3062"/>
                  </a:lnTo>
                  <a:lnTo>
                    <a:pt x="1680" y="3062"/>
                  </a:lnTo>
                  <a:lnTo>
                    <a:pt x="1680" y="3082"/>
                  </a:lnTo>
                  <a:lnTo>
                    <a:pt x="1700" y="3102"/>
                  </a:lnTo>
                  <a:lnTo>
                    <a:pt x="1719" y="3121"/>
                  </a:lnTo>
                  <a:lnTo>
                    <a:pt x="1719" y="3141"/>
                  </a:lnTo>
                  <a:lnTo>
                    <a:pt x="1680" y="3161"/>
                  </a:lnTo>
                  <a:lnTo>
                    <a:pt x="1640" y="3102"/>
                  </a:lnTo>
                  <a:lnTo>
                    <a:pt x="1621" y="3022"/>
                  </a:lnTo>
                  <a:lnTo>
                    <a:pt x="1601" y="2924"/>
                  </a:lnTo>
                  <a:lnTo>
                    <a:pt x="1561" y="2864"/>
                  </a:lnTo>
                  <a:lnTo>
                    <a:pt x="1581" y="2825"/>
                  </a:lnTo>
                  <a:lnTo>
                    <a:pt x="1700" y="2825"/>
                  </a:lnTo>
                  <a:lnTo>
                    <a:pt x="1700" y="2864"/>
                  </a:lnTo>
                  <a:lnTo>
                    <a:pt x="1700" y="2904"/>
                  </a:lnTo>
                  <a:lnTo>
                    <a:pt x="1700" y="2943"/>
                  </a:lnTo>
                  <a:lnTo>
                    <a:pt x="1719" y="2983"/>
                  </a:lnTo>
                  <a:lnTo>
                    <a:pt x="1719" y="2924"/>
                  </a:lnTo>
                  <a:lnTo>
                    <a:pt x="1719" y="2864"/>
                  </a:lnTo>
                  <a:lnTo>
                    <a:pt x="1700" y="2785"/>
                  </a:lnTo>
                  <a:lnTo>
                    <a:pt x="1640" y="2746"/>
                  </a:lnTo>
                  <a:lnTo>
                    <a:pt x="1660" y="2706"/>
                  </a:lnTo>
                  <a:lnTo>
                    <a:pt x="1680" y="2687"/>
                  </a:lnTo>
                  <a:lnTo>
                    <a:pt x="1719" y="2647"/>
                  </a:lnTo>
                  <a:lnTo>
                    <a:pt x="1779" y="2608"/>
                  </a:lnTo>
                  <a:lnTo>
                    <a:pt x="1779" y="2568"/>
                  </a:lnTo>
                  <a:lnTo>
                    <a:pt x="1779" y="2548"/>
                  </a:lnTo>
                  <a:lnTo>
                    <a:pt x="1719" y="2568"/>
                  </a:lnTo>
                  <a:lnTo>
                    <a:pt x="1680" y="2588"/>
                  </a:lnTo>
                  <a:lnTo>
                    <a:pt x="1660" y="2568"/>
                  </a:lnTo>
                  <a:lnTo>
                    <a:pt x="1660" y="2548"/>
                  </a:lnTo>
                  <a:lnTo>
                    <a:pt x="1680" y="2509"/>
                  </a:lnTo>
                  <a:lnTo>
                    <a:pt x="1640" y="2509"/>
                  </a:lnTo>
                  <a:lnTo>
                    <a:pt x="1640" y="2529"/>
                  </a:lnTo>
                  <a:lnTo>
                    <a:pt x="1621" y="2529"/>
                  </a:lnTo>
                  <a:lnTo>
                    <a:pt x="1601" y="2509"/>
                  </a:lnTo>
                  <a:lnTo>
                    <a:pt x="1601" y="2489"/>
                  </a:lnTo>
                  <a:lnTo>
                    <a:pt x="1621" y="2469"/>
                  </a:lnTo>
                  <a:lnTo>
                    <a:pt x="1660" y="2469"/>
                  </a:lnTo>
                  <a:lnTo>
                    <a:pt x="1640" y="2450"/>
                  </a:lnTo>
                  <a:lnTo>
                    <a:pt x="1640" y="2430"/>
                  </a:lnTo>
                  <a:lnTo>
                    <a:pt x="1680" y="2390"/>
                  </a:lnTo>
                  <a:lnTo>
                    <a:pt x="1719" y="2371"/>
                  </a:lnTo>
                  <a:lnTo>
                    <a:pt x="1700" y="2351"/>
                  </a:lnTo>
                  <a:lnTo>
                    <a:pt x="1680" y="2331"/>
                  </a:lnTo>
                  <a:lnTo>
                    <a:pt x="1660" y="2331"/>
                  </a:lnTo>
                  <a:lnTo>
                    <a:pt x="1660" y="2351"/>
                  </a:lnTo>
                  <a:lnTo>
                    <a:pt x="1660" y="2371"/>
                  </a:lnTo>
                  <a:lnTo>
                    <a:pt x="1621" y="2371"/>
                  </a:lnTo>
                  <a:lnTo>
                    <a:pt x="1581" y="2351"/>
                  </a:lnTo>
                  <a:lnTo>
                    <a:pt x="1522" y="2311"/>
                  </a:lnTo>
                  <a:lnTo>
                    <a:pt x="1542" y="2311"/>
                  </a:lnTo>
                  <a:lnTo>
                    <a:pt x="1542" y="2292"/>
                  </a:lnTo>
                  <a:lnTo>
                    <a:pt x="1542" y="2252"/>
                  </a:lnTo>
                  <a:lnTo>
                    <a:pt x="1581" y="2252"/>
                  </a:lnTo>
                  <a:lnTo>
                    <a:pt x="1581" y="2272"/>
                  </a:lnTo>
                  <a:lnTo>
                    <a:pt x="1601" y="2311"/>
                  </a:lnTo>
                  <a:lnTo>
                    <a:pt x="1621" y="2311"/>
                  </a:lnTo>
                  <a:lnTo>
                    <a:pt x="1621" y="2252"/>
                  </a:lnTo>
                  <a:lnTo>
                    <a:pt x="1601" y="2272"/>
                  </a:lnTo>
                  <a:lnTo>
                    <a:pt x="1542" y="2193"/>
                  </a:lnTo>
                  <a:lnTo>
                    <a:pt x="1542" y="2213"/>
                  </a:lnTo>
                  <a:lnTo>
                    <a:pt x="1502" y="2232"/>
                  </a:lnTo>
                  <a:lnTo>
                    <a:pt x="1463" y="2213"/>
                  </a:lnTo>
                  <a:lnTo>
                    <a:pt x="1443" y="2193"/>
                  </a:lnTo>
                  <a:lnTo>
                    <a:pt x="1463" y="2114"/>
                  </a:lnTo>
                  <a:lnTo>
                    <a:pt x="1502" y="2094"/>
                  </a:lnTo>
                  <a:lnTo>
                    <a:pt x="1542" y="2094"/>
                  </a:lnTo>
                  <a:lnTo>
                    <a:pt x="1502" y="2074"/>
                  </a:lnTo>
                  <a:lnTo>
                    <a:pt x="1463" y="2055"/>
                  </a:lnTo>
                  <a:lnTo>
                    <a:pt x="1443" y="1976"/>
                  </a:lnTo>
                  <a:lnTo>
                    <a:pt x="1423" y="1995"/>
                  </a:lnTo>
                  <a:lnTo>
                    <a:pt x="1403" y="1995"/>
                  </a:lnTo>
                  <a:lnTo>
                    <a:pt x="1344" y="1976"/>
                  </a:lnTo>
                  <a:lnTo>
                    <a:pt x="1423" y="1877"/>
                  </a:lnTo>
                  <a:lnTo>
                    <a:pt x="1443" y="1916"/>
                  </a:lnTo>
                  <a:lnTo>
                    <a:pt x="1463" y="1916"/>
                  </a:lnTo>
                  <a:lnTo>
                    <a:pt x="1502" y="1877"/>
                  </a:lnTo>
                  <a:lnTo>
                    <a:pt x="1542" y="1877"/>
                  </a:lnTo>
                  <a:lnTo>
                    <a:pt x="1581" y="1897"/>
                  </a:lnTo>
                  <a:lnTo>
                    <a:pt x="1601" y="1936"/>
                  </a:lnTo>
                  <a:lnTo>
                    <a:pt x="1581" y="1995"/>
                  </a:lnTo>
                  <a:lnTo>
                    <a:pt x="1621" y="1956"/>
                  </a:lnTo>
                  <a:lnTo>
                    <a:pt x="1621" y="1936"/>
                  </a:lnTo>
                  <a:lnTo>
                    <a:pt x="1621" y="1916"/>
                  </a:lnTo>
                  <a:lnTo>
                    <a:pt x="1601" y="1897"/>
                  </a:lnTo>
                  <a:lnTo>
                    <a:pt x="1561" y="1857"/>
                  </a:lnTo>
                  <a:lnTo>
                    <a:pt x="1542" y="1837"/>
                  </a:lnTo>
                  <a:lnTo>
                    <a:pt x="1561" y="1798"/>
                  </a:lnTo>
                  <a:lnTo>
                    <a:pt x="1601" y="1798"/>
                  </a:lnTo>
                  <a:lnTo>
                    <a:pt x="1621" y="1818"/>
                  </a:lnTo>
                  <a:lnTo>
                    <a:pt x="1601" y="1778"/>
                  </a:lnTo>
                  <a:lnTo>
                    <a:pt x="1581" y="1739"/>
                  </a:lnTo>
                  <a:lnTo>
                    <a:pt x="1601" y="1719"/>
                  </a:lnTo>
                  <a:lnTo>
                    <a:pt x="1542" y="1739"/>
                  </a:lnTo>
                  <a:lnTo>
                    <a:pt x="1502" y="1739"/>
                  </a:lnTo>
                  <a:lnTo>
                    <a:pt x="1463" y="1719"/>
                  </a:lnTo>
                  <a:lnTo>
                    <a:pt x="1542" y="1640"/>
                  </a:lnTo>
                  <a:lnTo>
                    <a:pt x="1542" y="1620"/>
                  </a:lnTo>
                  <a:lnTo>
                    <a:pt x="1542" y="1600"/>
                  </a:lnTo>
                  <a:lnTo>
                    <a:pt x="1443" y="1600"/>
                  </a:lnTo>
                  <a:lnTo>
                    <a:pt x="1403" y="1561"/>
                  </a:lnTo>
                  <a:lnTo>
                    <a:pt x="1344" y="1620"/>
                  </a:lnTo>
                  <a:lnTo>
                    <a:pt x="1305" y="1600"/>
                  </a:lnTo>
                  <a:lnTo>
                    <a:pt x="1305" y="1640"/>
                  </a:lnTo>
                  <a:lnTo>
                    <a:pt x="1265" y="1640"/>
                  </a:lnTo>
                  <a:lnTo>
                    <a:pt x="1245" y="1620"/>
                  </a:lnTo>
                  <a:lnTo>
                    <a:pt x="1226" y="1581"/>
                  </a:lnTo>
                  <a:lnTo>
                    <a:pt x="1206" y="1561"/>
                  </a:lnTo>
                  <a:lnTo>
                    <a:pt x="1245" y="1482"/>
                  </a:lnTo>
                  <a:lnTo>
                    <a:pt x="1305" y="1423"/>
                  </a:lnTo>
                  <a:lnTo>
                    <a:pt x="1384" y="1423"/>
                  </a:lnTo>
                  <a:lnTo>
                    <a:pt x="1463" y="1462"/>
                  </a:lnTo>
                  <a:lnTo>
                    <a:pt x="1542" y="1482"/>
                  </a:lnTo>
                  <a:lnTo>
                    <a:pt x="1640" y="1482"/>
                  </a:lnTo>
                  <a:lnTo>
                    <a:pt x="1601" y="1363"/>
                  </a:lnTo>
                  <a:lnTo>
                    <a:pt x="1581" y="1284"/>
                  </a:lnTo>
                  <a:lnTo>
                    <a:pt x="1601" y="1245"/>
                  </a:lnTo>
                  <a:lnTo>
                    <a:pt x="1561" y="1205"/>
                  </a:lnTo>
                  <a:lnTo>
                    <a:pt x="1522" y="1186"/>
                  </a:lnTo>
                  <a:lnTo>
                    <a:pt x="1384" y="1186"/>
                  </a:lnTo>
                  <a:lnTo>
                    <a:pt x="1384" y="1146"/>
                  </a:lnTo>
                  <a:lnTo>
                    <a:pt x="1403" y="1126"/>
                  </a:lnTo>
                  <a:lnTo>
                    <a:pt x="1443" y="1166"/>
                  </a:lnTo>
                  <a:lnTo>
                    <a:pt x="1384" y="1047"/>
                  </a:lnTo>
                  <a:lnTo>
                    <a:pt x="1364" y="988"/>
                  </a:lnTo>
                  <a:lnTo>
                    <a:pt x="1364" y="929"/>
                  </a:lnTo>
                  <a:lnTo>
                    <a:pt x="1324" y="889"/>
                  </a:lnTo>
                  <a:lnTo>
                    <a:pt x="1285" y="889"/>
                  </a:lnTo>
                  <a:lnTo>
                    <a:pt x="1186" y="909"/>
                  </a:lnTo>
                  <a:lnTo>
                    <a:pt x="1166" y="850"/>
                  </a:lnTo>
                  <a:lnTo>
                    <a:pt x="1107" y="850"/>
                  </a:lnTo>
                  <a:lnTo>
                    <a:pt x="1107" y="810"/>
                  </a:lnTo>
                  <a:lnTo>
                    <a:pt x="1107" y="751"/>
                  </a:lnTo>
                  <a:lnTo>
                    <a:pt x="1147" y="771"/>
                  </a:lnTo>
                  <a:lnTo>
                    <a:pt x="1166" y="771"/>
                  </a:lnTo>
                  <a:lnTo>
                    <a:pt x="1186" y="751"/>
                  </a:lnTo>
                  <a:lnTo>
                    <a:pt x="1186" y="712"/>
                  </a:lnTo>
                  <a:lnTo>
                    <a:pt x="1166" y="672"/>
                  </a:lnTo>
                  <a:lnTo>
                    <a:pt x="1147" y="652"/>
                  </a:lnTo>
                  <a:lnTo>
                    <a:pt x="1226" y="672"/>
                  </a:lnTo>
                  <a:lnTo>
                    <a:pt x="1245" y="692"/>
                  </a:lnTo>
                  <a:lnTo>
                    <a:pt x="1245" y="712"/>
                  </a:lnTo>
                  <a:lnTo>
                    <a:pt x="1206" y="731"/>
                  </a:lnTo>
                  <a:lnTo>
                    <a:pt x="1265" y="791"/>
                  </a:lnTo>
                  <a:lnTo>
                    <a:pt x="1245" y="731"/>
                  </a:lnTo>
                  <a:lnTo>
                    <a:pt x="1285" y="692"/>
                  </a:lnTo>
                  <a:lnTo>
                    <a:pt x="1324" y="672"/>
                  </a:lnTo>
                  <a:lnTo>
                    <a:pt x="1403" y="672"/>
                  </a:lnTo>
                  <a:lnTo>
                    <a:pt x="1384" y="652"/>
                  </a:lnTo>
                  <a:lnTo>
                    <a:pt x="1364" y="632"/>
                  </a:lnTo>
                  <a:lnTo>
                    <a:pt x="1324" y="652"/>
                  </a:lnTo>
                  <a:lnTo>
                    <a:pt x="1305" y="672"/>
                  </a:lnTo>
                  <a:lnTo>
                    <a:pt x="1285" y="652"/>
                  </a:lnTo>
                  <a:lnTo>
                    <a:pt x="1265" y="632"/>
                  </a:lnTo>
                  <a:lnTo>
                    <a:pt x="1324" y="593"/>
                  </a:lnTo>
                  <a:lnTo>
                    <a:pt x="1344" y="534"/>
                  </a:lnTo>
                  <a:lnTo>
                    <a:pt x="1344" y="455"/>
                  </a:lnTo>
                  <a:lnTo>
                    <a:pt x="1344" y="415"/>
                  </a:lnTo>
                  <a:lnTo>
                    <a:pt x="1344" y="376"/>
                  </a:lnTo>
                  <a:lnTo>
                    <a:pt x="1324" y="395"/>
                  </a:lnTo>
                  <a:lnTo>
                    <a:pt x="1305" y="395"/>
                  </a:lnTo>
                  <a:lnTo>
                    <a:pt x="1285" y="376"/>
                  </a:lnTo>
                  <a:lnTo>
                    <a:pt x="1245" y="356"/>
                  </a:lnTo>
                  <a:lnTo>
                    <a:pt x="1186" y="356"/>
                  </a:lnTo>
                  <a:lnTo>
                    <a:pt x="1147" y="336"/>
                  </a:lnTo>
                  <a:lnTo>
                    <a:pt x="1127" y="316"/>
                  </a:lnTo>
                  <a:lnTo>
                    <a:pt x="1127" y="277"/>
                  </a:lnTo>
                  <a:lnTo>
                    <a:pt x="1087" y="297"/>
                  </a:lnTo>
                  <a:lnTo>
                    <a:pt x="1068" y="336"/>
                  </a:lnTo>
                  <a:lnTo>
                    <a:pt x="1068" y="415"/>
                  </a:lnTo>
                  <a:lnTo>
                    <a:pt x="1008" y="415"/>
                  </a:lnTo>
                  <a:lnTo>
                    <a:pt x="969" y="435"/>
                  </a:lnTo>
                  <a:lnTo>
                    <a:pt x="890" y="376"/>
                  </a:lnTo>
                  <a:lnTo>
                    <a:pt x="811" y="316"/>
                  </a:lnTo>
                  <a:lnTo>
                    <a:pt x="870" y="316"/>
                  </a:lnTo>
                  <a:lnTo>
                    <a:pt x="771" y="218"/>
                  </a:lnTo>
                  <a:lnTo>
                    <a:pt x="850" y="178"/>
                  </a:lnTo>
                  <a:lnTo>
                    <a:pt x="910" y="198"/>
                  </a:lnTo>
                  <a:lnTo>
                    <a:pt x="910" y="119"/>
                  </a:lnTo>
                  <a:lnTo>
                    <a:pt x="890" y="60"/>
                  </a:lnTo>
                  <a:lnTo>
                    <a:pt x="890" y="40"/>
                  </a:lnTo>
                  <a:lnTo>
                    <a:pt x="949" y="20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8"/>
            <p:cNvSpPr/>
            <p:nvPr/>
          </p:nvSpPr>
          <p:spPr>
            <a:xfrm>
              <a:off x="4697795" y="-2082738"/>
              <a:ext cx="789" cy="752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8"/>
            <p:cNvSpPr/>
            <p:nvPr/>
          </p:nvSpPr>
          <p:spPr>
            <a:xfrm>
              <a:off x="4509953" y="-1421173"/>
              <a:ext cx="679402" cy="664554"/>
            </a:xfrm>
            <a:custGeom>
              <a:rect b="b" l="l" r="r" t="t"/>
              <a:pathLst>
                <a:path extrusionOk="0" h="17679" w="18074">
                  <a:moveTo>
                    <a:pt x="3892" y="0"/>
                  </a:moveTo>
                  <a:lnTo>
                    <a:pt x="3832" y="40"/>
                  </a:lnTo>
                  <a:lnTo>
                    <a:pt x="3734" y="139"/>
                  </a:lnTo>
                  <a:lnTo>
                    <a:pt x="3635" y="277"/>
                  </a:lnTo>
                  <a:lnTo>
                    <a:pt x="3516" y="455"/>
                  </a:lnTo>
                  <a:lnTo>
                    <a:pt x="3240" y="948"/>
                  </a:lnTo>
                  <a:lnTo>
                    <a:pt x="2924" y="1580"/>
                  </a:lnTo>
                  <a:lnTo>
                    <a:pt x="2588" y="2311"/>
                  </a:lnTo>
                  <a:lnTo>
                    <a:pt x="2232" y="3141"/>
                  </a:lnTo>
                  <a:lnTo>
                    <a:pt x="1877" y="4010"/>
                  </a:lnTo>
                  <a:lnTo>
                    <a:pt x="1521" y="4938"/>
                  </a:lnTo>
                  <a:lnTo>
                    <a:pt x="1166" y="5847"/>
                  </a:lnTo>
                  <a:lnTo>
                    <a:pt x="850" y="6736"/>
                  </a:lnTo>
                  <a:lnTo>
                    <a:pt x="573" y="7565"/>
                  </a:lnTo>
                  <a:lnTo>
                    <a:pt x="336" y="8316"/>
                  </a:lnTo>
                  <a:lnTo>
                    <a:pt x="158" y="8968"/>
                  </a:lnTo>
                  <a:lnTo>
                    <a:pt x="40" y="9481"/>
                  </a:lnTo>
                  <a:lnTo>
                    <a:pt x="20" y="9679"/>
                  </a:lnTo>
                  <a:lnTo>
                    <a:pt x="0" y="9837"/>
                  </a:lnTo>
                  <a:lnTo>
                    <a:pt x="20" y="9936"/>
                  </a:lnTo>
                  <a:lnTo>
                    <a:pt x="40" y="9975"/>
                  </a:lnTo>
                  <a:lnTo>
                    <a:pt x="60" y="9995"/>
                  </a:lnTo>
                  <a:lnTo>
                    <a:pt x="2272" y="11318"/>
                  </a:lnTo>
                  <a:lnTo>
                    <a:pt x="6578" y="13945"/>
                  </a:lnTo>
                  <a:lnTo>
                    <a:pt x="12701" y="17678"/>
                  </a:lnTo>
                  <a:lnTo>
                    <a:pt x="18074" y="4148"/>
                  </a:lnTo>
                  <a:lnTo>
                    <a:pt x="15960" y="3477"/>
                  </a:lnTo>
                  <a:lnTo>
                    <a:pt x="11239" y="2035"/>
                  </a:lnTo>
                  <a:lnTo>
                    <a:pt x="8691" y="1264"/>
                  </a:lnTo>
                  <a:lnTo>
                    <a:pt x="6400" y="613"/>
                  </a:lnTo>
                  <a:lnTo>
                    <a:pt x="5472" y="356"/>
                  </a:lnTo>
                  <a:lnTo>
                    <a:pt x="4701" y="158"/>
                  </a:lnTo>
                  <a:lnTo>
                    <a:pt x="4168" y="40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8"/>
            <p:cNvSpPr/>
            <p:nvPr/>
          </p:nvSpPr>
          <p:spPr>
            <a:xfrm>
              <a:off x="4648062" y="-2474775"/>
              <a:ext cx="642263" cy="596967"/>
            </a:xfrm>
            <a:custGeom>
              <a:rect b="b" l="l" r="r" t="t"/>
              <a:pathLst>
                <a:path extrusionOk="0" h="15881" w="17086">
                  <a:moveTo>
                    <a:pt x="12345" y="0"/>
                  </a:moveTo>
                  <a:lnTo>
                    <a:pt x="0" y="4444"/>
                  </a:lnTo>
                  <a:lnTo>
                    <a:pt x="1699" y="15802"/>
                  </a:lnTo>
                  <a:lnTo>
                    <a:pt x="1778" y="15821"/>
                  </a:lnTo>
                  <a:lnTo>
                    <a:pt x="1936" y="15861"/>
                  </a:lnTo>
                  <a:lnTo>
                    <a:pt x="2173" y="15861"/>
                  </a:lnTo>
                  <a:lnTo>
                    <a:pt x="2469" y="15881"/>
                  </a:lnTo>
                  <a:lnTo>
                    <a:pt x="3259" y="15861"/>
                  </a:lnTo>
                  <a:lnTo>
                    <a:pt x="4267" y="15802"/>
                  </a:lnTo>
                  <a:lnTo>
                    <a:pt x="5452" y="15723"/>
                  </a:lnTo>
                  <a:lnTo>
                    <a:pt x="6736" y="15644"/>
                  </a:lnTo>
                  <a:lnTo>
                    <a:pt x="9541" y="15407"/>
                  </a:lnTo>
                  <a:lnTo>
                    <a:pt x="12326" y="15170"/>
                  </a:lnTo>
                  <a:lnTo>
                    <a:pt x="14735" y="14933"/>
                  </a:lnTo>
                  <a:lnTo>
                    <a:pt x="17086" y="14696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6" name="Google Shape;1876;p8"/>
          <p:cNvGrpSpPr/>
          <p:nvPr/>
        </p:nvGrpSpPr>
        <p:grpSpPr>
          <a:xfrm rot="9072712">
            <a:off x="8167268" y="3117488"/>
            <a:ext cx="1646350" cy="1753736"/>
            <a:chOff x="-2092800" y="-1252032"/>
            <a:chExt cx="1956171" cy="2083646"/>
          </a:xfrm>
        </p:grpSpPr>
        <p:sp>
          <p:nvSpPr>
            <p:cNvPr id="1877" name="Google Shape;1877;p8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8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8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8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8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8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8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8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8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8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8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8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8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8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8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8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8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8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8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8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8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8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8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8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8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8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8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8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8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8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8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8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8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8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8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8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8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8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8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8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8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8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8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8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8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8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8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8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8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6" name="Google Shape;1926;p8"/>
          <p:cNvGrpSpPr/>
          <p:nvPr/>
        </p:nvGrpSpPr>
        <p:grpSpPr>
          <a:xfrm rot="10800000">
            <a:off x="-479443" y="3954930"/>
            <a:ext cx="1363145" cy="1433258"/>
            <a:chOff x="8529150" y="-173700"/>
            <a:chExt cx="1669089" cy="1754724"/>
          </a:xfrm>
        </p:grpSpPr>
        <p:sp>
          <p:nvSpPr>
            <p:cNvPr id="1927" name="Google Shape;1927;p8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8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8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8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8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8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8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8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8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8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8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8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8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8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8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8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8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8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9" name="Google Shape;1969;p8"/>
          <p:cNvGrpSpPr/>
          <p:nvPr/>
        </p:nvGrpSpPr>
        <p:grpSpPr>
          <a:xfrm flipH="1" rot="9517573">
            <a:off x="8095837" y="-80211"/>
            <a:ext cx="1294657" cy="1350951"/>
            <a:chOff x="8465725" y="2863051"/>
            <a:chExt cx="1956212" cy="2041561"/>
          </a:xfrm>
        </p:grpSpPr>
        <p:sp>
          <p:nvSpPr>
            <p:cNvPr id="1970" name="Google Shape;1970;p8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8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8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8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8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8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8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8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8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8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8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8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8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8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8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8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8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8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8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8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8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8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8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8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8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8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8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2014" name="Shape 2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5" name="Google Shape;2015;p9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2016" name="Google Shape;2016;p9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9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9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9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9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9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9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9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9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9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9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9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9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9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9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9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9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9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9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9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9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9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9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9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9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9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9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9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9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9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9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9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9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9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9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9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9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9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9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9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9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9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9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9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9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9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9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9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9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9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9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9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9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9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9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9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9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9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9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9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9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9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9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9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9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9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9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9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9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9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9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9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9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9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9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9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9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9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9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9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9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9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9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9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9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9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9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9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9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9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9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9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9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9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9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9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9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9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9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9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9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9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9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9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9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9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9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9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9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9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9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9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9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9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9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9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9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33" name="Google Shape;2133;p9"/>
          <p:cNvSpPr txBox="1"/>
          <p:nvPr>
            <p:ph type="title"/>
          </p:nvPr>
        </p:nvSpPr>
        <p:spPr>
          <a:xfrm>
            <a:off x="1920150" y="1885350"/>
            <a:ext cx="5303700" cy="82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6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2134" name="Google Shape;2134;p9"/>
          <p:cNvSpPr txBox="1"/>
          <p:nvPr>
            <p:ph idx="1" type="subTitle"/>
          </p:nvPr>
        </p:nvSpPr>
        <p:spPr>
          <a:xfrm>
            <a:off x="1920150" y="2709450"/>
            <a:ext cx="53037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135" name="Google Shape;2135;p9"/>
          <p:cNvGrpSpPr/>
          <p:nvPr/>
        </p:nvGrpSpPr>
        <p:grpSpPr>
          <a:xfrm flipH="1">
            <a:off x="-262192" y="-269659"/>
            <a:ext cx="1363145" cy="1433258"/>
            <a:chOff x="8529150" y="-173700"/>
            <a:chExt cx="1669089" cy="1754724"/>
          </a:xfrm>
        </p:grpSpPr>
        <p:sp>
          <p:nvSpPr>
            <p:cNvPr id="2136" name="Google Shape;2136;p9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9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9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9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9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9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9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9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9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9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9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9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9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9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9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9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9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9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9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9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9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9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9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9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9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9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9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9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9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9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9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9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9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9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9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9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9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9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9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9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9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9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8" name="Google Shape;2178;p9"/>
          <p:cNvGrpSpPr/>
          <p:nvPr/>
        </p:nvGrpSpPr>
        <p:grpSpPr>
          <a:xfrm flipH="1">
            <a:off x="-340873" y="3413813"/>
            <a:ext cx="925639" cy="688028"/>
            <a:chOff x="8588925" y="2091476"/>
            <a:chExt cx="925639" cy="688028"/>
          </a:xfrm>
        </p:grpSpPr>
        <p:sp>
          <p:nvSpPr>
            <p:cNvPr id="2179" name="Google Shape;2179;p9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9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9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9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9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9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9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9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9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9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9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9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9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9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3" name="Google Shape;2193;p9"/>
          <p:cNvGrpSpPr/>
          <p:nvPr/>
        </p:nvGrpSpPr>
        <p:grpSpPr>
          <a:xfrm flipH="1">
            <a:off x="8526702" y="1642175"/>
            <a:ext cx="898165" cy="766770"/>
            <a:chOff x="-252625" y="2918525"/>
            <a:chExt cx="898165" cy="766770"/>
          </a:xfrm>
        </p:grpSpPr>
        <p:sp>
          <p:nvSpPr>
            <p:cNvPr id="2194" name="Google Shape;2194;p9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9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9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9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9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9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9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9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9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9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9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9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9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9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9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9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9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9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9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9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9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9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9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9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9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9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9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9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9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9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9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9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9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9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9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9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0" name="Google Shape;2230;p9"/>
          <p:cNvGrpSpPr/>
          <p:nvPr/>
        </p:nvGrpSpPr>
        <p:grpSpPr>
          <a:xfrm flipH="1">
            <a:off x="-227370" y="3923975"/>
            <a:ext cx="1294621" cy="1350901"/>
            <a:chOff x="8465725" y="2863051"/>
            <a:chExt cx="1956212" cy="2041561"/>
          </a:xfrm>
        </p:grpSpPr>
        <p:sp>
          <p:nvSpPr>
            <p:cNvPr id="2231" name="Google Shape;2231;p9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9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9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9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9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9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9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9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9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9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9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9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9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9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9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9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9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9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9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9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9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9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9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9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9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9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9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9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9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9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9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9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9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9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9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9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9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9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9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9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9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9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9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9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5" name="Google Shape;2275;p9"/>
          <p:cNvGrpSpPr/>
          <p:nvPr/>
        </p:nvGrpSpPr>
        <p:grpSpPr>
          <a:xfrm flipH="1">
            <a:off x="7778562" y="-441745"/>
            <a:ext cx="1646313" cy="1753805"/>
            <a:chOff x="-2092800" y="-1252032"/>
            <a:chExt cx="1956171" cy="2083646"/>
          </a:xfrm>
        </p:grpSpPr>
        <p:sp>
          <p:nvSpPr>
            <p:cNvPr id="2276" name="Google Shape;2276;p9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9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9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9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9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9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9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9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9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9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9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9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9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9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9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9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9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9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9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9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9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9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9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9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9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9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9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9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9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9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9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9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9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9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9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9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9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9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9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9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9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9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9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9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9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9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9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9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9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5" name="Google Shape;2325;p9"/>
          <p:cNvGrpSpPr/>
          <p:nvPr/>
        </p:nvGrpSpPr>
        <p:grpSpPr>
          <a:xfrm flipH="1">
            <a:off x="-18265" y="1260505"/>
            <a:ext cx="679382" cy="871990"/>
            <a:chOff x="8619938" y="2813305"/>
            <a:chExt cx="679382" cy="871990"/>
          </a:xfrm>
        </p:grpSpPr>
        <p:sp>
          <p:nvSpPr>
            <p:cNvPr id="2326" name="Google Shape;2326;p9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9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9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9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9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9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9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9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9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9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9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9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9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9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9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9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9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9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9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9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9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9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9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9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9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9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9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9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54" name="Google Shape;2354;p9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2355" name="Google Shape;2355;p9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" name="Google Shape;2356;p9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57" name="Google Shape;2357;p9"/>
          <p:cNvGrpSpPr/>
          <p:nvPr/>
        </p:nvGrpSpPr>
        <p:grpSpPr>
          <a:xfrm flipH="1">
            <a:off x="7477155" y="3921240"/>
            <a:ext cx="1973759" cy="1718179"/>
            <a:chOff x="-1914575" y="2967750"/>
            <a:chExt cx="1540675" cy="1341175"/>
          </a:xfrm>
        </p:grpSpPr>
        <p:sp>
          <p:nvSpPr>
            <p:cNvPr id="2358" name="Google Shape;2358;p9"/>
            <p:cNvSpPr/>
            <p:nvPr/>
          </p:nvSpPr>
          <p:spPr>
            <a:xfrm>
              <a:off x="-484050" y="3675375"/>
              <a:ext cx="53850" cy="59775"/>
            </a:xfrm>
            <a:custGeom>
              <a:rect b="b" l="l" r="r" t="t"/>
              <a:pathLst>
                <a:path extrusionOk="0" h="2391" w="2154">
                  <a:moveTo>
                    <a:pt x="1186" y="0"/>
                  </a:moveTo>
                  <a:lnTo>
                    <a:pt x="1048" y="20"/>
                  </a:lnTo>
                  <a:lnTo>
                    <a:pt x="890" y="59"/>
                  </a:lnTo>
                  <a:lnTo>
                    <a:pt x="712" y="119"/>
                  </a:lnTo>
                  <a:lnTo>
                    <a:pt x="534" y="217"/>
                  </a:lnTo>
                  <a:lnTo>
                    <a:pt x="356" y="356"/>
                  </a:lnTo>
                  <a:lnTo>
                    <a:pt x="258" y="435"/>
                  </a:lnTo>
                  <a:lnTo>
                    <a:pt x="179" y="533"/>
                  </a:lnTo>
                  <a:lnTo>
                    <a:pt x="119" y="632"/>
                  </a:lnTo>
                  <a:lnTo>
                    <a:pt x="60" y="751"/>
                  </a:lnTo>
                  <a:lnTo>
                    <a:pt x="40" y="889"/>
                  </a:lnTo>
                  <a:lnTo>
                    <a:pt x="1" y="1007"/>
                  </a:lnTo>
                  <a:lnTo>
                    <a:pt x="1" y="1146"/>
                  </a:lnTo>
                  <a:lnTo>
                    <a:pt x="1" y="1264"/>
                  </a:lnTo>
                  <a:lnTo>
                    <a:pt x="21" y="1402"/>
                  </a:lnTo>
                  <a:lnTo>
                    <a:pt x="60" y="1521"/>
                  </a:lnTo>
                  <a:lnTo>
                    <a:pt x="119" y="1639"/>
                  </a:lnTo>
                  <a:lnTo>
                    <a:pt x="179" y="1758"/>
                  </a:lnTo>
                  <a:lnTo>
                    <a:pt x="258" y="1857"/>
                  </a:lnTo>
                  <a:lnTo>
                    <a:pt x="356" y="1956"/>
                  </a:lnTo>
                  <a:lnTo>
                    <a:pt x="475" y="2054"/>
                  </a:lnTo>
                  <a:lnTo>
                    <a:pt x="593" y="2133"/>
                  </a:lnTo>
                  <a:lnTo>
                    <a:pt x="732" y="2212"/>
                  </a:lnTo>
                  <a:lnTo>
                    <a:pt x="890" y="2272"/>
                  </a:lnTo>
                  <a:lnTo>
                    <a:pt x="1048" y="2331"/>
                  </a:lnTo>
                  <a:lnTo>
                    <a:pt x="1225" y="2370"/>
                  </a:lnTo>
                  <a:lnTo>
                    <a:pt x="1403" y="2390"/>
                  </a:lnTo>
                  <a:lnTo>
                    <a:pt x="1561" y="2370"/>
                  </a:lnTo>
                  <a:lnTo>
                    <a:pt x="1680" y="2331"/>
                  </a:lnTo>
                  <a:lnTo>
                    <a:pt x="1798" y="2272"/>
                  </a:lnTo>
                  <a:lnTo>
                    <a:pt x="1897" y="2193"/>
                  </a:lnTo>
                  <a:lnTo>
                    <a:pt x="1956" y="2094"/>
                  </a:lnTo>
                  <a:lnTo>
                    <a:pt x="2016" y="1995"/>
                  </a:lnTo>
                  <a:lnTo>
                    <a:pt x="2075" y="1877"/>
                  </a:lnTo>
                  <a:lnTo>
                    <a:pt x="2134" y="1659"/>
                  </a:lnTo>
                  <a:lnTo>
                    <a:pt x="2154" y="1462"/>
                  </a:lnTo>
                  <a:lnTo>
                    <a:pt x="2154" y="1264"/>
                  </a:lnTo>
                  <a:lnTo>
                    <a:pt x="2035" y="1304"/>
                  </a:lnTo>
                  <a:lnTo>
                    <a:pt x="1897" y="1323"/>
                  </a:lnTo>
                  <a:lnTo>
                    <a:pt x="1739" y="1343"/>
                  </a:lnTo>
                  <a:lnTo>
                    <a:pt x="1561" y="1363"/>
                  </a:lnTo>
                  <a:lnTo>
                    <a:pt x="1383" y="1323"/>
                  </a:lnTo>
                  <a:lnTo>
                    <a:pt x="1304" y="1304"/>
                  </a:lnTo>
                  <a:lnTo>
                    <a:pt x="1225" y="1244"/>
                  </a:lnTo>
                  <a:lnTo>
                    <a:pt x="1146" y="1205"/>
                  </a:lnTo>
                  <a:lnTo>
                    <a:pt x="1087" y="1126"/>
                  </a:lnTo>
                  <a:lnTo>
                    <a:pt x="1048" y="1047"/>
                  </a:lnTo>
                  <a:lnTo>
                    <a:pt x="1008" y="968"/>
                  </a:lnTo>
                  <a:lnTo>
                    <a:pt x="988" y="770"/>
                  </a:lnTo>
                  <a:lnTo>
                    <a:pt x="988" y="593"/>
                  </a:lnTo>
                  <a:lnTo>
                    <a:pt x="1028" y="395"/>
                  </a:lnTo>
                  <a:lnTo>
                    <a:pt x="1067" y="237"/>
                  </a:lnTo>
                  <a:lnTo>
                    <a:pt x="1127" y="119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9"/>
            <p:cNvSpPr/>
            <p:nvPr/>
          </p:nvSpPr>
          <p:spPr>
            <a:xfrm>
              <a:off x="-1182275" y="2967750"/>
              <a:ext cx="808375" cy="740725"/>
            </a:xfrm>
            <a:custGeom>
              <a:rect b="b" l="l" r="r" t="t"/>
              <a:pathLst>
                <a:path extrusionOk="0" h="29629" w="32335">
                  <a:moveTo>
                    <a:pt x="2706" y="0"/>
                  </a:moveTo>
                  <a:lnTo>
                    <a:pt x="2529" y="20"/>
                  </a:lnTo>
                  <a:lnTo>
                    <a:pt x="2331" y="40"/>
                  </a:lnTo>
                  <a:lnTo>
                    <a:pt x="1956" y="139"/>
                  </a:lnTo>
                  <a:lnTo>
                    <a:pt x="1581" y="277"/>
                  </a:lnTo>
                  <a:lnTo>
                    <a:pt x="1245" y="395"/>
                  </a:lnTo>
                  <a:lnTo>
                    <a:pt x="968" y="514"/>
                  </a:lnTo>
                  <a:lnTo>
                    <a:pt x="731" y="632"/>
                  </a:lnTo>
                  <a:lnTo>
                    <a:pt x="0" y="7309"/>
                  </a:lnTo>
                  <a:lnTo>
                    <a:pt x="4958" y="10943"/>
                  </a:lnTo>
                  <a:lnTo>
                    <a:pt x="10034" y="14637"/>
                  </a:lnTo>
                  <a:lnTo>
                    <a:pt x="15881" y="18844"/>
                  </a:lnTo>
                  <a:lnTo>
                    <a:pt x="18864" y="20957"/>
                  </a:lnTo>
                  <a:lnTo>
                    <a:pt x="21767" y="23012"/>
                  </a:lnTo>
                  <a:lnTo>
                    <a:pt x="24473" y="24888"/>
                  </a:lnTo>
                  <a:lnTo>
                    <a:pt x="26922" y="26547"/>
                  </a:lnTo>
                  <a:lnTo>
                    <a:pt x="28009" y="27278"/>
                  </a:lnTo>
                  <a:lnTo>
                    <a:pt x="29016" y="27930"/>
                  </a:lnTo>
                  <a:lnTo>
                    <a:pt x="29885" y="28483"/>
                  </a:lnTo>
                  <a:lnTo>
                    <a:pt x="30636" y="28937"/>
                  </a:lnTo>
                  <a:lnTo>
                    <a:pt x="31248" y="29293"/>
                  </a:lnTo>
                  <a:lnTo>
                    <a:pt x="31722" y="29530"/>
                  </a:lnTo>
                  <a:lnTo>
                    <a:pt x="31900" y="29589"/>
                  </a:lnTo>
                  <a:lnTo>
                    <a:pt x="32038" y="29628"/>
                  </a:lnTo>
                  <a:lnTo>
                    <a:pt x="32157" y="29628"/>
                  </a:lnTo>
                  <a:lnTo>
                    <a:pt x="32176" y="29609"/>
                  </a:lnTo>
                  <a:lnTo>
                    <a:pt x="32256" y="29411"/>
                  </a:lnTo>
                  <a:lnTo>
                    <a:pt x="32295" y="29194"/>
                  </a:lnTo>
                  <a:lnTo>
                    <a:pt x="32335" y="28996"/>
                  </a:lnTo>
                  <a:lnTo>
                    <a:pt x="32335" y="28799"/>
                  </a:lnTo>
                  <a:lnTo>
                    <a:pt x="32315" y="28582"/>
                  </a:lnTo>
                  <a:lnTo>
                    <a:pt x="32256" y="28384"/>
                  </a:lnTo>
                  <a:lnTo>
                    <a:pt x="32196" y="28187"/>
                  </a:lnTo>
                  <a:lnTo>
                    <a:pt x="32137" y="27969"/>
                  </a:lnTo>
                  <a:lnTo>
                    <a:pt x="32038" y="27792"/>
                  </a:lnTo>
                  <a:lnTo>
                    <a:pt x="31939" y="27594"/>
                  </a:lnTo>
                  <a:lnTo>
                    <a:pt x="31722" y="27238"/>
                  </a:lnTo>
                  <a:lnTo>
                    <a:pt x="31485" y="26942"/>
                  </a:lnTo>
                  <a:lnTo>
                    <a:pt x="31248" y="26685"/>
                  </a:lnTo>
                  <a:lnTo>
                    <a:pt x="31090" y="26547"/>
                  </a:lnTo>
                  <a:lnTo>
                    <a:pt x="30833" y="26369"/>
                  </a:lnTo>
                  <a:lnTo>
                    <a:pt x="30162" y="25915"/>
                  </a:lnTo>
                  <a:lnTo>
                    <a:pt x="29293" y="25362"/>
                  </a:lnTo>
                  <a:lnTo>
                    <a:pt x="28364" y="24809"/>
                  </a:lnTo>
                  <a:lnTo>
                    <a:pt x="26685" y="23802"/>
                  </a:lnTo>
                  <a:lnTo>
                    <a:pt x="25935" y="23367"/>
                  </a:lnTo>
                  <a:lnTo>
                    <a:pt x="26824" y="21096"/>
                  </a:lnTo>
                  <a:lnTo>
                    <a:pt x="27614" y="19061"/>
                  </a:lnTo>
                  <a:lnTo>
                    <a:pt x="28364" y="17185"/>
                  </a:lnTo>
                  <a:lnTo>
                    <a:pt x="28443" y="16967"/>
                  </a:lnTo>
                  <a:lnTo>
                    <a:pt x="28483" y="16770"/>
                  </a:lnTo>
                  <a:lnTo>
                    <a:pt x="28503" y="16572"/>
                  </a:lnTo>
                  <a:lnTo>
                    <a:pt x="28503" y="16355"/>
                  </a:lnTo>
                  <a:lnTo>
                    <a:pt x="28463" y="16158"/>
                  </a:lnTo>
                  <a:lnTo>
                    <a:pt x="28424" y="15960"/>
                  </a:lnTo>
                  <a:lnTo>
                    <a:pt x="28364" y="15762"/>
                  </a:lnTo>
                  <a:lnTo>
                    <a:pt x="28266" y="15545"/>
                  </a:lnTo>
                  <a:lnTo>
                    <a:pt x="28167" y="15348"/>
                  </a:lnTo>
                  <a:lnTo>
                    <a:pt x="28048" y="15150"/>
                  </a:lnTo>
                  <a:lnTo>
                    <a:pt x="27910" y="14972"/>
                  </a:lnTo>
                  <a:lnTo>
                    <a:pt x="27752" y="14775"/>
                  </a:lnTo>
                  <a:lnTo>
                    <a:pt x="27416" y="14400"/>
                  </a:lnTo>
                  <a:lnTo>
                    <a:pt x="27041" y="14024"/>
                  </a:lnTo>
                  <a:lnTo>
                    <a:pt x="26626" y="13689"/>
                  </a:lnTo>
                  <a:lnTo>
                    <a:pt x="26192" y="13353"/>
                  </a:lnTo>
                  <a:lnTo>
                    <a:pt x="25737" y="13037"/>
                  </a:lnTo>
                  <a:lnTo>
                    <a:pt x="25283" y="12740"/>
                  </a:lnTo>
                  <a:lnTo>
                    <a:pt x="24848" y="12464"/>
                  </a:lnTo>
                  <a:lnTo>
                    <a:pt x="24394" y="12207"/>
                  </a:lnTo>
                  <a:lnTo>
                    <a:pt x="23604" y="11773"/>
                  </a:lnTo>
                  <a:lnTo>
                    <a:pt x="23071" y="11476"/>
                  </a:lnTo>
                  <a:lnTo>
                    <a:pt x="22202" y="10982"/>
                  </a:lnTo>
                  <a:lnTo>
                    <a:pt x="19693" y="9541"/>
                  </a:lnTo>
                  <a:lnTo>
                    <a:pt x="12899" y="5570"/>
                  </a:lnTo>
                  <a:lnTo>
                    <a:pt x="9383" y="3536"/>
                  </a:lnTo>
                  <a:lnTo>
                    <a:pt x="6301" y="1778"/>
                  </a:lnTo>
                  <a:lnTo>
                    <a:pt x="5057" y="1067"/>
                  </a:lnTo>
                  <a:lnTo>
                    <a:pt x="4050" y="514"/>
                  </a:lnTo>
                  <a:lnTo>
                    <a:pt x="3358" y="158"/>
                  </a:lnTo>
                  <a:lnTo>
                    <a:pt x="3141" y="60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9"/>
            <p:cNvSpPr/>
            <p:nvPr/>
          </p:nvSpPr>
          <p:spPr>
            <a:xfrm>
              <a:off x="-1370425" y="2977625"/>
              <a:ext cx="991100" cy="806900"/>
            </a:xfrm>
            <a:custGeom>
              <a:rect b="b" l="l" r="r" t="t"/>
              <a:pathLst>
                <a:path extrusionOk="0" h="32276" w="39644">
                  <a:moveTo>
                    <a:pt x="36858" y="28068"/>
                  </a:moveTo>
                  <a:lnTo>
                    <a:pt x="36977" y="28108"/>
                  </a:lnTo>
                  <a:lnTo>
                    <a:pt x="37075" y="28147"/>
                  </a:lnTo>
                  <a:lnTo>
                    <a:pt x="37174" y="28206"/>
                  </a:lnTo>
                  <a:lnTo>
                    <a:pt x="37273" y="28266"/>
                  </a:lnTo>
                  <a:lnTo>
                    <a:pt x="37352" y="28345"/>
                  </a:lnTo>
                  <a:lnTo>
                    <a:pt x="37431" y="28424"/>
                  </a:lnTo>
                  <a:lnTo>
                    <a:pt x="37490" y="28522"/>
                  </a:lnTo>
                  <a:lnTo>
                    <a:pt x="37530" y="28621"/>
                  </a:lnTo>
                  <a:lnTo>
                    <a:pt x="37550" y="28740"/>
                  </a:lnTo>
                  <a:lnTo>
                    <a:pt x="37569" y="28957"/>
                  </a:lnTo>
                  <a:lnTo>
                    <a:pt x="37550" y="29154"/>
                  </a:lnTo>
                  <a:lnTo>
                    <a:pt x="37490" y="29332"/>
                  </a:lnTo>
                  <a:lnTo>
                    <a:pt x="37411" y="29510"/>
                  </a:lnTo>
                  <a:lnTo>
                    <a:pt x="37313" y="29648"/>
                  </a:lnTo>
                  <a:lnTo>
                    <a:pt x="37194" y="29747"/>
                  </a:lnTo>
                  <a:lnTo>
                    <a:pt x="37056" y="29826"/>
                  </a:lnTo>
                  <a:lnTo>
                    <a:pt x="36898" y="29866"/>
                  </a:lnTo>
                  <a:lnTo>
                    <a:pt x="36759" y="29885"/>
                  </a:lnTo>
                  <a:lnTo>
                    <a:pt x="36621" y="29866"/>
                  </a:lnTo>
                  <a:lnTo>
                    <a:pt x="36483" y="29826"/>
                  </a:lnTo>
                  <a:lnTo>
                    <a:pt x="36384" y="29806"/>
                  </a:lnTo>
                  <a:lnTo>
                    <a:pt x="36226" y="29727"/>
                  </a:lnTo>
                  <a:lnTo>
                    <a:pt x="36167" y="29688"/>
                  </a:lnTo>
                  <a:lnTo>
                    <a:pt x="36048" y="29569"/>
                  </a:lnTo>
                  <a:lnTo>
                    <a:pt x="35950" y="29431"/>
                  </a:lnTo>
                  <a:lnTo>
                    <a:pt x="35851" y="29273"/>
                  </a:lnTo>
                  <a:lnTo>
                    <a:pt x="35811" y="29174"/>
                  </a:lnTo>
                  <a:lnTo>
                    <a:pt x="35792" y="29056"/>
                  </a:lnTo>
                  <a:lnTo>
                    <a:pt x="35772" y="28957"/>
                  </a:lnTo>
                  <a:lnTo>
                    <a:pt x="35772" y="28838"/>
                  </a:lnTo>
                  <a:lnTo>
                    <a:pt x="35792" y="28720"/>
                  </a:lnTo>
                  <a:lnTo>
                    <a:pt x="35831" y="28601"/>
                  </a:lnTo>
                  <a:lnTo>
                    <a:pt x="35910" y="28483"/>
                  </a:lnTo>
                  <a:lnTo>
                    <a:pt x="36009" y="28364"/>
                  </a:lnTo>
                  <a:lnTo>
                    <a:pt x="36127" y="28266"/>
                  </a:lnTo>
                  <a:lnTo>
                    <a:pt x="36246" y="28187"/>
                  </a:lnTo>
                  <a:lnTo>
                    <a:pt x="36364" y="28127"/>
                  </a:lnTo>
                  <a:lnTo>
                    <a:pt x="36483" y="28088"/>
                  </a:lnTo>
                  <a:lnTo>
                    <a:pt x="36601" y="28068"/>
                  </a:lnTo>
                  <a:close/>
                  <a:moveTo>
                    <a:pt x="8949" y="0"/>
                  </a:moveTo>
                  <a:lnTo>
                    <a:pt x="8731" y="40"/>
                  </a:lnTo>
                  <a:lnTo>
                    <a:pt x="8514" y="99"/>
                  </a:lnTo>
                  <a:lnTo>
                    <a:pt x="8317" y="178"/>
                  </a:lnTo>
                  <a:lnTo>
                    <a:pt x="8119" y="277"/>
                  </a:lnTo>
                  <a:lnTo>
                    <a:pt x="7902" y="395"/>
                  </a:lnTo>
                  <a:lnTo>
                    <a:pt x="7704" y="553"/>
                  </a:lnTo>
                  <a:lnTo>
                    <a:pt x="7487" y="771"/>
                  </a:lnTo>
                  <a:lnTo>
                    <a:pt x="7210" y="1106"/>
                  </a:lnTo>
                  <a:lnTo>
                    <a:pt x="6894" y="1502"/>
                  </a:lnTo>
                  <a:lnTo>
                    <a:pt x="6559" y="1995"/>
                  </a:lnTo>
                  <a:lnTo>
                    <a:pt x="5808" y="3121"/>
                  </a:lnTo>
                  <a:lnTo>
                    <a:pt x="5038" y="4346"/>
                  </a:lnTo>
                  <a:lnTo>
                    <a:pt x="4307" y="5511"/>
                  </a:lnTo>
                  <a:lnTo>
                    <a:pt x="3695" y="6519"/>
                  </a:lnTo>
                  <a:lnTo>
                    <a:pt x="3122" y="7486"/>
                  </a:lnTo>
                  <a:lnTo>
                    <a:pt x="2964" y="7802"/>
                  </a:lnTo>
                  <a:lnTo>
                    <a:pt x="2529" y="8672"/>
                  </a:lnTo>
                  <a:lnTo>
                    <a:pt x="1956" y="9916"/>
                  </a:lnTo>
                  <a:lnTo>
                    <a:pt x="1621" y="10627"/>
                  </a:lnTo>
                  <a:lnTo>
                    <a:pt x="1305" y="11378"/>
                  </a:lnTo>
                  <a:lnTo>
                    <a:pt x="989" y="12148"/>
                  </a:lnTo>
                  <a:lnTo>
                    <a:pt x="692" y="12918"/>
                  </a:lnTo>
                  <a:lnTo>
                    <a:pt x="435" y="13669"/>
                  </a:lnTo>
                  <a:lnTo>
                    <a:pt x="238" y="14360"/>
                  </a:lnTo>
                  <a:lnTo>
                    <a:pt x="159" y="14676"/>
                  </a:lnTo>
                  <a:lnTo>
                    <a:pt x="80" y="14992"/>
                  </a:lnTo>
                  <a:lnTo>
                    <a:pt x="40" y="15288"/>
                  </a:lnTo>
                  <a:lnTo>
                    <a:pt x="21" y="15545"/>
                  </a:lnTo>
                  <a:lnTo>
                    <a:pt x="1" y="15782"/>
                  </a:lnTo>
                  <a:lnTo>
                    <a:pt x="21" y="16000"/>
                  </a:lnTo>
                  <a:lnTo>
                    <a:pt x="80" y="16177"/>
                  </a:lnTo>
                  <a:lnTo>
                    <a:pt x="139" y="16316"/>
                  </a:lnTo>
                  <a:lnTo>
                    <a:pt x="277" y="16474"/>
                  </a:lnTo>
                  <a:lnTo>
                    <a:pt x="495" y="16671"/>
                  </a:lnTo>
                  <a:lnTo>
                    <a:pt x="791" y="16928"/>
                  </a:lnTo>
                  <a:lnTo>
                    <a:pt x="1186" y="17224"/>
                  </a:lnTo>
                  <a:lnTo>
                    <a:pt x="2154" y="17935"/>
                  </a:lnTo>
                  <a:lnTo>
                    <a:pt x="3398" y="18785"/>
                  </a:lnTo>
                  <a:lnTo>
                    <a:pt x="4820" y="19733"/>
                  </a:lnTo>
                  <a:lnTo>
                    <a:pt x="6401" y="20760"/>
                  </a:lnTo>
                  <a:lnTo>
                    <a:pt x="9837" y="22952"/>
                  </a:lnTo>
                  <a:lnTo>
                    <a:pt x="13314" y="25125"/>
                  </a:lnTo>
                  <a:lnTo>
                    <a:pt x="16494" y="27080"/>
                  </a:lnTo>
                  <a:lnTo>
                    <a:pt x="20385" y="29490"/>
                  </a:lnTo>
                  <a:lnTo>
                    <a:pt x="21175" y="29984"/>
                  </a:lnTo>
                  <a:lnTo>
                    <a:pt x="22024" y="30537"/>
                  </a:lnTo>
                  <a:lnTo>
                    <a:pt x="22894" y="31070"/>
                  </a:lnTo>
                  <a:lnTo>
                    <a:pt x="23328" y="31327"/>
                  </a:lnTo>
                  <a:lnTo>
                    <a:pt x="23743" y="31564"/>
                  </a:lnTo>
                  <a:lnTo>
                    <a:pt x="24177" y="31762"/>
                  </a:lnTo>
                  <a:lnTo>
                    <a:pt x="24592" y="31939"/>
                  </a:lnTo>
                  <a:lnTo>
                    <a:pt x="25007" y="32098"/>
                  </a:lnTo>
                  <a:lnTo>
                    <a:pt x="25402" y="32196"/>
                  </a:lnTo>
                  <a:lnTo>
                    <a:pt x="25777" y="32256"/>
                  </a:lnTo>
                  <a:lnTo>
                    <a:pt x="25955" y="32275"/>
                  </a:lnTo>
                  <a:lnTo>
                    <a:pt x="26133" y="32275"/>
                  </a:lnTo>
                  <a:lnTo>
                    <a:pt x="26311" y="32256"/>
                  </a:lnTo>
                  <a:lnTo>
                    <a:pt x="26469" y="32216"/>
                  </a:lnTo>
                  <a:lnTo>
                    <a:pt x="26627" y="32177"/>
                  </a:lnTo>
                  <a:lnTo>
                    <a:pt x="26785" y="32117"/>
                  </a:lnTo>
                  <a:lnTo>
                    <a:pt x="26943" y="32019"/>
                  </a:lnTo>
                  <a:lnTo>
                    <a:pt x="27081" y="31939"/>
                  </a:lnTo>
                  <a:lnTo>
                    <a:pt x="27397" y="31702"/>
                  </a:lnTo>
                  <a:lnTo>
                    <a:pt x="27713" y="31406"/>
                  </a:lnTo>
                  <a:lnTo>
                    <a:pt x="28029" y="31070"/>
                  </a:lnTo>
                  <a:lnTo>
                    <a:pt x="28345" y="30715"/>
                  </a:lnTo>
                  <a:lnTo>
                    <a:pt x="28641" y="30320"/>
                  </a:lnTo>
                  <a:lnTo>
                    <a:pt x="28938" y="29925"/>
                  </a:lnTo>
                  <a:lnTo>
                    <a:pt x="29214" y="29530"/>
                  </a:lnTo>
                  <a:lnTo>
                    <a:pt x="29708" y="28779"/>
                  </a:lnTo>
                  <a:lnTo>
                    <a:pt x="30103" y="28127"/>
                  </a:lnTo>
                  <a:lnTo>
                    <a:pt x="30459" y="27515"/>
                  </a:lnTo>
                  <a:lnTo>
                    <a:pt x="32750" y="29194"/>
                  </a:lnTo>
                  <a:lnTo>
                    <a:pt x="34468" y="30438"/>
                  </a:lnTo>
                  <a:lnTo>
                    <a:pt x="35535" y="31189"/>
                  </a:lnTo>
                  <a:lnTo>
                    <a:pt x="35792" y="31367"/>
                  </a:lnTo>
                  <a:lnTo>
                    <a:pt x="36127" y="31525"/>
                  </a:lnTo>
                  <a:lnTo>
                    <a:pt x="36285" y="31604"/>
                  </a:lnTo>
                  <a:lnTo>
                    <a:pt x="36483" y="31663"/>
                  </a:lnTo>
                  <a:lnTo>
                    <a:pt x="36680" y="31702"/>
                  </a:lnTo>
                  <a:lnTo>
                    <a:pt x="36878" y="31742"/>
                  </a:lnTo>
                  <a:lnTo>
                    <a:pt x="37075" y="31762"/>
                  </a:lnTo>
                  <a:lnTo>
                    <a:pt x="37510" y="31762"/>
                  </a:lnTo>
                  <a:lnTo>
                    <a:pt x="37727" y="31702"/>
                  </a:lnTo>
                  <a:lnTo>
                    <a:pt x="37945" y="31643"/>
                  </a:lnTo>
                  <a:lnTo>
                    <a:pt x="38162" y="31544"/>
                  </a:lnTo>
                  <a:lnTo>
                    <a:pt x="38379" y="31426"/>
                  </a:lnTo>
                  <a:lnTo>
                    <a:pt x="38596" y="31268"/>
                  </a:lnTo>
                  <a:lnTo>
                    <a:pt x="38794" y="31090"/>
                  </a:lnTo>
                  <a:lnTo>
                    <a:pt x="38972" y="30893"/>
                  </a:lnTo>
                  <a:lnTo>
                    <a:pt x="39130" y="30675"/>
                  </a:lnTo>
                  <a:lnTo>
                    <a:pt x="39248" y="30438"/>
                  </a:lnTo>
                  <a:lnTo>
                    <a:pt x="39367" y="30201"/>
                  </a:lnTo>
                  <a:lnTo>
                    <a:pt x="39465" y="29964"/>
                  </a:lnTo>
                  <a:lnTo>
                    <a:pt x="39525" y="29708"/>
                  </a:lnTo>
                  <a:lnTo>
                    <a:pt x="39584" y="29470"/>
                  </a:lnTo>
                  <a:lnTo>
                    <a:pt x="39623" y="29214"/>
                  </a:lnTo>
                  <a:lnTo>
                    <a:pt x="39643" y="28977"/>
                  </a:lnTo>
                  <a:lnTo>
                    <a:pt x="39643" y="28759"/>
                  </a:lnTo>
                  <a:lnTo>
                    <a:pt x="39623" y="28542"/>
                  </a:lnTo>
                  <a:lnTo>
                    <a:pt x="39604" y="28345"/>
                  </a:lnTo>
                  <a:lnTo>
                    <a:pt x="39564" y="28167"/>
                  </a:lnTo>
                  <a:lnTo>
                    <a:pt x="39525" y="28009"/>
                  </a:lnTo>
                  <a:lnTo>
                    <a:pt x="39446" y="27871"/>
                  </a:lnTo>
                  <a:lnTo>
                    <a:pt x="39406" y="27811"/>
                  </a:lnTo>
                  <a:lnTo>
                    <a:pt x="39327" y="27713"/>
                  </a:lnTo>
                  <a:lnTo>
                    <a:pt x="39070" y="27515"/>
                  </a:lnTo>
                  <a:lnTo>
                    <a:pt x="38735" y="27258"/>
                  </a:lnTo>
                  <a:lnTo>
                    <a:pt x="38300" y="26942"/>
                  </a:lnTo>
                  <a:lnTo>
                    <a:pt x="37273" y="26271"/>
                  </a:lnTo>
                  <a:lnTo>
                    <a:pt x="36127" y="25560"/>
                  </a:lnTo>
                  <a:lnTo>
                    <a:pt x="35002" y="24868"/>
                  </a:lnTo>
                  <a:lnTo>
                    <a:pt x="34034" y="24276"/>
                  </a:lnTo>
                  <a:lnTo>
                    <a:pt x="33086" y="23723"/>
                  </a:lnTo>
                  <a:lnTo>
                    <a:pt x="33441" y="23051"/>
                  </a:lnTo>
                  <a:lnTo>
                    <a:pt x="34231" y="21451"/>
                  </a:lnTo>
                  <a:lnTo>
                    <a:pt x="34685" y="20464"/>
                  </a:lnTo>
                  <a:lnTo>
                    <a:pt x="35120" y="19476"/>
                  </a:lnTo>
                  <a:lnTo>
                    <a:pt x="35515" y="18548"/>
                  </a:lnTo>
                  <a:lnTo>
                    <a:pt x="35673" y="18113"/>
                  </a:lnTo>
                  <a:lnTo>
                    <a:pt x="35811" y="17738"/>
                  </a:lnTo>
                  <a:lnTo>
                    <a:pt x="35890" y="17382"/>
                  </a:lnTo>
                  <a:lnTo>
                    <a:pt x="35930" y="17066"/>
                  </a:lnTo>
                  <a:lnTo>
                    <a:pt x="35930" y="16750"/>
                  </a:lnTo>
                  <a:lnTo>
                    <a:pt x="35890" y="16474"/>
                  </a:lnTo>
                  <a:lnTo>
                    <a:pt x="35831" y="16217"/>
                  </a:lnTo>
                  <a:lnTo>
                    <a:pt x="35732" y="15960"/>
                  </a:lnTo>
                  <a:lnTo>
                    <a:pt x="35594" y="15723"/>
                  </a:lnTo>
                  <a:lnTo>
                    <a:pt x="35456" y="15506"/>
                  </a:lnTo>
                  <a:lnTo>
                    <a:pt x="35278" y="15308"/>
                  </a:lnTo>
                  <a:lnTo>
                    <a:pt x="35081" y="15111"/>
                  </a:lnTo>
                  <a:lnTo>
                    <a:pt x="34883" y="14933"/>
                  </a:lnTo>
                  <a:lnTo>
                    <a:pt x="34666" y="14755"/>
                  </a:lnTo>
                  <a:lnTo>
                    <a:pt x="34231" y="14439"/>
                  </a:lnTo>
                  <a:lnTo>
                    <a:pt x="33797" y="14143"/>
                  </a:lnTo>
                  <a:lnTo>
                    <a:pt x="32592" y="13373"/>
                  </a:lnTo>
                  <a:lnTo>
                    <a:pt x="30103" y="11812"/>
                  </a:lnTo>
                  <a:lnTo>
                    <a:pt x="26745" y="9758"/>
                  </a:lnTo>
                  <a:lnTo>
                    <a:pt x="22953" y="7427"/>
                  </a:lnTo>
                  <a:lnTo>
                    <a:pt x="19141" y="5096"/>
                  </a:lnTo>
                  <a:lnTo>
                    <a:pt x="15704" y="3042"/>
                  </a:lnTo>
                  <a:lnTo>
                    <a:pt x="13077" y="1482"/>
                  </a:lnTo>
                  <a:lnTo>
                    <a:pt x="12188" y="988"/>
                  </a:lnTo>
                  <a:lnTo>
                    <a:pt x="11655" y="711"/>
                  </a:lnTo>
                  <a:lnTo>
                    <a:pt x="11003" y="435"/>
                  </a:lnTo>
                  <a:lnTo>
                    <a:pt x="10430" y="218"/>
                  </a:lnTo>
                  <a:lnTo>
                    <a:pt x="10153" y="139"/>
                  </a:lnTo>
                  <a:lnTo>
                    <a:pt x="9897" y="79"/>
                  </a:lnTo>
                  <a:lnTo>
                    <a:pt x="9640" y="20"/>
                  </a:lnTo>
                  <a:lnTo>
                    <a:pt x="94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9"/>
            <p:cNvSpPr/>
            <p:nvPr/>
          </p:nvSpPr>
          <p:spPr>
            <a:xfrm>
              <a:off x="-1246975" y="3112925"/>
              <a:ext cx="4975" cy="3475"/>
            </a:xfrm>
            <a:custGeom>
              <a:rect b="b" l="l" r="r" t="t"/>
              <a:pathLst>
                <a:path extrusionOk="0" h="139" w="199">
                  <a:moveTo>
                    <a:pt x="198" y="0"/>
                  </a:moveTo>
                  <a:lnTo>
                    <a:pt x="1" y="139"/>
                  </a:lnTo>
                  <a:lnTo>
                    <a:pt x="1" y="139"/>
                  </a:lnTo>
                  <a:lnTo>
                    <a:pt x="80" y="99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9"/>
            <p:cNvSpPr/>
            <p:nvPr/>
          </p:nvSpPr>
          <p:spPr>
            <a:xfrm>
              <a:off x="-1235125" y="3112925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9"/>
            <p:cNvSpPr/>
            <p:nvPr/>
          </p:nvSpPr>
          <p:spPr>
            <a:xfrm>
              <a:off x="-905750" y="3252175"/>
              <a:ext cx="3975" cy="1025"/>
            </a:xfrm>
            <a:custGeom>
              <a:rect b="b" l="l" r="r" t="t"/>
              <a:pathLst>
                <a:path extrusionOk="0" h="41" w="159">
                  <a:moveTo>
                    <a:pt x="1" y="1"/>
                  </a:moveTo>
                  <a:lnTo>
                    <a:pt x="99" y="40"/>
                  </a:lnTo>
                  <a:lnTo>
                    <a:pt x="159" y="40"/>
                  </a:lnTo>
                  <a:lnTo>
                    <a:pt x="6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9"/>
            <p:cNvSpPr/>
            <p:nvPr/>
          </p:nvSpPr>
          <p:spPr>
            <a:xfrm>
              <a:off x="-582300" y="3332175"/>
              <a:ext cx="1000" cy="525"/>
            </a:xfrm>
            <a:custGeom>
              <a:rect b="b" l="l" r="r" t="t"/>
              <a:pathLst>
                <a:path extrusionOk="0" h="21" w="40">
                  <a:moveTo>
                    <a:pt x="0" y="0"/>
                  </a:move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9"/>
            <p:cNvSpPr/>
            <p:nvPr/>
          </p:nvSpPr>
          <p:spPr>
            <a:xfrm>
              <a:off x="-1286950" y="3160825"/>
              <a:ext cx="2000" cy="2500"/>
            </a:xfrm>
            <a:custGeom>
              <a:rect b="b" l="l" r="r" t="t"/>
              <a:pathLst>
                <a:path extrusionOk="0" h="100" w="80">
                  <a:moveTo>
                    <a:pt x="59" y="0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79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9"/>
            <p:cNvSpPr/>
            <p:nvPr/>
          </p:nvSpPr>
          <p:spPr>
            <a:xfrm>
              <a:off x="-968950" y="3215150"/>
              <a:ext cx="1000" cy="500"/>
            </a:xfrm>
            <a:custGeom>
              <a:rect b="b" l="l" r="r" t="t"/>
              <a:pathLst>
                <a:path extrusionOk="0" h="20" w="40">
                  <a:moveTo>
                    <a:pt x="40" y="0"/>
                  </a:moveTo>
                  <a:lnTo>
                    <a:pt x="4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9"/>
            <p:cNvSpPr/>
            <p:nvPr/>
          </p:nvSpPr>
          <p:spPr>
            <a:xfrm>
              <a:off x="-1299300" y="3366250"/>
              <a:ext cx="1500" cy="2000"/>
            </a:xfrm>
            <a:custGeom>
              <a:rect b="b" l="l" r="r" t="t"/>
              <a:pathLst>
                <a:path extrusionOk="0" h="80" w="60">
                  <a:moveTo>
                    <a:pt x="59" y="79"/>
                  </a:moveTo>
                  <a:lnTo>
                    <a:pt x="59" y="7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" y="79"/>
                  </a:lnTo>
                  <a:lnTo>
                    <a:pt x="59" y="79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9"/>
            <p:cNvSpPr/>
            <p:nvPr/>
          </p:nvSpPr>
          <p:spPr>
            <a:xfrm>
              <a:off x="-621825" y="3419575"/>
              <a:ext cx="1525" cy="525"/>
            </a:xfrm>
            <a:custGeom>
              <a:rect b="b" l="l" r="r" t="t"/>
              <a:pathLst>
                <a:path extrusionOk="0" h="21" w="61">
                  <a:moveTo>
                    <a:pt x="60" y="0"/>
                  </a:moveTo>
                  <a:lnTo>
                    <a:pt x="6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9"/>
            <p:cNvSpPr/>
            <p:nvPr/>
          </p:nvSpPr>
          <p:spPr>
            <a:xfrm>
              <a:off x="-1302275" y="316575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9"/>
            <p:cNvSpPr/>
            <p:nvPr/>
          </p:nvSpPr>
          <p:spPr>
            <a:xfrm>
              <a:off x="-1336825" y="3072925"/>
              <a:ext cx="793050" cy="646900"/>
            </a:xfrm>
            <a:custGeom>
              <a:rect b="b" l="l" r="r" t="t"/>
              <a:pathLst>
                <a:path extrusionOk="0" h="25876" w="31722">
                  <a:moveTo>
                    <a:pt x="3773" y="889"/>
                  </a:moveTo>
                  <a:lnTo>
                    <a:pt x="3733" y="909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889"/>
                  </a:lnTo>
                  <a:close/>
                  <a:moveTo>
                    <a:pt x="13115" y="3971"/>
                  </a:moveTo>
                  <a:lnTo>
                    <a:pt x="13115" y="3971"/>
                  </a:lnTo>
                  <a:lnTo>
                    <a:pt x="13115" y="3971"/>
                  </a:lnTo>
                  <a:close/>
                  <a:moveTo>
                    <a:pt x="13115" y="3971"/>
                  </a:moveTo>
                  <a:lnTo>
                    <a:pt x="13135" y="3990"/>
                  </a:lnTo>
                  <a:lnTo>
                    <a:pt x="13135" y="3990"/>
                  </a:lnTo>
                  <a:lnTo>
                    <a:pt x="13115" y="3971"/>
                  </a:lnTo>
                  <a:close/>
                  <a:moveTo>
                    <a:pt x="0" y="7566"/>
                  </a:moveTo>
                  <a:lnTo>
                    <a:pt x="20" y="7803"/>
                  </a:lnTo>
                  <a:lnTo>
                    <a:pt x="79" y="7980"/>
                  </a:lnTo>
                  <a:lnTo>
                    <a:pt x="158" y="8119"/>
                  </a:lnTo>
                  <a:lnTo>
                    <a:pt x="237" y="8217"/>
                  </a:lnTo>
                  <a:lnTo>
                    <a:pt x="395" y="8375"/>
                  </a:lnTo>
                  <a:lnTo>
                    <a:pt x="564" y="8525"/>
                  </a:lnTo>
                  <a:lnTo>
                    <a:pt x="564" y="8525"/>
                  </a:lnTo>
                  <a:lnTo>
                    <a:pt x="553" y="8494"/>
                  </a:lnTo>
                  <a:lnTo>
                    <a:pt x="454" y="8237"/>
                  </a:lnTo>
                  <a:lnTo>
                    <a:pt x="494" y="8237"/>
                  </a:lnTo>
                  <a:lnTo>
                    <a:pt x="296" y="8079"/>
                  </a:lnTo>
                  <a:lnTo>
                    <a:pt x="316" y="8277"/>
                  </a:lnTo>
                  <a:lnTo>
                    <a:pt x="217" y="8138"/>
                  </a:lnTo>
                  <a:lnTo>
                    <a:pt x="119" y="7941"/>
                  </a:lnTo>
                  <a:lnTo>
                    <a:pt x="20" y="7724"/>
                  </a:lnTo>
                  <a:lnTo>
                    <a:pt x="0" y="7566"/>
                  </a:lnTo>
                  <a:close/>
                  <a:moveTo>
                    <a:pt x="564" y="8525"/>
                  </a:moveTo>
                  <a:lnTo>
                    <a:pt x="576" y="8562"/>
                  </a:lnTo>
                  <a:lnTo>
                    <a:pt x="573" y="8533"/>
                  </a:lnTo>
                  <a:lnTo>
                    <a:pt x="564" y="8525"/>
                  </a:lnTo>
                  <a:close/>
                  <a:moveTo>
                    <a:pt x="4800" y="13432"/>
                  </a:moveTo>
                  <a:lnTo>
                    <a:pt x="4820" y="13452"/>
                  </a:lnTo>
                  <a:lnTo>
                    <a:pt x="4820" y="13447"/>
                  </a:lnTo>
                  <a:lnTo>
                    <a:pt x="4800" y="13432"/>
                  </a:lnTo>
                  <a:close/>
                  <a:moveTo>
                    <a:pt x="29253" y="16000"/>
                  </a:moveTo>
                  <a:lnTo>
                    <a:pt x="29253" y="16059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53" y="16000"/>
                  </a:lnTo>
                  <a:close/>
                  <a:moveTo>
                    <a:pt x="9501" y="988"/>
                  </a:moveTo>
                  <a:lnTo>
                    <a:pt x="9481" y="1028"/>
                  </a:lnTo>
                  <a:lnTo>
                    <a:pt x="9422" y="1067"/>
                  </a:lnTo>
                  <a:lnTo>
                    <a:pt x="9303" y="1087"/>
                  </a:lnTo>
                  <a:lnTo>
                    <a:pt x="9481" y="1126"/>
                  </a:lnTo>
                  <a:lnTo>
                    <a:pt x="9600" y="1186"/>
                  </a:lnTo>
                  <a:lnTo>
                    <a:pt x="9639" y="1205"/>
                  </a:lnTo>
                  <a:lnTo>
                    <a:pt x="9659" y="1245"/>
                  </a:lnTo>
                  <a:lnTo>
                    <a:pt x="9442" y="1265"/>
                  </a:lnTo>
                  <a:lnTo>
                    <a:pt x="9343" y="1284"/>
                  </a:lnTo>
                  <a:lnTo>
                    <a:pt x="9244" y="1324"/>
                  </a:lnTo>
                  <a:lnTo>
                    <a:pt x="9442" y="1383"/>
                  </a:lnTo>
                  <a:lnTo>
                    <a:pt x="9442" y="1403"/>
                  </a:lnTo>
                  <a:lnTo>
                    <a:pt x="9442" y="1423"/>
                  </a:lnTo>
                  <a:lnTo>
                    <a:pt x="9422" y="1442"/>
                  </a:lnTo>
                  <a:lnTo>
                    <a:pt x="9402" y="1462"/>
                  </a:lnTo>
                  <a:lnTo>
                    <a:pt x="9422" y="1502"/>
                  </a:lnTo>
                  <a:lnTo>
                    <a:pt x="9461" y="1541"/>
                  </a:lnTo>
                  <a:lnTo>
                    <a:pt x="9461" y="1482"/>
                  </a:lnTo>
                  <a:lnTo>
                    <a:pt x="9521" y="1462"/>
                  </a:lnTo>
                  <a:lnTo>
                    <a:pt x="9679" y="1462"/>
                  </a:lnTo>
                  <a:lnTo>
                    <a:pt x="9876" y="1521"/>
                  </a:lnTo>
                  <a:lnTo>
                    <a:pt x="10093" y="1561"/>
                  </a:lnTo>
                  <a:lnTo>
                    <a:pt x="10074" y="1581"/>
                  </a:lnTo>
                  <a:lnTo>
                    <a:pt x="10054" y="1600"/>
                  </a:lnTo>
                  <a:lnTo>
                    <a:pt x="9995" y="1600"/>
                  </a:lnTo>
                  <a:lnTo>
                    <a:pt x="9916" y="1581"/>
                  </a:lnTo>
                  <a:lnTo>
                    <a:pt x="9837" y="1581"/>
                  </a:lnTo>
                  <a:lnTo>
                    <a:pt x="9975" y="1719"/>
                  </a:lnTo>
                  <a:lnTo>
                    <a:pt x="10093" y="1798"/>
                  </a:lnTo>
                  <a:lnTo>
                    <a:pt x="10232" y="1837"/>
                  </a:lnTo>
                  <a:lnTo>
                    <a:pt x="10350" y="1857"/>
                  </a:lnTo>
                  <a:lnTo>
                    <a:pt x="10508" y="1877"/>
                  </a:lnTo>
                  <a:lnTo>
                    <a:pt x="10666" y="1897"/>
                  </a:lnTo>
                  <a:lnTo>
                    <a:pt x="10844" y="1936"/>
                  </a:lnTo>
                  <a:lnTo>
                    <a:pt x="11022" y="2035"/>
                  </a:lnTo>
                  <a:lnTo>
                    <a:pt x="10883" y="2035"/>
                  </a:lnTo>
                  <a:lnTo>
                    <a:pt x="10982" y="2055"/>
                  </a:lnTo>
                  <a:lnTo>
                    <a:pt x="11061" y="2114"/>
                  </a:lnTo>
                  <a:lnTo>
                    <a:pt x="11199" y="2213"/>
                  </a:lnTo>
                  <a:lnTo>
                    <a:pt x="11318" y="2312"/>
                  </a:lnTo>
                  <a:lnTo>
                    <a:pt x="11377" y="2331"/>
                  </a:lnTo>
                  <a:lnTo>
                    <a:pt x="11456" y="2331"/>
                  </a:lnTo>
                  <a:lnTo>
                    <a:pt x="11496" y="2391"/>
                  </a:lnTo>
                  <a:lnTo>
                    <a:pt x="11535" y="2450"/>
                  </a:lnTo>
                  <a:lnTo>
                    <a:pt x="11535" y="2529"/>
                  </a:lnTo>
                  <a:lnTo>
                    <a:pt x="11535" y="2588"/>
                  </a:lnTo>
                  <a:lnTo>
                    <a:pt x="11555" y="2628"/>
                  </a:lnTo>
                  <a:lnTo>
                    <a:pt x="11614" y="2687"/>
                  </a:lnTo>
                  <a:lnTo>
                    <a:pt x="11713" y="2766"/>
                  </a:lnTo>
                  <a:lnTo>
                    <a:pt x="11713" y="2726"/>
                  </a:lnTo>
                  <a:lnTo>
                    <a:pt x="11733" y="2707"/>
                  </a:lnTo>
                  <a:lnTo>
                    <a:pt x="11772" y="2707"/>
                  </a:lnTo>
                  <a:lnTo>
                    <a:pt x="11832" y="2746"/>
                  </a:lnTo>
                  <a:lnTo>
                    <a:pt x="11911" y="2805"/>
                  </a:lnTo>
                  <a:lnTo>
                    <a:pt x="11990" y="2865"/>
                  </a:lnTo>
                  <a:lnTo>
                    <a:pt x="12069" y="2904"/>
                  </a:lnTo>
                  <a:lnTo>
                    <a:pt x="12148" y="2924"/>
                  </a:lnTo>
                  <a:lnTo>
                    <a:pt x="12167" y="2924"/>
                  </a:lnTo>
                  <a:lnTo>
                    <a:pt x="12207" y="2904"/>
                  </a:lnTo>
                  <a:lnTo>
                    <a:pt x="12365" y="3200"/>
                  </a:lnTo>
                  <a:lnTo>
                    <a:pt x="12444" y="3200"/>
                  </a:lnTo>
                  <a:lnTo>
                    <a:pt x="12523" y="3181"/>
                  </a:lnTo>
                  <a:lnTo>
                    <a:pt x="12622" y="3102"/>
                  </a:lnTo>
                  <a:lnTo>
                    <a:pt x="12661" y="3062"/>
                  </a:lnTo>
                  <a:lnTo>
                    <a:pt x="12740" y="3062"/>
                  </a:lnTo>
                  <a:lnTo>
                    <a:pt x="12839" y="3102"/>
                  </a:lnTo>
                  <a:lnTo>
                    <a:pt x="12977" y="3220"/>
                  </a:lnTo>
                  <a:lnTo>
                    <a:pt x="13056" y="3339"/>
                  </a:lnTo>
                  <a:lnTo>
                    <a:pt x="13076" y="3398"/>
                  </a:lnTo>
                  <a:lnTo>
                    <a:pt x="13076" y="3437"/>
                  </a:lnTo>
                  <a:lnTo>
                    <a:pt x="13056" y="3457"/>
                  </a:lnTo>
                  <a:lnTo>
                    <a:pt x="13036" y="3497"/>
                  </a:lnTo>
                  <a:lnTo>
                    <a:pt x="12977" y="3516"/>
                  </a:lnTo>
                  <a:lnTo>
                    <a:pt x="12898" y="3556"/>
                  </a:lnTo>
                  <a:lnTo>
                    <a:pt x="12839" y="3595"/>
                  </a:lnTo>
                  <a:lnTo>
                    <a:pt x="12819" y="3615"/>
                  </a:lnTo>
                  <a:lnTo>
                    <a:pt x="12819" y="3655"/>
                  </a:lnTo>
                  <a:lnTo>
                    <a:pt x="12819" y="3694"/>
                  </a:lnTo>
                  <a:lnTo>
                    <a:pt x="12839" y="3734"/>
                  </a:lnTo>
                  <a:lnTo>
                    <a:pt x="13017" y="3753"/>
                  </a:lnTo>
                  <a:lnTo>
                    <a:pt x="13135" y="3990"/>
                  </a:lnTo>
                  <a:lnTo>
                    <a:pt x="13214" y="4069"/>
                  </a:lnTo>
                  <a:lnTo>
                    <a:pt x="13333" y="4168"/>
                  </a:lnTo>
                  <a:lnTo>
                    <a:pt x="13412" y="4287"/>
                  </a:lnTo>
                  <a:lnTo>
                    <a:pt x="13412" y="4326"/>
                  </a:lnTo>
                  <a:lnTo>
                    <a:pt x="13412" y="4346"/>
                  </a:lnTo>
                  <a:lnTo>
                    <a:pt x="13352" y="4346"/>
                  </a:lnTo>
                  <a:lnTo>
                    <a:pt x="13293" y="4306"/>
                  </a:lnTo>
                  <a:lnTo>
                    <a:pt x="13214" y="4267"/>
                  </a:lnTo>
                  <a:lnTo>
                    <a:pt x="13175" y="4247"/>
                  </a:lnTo>
                  <a:lnTo>
                    <a:pt x="13214" y="4287"/>
                  </a:lnTo>
                  <a:lnTo>
                    <a:pt x="13273" y="4326"/>
                  </a:lnTo>
                  <a:lnTo>
                    <a:pt x="13392" y="4464"/>
                  </a:lnTo>
                  <a:lnTo>
                    <a:pt x="13668" y="4820"/>
                  </a:lnTo>
                  <a:lnTo>
                    <a:pt x="13826" y="4978"/>
                  </a:lnTo>
                  <a:lnTo>
                    <a:pt x="14004" y="5136"/>
                  </a:lnTo>
                  <a:lnTo>
                    <a:pt x="14103" y="5195"/>
                  </a:lnTo>
                  <a:lnTo>
                    <a:pt x="14202" y="5235"/>
                  </a:lnTo>
                  <a:lnTo>
                    <a:pt x="14281" y="5255"/>
                  </a:lnTo>
                  <a:lnTo>
                    <a:pt x="14380" y="5255"/>
                  </a:lnTo>
                  <a:lnTo>
                    <a:pt x="14518" y="5373"/>
                  </a:lnTo>
                  <a:lnTo>
                    <a:pt x="14656" y="5511"/>
                  </a:lnTo>
                  <a:lnTo>
                    <a:pt x="14755" y="5610"/>
                  </a:lnTo>
                  <a:lnTo>
                    <a:pt x="14775" y="5650"/>
                  </a:lnTo>
                  <a:lnTo>
                    <a:pt x="14755" y="5689"/>
                  </a:lnTo>
                  <a:lnTo>
                    <a:pt x="14854" y="5689"/>
                  </a:lnTo>
                  <a:lnTo>
                    <a:pt x="14972" y="5748"/>
                  </a:lnTo>
                  <a:lnTo>
                    <a:pt x="15249" y="5887"/>
                  </a:lnTo>
                  <a:lnTo>
                    <a:pt x="15505" y="6045"/>
                  </a:lnTo>
                  <a:lnTo>
                    <a:pt x="15624" y="6104"/>
                  </a:lnTo>
                  <a:lnTo>
                    <a:pt x="15742" y="6124"/>
                  </a:lnTo>
                  <a:lnTo>
                    <a:pt x="15723" y="6143"/>
                  </a:lnTo>
                  <a:lnTo>
                    <a:pt x="15742" y="6183"/>
                  </a:lnTo>
                  <a:lnTo>
                    <a:pt x="15802" y="6242"/>
                  </a:lnTo>
                  <a:lnTo>
                    <a:pt x="15900" y="6321"/>
                  </a:lnTo>
                  <a:lnTo>
                    <a:pt x="16019" y="6361"/>
                  </a:lnTo>
                  <a:lnTo>
                    <a:pt x="15960" y="6321"/>
                  </a:lnTo>
                  <a:lnTo>
                    <a:pt x="15940" y="6282"/>
                  </a:lnTo>
                  <a:lnTo>
                    <a:pt x="15940" y="6262"/>
                  </a:lnTo>
                  <a:lnTo>
                    <a:pt x="15960" y="6242"/>
                  </a:lnTo>
                  <a:lnTo>
                    <a:pt x="16039" y="6222"/>
                  </a:lnTo>
                  <a:lnTo>
                    <a:pt x="16157" y="6203"/>
                  </a:lnTo>
                  <a:lnTo>
                    <a:pt x="16216" y="6282"/>
                  </a:lnTo>
                  <a:lnTo>
                    <a:pt x="16315" y="6341"/>
                  </a:lnTo>
                  <a:lnTo>
                    <a:pt x="16513" y="6459"/>
                  </a:lnTo>
                  <a:lnTo>
                    <a:pt x="16612" y="6519"/>
                  </a:lnTo>
                  <a:lnTo>
                    <a:pt x="16691" y="6578"/>
                  </a:lnTo>
                  <a:lnTo>
                    <a:pt x="16750" y="6637"/>
                  </a:lnTo>
                  <a:lnTo>
                    <a:pt x="16750" y="6716"/>
                  </a:lnTo>
                  <a:lnTo>
                    <a:pt x="16849" y="6716"/>
                  </a:lnTo>
                  <a:lnTo>
                    <a:pt x="16908" y="6696"/>
                  </a:lnTo>
                  <a:lnTo>
                    <a:pt x="16967" y="6677"/>
                  </a:lnTo>
                  <a:lnTo>
                    <a:pt x="16987" y="6637"/>
                  </a:lnTo>
                  <a:lnTo>
                    <a:pt x="17046" y="6578"/>
                  </a:lnTo>
                  <a:lnTo>
                    <a:pt x="17105" y="6499"/>
                  </a:lnTo>
                  <a:lnTo>
                    <a:pt x="17165" y="6558"/>
                  </a:lnTo>
                  <a:lnTo>
                    <a:pt x="17224" y="6637"/>
                  </a:lnTo>
                  <a:lnTo>
                    <a:pt x="17382" y="6775"/>
                  </a:lnTo>
                  <a:lnTo>
                    <a:pt x="17441" y="6854"/>
                  </a:lnTo>
                  <a:lnTo>
                    <a:pt x="17500" y="6933"/>
                  </a:lnTo>
                  <a:lnTo>
                    <a:pt x="17500" y="6993"/>
                  </a:lnTo>
                  <a:lnTo>
                    <a:pt x="17481" y="7013"/>
                  </a:lnTo>
                  <a:lnTo>
                    <a:pt x="17461" y="7032"/>
                  </a:lnTo>
                  <a:lnTo>
                    <a:pt x="17362" y="6953"/>
                  </a:lnTo>
                  <a:lnTo>
                    <a:pt x="17244" y="6874"/>
                  </a:lnTo>
                  <a:lnTo>
                    <a:pt x="17184" y="6854"/>
                  </a:lnTo>
                  <a:lnTo>
                    <a:pt x="17125" y="6854"/>
                  </a:lnTo>
                  <a:lnTo>
                    <a:pt x="17105" y="6914"/>
                  </a:lnTo>
                  <a:lnTo>
                    <a:pt x="17184" y="6993"/>
                  </a:lnTo>
                  <a:lnTo>
                    <a:pt x="17244" y="6993"/>
                  </a:lnTo>
                  <a:lnTo>
                    <a:pt x="17303" y="6973"/>
                  </a:lnTo>
                  <a:lnTo>
                    <a:pt x="17342" y="6973"/>
                  </a:lnTo>
                  <a:lnTo>
                    <a:pt x="17402" y="7013"/>
                  </a:lnTo>
                  <a:lnTo>
                    <a:pt x="17402" y="7052"/>
                  </a:lnTo>
                  <a:lnTo>
                    <a:pt x="17421" y="7111"/>
                  </a:lnTo>
                  <a:lnTo>
                    <a:pt x="17421" y="7171"/>
                  </a:lnTo>
                  <a:lnTo>
                    <a:pt x="17421" y="7210"/>
                  </a:lnTo>
                  <a:lnTo>
                    <a:pt x="17402" y="7210"/>
                  </a:lnTo>
                  <a:lnTo>
                    <a:pt x="17619" y="7348"/>
                  </a:lnTo>
                  <a:lnTo>
                    <a:pt x="17876" y="7566"/>
                  </a:lnTo>
                  <a:lnTo>
                    <a:pt x="17816" y="7467"/>
                  </a:lnTo>
                  <a:lnTo>
                    <a:pt x="17797" y="7427"/>
                  </a:lnTo>
                  <a:lnTo>
                    <a:pt x="17895" y="7427"/>
                  </a:lnTo>
                  <a:lnTo>
                    <a:pt x="18014" y="7447"/>
                  </a:lnTo>
                  <a:lnTo>
                    <a:pt x="18034" y="7447"/>
                  </a:lnTo>
                  <a:lnTo>
                    <a:pt x="18034" y="7427"/>
                  </a:lnTo>
                  <a:lnTo>
                    <a:pt x="18014" y="7388"/>
                  </a:lnTo>
                  <a:lnTo>
                    <a:pt x="17639" y="7309"/>
                  </a:lnTo>
                  <a:lnTo>
                    <a:pt x="17560" y="7250"/>
                  </a:lnTo>
                  <a:lnTo>
                    <a:pt x="17500" y="7210"/>
                  </a:lnTo>
                  <a:lnTo>
                    <a:pt x="17500" y="7171"/>
                  </a:lnTo>
                  <a:lnTo>
                    <a:pt x="17520" y="7151"/>
                  </a:lnTo>
                  <a:lnTo>
                    <a:pt x="17560" y="7111"/>
                  </a:lnTo>
                  <a:lnTo>
                    <a:pt x="17560" y="7092"/>
                  </a:lnTo>
                  <a:lnTo>
                    <a:pt x="17560" y="7052"/>
                  </a:lnTo>
                  <a:lnTo>
                    <a:pt x="17737" y="7151"/>
                  </a:lnTo>
                  <a:lnTo>
                    <a:pt x="17895" y="7210"/>
                  </a:lnTo>
                  <a:lnTo>
                    <a:pt x="18034" y="7250"/>
                  </a:lnTo>
                  <a:lnTo>
                    <a:pt x="18152" y="7269"/>
                  </a:lnTo>
                  <a:lnTo>
                    <a:pt x="18429" y="7329"/>
                  </a:lnTo>
                  <a:lnTo>
                    <a:pt x="18606" y="7368"/>
                  </a:lnTo>
                  <a:lnTo>
                    <a:pt x="18843" y="7467"/>
                  </a:lnTo>
                  <a:lnTo>
                    <a:pt x="19081" y="7645"/>
                  </a:lnTo>
                  <a:lnTo>
                    <a:pt x="19278" y="7783"/>
                  </a:lnTo>
                  <a:lnTo>
                    <a:pt x="19179" y="7743"/>
                  </a:lnTo>
                  <a:lnTo>
                    <a:pt x="19120" y="7743"/>
                  </a:lnTo>
                  <a:lnTo>
                    <a:pt x="19081" y="7763"/>
                  </a:lnTo>
                  <a:lnTo>
                    <a:pt x="19041" y="7803"/>
                  </a:lnTo>
                  <a:lnTo>
                    <a:pt x="19041" y="7842"/>
                  </a:lnTo>
                  <a:lnTo>
                    <a:pt x="19041" y="7882"/>
                  </a:lnTo>
                  <a:lnTo>
                    <a:pt x="19081" y="7921"/>
                  </a:lnTo>
                  <a:lnTo>
                    <a:pt x="19120" y="7961"/>
                  </a:lnTo>
                  <a:lnTo>
                    <a:pt x="19298" y="8000"/>
                  </a:lnTo>
                  <a:lnTo>
                    <a:pt x="19436" y="8040"/>
                  </a:lnTo>
                  <a:lnTo>
                    <a:pt x="19594" y="8099"/>
                  </a:lnTo>
                  <a:lnTo>
                    <a:pt x="19713" y="8178"/>
                  </a:lnTo>
                  <a:lnTo>
                    <a:pt x="19950" y="8336"/>
                  </a:lnTo>
                  <a:lnTo>
                    <a:pt x="20068" y="8415"/>
                  </a:lnTo>
                  <a:lnTo>
                    <a:pt x="20206" y="8474"/>
                  </a:lnTo>
                  <a:lnTo>
                    <a:pt x="20206" y="8474"/>
                  </a:lnTo>
                  <a:lnTo>
                    <a:pt x="20108" y="8415"/>
                  </a:lnTo>
                  <a:lnTo>
                    <a:pt x="20068" y="8375"/>
                  </a:lnTo>
                  <a:lnTo>
                    <a:pt x="20048" y="8356"/>
                  </a:lnTo>
                  <a:lnTo>
                    <a:pt x="20048" y="8316"/>
                  </a:lnTo>
                  <a:lnTo>
                    <a:pt x="20088" y="8296"/>
                  </a:lnTo>
                  <a:lnTo>
                    <a:pt x="20127" y="8277"/>
                  </a:lnTo>
                  <a:lnTo>
                    <a:pt x="20226" y="8257"/>
                  </a:lnTo>
                  <a:lnTo>
                    <a:pt x="20443" y="8277"/>
                  </a:lnTo>
                  <a:lnTo>
                    <a:pt x="20562" y="8296"/>
                  </a:lnTo>
                  <a:lnTo>
                    <a:pt x="20621" y="8316"/>
                  </a:lnTo>
                  <a:lnTo>
                    <a:pt x="20641" y="8356"/>
                  </a:lnTo>
                  <a:lnTo>
                    <a:pt x="20641" y="8435"/>
                  </a:lnTo>
                  <a:lnTo>
                    <a:pt x="20680" y="8474"/>
                  </a:lnTo>
                  <a:lnTo>
                    <a:pt x="20740" y="8533"/>
                  </a:lnTo>
                  <a:lnTo>
                    <a:pt x="21115" y="8612"/>
                  </a:lnTo>
                  <a:lnTo>
                    <a:pt x="21411" y="8691"/>
                  </a:lnTo>
                  <a:lnTo>
                    <a:pt x="21984" y="8869"/>
                  </a:lnTo>
                  <a:lnTo>
                    <a:pt x="22241" y="8948"/>
                  </a:lnTo>
                  <a:lnTo>
                    <a:pt x="22498" y="9007"/>
                  </a:lnTo>
                  <a:lnTo>
                    <a:pt x="22774" y="9047"/>
                  </a:lnTo>
                  <a:lnTo>
                    <a:pt x="23051" y="9067"/>
                  </a:lnTo>
                  <a:lnTo>
                    <a:pt x="23051" y="9067"/>
                  </a:lnTo>
                  <a:lnTo>
                    <a:pt x="22735" y="8830"/>
                  </a:lnTo>
                  <a:lnTo>
                    <a:pt x="22577" y="8968"/>
                  </a:lnTo>
                  <a:lnTo>
                    <a:pt x="22517" y="8909"/>
                  </a:lnTo>
                  <a:lnTo>
                    <a:pt x="22498" y="8849"/>
                  </a:lnTo>
                  <a:lnTo>
                    <a:pt x="22517" y="8770"/>
                  </a:lnTo>
                  <a:lnTo>
                    <a:pt x="22557" y="8731"/>
                  </a:lnTo>
                  <a:lnTo>
                    <a:pt x="22636" y="8672"/>
                  </a:lnTo>
                  <a:lnTo>
                    <a:pt x="22715" y="8612"/>
                  </a:lnTo>
                  <a:lnTo>
                    <a:pt x="22873" y="8553"/>
                  </a:lnTo>
                  <a:lnTo>
                    <a:pt x="22912" y="8573"/>
                  </a:lnTo>
                  <a:lnTo>
                    <a:pt x="22972" y="8593"/>
                  </a:lnTo>
                  <a:lnTo>
                    <a:pt x="23110" y="8632"/>
                  </a:lnTo>
                  <a:lnTo>
                    <a:pt x="23209" y="8691"/>
                  </a:lnTo>
                  <a:lnTo>
                    <a:pt x="23228" y="8711"/>
                  </a:lnTo>
                  <a:lnTo>
                    <a:pt x="23169" y="8731"/>
                  </a:lnTo>
                  <a:lnTo>
                    <a:pt x="23643" y="8731"/>
                  </a:lnTo>
                  <a:lnTo>
                    <a:pt x="23604" y="8711"/>
                  </a:lnTo>
                  <a:lnTo>
                    <a:pt x="23564" y="8691"/>
                  </a:lnTo>
                  <a:lnTo>
                    <a:pt x="23465" y="8652"/>
                  </a:lnTo>
                  <a:lnTo>
                    <a:pt x="23446" y="8632"/>
                  </a:lnTo>
                  <a:lnTo>
                    <a:pt x="23426" y="8612"/>
                  </a:lnTo>
                  <a:lnTo>
                    <a:pt x="23446" y="8612"/>
                  </a:lnTo>
                  <a:lnTo>
                    <a:pt x="23505" y="8593"/>
                  </a:lnTo>
                  <a:lnTo>
                    <a:pt x="23663" y="8652"/>
                  </a:lnTo>
                  <a:lnTo>
                    <a:pt x="23821" y="8731"/>
                  </a:lnTo>
                  <a:lnTo>
                    <a:pt x="23880" y="8770"/>
                  </a:lnTo>
                  <a:lnTo>
                    <a:pt x="23900" y="8790"/>
                  </a:lnTo>
                  <a:lnTo>
                    <a:pt x="23880" y="8810"/>
                  </a:lnTo>
                  <a:lnTo>
                    <a:pt x="23801" y="8830"/>
                  </a:lnTo>
                  <a:lnTo>
                    <a:pt x="23979" y="8869"/>
                  </a:lnTo>
                  <a:lnTo>
                    <a:pt x="24236" y="8869"/>
                  </a:lnTo>
                  <a:lnTo>
                    <a:pt x="24295" y="8849"/>
                  </a:lnTo>
                  <a:lnTo>
                    <a:pt x="24315" y="8830"/>
                  </a:lnTo>
                  <a:lnTo>
                    <a:pt x="24315" y="8790"/>
                  </a:lnTo>
                  <a:lnTo>
                    <a:pt x="24433" y="8810"/>
                  </a:lnTo>
                  <a:lnTo>
                    <a:pt x="24473" y="8849"/>
                  </a:lnTo>
                  <a:lnTo>
                    <a:pt x="24453" y="8869"/>
                  </a:lnTo>
                  <a:lnTo>
                    <a:pt x="24394" y="8909"/>
                  </a:lnTo>
                  <a:lnTo>
                    <a:pt x="24236" y="8968"/>
                  </a:lnTo>
                  <a:lnTo>
                    <a:pt x="24058" y="9007"/>
                  </a:lnTo>
                  <a:lnTo>
                    <a:pt x="24157" y="9047"/>
                  </a:lnTo>
                  <a:lnTo>
                    <a:pt x="24216" y="9067"/>
                  </a:lnTo>
                  <a:lnTo>
                    <a:pt x="24256" y="9106"/>
                  </a:lnTo>
                  <a:lnTo>
                    <a:pt x="24275" y="9146"/>
                  </a:lnTo>
                  <a:lnTo>
                    <a:pt x="24275" y="9185"/>
                  </a:lnTo>
                  <a:lnTo>
                    <a:pt x="24256" y="9205"/>
                  </a:lnTo>
                  <a:lnTo>
                    <a:pt x="24196" y="9244"/>
                  </a:lnTo>
                  <a:lnTo>
                    <a:pt x="24611" y="9304"/>
                  </a:lnTo>
                  <a:lnTo>
                    <a:pt x="24552" y="9323"/>
                  </a:lnTo>
                  <a:lnTo>
                    <a:pt x="24512" y="9363"/>
                  </a:lnTo>
                  <a:lnTo>
                    <a:pt x="24453" y="9403"/>
                  </a:lnTo>
                  <a:lnTo>
                    <a:pt x="24394" y="9422"/>
                  </a:lnTo>
                  <a:lnTo>
                    <a:pt x="24493" y="9462"/>
                  </a:lnTo>
                  <a:lnTo>
                    <a:pt x="24769" y="9462"/>
                  </a:lnTo>
                  <a:lnTo>
                    <a:pt x="24848" y="9482"/>
                  </a:lnTo>
                  <a:lnTo>
                    <a:pt x="24927" y="9482"/>
                  </a:lnTo>
                  <a:lnTo>
                    <a:pt x="24986" y="9521"/>
                  </a:lnTo>
                  <a:lnTo>
                    <a:pt x="25065" y="9580"/>
                  </a:lnTo>
                  <a:lnTo>
                    <a:pt x="25184" y="9462"/>
                  </a:lnTo>
                  <a:lnTo>
                    <a:pt x="25539" y="9620"/>
                  </a:lnTo>
                  <a:lnTo>
                    <a:pt x="25757" y="9719"/>
                  </a:lnTo>
                  <a:lnTo>
                    <a:pt x="26231" y="9936"/>
                  </a:lnTo>
                  <a:lnTo>
                    <a:pt x="26191" y="9817"/>
                  </a:lnTo>
                  <a:lnTo>
                    <a:pt x="26330" y="9817"/>
                  </a:lnTo>
                  <a:lnTo>
                    <a:pt x="26409" y="9857"/>
                  </a:lnTo>
                  <a:lnTo>
                    <a:pt x="26468" y="9916"/>
                  </a:lnTo>
                  <a:lnTo>
                    <a:pt x="26507" y="9975"/>
                  </a:lnTo>
                  <a:lnTo>
                    <a:pt x="26547" y="10035"/>
                  </a:lnTo>
                  <a:lnTo>
                    <a:pt x="26586" y="10114"/>
                  </a:lnTo>
                  <a:lnTo>
                    <a:pt x="26665" y="10173"/>
                  </a:lnTo>
                  <a:lnTo>
                    <a:pt x="26784" y="10252"/>
                  </a:lnTo>
                  <a:lnTo>
                    <a:pt x="26942" y="10311"/>
                  </a:lnTo>
                  <a:lnTo>
                    <a:pt x="27060" y="10351"/>
                  </a:lnTo>
                  <a:lnTo>
                    <a:pt x="27120" y="10370"/>
                  </a:lnTo>
                  <a:lnTo>
                    <a:pt x="27159" y="10351"/>
                  </a:lnTo>
                  <a:lnTo>
                    <a:pt x="27199" y="10331"/>
                  </a:lnTo>
                  <a:lnTo>
                    <a:pt x="27238" y="10291"/>
                  </a:lnTo>
                  <a:lnTo>
                    <a:pt x="27317" y="10351"/>
                  </a:lnTo>
                  <a:lnTo>
                    <a:pt x="27337" y="10410"/>
                  </a:lnTo>
                  <a:lnTo>
                    <a:pt x="27337" y="10469"/>
                  </a:lnTo>
                  <a:lnTo>
                    <a:pt x="27317" y="10528"/>
                  </a:lnTo>
                  <a:lnTo>
                    <a:pt x="27436" y="10548"/>
                  </a:lnTo>
                  <a:lnTo>
                    <a:pt x="27554" y="10607"/>
                  </a:lnTo>
                  <a:lnTo>
                    <a:pt x="27613" y="10667"/>
                  </a:lnTo>
                  <a:lnTo>
                    <a:pt x="27633" y="10706"/>
                  </a:lnTo>
                  <a:lnTo>
                    <a:pt x="27653" y="10765"/>
                  </a:lnTo>
                  <a:lnTo>
                    <a:pt x="27653" y="10825"/>
                  </a:lnTo>
                  <a:lnTo>
                    <a:pt x="27436" y="10647"/>
                  </a:lnTo>
                  <a:lnTo>
                    <a:pt x="27416" y="10686"/>
                  </a:lnTo>
                  <a:lnTo>
                    <a:pt x="27396" y="10726"/>
                  </a:lnTo>
                  <a:lnTo>
                    <a:pt x="27436" y="10825"/>
                  </a:lnTo>
                  <a:lnTo>
                    <a:pt x="27475" y="10923"/>
                  </a:lnTo>
                  <a:lnTo>
                    <a:pt x="27475" y="10963"/>
                  </a:lnTo>
                  <a:lnTo>
                    <a:pt x="27455" y="11002"/>
                  </a:lnTo>
                  <a:lnTo>
                    <a:pt x="27495" y="11042"/>
                  </a:lnTo>
                  <a:lnTo>
                    <a:pt x="27515" y="11101"/>
                  </a:lnTo>
                  <a:lnTo>
                    <a:pt x="27574" y="11200"/>
                  </a:lnTo>
                  <a:lnTo>
                    <a:pt x="27613" y="11338"/>
                  </a:lnTo>
                  <a:lnTo>
                    <a:pt x="27673" y="11595"/>
                  </a:lnTo>
                  <a:lnTo>
                    <a:pt x="27771" y="11852"/>
                  </a:lnTo>
                  <a:lnTo>
                    <a:pt x="27870" y="12089"/>
                  </a:lnTo>
                  <a:lnTo>
                    <a:pt x="28008" y="12326"/>
                  </a:lnTo>
                  <a:lnTo>
                    <a:pt x="28166" y="12523"/>
                  </a:lnTo>
                  <a:lnTo>
                    <a:pt x="28324" y="12681"/>
                  </a:lnTo>
                  <a:lnTo>
                    <a:pt x="28305" y="12583"/>
                  </a:lnTo>
                  <a:lnTo>
                    <a:pt x="28344" y="12523"/>
                  </a:lnTo>
                  <a:lnTo>
                    <a:pt x="28384" y="12484"/>
                  </a:lnTo>
                  <a:lnTo>
                    <a:pt x="28443" y="12464"/>
                  </a:lnTo>
                  <a:lnTo>
                    <a:pt x="28542" y="12484"/>
                  </a:lnTo>
                  <a:lnTo>
                    <a:pt x="28641" y="12543"/>
                  </a:lnTo>
                  <a:lnTo>
                    <a:pt x="28917" y="12721"/>
                  </a:lnTo>
                  <a:lnTo>
                    <a:pt x="28897" y="12721"/>
                  </a:lnTo>
                  <a:lnTo>
                    <a:pt x="28897" y="12741"/>
                  </a:lnTo>
                  <a:lnTo>
                    <a:pt x="28917" y="12820"/>
                  </a:lnTo>
                  <a:lnTo>
                    <a:pt x="29055" y="13017"/>
                  </a:lnTo>
                  <a:lnTo>
                    <a:pt x="29194" y="13195"/>
                  </a:lnTo>
                  <a:lnTo>
                    <a:pt x="29253" y="13274"/>
                  </a:lnTo>
                  <a:lnTo>
                    <a:pt x="29273" y="13353"/>
                  </a:lnTo>
                  <a:lnTo>
                    <a:pt x="29233" y="13373"/>
                  </a:lnTo>
                  <a:lnTo>
                    <a:pt x="29213" y="13412"/>
                  </a:lnTo>
                  <a:lnTo>
                    <a:pt x="29194" y="13511"/>
                  </a:lnTo>
                  <a:lnTo>
                    <a:pt x="29174" y="13550"/>
                  </a:lnTo>
                  <a:lnTo>
                    <a:pt x="29154" y="13570"/>
                  </a:lnTo>
                  <a:lnTo>
                    <a:pt x="29115" y="13570"/>
                  </a:lnTo>
                  <a:lnTo>
                    <a:pt x="29055" y="13531"/>
                  </a:lnTo>
                  <a:lnTo>
                    <a:pt x="29075" y="13373"/>
                  </a:lnTo>
                  <a:lnTo>
                    <a:pt x="29055" y="13333"/>
                  </a:lnTo>
                  <a:lnTo>
                    <a:pt x="29036" y="13294"/>
                  </a:lnTo>
                  <a:lnTo>
                    <a:pt x="29016" y="13254"/>
                  </a:lnTo>
                  <a:lnTo>
                    <a:pt x="28957" y="13215"/>
                  </a:lnTo>
                  <a:lnTo>
                    <a:pt x="28976" y="13353"/>
                  </a:lnTo>
                  <a:lnTo>
                    <a:pt x="29016" y="13511"/>
                  </a:lnTo>
                  <a:lnTo>
                    <a:pt x="29016" y="13570"/>
                  </a:lnTo>
                  <a:lnTo>
                    <a:pt x="29016" y="13629"/>
                  </a:lnTo>
                  <a:lnTo>
                    <a:pt x="28996" y="13728"/>
                  </a:lnTo>
                  <a:lnTo>
                    <a:pt x="28858" y="13728"/>
                  </a:lnTo>
                  <a:lnTo>
                    <a:pt x="28838" y="13708"/>
                  </a:lnTo>
                  <a:lnTo>
                    <a:pt x="28897" y="13689"/>
                  </a:lnTo>
                  <a:lnTo>
                    <a:pt x="28937" y="13649"/>
                  </a:lnTo>
                  <a:lnTo>
                    <a:pt x="28838" y="13610"/>
                  </a:lnTo>
                  <a:lnTo>
                    <a:pt x="28779" y="13610"/>
                  </a:lnTo>
                  <a:lnTo>
                    <a:pt x="28759" y="13629"/>
                  </a:lnTo>
                  <a:lnTo>
                    <a:pt x="28759" y="13649"/>
                  </a:lnTo>
                  <a:lnTo>
                    <a:pt x="28739" y="13708"/>
                  </a:lnTo>
                  <a:lnTo>
                    <a:pt x="28739" y="13748"/>
                  </a:lnTo>
                  <a:lnTo>
                    <a:pt x="28720" y="13807"/>
                  </a:lnTo>
                  <a:lnTo>
                    <a:pt x="28660" y="13866"/>
                  </a:lnTo>
                  <a:lnTo>
                    <a:pt x="28680" y="13866"/>
                  </a:lnTo>
                  <a:lnTo>
                    <a:pt x="28700" y="13886"/>
                  </a:lnTo>
                  <a:lnTo>
                    <a:pt x="28720" y="13886"/>
                  </a:lnTo>
                  <a:lnTo>
                    <a:pt x="28759" y="13847"/>
                  </a:lnTo>
                  <a:lnTo>
                    <a:pt x="28720" y="13906"/>
                  </a:lnTo>
                  <a:lnTo>
                    <a:pt x="28720" y="13965"/>
                  </a:lnTo>
                  <a:lnTo>
                    <a:pt x="28739" y="14024"/>
                  </a:lnTo>
                  <a:lnTo>
                    <a:pt x="28799" y="14104"/>
                  </a:lnTo>
                  <a:lnTo>
                    <a:pt x="28838" y="14202"/>
                  </a:lnTo>
                  <a:lnTo>
                    <a:pt x="28878" y="14321"/>
                  </a:lnTo>
                  <a:lnTo>
                    <a:pt x="28878" y="14439"/>
                  </a:lnTo>
                  <a:lnTo>
                    <a:pt x="28858" y="14499"/>
                  </a:lnTo>
                  <a:lnTo>
                    <a:pt x="28838" y="14558"/>
                  </a:lnTo>
                  <a:lnTo>
                    <a:pt x="28858" y="14538"/>
                  </a:lnTo>
                  <a:lnTo>
                    <a:pt x="28897" y="14499"/>
                  </a:lnTo>
                  <a:lnTo>
                    <a:pt x="28957" y="14499"/>
                  </a:lnTo>
                  <a:lnTo>
                    <a:pt x="28976" y="14538"/>
                  </a:lnTo>
                  <a:lnTo>
                    <a:pt x="28996" y="14578"/>
                  </a:lnTo>
                  <a:lnTo>
                    <a:pt x="29016" y="14696"/>
                  </a:lnTo>
                  <a:lnTo>
                    <a:pt x="29016" y="14775"/>
                  </a:lnTo>
                  <a:lnTo>
                    <a:pt x="28996" y="14834"/>
                  </a:lnTo>
                  <a:lnTo>
                    <a:pt x="28976" y="14874"/>
                  </a:lnTo>
                  <a:lnTo>
                    <a:pt x="28917" y="14953"/>
                  </a:lnTo>
                  <a:lnTo>
                    <a:pt x="28878" y="15032"/>
                  </a:lnTo>
                  <a:lnTo>
                    <a:pt x="28897" y="15091"/>
                  </a:lnTo>
                  <a:lnTo>
                    <a:pt x="28937" y="15170"/>
                  </a:lnTo>
                  <a:lnTo>
                    <a:pt x="28957" y="15368"/>
                  </a:lnTo>
                  <a:lnTo>
                    <a:pt x="28976" y="15545"/>
                  </a:lnTo>
                  <a:lnTo>
                    <a:pt x="28976" y="15585"/>
                  </a:lnTo>
                  <a:lnTo>
                    <a:pt x="28996" y="15644"/>
                  </a:lnTo>
                  <a:lnTo>
                    <a:pt x="29036" y="15664"/>
                  </a:lnTo>
                  <a:lnTo>
                    <a:pt x="29075" y="15624"/>
                  </a:lnTo>
                  <a:lnTo>
                    <a:pt x="29134" y="15605"/>
                  </a:lnTo>
                  <a:lnTo>
                    <a:pt x="29174" y="15565"/>
                  </a:lnTo>
                  <a:lnTo>
                    <a:pt x="29233" y="15565"/>
                  </a:lnTo>
                  <a:lnTo>
                    <a:pt x="29273" y="15585"/>
                  </a:lnTo>
                  <a:lnTo>
                    <a:pt x="29312" y="15664"/>
                  </a:lnTo>
                  <a:lnTo>
                    <a:pt x="29371" y="15763"/>
                  </a:lnTo>
                  <a:lnTo>
                    <a:pt x="29391" y="15842"/>
                  </a:lnTo>
                  <a:lnTo>
                    <a:pt x="29391" y="15940"/>
                  </a:lnTo>
                  <a:lnTo>
                    <a:pt x="29391" y="16039"/>
                  </a:lnTo>
                  <a:lnTo>
                    <a:pt x="29371" y="16237"/>
                  </a:lnTo>
                  <a:lnTo>
                    <a:pt x="29371" y="16335"/>
                  </a:lnTo>
                  <a:lnTo>
                    <a:pt x="29371" y="16434"/>
                  </a:lnTo>
                  <a:lnTo>
                    <a:pt x="29332" y="16494"/>
                  </a:lnTo>
                  <a:lnTo>
                    <a:pt x="29312" y="16513"/>
                  </a:lnTo>
                  <a:lnTo>
                    <a:pt x="29292" y="16494"/>
                  </a:lnTo>
                  <a:lnTo>
                    <a:pt x="29292" y="16454"/>
                  </a:lnTo>
                  <a:lnTo>
                    <a:pt x="29273" y="16375"/>
                  </a:lnTo>
                  <a:lnTo>
                    <a:pt x="29273" y="16158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73" y="16415"/>
                  </a:lnTo>
                  <a:lnTo>
                    <a:pt x="29273" y="16849"/>
                  </a:lnTo>
                  <a:lnTo>
                    <a:pt x="29233" y="16908"/>
                  </a:lnTo>
                  <a:lnTo>
                    <a:pt x="29213" y="16928"/>
                  </a:lnTo>
                  <a:lnTo>
                    <a:pt x="29174" y="16908"/>
                  </a:lnTo>
                  <a:lnTo>
                    <a:pt x="29154" y="16849"/>
                  </a:lnTo>
                  <a:lnTo>
                    <a:pt x="29154" y="16671"/>
                  </a:lnTo>
                  <a:lnTo>
                    <a:pt x="29154" y="16474"/>
                  </a:lnTo>
                  <a:lnTo>
                    <a:pt x="29115" y="16612"/>
                  </a:lnTo>
                  <a:lnTo>
                    <a:pt x="29095" y="16731"/>
                  </a:lnTo>
                  <a:lnTo>
                    <a:pt x="29095" y="16869"/>
                  </a:lnTo>
                  <a:lnTo>
                    <a:pt x="29095" y="16987"/>
                  </a:lnTo>
                  <a:lnTo>
                    <a:pt x="29115" y="17106"/>
                  </a:lnTo>
                  <a:lnTo>
                    <a:pt x="29134" y="17205"/>
                  </a:lnTo>
                  <a:lnTo>
                    <a:pt x="29174" y="17303"/>
                  </a:lnTo>
                  <a:lnTo>
                    <a:pt x="29213" y="17343"/>
                  </a:lnTo>
                  <a:lnTo>
                    <a:pt x="29174" y="17481"/>
                  </a:lnTo>
                  <a:lnTo>
                    <a:pt x="29154" y="17600"/>
                  </a:lnTo>
                  <a:lnTo>
                    <a:pt x="29134" y="17718"/>
                  </a:lnTo>
                  <a:lnTo>
                    <a:pt x="29075" y="17856"/>
                  </a:lnTo>
                  <a:lnTo>
                    <a:pt x="29055" y="17777"/>
                  </a:lnTo>
                  <a:lnTo>
                    <a:pt x="29016" y="17718"/>
                  </a:lnTo>
                  <a:lnTo>
                    <a:pt x="28917" y="17619"/>
                  </a:lnTo>
                  <a:lnTo>
                    <a:pt x="28878" y="17560"/>
                  </a:lnTo>
                  <a:lnTo>
                    <a:pt x="28838" y="17501"/>
                  </a:lnTo>
                  <a:lnTo>
                    <a:pt x="28799" y="17422"/>
                  </a:lnTo>
                  <a:lnTo>
                    <a:pt x="28799" y="17323"/>
                  </a:lnTo>
                  <a:lnTo>
                    <a:pt x="28818" y="17185"/>
                  </a:lnTo>
                  <a:lnTo>
                    <a:pt x="28858" y="17145"/>
                  </a:lnTo>
                  <a:lnTo>
                    <a:pt x="28878" y="17145"/>
                  </a:lnTo>
                  <a:lnTo>
                    <a:pt x="28917" y="17185"/>
                  </a:lnTo>
                  <a:lnTo>
                    <a:pt x="28937" y="17224"/>
                  </a:lnTo>
                  <a:lnTo>
                    <a:pt x="28976" y="17244"/>
                  </a:lnTo>
                  <a:lnTo>
                    <a:pt x="28996" y="17244"/>
                  </a:lnTo>
                  <a:lnTo>
                    <a:pt x="29016" y="17224"/>
                  </a:lnTo>
                  <a:lnTo>
                    <a:pt x="29036" y="17106"/>
                  </a:lnTo>
                  <a:lnTo>
                    <a:pt x="28897" y="17066"/>
                  </a:lnTo>
                  <a:lnTo>
                    <a:pt x="28937" y="16987"/>
                  </a:lnTo>
                  <a:lnTo>
                    <a:pt x="28937" y="16928"/>
                  </a:lnTo>
                  <a:lnTo>
                    <a:pt x="28937" y="16810"/>
                  </a:lnTo>
                  <a:lnTo>
                    <a:pt x="28917" y="16671"/>
                  </a:lnTo>
                  <a:lnTo>
                    <a:pt x="28917" y="16533"/>
                  </a:lnTo>
                  <a:lnTo>
                    <a:pt x="28937" y="16494"/>
                  </a:lnTo>
                  <a:lnTo>
                    <a:pt x="28957" y="16513"/>
                  </a:lnTo>
                  <a:lnTo>
                    <a:pt x="28976" y="16632"/>
                  </a:lnTo>
                  <a:lnTo>
                    <a:pt x="29016" y="16158"/>
                  </a:lnTo>
                  <a:lnTo>
                    <a:pt x="29016" y="16039"/>
                  </a:lnTo>
                  <a:lnTo>
                    <a:pt x="28996" y="15940"/>
                  </a:lnTo>
                  <a:lnTo>
                    <a:pt x="28957" y="15822"/>
                  </a:lnTo>
                  <a:lnTo>
                    <a:pt x="28917" y="15723"/>
                  </a:lnTo>
                  <a:lnTo>
                    <a:pt x="28878" y="15921"/>
                  </a:lnTo>
                  <a:lnTo>
                    <a:pt x="28858" y="16118"/>
                  </a:lnTo>
                  <a:lnTo>
                    <a:pt x="28838" y="16533"/>
                  </a:lnTo>
                  <a:lnTo>
                    <a:pt x="28838" y="16711"/>
                  </a:lnTo>
                  <a:lnTo>
                    <a:pt x="28818" y="16889"/>
                  </a:lnTo>
                  <a:lnTo>
                    <a:pt x="28779" y="17027"/>
                  </a:lnTo>
                  <a:lnTo>
                    <a:pt x="28759" y="17066"/>
                  </a:lnTo>
                  <a:lnTo>
                    <a:pt x="28720" y="17106"/>
                  </a:lnTo>
                  <a:lnTo>
                    <a:pt x="28759" y="17580"/>
                  </a:lnTo>
                  <a:lnTo>
                    <a:pt x="28779" y="18054"/>
                  </a:lnTo>
                  <a:lnTo>
                    <a:pt x="28799" y="18034"/>
                  </a:lnTo>
                  <a:lnTo>
                    <a:pt x="28838" y="18014"/>
                  </a:lnTo>
                  <a:lnTo>
                    <a:pt x="28917" y="17955"/>
                  </a:lnTo>
                  <a:lnTo>
                    <a:pt x="28957" y="17935"/>
                  </a:lnTo>
                  <a:lnTo>
                    <a:pt x="28996" y="17935"/>
                  </a:lnTo>
                  <a:lnTo>
                    <a:pt x="29036" y="17955"/>
                  </a:lnTo>
                  <a:lnTo>
                    <a:pt x="29055" y="18034"/>
                  </a:lnTo>
                  <a:lnTo>
                    <a:pt x="28976" y="18074"/>
                  </a:lnTo>
                  <a:lnTo>
                    <a:pt x="28917" y="18133"/>
                  </a:lnTo>
                  <a:lnTo>
                    <a:pt x="28818" y="18271"/>
                  </a:lnTo>
                  <a:lnTo>
                    <a:pt x="28700" y="18469"/>
                  </a:lnTo>
                  <a:lnTo>
                    <a:pt x="28621" y="18686"/>
                  </a:lnTo>
                  <a:lnTo>
                    <a:pt x="28660" y="18686"/>
                  </a:lnTo>
                  <a:lnTo>
                    <a:pt x="28680" y="18706"/>
                  </a:lnTo>
                  <a:lnTo>
                    <a:pt x="28720" y="18745"/>
                  </a:lnTo>
                  <a:lnTo>
                    <a:pt x="28720" y="18844"/>
                  </a:lnTo>
                  <a:lnTo>
                    <a:pt x="28720" y="18943"/>
                  </a:lnTo>
                  <a:lnTo>
                    <a:pt x="28720" y="19042"/>
                  </a:lnTo>
                  <a:lnTo>
                    <a:pt x="28720" y="19121"/>
                  </a:lnTo>
                  <a:lnTo>
                    <a:pt x="28759" y="19160"/>
                  </a:lnTo>
                  <a:lnTo>
                    <a:pt x="28799" y="19160"/>
                  </a:lnTo>
                  <a:lnTo>
                    <a:pt x="28799" y="19081"/>
                  </a:lnTo>
                  <a:lnTo>
                    <a:pt x="28818" y="19042"/>
                  </a:lnTo>
                  <a:lnTo>
                    <a:pt x="28838" y="19002"/>
                  </a:lnTo>
                  <a:lnTo>
                    <a:pt x="28858" y="18963"/>
                  </a:lnTo>
                  <a:lnTo>
                    <a:pt x="28917" y="18923"/>
                  </a:lnTo>
                  <a:lnTo>
                    <a:pt x="28957" y="18903"/>
                  </a:lnTo>
                  <a:lnTo>
                    <a:pt x="28937" y="19022"/>
                  </a:lnTo>
                  <a:lnTo>
                    <a:pt x="28937" y="19081"/>
                  </a:lnTo>
                  <a:lnTo>
                    <a:pt x="28957" y="19101"/>
                  </a:lnTo>
                  <a:lnTo>
                    <a:pt x="28996" y="19101"/>
                  </a:lnTo>
                  <a:lnTo>
                    <a:pt x="29055" y="19121"/>
                  </a:lnTo>
                  <a:lnTo>
                    <a:pt x="29055" y="19140"/>
                  </a:lnTo>
                  <a:lnTo>
                    <a:pt x="29055" y="19200"/>
                  </a:lnTo>
                  <a:lnTo>
                    <a:pt x="28976" y="19358"/>
                  </a:lnTo>
                  <a:lnTo>
                    <a:pt x="28937" y="19437"/>
                  </a:lnTo>
                  <a:lnTo>
                    <a:pt x="28897" y="19476"/>
                  </a:lnTo>
                  <a:lnTo>
                    <a:pt x="28878" y="19456"/>
                  </a:lnTo>
                  <a:lnTo>
                    <a:pt x="28858" y="19456"/>
                  </a:lnTo>
                  <a:lnTo>
                    <a:pt x="28818" y="19476"/>
                  </a:lnTo>
                  <a:lnTo>
                    <a:pt x="28759" y="19535"/>
                  </a:lnTo>
                  <a:lnTo>
                    <a:pt x="28680" y="19693"/>
                  </a:lnTo>
                  <a:lnTo>
                    <a:pt x="28641" y="19338"/>
                  </a:lnTo>
                  <a:lnTo>
                    <a:pt x="28621" y="19101"/>
                  </a:lnTo>
                  <a:lnTo>
                    <a:pt x="28621" y="18844"/>
                  </a:lnTo>
                  <a:lnTo>
                    <a:pt x="28581" y="18844"/>
                  </a:lnTo>
                  <a:lnTo>
                    <a:pt x="28561" y="18884"/>
                  </a:lnTo>
                  <a:lnTo>
                    <a:pt x="28522" y="19002"/>
                  </a:lnTo>
                  <a:lnTo>
                    <a:pt x="28482" y="19160"/>
                  </a:lnTo>
                  <a:lnTo>
                    <a:pt x="28443" y="19219"/>
                  </a:lnTo>
                  <a:lnTo>
                    <a:pt x="28482" y="19219"/>
                  </a:lnTo>
                  <a:lnTo>
                    <a:pt x="28502" y="19239"/>
                  </a:lnTo>
                  <a:lnTo>
                    <a:pt x="28522" y="19279"/>
                  </a:lnTo>
                  <a:lnTo>
                    <a:pt x="28561" y="19338"/>
                  </a:lnTo>
                  <a:lnTo>
                    <a:pt x="28581" y="19338"/>
                  </a:lnTo>
                  <a:lnTo>
                    <a:pt x="28601" y="19298"/>
                  </a:lnTo>
                  <a:lnTo>
                    <a:pt x="28542" y="19693"/>
                  </a:lnTo>
                  <a:lnTo>
                    <a:pt x="28463" y="20088"/>
                  </a:lnTo>
                  <a:lnTo>
                    <a:pt x="28403" y="20306"/>
                  </a:lnTo>
                  <a:lnTo>
                    <a:pt x="28344" y="20503"/>
                  </a:lnTo>
                  <a:lnTo>
                    <a:pt x="28265" y="20720"/>
                  </a:lnTo>
                  <a:lnTo>
                    <a:pt x="28166" y="20918"/>
                  </a:lnTo>
                  <a:lnTo>
                    <a:pt x="28127" y="20859"/>
                  </a:lnTo>
                  <a:lnTo>
                    <a:pt x="28127" y="20799"/>
                  </a:lnTo>
                  <a:lnTo>
                    <a:pt x="28127" y="20661"/>
                  </a:lnTo>
                  <a:lnTo>
                    <a:pt x="28206" y="20365"/>
                  </a:lnTo>
                  <a:lnTo>
                    <a:pt x="28226" y="20207"/>
                  </a:lnTo>
                  <a:lnTo>
                    <a:pt x="28245" y="20088"/>
                  </a:lnTo>
                  <a:lnTo>
                    <a:pt x="28226" y="20029"/>
                  </a:lnTo>
                  <a:lnTo>
                    <a:pt x="28186" y="19990"/>
                  </a:lnTo>
                  <a:lnTo>
                    <a:pt x="28147" y="19970"/>
                  </a:lnTo>
                  <a:lnTo>
                    <a:pt x="28087" y="19970"/>
                  </a:lnTo>
                  <a:lnTo>
                    <a:pt x="28048" y="20148"/>
                  </a:lnTo>
                  <a:lnTo>
                    <a:pt x="28048" y="20266"/>
                  </a:lnTo>
                  <a:lnTo>
                    <a:pt x="28048" y="20365"/>
                  </a:lnTo>
                  <a:lnTo>
                    <a:pt x="28028" y="20404"/>
                  </a:lnTo>
                  <a:lnTo>
                    <a:pt x="27989" y="20483"/>
                  </a:lnTo>
                  <a:lnTo>
                    <a:pt x="27910" y="20523"/>
                  </a:lnTo>
                  <a:lnTo>
                    <a:pt x="27831" y="20602"/>
                  </a:lnTo>
                  <a:lnTo>
                    <a:pt x="27771" y="20701"/>
                  </a:lnTo>
                  <a:lnTo>
                    <a:pt x="27692" y="20799"/>
                  </a:lnTo>
                  <a:lnTo>
                    <a:pt x="27554" y="21056"/>
                  </a:lnTo>
                  <a:lnTo>
                    <a:pt x="27475" y="21175"/>
                  </a:lnTo>
                  <a:lnTo>
                    <a:pt x="27396" y="21293"/>
                  </a:lnTo>
                  <a:lnTo>
                    <a:pt x="27554" y="21214"/>
                  </a:lnTo>
                  <a:lnTo>
                    <a:pt x="27534" y="21274"/>
                  </a:lnTo>
                  <a:lnTo>
                    <a:pt x="27495" y="21333"/>
                  </a:lnTo>
                  <a:lnTo>
                    <a:pt x="27396" y="21451"/>
                  </a:lnTo>
                  <a:lnTo>
                    <a:pt x="27179" y="21649"/>
                  </a:lnTo>
                  <a:lnTo>
                    <a:pt x="27179" y="21590"/>
                  </a:lnTo>
                  <a:lnTo>
                    <a:pt x="27100" y="21748"/>
                  </a:lnTo>
                  <a:lnTo>
                    <a:pt x="27060" y="21748"/>
                  </a:lnTo>
                  <a:lnTo>
                    <a:pt x="27021" y="21807"/>
                  </a:lnTo>
                  <a:lnTo>
                    <a:pt x="26962" y="21886"/>
                  </a:lnTo>
                  <a:lnTo>
                    <a:pt x="26764" y="22064"/>
                  </a:lnTo>
                  <a:lnTo>
                    <a:pt x="26547" y="22222"/>
                  </a:lnTo>
                  <a:lnTo>
                    <a:pt x="26349" y="22399"/>
                  </a:lnTo>
                  <a:lnTo>
                    <a:pt x="26369" y="22419"/>
                  </a:lnTo>
                  <a:lnTo>
                    <a:pt x="26409" y="22399"/>
                  </a:lnTo>
                  <a:lnTo>
                    <a:pt x="26527" y="22320"/>
                  </a:lnTo>
                  <a:lnTo>
                    <a:pt x="26646" y="22202"/>
                  </a:lnTo>
                  <a:lnTo>
                    <a:pt x="26764" y="22103"/>
                  </a:lnTo>
                  <a:lnTo>
                    <a:pt x="26942" y="22044"/>
                  </a:lnTo>
                  <a:lnTo>
                    <a:pt x="26981" y="22024"/>
                  </a:lnTo>
                  <a:lnTo>
                    <a:pt x="27021" y="22044"/>
                  </a:lnTo>
                  <a:lnTo>
                    <a:pt x="27041" y="22064"/>
                  </a:lnTo>
                  <a:lnTo>
                    <a:pt x="27041" y="22103"/>
                  </a:lnTo>
                  <a:lnTo>
                    <a:pt x="26804" y="22320"/>
                  </a:lnTo>
                  <a:lnTo>
                    <a:pt x="26606" y="22538"/>
                  </a:lnTo>
                  <a:lnTo>
                    <a:pt x="26389" y="22755"/>
                  </a:lnTo>
                  <a:lnTo>
                    <a:pt x="26251" y="22854"/>
                  </a:lnTo>
                  <a:lnTo>
                    <a:pt x="26092" y="22952"/>
                  </a:lnTo>
                  <a:lnTo>
                    <a:pt x="26092" y="22952"/>
                  </a:lnTo>
                  <a:lnTo>
                    <a:pt x="26251" y="22913"/>
                  </a:lnTo>
                  <a:lnTo>
                    <a:pt x="26211" y="22972"/>
                  </a:lnTo>
                  <a:lnTo>
                    <a:pt x="26152" y="23012"/>
                  </a:lnTo>
                  <a:lnTo>
                    <a:pt x="26033" y="23091"/>
                  </a:lnTo>
                  <a:lnTo>
                    <a:pt x="25717" y="23229"/>
                  </a:lnTo>
                  <a:lnTo>
                    <a:pt x="25599" y="23249"/>
                  </a:lnTo>
                  <a:lnTo>
                    <a:pt x="25579" y="23229"/>
                  </a:lnTo>
                  <a:lnTo>
                    <a:pt x="25559" y="23209"/>
                  </a:lnTo>
                  <a:lnTo>
                    <a:pt x="25579" y="23170"/>
                  </a:lnTo>
                  <a:lnTo>
                    <a:pt x="25638" y="23110"/>
                  </a:lnTo>
                  <a:lnTo>
                    <a:pt x="25717" y="23012"/>
                  </a:lnTo>
                  <a:lnTo>
                    <a:pt x="25737" y="22992"/>
                  </a:lnTo>
                  <a:lnTo>
                    <a:pt x="25717" y="22972"/>
                  </a:lnTo>
                  <a:lnTo>
                    <a:pt x="25658" y="22972"/>
                  </a:lnTo>
                  <a:lnTo>
                    <a:pt x="25717" y="22913"/>
                  </a:lnTo>
                  <a:lnTo>
                    <a:pt x="25776" y="22873"/>
                  </a:lnTo>
                  <a:lnTo>
                    <a:pt x="25895" y="22794"/>
                  </a:lnTo>
                  <a:lnTo>
                    <a:pt x="25954" y="22755"/>
                  </a:lnTo>
                  <a:lnTo>
                    <a:pt x="26013" y="22715"/>
                  </a:lnTo>
                  <a:lnTo>
                    <a:pt x="26033" y="22676"/>
                  </a:lnTo>
                  <a:lnTo>
                    <a:pt x="26033" y="22617"/>
                  </a:lnTo>
                  <a:lnTo>
                    <a:pt x="25875" y="22597"/>
                  </a:lnTo>
                  <a:lnTo>
                    <a:pt x="25717" y="22577"/>
                  </a:lnTo>
                  <a:lnTo>
                    <a:pt x="25678" y="22636"/>
                  </a:lnTo>
                  <a:lnTo>
                    <a:pt x="25599" y="22676"/>
                  </a:lnTo>
                  <a:lnTo>
                    <a:pt x="25441" y="22715"/>
                  </a:lnTo>
                  <a:lnTo>
                    <a:pt x="25302" y="22735"/>
                  </a:lnTo>
                  <a:lnTo>
                    <a:pt x="25243" y="22735"/>
                  </a:lnTo>
                  <a:lnTo>
                    <a:pt x="25184" y="22755"/>
                  </a:lnTo>
                  <a:lnTo>
                    <a:pt x="25362" y="22794"/>
                  </a:lnTo>
                  <a:lnTo>
                    <a:pt x="25362" y="22834"/>
                  </a:lnTo>
                  <a:lnTo>
                    <a:pt x="25342" y="22873"/>
                  </a:lnTo>
                  <a:lnTo>
                    <a:pt x="25322" y="22873"/>
                  </a:lnTo>
                  <a:lnTo>
                    <a:pt x="25283" y="22893"/>
                  </a:lnTo>
                  <a:lnTo>
                    <a:pt x="25144" y="22873"/>
                  </a:lnTo>
                  <a:lnTo>
                    <a:pt x="25302" y="23051"/>
                  </a:lnTo>
                  <a:lnTo>
                    <a:pt x="25381" y="23031"/>
                  </a:lnTo>
                  <a:lnTo>
                    <a:pt x="25460" y="22992"/>
                  </a:lnTo>
                  <a:lnTo>
                    <a:pt x="25579" y="22893"/>
                  </a:lnTo>
                  <a:lnTo>
                    <a:pt x="25618" y="22854"/>
                  </a:lnTo>
                  <a:lnTo>
                    <a:pt x="25678" y="22814"/>
                  </a:lnTo>
                  <a:lnTo>
                    <a:pt x="25737" y="22794"/>
                  </a:lnTo>
                  <a:lnTo>
                    <a:pt x="25816" y="22794"/>
                  </a:lnTo>
                  <a:lnTo>
                    <a:pt x="25618" y="22952"/>
                  </a:lnTo>
                  <a:lnTo>
                    <a:pt x="25520" y="23091"/>
                  </a:lnTo>
                  <a:lnTo>
                    <a:pt x="25460" y="23150"/>
                  </a:lnTo>
                  <a:lnTo>
                    <a:pt x="25381" y="23209"/>
                  </a:lnTo>
                  <a:lnTo>
                    <a:pt x="25283" y="23268"/>
                  </a:lnTo>
                  <a:lnTo>
                    <a:pt x="25105" y="23328"/>
                  </a:lnTo>
                  <a:lnTo>
                    <a:pt x="25105" y="23308"/>
                  </a:lnTo>
                  <a:lnTo>
                    <a:pt x="25105" y="23288"/>
                  </a:lnTo>
                  <a:lnTo>
                    <a:pt x="25144" y="23268"/>
                  </a:lnTo>
                  <a:lnTo>
                    <a:pt x="25204" y="23249"/>
                  </a:lnTo>
                  <a:lnTo>
                    <a:pt x="25243" y="23189"/>
                  </a:lnTo>
                  <a:lnTo>
                    <a:pt x="25243" y="23189"/>
                  </a:lnTo>
                  <a:lnTo>
                    <a:pt x="25164" y="23209"/>
                  </a:lnTo>
                  <a:lnTo>
                    <a:pt x="25105" y="23229"/>
                  </a:lnTo>
                  <a:lnTo>
                    <a:pt x="24967" y="23288"/>
                  </a:lnTo>
                  <a:lnTo>
                    <a:pt x="24888" y="23328"/>
                  </a:lnTo>
                  <a:lnTo>
                    <a:pt x="24809" y="23367"/>
                  </a:lnTo>
                  <a:lnTo>
                    <a:pt x="24730" y="23387"/>
                  </a:lnTo>
                  <a:lnTo>
                    <a:pt x="24611" y="23387"/>
                  </a:lnTo>
                  <a:lnTo>
                    <a:pt x="24749" y="23328"/>
                  </a:lnTo>
                  <a:lnTo>
                    <a:pt x="24848" y="23249"/>
                  </a:lnTo>
                  <a:lnTo>
                    <a:pt x="24868" y="23209"/>
                  </a:lnTo>
                  <a:lnTo>
                    <a:pt x="24868" y="23170"/>
                  </a:lnTo>
                  <a:lnTo>
                    <a:pt x="24848" y="23130"/>
                  </a:lnTo>
                  <a:lnTo>
                    <a:pt x="24789" y="23110"/>
                  </a:lnTo>
                  <a:lnTo>
                    <a:pt x="24670" y="23288"/>
                  </a:lnTo>
                  <a:lnTo>
                    <a:pt x="24591" y="23288"/>
                  </a:lnTo>
                  <a:lnTo>
                    <a:pt x="24572" y="23249"/>
                  </a:lnTo>
                  <a:lnTo>
                    <a:pt x="24552" y="23229"/>
                  </a:lnTo>
                  <a:lnTo>
                    <a:pt x="24473" y="23229"/>
                  </a:lnTo>
                  <a:lnTo>
                    <a:pt x="24453" y="23249"/>
                  </a:lnTo>
                  <a:lnTo>
                    <a:pt x="24453" y="23308"/>
                  </a:lnTo>
                  <a:lnTo>
                    <a:pt x="24453" y="23328"/>
                  </a:lnTo>
                  <a:lnTo>
                    <a:pt x="24433" y="23347"/>
                  </a:lnTo>
                  <a:lnTo>
                    <a:pt x="24394" y="23367"/>
                  </a:lnTo>
                  <a:lnTo>
                    <a:pt x="24295" y="23367"/>
                  </a:lnTo>
                  <a:lnTo>
                    <a:pt x="24216" y="23328"/>
                  </a:lnTo>
                  <a:lnTo>
                    <a:pt x="24196" y="23308"/>
                  </a:lnTo>
                  <a:lnTo>
                    <a:pt x="24196" y="23288"/>
                  </a:lnTo>
                  <a:lnTo>
                    <a:pt x="24038" y="23288"/>
                  </a:lnTo>
                  <a:lnTo>
                    <a:pt x="23979" y="23308"/>
                  </a:lnTo>
                  <a:lnTo>
                    <a:pt x="23900" y="23347"/>
                  </a:lnTo>
                  <a:lnTo>
                    <a:pt x="23841" y="23387"/>
                  </a:lnTo>
                  <a:lnTo>
                    <a:pt x="23742" y="23407"/>
                  </a:lnTo>
                  <a:lnTo>
                    <a:pt x="23841" y="23407"/>
                  </a:lnTo>
                  <a:lnTo>
                    <a:pt x="23900" y="23446"/>
                  </a:lnTo>
                  <a:lnTo>
                    <a:pt x="23940" y="23486"/>
                  </a:lnTo>
                  <a:lnTo>
                    <a:pt x="23959" y="23525"/>
                  </a:lnTo>
                  <a:lnTo>
                    <a:pt x="23940" y="23585"/>
                  </a:lnTo>
                  <a:lnTo>
                    <a:pt x="23900" y="23624"/>
                  </a:lnTo>
                  <a:lnTo>
                    <a:pt x="23821" y="23644"/>
                  </a:lnTo>
                  <a:lnTo>
                    <a:pt x="23722" y="23664"/>
                  </a:lnTo>
                  <a:lnTo>
                    <a:pt x="23169" y="23604"/>
                  </a:lnTo>
                  <a:lnTo>
                    <a:pt x="23051" y="23565"/>
                  </a:lnTo>
                  <a:lnTo>
                    <a:pt x="22952" y="23525"/>
                  </a:lnTo>
                  <a:lnTo>
                    <a:pt x="22853" y="23466"/>
                  </a:lnTo>
                  <a:lnTo>
                    <a:pt x="22754" y="23367"/>
                  </a:lnTo>
                  <a:lnTo>
                    <a:pt x="22537" y="23387"/>
                  </a:lnTo>
                  <a:lnTo>
                    <a:pt x="22577" y="23367"/>
                  </a:lnTo>
                  <a:lnTo>
                    <a:pt x="22577" y="23328"/>
                  </a:lnTo>
                  <a:lnTo>
                    <a:pt x="22478" y="23268"/>
                  </a:lnTo>
                  <a:lnTo>
                    <a:pt x="22320" y="23209"/>
                  </a:lnTo>
                  <a:lnTo>
                    <a:pt x="22201" y="23150"/>
                  </a:lnTo>
                  <a:lnTo>
                    <a:pt x="22221" y="23130"/>
                  </a:lnTo>
                  <a:lnTo>
                    <a:pt x="22300" y="23130"/>
                  </a:lnTo>
                  <a:lnTo>
                    <a:pt x="22517" y="23209"/>
                  </a:lnTo>
                  <a:lnTo>
                    <a:pt x="22636" y="23229"/>
                  </a:lnTo>
                  <a:lnTo>
                    <a:pt x="22735" y="23249"/>
                  </a:lnTo>
                  <a:lnTo>
                    <a:pt x="22833" y="23229"/>
                  </a:lnTo>
                  <a:lnTo>
                    <a:pt x="22853" y="23189"/>
                  </a:lnTo>
                  <a:lnTo>
                    <a:pt x="22873" y="23150"/>
                  </a:lnTo>
                  <a:lnTo>
                    <a:pt x="22754" y="23091"/>
                  </a:lnTo>
                  <a:lnTo>
                    <a:pt x="22754" y="23051"/>
                  </a:lnTo>
                  <a:lnTo>
                    <a:pt x="22754" y="23031"/>
                  </a:lnTo>
                  <a:lnTo>
                    <a:pt x="22794" y="22992"/>
                  </a:lnTo>
                  <a:lnTo>
                    <a:pt x="22873" y="22972"/>
                  </a:lnTo>
                  <a:lnTo>
                    <a:pt x="22794" y="22952"/>
                  </a:lnTo>
                  <a:lnTo>
                    <a:pt x="22735" y="22952"/>
                  </a:lnTo>
                  <a:lnTo>
                    <a:pt x="22695" y="22992"/>
                  </a:lnTo>
                  <a:lnTo>
                    <a:pt x="22675" y="23012"/>
                  </a:lnTo>
                  <a:lnTo>
                    <a:pt x="22636" y="23110"/>
                  </a:lnTo>
                  <a:lnTo>
                    <a:pt x="22596" y="23130"/>
                  </a:lnTo>
                  <a:lnTo>
                    <a:pt x="22557" y="23170"/>
                  </a:lnTo>
                  <a:lnTo>
                    <a:pt x="22537" y="23130"/>
                  </a:lnTo>
                  <a:lnTo>
                    <a:pt x="22498" y="23091"/>
                  </a:lnTo>
                  <a:lnTo>
                    <a:pt x="22379" y="23012"/>
                  </a:lnTo>
                  <a:lnTo>
                    <a:pt x="22320" y="22972"/>
                  </a:lnTo>
                  <a:lnTo>
                    <a:pt x="22280" y="22933"/>
                  </a:lnTo>
                  <a:lnTo>
                    <a:pt x="22280" y="22893"/>
                  </a:lnTo>
                  <a:lnTo>
                    <a:pt x="22340" y="22873"/>
                  </a:lnTo>
                  <a:lnTo>
                    <a:pt x="22261" y="22834"/>
                  </a:lnTo>
                  <a:lnTo>
                    <a:pt x="22201" y="22814"/>
                  </a:lnTo>
                  <a:lnTo>
                    <a:pt x="21964" y="22814"/>
                  </a:lnTo>
                  <a:lnTo>
                    <a:pt x="21925" y="22794"/>
                  </a:lnTo>
                  <a:lnTo>
                    <a:pt x="21866" y="22755"/>
                  </a:lnTo>
                  <a:lnTo>
                    <a:pt x="21964" y="22676"/>
                  </a:lnTo>
                  <a:lnTo>
                    <a:pt x="22004" y="22636"/>
                  </a:lnTo>
                  <a:lnTo>
                    <a:pt x="22043" y="22577"/>
                  </a:lnTo>
                  <a:lnTo>
                    <a:pt x="21984" y="22577"/>
                  </a:lnTo>
                  <a:lnTo>
                    <a:pt x="21925" y="22518"/>
                  </a:lnTo>
                  <a:lnTo>
                    <a:pt x="21826" y="22399"/>
                  </a:lnTo>
                  <a:lnTo>
                    <a:pt x="21826" y="22419"/>
                  </a:lnTo>
                  <a:lnTo>
                    <a:pt x="21806" y="22439"/>
                  </a:lnTo>
                  <a:lnTo>
                    <a:pt x="21767" y="22459"/>
                  </a:lnTo>
                  <a:lnTo>
                    <a:pt x="21767" y="22478"/>
                  </a:lnTo>
                  <a:lnTo>
                    <a:pt x="21767" y="22498"/>
                  </a:lnTo>
                  <a:lnTo>
                    <a:pt x="21866" y="22538"/>
                  </a:lnTo>
                  <a:lnTo>
                    <a:pt x="21806" y="22557"/>
                  </a:lnTo>
                  <a:lnTo>
                    <a:pt x="21747" y="22538"/>
                  </a:lnTo>
                  <a:lnTo>
                    <a:pt x="21609" y="22439"/>
                  </a:lnTo>
                  <a:lnTo>
                    <a:pt x="21510" y="22340"/>
                  </a:lnTo>
                  <a:lnTo>
                    <a:pt x="21451" y="22320"/>
                  </a:lnTo>
                  <a:lnTo>
                    <a:pt x="21431" y="22320"/>
                  </a:lnTo>
                  <a:lnTo>
                    <a:pt x="21431" y="22281"/>
                  </a:lnTo>
                  <a:lnTo>
                    <a:pt x="21411" y="22222"/>
                  </a:lnTo>
                  <a:lnTo>
                    <a:pt x="21372" y="22162"/>
                  </a:lnTo>
                  <a:lnTo>
                    <a:pt x="21313" y="22083"/>
                  </a:lnTo>
                  <a:lnTo>
                    <a:pt x="21174" y="21945"/>
                  </a:lnTo>
                  <a:lnTo>
                    <a:pt x="21115" y="21866"/>
                  </a:lnTo>
                  <a:lnTo>
                    <a:pt x="21095" y="21787"/>
                  </a:lnTo>
                  <a:lnTo>
                    <a:pt x="21016" y="21846"/>
                  </a:lnTo>
                  <a:lnTo>
                    <a:pt x="21016" y="21886"/>
                  </a:lnTo>
                  <a:lnTo>
                    <a:pt x="21016" y="21906"/>
                  </a:lnTo>
                  <a:lnTo>
                    <a:pt x="21056" y="21965"/>
                  </a:lnTo>
                  <a:lnTo>
                    <a:pt x="21135" y="22004"/>
                  </a:lnTo>
                  <a:lnTo>
                    <a:pt x="21194" y="22044"/>
                  </a:lnTo>
                  <a:lnTo>
                    <a:pt x="21253" y="22103"/>
                  </a:lnTo>
                  <a:lnTo>
                    <a:pt x="21273" y="22123"/>
                  </a:lnTo>
                  <a:lnTo>
                    <a:pt x="21273" y="22162"/>
                  </a:lnTo>
                  <a:lnTo>
                    <a:pt x="21273" y="22202"/>
                  </a:lnTo>
                  <a:lnTo>
                    <a:pt x="21253" y="22241"/>
                  </a:lnTo>
                  <a:lnTo>
                    <a:pt x="21135" y="22162"/>
                  </a:lnTo>
                  <a:lnTo>
                    <a:pt x="21036" y="22064"/>
                  </a:lnTo>
                  <a:lnTo>
                    <a:pt x="20917" y="21925"/>
                  </a:lnTo>
                  <a:lnTo>
                    <a:pt x="20858" y="21846"/>
                  </a:lnTo>
                  <a:lnTo>
                    <a:pt x="20819" y="21767"/>
                  </a:lnTo>
                  <a:lnTo>
                    <a:pt x="20700" y="21590"/>
                  </a:lnTo>
                  <a:lnTo>
                    <a:pt x="20700" y="21570"/>
                  </a:lnTo>
                  <a:lnTo>
                    <a:pt x="20680" y="21530"/>
                  </a:lnTo>
                  <a:lnTo>
                    <a:pt x="20641" y="21432"/>
                  </a:lnTo>
                  <a:lnTo>
                    <a:pt x="20582" y="21254"/>
                  </a:lnTo>
                  <a:lnTo>
                    <a:pt x="20522" y="21096"/>
                  </a:lnTo>
                  <a:lnTo>
                    <a:pt x="20463" y="20918"/>
                  </a:lnTo>
                  <a:lnTo>
                    <a:pt x="20404" y="20740"/>
                  </a:lnTo>
                  <a:lnTo>
                    <a:pt x="20345" y="20562"/>
                  </a:lnTo>
                  <a:lnTo>
                    <a:pt x="20325" y="20306"/>
                  </a:lnTo>
                  <a:lnTo>
                    <a:pt x="20345" y="20167"/>
                  </a:lnTo>
                  <a:lnTo>
                    <a:pt x="20364" y="20128"/>
                  </a:lnTo>
                  <a:lnTo>
                    <a:pt x="20384" y="20148"/>
                  </a:lnTo>
                  <a:lnTo>
                    <a:pt x="20463" y="20227"/>
                  </a:lnTo>
                  <a:lnTo>
                    <a:pt x="20503" y="20227"/>
                  </a:lnTo>
                  <a:lnTo>
                    <a:pt x="20522" y="20207"/>
                  </a:lnTo>
                  <a:lnTo>
                    <a:pt x="20542" y="20167"/>
                  </a:lnTo>
                  <a:lnTo>
                    <a:pt x="20661" y="20681"/>
                  </a:lnTo>
                  <a:lnTo>
                    <a:pt x="20700" y="20898"/>
                  </a:lnTo>
                  <a:lnTo>
                    <a:pt x="20740" y="21056"/>
                  </a:lnTo>
                  <a:lnTo>
                    <a:pt x="20819" y="21392"/>
                  </a:lnTo>
                  <a:lnTo>
                    <a:pt x="20858" y="21530"/>
                  </a:lnTo>
                  <a:lnTo>
                    <a:pt x="20898" y="21570"/>
                  </a:lnTo>
                  <a:lnTo>
                    <a:pt x="20937" y="21609"/>
                  </a:lnTo>
                  <a:lnTo>
                    <a:pt x="20898" y="21511"/>
                  </a:lnTo>
                  <a:lnTo>
                    <a:pt x="20878" y="21471"/>
                  </a:lnTo>
                  <a:lnTo>
                    <a:pt x="20858" y="21432"/>
                  </a:lnTo>
                  <a:lnTo>
                    <a:pt x="20838" y="21293"/>
                  </a:lnTo>
                  <a:lnTo>
                    <a:pt x="20759" y="21036"/>
                  </a:lnTo>
                  <a:lnTo>
                    <a:pt x="20720" y="20918"/>
                  </a:lnTo>
                  <a:lnTo>
                    <a:pt x="20700" y="20760"/>
                  </a:lnTo>
                  <a:lnTo>
                    <a:pt x="20562" y="20167"/>
                  </a:lnTo>
                  <a:lnTo>
                    <a:pt x="20463" y="19674"/>
                  </a:lnTo>
                  <a:lnTo>
                    <a:pt x="20364" y="19674"/>
                  </a:lnTo>
                  <a:lnTo>
                    <a:pt x="20246" y="19693"/>
                  </a:lnTo>
                  <a:lnTo>
                    <a:pt x="20068" y="19753"/>
                  </a:lnTo>
                  <a:lnTo>
                    <a:pt x="19792" y="19772"/>
                  </a:lnTo>
                  <a:lnTo>
                    <a:pt x="19594" y="19753"/>
                  </a:lnTo>
                  <a:lnTo>
                    <a:pt x="19416" y="19713"/>
                  </a:lnTo>
                  <a:lnTo>
                    <a:pt x="19239" y="19674"/>
                  </a:lnTo>
                  <a:lnTo>
                    <a:pt x="19041" y="19634"/>
                  </a:lnTo>
                  <a:lnTo>
                    <a:pt x="18824" y="19595"/>
                  </a:lnTo>
                  <a:lnTo>
                    <a:pt x="18527" y="19575"/>
                  </a:lnTo>
                  <a:lnTo>
                    <a:pt x="18448" y="19595"/>
                  </a:lnTo>
                  <a:lnTo>
                    <a:pt x="18409" y="19575"/>
                  </a:lnTo>
                  <a:lnTo>
                    <a:pt x="18310" y="19595"/>
                  </a:lnTo>
                  <a:lnTo>
                    <a:pt x="18350" y="19654"/>
                  </a:lnTo>
                  <a:lnTo>
                    <a:pt x="18369" y="19713"/>
                  </a:lnTo>
                  <a:lnTo>
                    <a:pt x="18429" y="19753"/>
                  </a:lnTo>
                  <a:lnTo>
                    <a:pt x="18606" y="19772"/>
                  </a:lnTo>
                  <a:lnTo>
                    <a:pt x="18508" y="19792"/>
                  </a:lnTo>
                  <a:lnTo>
                    <a:pt x="18409" y="19792"/>
                  </a:lnTo>
                  <a:lnTo>
                    <a:pt x="18290" y="19772"/>
                  </a:lnTo>
                  <a:lnTo>
                    <a:pt x="18053" y="19753"/>
                  </a:lnTo>
                  <a:lnTo>
                    <a:pt x="18034" y="19772"/>
                  </a:lnTo>
                  <a:lnTo>
                    <a:pt x="18034" y="19792"/>
                  </a:lnTo>
                  <a:lnTo>
                    <a:pt x="18093" y="19832"/>
                  </a:lnTo>
                  <a:lnTo>
                    <a:pt x="18132" y="19851"/>
                  </a:lnTo>
                  <a:lnTo>
                    <a:pt x="18132" y="19871"/>
                  </a:lnTo>
                  <a:lnTo>
                    <a:pt x="18113" y="19891"/>
                  </a:lnTo>
                  <a:lnTo>
                    <a:pt x="18053" y="19891"/>
                  </a:lnTo>
                  <a:lnTo>
                    <a:pt x="17915" y="19851"/>
                  </a:lnTo>
                  <a:lnTo>
                    <a:pt x="17856" y="19812"/>
                  </a:lnTo>
                  <a:lnTo>
                    <a:pt x="17856" y="19792"/>
                  </a:lnTo>
                  <a:lnTo>
                    <a:pt x="17856" y="19753"/>
                  </a:lnTo>
                  <a:lnTo>
                    <a:pt x="17737" y="19753"/>
                  </a:lnTo>
                  <a:lnTo>
                    <a:pt x="17619" y="19713"/>
                  </a:lnTo>
                  <a:lnTo>
                    <a:pt x="17540" y="19674"/>
                  </a:lnTo>
                  <a:lnTo>
                    <a:pt x="17500" y="19614"/>
                  </a:lnTo>
                  <a:lnTo>
                    <a:pt x="17441" y="19575"/>
                  </a:lnTo>
                  <a:lnTo>
                    <a:pt x="17382" y="19535"/>
                  </a:lnTo>
                  <a:lnTo>
                    <a:pt x="17283" y="19535"/>
                  </a:lnTo>
                  <a:lnTo>
                    <a:pt x="17125" y="19555"/>
                  </a:lnTo>
                  <a:lnTo>
                    <a:pt x="17165" y="19575"/>
                  </a:lnTo>
                  <a:lnTo>
                    <a:pt x="17224" y="19595"/>
                  </a:lnTo>
                  <a:lnTo>
                    <a:pt x="17283" y="19595"/>
                  </a:lnTo>
                  <a:lnTo>
                    <a:pt x="17362" y="19634"/>
                  </a:lnTo>
                  <a:lnTo>
                    <a:pt x="17362" y="19654"/>
                  </a:lnTo>
                  <a:lnTo>
                    <a:pt x="17342" y="19693"/>
                  </a:lnTo>
                  <a:lnTo>
                    <a:pt x="17303" y="19713"/>
                  </a:lnTo>
                  <a:lnTo>
                    <a:pt x="17244" y="19753"/>
                  </a:lnTo>
                  <a:lnTo>
                    <a:pt x="17086" y="19772"/>
                  </a:lnTo>
                  <a:lnTo>
                    <a:pt x="16908" y="19772"/>
                  </a:lnTo>
                  <a:lnTo>
                    <a:pt x="16928" y="19753"/>
                  </a:lnTo>
                  <a:lnTo>
                    <a:pt x="16908" y="19733"/>
                  </a:lnTo>
                  <a:lnTo>
                    <a:pt x="16849" y="19693"/>
                  </a:lnTo>
                  <a:lnTo>
                    <a:pt x="16730" y="19674"/>
                  </a:lnTo>
                  <a:lnTo>
                    <a:pt x="16631" y="19634"/>
                  </a:lnTo>
                  <a:lnTo>
                    <a:pt x="16631" y="19595"/>
                  </a:lnTo>
                  <a:lnTo>
                    <a:pt x="16651" y="19575"/>
                  </a:lnTo>
                  <a:lnTo>
                    <a:pt x="16789" y="19614"/>
                  </a:lnTo>
                  <a:lnTo>
                    <a:pt x="16947" y="19654"/>
                  </a:lnTo>
                  <a:lnTo>
                    <a:pt x="17007" y="19654"/>
                  </a:lnTo>
                  <a:lnTo>
                    <a:pt x="17066" y="19634"/>
                  </a:lnTo>
                  <a:lnTo>
                    <a:pt x="16710" y="19516"/>
                  </a:lnTo>
                  <a:lnTo>
                    <a:pt x="16770" y="19555"/>
                  </a:lnTo>
                  <a:lnTo>
                    <a:pt x="16335" y="19535"/>
                  </a:lnTo>
                  <a:lnTo>
                    <a:pt x="16335" y="19535"/>
                  </a:lnTo>
                  <a:lnTo>
                    <a:pt x="16414" y="19555"/>
                  </a:lnTo>
                  <a:lnTo>
                    <a:pt x="16473" y="19595"/>
                  </a:lnTo>
                  <a:lnTo>
                    <a:pt x="16473" y="19614"/>
                  </a:lnTo>
                  <a:lnTo>
                    <a:pt x="16473" y="19654"/>
                  </a:lnTo>
                  <a:lnTo>
                    <a:pt x="16434" y="19674"/>
                  </a:lnTo>
                  <a:lnTo>
                    <a:pt x="16394" y="19693"/>
                  </a:lnTo>
                  <a:lnTo>
                    <a:pt x="16276" y="19693"/>
                  </a:lnTo>
                  <a:lnTo>
                    <a:pt x="16078" y="19595"/>
                  </a:lnTo>
                  <a:lnTo>
                    <a:pt x="15920" y="19476"/>
                  </a:lnTo>
                  <a:lnTo>
                    <a:pt x="15861" y="19437"/>
                  </a:lnTo>
                  <a:lnTo>
                    <a:pt x="15841" y="19377"/>
                  </a:lnTo>
                  <a:lnTo>
                    <a:pt x="15821" y="19338"/>
                  </a:lnTo>
                  <a:lnTo>
                    <a:pt x="15841" y="19279"/>
                  </a:lnTo>
                  <a:lnTo>
                    <a:pt x="15841" y="19279"/>
                  </a:lnTo>
                  <a:lnTo>
                    <a:pt x="15802" y="19318"/>
                  </a:lnTo>
                  <a:lnTo>
                    <a:pt x="15663" y="19318"/>
                  </a:lnTo>
                  <a:lnTo>
                    <a:pt x="15565" y="19279"/>
                  </a:lnTo>
                  <a:lnTo>
                    <a:pt x="15367" y="19200"/>
                  </a:lnTo>
                  <a:lnTo>
                    <a:pt x="15170" y="19101"/>
                  </a:lnTo>
                  <a:lnTo>
                    <a:pt x="15170" y="19101"/>
                  </a:lnTo>
                  <a:lnTo>
                    <a:pt x="15249" y="19160"/>
                  </a:lnTo>
                  <a:lnTo>
                    <a:pt x="15268" y="19219"/>
                  </a:lnTo>
                  <a:lnTo>
                    <a:pt x="15268" y="19239"/>
                  </a:lnTo>
                  <a:lnTo>
                    <a:pt x="15150" y="19239"/>
                  </a:lnTo>
                  <a:lnTo>
                    <a:pt x="15051" y="19219"/>
                  </a:lnTo>
                  <a:lnTo>
                    <a:pt x="14913" y="19042"/>
                  </a:lnTo>
                  <a:lnTo>
                    <a:pt x="14775" y="18864"/>
                  </a:lnTo>
                  <a:lnTo>
                    <a:pt x="14873" y="18923"/>
                  </a:lnTo>
                  <a:lnTo>
                    <a:pt x="14952" y="18923"/>
                  </a:lnTo>
                  <a:lnTo>
                    <a:pt x="14952" y="18903"/>
                  </a:lnTo>
                  <a:lnTo>
                    <a:pt x="14933" y="18864"/>
                  </a:lnTo>
                  <a:lnTo>
                    <a:pt x="14873" y="18745"/>
                  </a:lnTo>
                  <a:lnTo>
                    <a:pt x="14873" y="18706"/>
                  </a:lnTo>
                  <a:lnTo>
                    <a:pt x="14893" y="18686"/>
                  </a:lnTo>
                  <a:lnTo>
                    <a:pt x="15051" y="18686"/>
                  </a:lnTo>
                  <a:lnTo>
                    <a:pt x="15110" y="18725"/>
                  </a:lnTo>
                  <a:lnTo>
                    <a:pt x="15189" y="18765"/>
                  </a:lnTo>
                  <a:lnTo>
                    <a:pt x="15466" y="18982"/>
                  </a:lnTo>
                  <a:lnTo>
                    <a:pt x="15367" y="18844"/>
                  </a:lnTo>
                  <a:lnTo>
                    <a:pt x="15249" y="18765"/>
                  </a:lnTo>
                  <a:lnTo>
                    <a:pt x="15150" y="18706"/>
                  </a:lnTo>
                  <a:lnTo>
                    <a:pt x="15031" y="18666"/>
                  </a:lnTo>
                  <a:lnTo>
                    <a:pt x="14913" y="18627"/>
                  </a:lnTo>
                  <a:lnTo>
                    <a:pt x="14814" y="18587"/>
                  </a:lnTo>
                  <a:lnTo>
                    <a:pt x="14696" y="18508"/>
                  </a:lnTo>
                  <a:lnTo>
                    <a:pt x="14656" y="18469"/>
                  </a:lnTo>
                  <a:lnTo>
                    <a:pt x="14617" y="18409"/>
                  </a:lnTo>
                  <a:lnTo>
                    <a:pt x="14656" y="18370"/>
                  </a:lnTo>
                  <a:lnTo>
                    <a:pt x="14696" y="18350"/>
                  </a:lnTo>
                  <a:lnTo>
                    <a:pt x="14775" y="18370"/>
                  </a:lnTo>
                  <a:lnTo>
                    <a:pt x="14854" y="18429"/>
                  </a:lnTo>
                  <a:lnTo>
                    <a:pt x="14834" y="18409"/>
                  </a:lnTo>
                  <a:lnTo>
                    <a:pt x="14794" y="18370"/>
                  </a:lnTo>
                  <a:lnTo>
                    <a:pt x="14656" y="18311"/>
                  </a:lnTo>
                  <a:lnTo>
                    <a:pt x="14498" y="18212"/>
                  </a:lnTo>
                  <a:lnTo>
                    <a:pt x="14419" y="18153"/>
                  </a:lnTo>
                  <a:lnTo>
                    <a:pt x="14360" y="18054"/>
                  </a:lnTo>
                  <a:lnTo>
                    <a:pt x="14360" y="18133"/>
                  </a:lnTo>
                  <a:lnTo>
                    <a:pt x="14360" y="18212"/>
                  </a:lnTo>
                  <a:lnTo>
                    <a:pt x="14340" y="18251"/>
                  </a:lnTo>
                  <a:lnTo>
                    <a:pt x="14301" y="18251"/>
                  </a:lnTo>
                  <a:lnTo>
                    <a:pt x="14241" y="18232"/>
                  </a:lnTo>
                  <a:lnTo>
                    <a:pt x="14162" y="18192"/>
                  </a:lnTo>
                  <a:lnTo>
                    <a:pt x="14064" y="17975"/>
                  </a:lnTo>
                  <a:lnTo>
                    <a:pt x="13925" y="17758"/>
                  </a:lnTo>
                  <a:lnTo>
                    <a:pt x="13787" y="17639"/>
                  </a:lnTo>
                  <a:lnTo>
                    <a:pt x="13668" y="17560"/>
                  </a:lnTo>
                  <a:lnTo>
                    <a:pt x="13550" y="17560"/>
                  </a:lnTo>
                  <a:lnTo>
                    <a:pt x="13491" y="17580"/>
                  </a:lnTo>
                  <a:lnTo>
                    <a:pt x="13313" y="17580"/>
                  </a:lnTo>
                  <a:lnTo>
                    <a:pt x="13155" y="17521"/>
                  </a:lnTo>
                  <a:lnTo>
                    <a:pt x="13293" y="17659"/>
                  </a:lnTo>
                  <a:lnTo>
                    <a:pt x="13412" y="17797"/>
                  </a:lnTo>
                  <a:lnTo>
                    <a:pt x="13372" y="17817"/>
                  </a:lnTo>
                  <a:lnTo>
                    <a:pt x="13333" y="17817"/>
                  </a:lnTo>
                  <a:lnTo>
                    <a:pt x="13254" y="17777"/>
                  </a:lnTo>
                  <a:lnTo>
                    <a:pt x="13056" y="17679"/>
                  </a:lnTo>
                  <a:lnTo>
                    <a:pt x="12938" y="17639"/>
                  </a:lnTo>
                  <a:lnTo>
                    <a:pt x="12859" y="17600"/>
                  </a:lnTo>
                  <a:lnTo>
                    <a:pt x="12760" y="17600"/>
                  </a:lnTo>
                  <a:lnTo>
                    <a:pt x="12740" y="17639"/>
                  </a:lnTo>
                  <a:lnTo>
                    <a:pt x="12918" y="17698"/>
                  </a:lnTo>
                  <a:lnTo>
                    <a:pt x="13096" y="17738"/>
                  </a:lnTo>
                  <a:lnTo>
                    <a:pt x="13273" y="17817"/>
                  </a:lnTo>
                  <a:lnTo>
                    <a:pt x="13372" y="17856"/>
                  </a:lnTo>
                  <a:lnTo>
                    <a:pt x="13451" y="17935"/>
                  </a:lnTo>
                  <a:lnTo>
                    <a:pt x="13431" y="17995"/>
                  </a:lnTo>
                  <a:lnTo>
                    <a:pt x="13392" y="17995"/>
                  </a:lnTo>
                  <a:lnTo>
                    <a:pt x="13333" y="17975"/>
                  </a:lnTo>
                  <a:lnTo>
                    <a:pt x="13234" y="17916"/>
                  </a:lnTo>
                  <a:lnTo>
                    <a:pt x="13036" y="17837"/>
                  </a:lnTo>
                  <a:lnTo>
                    <a:pt x="12957" y="17797"/>
                  </a:lnTo>
                  <a:lnTo>
                    <a:pt x="12878" y="17797"/>
                  </a:lnTo>
                  <a:lnTo>
                    <a:pt x="12582" y="17619"/>
                  </a:lnTo>
                  <a:lnTo>
                    <a:pt x="12424" y="17540"/>
                  </a:lnTo>
                  <a:lnTo>
                    <a:pt x="12108" y="17323"/>
                  </a:lnTo>
                  <a:lnTo>
                    <a:pt x="12128" y="17284"/>
                  </a:lnTo>
                  <a:lnTo>
                    <a:pt x="12167" y="17244"/>
                  </a:lnTo>
                  <a:lnTo>
                    <a:pt x="12246" y="17205"/>
                  </a:lnTo>
                  <a:lnTo>
                    <a:pt x="12365" y="17165"/>
                  </a:lnTo>
                  <a:lnTo>
                    <a:pt x="12503" y="17145"/>
                  </a:lnTo>
                  <a:lnTo>
                    <a:pt x="12641" y="17126"/>
                  </a:lnTo>
                  <a:lnTo>
                    <a:pt x="12760" y="17086"/>
                  </a:lnTo>
                  <a:lnTo>
                    <a:pt x="12799" y="17066"/>
                  </a:lnTo>
                  <a:lnTo>
                    <a:pt x="12859" y="17027"/>
                  </a:lnTo>
                  <a:lnTo>
                    <a:pt x="12878" y="16987"/>
                  </a:lnTo>
                  <a:lnTo>
                    <a:pt x="12878" y="16928"/>
                  </a:lnTo>
                  <a:lnTo>
                    <a:pt x="12424" y="16810"/>
                  </a:lnTo>
                  <a:lnTo>
                    <a:pt x="12029" y="16731"/>
                  </a:lnTo>
                  <a:lnTo>
                    <a:pt x="11891" y="16671"/>
                  </a:lnTo>
                  <a:lnTo>
                    <a:pt x="11753" y="16612"/>
                  </a:lnTo>
                  <a:lnTo>
                    <a:pt x="11634" y="16533"/>
                  </a:lnTo>
                  <a:lnTo>
                    <a:pt x="11535" y="16454"/>
                  </a:lnTo>
                  <a:lnTo>
                    <a:pt x="11417" y="16434"/>
                  </a:lnTo>
                  <a:lnTo>
                    <a:pt x="11318" y="16415"/>
                  </a:lnTo>
                  <a:lnTo>
                    <a:pt x="11239" y="16434"/>
                  </a:lnTo>
                  <a:lnTo>
                    <a:pt x="11180" y="16454"/>
                  </a:lnTo>
                  <a:lnTo>
                    <a:pt x="11140" y="16494"/>
                  </a:lnTo>
                  <a:lnTo>
                    <a:pt x="11101" y="16553"/>
                  </a:lnTo>
                  <a:lnTo>
                    <a:pt x="11081" y="16652"/>
                  </a:lnTo>
                  <a:lnTo>
                    <a:pt x="10982" y="16612"/>
                  </a:lnTo>
                  <a:lnTo>
                    <a:pt x="10903" y="16553"/>
                  </a:lnTo>
                  <a:lnTo>
                    <a:pt x="10785" y="16434"/>
                  </a:lnTo>
                  <a:lnTo>
                    <a:pt x="10785" y="16434"/>
                  </a:lnTo>
                  <a:lnTo>
                    <a:pt x="10982" y="16474"/>
                  </a:lnTo>
                  <a:lnTo>
                    <a:pt x="10666" y="16335"/>
                  </a:lnTo>
                  <a:lnTo>
                    <a:pt x="10370" y="16177"/>
                  </a:lnTo>
                  <a:lnTo>
                    <a:pt x="10074" y="16000"/>
                  </a:lnTo>
                  <a:lnTo>
                    <a:pt x="9738" y="15763"/>
                  </a:lnTo>
                  <a:lnTo>
                    <a:pt x="9639" y="15723"/>
                  </a:lnTo>
                  <a:lnTo>
                    <a:pt x="9560" y="15703"/>
                  </a:lnTo>
                  <a:lnTo>
                    <a:pt x="9521" y="15723"/>
                  </a:lnTo>
                  <a:lnTo>
                    <a:pt x="9481" y="15743"/>
                  </a:lnTo>
                  <a:lnTo>
                    <a:pt x="9461" y="15782"/>
                  </a:lnTo>
                  <a:lnTo>
                    <a:pt x="9461" y="15822"/>
                  </a:lnTo>
                  <a:lnTo>
                    <a:pt x="9461" y="15940"/>
                  </a:lnTo>
                  <a:lnTo>
                    <a:pt x="9145" y="15743"/>
                  </a:lnTo>
                  <a:lnTo>
                    <a:pt x="9185" y="15802"/>
                  </a:lnTo>
                  <a:lnTo>
                    <a:pt x="9106" y="15822"/>
                  </a:lnTo>
                  <a:lnTo>
                    <a:pt x="9046" y="15802"/>
                  </a:lnTo>
                  <a:lnTo>
                    <a:pt x="8967" y="15782"/>
                  </a:lnTo>
                  <a:lnTo>
                    <a:pt x="8888" y="15723"/>
                  </a:lnTo>
                  <a:lnTo>
                    <a:pt x="8730" y="15624"/>
                  </a:lnTo>
                  <a:lnTo>
                    <a:pt x="8592" y="15506"/>
                  </a:lnTo>
                  <a:lnTo>
                    <a:pt x="8592" y="15486"/>
                  </a:lnTo>
                  <a:lnTo>
                    <a:pt x="8770" y="15486"/>
                  </a:lnTo>
                  <a:lnTo>
                    <a:pt x="8632" y="15348"/>
                  </a:lnTo>
                  <a:lnTo>
                    <a:pt x="8474" y="15249"/>
                  </a:lnTo>
                  <a:lnTo>
                    <a:pt x="8296" y="15150"/>
                  </a:lnTo>
                  <a:lnTo>
                    <a:pt x="8158" y="15091"/>
                  </a:lnTo>
                  <a:lnTo>
                    <a:pt x="8217" y="15052"/>
                  </a:lnTo>
                  <a:lnTo>
                    <a:pt x="8375" y="15052"/>
                  </a:lnTo>
                  <a:lnTo>
                    <a:pt x="8434" y="15091"/>
                  </a:lnTo>
                  <a:lnTo>
                    <a:pt x="8513" y="15131"/>
                  </a:lnTo>
                  <a:lnTo>
                    <a:pt x="8592" y="15190"/>
                  </a:lnTo>
                  <a:lnTo>
                    <a:pt x="8592" y="15210"/>
                  </a:lnTo>
                  <a:lnTo>
                    <a:pt x="8592" y="15249"/>
                  </a:lnTo>
                  <a:lnTo>
                    <a:pt x="8987" y="15427"/>
                  </a:lnTo>
                  <a:lnTo>
                    <a:pt x="8829" y="15348"/>
                  </a:lnTo>
                  <a:lnTo>
                    <a:pt x="8711" y="15249"/>
                  </a:lnTo>
                  <a:lnTo>
                    <a:pt x="8592" y="15150"/>
                  </a:lnTo>
                  <a:lnTo>
                    <a:pt x="8533" y="15071"/>
                  </a:lnTo>
                  <a:lnTo>
                    <a:pt x="8474" y="14973"/>
                  </a:lnTo>
                  <a:lnTo>
                    <a:pt x="8454" y="14894"/>
                  </a:lnTo>
                  <a:lnTo>
                    <a:pt x="8454" y="14834"/>
                  </a:lnTo>
                  <a:lnTo>
                    <a:pt x="8474" y="14775"/>
                  </a:lnTo>
                  <a:lnTo>
                    <a:pt x="8355" y="14736"/>
                  </a:lnTo>
                  <a:lnTo>
                    <a:pt x="8316" y="14736"/>
                  </a:lnTo>
                  <a:lnTo>
                    <a:pt x="8316" y="14795"/>
                  </a:lnTo>
                  <a:lnTo>
                    <a:pt x="8355" y="14854"/>
                  </a:lnTo>
                  <a:lnTo>
                    <a:pt x="8395" y="14894"/>
                  </a:lnTo>
                  <a:lnTo>
                    <a:pt x="8395" y="14933"/>
                  </a:lnTo>
                  <a:lnTo>
                    <a:pt x="8335" y="14933"/>
                  </a:lnTo>
                  <a:lnTo>
                    <a:pt x="8197" y="14854"/>
                  </a:lnTo>
                  <a:lnTo>
                    <a:pt x="8098" y="14736"/>
                  </a:lnTo>
                  <a:lnTo>
                    <a:pt x="8000" y="14617"/>
                  </a:lnTo>
                  <a:lnTo>
                    <a:pt x="7782" y="14439"/>
                  </a:lnTo>
                  <a:lnTo>
                    <a:pt x="7565" y="14281"/>
                  </a:lnTo>
                  <a:lnTo>
                    <a:pt x="7348" y="14143"/>
                  </a:lnTo>
                  <a:lnTo>
                    <a:pt x="7150" y="14005"/>
                  </a:lnTo>
                  <a:lnTo>
                    <a:pt x="6992" y="13866"/>
                  </a:lnTo>
                  <a:lnTo>
                    <a:pt x="6933" y="13787"/>
                  </a:lnTo>
                  <a:lnTo>
                    <a:pt x="6874" y="13708"/>
                  </a:lnTo>
                  <a:lnTo>
                    <a:pt x="6834" y="13610"/>
                  </a:lnTo>
                  <a:lnTo>
                    <a:pt x="6795" y="13491"/>
                  </a:lnTo>
                  <a:lnTo>
                    <a:pt x="6538" y="13412"/>
                  </a:lnTo>
                  <a:lnTo>
                    <a:pt x="6222" y="13294"/>
                  </a:lnTo>
                  <a:lnTo>
                    <a:pt x="5906" y="13136"/>
                  </a:lnTo>
                  <a:lnTo>
                    <a:pt x="5748" y="13037"/>
                  </a:lnTo>
                  <a:lnTo>
                    <a:pt x="5570" y="12938"/>
                  </a:lnTo>
                  <a:lnTo>
                    <a:pt x="5550" y="12958"/>
                  </a:lnTo>
                  <a:lnTo>
                    <a:pt x="5491" y="12958"/>
                  </a:lnTo>
                  <a:lnTo>
                    <a:pt x="5373" y="12899"/>
                  </a:lnTo>
                  <a:lnTo>
                    <a:pt x="5313" y="12879"/>
                  </a:lnTo>
                  <a:lnTo>
                    <a:pt x="5274" y="12859"/>
                  </a:lnTo>
                  <a:lnTo>
                    <a:pt x="5234" y="12859"/>
                  </a:lnTo>
                  <a:lnTo>
                    <a:pt x="5195" y="12899"/>
                  </a:lnTo>
                  <a:lnTo>
                    <a:pt x="5254" y="12978"/>
                  </a:lnTo>
                  <a:lnTo>
                    <a:pt x="5333" y="13057"/>
                  </a:lnTo>
                  <a:lnTo>
                    <a:pt x="5471" y="13175"/>
                  </a:lnTo>
                  <a:lnTo>
                    <a:pt x="5649" y="13254"/>
                  </a:lnTo>
                  <a:lnTo>
                    <a:pt x="5807" y="13333"/>
                  </a:lnTo>
                  <a:lnTo>
                    <a:pt x="5985" y="13412"/>
                  </a:lnTo>
                  <a:lnTo>
                    <a:pt x="6123" y="13491"/>
                  </a:lnTo>
                  <a:lnTo>
                    <a:pt x="6242" y="13590"/>
                  </a:lnTo>
                  <a:lnTo>
                    <a:pt x="6301" y="13669"/>
                  </a:lnTo>
                  <a:lnTo>
                    <a:pt x="6340" y="13748"/>
                  </a:lnTo>
                  <a:lnTo>
                    <a:pt x="6419" y="13768"/>
                  </a:lnTo>
                  <a:lnTo>
                    <a:pt x="6538" y="13768"/>
                  </a:lnTo>
                  <a:lnTo>
                    <a:pt x="6558" y="13748"/>
                  </a:lnTo>
                  <a:lnTo>
                    <a:pt x="6637" y="13708"/>
                  </a:lnTo>
                  <a:lnTo>
                    <a:pt x="6657" y="13689"/>
                  </a:lnTo>
                  <a:lnTo>
                    <a:pt x="6696" y="13689"/>
                  </a:lnTo>
                  <a:lnTo>
                    <a:pt x="6834" y="13768"/>
                  </a:lnTo>
                  <a:lnTo>
                    <a:pt x="6933" y="13866"/>
                  </a:lnTo>
                  <a:lnTo>
                    <a:pt x="7012" y="13945"/>
                  </a:lnTo>
                  <a:lnTo>
                    <a:pt x="7012" y="13985"/>
                  </a:lnTo>
                  <a:lnTo>
                    <a:pt x="7012" y="14005"/>
                  </a:lnTo>
                  <a:lnTo>
                    <a:pt x="6874" y="13965"/>
                  </a:lnTo>
                  <a:lnTo>
                    <a:pt x="6775" y="13945"/>
                  </a:lnTo>
                  <a:lnTo>
                    <a:pt x="6696" y="13965"/>
                  </a:lnTo>
                  <a:lnTo>
                    <a:pt x="6637" y="13985"/>
                  </a:lnTo>
                  <a:lnTo>
                    <a:pt x="6577" y="14005"/>
                  </a:lnTo>
                  <a:lnTo>
                    <a:pt x="6498" y="13985"/>
                  </a:lnTo>
                  <a:lnTo>
                    <a:pt x="6380" y="13945"/>
                  </a:lnTo>
                  <a:lnTo>
                    <a:pt x="6202" y="13847"/>
                  </a:lnTo>
                  <a:lnTo>
                    <a:pt x="6222" y="13906"/>
                  </a:lnTo>
                  <a:lnTo>
                    <a:pt x="6281" y="13965"/>
                  </a:lnTo>
                  <a:lnTo>
                    <a:pt x="6459" y="14123"/>
                  </a:lnTo>
                  <a:lnTo>
                    <a:pt x="6657" y="14262"/>
                  </a:lnTo>
                  <a:lnTo>
                    <a:pt x="6834" y="14400"/>
                  </a:lnTo>
                  <a:lnTo>
                    <a:pt x="6775" y="14420"/>
                  </a:lnTo>
                  <a:lnTo>
                    <a:pt x="6775" y="14479"/>
                  </a:lnTo>
                  <a:lnTo>
                    <a:pt x="6795" y="14538"/>
                  </a:lnTo>
                  <a:lnTo>
                    <a:pt x="6854" y="14637"/>
                  </a:lnTo>
                  <a:lnTo>
                    <a:pt x="6676" y="14617"/>
                  </a:lnTo>
                  <a:lnTo>
                    <a:pt x="6479" y="14558"/>
                  </a:lnTo>
                  <a:lnTo>
                    <a:pt x="6281" y="14499"/>
                  </a:lnTo>
                  <a:lnTo>
                    <a:pt x="6103" y="14459"/>
                  </a:lnTo>
                  <a:lnTo>
                    <a:pt x="6123" y="14459"/>
                  </a:lnTo>
                  <a:lnTo>
                    <a:pt x="6143" y="14439"/>
                  </a:lnTo>
                  <a:lnTo>
                    <a:pt x="6143" y="14400"/>
                  </a:lnTo>
                  <a:lnTo>
                    <a:pt x="6143" y="14380"/>
                  </a:lnTo>
                  <a:lnTo>
                    <a:pt x="6143" y="14360"/>
                  </a:lnTo>
                  <a:lnTo>
                    <a:pt x="6163" y="14360"/>
                  </a:lnTo>
                  <a:lnTo>
                    <a:pt x="5511" y="14123"/>
                  </a:lnTo>
                  <a:lnTo>
                    <a:pt x="5452" y="14005"/>
                  </a:lnTo>
                  <a:lnTo>
                    <a:pt x="5432" y="13906"/>
                  </a:lnTo>
                  <a:lnTo>
                    <a:pt x="5432" y="13886"/>
                  </a:lnTo>
                  <a:lnTo>
                    <a:pt x="5471" y="13847"/>
                  </a:lnTo>
                  <a:lnTo>
                    <a:pt x="5531" y="13847"/>
                  </a:lnTo>
                  <a:lnTo>
                    <a:pt x="5412" y="13748"/>
                  </a:lnTo>
                  <a:lnTo>
                    <a:pt x="5294" y="13649"/>
                  </a:lnTo>
                  <a:lnTo>
                    <a:pt x="5017" y="13471"/>
                  </a:lnTo>
                  <a:lnTo>
                    <a:pt x="4899" y="13392"/>
                  </a:lnTo>
                  <a:lnTo>
                    <a:pt x="4820" y="13313"/>
                  </a:lnTo>
                  <a:lnTo>
                    <a:pt x="4780" y="13254"/>
                  </a:lnTo>
                  <a:lnTo>
                    <a:pt x="4780" y="13215"/>
                  </a:lnTo>
                  <a:lnTo>
                    <a:pt x="4780" y="13195"/>
                  </a:lnTo>
                  <a:lnTo>
                    <a:pt x="4681" y="13116"/>
                  </a:lnTo>
                  <a:lnTo>
                    <a:pt x="4622" y="13096"/>
                  </a:lnTo>
                  <a:lnTo>
                    <a:pt x="4622" y="13136"/>
                  </a:lnTo>
                  <a:lnTo>
                    <a:pt x="4662" y="13195"/>
                  </a:lnTo>
                  <a:lnTo>
                    <a:pt x="4760" y="13333"/>
                  </a:lnTo>
                  <a:lnTo>
                    <a:pt x="4820" y="13392"/>
                  </a:lnTo>
                  <a:lnTo>
                    <a:pt x="4820" y="13447"/>
                  </a:lnTo>
                  <a:lnTo>
                    <a:pt x="5195" y="13728"/>
                  </a:lnTo>
                  <a:lnTo>
                    <a:pt x="5175" y="13748"/>
                  </a:lnTo>
                  <a:lnTo>
                    <a:pt x="5155" y="13768"/>
                  </a:lnTo>
                  <a:lnTo>
                    <a:pt x="5116" y="13768"/>
                  </a:lnTo>
                  <a:lnTo>
                    <a:pt x="5096" y="13748"/>
                  </a:lnTo>
                  <a:lnTo>
                    <a:pt x="5017" y="13689"/>
                  </a:lnTo>
                  <a:lnTo>
                    <a:pt x="4938" y="13629"/>
                  </a:lnTo>
                  <a:lnTo>
                    <a:pt x="4839" y="13531"/>
                  </a:lnTo>
                  <a:lnTo>
                    <a:pt x="4741" y="13471"/>
                  </a:lnTo>
                  <a:lnTo>
                    <a:pt x="4662" y="13432"/>
                  </a:lnTo>
                  <a:lnTo>
                    <a:pt x="4622" y="13432"/>
                  </a:lnTo>
                  <a:lnTo>
                    <a:pt x="4583" y="13452"/>
                  </a:lnTo>
                  <a:lnTo>
                    <a:pt x="4523" y="13491"/>
                  </a:lnTo>
                  <a:lnTo>
                    <a:pt x="4405" y="13491"/>
                  </a:lnTo>
                  <a:lnTo>
                    <a:pt x="4365" y="13471"/>
                  </a:lnTo>
                  <a:lnTo>
                    <a:pt x="4267" y="13373"/>
                  </a:lnTo>
                  <a:lnTo>
                    <a:pt x="4187" y="13234"/>
                  </a:lnTo>
                  <a:lnTo>
                    <a:pt x="4010" y="12938"/>
                  </a:lnTo>
                  <a:lnTo>
                    <a:pt x="3911" y="12800"/>
                  </a:lnTo>
                  <a:lnTo>
                    <a:pt x="3871" y="12741"/>
                  </a:lnTo>
                  <a:lnTo>
                    <a:pt x="3812" y="12701"/>
                  </a:lnTo>
                  <a:lnTo>
                    <a:pt x="4306" y="12741"/>
                  </a:lnTo>
                  <a:lnTo>
                    <a:pt x="4010" y="12563"/>
                  </a:lnTo>
                  <a:lnTo>
                    <a:pt x="4168" y="12563"/>
                  </a:lnTo>
                  <a:lnTo>
                    <a:pt x="4306" y="12543"/>
                  </a:lnTo>
                  <a:lnTo>
                    <a:pt x="4464" y="12523"/>
                  </a:lnTo>
                  <a:lnTo>
                    <a:pt x="4563" y="12543"/>
                  </a:lnTo>
                  <a:lnTo>
                    <a:pt x="4681" y="12563"/>
                  </a:lnTo>
                  <a:lnTo>
                    <a:pt x="4681" y="12563"/>
                  </a:lnTo>
                  <a:lnTo>
                    <a:pt x="4405" y="12306"/>
                  </a:lnTo>
                  <a:lnTo>
                    <a:pt x="4128" y="12010"/>
                  </a:lnTo>
                  <a:lnTo>
                    <a:pt x="3871" y="11733"/>
                  </a:lnTo>
                  <a:lnTo>
                    <a:pt x="3674" y="11536"/>
                  </a:lnTo>
                  <a:lnTo>
                    <a:pt x="3674" y="11437"/>
                  </a:lnTo>
                  <a:lnTo>
                    <a:pt x="3713" y="11358"/>
                  </a:lnTo>
                  <a:lnTo>
                    <a:pt x="3753" y="11299"/>
                  </a:lnTo>
                  <a:lnTo>
                    <a:pt x="3832" y="11259"/>
                  </a:lnTo>
                  <a:lnTo>
                    <a:pt x="3674" y="11160"/>
                  </a:lnTo>
                  <a:lnTo>
                    <a:pt x="3575" y="11062"/>
                  </a:lnTo>
                  <a:lnTo>
                    <a:pt x="3496" y="10943"/>
                  </a:lnTo>
                  <a:lnTo>
                    <a:pt x="3437" y="10825"/>
                  </a:lnTo>
                  <a:lnTo>
                    <a:pt x="3358" y="10588"/>
                  </a:lnTo>
                  <a:lnTo>
                    <a:pt x="3318" y="10469"/>
                  </a:lnTo>
                  <a:lnTo>
                    <a:pt x="3239" y="10351"/>
                  </a:lnTo>
                  <a:lnTo>
                    <a:pt x="3160" y="10272"/>
                  </a:lnTo>
                  <a:lnTo>
                    <a:pt x="3141" y="10272"/>
                  </a:lnTo>
                  <a:lnTo>
                    <a:pt x="3121" y="10291"/>
                  </a:lnTo>
                  <a:lnTo>
                    <a:pt x="3121" y="10351"/>
                  </a:lnTo>
                  <a:lnTo>
                    <a:pt x="3141" y="10430"/>
                  </a:lnTo>
                  <a:lnTo>
                    <a:pt x="3160" y="10528"/>
                  </a:lnTo>
                  <a:lnTo>
                    <a:pt x="3160" y="10588"/>
                  </a:lnTo>
                  <a:lnTo>
                    <a:pt x="3160" y="10607"/>
                  </a:lnTo>
                  <a:lnTo>
                    <a:pt x="3141" y="10627"/>
                  </a:lnTo>
                  <a:lnTo>
                    <a:pt x="3101" y="10627"/>
                  </a:lnTo>
                  <a:lnTo>
                    <a:pt x="3062" y="10607"/>
                  </a:lnTo>
                  <a:lnTo>
                    <a:pt x="3062" y="10548"/>
                  </a:lnTo>
                  <a:lnTo>
                    <a:pt x="3022" y="10489"/>
                  </a:lnTo>
                  <a:lnTo>
                    <a:pt x="2963" y="10390"/>
                  </a:lnTo>
                  <a:lnTo>
                    <a:pt x="2805" y="10212"/>
                  </a:lnTo>
                  <a:lnTo>
                    <a:pt x="2844" y="10272"/>
                  </a:lnTo>
                  <a:lnTo>
                    <a:pt x="2884" y="10331"/>
                  </a:lnTo>
                  <a:lnTo>
                    <a:pt x="2983" y="10528"/>
                  </a:lnTo>
                  <a:lnTo>
                    <a:pt x="3220" y="11002"/>
                  </a:lnTo>
                  <a:lnTo>
                    <a:pt x="3220" y="11002"/>
                  </a:lnTo>
                  <a:lnTo>
                    <a:pt x="3160" y="10943"/>
                  </a:lnTo>
                  <a:lnTo>
                    <a:pt x="3121" y="10904"/>
                  </a:lnTo>
                  <a:lnTo>
                    <a:pt x="3081" y="10884"/>
                  </a:lnTo>
                  <a:lnTo>
                    <a:pt x="3042" y="10884"/>
                  </a:lnTo>
                  <a:lnTo>
                    <a:pt x="2963" y="10904"/>
                  </a:lnTo>
                  <a:lnTo>
                    <a:pt x="2884" y="10904"/>
                  </a:lnTo>
                  <a:lnTo>
                    <a:pt x="3101" y="11239"/>
                  </a:lnTo>
                  <a:lnTo>
                    <a:pt x="3042" y="11239"/>
                  </a:lnTo>
                  <a:lnTo>
                    <a:pt x="2983" y="11220"/>
                  </a:lnTo>
                  <a:lnTo>
                    <a:pt x="2923" y="11160"/>
                  </a:lnTo>
                  <a:lnTo>
                    <a:pt x="2864" y="11062"/>
                  </a:lnTo>
                  <a:lnTo>
                    <a:pt x="2746" y="10884"/>
                  </a:lnTo>
                  <a:lnTo>
                    <a:pt x="2686" y="10805"/>
                  </a:lnTo>
                  <a:lnTo>
                    <a:pt x="2627" y="10746"/>
                  </a:lnTo>
                  <a:lnTo>
                    <a:pt x="2726" y="10746"/>
                  </a:lnTo>
                  <a:lnTo>
                    <a:pt x="2805" y="10726"/>
                  </a:lnTo>
                  <a:lnTo>
                    <a:pt x="2864" y="10706"/>
                  </a:lnTo>
                  <a:lnTo>
                    <a:pt x="2983" y="10706"/>
                  </a:lnTo>
                  <a:lnTo>
                    <a:pt x="2805" y="10489"/>
                  </a:lnTo>
                  <a:lnTo>
                    <a:pt x="2627" y="10252"/>
                  </a:lnTo>
                  <a:lnTo>
                    <a:pt x="2568" y="10114"/>
                  </a:lnTo>
                  <a:lnTo>
                    <a:pt x="2509" y="9975"/>
                  </a:lnTo>
                  <a:lnTo>
                    <a:pt x="2469" y="9857"/>
                  </a:lnTo>
                  <a:lnTo>
                    <a:pt x="2449" y="9738"/>
                  </a:lnTo>
                  <a:lnTo>
                    <a:pt x="2449" y="9679"/>
                  </a:lnTo>
                  <a:lnTo>
                    <a:pt x="2469" y="9679"/>
                  </a:lnTo>
                  <a:lnTo>
                    <a:pt x="2528" y="9719"/>
                  </a:lnTo>
                  <a:lnTo>
                    <a:pt x="2588" y="9798"/>
                  </a:lnTo>
                  <a:lnTo>
                    <a:pt x="2667" y="9877"/>
                  </a:lnTo>
                  <a:lnTo>
                    <a:pt x="2667" y="9837"/>
                  </a:lnTo>
                  <a:lnTo>
                    <a:pt x="2667" y="9778"/>
                  </a:lnTo>
                  <a:lnTo>
                    <a:pt x="2588" y="9679"/>
                  </a:lnTo>
                  <a:lnTo>
                    <a:pt x="2528" y="9600"/>
                  </a:lnTo>
                  <a:lnTo>
                    <a:pt x="2528" y="9541"/>
                  </a:lnTo>
                  <a:lnTo>
                    <a:pt x="2548" y="9501"/>
                  </a:lnTo>
                  <a:lnTo>
                    <a:pt x="2588" y="9501"/>
                  </a:lnTo>
                  <a:lnTo>
                    <a:pt x="2607" y="9521"/>
                  </a:lnTo>
                  <a:lnTo>
                    <a:pt x="2647" y="9600"/>
                  </a:lnTo>
                  <a:lnTo>
                    <a:pt x="2686" y="9679"/>
                  </a:lnTo>
                  <a:lnTo>
                    <a:pt x="2726" y="9758"/>
                  </a:lnTo>
                  <a:lnTo>
                    <a:pt x="2627" y="9541"/>
                  </a:lnTo>
                  <a:lnTo>
                    <a:pt x="2548" y="9323"/>
                  </a:lnTo>
                  <a:lnTo>
                    <a:pt x="2469" y="9106"/>
                  </a:lnTo>
                  <a:lnTo>
                    <a:pt x="2410" y="8889"/>
                  </a:lnTo>
                  <a:lnTo>
                    <a:pt x="2430" y="8889"/>
                  </a:lnTo>
                  <a:lnTo>
                    <a:pt x="2449" y="8909"/>
                  </a:lnTo>
                  <a:lnTo>
                    <a:pt x="2509" y="8988"/>
                  </a:lnTo>
                  <a:lnTo>
                    <a:pt x="2548" y="9106"/>
                  </a:lnTo>
                  <a:lnTo>
                    <a:pt x="2588" y="9205"/>
                  </a:lnTo>
                  <a:lnTo>
                    <a:pt x="2548" y="9027"/>
                  </a:lnTo>
                  <a:lnTo>
                    <a:pt x="2469" y="8849"/>
                  </a:lnTo>
                  <a:lnTo>
                    <a:pt x="2351" y="8691"/>
                  </a:lnTo>
                  <a:lnTo>
                    <a:pt x="2153" y="8514"/>
                  </a:lnTo>
                  <a:lnTo>
                    <a:pt x="2153" y="8277"/>
                  </a:lnTo>
                  <a:lnTo>
                    <a:pt x="2173" y="8059"/>
                  </a:lnTo>
                  <a:lnTo>
                    <a:pt x="2193" y="7980"/>
                  </a:lnTo>
                  <a:lnTo>
                    <a:pt x="2232" y="7941"/>
                  </a:lnTo>
                  <a:lnTo>
                    <a:pt x="2272" y="7901"/>
                  </a:lnTo>
                  <a:lnTo>
                    <a:pt x="2311" y="7921"/>
                  </a:lnTo>
                  <a:lnTo>
                    <a:pt x="2252" y="7862"/>
                  </a:lnTo>
                  <a:lnTo>
                    <a:pt x="2212" y="7862"/>
                  </a:lnTo>
                  <a:lnTo>
                    <a:pt x="2173" y="7882"/>
                  </a:lnTo>
                  <a:lnTo>
                    <a:pt x="2133" y="7901"/>
                  </a:lnTo>
                  <a:lnTo>
                    <a:pt x="2114" y="7763"/>
                  </a:lnTo>
                  <a:lnTo>
                    <a:pt x="2094" y="7664"/>
                  </a:lnTo>
                  <a:lnTo>
                    <a:pt x="2054" y="7566"/>
                  </a:lnTo>
                  <a:lnTo>
                    <a:pt x="2015" y="7506"/>
                  </a:lnTo>
                  <a:lnTo>
                    <a:pt x="1916" y="7368"/>
                  </a:lnTo>
                  <a:lnTo>
                    <a:pt x="1896" y="7289"/>
                  </a:lnTo>
                  <a:lnTo>
                    <a:pt x="1896" y="7210"/>
                  </a:lnTo>
                  <a:lnTo>
                    <a:pt x="1758" y="7408"/>
                  </a:lnTo>
                  <a:lnTo>
                    <a:pt x="1798" y="7269"/>
                  </a:lnTo>
                  <a:lnTo>
                    <a:pt x="1798" y="7190"/>
                  </a:lnTo>
                  <a:lnTo>
                    <a:pt x="1758" y="7171"/>
                  </a:lnTo>
                  <a:lnTo>
                    <a:pt x="1718" y="7151"/>
                  </a:lnTo>
                  <a:lnTo>
                    <a:pt x="1679" y="7131"/>
                  </a:lnTo>
                  <a:lnTo>
                    <a:pt x="1659" y="7092"/>
                  </a:lnTo>
                  <a:lnTo>
                    <a:pt x="1639" y="7032"/>
                  </a:lnTo>
                  <a:lnTo>
                    <a:pt x="1679" y="6914"/>
                  </a:lnTo>
                  <a:lnTo>
                    <a:pt x="1778" y="6953"/>
                  </a:lnTo>
                  <a:lnTo>
                    <a:pt x="1877" y="6973"/>
                  </a:lnTo>
                  <a:lnTo>
                    <a:pt x="1975" y="6953"/>
                  </a:lnTo>
                  <a:lnTo>
                    <a:pt x="2094" y="6933"/>
                  </a:lnTo>
                  <a:lnTo>
                    <a:pt x="2054" y="6894"/>
                  </a:lnTo>
                  <a:lnTo>
                    <a:pt x="2035" y="6854"/>
                  </a:lnTo>
                  <a:lnTo>
                    <a:pt x="2054" y="6756"/>
                  </a:lnTo>
                  <a:lnTo>
                    <a:pt x="2094" y="6637"/>
                  </a:lnTo>
                  <a:lnTo>
                    <a:pt x="2133" y="6519"/>
                  </a:lnTo>
                  <a:lnTo>
                    <a:pt x="2094" y="6519"/>
                  </a:lnTo>
                  <a:lnTo>
                    <a:pt x="2074" y="6499"/>
                  </a:lnTo>
                  <a:lnTo>
                    <a:pt x="2035" y="6380"/>
                  </a:lnTo>
                  <a:lnTo>
                    <a:pt x="2035" y="6341"/>
                  </a:lnTo>
                  <a:lnTo>
                    <a:pt x="1995" y="6321"/>
                  </a:lnTo>
                  <a:lnTo>
                    <a:pt x="1975" y="6321"/>
                  </a:lnTo>
                  <a:lnTo>
                    <a:pt x="1916" y="6380"/>
                  </a:lnTo>
                  <a:lnTo>
                    <a:pt x="1916" y="6242"/>
                  </a:lnTo>
                  <a:lnTo>
                    <a:pt x="1936" y="6124"/>
                  </a:lnTo>
                  <a:lnTo>
                    <a:pt x="2015" y="5946"/>
                  </a:lnTo>
                  <a:lnTo>
                    <a:pt x="2074" y="5768"/>
                  </a:lnTo>
                  <a:lnTo>
                    <a:pt x="2094" y="5689"/>
                  </a:lnTo>
                  <a:lnTo>
                    <a:pt x="2094" y="5571"/>
                  </a:lnTo>
                  <a:lnTo>
                    <a:pt x="2054" y="5590"/>
                  </a:lnTo>
                  <a:lnTo>
                    <a:pt x="2035" y="5571"/>
                  </a:lnTo>
                  <a:lnTo>
                    <a:pt x="2035" y="5452"/>
                  </a:lnTo>
                  <a:lnTo>
                    <a:pt x="2035" y="5334"/>
                  </a:lnTo>
                  <a:lnTo>
                    <a:pt x="1995" y="5294"/>
                  </a:lnTo>
                  <a:lnTo>
                    <a:pt x="1956" y="5314"/>
                  </a:lnTo>
                  <a:lnTo>
                    <a:pt x="2035" y="5195"/>
                  </a:lnTo>
                  <a:lnTo>
                    <a:pt x="2094" y="5077"/>
                  </a:lnTo>
                  <a:lnTo>
                    <a:pt x="2173" y="4998"/>
                  </a:lnTo>
                  <a:lnTo>
                    <a:pt x="2252" y="4939"/>
                  </a:lnTo>
                  <a:lnTo>
                    <a:pt x="2311" y="4919"/>
                  </a:lnTo>
                  <a:lnTo>
                    <a:pt x="2370" y="4899"/>
                  </a:lnTo>
                  <a:lnTo>
                    <a:pt x="2430" y="4919"/>
                  </a:lnTo>
                  <a:lnTo>
                    <a:pt x="2449" y="4958"/>
                  </a:lnTo>
                  <a:lnTo>
                    <a:pt x="2331" y="5136"/>
                  </a:lnTo>
                  <a:lnTo>
                    <a:pt x="2311" y="5215"/>
                  </a:lnTo>
                  <a:lnTo>
                    <a:pt x="2311" y="5255"/>
                  </a:lnTo>
                  <a:lnTo>
                    <a:pt x="2351" y="5255"/>
                  </a:lnTo>
                  <a:lnTo>
                    <a:pt x="2489" y="4958"/>
                  </a:lnTo>
                  <a:lnTo>
                    <a:pt x="2647" y="4662"/>
                  </a:lnTo>
                  <a:lnTo>
                    <a:pt x="2864" y="4484"/>
                  </a:lnTo>
                  <a:lnTo>
                    <a:pt x="2983" y="4425"/>
                  </a:lnTo>
                  <a:lnTo>
                    <a:pt x="3081" y="4425"/>
                  </a:lnTo>
                  <a:lnTo>
                    <a:pt x="3101" y="4326"/>
                  </a:lnTo>
                  <a:lnTo>
                    <a:pt x="3141" y="4247"/>
                  </a:lnTo>
                  <a:lnTo>
                    <a:pt x="3220" y="4148"/>
                  </a:lnTo>
                  <a:lnTo>
                    <a:pt x="3299" y="4069"/>
                  </a:lnTo>
                  <a:lnTo>
                    <a:pt x="3378" y="3990"/>
                  </a:lnTo>
                  <a:lnTo>
                    <a:pt x="3437" y="3911"/>
                  </a:lnTo>
                  <a:lnTo>
                    <a:pt x="3476" y="3832"/>
                  </a:lnTo>
                  <a:lnTo>
                    <a:pt x="3476" y="3734"/>
                  </a:lnTo>
                  <a:lnTo>
                    <a:pt x="3457" y="3813"/>
                  </a:lnTo>
                  <a:lnTo>
                    <a:pt x="3417" y="3892"/>
                  </a:lnTo>
                  <a:lnTo>
                    <a:pt x="3378" y="3951"/>
                  </a:lnTo>
                  <a:lnTo>
                    <a:pt x="3318" y="3990"/>
                  </a:lnTo>
                  <a:lnTo>
                    <a:pt x="3220" y="4050"/>
                  </a:lnTo>
                  <a:lnTo>
                    <a:pt x="3141" y="4089"/>
                  </a:lnTo>
                  <a:lnTo>
                    <a:pt x="3180" y="3990"/>
                  </a:lnTo>
                  <a:lnTo>
                    <a:pt x="3141" y="4030"/>
                  </a:lnTo>
                  <a:lnTo>
                    <a:pt x="3101" y="3635"/>
                  </a:lnTo>
                  <a:lnTo>
                    <a:pt x="3042" y="3694"/>
                  </a:lnTo>
                  <a:lnTo>
                    <a:pt x="3002" y="3734"/>
                  </a:lnTo>
                  <a:lnTo>
                    <a:pt x="3002" y="3773"/>
                  </a:lnTo>
                  <a:lnTo>
                    <a:pt x="3022" y="3813"/>
                  </a:lnTo>
                  <a:lnTo>
                    <a:pt x="3042" y="3872"/>
                  </a:lnTo>
                  <a:lnTo>
                    <a:pt x="3062" y="3931"/>
                  </a:lnTo>
                  <a:lnTo>
                    <a:pt x="3022" y="4010"/>
                  </a:lnTo>
                  <a:lnTo>
                    <a:pt x="2963" y="4109"/>
                  </a:lnTo>
                  <a:lnTo>
                    <a:pt x="2904" y="4129"/>
                  </a:lnTo>
                  <a:lnTo>
                    <a:pt x="2864" y="4129"/>
                  </a:lnTo>
                  <a:lnTo>
                    <a:pt x="2825" y="4089"/>
                  </a:lnTo>
                  <a:lnTo>
                    <a:pt x="2825" y="4050"/>
                  </a:lnTo>
                  <a:lnTo>
                    <a:pt x="2825" y="3911"/>
                  </a:lnTo>
                  <a:lnTo>
                    <a:pt x="2864" y="3753"/>
                  </a:lnTo>
                  <a:lnTo>
                    <a:pt x="2904" y="3615"/>
                  </a:lnTo>
                  <a:lnTo>
                    <a:pt x="2923" y="3497"/>
                  </a:lnTo>
                  <a:lnTo>
                    <a:pt x="2923" y="3457"/>
                  </a:lnTo>
                  <a:lnTo>
                    <a:pt x="2904" y="3437"/>
                  </a:lnTo>
                  <a:lnTo>
                    <a:pt x="2864" y="3437"/>
                  </a:lnTo>
                  <a:lnTo>
                    <a:pt x="2805" y="3457"/>
                  </a:lnTo>
                  <a:lnTo>
                    <a:pt x="2746" y="3536"/>
                  </a:lnTo>
                  <a:lnTo>
                    <a:pt x="2706" y="3595"/>
                  </a:lnTo>
                  <a:lnTo>
                    <a:pt x="2686" y="3655"/>
                  </a:lnTo>
                  <a:lnTo>
                    <a:pt x="2686" y="3714"/>
                  </a:lnTo>
                  <a:lnTo>
                    <a:pt x="2726" y="3852"/>
                  </a:lnTo>
                  <a:lnTo>
                    <a:pt x="2726" y="3931"/>
                  </a:lnTo>
                  <a:lnTo>
                    <a:pt x="2706" y="4010"/>
                  </a:lnTo>
                  <a:lnTo>
                    <a:pt x="2706" y="4010"/>
                  </a:lnTo>
                  <a:lnTo>
                    <a:pt x="2746" y="3971"/>
                  </a:lnTo>
                  <a:lnTo>
                    <a:pt x="2746" y="3971"/>
                  </a:lnTo>
                  <a:lnTo>
                    <a:pt x="2528" y="4504"/>
                  </a:lnTo>
                  <a:lnTo>
                    <a:pt x="2489" y="4484"/>
                  </a:lnTo>
                  <a:lnTo>
                    <a:pt x="2489" y="4464"/>
                  </a:lnTo>
                  <a:lnTo>
                    <a:pt x="2469" y="4385"/>
                  </a:lnTo>
                  <a:lnTo>
                    <a:pt x="2469" y="4287"/>
                  </a:lnTo>
                  <a:lnTo>
                    <a:pt x="2232" y="4662"/>
                  </a:lnTo>
                  <a:lnTo>
                    <a:pt x="2035" y="4919"/>
                  </a:lnTo>
                  <a:lnTo>
                    <a:pt x="1837" y="5195"/>
                  </a:lnTo>
                  <a:lnTo>
                    <a:pt x="1718" y="5393"/>
                  </a:lnTo>
                  <a:lnTo>
                    <a:pt x="1600" y="5610"/>
                  </a:lnTo>
                  <a:lnTo>
                    <a:pt x="1679" y="5590"/>
                  </a:lnTo>
                  <a:lnTo>
                    <a:pt x="1778" y="5590"/>
                  </a:lnTo>
                  <a:lnTo>
                    <a:pt x="1837" y="5630"/>
                  </a:lnTo>
                  <a:lnTo>
                    <a:pt x="1857" y="5669"/>
                  </a:lnTo>
                  <a:lnTo>
                    <a:pt x="1877" y="5748"/>
                  </a:lnTo>
                  <a:lnTo>
                    <a:pt x="1857" y="5847"/>
                  </a:lnTo>
                  <a:lnTo>
                    <a:pt x="1857" y="5926"/>
                  </a:lnTo>
                  <a:lnTo>
                    <a:pt x="1837" y="5985"/>
                  </a:lnTo>
                  <a:lnTo>
                    <a:pt x="1758" y="6064"/>
                  </a:lnTo>
                  <a:lnTo>
                    <a:pt x="1699" y="6143"/>
                  </a:lnTo>
                  <a:lnTo>
                    <a:pt x="1659" y="6203"/>
                  </a:lnTo>
                  <a:lnTo>
                    <a:pt x="1639" y="6262"/>
                  </a:lnTo>
                  <a:lnTo>
                    <a:pt x="1620" y="6163"/>
                  </a:lnTo>
                  <a:lnTo>
                    <a:pt x="1600" y="6064"/>
                  </a:lnTo>
                  <a:lnTo>
                    <a:pt x="1600" y="6025"/>
                  </a:lnTo>
                  <a:lnTo>
                    <a:pt x="1600" y="5966"/>
                  </a:lnTo>
                  <a:lnTo>
                    <a:pt x="1620" y="5926"/>
                  </a:lnTo>
                  <a:lnTo>
                    <a:pt x="1679" y="5867"/>
                  </a:lnTo>
                  <a:lnTo>
                    <a:pt x="1501" y="5827"/>
                  </a:lnTo>
                  <a:lnTo>
                    <a:pt x="1501" y="5630"/>
                  </a:lnTo>
                  <a:lnTo>
                    <a:pt x="1462" y="5492"/>
                  </a:lnTo>
                  <a:lnTo>
                    <a:pt x="1422" y="5294"/>
                  </a:lnTo>
                  <a:lnTo>
                    <a:pt x="1402" y="5195"/>
                  </a:lnTo>
                  <a:lnTo>
                    <a:pt x="1402" y="5077"/>
                  </a:lnTo>
                  <a:lnTo>
                    <a:pt x="1442" y="4899"/>
                  </a:lnTo>
                  <a:lnTo>
                    <a:pt x="1541" y="4642"/>
                  </a:lnTo>
                  <a:lnTo>
                    <a:pt x="1521" y="4603"/>
                  </a:lnTo>
                  <a:lnTo>
                    <a:pt x="1521" y="4504"/>
                  </a:lnTo>
                  <a:lnTo>
                    <a:pt x="1560" y="4385"/>
                  </a:lnTo>
                  <a:lnTo>
                    <a:pt x="1620" y="4247"/>
                  </a:lnTo>
                  <a:lnTo>
                    <a:pt x="1758" y="3951"/>
                  </a:lnTo>
                  <a:lnTo>
                    <a:pt x="1857" y="3793"/>
                  </a:lnTo>
                  <a:lnTo>
                    <a:pt x="1956" y="3655"/>
                  </a:lnTo>
                  <a:lnTo>
                    <a:pt x="1758" y="3773"/>
                  </a:lnTo>
                  <a:lnTo>
                    <a:pt x="1758" y="3773"/>
                  </a:lnTo>
                  <a:lnTo>
                    <a:pt x="1778" y="3635"/>
                  </a:lnTo>
                  <a:lnTo>
                    <a:pt x="1817" y="3556"/>
                  </a:lnTo>
                  <a:lnTo>
                    <a:pt x="1857" y="3536"/>
                  </a:lnTo>
                  <a:lnTo>
                    <a:pt x="1896" y="3516"/>
                  </a:lnTo>
                  <a:lnTo>
                    <a:pt x="1936" y="3516"/>
                  </a:lnTo>
                  <a:lnTo>
                    <a:pt x="1995" y="3477"/>
                  </a:lnTo>
                  <a:lnTo>
                    <a:pt x="2054" y="3378"/>
                  </a:lnTo>
                  <a:lnTo>
                    <a:pt x="2133" y="3200"/>
                  </a:lnTo>
                  <a:lnTo>
                    <a:pt x="2390" y="3141"/>
                  </a:lnTo>
                  <a:lnTo>
                    <a:pt x="2528" y="3121"/>
                  </a:lnTo>
                  <a:lnTo>
                    <a:pt x="2647" y="3102"/>
                  </a:lnTo>
                  <a:lnTo>
                    <a:pt x="2765" y="3102"/>
                  </a:lnTo>
                  <a:lnTo>
                    <a:pt x="2844" y="3141"/>
                  </a:lnTo>
                  <a:lnTo>
                    <a:pt x="2864" y="3181"/>
                  </a:lnTo>
                  <a:lnTo>
                    <a:pt x="2884" y="3220"/>
                  </a:lnTo>
                  <a:lnTo>
                    <a:pt x="2884" y="3260"/>
                  </a:lnTo>
                  <a:lnTo>
                    <a:pt x="2884" y="3319"/>
                  </a:lnTo>
                  <a:lnTo>
                    <a:pt x="2983" y="3220"/>
                  </a:lnTo>
                  <a:lnTo>
                    <a:pt x="3062" y="3141"/>
                  </a:lnTo>
                  <a:lnTo>
                    <a:pt x="3180" y="2963"/>
                  </a:lnTo>
                  <a:lnTo>
                    <a:pt x="3279" y="2786"/>
                  </a:lnTo>
                  <a:lnTo>
                    <a:pt x="3437" y="2608"/>
                  </a:lnTo>
                  <a:lnTo>
                    <a:pt x="3516" y="2608"/>
                  </a:lnTo>
                  <a:lnTo>
                    <a:pt x="3575" y="2628"/>
                  </a:lnTo>
                  <a:lnTo>
                    <a:pt x="3595" y="2667"/>
                  </a:lnTo>
                  <a:lnTo>
                    <a:pt x="3595" y="2726"/>
                  </a:lnTo>
                  <a:lnTo>
                    <a:pt x="3595" y="2825"/>
                  </a:lnTo>
                  <a:lnTo>
                    <a:pt x="3615" y="2884"/>
                  </a:lnTo>
                  <a:lnTo>
                    <a:pt x="3654" y="2924"/>
                  </a:lnTo>
                  <a:lnTo>
                    <a:pt x="3792" y="2786"/>
                  </a:lnTo>
                  <a:lnTo>
                    <a:pt x="3871" y="2647"/>
                  </a:lnTo>
                  <a:lnTo>
                    <a:pt x="3891" y="2588"/>
                  </a:lnTo>
                  <a:lnTo>
                    <a:pt x="3891" y="2529"/>
                  </a:lnTo>
                  <a:lnTo>
                    <a:pt x="3871" y="2509"/>
                  </a:lnTo>
                  <a:lnTo>
                    <a:pt x="3812" y="2509"/>
                  </a:lnTo>
                  <a:lnTo>
                    <a:pt x="4029" y="2391"/>
                  </a:lnTo>
                  <a:lnTo>
                    <a:pt x="4247" y="2292"/>
                  </a:lnTo>
                  <a:lnTo>
                    <a:pt x="4227" y="2312"/>
                  </a:lnTo>
                  <a:lnTo>
                    <a:pt x="4187" y="2351"/>
                  </a:lnTo>
                  <a:lnTo>
                    <a:pt x="4069" y="2450"/>
                  </a:lnTo>
                  <a:lnTo>
                    <a:pt x="4207" y="2351"/>
                  </a:lnTo>
                  <a:lnTo>
                    <a:pt x="4365" y="2232"/>
                  </a:lnTo>
                  <a:lnTo>
                    <a:pt x="4484" y="2094"/>
                  </a:lnTo>
                  <a:lnTo>
                    <a:pt x="4563" y="1995"/>
                  </a:lnTo>
                  <a:lnTo>
                    <a:pt x="4484" y="2055"/>
                  </a:lnTo>
                  <a:lnTo>
                    <a:pt x="4425" y="2094"/>
                  </a:lnTo>
                  <a:lnTo>
                    <a:pt x="4385" y="2114"/>
                  </a:lnTo>
                  <a:lnTo>
                    <a:pt x="4523" y="1976"/>
                  </a:lnTo>
                  <a:lnTo>
                    <a:pt x="4662" y="1857"/>
                  </a:lnTo>
                  <a:lnTo>
                    <a:pt x="4839" y="1699"/>
                  </a:lnTo>
                  <a:lnTo>
                    <a:pt x="5037" y="1699"/>
                  </a:lnTo>
                  <a:lnTo>
                    <a:pt x="5175" y="1660"/>
                  </a:lnTo>
                  <a:lnTo>
                    <a:pt x="5313" y="1620"/>
                  </a:lnTo>
                  <a:lnTo>
                    <a:pt x="5412" y="1541"/>
                  </a:lnTo>
                  <a:lnTo>
                    <a:pt x="5531" y="1502"/>
                  </a:lnTo>
                  <a:lnTo>
                    <a:pt x="5629" y="1482"/>
                  </a:lnTo>
                  <a:lnTo>
                    <a:pt x="5708" y="1482"/>
                  </a:lnTo>
                  <a:lnTo>
                    <a:pt x="5807" y="1502"/>
                  </a:lnTo>
                  <a:lnTo>
                    <a:pt x="5926" y="1482"/>
                  </a:lnTo>
                  <a:lnTo>
                    <a:pt x="6044" y="1462"/>
                  </a:lnTo>
                  <a:lnTo>
                    <a:pt x="6163" y="1403"/>
                  </a:lnTo>
                  <a:lnTo>
                    <a:pt x="6202" y="1344"/>
                  </a:lnTo>
                  <a:lnTo>
                    <a:pt x="6242" y="1304"/>
                  </a:lnTo>
                  <a:lnTo>
                    <a:pt x="6340" y="1245"/>
                  </a:lnTo>
                  <a:lnTo>
                    <a:pt x="6459" y="1205"/>
                  </a:lnTo>
                  <a:lnTo>
                    <a:pt x="6577" y="1186"/>
                  </a:lnTo>
                  <a:lnTo>
                    <a:pt x="6736" y="1166"/>
                  </a:lnTo>
                  <a:lnTo>
                    <a:pt x="6874" y="1146"/>
                  </a:lnTo>
                  <a:lnTo>
                    <a:pt x="7012" y="1087"/>
                  </a:lnTo>
                  <a:lnTo>
                    <a:pt x="7131" y="988"/>
                  </a:lnTo>
                  <a:lnTo>
                    <a:pt x="7111" y="1028"/>
                  </a:lnTo>
                  <a:lnTo>
                    <a:pt x="7111" y="1067"/>
                  </a:lnTo>
                  <a:lnTo>
                    <a:pt x="7131" y="1067"/>
                  </a:lnTo>
                  <a:lnTo>
                    <a:pt x="7150" y="1087"/>
                  </a:lnTo>
                  <a:lnTo>
                    <a:pt x="7210" y="1087"/>
                  </a:lnTo>
                  <a:lnTo>
                    <a:pt x="7289" y="1107"/>
                  </a:lnTo>
                  <a:lnTo>
                    <a:pt x="7407" y="1107"/>
                  </a:lnTo>
                  <a:lnTo>
                    <a:pt x="7407" y="1126"/>
                  </a:lnTo>
                  <a:lnTo>
                    <a:pt x="7407" y="1166"/>
                  </a:lnTo>
                  <a:lnTo>
                    <a:pt x="7328" y="1225"/>
                  </a:lnTo>
                  <a:lnTo>
                    <a:pt x="7407" y="1245"/>
                  </a:lnTo>
                  <a:lnTo>
                    <a:pt x="7526" y="1225"/>
                  </a:lnTo>
                  <a:lnTo>
                    <a:pt x="7842" y="1146"/>
                  </a:lnTo>
                  <a:lnTo>
                    <a:pt x="8000" y="1087"/>
                  </a:lnTo>
                  <a:lnTo>
                    <a:pt x="8177" y="1067"/>
                  </a:lnTo>
                  <a:lnTo>
                    <a:pt x="8335" y="1067"/>
                  </a:lnTo>
                  <a:lnTo>
                    <a:pt x="8454" y="1107"/>
                  </a:lnTo>
                  <a:lnTo>
                    <a:pt x="8414" y="1166"/>
                  </a:lnTo>
                  <a:lnTo>
                    <a:pt x="8395" y="1186"/>
                  </a:lnTo>
                  <a:lnTo>
                    <a:pt x="8355" y="1205"/>
                  </a:lnTo>
                  <a:lnTo>
                    <a:pt x="8493" y="1186"/>
                  </a:lnTo>
                  <a:lnTo>
                    <a:pt x="8572" y="1186"/>
                  </a:lnTo>
                  <a:lnTo>
                    <a:pt x="8651" y="1205"/>
                  </a:lnTo>
                  <a:lnTo>
                    <a:pt x="8691" y="1225"/>
                  </a:lnTo>
                  <a:lnTo>
                    <a:pt x="8790" y="1284"/>
                  </a:lnTo>
                  <a:lnTo>
                    <a:pt x="8849" y="1324"/>
                  </a:lnTo>
                  <a:lnTo>
                    <a:pt x="8948" y="1324"/>
                  </a:lnTo>
                  <a:lnTo>
                    <a:pt x="8948" y="1166"/>
                  </a:lnTo>
                  <a:lnTo>
                    <a:pt x="8987" y="1146"/>
                  </a:lnTo>
                  <a:lnTo>
                    <a:pt x="9027" y="1146"/>
                  </a:lnTo>
                  <a:lnTo>
                    <a:pt x="9086" y="1186"/>
                  </a:lnTo>
                  <a:lnTo>
                    <a:pt x="9145" y="1205"/>
                  </a:lnTo>
                  <a:lnTo>
                    <a:pt x="9165" y="1225"/>
                  </a:lnTo>
                  <a:lnTo>
                    <a:pt x="9205" y="1225"/>
                  </a:lnTo>
                  <a:lnTo>
                    <a:pt x="9126" y="1186"/>
                  </a:lnTo>
                  <a:lnTo>
                    <a:pt x="9066" y="1146"/>
                  </a:lnTo>
                  <a:lnTo>
                    <a:pt x="9027" y="1087"/>
                  </a:lnTo>
                  <a:lnTo>
                    <a:pt x="9027" y="1047"/>
                  </a:lnTo>
                  <a:lnTo>
                    <a:pt x="9046" y="1028"/>
                  </a:lnTo>
                  <a:lnTo>
                    <a:pt x="9284" y="988"/>
                  </a:lnTo>
                  <a:close/>
                  <a:moveTo>
                    <a:pt x="8197" y="1"/>
                  </a:moveTo>
                  <a:lnTo>
                    <a:pt x="8079" y="20"/>
                  </a:lnTo>
                  <a:lnTo>
                    <a:pt x="7960" y="60"/>
                  </a:lnTo>
                  <a:lnTo>
                    <a:pt x="7861" y="99"/>
                  </a:lnTo>
                  <a:lnTo>
                    <a:pt x="7743" y="139"/>
                  </a:lnTo>
                  <a:lnTo>
                    <a:pt x="7624" y="139"/>
                  </a:lnTo>
                  <a:lnTo>
                    <a:pt x="7466" y="99"/>
                  </a:lnTo>
                  <a:lnTo>
                    <a:pt x="7545" y="60"/>
                  </a:lnTo>
                  <a:lnTo>
                    <a:pt x="7071" y="139"/>
                  </a:lnTo>
                  <a:lnTo>
                    <a:pt x="6637" y="178"/>
                  </a:lnTo>
                  <a:lnTo>
                    <a:pt x="6439" y="238"/>
                  </a:lnTo>
                  <a:lnTo>
                    <a:pt x="6222" y="297"/>
                  </a:lnTo>
                  <a:lnTo>
                    <a:pt x="6005" y="376"/>
                  </a:lnTo>
                  <a:lnTo>
                    <a:pt x="5787" y="514"/>
                  </a:lnTo>
                  <a:lnTo>
                    <a:pt x="5491" y="613"/>
                  </a:lnTo>
                  <a:lnTo>
                    <a:pt x="5294" y="652"/>
                  </a:lnTo>
                  <a:lnTo>
                    <a:pt x="5116" y="672"/>
                  </a:lnTo>
                  <a:lnTo>
                    <a:pt x="4879" y="731"/>
                  </a:lnTo>
                  <a:lnTo>
                    <a:pt x="4800" y="810"/>
                  </a:lnTo>
                  <a:lnTo>
                    <a:pt x="4721" y="889"/>
                  </a:lnTo>
                  <a:lnTo>
                    <a:pt x="4622" y="1028"/>
                  </a:lnTo>
                  <a:lnTo>
                    <a:pt x="4583" y="1126"/>
                  </a:lnTo>
                  <a:lnTo>
                    <a:pt x="4563" y="1166"/>
                  </a:lnTo>
                  <a:lnTo>
                    <a:pt x="4701" y="1087"/>
                  </a:lnTo>
                  <a:lnTo>
                    <a:pt x="4760" y="1087"/>
                  </a:lnTo>
                  <a:lnTo>
                    <a:pt x="4760" y="1126"/>
                  </a:lnTo>
                  <a:lnTo>
                    <a:pt x="4721" y="1166"/>
                  </a:lnTo>
                  <a:lnTo>
                    <a:pt x="4662" y="1245"/>
                  </a:lnTo>
                  <a:lnTo>
                    <a:pt x="4504" y="1403"/>
                  </a:lnTo>
                  <a:lnTo>
                    <a:pt x="4365" y="1581"/>
                  </a:lnTo>
                  <a:lnTo>
                    <a:pt x="4464" y="1581"/>
                  </a:lnTo>
                  <a:lnTo>
                    <a:pt x="4543" y="1620"/>
                  </a:lnTo>
                  <a:lnTo>
                    <a:pt x="4721" y="1679"/>
                  </a:lnTo>
                  <a:lnTo>
                    <a:pt x="4820" y="1699"/>
                  </a:lnTo>
                  <a:lnTo>
                    <a:pt x="4741" y="1739"/>
                  </a:lnTo>
                  <a:lnTo>
                    <a:pt x="4681" y="1778"/>
                  </a:lnTo>
                  <a:lnTo>
                    <a:pt x="4543" y="1798"/>
                  </a:lnTo>
                  <a:lnTo>
                    <a:pt x="4484" y="1818"/>
                  </a:lnTo>
                  <a:lnTo>
                    <a:pt x="4405" y="1837"/>
                  </a:lnTo>
                  <a:lnTo>
                    <a:pt x="4326" y="1877"/>
                  </a:lnTo>
                  <a:lnTo>
                    <a:pt x="4247" y="1956"/>
                  </a:lnTo>
                  <a:lnTo>
                    <a:pt x="4247" y="1916"/>
                  </a:lnTo>
                  <a:lnTo>
                    <a:pt x="4267" y="1857"/>
                  </a:lnTo>
                  <a:lnTo>
                    <a:pt x="4326" y="1778"/>
                  </a:lnTo>
                  <a:lnTo>
                    <a:pt x="4425" y="1739"/>
                  </a:lnTo>
                  <a:lnTo>
                    <a:pt x="4306" y="1739"/>
                  </a:lnTo>
                  <a:lnTo>
                    <a:pt x="4207" y="1778"/>
                  </a:lnTo>
                  <a:lnTo>
                    <a:pt x="4010" y="1837"/>
                  </a:lnTo>
                  <a:lnTo>
                    <a:pt x="3852" y="1897"/>
                  </a:lnTo>
                  <a:lnTo>
                    <a:pt x="3773" y="1916"/>
                  </a:lnTo>
                  <a:lnTo>
                    <a:pt x="3713" y="1916"/>
                  </a:lnTo>
                  <a:lnTo>
                    <a:pt x="3792" y="1877"/>
                  </a:lnTo>
                  <a:lnTo>
                    <a:pt x="3871" y="1837"/>
                  </a:lnTo>
                  <a:lnTo>
                    <a:pt x="3970" y="1739"/>
                  </a:lnTo>
                  <a:lnTo>
                    <a:pt x="4029" y="1660"/>
                  </a:lnTo>
                  <a:lnTo>
                    <a:pt x="4069" y="1600"/>
                  </a:lnTo>
                  <a:lnTo>
                    <a:pt x="3891" y="1699"/>
                  </a:lnTo>
                  <a:lnTo>
                    <a:pt x="3694" y="1837"/>
                  </a:lnTo>
                  <a:lnTo>
                    <a:pt x="3536" y="1995"/>
                  </a:lnTo>
                  <a:lnTo>
                    <a:pt x="3437" y="2114"/>
                  </a:lnTo>
                  <a:lnTo>
                    <a:pt x="3358" y="2114"/>
                  </a:lnTo>
                  <a:lnTo>
                    <a:pt x="3259" y="2153"/>
                  </a:lnTo>
                  <a:lnTo>
                    <a:pt x="3160" y="2232"/>
                  </a:lnTo>
                  <a:lnTo>
                    <a:pt x="3081" y="2331"/>
                  </a:lnTo>
                  <a:lnTo>
                    <a:pt x="3002" y="2410"/>
                  </a:lnTo>
                  <a:lnTo>
                    <a:pt x="2943" y="2470"/>
                  </a:lnTo>
                  <a:lnTo>
                    <a:pt x="2904" y="2489"/>
                  </a:lnTo>
                  <a:lnTo>
                    <a:pt x="2904" y="2470"/>
                  </a:lnTo>
                  <a:lnTo>
                    <a:pt x="2884" y="2391"/>
                  </a:lnTo>
                  <a:lnTo>
                    <a:pt x="2884" y="2430"/>
                  </a:lnTo>
                  <a:lnTo>
                    <a:pt x="2864" y="2470"/>
                  </a:lnTo>
                  <a:lnTo>
                    <a:pt x="2785" y="2588"/>
                  </a:lnTo>
                  <a:lnTo>
                    <a:pt x="2686" y="2707"/>
                  </a:lnTo>
                  <a:lnTo>
                    <a:pt x="2568" y="2805"/>
                  </a:lnTo>
                  <a:lnTo>
                    <a:pt x="2548" y="2766"/>
                  </a:lnTo>
                  <a:lnTo>
                    <a:pt x="2568" y="2707"/>
                  </a:lnTo>
                  <a:lnTo>
                    <a:pt x="2627" y="2529"/>
                  </a:lnTo>
                  <a:lnTo>
                    <a:pt x="2726" y="2351"/>
                  </a:lnTo>
                  <a:lnTo>
                    <a:pt x="2805" y="2173"/>
                  </a:lnTo>
                  <a:lnTo>
                    <a:pt x="2963" y="1976"/>
                  </a:lnTo>
                  <a:lnTo>
                    <a:pt x="3062" y="1897"/>
                  </a:lnTo>
                  <a:lnTo>
                    <a:pt x="3081" y="1877"/>
                  </a:lnTo>
                  <a:lnTo>
                    <a:pt x="3101" y="1897"/>
                  </a:lnTo>
                  <a:lnTo>
                    <a:pt x="3081" y="1956"/>
                  </a:lnTo>
                  <a:lnTo>
                    <a:pt x="3042" y="2134"/>
                  </a:lnTo>
                  <a:lnTo>
                    <a:pt x="3042" y="2193"/>
                  </a:lnTo>
                  <a:lnTo>
                    <a:pt x="3101" y="2193"/>
                  </a:lnTo>
                  <a:lnTo>
                    <a:pt x="3338" y="1956"/>
                  </a:lnTo>
                  <a:lnTo>
                    <a:pt x="3595" y="1739"/>
                  </a:lnTo>
                  <a:lnTo>
                    <a:pt x="3575" y="1739"/>
                  </a:lnTo>
                  <a:lnTo>
                    <a:pt x="3575" y="1699"/>
                  </a:lnTo>
                  <a:lnTo>
                    <a:pt x="3595" y="1640"/>
                  </a:lnTo>
                  <a:lnTo>
                    <a:pt x="3595" y="1620"/>
                  </a:lnTo>
                  <a:lnTo>
                    <a:pt x="3555" y="1620"/>
                  </a:lnTo>
                  <a:lnTo>
                    <a:pt x="3496" y="1660"/>
                  </a:lnTo>
                  <a:lnTo>
                    <a:pt x="3378" y="1739"/>
                  </a:lnTo>
                  <a:lnTo>
                    <a:pt x="3417" y="1640"/>
                  </a:lnTo>
                  <a:lnTo>
                    <a:pt x="3476" y="1541"/>
                  </a:lnTo>
                  <a:lnTo>
                    <a:pt x="3575" y="1442"/>
                  </a:lnTo>
                  <a:lnTo>
                    <a:pt x="3674" y="1344"/>
                  </a:lnTo>
                  <a:lnTo>
                    <a:pt x="3792" y="1265"/>
                  </a:lnTo>
                  <a:lnTo>
                    <a:pt x="3931" y="1186"/>
                  </a:lnTo>
                  <a:lnTo>
                    <a:pt x="4069" y="1107"/>
                  </a:lnTo>
                  <a:lnTo>
                    <a:pt x="4207" y="1067"/>
                  </a:lnTo>
                  <a:lnTo>
                    <a:pt x="4227" y="1047"/>
                  </a:lnTo>
                  <a:lnTo>
                    <a:pt x="4207" y="1047"/>
                  </a:lnTo>
                  <a:lnTo>
                    <a:pt x="4128" y="1067"/>
                  </a:lnTo>
                  <a:lnTo>
                    <a:pt x="3931" y="1146"/>
                  </a:lnTo>
                  <a:lnTo>
                    <a:pt x="4010" y="1028"/>
                  </a:lnTo>
                  <a:lnTo>
                    <a:pt x="4069" y="889"/>
                  </a:lnTo>
                  <a:lnTo>
                    <a:pt x="4069" y="830"/>
                  </a:lnTo>
                  <a:lnTo>
                    <a:pt x="4049" y="810"/>
                  </a:lnTo>
                  <a:lnTo>
                    <a:pt x="4029" y="810"/>
                  </a:lnTo>
                  <a:lnTo>
                    <a:pt x="3911" y="830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909"/>
                  </a:lnTo>
                  <a:lnTo>
                    <a:pt x="3713" y="988"/>
                  </a:lnTo>
                  <a:lnTo>
                    <a:pt x="3694" y="1028"/>
                  </a:lnTo>
                  <a:lnTo>
                    <a:pt x="3694" y="1047"/>
                  </a:lnTo>
                  <a:lnTo>
                    <a:pt x="3733" y="1067"/>
                  </a:lnTo>
                  <a:lnTo>
                    <a:pt x="3832" y="1047"/>
                  </a:lnTo>
                  <a:lnTo>
                    <a:pt x="3615" y="1166"/>
                  </a:lnTo>
                  <a:lnTo>
                    <a:pt x="3358" y="1304"/>
                  </a:lnTo>
                  <a:lnTo>
                    <a:pt x="3259" y="1344"/>
                  </a:lnTo>
                  <a:lnTo>
                    <a:pt x="3180" y="1363"/>
                  </a:lnTo>
                  <a:lnTo>
                    <a:pt x="3160" y="1344"/>
                  </a:lnTo>
                  <a:lnTo>
                    <a:pt x="3141" y="1324"/>
                  </a:lnTo>
                  <a:lnTo>
                    <a:pt x="3160" y="1265"/>
                  </a:lnTo>
                  <a:lnTo>
                    <a:pt x="2963" y="1462"/>
                  </a:lnTo>
                  <a:lnTo>
                    <a:pt x="2765" y="1699"/>
                  </a:lnTo>
                  <a:lnTo>
                    <a:pt x="2449" y="2114"/>
                  </a:lnTo>
                  <a:lnTo>
                    <a:pt x="2430" y="2094"/>
                  </a:lnTo>
                  <a:lnTo>
                    <a:pt x="2430" y="2074"/>
                  </a:lnTo>
                  <a:lnTo>
                    <a:pt x="2469" y="1995"/>
                  </a:lnTo>
                  <a:lnTo>
                    <a:pt x="2548" y="1916"/>
                  </a:lnTo>
                  <a:lnTo>
                    <a:pt x="2607" y="1818"/>
                  </a:lnTo>
                  <a:lnTo>
                    <a:pt x="2351" y="2134"/>
                  </a:lnTo>
                  <a:lnTo>
                    <a:pt x="2114" y="2450"/>
                  </a:lnTo>
                  <a:lnTo>
                    <a:pt x="2331" y="2351"/>
                  </a:lnTo>
                  <a:lnTo>
                    <a:pt x="2193" y="2509"/>
                  </a:lnTo>
                  <a:lnTo>
                    <a:pt x="2094" y="2647"/>
                  </a:lnTo>
                  <a:lnTo>
                    <a:pt x="2015" y="2805"/>
                  </a:lnTo>
                  <a:lnTo>
                    <a:pt x="1956" y="2963"/>
                  </a:lnTo>
                  <a:lnTo>
                    <a:pt x="1857" y="3279"/>
                  </a:lnTo>
                  <a:lnTo>
                    <a:pt x="1817" y="3418"/>
                  </a:lnTo>
                  <a:lnTo>
                    <a:pt x="1758" y="3576"/>
                  </a:lnTo>
                  <a:lnTo>
                    <a:pt x="1718" y="3516"/>
                  </a:lnTo>
                  <a:lnTo>
                    <a:pt x="1718" y="3437"/>
                  </a:lnTo>
                  <a:lnTo>
                    <a:pt x="1738" y="3358"/>
                  </a:lnTo>
                  <a:lnTo>
                    <a:pt x="1758" y="3260"/>
                  </a:lnTo>
                  <a:lnTo>
                    <a:pt x="1936" y="2845"/>
                  </a:lnTo>
                  <a:lnTo>
                    <a:pt x="1837" y="2884"/>
                  </a:lnTo>
                  <a:lnTo>
                    <a:pt x="1778" y="2924"/>
                  </a:lnTo>
                  <a:lnTo>
                    <a:pt x="1758" y="2983"/>
                  </a:lnTo>
                  <a:lnTo>
                    <a:pt x="1758" y="3042"/>
                  </a:lnTo>
                  <a:lnTo>
                    <a:pt x="1758" y="3102"/>
                  </a:lnTo>
                  <a:lnTo>
                    <a:pt x="1738" y="3181"/>
                  </a:lnTo>
                  <a:lnTo>
                    <a:pt x="1718" y="3279"/>
                  </a:lnTo>
                  <a:lnTo>
                    <a:pt x="1639" y="3398"/>
                  </a:lnTo>
                  <a:lnTo>
                    <a:pt x="1600" y="3418"/>
                  </a:lnTo>
                  <a:lnTo>
                    <a:pt x="1560" y="3418"/>
                  </a:lnTo>
                  <a:lnTo>
                    <a:pt x="1521" y="3398"/>
                  </a:lnTo>
                  <a:lnTo>
                    <a:pt x="1501" y="3378"/>
                  </a:lnTo>
                  <a:lnTo>
                    <a:pt x="1442" y="3753"/>
                  </a:lnTo>
                  <a:lnTo>
                    <a:pt x="1402" y="3773"/>
                  </a:lnTo>
                  <a:lnTo>
                    <a:pt x="1383" y="3773"/>
                  </a:lnTo>
                  <a:lnTo>
                    <a:pt x="1383" y="3734"/>
                  </a:lnTo>
                  <a:lnTo>
                    <a:pt x="1343" y="3911"/>
                  </a:lnTo>
                  <a:lnTo>
                    <a:pt x="1343" y="4010"/>
                  </a:lnTo>
                  <a:lnTo>
                    <a:pt x="1363" y="4050"/>
                  </a:lnTo>
                  <a:lnTo>
                    <a:pt x="1383" y="4089"/>
                  </a:lnTo>
                  <a:lnTo>
                    <a:pt x="1402" y="4129"/>
                  </a:lnTo>
                  <a:lnTo>
                    <a:pt x="1383" y="4208"/>
                  </a:lnTo>
                  <a:lnTo>
                    <a:pt x="1343" y="4346"/>
                  </a:lnTo>
                  <a:lnTo>
                    <a:pt x="1264" y="4563"/>
                  </a:lnTo>
                  <a:lnTo>
                    <a:pt x="1343" y="4445"/>
                  </a:lnTo>
                  <a:lnTo>
                    <a:pt x="1402" y="4326"/>
                  </a:lnTo>
                  <a:lnTo>
                    <a:pt x="1442" y="4247"/>
                  </a:lnTo>
                  <a:lnTo>
                    <a:pt x="1442" y="4168"/>
                  </a:lnTo>
                  <a:lnTo>
                    <a:pt x="1481" y="4010"/>
                  </a:lnTo>
                  <a:lnTo>
                    <a:pt x="1521" y="3911"/>
                  </a:lnTo>
                  <a:lnTo>
                    <a:pt x="1580" y="3793"/>
                  </a:lnTo>
                  <a:lnTo>
                    <a:pt x="1659" y="3793"/>
                  </a:lnTo>
                  <a:lnTo>
                    <a:pt x="1659" y="3832"/>
                  </a:lnTo>
                  <a:lnTo>
                    <a:pt x="1659" y="3911"/>
                  </a:lnTo>
                  <a:lnTo>
                    <a:pt x="1639" y="4030"/>
                  </a:lnTo>
                  <a:lnTo>
                    <a:pt x="1560" y="4267"/>
                  </a:lnTo>
                  <a:lnTo>
                    <a:pt x="1541" y="4366"/>
                  </a:lnTo>
                  <a:lnTo>
                    <a:pt x="1541" y="4445"/>
                  </a:lnTo>
                  <a:lnTo>
                    <a:pt x="1442" y="4563"/>
                  </a:lnTo>
                  <a:lnTo>
                    <a:pt x="1363" y="4642"/>
                  </a:lnTo>
                  <a:lnTo>
                    <a:pt x="1205" y="4761"/>
                  </a:lnTo>
                  <a:lnTo>
                    <a:pt x="1126" y="4840"/>
                  </a:lnTo>
                  <a:lnTo>
                    <a:pt x="1067" y="4939"/>
                  </a:lnTo>
                  <a:lnTo>
                    <a:pt x="1007" y="5057"/>
                  </a:lnTo>
                  <a:lnTo>
                    <a:pt x="968" y="5235"/>
                  </a:lnTo>
                  <a:lnTo>
                    <a:pt x="988" y="5136"/>
                  </a:lnTo>
                  <a:lnTo>
                    <a:pt x="988" y="5057"/>
                  </a:lnTo>
                  <a:lnTo>
                    <a:pt x="948" y="4998"/>
                  </a:lnTo>
                  <a:lnTo>
                    <a:pt x="948" y="4978"/>
                  </a:lnTo>
                  <a:lnTo>
                    <a:pt x="948" y="4919"/>
                  </a:lnTo>
                  <a:lnTo>
                    <a:pt x="1047" y="4682"/>
                  </a:lnTo>
                  <a:lnTo>
                    <a:pt x="1047" y="4603"/>
                  </a:lnTo>
                  <a:lnTo>
                    <a:pt x="1047" y="4563"/>
                  </a:lnTo>
                  <a:lnTo>
                    <a:pt x="1027" y="4583"/>
                  </a:lnTo>
                  <a:lnTo>
                    <a:pt x="988" y="4622"/>
                  </a:lnTo>
                  <a:lnTo>
                    <a:pt x="889" y="4741"/>
                  </a:lnTo>
                  <a:lnTo>
                    <a:pt x="849" y="4781"/>
                  </a:lnTo>
                  <a:lnTo>
                    <a:pt x="790" y="4800"/>
                  </a:lnTo>
                  <a:lnTo>
                    <a:pt x="790" y="4840"/>
                  </a:lnTo>
                  <a:lnTo>
                    <a:pt x="810" y="4860"/>
                  </a:lnTo>
                  <a:lnTo>
                    <a:pt x="869" y="4899"/>
                  </a:lnTo>
                  <a:lnTo>
                    <a:pt x="889" y="4919"/>
                  </a:lnTo>
                  <a:lnTo>
                    <a:pt x="889" y="4958"/>
                  </a:lnTo>
                  <a:lnTo>
                    <a:pt x="869" y="5037"/>
                  </a:lnTo>
                  <a:lnTo>
                    <a:pt x="810" y="5136"/>
                  </a:lnTo>
                  <a:lnTo>
                    <a:pt x="790" y="5116"/>
                  </a:lnTo>
                  <a:lnTo>
                    <a:pt x="770" y="5452"/>
                  </a:lnTo>
                  <a:lnTo>
                    <a:pt x="751" y="5788"/>
                  </a:lnTo>
                  <a:lnTo>
                    <a:pt x="711" y="5906"/>
                  </a:lnTo>
                  <a:lnTo>
                    <a:pt x="672" y="6025"/>
                  </a:lnTo>
                  <a:lnTo>
                    <a:pt x="632" y="6262"/>
                  </a:lnTo>
                  <a:lnTo>
                    <a:pt x="612" y="6499"/>
                  </a:lnTo>
                  <a:lnTo>
                    <a:pt x="612" y="6756"/>
                  </a:lnTo>
                  <a:lnTo>
                    <a:pt x="612" y="6993"/>
                  </a:lnTo>
                  <a:lnTo>
                    <a:pt x="612" y="7210"/>
                  </a:lnTo>
                  <a:lnTo>
                    <a:pt x="593" y="7388"/>
                  </a:lnTo>
                  <a:lnTo>
                    <a:pt x="553" y="7566"/>
                  </a:lnTo>
                  <a:lnTo>
                    <a:pt x="711" y="7467"/>
                  </a:lnTo>
                  <a:lnTo>
                    <a:pt x="751" y="7763"/>
                  </a:lnTo>
                  <a:lnTo>
                    <a:pt x="790" y="8079"/>
                  </a:lnTo>
                  <a:lnTo>
                    <a:pt x="849" y="8356"/>
                  </a:lnTo>
                  <a:lnTo>
                    <a:pt x="909" y="8593"/>
                  </a:lnTo>
                  <a:lnTo>
                    <a:pt x="909" y="8593"/>
                  </a:lnTo>
                  <a:lnTo>
                    <a:pt x="869" y="8553"/>
                  </a:lnTo>
                  <a:lnTo>
                    <a:pt x="849" y="8533"/>
                  </a:lnTo>
                  <a:lnTo>
                    <a:pt x="770" y="8395"/>
                  </a:lnTo>
                  <a:lnTo>
                    <a:pt x="731" y="8237"/>
                  </a:lnTo>
                  <a:lnTo>
                    <a:pt x="672" y="8059"/>
                  </a:lnTo>
                  <a:lnTo>
                    <a:pt x="711" y="8296"/>
                  </a:lnTo>
                  <a:lnTo>
                    <a:pt x="751" y="8533"/>
                  </a:lnTo>
                  <a:lnTo>
                    <a:pt x="830" y="8751"/>
                  </a:lnTo>
                  <a:lnTo>
                    <a:pt x="909" y="8948"/>
                  </a:lnTo>
                  <a:lnTo>
                    <a:pt x="988" y="9126"/>
                  </a:lnTo>
                  <a:lnTo>
                    <a:pt x="1086" y="9304"/>
                  </a:lnTo>
                  <a:lnTo>
                    <a:pt x="1205" y="9462"/>
                  </a:lnTo>
                  <a:lnTo>
                    <a:pt x="1304" y="9600"/>
                  </a:lnTo>
                  <a:lnTo>
                    <a:pt x="1304" y="9383"/>
                  </a:lnTo>
                  <a:lnTo>
                    <a:pt x="1304" y="9244"/>
                  </a:lnTo>
                  <a:lnTo>
                    <a:pt x="1284" y="8928"/>
                  </a:lnTo>
                  <a:lnTo>
                    <a:pt x="1383" y="9027"/>
                  </a:lnTo>
                  <a:lnTo>
                    <a:pt x="1442" y="9146"/>
                  </a:lnTo>
                  <a:lnTo>
                    <a:pt x="1462" y="9244"/>
                  </a:lnTo>
                  <a:lnTo>
                    <a:pt x="1462" y="9343"/>
                  </a:lnTo>
                  <a:lnTo>
                    <a:pt x="1462" y="9442"/>
                  </a:lnTo>
                  <a:lnTo>
                    <a:pt x="1462" y="9580"/>
                  </a:lnTo>
                  <a:lnTo>
                    <a:pt x="1521" y="9699"/>
                  </a:lnTo>
                  <a:lnTo>
                    <a:pt x="1600" y="9857"/>
                  </a:lnTo>
                  <a:lnTo>
                    <a:pt x="1560" y="9877"/>
                  </a:lnTo>
                  <a:lnTo>
                    <a:pt x="1442" y="9877"/>
                  </a:lnTo>
                  <a:lnTo>
                    <a:pt x="1402" y="9857"/>
                  </a:lnTo>
                  <a:lnTo>
                    <a:pt x="1383" y="9877"/>
                  </a:lnTo>
                  <a:lnTo>
                    <a:pt x="1343" y="9896"/>
                  </a:lnTo>
                  <a:lnTo>
                    <a:pt x="1304" y="9956"/>
                  </a:lnTo>
                  <a:lnTo>
                    <a:pt x="1442" y="10094"/>
                  </a:lnTo>
                  <a:lnTo>
                    <a:pt x="1580" y="10272"/>
                  </a:lnTo>
                  <a:lnTo>
                    <a:pt x="1718" y="10469"/>
                  </a:lnTo>
                  <a:lnTo>
                    <a:pt x="1778" y="10548"/>
                  </a:lnTo>
                  <a:lnTo>
                    <a:pt x="1857" y="10607"/>
                  </a:lnTo>
                  <a:lnTo>
                    <a:pt x="1817" y="10667"/>
                  </a:lnTo>
                  <a:lnTo>
                    <a:pt x="1778" y="10686"/>
                  </a:lnTo>
                  <a:lnTo>
                    <a:pt x="1699" y="10686"/>
                  </a:lnTo>
                  <a:lnTo>
                    <a:pt x="1639" y="10667"/>
                  </a:lnTo>
                  <a:lnTo>
                    <a:pt x="1541" y="10588"/>
                  </a:lnTo>
                  <a:lnTo>
                    <a:pt x="1462" y="10489"/>
                  </a:lnTo>
                  <a:lnTo>
                    <a:pt x="1363" y="10351"/>
                  </a:lnTo>
                  <a:lnTo>
                    <a:pt x="1264" y="10193"/>
                  </a:lnTo>
                  <a:lnTo>
                    <a:pt x="1244" y="10035"/>
                  </a:lnTo>
                  <a:lnTo>
                    <a:pt x="1185" y="9877"/>
                  </a:lnTo>
                  <a:lnTo>
                    <a:pt x="1027" y="9600"/>
                  </a:lnTo>
                  <a:lnTo>
                    <a:pt x="948" y="9442"/>
                  </a:lnTo>
                  <a:lnTo>
                    <a:pt x="889" y="9304"/>
                  </a:lnTo>
                  <a:lnTo>
                    <a:pt x="849" y="9165"/>
                  </a:lnTo>
                  <a:lnTo>
                    <a:pt x="849" y="9027"/>
                  </a:lnTo>
                  <a:lnTo>
                    <a:pt x="810" y="9264"/>
                  </a:lnTo>
                  <a:lnTo>
                    <a:pt x="711" y="8988"/>
                  </a:lnTo>
                  <a:lnTo>
                    <a:pt x="632" y="8731"/>
                  </a:lnTo>
                  <a:lnTo>
                    <a:pt x="576" y="8562"/>
                  </a:lnTo>
                  <a:lnTo>
                    <a:pt x="593" y="8731"/>
                  </a:lnTo>
                  <a:lnTo>
                    <a:pt x="593" y="8909"/>
                  </a:lnTo>
                  <a:lnTo>
                    <a:pt x="593" y="9205"/>
                  </a:lnTo>
                  <a:lnTo>
                    <a:pt x="593" y="9343"/>
                  </a:lnTo>
                  <a:lnTo>
                    <a:pt x="612" y="9462"/>
                  </a:lnTo>
                  <a:lnTo>
                    <a:pt x="652" y="9580"/>
                  </a:lnTo>
                  <a:lnTo>
                    <a:pt x="731" y="9699"/>
                  </a:lnTo>
                  <a:lnTo>
                    <a:pt x="711" y="9738"/>
                  </a:lnTo>
                  <a:lnTo>
                    <a:pt x="691" y="9778"/>
                  </a:lnTo>
                  <a:lnTo>
                    <a:pt x="672" y="9896"/>
                  </a:lnTo>
                  <a:lnTo>
                    <a:pt x="652" y="9936"/>
                  </a:lnTo>
                  <a:lnTo>
                    <a:pt x="632" y="9956"/>
                  </a:lnTo>
                  <a:lnTo>
                    <a:pt x="593" y="9936"/>
                  </a:lnTo>
                  <a:lnTo>
                    <a:pt x="533" y="9877"/>
                  </a:lnTo>
                  <a:lnTo>
                    <a:pt x="454" y="9679"/>
                  </a:lnTo>
                  <a:lnTo>
                    <a:pt x="395" y="9501"/>
                  </a:lnTo>
                  <a:lnTo>
                    <a:pt x="356" y="9383"/>
                  </a:lnTo>
                  <a:lnTo>
                    <a:pt x="336" y="9363"/>
                  </a:lnTo>
                  <a:lnTo>
                    <a:pt x="296" y="9343"/>
                  </a:lnTo>
                  <a:lnTo>
                    <a:pt x="336" y="9521"/>
                  </a:lnTo>
                  <a:lnTo>
                    <a:pt x="356" y="9640"/>
                  </a:lnTo>
                  <a:lnTo>
                    <a:pt x="395" y="9798"/>
                  </a:lnTo>
                  <a:lnTo>
                    <a:pt x="494" y="10054"/>
                  </a:lnTo>
                  <a:lnTo>
                    <a:pt x="573" y="10074"/>
                  </a:lnTo>
                  <a:lnTo>
                    <a:pt x="652" y="10133"/>
                  </a:lnTo>
                  <a:lnTo>
                    <a:pt x="830" y="10272"/>
                  </a:lnTo>
                  <a:lnTo>
                    <a:pt x="1244" y="10627"/>
                  </a:lnTo>
                  <a:lnTo>
                    <a:pt x="1422" y="10864"/>
                  </a:lnTo>
                  <a:lnTo>
                    <a:pt x="1600" y="11101"/>
                  </a:lnTo>
                  <a:lnTo>
                    <a:pt x="1738" y="11358"/>
                  </a:lnTo>
                  <a:lnTo>
                    <a:pt x="1857" y="11575"/>
                  </a:lnTo>
                  <a:lnTo>
                    <a:pt x="1679" y="11378"/>
                  </a:lnTo>
                  <a:lnTo>
                    <a:pt x="1501" y="11220"/>
                  </a:lnTo>
                  <a:lnTo>
                    <a:pt x="1422" y="11180"/>
                  </a:lnTo>
                  <a:lnTo>
                    <a:pt x="1363" y="11141"/>
                  </a:lnTo>
                  <a:lnTo>
                    <a:pt x="1304" y="11141"/>
                  </a:lnTo>
                  <a:lnTo>
                    <a:pt x="1284" y="11180"/>
                  </a:lnTo>
                  <a:lnTo>
                    <a:pt x="1363" y="11239"/>
                  </a:lnTo>
                  <a:lnTo>
                    <a:pt x="1422" y="11338"/>
                  </a:lnTo>
                  <a:lnTo>
                    <a:pt x="1541" y="11536"/>
                  </a:lnTo>
                  <a:lnTo>
                    <a:pt x="1580" y="11615"/>
                  </a:lnTo>
                  <a:lnTo>
                    <a:pt x="1620" y="11674"/>
                  </a:lnTo>
                  <a:lnTo>
                    <a:pt x="1639" y="11694"/>
                  </a:lnTo>
                  <a:lnTo>
                    <a:pt x="1659" y="11694"/>
                  </a:lnTo>
                  <a:lnTo>
                    <a:pt x="1699" y="11654"/>
                  </a:lnTo>
                  <a:lnTo>
                    <a:pt x="1896" y="11951"/>
                  </a:lnTo>
                  <a:lnTo>
                    <a:pt x="2114" y="12267"/>
                  </a:lnTo>
                  <a:lnTo>
                    <a:pt x="2212" y="12405"/>
                  </a:lnTo>
                  <a:lnTo>
                    <a:pt x="2272" y="12523"/>
                  </a:lnTo>
                  <a:lnTo>
                    <a:pt x="2311" y="12642"/>
                  </a:lnTo>
                  <a:lnTo>
                    <a:pt x="2311" y="12681"/>
                  </a:lnTo>
                  <a:lnTo>
                    <a:pt x="2291" y="12721"/>
                  </a:lnTo>
                  <a:lnTo>
                    <a:pt x="2173" y="12602"/>
                  </a:lnTo>
                  <a:lnTo>
                    <a:pt x="2074" y="12504"/>
                  </a:lnTo>
                  <a:lnTo>
                    <a:pt x="1896" y="12267"/>
                  </a:lnTo>
                  <a:lnTo>
                    <a:pt x="1738" y="12030"/>
                  </a:lnTo>
                  <a:lnTo>
                    <a:pt x="1659" y="11911"/>
                  </a:lnTo>
                  <a:lnTo>
                    <a:pt x="1560" y="11812"/>
                  </a:lnTo>
                  <a:lnTo>
                    <a:pt x="1600" y="11872"/>
                  </a:lnTo>
                  <a:lnTo>
                    <a:pt x="1620" y="11931"/>
                  </a:lnTo>
                  <a:lnTo>
                    <a:pt x="1600" y="11970"/>
                  </a:lnTo>
                  <a:lnTo>
                    <a:pt x="1560" y="11970"/>
                  </a:lnTo>
                  <a:lnTo>
                    <a:pt x="1284" y="11536"/>
                  </a:lnTo>
                  <a:lnTo>
                    <a:pt x="1284" y="11536"/>
                  </a:lnTo>
                  <a:lnTo>
                    <a:pt x="1402" y="11891"/>
                  </a:lnTo>
                  <a:lnTo>
                    <a:pt x="1481" y="12049"/>
                  </a:lnTo>
                  <a:lnTo>
                    <a:pt x="1659" y="12286"/>
                  </a:lnTo>
                  <a:lnTo>
                    <a:pt x="1659" y="12227"/>
                  </a:lnTo>
                  <a:lnTo>
                    <a:pt x="1659" y="12207"/>
                  </a:lnTo>
                  <a:lnTo>
                    <a:pt x="1679" y="12207"/>
                  </a:lnTo>
                  <a:lnTo>
                    <a:pt x="1936" y="12523"/>
                  </a:lnTo>
                  <a:lnTo>
                    <a:pt x="1817" y="12642"/>
                  </a:lnTo>
                  <a:lnTo>
                    <a:pt x="1936" y="12760"/>
                  </a:lnTo>
                  <a:lnTo>
                    <a:pt x="2054" y="12899"/>
                  </a:lnTo>
                  <a:lnTo>
                    <a:pt x="2331" y="13254"/>
                  </a:lnTo>
                  <a:lnTo>
                    <a:pt x="2489" y="13452"/>
                  </a:lnTo>
                  <a:lnTo>
                    <a:pt x="2647" y="13629"/>
                  </a:lnTo>
                  <a:lnTo>
                    <a:pt x="2844" y="13787"/>
                  </a:lnTo>
                  <a:lnTo>
                    <a:pt x="3042" y="13945"/>
                  </a:lnTo>
                  <a:lnTo>
                    <a:pt x="3042" y="13945"/>
                  </a:lnTo>
                  <a:lnTo>
                    <a:pt x="2983" y="13926"/>
                  </a:lnTo>
                  <a:lnTo>
                    <a:pt x="2983" y="13926"/>
                  </a:lnTo>
                  <a:lnTo>
                    <a:pt x="3121" y="14044"/>
                  </a:lnTo>
                  <a:lnTo>
                    <a:pt x="3239" y="14123"/>
                  </a:lnTo>
                  <a:lnTo>
                    <a:pt x="3378" y="14163"/>
                  </a:lnTo>
                  <a:lnTo>
                    <a:pt x="3496" y="14183"/>
                  </a:lnTo>
                  <a:lnTo>
                    <a:pt x="3634" y="14202"/>
                  </a:lnTo>
                  <a:lnTo>
                    <a:pt x="3753" y="14242"/>
                  </a:lnTo>
                  <a:lnTo>
                    <a:pt x="3911" y="14301"/>
                  </a:lnTo>
                  <a:lnTo>
                    <a:pt x="4069" y="14400"/>
                  </a:lnTo>
                  <a:lnTo>
                    <a:pt x="3970" y="14380"/>
                  </a:lnTo>
                  <a:lnTo>
                    <a:pt x="3950" y="14400"/>
                  </a:lnTo>
                  <a:lnTo>
                    <a:pt x="3911" y="14420"/>
                  </a:lnTo>
                  <a:lnTo>
                    <a:pt x="3891" y="14479"/>
                  </a:lnTo>
                  <a:lnTo>
                    <a:pt x="3871" y="14538"/>
                  </a:lnTo>
                  <a:lnTo>
                    <a:pt x="3970" y="14578"/>
                  </a:lnTo>
                  <a:lnTo>
                    <a:pt x="4049" y="14637"/>
                  </a:lnTo>
                  <a:lnTo>
                    <a:pt x="4168" y="14755"/>
                  </a:lnTo>
                  <a:lnTo>
                    <a:pt x="4247" y="14894"/>
                  </a:lnTo>
                  <a:lnTo>
                    <a:pt x="4385" y="15052"/>
                  </a:lnTo>
                  <a:lnTo>
                    <a:pt x="4326" y="14973"/>
                  </a:lnTo>
                  <a:lnTo>
                    <a:pt x="4346" y="14933"/>
                  </a:lnTo>
                  <a:lnTo>
                    <a:pt x="4365" y="14913"/>
                  </a:lnTo>
                  <a:lnTo>
                    <a:pt x="4523" y="14913"/>
                  </a:lnTo>
                  <a:lnTo>
                    <a:pt x="4543" y="14894"/>
                  </a:lnTo>
                  <a:lnTo>
                    <a:pt x="4504" y="14854"/>
                  </a:lnTo>
                  <a:lnTo>
                    <a:pt x="4523" y="14815"/>
                  </a:lnTo>
                  <a:lnTo>
                    <a:pt x="4642" y="14815"/>
                  </a:lnTo>
                  <a:lnTo>
                    <a:pt x="4721" y="14854"/>
                  </a:lnTo>
                  <a:lnTo>
                    <a:pt x="4839" y="14894"/>
                  </a:lnTo>
                  <a:lnTo>
                    <a:pt x="5076" y="15052"/>
                  </a:lnTo>
                  <a:lnTo>
                    <a:pt x="5274" y="15210"/>
                  </a:lnTo>
                  <a:lnTo>
                    <a:pt x="5254" y="15249"/>
                  </a:lnTo>
                  <a:lnTo>
                    <a:pt x="5234" y="15269"/>
                  </a:lnTo>
                  <a:lnTo>
                    <a:pt x="5155" y="15269"/>
                  </a:lnTo>
                  <a:lnTo>
                    <a:pt x="5037" y="15229"/>
                  </a:lnTo>
                  <a:lnTo>
                    <a:pt x="4899" y="15150"/>
                  </a:lnTo>
                  <a:lnTo>
                    <a:pt x="4780" y="15111"/>
                  </a:lnTo>
                  <a:lnTo>
                    <a:pt x="4701" y="15071"/>
                  </a:lnTo>
                  <a:lnTo>
                    <a:pt x="4662" y="15091"/>
                  </a:lnTo>
                  <a:lnTo>
                    <a:pt x="4662" y="15111"/>
                  </a:lnTo>
                  <a:lnTo>
                    <a:pt x="4662" y="15150"/>
                  </a:lnTo>
                  <a:lnTo>
                    <a:pt x="4701" y="15229"/>
                  </a:lnTo>
                  <a:lnTo>
                    <a:pt x="4780" y="15289"/>
                  </a:lnTo>
                  <a:lnTo>
                    <a:pt x="4839" y="15328"/>
                  </a:lnTo>
                  <a:lnTo>
                    <a:pt x="4958" y="15328"/>
                  </a:lnTo>
                  <a:lnTo>
                    <a:pt x="4958" y="15289"/>
                  </a:lnTo>
                  <a:lnTo>
                    <a:pt x="4938" y="15249"/>
                  </a:lnTo>
                  <a:lnTo>
                    <a:pt x="4899" y="15190"/>
                  </a:lnTo>
                  <a:lnTo>
                    <a:pt x="5373" y="15585"/>
                  </a:lnTo>
                  <a:lnTo>
                    <a:pt x="5590" y="15802"/>
                  </a:lnTo>
                  <a:lnTo>
                    <a:pt x="5669" y="15901"/>
                  </a:lnTo>
                  <a:lnTo>
                    <a:pt x="5748" y="16000"/>
                  </a:lnTo>
                  <a:lnTo>
                    <a:pt x="5886" y="16039"/>
                  </a:lnTo>
                  <a:lnTo>
                    <a:pt x="6005" y="16079"/>
                  </a:lnTo>
                  <a:lnTo>
                    <a:pt x="6202" y="16158"/>
                  </a:lnTo>
                  <a:lnTo>
                    <a:pt x="6380" y="16217"/>
                  </a:lnTo>
                  <a:lnTo>
                    <a:pt x="6597" y="16217"/>
                  </a:lnTo>
                  <a:lnTo>
                    <a:pt x="6538" y="16177"/>
                  </a:lnTo>
                  <a:lnTo>
                    <a:pt x="6479" y="16177"/>
                  </a:lnTo>
                  <a:lnTo>
                    <a:pt x="6360" y="16158"/>
                  </a:lnTo>
                  <a:lnTo>
                    <a:pt x="6301" y="16138"/>
                  </a:lnTo>
                  <a:lnTo>
                    <a:pt x="6261" y="16118"/>
                  </a:lnTo>
                  <a:lnTo>
                    <a:pt x="6202" y="16079"/>
                  </a:lnTo>
                  <a:lnTo>
                    <a:pt x="6123" y="16000"/>
                  </a:lnTo>
                  <a:lnTo>
                    <a:pt x="6479" y="16039"/>
                  </a:lnTo>
                  <a:lnTo>
                    <a:pt x="6597" y="16118"/>
                  </a:lnTo>
                  <a:lnTo>
                    <a:pt x="6696" y="16197"/>
                  </a:lnTo>
                  <a:lnTo>
                    <a:pt x="6874" y="16395"/>
                  </a:lnTo>
                  <a:lnTo>
                    <a:pt x="7032" y="16553"/>
                  </a:lnTo>
                  <a:lnTo>
                    <a:pt x="7190" y="16711"/>
                  </a:lnTo>
                  <a:lnTo>
                    <a:pt x="7190" y="16711"/>
                  </a:lnTo>
                  <a:lnTo>
                    <a:pt x="6913" y="16612"/>
                  </a:lnTo>
                  <a:lnTo>
                    <a:pt x="6953" y="16592"/>
                  </a:lnTo>
                  <a:lnTo>
                    <a:pt x="6894" y="16573"/>
                  </a:lnTo>
                  <a:lnTo>
                    <a:pt x="6834" y="16553"/>
                  </a:lnTo>
                  <a:lnTo>
                    <a:pt x="6696" y="16494"/>
                  </a:lnTo>
                  <a:lnTo>
                    <a:pt x="6577" y="16454"/>
                  </a:lnTo>
                  <a:lnTo>
                    <a:pt x="6518" y="16454"/>
                  </a:lnTo>
                  <a:lnTo>
                    <a:pt x="6498" y="16474"/>
                  </a:lnTo>
                  <a:lnTo>
                    <a:pt x="6617" y="16494"/>
                  </a:lnTo>
                  <a:lnTo>
                    <a:pt x="6696" y="16533"/>
                  </a:lnTo>
                  <a:lnTo>
                    <a:pt x="6854" y="16632"/>
                  </a:lnTo>
                  <a:lnTo>
                    <a:pt x="7012" y="16731"/>
                  </a:lnTo>
                  <a:lnTo>
                    <a:pt x="7111" y="16790"/>
                  </a:lnTo>
                  <a:lnTo>
                    <a:pt x="7229" y="16829"/>
                  </a:lnTo>
                  <a:lnTo>
                    <a:pt x="7190" y="16829"/>
                  </a:lnTo>
                  <a:lnTo>
                    <a:pt x="7387" y="16928"/>
                  </a:lnTo>
                  <a:lnTo>
                    <a:pt x="7545" y="17047"/>
                  </a:lnTo>
                  <a:lnTo>
                    <a:pt x="7684" y="17165"/>
                  </a:lnTo>
                  <a:lnTo>
                    <a:pt x="7802" y="17303"/>
                  </a:lnTo>
                  <a:lnTo>
                    <a:pt x="7921" y="17402"/>
                  </a:lnTo>
                  <a:lnTo>
                    <a:pt x="8039" y="17501"/>
                  </a:lnTo>
                  <a:lnTo>
                    <a:pt x="8177" y="17540"/>
                  </a:lnTo>
                  <a:lnTo>
                    <a:pt x="8256" y="17560"/>
                  </a:lnTo>
                  <a:lnTo>
                    <a:pt x="8335" y="17560"/>
                  </a:lnTo>
                  <a:lnTo>
                    <a:pt x="8276" y="17481"/>
                  </a:lnTo>
                  <a:lnTo>
                    <a:pt x="8217" y="17402"/>
                  </a:lnTo>
                  <a:lnTo>
                    <a:pt x="8217" y="17303"/>
                  </a:lnTo>
                  <a:lnTo>
                    <a:pt x="8217" y="17284"/>
                  </a:lnTo>
                  <a:lnTo>
                    <a:pt x="8237" y="17264"/>
                  </a:lnTo>
                  <a:lnTo>
                    <a:pt x="8276" y="17323"/>
                  </a:lnTo>
                  <a:lnTo>
                    <a:pt x="8316" y="17382"/>
                  </a:lnTo>
                  <a:lnTo>
                    <a:pt x="8434" y="17481"/>
                  </a:lnTo>
                  <a:lnTo>
                    <a:pt x="8533" y="17580"/>
                  </a:lnTo>
                  <a:lnTo>
                    <a:pt x="8553" y="17619"/>
                  </a:lnTo>
                  <a:lnTo>
                    <a:pt x="8533" y="17659"/>
                  </a:lnTo>
                  <a:lnTo>
                    <a:pt x="8434" y="17619"/>
                  </a:lnTo>
                  <a:lnTo>
                    <a:pt x="8750" y="17876"/>
                  </a:lnTo>
                  <a:lnTo>
                    <a:pt x="8869" y="17975"/>
                  </a:lnTo>
                  <a:lnTo>
                    <a:pt x="8967" y="18014"/>
                  </a:lnTo>
                  <a:lnTo>
                    <a:pt x="9046" y="17975"/>
                  </a:lnTo>
                  <a:lnTo>
                    <a:pt x="9106" y="17935"/>
                  </a:lnTo>
                  <a:lnTo>
                    <a:pt x="9145" y="17935"/>
                  </a:lnTo>
                  <a:lnTo>
                    <a:pt x="9185" y="17916"/>
                  </a:lnTo>
                  <a:lnTo>
                    <a:pt x="9244" y="17935"/>
                  </a:lnTo>
                  <a:lnTo>
                    <a:pt x="9323" y="17955"/>
                  </a:lnTo>
                  <a:lnTo>
                    <a:pt x="9461" y="18093"/>
                  </a:lnTo>
                  <a:lnTo>
                    <a:pt x="9481" y="18133"/>
                  </a:lnTo>
                  <a:lnTo>
                    <a:pt x="9481" y="18153"/>
                  </a:lnTo>
                  <a:lnTo>
                    <a:pt x="9461" y="18172"/>
                  </a:lnTo>
                  <a:lnTo>
                    <a:pt x="9442" y="18192"/>
                  </a:lnTo>
                  <a:lnTo>
                    <a:pt x="9284" y="18192"/>
                  </a:lnTo>
                  <a:lnTo>
                    <a:pt x="9224" y="18212"/>
                  </a:lnTo>
                  <a:lnTo>
                    <a:pt x="9205" y="18232"/>
                  </a:lnTo>
                  <a:lnTo>
                    <a:pt x="9205" y="18271"/>
                  </a:lnTo>
                  <a:lnTo>
                    <a:pt x="9224" y="18311"/>
                  </a:lnTo>
                  <a:lnTo>
                    <a:pt x="9264" y="18350"/>
                  </a:lnTo>
                  <a:lnTo>
                    <a:pt x="9876" y="18607"/>
                  </a:lnTo>
                  <a:lnTo>
                    <a:pt x="9955" y="18785"/>
                  </a:lnTo>
                  <a:lnTo>
                    <a:pt x="10113" y="18884"/>
                  </a:lnTo>
                  <a:lnTo>
                    <a:pt x="10271" y="18982"/>
                  </a:lnTo>
                  <a:lnTo>
                    <a:pt x="10449" y="19061"/>
                  </a:lnTo>
                  <a:lnTo>
                    <a:pt x="10627" y="19121"/>
                  </a:lnTo>
                  <a:lnTo>
                    <a:pt x="10982" y="19239"/>
                  </a:lnTo>
                  <a:lnTo>
                    <a:pt x="11338" y="19318"/>
                  </a:lnTo>
                  <a:lnTo>
                    <a:pt x="11911" y="19377"/>
                  </a:lnTo>
                  <a:lnTo>
                    <a:pt x="12108" y="19417"/>
                  </a:lnTo>
                  <a:lnTo>
                    <a:pt x="12227" y="19456"/>
                  </a:lnTo>
                  <a:lnTo>
                    <a:pt x="12187" y="19516"/>
                  </a:lnTo>
                  <a:lnTo>
                    <a:pt x="12148" y="19535"/>
                  </a:lnTo>
                  <a:lnTo>
                    <a:pt x="12088" y="19555"/>
                  </a:lnTo>
                  <a:lnTo>
                    <a:pt x="12029" y="19575"/>
                  </a:lnTo>
                  <a:lnTo>
                    <a:pt x="11851" y="19555"/>
                  </a:lnTo>
                  <a:lnTo>
                    <a:pt x="11674" y="19516"/>
                  </a:lnTo>
                  <a:lnTo>
                    <a:pt x="11753" y="19595"/>
                  </a:lnTo>
                  <a:lnTo>
                    <a:pt x="11832" y="19634"/>
                  </a:lnTo>
                  <a:lnTo>
                    <a:pt x="11970" y="19674"/>
                  </a:lnTo>
                  <a:lnTo>
                    <a:pt x="12069" y="19693"/>
                  </a:lnTo>
                  <a:lnTo>
                    <a:pt x="12088" y="19693"/>
                  </a:lnTo>
                  <a:lnTo>
                    <a:pt x="12088" y="19733"/>
                  </a:lnTo>
                  <a:lnTo>
                    <a:pt x="12167" y="19772"/>
                  </a:lnTo>
                  <a:lnTo>
                    <a:pt x="12286" y="19812"/>
                  </a:lnTo>
                  <a:lnTo>
                    <a:pt x="12404" y="19832"/>
                  </a:lnTo>
                  <a:lnTo>
                    <a:pt x="12444" y="19812"/>
                  </a:lnTo>
                  <a:lnTo>
                    <a:pt x="12464" y="19772"/>
                  </a:lnTo>
                  <a:lnTo>
                    <a:pt x="12562" y="19851"/>
                  </a:lnTo>
                  <a:lnTo>
                    <a:pt x="12641" y="19930"/>
                  </a:lnTo>
                  <a:lnTo>
                    <a:pt x="12661" y="19990"/>
                  </a:lnTo>
                  <a:lnTo>
                    <a:pt x="12681" y="20029"/>
                  </a:lnTo>
                  <a:lnTo>
                    <a:pt x="12681" y="20069"/>
                  </a:lnTo>
                  <a:lnTo>
                    <a:pt x="12661" y="20088"/>
                  </a:lnTo>
                  <a:lnTo>
                    <a:pt x="12641" y="20108"/>
                  </a:lnTo>
                  <a:lnTo>
                    <a:pt x="12641" y="20128"/>
                  </a:lnTo>
                  <a:lnTo>
                    <a:pt x="12740" y="20148"/>
                  </a:lnTo>
                  <a:lnTo>
                    <a:pt x="12859" y="20207"/>
                  </a:lnTo>
                  <a:lnTo>
                    <a:pt x="12997" y="20286"/>
                  </a:lnTo>
                  <a:lnTo>
                    <a:pt x="13135" y="20385"/>
                  </a:lnTo>
                  <a:lnTo>
                    <a:pt x="13412" y="20602"/>
                  </a:lnTo>
                  <a:lnTo>
                    <a:pt x="13570" y="20701"/>
                  </a:lnTo>
                  <a:lnTo>
                    <a:pt x="13708" y="20780"/>
                  </a:lnTo>
                  <a:lnTo>
                    <a:pt x="13668" y="20878"/>
                  </a:lnTo>
                  <a:lnTo>
                    <a:pt x="13965" y="20997"/>
                  </a:lnTo>
                  <a:lnTo>
                    <a:pt x="14261" y="21116"/>
                  </a:lnTo>
                  <a:lnTo>
                    <a:pt x="14261" y="21116"/>
                  </a:lnTo>
                  <a:lnTo>
                    <a:pt x="14222" y="21076"/>
                  </a:lnTo>
                  <a:lnTo>
                    <a:pt x="14222" y="21056"/>
                  </a:lnTo>
                  <a:lnTo>
                    <a:pt x="14222" y="21036"/>
                  </a:lnTo>
                  <a:lnTo>
                    <a:pt x="14241" y="21017"/>
                  </a:lnTo>
                  <a:lnTo>
                    <a:pt x="14301" y="20997"/>
                  </a:lnTo>
                  <a:lnTo>
                    <a:pt x="14340" y="20957"/>
                  </a:lnTo>
                  <a:lnTo>
                    <a:pt x="14478" y="21036"/>
                  </a:lnTo>
                  <a:lnTo>
                    <a:pt x="14478" y="21036"/>
                  </a:lnTo>
                  <a:lnTo>
                    <a:pt x="14399" y="20938"/>
                  </a:lnTo>
                  <a:lnTo>
                    <a:pt x="14301" y="20859"/>
                  </a:lnTo>
                  <a:lnTo>
                    <a:pt x="14123" y="20720"/>
                  </a:lnTo>
                  <a:lnTo>
                    <a:pt x="13905" y="20582"/>
                  </a:lnTo>
                  <a:lnTo>
                    <a:pt x="13668" y="20464"/>
                  </a:lnTo>
                  <a:lnTo>
                    <a:pt x="13451" y="20325"/>
                  </a:lnTo>
                  <a:lnTo>
                    <a:pt x="13234" y="20187"/>
                  </a:lnTo>
                  <a:lnTo>
                    <a:pt x="13155" y="20088"/>
                  </a:lnTo>
                  <a:lnTo>
                    <a:pt x="13076" y="19990"/>
                  </a:lnTo>
                  <a:lnTo>
                    <a:pt x="12997" y="19891"/>
                  </a:lnTo>
                  <a:lnTo>
                    <a:pt x="12957" y="19772"/>
                  </a:lnTo>
                  <a:lnTo>
                    <a:pt x="12997" y="19792"/>
                  </a:lnTo>
                  <a:lnTo>
                    <a:pt x="13036" y="19792"/>
                  </a:lnTo>
                  <a:lnTo>
                    <a:pt x="13036" y="19772"/>
                  </a:lnTo>
                  <a:lnTo>
                    <a:pt x="13036" y="19753"/>
                  </a:lnTo>
                  <a:lnTo>
                    <a:pt x="13056" y="19733"/>
                  </a:lnTo>
                  <a:lnTo>
                    <a:pt x="13096" y="19733"/>
                  </a:lnTo>
                  <a:lnTo>
                    <a:pt x="13135" y="19753"/>
                  </a:lnTo>
                  <a:lnTo>
                    <a:pt x="13234" y="19871"/>
                  </a:lnTo>
                  <a:lnTo>
                    <a:pt x="13254" y="19911"/>
                  </a:lnTo>
                  <a:lnTo>
                    <a:pt x="13254" y="19930"/>
                  </a:lnTo>
                  <a:lnTo>
                    <a:pt x="13451" y="19950"/>
                  </a:lnTo>
                  <a:lnTo>
                    <a:pt x="13471" y="19950"/>
                  </a:lnTo>
                  <a:lnTo>
                    <a:pt x="13471" y="19930"/>
                  </a:lnTo>
                  <a:lnTo>
                    <a:pt x="13352" y="19832"/>
                  </a:lnTo>
                  <a:lnTo>
                    <a:pt x="13392" y="19812"/>
                  </a:lnTo>
                  <a:lnTo>
                    <a:pt x="13431" y="19792"/>
                  </a:lnTo>
                  <a:lnTo>
                    <a:pt x="13530" y="19812"/>
                  </a:lnTo>
                  <a:lnTo>
                    <a:pt x="13649" y="19851"/>
                  </a:lnTo>
                  <a:lnTo>
                    <a:pt x="13767" y="19930"/>
                  </a:lnTo>
                  <a:lnTo>
                    <a:pt x="14064" y="20108"/>
                  </a:lnTo>
                  <a:lnTo>
                    <a:pt x="14222" y="20207"/>
                  </a:lnTo>
                  <a:lnTo>
                    <a:pt x="14380" y="20286"/>
                  </a:lnTo>
                  <a:lnTo>
                    <a:pt x="14419" y="20365"/>
                  </a:lnTo>
                  <a:lnTo>
                    <a:pt x="14419" y="20385"/>
                  </a:lnTo>
                  <a:lnTo>
                    <a:pt x="14399" y="20404"/>
                  </a:lnTo>
                  <a:lnTo>
                    <a:pt x="14320" y="20404"/>
                  </a:lnTo>
                  <a:lnTo>
                    <a:pt x="14222" y="20385"/>
                  </a:lnTo>
                  <a:lnTo>
                    <a:pt x="13965" y="20306"/>
                  </a:lnTo>
                  <a:lnTo>
                    <a:pt x="13846" y="20246"/>
                  </a:lnTo>
                  <a:lnTo>
                    <a:pt x="13747" y="20227"/>
                  </a:lnTo>
                  <a:lnTo>
                    <a:pt x="13747" y="20227"/>
                  </a:lnTo>
                  <a:lnTo>
                    <a:pt x="13866" y="20286"/>
                  </a:lnTo>
                  <a:lnTo>
                    <a:pt x="13985" y="20325"/>
                  </a:lnTo>
                  <a:lnTo>
                    <a:pt x="14103" y="20404"/>
                  </a:lnTo>
                  <a:lnTo>
                    <a:pt x="14222" y="20503"/>
                  </a:lnTo>
                  <a:lnTo>
                    <a:pt x="14083" y="20602"/>
                  </a:lnTo>
                  <a:lnTo>
                    <a:pt x="14261" y="20681"/>
                  </a:lnTo>
                  <a:lnTo>
                    <a:pt x="14360" y="20701"/>
                  </a:lnTo>
                  <a:lnTo>
                    <a:pt x="14419" y="20701"/>
                  </a:lnTo>
                  <a:lnTo>
                    <a:pt x="14439" y="20681"/>
                  </a:lnTo>
                  <a:lnTo>
                    <a:pt x="14439" y="20582"/>
                  </a:lnTo>
                  <a:lnTo>
                    <a:pt x="14459" y="20543"/>
                  </a:lnTo>
                  <a:lnTo>
                    <a:pt x="14518" y="20503"/>
                  </a:lnTo>
                  <a:lnTo>
                    <a:pt x="14597" y="20483"/>
                  </a:lnTo>
                  <a:lnTo>
                    <a:pt x="14696" y="20503"/>
                  </a:lnTo>
                  <a:lnTo>
                    <a:pt x="14775" y="20562"/>
                  </a:lnTo>
                  <a:lnTo>
                    <a:pt x="14854" y="20622"/>
                  </a:lnTo>
                  <a:lnTo>
                    <a:pt x="15012" y="20760"/>
                  </a:lnTo>
                  <a:lnTo>
                    <a:pt x="15071" y="20799"/>
                  </a:lnTo>
                  <a:lnTo>
                    <a:pt x="15130" y="20839"/>
                  </a:lnTo>
                  <a:lnTo>
                    <a:pt x="15130" y="20839"/>
                  </a:lnTo>
                  <a:lnTo>
                    <a:pt x="14952" y="20799"/>
                  </a:lnTo>
                  <a:lnTo>
                    <a:pt x="15091" y="20878"/>
                  </a:lnTo>
                  <a:lnTo>
                    <a:pt x="15209" y="20938"/>
                  </a:lnTo>
                  <a:lnTo>
                    <a:pt x="15328" y="20977"/>
                  </a:lnTo>
                  <a:lnTo>
                    <a:pt x="15426" y="20997"/>
                  </a:lnTo>
                  <a:lnTo>
                    <a:pt x="15644" y="21036"/>
                  </a:lnTo>
                  <a:lnTo>
                    <a:pt x="15762" y="21056"/>
                  </a:lnTo>
                  <a:lnTo>
                    <a:pt x="15900" y="21116"/>
                  </a:lnTo>
                  <a:lnTo>
                    <a:pt x="16039" y="21293"/>
                  </a:lnTo>
                  <a:lnTo>
                    <a:pt x="15881" y="21195"/>
                  </a:lnTo>
                  <a:lnTo>
                    <a:pt x="15742" y="21155"/>
                  </a:lnTo>
                  <a:lnTo>
                    <a:pt x="15604" y="21135"/>
                  </a:lnTo>
                  <a:lnTo>
                    <a:pt x="15486" y="21135"/>
                  </a:lnTo>
                  <a:lnTo>
                    <a:pt x="15387" y="21155"/>
                  </a:lnTo>
                  <a:lnTo>
                    <a:pt x="15288" y="21155"/>
                  </a:lnTo>
                  <a:lnTo>
                    <a:pt x="15189" y="21135"/>
                  </a:lnTo>
                  <a:lnTo>
                    <a:pt x="15091" y="21076"/>
                  </a:lnTo>
                  <a:lnTo>
                    <a:pt x="15091" y="21076"/>
                  </a:lnTo>
                  <a:lnTo>
                    <a:pt x="15268" y="21214"/>
                  </a:lnTo>
                  <a:lnTo>
                    <a:pt x="15308" y="21274"/>
                  </a:lnTo>
                  <a:lnTo>
                    <a:pt x="15308" y="21313"/>
                  </a:lnTo>
                  <a:lnTo>
                    <a:pt x="15308" y="21333"/>
                  </a:lnTo>
                  <a:lnTo>
                    <a:pt x="15268" y="21353"/>
                  </a:lnTo>
                  <a:lnTo>
                    <a:pt x="15150" y="21372"/>
                  </a:lnTo>
                  <a:lnTo>
                    <a:pt x="14992" y="21372"/>
                  </a:lnTo>
                  <a:lnTo>
                    <a:pt x="14794" y="21353"/>
                  </a:lnTo>
                  <a:lnTo>
                    <a:pt x="14498" y="21313"/>
                  </a:lnTo>
                  <a:lnTo>
                    <a:pt x="14735" y="21432"/>
                  </a:lnTo>
                  <a:lnTo>
                    <a:pt x="14933" y="21530"/>
                  </a:lnTo>
                  <a:lnTo>
                    <a:pt x="15110" y="21649"/>
                  </a:lnTo>
                  <a:lnTo>
                    <a:pt x="15249" y="21767"/>
                  </a:lnTo>
                  <a:lnTo>
                    <a:pt x="15466" y="21787"/>
                  </a:lnTo>
                  <a:lnTo>
                    <a:pt x="15663" y="21827"/>
                  </a:lnTo>
                  <a:lnTo>
                    <a:pt x="16039" y="21985"/>
                  </a:lnTo>
                  <a:lnTo>
                    <a:pt x="16236" y="22044"/>
                  </a:lnTo>
                  <a:lnTo>
                    <a:pt x="16414" y="22083"/>
                  </a:lnTo>
                  <a:lnTo>
                    <a:pt x="16612" y="22103"/>
                  </a:lnTo>
                  <a:lnTo>
                    <a:pt x="16730" y="22103"/>
                  </a:lnTo>
                  <a:lnTo>
                    <a:pt x="16829" y="22083"/>
                  </a:lnTo>
                  <a:lnTo>
                    <a:pt x="16888" y="22103"/>
                  </a:lnTo>
                  <a:lnTo>
                    <a:pt x="16888" y="22123"/>
                  </a:lnTo>
                  <a:lnTo>
                    <a:pt x="16868" y="22143"/>
                  </a:lnTo>
                  <a:lnTo>
                    <a:pt x="16829" y="22143"/>
                  </a:lnTo>
                  <a:lnTo>
                    <a:pt x="16750" y="22162"/>
                  </a:lnTo>
                  <a:lnTo>
                    <a:pt x="16770" y="22182"/>
                  </a:lnTo>
                  <a:lnTo>
                    <a:pt x="16849" y="22202"/>
                  </a:lnTo>
                  <a:lnTo>
                    <a:pt x="17244" y="22281"/>
                  </a:lnTo>
                  <a:lnTo>
                    <a:pt x="17461" y="22320"/>
                  </a:lnTo>
                  <a:lnTo>
                    <a:pt x="17658" y="22340"/>
                  </a:lnTo>
                  <a:lnTo>
                    <a:pt x="18073" y="22340"/>
                  </a:lnTo>
                  <a:lnTo>
                    <a:pt x="18271" y="22320"/>
                  </a:lnTo>
                  <a:lnTo>
                    <a:pt x="18310" y="22281"/>
                  </a:lnTo>
                  <a:lnTo>
                    <a:pt x="18330" y="22301"/>
                  </a:lnTo>
                  <a:lnTo>
                    <a:pt x="18330" y="22340"/>
                  </a:lnTo>
                  <a:lnTo>
                    <a:pt x="18310" y="22439"/>
                  </a:lnTo>
                  <a:lnTo>
                    <a:pt x="18330" y="22459"/>
                  </a:lnTo>
                  <a:lnTo>
                    <a:pt x="18350" y="22459"/>
                  </a:lnTo>
                  <a:lnTo>
                    <a:pt x="18389" y="22439"/>
                  </a:lnTo>
                  <a:lnTo>
                    <a:pt x="18508" y="22439"/>
                  </a:lnTo>
                  <a:lnTo>
                    <a:pt x="18567" y="22498"/>
                  </a:lnTo>
                  <a:lnTo>
                    <a:pt x="18606" y="22538"/>
                  </a:lnTo>
                  <a:lnTo>
                    <a:pt x="18685" y="22656"/>
                  </a:lnTo>
                  <a:lnTo>
                    <a:pt x="18883" y="22972"/>
                  </a:lnTo>
                  <a:lnTo>
                    <a:pt x="19120" y="23308"/>
                  </a:lnTo>
                  <a:lnTo>
                    <a:pt x="19397" y="23683"/>
                  </a:lnTo>
                  <a:lnTo>
                    <a:pt x="19160" y="23545"/>
                  </a:lnTo>
                  <a:lnTo>
                    <a:pt x="19160" y="23545"/>
                  </a:lnTo>
                  <a:lnTo>
                    <a:pt x="19318" y="23743"/>
                  </a:lnTo>
                  <a:lnTo>
                    <a:pt x="19456" y="23940"/>
                  </a:lnTo>
                  <a:lnTo>
                    <a:pt x="19614" y="24059"/>
                  </a:lnTo>
                  <a:lnTo>
                    <a:pt x="19693" y="24098"/>
                  </a:lnTo>
                  <a:lnTo>
                    <a:pt x="19772" y="24118"/>
                  </a:lnTo>
                  <a:lnTo>
                    <a:pt x="19811" y="24217"/>
                  </a:lnTo>
                  <a:lnTo>
                    <a:pt x="19871" y="24315"/>
                  </a:lnTo>
                  <a:lnTo>
                    <a:pt x="19950" y="24394"/>
                  </a:lnTo>
                  <a:lnTo>
                    <a:pt x="20029" y="24473"/>
                  </a:lnTo>
                  <a:lnTo>
                    <a:pt x="20266" y="24631"/>
                  </a:lnTo>
                  <a:lnTo>
                    <a:pt x="20503" y="24770"/>
                  </a:lnTo>
                  <a:lnTo>
                    <a:pt x="20759" y="24908"/>
                  </a:lnTo>
                  <a:lnTo>
                    <a:pt x="21016" y="25046"/>
                  </a:lnTo>
                  <a:lnTo>
                    <a:pt x="21233" y="25184"/>
                  </a:lnTo>
                  <a:lnTo>
                    <a:pt x="21332" y="25283"/>
                  </a:lnTo>
                  <a:lnTo>
                    <a:pt x="21411" y="25362"/>
                  </a:lnTo>
                  <a:lnTo>
                    <a:pt x="21629" y="25461"/>
                  </a:lnTo>
                  <a:lnTo>
                    <a:pt x="21826" y="25540"/>
                  </a:lnTo>
                  <a:lnTo>
                    <a:pt x="21984" y="25560"/>
                  </a:lnTo>
                  <a:lnTo>
                    <a:pt x="22122" y="25560"/>
                  </a:lnTo>
                  <a:lnTo>
                    <a:pt x="22399" y="25540"/>
                  </a:lnTo>
                  <a:lnTo>
                    <a:pt x="22557" y="25540"/>
                  </a:lnTo>
                  <a:lnTo>
                    <a:pt x="22754" y="25579"/>
                  </a:lnTo>
                  <a:lnTo>
                    <a:pt x="22715" y="25619"/>
                  </a:lnTo>
                  <a:lnTo>
                    <a:pt x="22675" y="25678"/>
                  </a:lnTo>
                  <a:lnTo>
                    <a:pt x="22675" y="25718"/>
                  </a:lnTo>
                  <a:lnTo>
                    <a:pt x="22675" y="25737"/>
                  </a:lnTo>
                  <a:lnTo>
                    <a:pt x="22735" y="25777"/>
                  </a:lnTo>
                  <a:lnTo>
                    <a:pt x="22814" y="25816"/>
                  </a:lnTo>
                  <a:lnTo>
                    <a:pt x="23169" y="25856"/>
                  </a:lnTo>
                  <a:lnTo>
                    <a:pt x="23525" y="25876"/>
                  </a:lnTo>
                  <a:lnTo>
                    <a:pt x="23880" y="25876"/>
                  </a:lnTo>
                  <a:lnTo>
                    <a:pt x="24236" y="25856"/>
                  </a:lnTo>
                  <a:lnTo>
                    <a:pt x="24572" y="25816"/>
                  </a:lnTo>
                  <a:lnTo>
                    <a:pt x="24907" y="25777"/>
                  </a:lnTo>
                  <a:lnTo>
                    <a:pt x="25243" y="25718"/>
                  </a:lnTo>
                  <a:lnTo>
                    <a:pt x="25559" y="25619"/>
                  </a:lnTo>
                  <a:lnTo>
                    <a:pt x="25895" y="25520"/>
                  </a:lnTo>
                  <a:lnTo>
                    <a:pt x="26211" y="25421"/>
                  </a:lnTo>
                  <a:lnTo>
                    <a:pt x="26527" y="25283"/>
                  </a:lnTo>
                  <a:lnTo>
                    <a:pt x="26823" y="25145"/>
                  </a:lnTo>
                  <a:lnTo>
                    <a:pt x="27139" y="24987"/>
                  </a:lnTo>
                  <a:lnTo>
                    <a:pt x="27436" y="24809"/>
                  </a:lnTo>
                  <a:lnTo>
                    <a:pt x="27732" y="24612"/>
                  </a:lnTo>
                  <a:lnTo>
                    <a:pt x="28028" y="24394"/>
                  </a:lnTo>
                  <a:lnTo>
                    <a:pt x="28008" y="24434"/>
                  </a:lnTo>
                  <a:lnTo>
                    <a:pt x="27989" y="24473"/>
                  </a:lnTo>
                  <a:lnTo>
                    <a:pt x="27910" y="24533"/>
                  </a:lnTo>
                  <a:lnTo>
                    <a:pt x="28107" y="24394"/>
                  </a:lnTo>
                  <a:lnTo>
                    <a:pt x="28305" y="24256"/>
                  </a:lnTo>
                  <a:lnTo>
                    <a:pt x="28641" y="23940"/>
                  </a:lnTo>
                  <a:lnTo>
                    <a:pt x="28937" y="23604"/>
                  </a:lnTo>
                  <a:lnTo>
                    <a:pt x="29233" y="23249"/>
                  </a:lnTo>
                  <a:lnTo>
                    <a:pt x="29470" y="22913"/>
                  </a:lnTo>
                  <a:lnTo>
                    <a:pt x="29707" y="22557"/>
                  </a:lnTo>
                  <a:lnTo>
                    <a:pt x="30161" y="21925"/>
                  </a:lnTo>
                  <a:lnTo>
                    <a:pt x="30240" y="21728"/>
                  </a:lnTo>
                  <a:lnTo>
                    <a:pt x="30319" y="21511"/>
                  </a:lnTo>
                  <a:lnTo>
                    <a:pt x="30339" y="21412"/>
                  </a:lnTo>
                  <a:lnTo>
                    <a:pt x="30339" y="21333"/>
                  </a:lnTo>
                  <a:lnTo>
                    <a:pt x="30319" y="21293"/>
                  </a:lnTo>
                  <a:lnTo>
                    <a:pt x="30260" y="21313"/>
                  </a:lnTo>
                  <a:lnTo>
                    <a:pt x="30221" y="21372"/>
                  </a:lnTo>
                  <a:lnTo>
                    <a:pt x="30181" y="21412"/>
                  </a:lnTo>
                  <a:lnTo>
                    <a:pt x="30122" y="21432"/>
                  </a:lnTo>
                  <a:lnTo>
                    <a:pt x="30082" y="21451"/>
                  </a:lnTo>
                  <a:lnTo>
                    <a:pt x="29984" y="21432"/>
                  </a:lnTo>
                  <a:lnTo>
                    <a:pt x="29924" y="21392"/>
                  </a:lnTo>
                  <a:lnTo>
                    <a:pt x="30023" y="21155"/>
                  </a:lnTo>
                  <a:lnTo>
                    <a:pt x="30102" y="21017"/>
                  </a:lnTo>
                  <a:lnTo>
                    <a:pt x="30181" y="20938"/>
                  </a:lnTo>
                  <a:lnTo>
                    <a:pt x="30240" y="20898"/>
                  </a:lnTo>
                  <a:lnTo>
                    <a:pt x="30319" y="20878"/>
                  </a:lnTo>
                  <a:lnTo>
                    <a:pt x="30379" y="20839"/>
                  </a:lnTo>
                  <a:lnTo>
                    <a:pt x="30438" y="20740"/>
                  </a:lnTo>
                  <a:lnTo>
                    <a:pt x="30517" y="20602"/>
                  </a:lnTo>
                  <a:lnTo>
                    <a:pt x="30596" y="20582"/>
                  </a:lnTo>
                  <a:lnTo>
                    <a:pt x="30616" y="20602"/>
                  </a:lnTo>
                  <a:lnTo>
                    <a:pt x="30635" y="20622"/>
                  </a:lnTo>
                  <a:lnTo>
                    <a:pt x="30635" y="20681"/>
                  </a:lnTo>
                  <a:lnTo>
                    <a:pt x="30635" y="20760"/>
                  </a:lnTo>
                  <a:lnTo>
                    <a:pt x="30616" y="20938"/>
                  </a:lnTo>
                  <a:lnTo>
                    <a:pt x="30635" y="21017"/>
                  </a:lnTo>
                  <a:lnTo>
                    <a:pt x="30655" y="21056"/>
                  </a:lnTo>
                  <a:lnTo>
                    <a:pt x="30675" y="21076"/>
                  </a:lnTo>
                  <a:lnTo>
                    <a:pt x="30793" y="20641"/>
                  </a:lnTo>
                  <a:lnTo>
                    <a:pt x="30872" y="20227"/>
                  </a:lnTo>
                  <a:lnTo>
                    <a:pt x="30951" y="20069"/>
                  </a:lnTo>
                  <a:lnTo>
                    <a:pt x="31011" y="19911"/>
                  </a:lnTo>
                  <a:lnTo>
                    <a:pt x="31110" y="19575"/>
                  </a:lnTo>
                  <a:lnTo>
                    <a:pt x="31189" y="19259"/>
                  </a:lnTo>
                  <a:lnTo>
                    <a:pt x="31248" y="19101"/>
                  </a:lnTo>
                  <a:lnTo>
                    <a:pt x="31289" y="19005"/>
                  </a:lnTo>
                  <a:lnTo>
                    <a:pt x="31289" y="19005"/>
                  </a:lnTo>
                  <a:lnTo>
                    <a:pt x="31307" y="19042"/>
                  </a:lnTo>
                  <a:lnTo>
                    <a:pt x="31327" y="19101"/>
                  </a:lnTo>
                  <a:lnTo>
                    <a:pt x="31347" y="19140"/>
                  </a:lnTo>
                  <a:lnTo>
                    <a:pt x="31347" y="19180"/>
                  </a:lnTo>
                  <a:lnTo>
                    <a:pt x="31347" y="19239"/>
                  </a:lnTo>
                  <a:lnTo>
                    <a:pt x="31287" y="19338"/>
                  </a:lnTo>
                  <a:lnTo>
                    <a:pt x="31287" y="19298"/>
                  </a:lnTo>
                  <a:lnTo>
                    <a:pt x="31268" y="19259"/>
                  </a:lnTo>
                  <a:lnTo>
                    <a:pt x="31208" y="19476"/>
                  </a:lnTo>
                  <a:lnTo>
                    <a:pt x="31189" y="19614"/>
                  </a:lnTo>
                  <a:lnTo>
                    <a:pt x="31189" y="19713"/>
                  </a:lnTo>
                  <a:lnTo>
                    <a:pt x="31189" y="19792"/>
                  </a:lnTo>
                  <a:lnTo>
                    <a:pt x="31189" y="19950"/>
                  </a:lnTo>
                  <a:lnTo>
                    <a:pt x="31169" y="20088"/>
                  </a:lnTo>
                  <a:lnTo>
                    <a:pt x="31129" y="20266"/>
                  </a:lnTo>
                  <a:lnTo>
                    <a:pt x="31228" y="19832"/>
                  </a:lnTo>
                  <a:lnTo>
                    <a:pt x="31347" y="19377"/>
                  </a:lnTo>
                  <a:lnTo>
                    <a:pt x="31445" y="18923"/>
                  </a:lnTo>
                  <a:lnTo>
                    <a:pt x="31544" y="18528"/>
                  </a:lnTo>
                  <a:lnTo>
                    <a:pt x="31485" y="18528"/>
                  </a:lnTo>
                  <a:lnTo>
                    <a:pt x="31465" y="18488"/>
                  </a:lnTo>
                  <a:lnTo>
                    <a:pt x="31465" y="18429"/>
                  </a:lnTo>
                  <a:lnTo>
                    <a:pt x="31465" y="18350"/>
                  </a:lnTo>
                  <a:lnTo>
                    <a:pt x="31485" y="18153"/>
                  </a:lnTo>
                  <a:lnTo>
                    <a:pt x="31485" y="18054"/>
                  </a:lnTo>
                  <a:lnTo>
                    <a:pt x="31465" y="17995"/>
                  </a:lnTo>
                  <a:lnTo>
                    <a:pt x="31485" y="17955"/>
                  </a:lnTo>
                  <a:lnTo>
                    <a:pt x="31465" y="17935"/>
                  </a:lnTo>
                  <a:lnTo>
                    <a:pt x="31445" y="17916"/>
                  </a:lnTo>
                  <a:lnTo>
                    <a:pt x="31426" y="17797"/>
                  </a:lnTo>
                  <a:lnTo>
                    <a:pt x="31406" y="17560"/>
                  </a:lnTo>
                  <a:lnTo>
                    <a:pt x="31603" y="17481"/>
                  </a:lnTo>
                  <a:lnTo>
                    <a:pt x="31603" y="17422"/>
                  </a:lnTo>
                  <a:lnTo>
                    <a:pt x="31584" y="17382"/>
                  </a:lnTo>
                  <a:lnTo>
                    <a:pt x="31564" y="17382"/>
                  </a:lnTo>
                  <a:lnTo>
                    <a:pt x="31544" y="17402"/>
                  </a:lnTo>
                  <a:lnTo>
                    <a:pt x="31524" y="17402"/>
                  </a:lnTo>
                  <a:lnTo>
                    <a:pt x="31505" y="17363"/>
                  </a:lnTo>
                  <a:lnTo>
                    <a:pt x="31505" y="17303"/>
                  </a:lnTo>
                  <a:lnTo>
                    <a:pt x="31505" y="16987"/>
                  </a:lnTo>
                  <a:lnTo>
                    <a:pt x="31544" y="16533"/>
                  </a:lnTo>
                  <a:lnTo>
                    <a:pt x="31564" y="16316"/>
                  </a:lnTo>
                  <a:lnTo>
                    <a:pt x="31603" y="16138"/>
                  </a:lnTo>
                  <a:lnTo>
                    <a:pt x="31663" y="16000"/>
                  </a:lnTo>
                  <a:lnTo>
                    <a:pt x="31682" y="15960"/>
                  </a:lnTo>
                  <a:lnTo>
                    <a:pt x="31722" y="15921"/>
                  </a:lnTo>
                  <a:lnTo>
                    <a:pt x="31702" y="15703"/>
                  </a:lnTo>
                  <a:lnTo>
                    <a:pt x="31663" y="15526"/>
                  </a:lnTo>
                  <a:lnTo>
                    <a:pt x="31623" y="15348"/>
                  </a:lnTo>
                  <a:lnTo>
                    <a:pt x="31623" y="15131"/>
                  </a:lnTo>
                  <a:lnTo>
                    <a:pt x="31663" y="15150"/>
                  </a:lnTo>
                  <a:lnTo>
                    <a:pt x="31682" y="15190"/>
                  </a:lnTo>
                  <a:lnTo>
                    <a:pt x="31722" y="15249"/>
                  </a:lnTo>
                  <a:lnTo>
                    <a:pt x="31722" y="14953"/>
                  </a:lnTo>
                  <a:lnTo>
                    <a:pt x="31722" y="14657"/>
                  </a:lnTo>
                  <a:lnTo>
                    <a:pt x="31702" y="14321"/>
                  </a:lnTo>
                  <a:lnTo>
                    <a:pt x="31682" y="13965"/>
                  </a:lnTo>
                  <a:lnTo>
                    <a:pt x="31623" y="13590"/>
                  </a:lnTo>
                  <a:lnTo>
                    <a:pt x="31544" y="13195"/>
                  </a:lnTo>
                  <a:lnTo>
                    <a:pt x="31426" y="12800"/>
                  </a:lnTo>
                  <a:lnTo>
                    <a:pt x="31268" y="12385"/>
                  </a:lnTo>
                  <a:lnTo>
                    <a:pt x="31070" y="12109"/>
                  </a:lnTo>
                  <a:lnTo>
                    <a:pt x="30853" y="11872"/>
                  </a:lnTo>
                  <a:lnTo>
                    <a:pt x="30675" y="11714"/>
                  </a:lnTo>
                  <a:lnTo>
                    <a:pt x="30517" y="11595"/>
                  </a:lnTo>
                  <a:lnTo>
                    <a:pt x="30458" y="11536"/>
                  </a:lnTo>
                  <a:lnTo>
                    <a:pt x="30418" y="11516"/>
                  </a:lnTo>
                  <a:lnTo>
                    <a:pt x="30359" y="11496"/>
                  </a:lnTo>
                  <a:lnTo>
                    <a:pt x="30221" y="11457"/>
                  </a:lnTo>
                  <a:lnTo>
                    <a:pt x="30260" y="11496"/>
                  </a:lnTo>
                  <a:lnTo>
                    <a:pt x="30280" y="11555"/>
                  </a:lnTo>
                  <a:lnTo>
                    <a:pt x="30280" y="11595"/>
                  </a:lnTo>
                  <a:lnTo>
                    <a:pt x="30260" y="11615"/>
                  </a:lnTo>
                  <a:lnTo>
                    <a:pt x="30240" y="11634"/>
                  </a:lnTo>
                  <a:lnTo>
                    <a:pt x="30122" y="11634"/>
                  </a:lnTo>
                  <a:lnTo>
                    <a:pt x="30082" y="11595"/>
                  </a:lnTo>
                  <a:lnTo>
                    <a:pt x="30003" y="11476"/>
                  </a:lnTo>
                  <a:lnTo>
                    <a:pt x="29964" y="11437"/>
                  </a:lnTo>
                  <a:lnTo>
                    <a:pt x="30003" y="11417"/>
                  </a:lnTo>
                  <a:lnTo>
                    <a:pt x="30023" y="11378"/>
                  </a:lnTo>
                  <a:lnTo>
                    <a:pt x="30043" y="11299"/>
                  </a:lnTo>
                  <a:lnTo>
                    <a:pt x="30043" y="11279"/>
                  </a:lnTo>
                  <a:lnTo>
                    <a:pt x="30082" y="11279"/>
                  </a:lnTo>
                  <a:lnTo>
                    <a:pt x="30102" y="11338"/>
                  </a:lnTo>
                  <a:lnTo>
                    <a:pt x="30161" y="11279"/>
                  </a:lnTo>
                  <a:lnTo>
                    <a:pt x="30181" y="11239"/>
                  </a:lnTo>
                  <a:lnTo>
                    <a:pt x="30201" y="11200"/>
                  </a:lnTo>
                  <a:lnTo>
                    <a:pt x="30181" y="11160"/>
                  </a:lnTo>
                  <a:lnTo>
                    <a:pt x="30181" y="11002"/>
                  </a:lnTo>
                  <a:lnTo>
                    <a:pt x="30122" y="10588"/>
                  </a:lnTo>
                  <a:lnTo>
                    <a:pt x="30142" y="10430"/>
                  </a:lnTo>
                  <a:lnTo>
                    <a:pt x="30142" y="10390"/>
                  </a:lnTo>
                  <a:lnTo>
                    <a:pt x="30181" y="10370"/>
                  </a:lnTo>
                  <a:lnTo>
                    <a:pt x="30142" y="10272"/>
                  </a:lnTo>
                  <a:lnTo>
                    <a:pt x="30082" y="10133"/>
                  </a:lnTo>
                  <a:lnTo>
                    <a:pt x="30023" y="9936"/>
                  </a:lnTo>
                  <a:lnTo>
                    <a:pt x="29924" y="9738"/>
                  </a:lnTo>
                  <a:lnTo>
                    <a:pt x="29826" y="9541"/>
                  </a:lnTo>
                  <a:lnTo>
                    <a:pt x="29707" y="9363"/>
                  </a:lnTo>
                  <a:lnTo>
                    <a:pt x="29589" y="9205"/>
                  </a:lnTo>
                  <a:lnTo>
                    <a:pt x="29470" y="9106"/>
                  </a:lnTo>
                  <a:lnTo>
                    <a:pt x="29470" y="9086"/>
                  </a:lnTo>
                  <a:lnTo>
                    <a:pt x="29490" y="9086"/>
                  </a:lnTo>
                  <a:lnTo>
                    <a:pt x="29529" y="9106"/>
                  </a:lnTo>
                  <a:lnTo>
                    <a:pt x="29648" y="9244"/>
                  </a:lnTo>
                  <a:lnTo>
                    <a:pt x="29766" y="9403"/>
                  </a:lnTo>
                  <a:lnTo>
                    <a:pt x="29806" y="9442"/>
                  </a:lnTo>
                  <a:lnTo>
                    <a:pt x="29845" y="9462"/>
                  </a:lnTo>
                  <a:lnTo>
                    <a:pt x="29727" y="9284"/>
                  </a:lnTo>
                  <a:lnTo>
                    <a:pt x="29589" y="9106"/>
                  </a:lnTo>
                  <a:lnTo>
                    <a:pt x="29648" y="9067"/>
                  </a:lnTo>
                  <a:lnTo>
                    <a:pt x="29490" y="8849"/>
                  </a:lnTo>
                  <a:lnTo>
                    <a:pt x="29352" y="8691"/>
                  </a:lnTo>
                  <a:lnTo>
                    <a:pt x="29213" y="8573"/>
                  </a:lnTo>
                  <a:lnTo>
                    <a:pt x="29075" y="8494"/>
                  </a:lnTo>
                  <a:lnTo>
                    <a:pt x="28818" y="8375"/>
                  </a:lnTo>
                  <a:lnTo>
                    <a:pt x="28700" y="8336"/>
                  </a:lnTo>
                  <a:lnTo>
                    <a:pt x="28561" y="8257"/>
                  </a:lnTo>
                  <a:lnTo>
                    <a:pt x="28581" y="8237"/>
                  </a:lnTo>
                  <a:lnTo>
                    <a:pt x="28344" y="8099"/>
                  </a:lnTo>
                  <a:lnTo>
                    <a:pt x="28344" y="8099"/>
                  </a:lnTo>
                  <a:lnTo>
                    <a:pt x="28720" y="8158"/>
                  </a:lnTo>
                  <a:lnTo>
                    <a:pt x="28581" y="8079"/>
                  </a:lnTo>
                  <a:lnTo>
                    <a:pt x="28443" y="8000"/>
                  </a:lnTo>
                  <a:lnTo>
                    <a:pt x="28186" y="7901"/>
                  </a:lnTo>
                  <a:lnTo>
                    <a:pt x="27910" y="7803"/>
                  </a:lnTo>
                  <a:lnTo>
                    <a:pt x="27594" y="7684"/>
                  </a:lnTo>
                  <a:lnTo>
                    <a:pt x="27574" y="7605"/>
                  </a:lnTo>
                  <a:lnTo>
                    <a:pt x="27297" y="7546"/>
                  </a:lnTo>
                  <a:lnTo>
                    <a:pt x="27357" y="7546"/>
                  </a:lnTo>
                  <a:lnTo>
                    <a:pt x="27357" y="7526"/>
                  </a:lnTo>
                  <a:lnTo>
                    <a:pt x="27357" y="7506"/>
                  </a:lnTo>
                  <a:lnTo>
                    <a:pt x="27218" y="7506"/>
                  </a:lnTo>
                  <a:lnTo>
                    <a:pt x="27080" y="7487"/>
                  </a:lnTo>
                  <a:lnTo>
                    <a:pt x="26764" y="7427"/>
                  </a:lnTo>
                  <a:lnTo>
                    <a:pt x="26468" y="7368"/>
                  </a:lnTo>
                  <a:lnTo>
                    <a:pt x="26349" y="7348"/>
                  </a:lnTo>
                  <a:lnTo>
                    <a:pt x="26231" y="7368"/>
                  </a:lnTo>
                  <a:lnTo>
                    <a:pt x="26172" y="7348"/>
                  </a:lnTo>
                  <a:lnTo>
                    <a:pt x="26112" y="7289"/>
                  </a:lnTo>
                  <a:lnTo>
                    <a:pt x="26013" y="7210"/>
                  </a:lnTo>
                  <a:lnTo>
                    <a:pt x="25954" y="7171"/>
                  </a:lnTo>
                  <a:lnTo>
                    <a:pt x="25895" y="7131"/>
                  </a:lnTo>
                  <a:lnTo>
                    <a:pt x="25816" y="7131"/>
                  </a:lnTo>
                  <a:lnTo>
                    <a:pt x="25717" y="7151"/>
                  </a:lnTo>
                  <a:lnTo>
                    <a:pt x="25816" y="6953"/>
                  </a:lnTo>
                  <a:lnTo>
                    <a:pt x="25994" y="6993"/>
                  </a:lnTo>
                  <a:lnTo>
                    <a:pt x="26092" y="7032"/>
                  </a:lnTo>
                  <a:lnTo>
                    <a:pt x="26152" y="7072"/>
                  </a:lnTo>
                  <a:lnTo>
                    <a:pt x="26191" y="7111"/>
                  </a:lnTo>
                  <a:lnTo>
                    <a:pt x="26231" y="7151"/>
                  </a:lnTo>
                  <a:lnTo>
                    <a:pt x="26310" y="7171"/>
                  </a:lnTo>
                  <a:lnTo>
                    <a:pt x="26428" y="7210"/>
                  </a:lnTo>
                  <a:lnTo>
                    <a:pt x="26606" y="7250"/>
                  </a:lnTo>
                  <a:lnTo>
                    <a:pt x="26527" y="7171"/>
                  </a:lnTo>
                  <a:lnTo>
                    <a:pt x="26428" y="7111"/>
                  </a:lnTo>
                  <a:lnTo>
                    <a:pt x="26191" y="6973"/>
                  </a:lnTo>
                  <a:lnTo>
                    <a:pt x="25875" y="6854"/>
                  </a:lnTo>
                  <a:lnTo>
                    <a:pt x="25539" y="6736"/>
                  </a:lnTo>
                  <a:lnTo>
                    <a:pt x="25204" y="6657"/>
                  </a:lnTo>
                  <a:lnTo>
                    <a:pt x="24848" y="6598"/>
                  </a:lnTo>
                  <a:lnTo>
                    <a:pt x="24216" y="6479"/>
                  </a:lnTo>
                  <a:lnTo>
                    <a:pt x="23959" y="6459"/>
                  </a:lnTo>
                  <a:lnTo>
                    <a:pt x="23683" y="6420"/>
                  </a:lnTo>
                  <a:lnTo>
                    <a:pt x="23110" y="6321"/>
                  </a:lnTo>
                  <a:lnTo>
                    <a:pt x="22853" y="6282"/>
                  </a:lnTo>
                  <a:lnTo>
                    <a:pt x="22616" y="6262"/>
                  </a:lnTo>
                  <a:lnTo>
                    <a:pt x="22399" y="6262"/>
                  </a:lnTo>
                  <a:lnTo>
                    <a:pt x="22320" y="6301"/>
                  </a:lnTo>
                  <a:lnTo>
                    <a:pt x="22261" y="6341"/>
                  </a:lnTo>
                  <a:lnTo>
                    <a:pt x="22261" y="6341"/>
                  </a:lnTo>
                  <a:lnTo>
                    <a:pt x="22340" y="6222"/>
                  </a:lnTo>
                  <a:lnTo>
                    <a:pt x="21332" y="5926"/>
                  </a:lnTo>
                  <a:lnTo>
                    <a:pt x="21016" y="5867"/>
                  </a:lnTo>
                  <a:lnTo>
                    <a:pt x="20740" y="5808"/>
                  </a:lnTo>
                  <a:lnTo>
                    <a:pt x="20463" y="5729"/>
                  </a:lnTo>
                  <a:lnTo>
                    <a:pt x="20226" y="5630"/>
                  </a:lnTo>
                  <a:lnTo>
                    <a:pt x="19811" y="5452"/>
                  </a:lnTo>
                  <a:lnTo>
                    <a:pt x="19594" y="5353"/>
                  </a:lnTo>
                  <a:lnTo>
                    <a:pt x="19357" y="5274"/>
                  </a:lnTo>
                  <a:lnTo>
                    <a:pt x="19258" y="5077"/>
                  </a:lnTo>
                  <a:lnTo>
                    <a:pt x="19100" y="5057"/>
                  </a:lnTo>
                  <a:lnTo>
                    <a:pt x="18942" y="4998"/>
                  </a:lnTo>
                  <a:lnTo>
                    <a:pt x="18547" y="4820"/>
                  </a:lnTo>
                  <a:lnTo>
                    <a:pt x="18113" y="4622"/>
                  </a:lnTo>
                  <a:lnTo>
                    <a:pt x="17678" y="4445"/>
                  </a:lnTo>
                  <a:lnTo>
                    <a:pt x="17263" y="4287"/>
                  </a:lnTo>
                  <a:lnTo>
                    <a:pt x="16888" y="4188"/>
                  </a:lnTo>
                  <a:lnTo>
                    <a:pt x="16710" y="4148"/>
                  </a:lnTo>
                  <a:lnTo>
                    <a:pt x="16552" y="4129"/>
                  </a:lnTo>
                  <a:lnTo>
                    <a:pt x="16434" y="4129"/>
                  </a:lnTo>
                  <a:lnTo>
                    <a:pt x="16295" y="4148"/>
                  </a:lnTo>
                  <a:lnTo>
                    <a:pt x="16236" y="4069"/>
                  </a:lnTo>
                  <a:lnTo>
                    <a:pt x="16216" y="4030"/>
                  </a:lnTo>
                  <a:lnTo>
                    <a:pt x="16236" y="4010"/>
                  </a:lnTo>
                  <a:lnTo>
                    <a:pt x="16295" y="3990"/>
                  </a:lnTo>
                  <a:lnTo>
                    <a:pt x="16434" y="4010"/>
                  </a:lnTo>
                  <a:lnTo>
                    <a:pt x="16552" y="4010"/>
                  </a:lnTo>
                  <a:lnTo>
                    <a:pt x="16454" y="3951"/>
                  </a:lnTo>
                  <a:lnTo>
                    <a:pt x="16315" y="3911"/>
                  </a:lnTo>
                  <a:lnTo>
                    <a:pt x="16058" y="3852"/>
                  </a:lnTo>
                  <a:lnTo>
                    <a:pt x="15920" y="3813"/>
                  </a:lnTo>
                  <a:lnTo>
                    <a:pt x="15821" y="3753"/>
                  </a:lnTo>
                  <a:lnTo>
                    <a:pt x="15723" y="3674"/>
                  </a:lnTo>
                  <a:lnTo>
                    <a:pt x="15683" y="3635"/>
                  </a:lnTo>
                  <a:lnTo>
                    <a:pt x="15663" y="3576"/>
                  </a:lnTo>
                  <a:lnTo>
                    <a:pt x="15742" y="3576"/>
                  </a:lnTo>
                  <a:lnTo>
                    <a:pt x="15841" y="3615"/>
                  </a:lnTo>
                  <a:lnTo>
                    <a:pt x="15900" y="3635"/>
                  </a:lnTo>
                  <a:lnTo>
                    <a:pt x="15920" y="3635"/>
                  </a:lnTo>
                  <a:lnTo>
                    <a:pt x="15881" y="3595"/>
                  </a:lnTo>
                  <a:lnTo>
                    <a:pt x="15841" y="3536"/>
                  </a:lnTo>
                  <a:lnTo>
                    <a:pt x="15802" y="3497"/>
                  </a:lnTo>
                  <a:lnTo>
                    <a:pt x="15703" y="3477"/>
                  </a:lnTo>
                  <a:lnTo>
                    <a:pt x="15644" y="3457"/>
                  </a:lnTo>
                  <a:lnTo>
                    <a:pt x="15604" y="3437"/>
                  </a:lnTo>
                  <a:lnTo>
                    <a:pt x="15545" y="3398"/>
                  </a:lnTo>
                  <a:lnTo>
                    <a:pt x="15505" y="3319"/>
                  </a:lnTo>
                  <a:lnTo>
                    <a:pt x="15486" y="3378"/>
                  </a:lnTo>
                  <a:lnTo>
                    <a:pt x="15446" y="3398"/>
                  </a:lnTo>
                  <a:lnTo>
                    <a:pt x="15367" y="3398"/>
                  </a:lnTo>
                  <a:lnTo>
                    <a:pt x="15268" y="3378"/>
                  </a:lnTo>
                  <a:lnTo>
                    <a:pt x="15150" y="3319"/>
                  </a:lnTo>
                  <a:lnTo>
                    <a:pt x="15031" y="3260"/>
                  </a:lnTo>
                  <a:lnTo>
                    <a:pt x="14913" y="3200"/>
                  </a:lnTo>
                  <a:lnTo>
                    <a:pt x="14794" y="3121"/>
                  </a:lnTo>
                  <a:lnTo>
                    <a:pt x="14834" y="3161"/>
                  </a:lnTo>
                  <a:lnTo>
                    <a:pt x="14854" y="3200"/>
                  </a:lnTo>
                  <a:lnTo>
                    <a:pt x="14834" y="3220"/>
                  </a:lnTo>
                  <a:lnTo>
                    <a:pt x="14814" y="3220"/>
                  </a:lnTo>
                  <a:lnTo>
                    <a:pt x="14735" y="3181"/>
                  </a:lnTo>
                  <a:lnTo>
                    <a:pt x="14538" y="3023"/>
                  </a:lnTo>
                  <a:lnTo>
                    <a:pt x="14597" y="3023"/>
                  </a:lnTo>
                  <a:lnTo>
                    <a:pt x="14044" y="2568"/>
                  </a:lnTo>
                  <a:lnTo>
                    <a:pt x="13451" y="2094"/>
                  </a:lnTo>
                  <a:lnTo>
                    <a:pt x="13135" y="1857"/>
                  </a:lnTo>
                  <a:lnTo>
                    <a:pt x="12819" y="1640"/>
                  </a:lnTo>
                  <a:lnTo>
                    <a:pt x="12483" y="1423"/>
                  </a:lnTo>
                  <a:lnTo>
                    <a:pt x="12128" y="1225"/>
                  </a:lnTo>
                  <a:lnTo>
                    <a:pt x="11772" y="1028"/>
                  </a:lnTo>
                  <a:lnTo>
                    <a:pt x="11417" y="870"/>
                  </a:lnTo>
                  <a:lnTo>
                    <a:pt x="11041" y="712"/>
                  </a:lnTo>
                  <a:lnTo>
                    <a:pt x="10666" y="554"/>
                  </a:lnTo>
                  <a:lnTo>
                    <a:pt x="10291" y="435"/>
                  </a:lnTo>
                  <a:lnTo>
                    <a:pt x="9916" y="336"/>
                  </a:lnTo>
                  <a:lnTo>
                    <a:pt x="9521" y="238"/>
                  </a:lnTo>
                  <a:lnTo>
                    <a:pt x="9126" y="178"/>
                  </a:lnTo>
                  <a:lnTo>
                    <a:pt x="9521" y="139"/>
                  </a:lnTo>
                  <a:lnTo>
                    <a:pt x="9264" y="139"/>
                  </a:lnTo>
                  <a:lnTo>
                    <a:pt x="8967" y="99"/>
                  </a:lnTo>
                  <a:lnTo>
                    <a:pt x="8513" y="60"/>
                  </a:lnTo>
                  <a:lnTo>
                    <a:pt x="8553" y="40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9"/>
            <p:cNvSpPr/>
            <p:nvPr/>
          </p:nvSpPr>
          <p:spPr>
            <a:xfrm>
              <a:off x="-1287950" y="3163300"/>
              <a:ext cx="2000" cy="1000"/>
            </a:xfrm>
            <a:custGeom>
              <a:rect b="b" l="l" r="r" t="t"/>
              <a:pathLst>
                <a:path extrusionOk="0" h="40" w="80">
                  <a:moveTo>
                    <a:pt x="40" y="0"/>
                  </a:moveTo>
                  <a:lnTo>
                    <a:pt x="1" y="40"/>
                  </a:lnTo>
                  <a:lnTo>
                    <a:pt x="1" y="4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9"/>
            <p:cNvSpPr/>
            <p:nvPr/>
          </p:nvSpPr>
          <p:spPr>
            <a:xfrm>
              <a:off x="-660325" y="3614625"/>
              <a:ext cx="525" cy="2000"/>
            </a:xfrm>
            <a:custGeom>
              <a:rect b="b" l="l" r="r" t="t"/>
              <a:pathLst>
                <a:path extrusionOk="0" h="80" w="21">
                  <a:moveTo>
                    <a:pt x="20" y="1"/>
                  </a:moveTo>
                  <a:lnTo>
                    <a:pt x="0" y="40"/>
                  </a:lnTo>
                  <a:lnTo>
                    <a:pt x="0" y="80"/>
                  </a:lnTo>
                  <a:lnTo>
                    <a:pt x="20" y="4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9"/>
            <p:cNvSpPr/>
            <p:nvPr/>
          </p:nvSpPr>
          <p:spPr>
            <a:xfrm>
              <a:off x="-785750" y="363635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1"/>
                  </a:move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9"/>
            <p:cNvSpPr/>
            <p:nvPr/>
          </p:nvSpPr>
          <p:spPr>
            <a:xfrm>
              <a:off x="-1257325" y="3169700"/>
              <a:ext cx="1000" cy="3000"/>
            </a:xfrm>
            <a:custGeom>
              <a:rect b="b" l="l" r="r" t="t"/>
              <a:pathLst>
                <a:path extrusionOk="0" h="120" w="40">
                  <a:moveTo>
                    <a:pt x="40" y="1"/>
                  </a:moveTo>
                  <a:lnTo>
                    <a:pt x="0" y="119"/>
                  </a:lnTo>
                  <a:lnTo>
                    <a:pt x="20" y="6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9"/>
            <p:cNvSpPr/>
            <p:nvPr/>
          </p:nvSpPr>
          <p:spPr>
            <a:xfrm>
              <a:off x="-831175" y="3371675"/>
              <a:ext cx="278525" cy="333350"/>
            </a:xfrm>
            <a:custGeom>
              <a:rect b="b" l="l" r="r" t="t"/>
              <a:pathLst>
                <a:path extrusionOk="0" h="13334" w="11141">
                  <a:moveTo>
                    <a:pt x="7980" y="1"/>
                  </a:moveTo>
                  <a:lnTo>
                    <a:pt x="7684" y="20"/>
                  </a:lnTo>
                  <a:lnTo>
                    <a:pt x="7387" y="40"/>
                  </a:lnTo>
                  <a:lnTo>
                    <a:pt x="7052" y="99"/>
                  </a:lnTo>
                  <a:lnTo>
                    <a:pt x="6716" y="159"/>
                  </a:lnTo>
                  <a:lnTo>
                    <a:pt x="6360" y="257"/>
                  </a:lnTo>
                  <a:lnTo>
                    <a:pt x="6005" y="396"/>
                  </a:lnTo>
                  <a:lnTo>
                    <a:pt x="5649" y="554"/>
                  </a:lnTo>
                  <a:lnTo>
                    <a:pt x="5294" y="771"/>
                  </a:lnTo>
                  <a:lnTo>
                    <a:pt x="4958" y="1028"/>
                  </a:lnTo>
                  <a:lnTo>
                    <a:pt x="4800" y="1166"/>
                  </a:lnTo>
                  <a:lnTo>
                    <a:pt x="4642" y="1324"/>
                  </a:lnTo>
                  <a:lnTo>
                    <a:pt x="4326" y="1679"/>
                  </a:lnTo>
                  <a:lnTo>
                    <a:pt x="3970" y="2154"/>
                  </a:lnTo>
                  <a:lnTo>
                    <a:pt x="3595" y="2687"/>
                  </a:lnTo>
                  <a:lnTo>
                    <a:pt x="3220" y="3299"/>
                  </a:lnTo>
                  <a:lnTo>
                    <a:pt x="2825" y="3951"/>
                  </a:lnTo>
                  <a:lnTo>
                    <a:pt x="2430" y="4623"/>
                  </a:lnTo>
                  <a:lnTo>
                    <a:pt x="2035" y="5334"/>
                  </a:lnTo>
                  <a:lnTo>
                    <a:pt x="1679" y="6045"/>
                  </a:lnTo>
                  <a:lnTo>
                    <a:pt x="1324" y="6736"/>
                  </a:lnTo>
                  <a:lnTo>
                    <a:pt x="1007" y="7408"/>
                  </a:lnTo>
                  <a:lnTo>
                    <a:pt x="711" y="8040"/>
                  </a:lnTo>
                  <a:lnTo>
                    <a:pt x="454" y="8612"/>
                  </a:lnTo>
                  <a:lnTo>
                    <a:pt x="257" y="9126"/>
                  </a:lnTo>
                  <a:lnTo>
                    <a:pt x="119" y="9561"/>
                  </a:lnTo>
                  <a:lnTo>
                    <a:pt x="20" y="9877"/>
                  </a:lnTo>
                  <a:lnTo>
                    <a:pt x="0" y="9995"/>
                  </a:lnTo>
                  <a:lnTo>
                    <a:pt x="0" y="10094"/>
                  </a:lnTo>
                  <a:lnTo>
                    <a:pt x="59" y="10410"/>
                  </a:lnTo>
                  <a:lnTo>
                    <a:pt x="138" y="10765"/>
                  </a:lnTo>
                  <a:lnTo>
                    <a:pt x="257" y="11121"/>
                  </a:lnTo>
                  <a:lnTo>
                    <a:pt x="336" y="11299"/>
                  </a:lnTo>
                  <a:lnTo>
                    <a:pt x="435" y="11496"/>
                  </a:lnTo>
                  <a:lnTo>
                    <a:pt x="553" y="11674"/>
                  </a:lnTo>
                  <a:lnTo>
                    <a:pt x="672" y="11852"/>
                  </a:lnTo>
                  <a:lnTo>
                    <a:pt x="830" y="12030"/>
                  </a:lnTo>
                  <a:lnTo>
                    <a:pt x="1007" y="12207"/>
                  </a:lnTo>
                  <a:lnTo>
                    <a:pt x="1205" y="12365"/>
                  </a:lnTo>
                  <a:lnTo>
                    <a:pt x="1422" y="12523"/>
                  </a:lnTo>
                  <a:lnTo>
                    <a:pt x="1659" y="12681"/>
                  </a:lnTo>
                  <a:lnTo>
                    <a:pt x="1936" y="12839"/>
                  </a:lnTo>
                  <a:lnTo>
                    <a:pt x="2212" y="12958"/>
                  </a:lnTo>
                  <a:lnTo>
                    <a:pt x="2489" y="13076"/>
                  </a:lnTo>
                  <a:lnTo>
                    <a:pt x="2746" y="13175"/>
                  </a:lnTo>
                  <a:lnTo>
                    <a:pt x="3002" y="13254"/>
                  </a:lnTo>
                  <a:lnTo>
                    <a:pt x="3259" y="13294"/>
                  </a:lnTo>
                  <a:lnTo>
                    <a:pt x="3536" y="13333"/>
                  </a:lnTo>
                  <a:lnTo>
                    <a:pt x="4069" y="13333"/>
                  </a:lnTo>
                  <a:lnTo>
                    <a:pt x="4346" y="13294"/>
                  </a:lnTo>
                  <a:lnTo>
                    <a:pt x="4642" y="13234"/>
                  </a:lnTo>
                  <a:lnTo>
                    <a:pt x="4958" y="13155"/>
                  </a:lnTo>
                  <a:lnTo>
                    <a:pt x="5294" y="13037"/>
                  </a:lnTo>
                  <a:lnTo>
                    <a:pt x="5629" y="12918"/>
                  </a:lnTo>
                  <a:lnTo>
                    <a:pt x="6005" y="12741"/>
                  </a:lnTo>
                  <a:lnTo>
                    <a:pt x="6834" y="12346"/>
                  </a:lnTo>
                  <a:lnTo>
                    <a:pt x="7170" y="12168"/>
                  </a:lnTo>
                  <a:lnTo>
                    <a:pt x="7486" y="11931"/>
                  </a:lnTo>
                  <a:lnTo>
                    <a:pt x="7782" y="11674"/>
                  </a:lnTo>
                  <a:lnTo>
                    <a:pt x="8059" y="11397"/>
                  </a:lnTo>
                  <a:lnTo>
                    <a:pt x="8316" y="11081"/>
                  </a:lnTo>
                  <a:lnTo>
                    <a:pt x="8553" y="10746"/>
                  </a:lnTo>
                  <a:lnTo>
                    <a:pt x="8790" y="10410"/>
                  </a:lnTo>
                  <a:lnTo>
                    <a:pt x="8987" y="10035"/>
                  </a:lnTo>
                  <a:lnTo>
                    <a:pt x="9205" y="9659"/>
                  </a:lnTo>
                  <a:lnTo>
                    <a:pt x="9402" y="9264"/>
                  </a:lnTo>
                  <a:lnTo>
                    <a:pt x="9758" y="8474"/>
                  </a:lnTo>
                  <a:lnTo>
                    <a:pt x="10469" y="6874"/>
                  </a:lnTo>
                  <a:lnTo>
                    <a:pt x="10627" y="6479"/>
                  </a:lnTo>
                  <a:lnTo>
                    <a:pt x="10765" y="6084"/>
                  </a:lnTo>
                  <a:lnTo>
                    <a:pt x="10884" y="5689"/>
                  </a:lnTo>
                  <a:lnTo>
                    <a:pt x="10982" y="5314"/>
                  </a:lnTo>
                  <a:lnTo>
                    <a:pt x="11042" y="4939"/>
                  </a:lnTo>
                  <a:lnTo>
                    <a:pt x="11101" y="4563"/>
                  </a:lnTo>
                  <a:lnTo>
                    <a:pt x="11121" y="4188"/>
                  </a:lnTo>
                  <a:lnTo>
                    <a:pt x="11140" y="3832"/>
                  </a:lnTo>
                  <a:lnTo>
                    <a:pt x="11140" y="3497"/>
                  </a:lnTo>
                  <a:lnTo>
                    <a:pt x="11121" y="3161"/>
                  </a:lnTo>
                  <a:lnTo>
                    <a:pt x="11081" y="2845"/>
                  </a:lnTo>
                  <a:lnTo>
                    <a:pt x="11022" y="2549"/>
                  </a:lnTo>
                  <a:lnTo>
                    <a:pt x="10963" y="2252"/>
                  </a:lnTo>
                  <a:lnTo>
                    <a:pt x="10903" y="1976"/>
                  </a:lnTo>
                  <a:lnTo>
                    <a:pt x="10804" y="1719"/>
                  </a:lnTo>
                  <a:lnTo>
                    <a:pt x="10725" y="1502"/>
                  </a:lnTo>
                  <a:lnTo>
                    <a:pt x="10607" y="1284"/>
                  </a:lnTo>
                  <a:lnTo>
                    <a:pt x="10488" y="1087"/>
                  </a:lnTo>
                  <a:lnTo>
                    <a:pt x="10350" y="929"/>
                  </a:lnTo>
                  <a:lnTo>
                    <a:pt x="10212" y="771"/>
                  </a:lnTo>
                  <a:lnTo>
                    <a:pt x="10074" y="633"/>
                  </a:lnTo>
                  <a:lnTo>
                    <a:pt x="9916" y="514"/>
                  </a:lnTo>
                  <a:lnTo>
                    <a:pt x="9758" y="415"/>
                  </a:lnTo>
                  <a:lnTo>
                    <a:pt x="9600" y="336"/>
                  </a:lnTo>
                  <a:lnTo>
                    <a:pt x="9323" y="198"/>
                  </a:lnTo>
                  <a:lnTo>
                    <a:pt x="9086" y="119"/>
                  </a:lnTo>
                  <a:lnTo>
                    <a:pt x="8869" y="60"/>
                  </a:lnTo>
                  <a:lnTo>
                    <a:pt x="8770" y="40"/>
                  </a:lnTo>
                  <a:lnTo>
                    <a:pt x="8454" y="20"/>
                  </a:lnTo>
                  <a:lnTo>
                    <a:pt x="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9"/>
            <p:cNvSpPr/>
            <p:nvPr/>
          </p:nvSpPr>
          <p:spPr>
            <a:xfrm>
              <a:off x="-813400" y="3369700"/>
              <a:ext cx="247400" cy="321500"/>
            </a:xfrm>
            <a:custGeom>
              <a:rect b="b" l="l" r="r" t="t"/>
              <a:pathLst>
                <a:path extrusionOk="0" h="12860" w="9896">
                  <a:moveTo>
                    <a:pt x="6044" y="1"/>
                  </a:moveTo>
                  <a:lnTo>
                    <a:pt x="5827" y="20"/>
                  </a:lnTo>
                  <a:lnTo>
                    <a:pt x="5709" y="40"/>
                  </a:lnTo>
                  <a:lnTo>
                    <a:pt x="5590" y="99"/>
                  </a:lnTo>
                  <a:lnTo>
                    <a:pt x="5472" y="159"/>
                  </a:lnTo>
                  <a:lnTo>
                    <a:pt x="5333" y="238"/>
                  </a:lnTo>
                  <a:lnTo>
                    <a:pt x="5057" y="455"/>
                  </a:lnTo>
                  <a:lnTo>
                    <a:pt x="4760" y="731"/>
                  </a:lnTo>
                  <a:lnTo>
                    <a:pt x="4464" y="1067"/>
                  </a:lnTo>
                  <a:lnTo>
                    <a:pt x="4148" y="1442"/>
                  </a:lnTo>
                  <a:lnTo>
                    <a:pt x="3832" y="1837"/>
                  </a:lnTo>
                  <a:lnTo>
                    <a:pt x="3496" y="2272"/>
                  </a:lnTo>
                  <a:lnTo>
                    <a:pt x="2884" y="3181"/>
                  </a:lnTo>
                  <a:lnTo>
                    <a:pt x="2291" y="4089"/>
                  </a:lnTo>
                  <a:lnTo>
                    <a:pt x="1798" y="4919"/>
                  </a:lnTo>
                  <a:lnTo>
                    <a:pt x="1403" y="5610"/>
                  </a:lnTo>
                  <a:lnTo>
                    <a:pt x="1225" y="5926"/>
                  </a:lnTo>
                  <a:lnTo>
                    <a:pt x="1067" y="6262"/>
                  </a:lnTo>
                  <a:lnTo>
                    <a:pt x="909" y="6637"/>
                  </a:lnTo>
                  <a:lnTo>
                    <a:pt x="751" y="6993"/>
                  </a:lnTo>
                  <a:lnTo>
                    <a:pt x="613" y="7388"/>
                  </a:lnTo>
                  <a:lnTo>
                    <a:pt x="494" y="7783"/>
                  </a:lnTo>
                  <a:lnTo>
                    <a:pt x="376" y="8178"/>
                  </a:lnTo>
                  <a:lnTo>
                    <a:pt x="257" y="8573"/>
                  </a:lnTo>
                  <a:lnTo>
                    <a:pt x="178" y="8948"/>
                  </a:lnTo>
                  <a:lnTo>
                    <a:pt x="99" y="9343"/>
                  </a:lnTo>
                  <a:lnTo>
                    <a:pt x="40" y="9699"/>
                  </a:lnTo>
                  <a:lnTo>
                    <a:pt x="0" y="10054"/>
                  </a:lnTo>
                  <a:lnTo>
                    <a:pt x="0" y="10390"/>
                  </a:lnTo>
                  <a:lnTo>
                    <a:pt x="0" y="10706"/>
                  </a:lnTo>
                  <a:lnTo>
                    <a:pt x="40" y="10983"/>
                  </a:lnTo>
                  <a:lnTo>
                    <a:pt x="99" y="11220"/>
                  </a:lnTo>
                  <a:lnTo>
                    <a:pt x="138" y="11338"/>
                  </a:lnTo>
                  <a:lnTo>
                    <a:pt x="178" y="11457"/>
                  </a:lnTo>
                  <a:lnTo>
                    <a:pt x="336" y="11694"/>
                  </a:lnTo>
                  <a:lnTo>
                    <a:pt x="534" y="11911"/>
                  </a:lnTo>
                  <a:lnTo>
                    <a:pt x="751" y="12109"/>
                  </a:lnTo>
                  <a:lnTo>
                    <a:pt x="1027" y="12286"/>
                  </a:lnTo>
                  <a:lnTo>
                    <a:pt x="1343" y="12464"/>
                  </a:lnTo>
                  <a:lnTo>
                    <a:pt x="1679" y="12602"/>
                  </a:lnTo>
                  <a:lnTo>
                    <a:pt x="2035" y="12721"/>
                  </a:lnTo>
                  <a:lnTo>
                    <a:pt x="2430" y="12800"/>
                  </a:lnTo>
                  <a:lnTo>
                    <a:pt x="2845" y="12859"/>
                  </a:lnTo>
                  <a:lnTo>
                    <a:pt x="3259" y="12859"/>
                  </a:lnTo>
                  <a:lnTo>
                    <a:pt x="3694" y="12820"/>
                  </a:lnTo>
                  <a:lnTo>
                    <a:pt x="3911" y="12780"/>
                  </a:lnTo>
                  <a:lnTo>
                    <a:pt x="4128" y="12741"/>
                  </a:lnTo>
                  <a:lnTo>
                    <a:pt x="4365" y="12681"/>
                  </a:lnTo>
                  <a:lnTo>
                    <a:pt x="4583" y="12602"/>
                  </a:lnTo>
                  <a:lnTo>
                    <a:pt x="4820" y="12523"/>
                  </a:lnTo>
                  <a:lnTo>
                    <a:pt x="5037" y="12425"/>
                  </a:lnTo>
                  <a:lnTo>
                    <a:pt x="5254" y="12306"/>
                  </a:lnTo>
                  <a:lnTo>
                    <a:pt x="5491" y="12168"/>
                  </a:lnTo>
                  <a:lnTo>
                    <a:pt x="5709" y="12030"/>
                  </a:lnTo>
                  <a:lnTo>
                    <a:pt x="5926" y="11872"/>
                  </a:lnTo>
                  <a:lnTo>
                    <a:pt x="6321" y="11536"/>
                  </a:lnTo>
                  <a:lnTo>
                    <a:pt x="6716" y="11160"/>
                  </a:lnTo>
                  <a:lnTo>
                    <a:pt x="7071" y="10765"/>
                  </a:lnTo>
                  <a:lnTo>
                    <a:pt x="7387" y="10351"/>
                  </a:lnTo>
                  <a:lnTo>
                    <a:pt x="7704" y="9916"/>
                  </a:lnTo>
                  <a:lnTo>
                    <a:pt x="8000" y="9462"/>
                  </a:lnTo>
                  <a:lnTo>
                    <a:pt x="8257" y="9007"/>
                  </a:lnTo>
                  <a:lnTo>
                    <a:pt x="8494" y="8533"/>
                  </a:lnTo>
                  <a:lnTo>
                    <a:pt x="8731" y="8059"/>
                  </a:lnTo>
                  <a:lnTo>
                    <a:pt x="8928" y="7585"/>
                  </a:lnTo>
                  <a:lnTo>
                    <a:pt x="9106" y="7131"/>
                  </a:lnTo>
                  <a:lnTo>
                    <a:pt x="9284" y="6677"/>
                  </a:lnTo>
                  <a:lnTo>
                    <a:pt x="9422" y="6242"/>
                  </a:lnTo>
                  <a:lnTo>
                    <a:pt x="9659" y="5452"/>
                  </a:lnTo>
                  <a:lnTo>
                    <a:pt x="9758" y="5077"/>
                  </a:lnTo>
                  <a:lnTo>
                    <a:pt x="9817" y="4702"/>
                  </a:lnTo>
                  <a:lnTo>
                    <a:pt x="9876" y="4326"/>
                  </a:lnTo>
                  <a:lnTo>
                    <a:pt x="9896" y="3971"/>
                  </a:lnTo>
                  <a:lnTo>
                    <a:pt x="9896" y="3615"/>
                  </a:lnTo>
                  <a:lnTo>
                    <a:pt x="9876" y="3260"/>
                  </a:lnTo>
                  <a:lnTo>
                    <a:pt x="9817" y="2944"/>
                  </a:lnTo>
                  <a:lnTo>
                    <a:pt x="9758" y="2608"/>
                  </a:lnTo>
                  <a:lnTo>
                    <a:pt x="9659" y="2312"/>
                  </a:lnTo>
                  <a:lnTo>
                    <a:pt x="9540" y="2015"/>
                  </a:lnTo>
                  <a:lnTo>
                    <a:pt x="9402" y="1739"/>
                  </a:lnTo>
                  <a:lnTo>
                    <a:pt x="9244" y="1482"/>
                  </a:lnTo>
                  <a:lnTo>
                    <a:pt x="9066" y="1245"/>
                  </a:lnTo>
                  <a:lnTo>
                    <a:pt x="8869" y="1028"/>
                  </a:lnTo>
                  <a:lnTo>
                    <a:pt x="8632" y="830"/>
                  </a:lnTo>
                  <a:lnTo>
                    <a:pt x="8375" y="672"/>
                  </a:lnTo>
                  <a:lnTo>
                    <a:pt x="8118" y="534"/>
                  </a:lnTo>
                  <a:lnTo>
                    <a:pt x="7862" y="415"/>
                  </a:lnTo>
                  <a:lnTo>
                    <a:pt x="7624" y="317"/>
                  </a:lnTo>
                  <a:lnTo>
                    <a:pt x="7387" y="218"/>
                  </a:lnTo>
                  <a:lnTo>
                    <a:pt x="6953" y="99"/>
                  </a:lnTo>
                  <a:lnTo>
                    <a:pt x="6578" y="40"/>
                  </a:lnTo>
                  <a:lnTo>
                    <a:pt x="6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9"/>
            <p:cNvSpPr/>
            <p:nvPr/>
          </p:nvSpPr>
          <p:spPr>
            <a:xfrm>
              <a:off x="-836625" y="3276375"/>
              <a:ext cx="241000" cy="352600"/>
            </a:xfrm>
            <a:custGeom>
              <a:rect b="b" l="l" r="r" t="t"/>
              <a:pathLst>
                <a:path extrusionOk="0" h="14104" w="9640">
                  <a:moveTo>
                    <a:pt x="6025" y="0"/>
                  </a:moveTo>
                  <a:lnTo>
                    <a:pt x="5887" y="20"/>
                  </a:lnTo>
                  <a:lnTo>
                    <a:pt x="5729" y="40"/>
                  </a:lnTo>
                  <a:lnTo>
                    <a:pt x="5591" y="79"/>
                  </a:lnTo>
                  <a:lnTo>
                    <a:pt x="5354" y="158"/>
                  </a:lnTo>
                  <a:lnTo>
                    <a:pt x="5176" y="277"/>
                  </a:lnTo>
                  <a:lnTo>
                    <a:pt x="5018" y="395"/>
                  </a:lnTo>
                  <a:lnTo>
                    <a:pt x="4919" y="514"/>
                  </a:lnTo>
                  <a:lnTo>
                    <a:pt x="4840" y="613"/>
                  </a:lnTo>
                  <a:lnTo>
                    <a:pt x="4781" y="711"/>
                  </a:lnTo>
                  <a:lnTo>
                    <a:pt x="4030" y="2114"/>
                  </a:lnTo>
                  <a:lnTo>
                    <a:pt x="3260" y="3595"/>
                  </a:lnTo>
                  <a:lnTo>
                    <a:pt x="2371" y="5353"/>
                  </a:lnTo>
                  <a:lnTo>
                    <a:pt x="1937" y="6282"/>
                  </a:lnTo>
                  <a:lnTo>
                    <a:pt x="1502" y="7190"/>
                  </a:lnTo>
                  <a:lnTo>
                    <a:pt x="1087" y="8079"/>
                  </a:lnTo>
                  <a:lnTo>
                    <a:pt x="732" y="8928"/>
                  </a:lnTo>
                  <a:lnTo>
                    <a:pt x="435" y="9699"/>
                  </a:lnTo>
                  <a:lnTo>
                    <a:pt x="198" y="10370"/>
                  </a:lnTo>
                  <a:lnTo>
                    <a:pt x="119" y="10647"/>
                  </a:lnTo>
                  <a:lnTo>
                    <a:pt x="60" y="10904"/>
                  </a:lnTo>
                  <a:lnTo>
                    <a:pt x="21" y="11141"/>
                  </a:lnTo>
                  <a:lnTo>
                    <a:pt x="1" y="11318"/>
                  </a:lnTo>
                  <a:lnTo>
                    <a:pt x="21" y="11634"/>
                  </a:lnTo>
                  <a:lnTo>
                    <a:pt x="60" y="11911"/>
                  </a:lnTo>
                  <a:lnTo>
                    <a:pt x="119" y="12168"/>
                  </a:lnTo>
                  <a:lnTo>
                    <a:pt x="198" y="12405"/>
                  </a:lnTo>
                  <a:lnTo>
                    <a:pt x="297" y="12602"/>
                  </a:lnTo>
                  <a:lnTo>
                    <a:pt x="396" y="12780"/>
                  </a:lnTo>
                  <a:lnTo>
                    <a:pt x="514" y="12938"/>
                  </a:lnTo>
                  <a:lnTo>
                    <a:pt x="653" y="13096"/>
                  </a:lnTo>
                  <a:lnTo>
                    <a:pt x="791" y="13215"/>
                  </a:lnTo>
                  <a:lnTo>
                    <a:pt x="949" y="13333"/>
                  </a:lnTo>
                  <a:lnTo>
                    <a:pt x="1107" y="13432"/>
                  </a:lnTo>
                  <a:lnTo>
                    <a:pt x="1265" y="13531"/>
                  </a:lnTo>
                  <a:lnTo>
                    <a:pt x="1601" y="13708"/>
                  </a:lnTo>
                  <a:lnTo>
                    <a:pt x="1937" y="13847"/>
                  </a:lnTo>
                  <a:lnTo>
                    <a:pt x="2114" y="13926"/>
                  </a:lnTo>
                  <a:lnTo>
                    <a:pt x="2312" y="13985"/>
                  </a:lnTo>
                  <a:lnTo>
                    <a:pt x="2509" y="14044"/>
                  </a:lnTo>
                  <a:lnTo>
                    <a:pt x="2727" y="14084"/>
                  </a:lnTo>
                  <a:lnTo>
                    <a:pt x="2964" y="14103"/>
                  </a:lnTo>
                  <a:lnTo>
                    <a:pt x="3477" y="14103"/>
                  </a:lnTo>
                  <a:lnTo>
                    <a:pt x="3734" y="14064"/>
                  </a:lnTo>
                  <a:lnTo>
                    <a:pt x="4011" y="14024"/>
                  </a:lnTo>
                  <a:lnTo>
                    <a:pt x="4287" y="13945"/>
                  </a:lnTo>
                  <a:lnTo>
                    <a:pt x="4583" y="13847"/>
                  </a:lnTo>
                  <a:lnTo>
                    <a:pt x="4880" y="13728"/>
                  </a:lnTo>
                  <a:lnTo>
                    <a:pt x="5176" y="13570"/>
                  </a:lnTo>
                  <a:lnTo>
                    <a:pt x="5472" y="13392"/>
                  </a:lnTo>
                  <a:lnTo>
                    <a:pt x="5768" y="13195"/>
                  </a:lnTo>
                  <a:lnTo>
                    <a:pt x="6065" y="12958"/>
                  </a:lnTo>
                  <a:lnTo>
                    <a:pt x="6361" y="12681"/>
                  </a:lnTo>
                  <a:lnTo>
                    <a:pt x="6618" y="12405"/>
                  </a:lnTo>
                  <a:lnTo>
                    <a:pt x="6875" y="12108"/>
                  </a:lnTo>
                  <a:lnTo>
                    <a:pt x="7131" y="11792"/>
                  </a:lnTo>
                  <a:lnTo>
                    <a:pt x="7368" y="11457"/>
                  </a:lnTo>
                  <a:lnTo>
                    <a:pt x="7586" y="11121"/>
                  </a:lnTo>
                  <a:lnTo>
                    <a:pt x="7783" y="10765"/>
                  </a:lnTo>
                  <a:lnTo>
                    <a:pt x="7981" y="10390"/>
                  </a:lnTo>
                  <a:lnTo>
                    <a:pt x="8178" y="10015"/>
                  </a:lnTo>
                  <a:lnTo>
                    <a:pt x="8356" y="9620"/>
                  </a:lnTo>
                  <a:lnTo>
                    <a:pt x="8692" y="8810"/>
                  </a:lnTo>
                  <a:lnTo>
                    <a:pt x="9008" y="7980"/>
                  </a:lnTo>
                  <a:lnTo>
                    <a:pt x="9304" y="7111"/>
                  </a:lnTo>
                  <a:lnTo>
                    <a:pt x="9442" y="6677"/>
                  </a:lnTo>
                  <a:lnTo>
                    <a:pt x="9541" y="6262"/>
                  </a:lnTo>
                  <a:lnTo>
                    <a:pt x="9600" y="5867"/>
                  </a:lnTo>
                  <a:lnTo>
                    <a:pt x="9640" y="5472"/>
                  </a:lnTo>
                  <a:lnTo>
                    <a:pt x="9640" y="5096"/>
                  </a:lnTo>
                  <a:lnTo>
                    <a:pt x="9620" y="4721"/>
                  </a:lnTo>
                  <a:lnTo>
                    <a:pt x="9581" y="4385"/>
                  </a:lnTo>
                  <a:lnTo>
                    <a:pt x="9502" y="4030"/>
                  </a:lnTo>
                  <a:lnTo>
                    <a:pt x="9423" y="3714"/>
                  </a:lnTo>
                  <a:lnTo>
                    <a:pt x="9324" y="3378"/>
                  </a:lnTo>
                  <a:lnTo>
                    <a:pt x="9205" y="3082"/>
                  </a:lnTo>
                  <a:lnTo>
                    <a:pt x="9087" y="2785"/>
                  </a:lnTo>
                  <a:lnTo>
                    <a:pt x="8949" y="2489"/>
                  </a:lnTo>
                  <a:lnTo>
                    <a:pt x="8791" y="2213"/>
                  </a:lnTo>
                  <a:lnTo>
                    <a:pt x="8474" y="1699"/>
                  </a:lnTo>
                  <a:lnTo>
                    <a:pt x="8316" y="1462"/>
                  </a:lnTo>
                  <a:lnTo>
                    <a:pt x="8158" y="1245"/>
                  </a:lnTo>
                  <a:lnTo>
                    <a:pt x="8000" y="1047"/>
                  </a:lnTo>
                  <a:lnTo>
                    <a:pt x="7823" y="869"/>
                  </a:lnTo>
                  <a:lnTo>
                    <a:pt x="7665" y="711"/>
                  </a:lnTo>
                  <a:lnTo>
                    <a:pt x="7507" y="553"/>
                  </a:lnTo>
                  <a:lnTo>
                    <a:pt x="7329" y="435"/>
                  </a:lnTo>
                  <a:lnTo>
                    <a:pt x="7171" y="316"/>
                  </a:lnTo>
                  <a:lnTo>
                    <a:pt x="7013" y="237"/>
                  </a:lnTo>
                  <a:lnTo>
                    <a:pt x="6835" y="158"/>
                  </a:lnTo>
                  <a:lnTo>
                    <a:pt x="6677" y="99"/>
                  </a:lnTo>
                  <a:lnTo>
                    <a:pt x="6519" y="60"/>
                  </a:lnTo>
                  <a:lnTo>
                    <a:pt x="6361" y="20"/>
                  </a:lnTo>
                  <a:lnTo>
                    <a:pt x="6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9"/>
            <p:cNvSpPr/>
            <p:nvPr/>
          </p:nvSpPr>
          <p:spPr>
            <a:xfrm>
              <a:off x="-826250" y="3285750"/>
              <a:ext cx="215325" cy="330875"/>
            </a:xfrm>
            <a:custGeom>
              <a:rect b="b" l="l" r="r" t="t"/>
              <a:pathLst>
                <a:path extrusionOk="0" h="13235" w="8613">
                  <a:moveTo>
                    <a:pt x="5511" y="1"/>
                  </a:moveTo>
                  <a:lnTo>
                    <a:pt x="5353" y="20"/>
                  </a:lnTo>
                  <a:lnTo>
                    <a:pt x="5215" y="60"/>
                  </a:lnTo>
                  <a:lnTo>
                    <a:pt x="5097" y="99"/>
                  </a:lnTo>
                  <a:lnTo>
                    <a:pt x="4998" y="139"/>
                  </a:lnTo>
                  <a:lnTo>
                    <a:pt x="4899" y="198"/>
                  </a:lnTo>
                  <a:lnTo>
                    <a:pt x="4820" y="277"/>
                  </a:lnTo>
                  <a:lnTo>
                    <a:pt x="4682" y="396"/>
                  </a:lnTo>
                  <a:lnTo>
                    <a:pt x="4603" y="514"/>
                  </a:lnTo>
                  <a:lnTo>
                    <a:pt x="4544" y="652"/>
                  </a:lnTo>
                  <a:lnTo>
                    <a:pt x="4050" y="1541"/>
                  </a:lnTo>
                  <a:lnTo>
                    <a:pt x="2884" y="3615"/>
                  </a:lnTo>
                  <a:lnTo>
                    <a:pt x="2213" y="4820"/>
                  </a:lnTo>
                  <a:lnTo>
                    <a:pt x="1601" y="5986"/>
                  </a:lnTo>
                  <a:lnTo>
                    <a:pt x="1087" y="6973"/>
                  </a:lnTo>
                  <a:lnTo>
                    <a:pt x="890" y="7388"/>
                  </a:lnTo>
                  <a:lnTo>
                    <a:pt x="751" y="7724"/>
                  </a:lnTo>
                  <a:lnTo>
                    <a:pt x="534" y="8297"/>
                  </a:lnTo>
                  <a:lnTo>
                    <a:pt x="336" y="8889"/>
                  </a:lnTo>
                  <a:lnTo>
                    <a:pt x="178" y="9501"/>
                  </a:lnTo>
                  <a:lnTo>
                    <a:pt x="60" y="10074"/>
                  </a:lnTo>
                  <a:lnTo>
                    <a:pt x="20" y="10351"/>
                  </a:lnTo>
                  <a:lnTo>
                    <a:pt x="1" y="10627"/>
                  </a:lnTo>
                  <a:lnTo>
                    <a:pt x="1" y="10884"/>
                  </a:lnTo>
                  <a:lnTo>
                    <a:pt x="20" y="11141"/>
                  </a:lnTo>
                  <a:lnTo>
                    <a:pt x="40" y="11378"/>
                  </a:lnTo>
                  <a:lnTo>
                    <a:pt x="99" y="11595"/>
                  </a:lnTo>
                  <a:lnTo>
                    <a:pt x="159" y="11773"/>
                  </a:lnTo>
                  <a:lnTo>
                    <a:pt x="257" y="11951"/>
                  </a:lnTo>
                  <a:lnTo>
                    <a:pt x="376" y="12128"/>
                  </a:lnTo>
                  <a:lnTo>
                    <a:pt x="534" y="12286"/>
                  </a:lnTo>
                  <a:lnTo>
                    <a:pt x="712" y="12444"/>
                  </a:lnTo>
                  <a:lnTo>
                    <a:pt x="909" y="12603"/>
                  </a:lnTo>
                  <a:lnTo>
                    <a:pt x="1127" y="12741"/>
                  </a:lnTo>
                  <a:lnTo>
                    <a:pt x="1364" y="12859"/>
                  </a:lnTo>
                  <a:lnTo>
                    <a:pt x="1640" y="12978"/>
                  </a:lnTo>
                  <a:lnTo>
                    <a:pt x="1917" y="13077"/>
                  </a:lnTo>
                  <a:lnTo>
                    <a:pt x="2213" y="13156"/>
                  </a:lnTo>
                  <a:lnTo>
                    <a:pt x="2509" y="13195"/>
                  </a:lnTo>
                  <a:lnTo>
                    <a:pt x="2825" y="13235"/>
                  </a:lnTo>
                  <a:lnTo>
                    <a:pt x="3141" y="13215"/>
                  </a:lnTo>
                  <a:lnTo>
                    <a:pt x="3477" y="13195"/>
                  </a:lnTo>
                  <a:lnTo>
                    <a:pt x="3813" y="13116"/>
                  </a:lnTo>
                  <a:lnTo>
                    <a:pt x="4168" y="12998"/>
                  </a:lnTo>
                  <a:lnTo>
                    <a:pt x="4504" y="12859"/>
                  </a:lnTo>
                  <a:lnTo>
                    <a:pt x="4840" y="12662"/>
                  </a:lnTo>
                  <a:lnTo>
                    <a:pt x="5156" y="12444"/>
                  </a:lnTo>
                  <a:lnTo>
                    <a:pt x="5452" y="12188"/>
                  </a:lnTo>
                  <a:lnTo>
                    <a:pt x="5729" y="11931"/>
                  </a:lnTo>
                  <a:lnTo>
                    <a:pt x="5986" y="11635"/>
                  </a:lnTo>
                  <a:lnTo>
                    <a:pt x="6223" y="11319"/>
                  </a:lnTo>
                  <a:lnTo>
                    <a:pt x="6440" y="11003"/>
                  </a:lnTo>
                  <a:lnTo>
                    <a:pt x="6657" y="10667"/>
                  </a:lnTo>
                  <a:lnTo>
                    <a:pt x="6855" y="10331"/>
                  </a:lnTo>
                  <a:lnTo>
                    <a:pt x="7032" y="9975"/>
                  </a:lnTo>
                  <a:lnTo>
                    <a:pt x="7368" y="9284"/>
                  </a:lnTo>
                  <a:lnTo>
                    <a:pt x="7645" y="8632"/>
                  </a:lnTo>
                  <a:lnTo>
                    <a:pt x="7901" y="8020"/>
                  </a:lnTo>
                  <a:lnTo>
                    <a:pt x="8119" y="7427"/>
                  </a:lnTo>
                  <a:lnTo>
                    <a:pt x="8297" y="6815"/>
                  </a:lnTo>
                  <a:lnTo>
                    <a:pt x="8455" y="6183"/>
                  </a:lnTo>
                  <a:lnTo>
                    <a:pt x="8514" y="5867"/>
                  </a:lnTo>
                  <a:lnTo>
                    <a:pt x="8553" y="5551"/>
                  </a:lnTo>
                  <a:lnTo>
                    <a:pt x="8593" y="5215"/>
                  </a:lnTo>
                  <a:lnTo>
                    <a:pt x="8613" y="4899"/>
                  </a:lnTo>
                  <a:lnTo>
                    <a:pt x="8613" y="4583"/>
                  </a:lnTo>
                  <a:lnTo>
                    <a:pt x="8613" y="4267"/>
                  </a:lnTo>
                  <a:lnTo>
                    <a:pt x="8573" y="3971"/>
                  </a:lnTo>
                  <a:lnTo>
                    <a:pt x="8534" y="3655"/>
                  </a:lnTo>
                  <a:lnTo>
                    <a:pt x="8474" y="3339"/>
                  </a:lnTo>
                  <a:lnTo>
                    <a:pt x="8395" y="3042"/>
                  </a:lnTo>
                  <a:lnTo>
                    <a:pt x="8297" y="2746"/>
                  </a:lnTo>
                  <a:lnTo>
                    <a:pt x="8198" y="2470"/>
                  </a:lnTo>
                  <a:lnTo>
                    <a:pt x="8079" y="2193"/>
                  </a:lnTo>
                  <a:lnTo>
                    <a:pt x="7961" y="1936"/>
                  </a:lnTo>
                  <a:lnTo>
                    <a:pt x="7822" y="1680"/>
                  </a:lnTo>
                  <a:lnTo>
                    <a:pt x="7664" y="1443"/>
                  </a:lnTo>
                  <a:lnTo>
                    <a:pt x="7506" y="1225"/>
                  </a:lnTo>
                  <a:lnTo>
                    <a:pt x="7348" y="1028"/>
                  </a:lnTo>
                  <a:lnTo>
                    <a:pt x="7190" y="830"/>
                  </a:lnTo>
                  <a:lnTo>
                    <a:pt x="7013" y="652"/>
                  </a:lnTo>
                  <a:lnTo>
                    <a:pt x="6835" y="494"/>
                  </a:lnTo>
                  <a:lnTo>
                    <a:pt x="6657" y="376"/>
                  </a:lnTo>
                  <a:lnTo>
                    <a:pt x="6460" y="257"/>
                  </a:lnTo>
                  <a:lnTo>
                    <a:pt x="6262" y="159"/>
                  </a:lnTo>
                  <a:lnTo>
                    <a:pt x="6065" y="80"/>
                  </a:lnTo>
                  <a:lnTo>
                    <a:pt x="5867" y="40"/>
                  </a:lnTo>
                  <a:lnTo>
                    <a:pt x="5689" y="20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9"/>
            <p:cNvSpPr/>
            <p:nvPr/>
          </p:nvSpPr>
          <p:spPr>
            <a:xfrm>
              <a:off x="-911675" y="3264025"/>
              <a:ext cx="249900" cy="354575"/>
            </a:xfrm>
            <a:custGeom>
              <a:rect b="b" l="l" r="r" t="t"/>
              <a:pathLst>
                <a:path extrusionOk="0" h="14183" w="9996">
                  <a:moveTo>
                    <a:pt x="5808" y="1"/>
                  </a:moveTo>
                  <a:lnTo>
                    <a:pt x="5689" y="20"/>
                  </a:lnTo>
                  <a:lnTo>
                    <a:pt x="5571" y="40"/>
                  </a:lnTo>
                  <a:lnTo>
                    <a:pt x="5452" y="99"/>
                  </a:lnTo>
                  <a:lnTo>
                    <a:pt x="5215" y="198"/>
                  </a:lnTo>
                  <a:lnTo>
                    <a:pt x="5018" y="336"/>
                  </a:lnTo>
                  <a:lnTo>
                    <a:pt x="4860" y="494"/>
                  </a:lnTo>
                  <a:lnTo>
                    <a:pt x="4721" y="613"/>
                  </a:lnTo>
                  <a:lnTo>
                    <a:pt x="4623" y="731"/>
                  </a:lnTo>
                  <a:lnTo>
                    <a:pt x="4010" y="1956"/>
                  </a:lnTo>
                  <a:lnTo>
                    <a:pt x="2647" y="4741"/>
                  </a:lnTo>
                  <a:lnTo>
                    <a:pt x="1877" y="6341"/>
                  </a:lnTo>
                  <a:lnTo>
                    <a:pt x="1166" y="7862"/>
                  </a:lnTo>
                  <a:lnTo>
                    <a:pt x="593" y="9146"/>
                  </a:lnTo>
                  <a:lnTo>
                    <a:pt x="396" y="9659"/>
                  </a:lnTo>
                  <a:lnTo>
                    <a:pt x="257" y="10054"/>
                  </a:lnTo>
                  <a:lnTo>
                    <a:pt x="178" y="10370"/>
                  </a:lnTo>
                  <a:lnTo>
                    <a:pt x="99" y="10686"/>
                  </a:lnTo>
                  <a:lnTo>
                    <a:pt x="40" y="10983"/>
                  </a:lnTo>
                  <a:lnTo>
                    <a:pt x="20" y="11259"/>
                  </a:lnTo>
                  <a:lnTo>
                    <a:pt x="1" y="11516"/>
                  </a:lnTo>
                  <a:lnTo>
                    <a:pt x="1" y="11773"/>
                  </a:lnTo>
                  <a:lnTo>
                    <a:pt x="20" y="12010"/>
                  </a:lnTo>
                  <a:lnTo>
                    <a:pt x="60" y="12227"/>
                  </a:lnTo>
                  <a:lnTo>
                    <a:pt x="139" y="12444"/>
                  </a:lnTo>
                  <a:lnTo>
                    <a:pt x="218" y="12642"/>
                  </a:lnTo>
                  <a:lnTo>
                    <a:pt x="317" y="12839"/>
                  </a:lnTo>
                  <a:lnTo>
                    <a:pt x="435" y="13017"/>
                  </a:lnTo>
                  <a:lnTo>
                    <a:pt x="573" y="13175"/>
                  </a:lnTo>
                  <a:lnTo>
                    <a:pt x="731" y="13333"/>
                  </a:lnTo>
                  <a:lnTo>
                    <a:pt x="929" y="13491"/>
                  </a:lnTo>
                  <a:lnTo>
                    <a:pt x="1126" y="13630"/>
                  </a:lnTo>
                  <a:lnTo>
                    <a:pt x="1344" y="13748"/>
                  </a:lnTo>
                  <a:lnTo>
                    <a:pt x="1581" y="13867"/>
                  </a:lnTo>
                  <a:lnTo>
                    <a:pt x="1837" y="13965"/>
                  </a:lnTo>
                  <a:lnTo>
                    <a:pt x="2114" y="14044"/>
                  </a:lnTo>
                  <a:lnTo>
                    <a:pt x="2391" y="14104"/>
                  </a:lnTo>
                  <a:lnTo>
                    <a:pt x="2687" y="14163"/>
                  </a:lnTo>
                  <a:lnTo>
                    <a:pt x="2983" y="14183"/>
                  </a:lnTo>
                  <a:lnTo>
                    <a:pt x="3279" y="14183"/>
                  </a:lnTo>
                  <a:lnTo>
                    <a:pt x="3615" y="14163"/>
                  </a:lnTo>
                  <a:lnTo>
                    <a:pt x="3931" y="14104"/>
                  </a:lnTo>
                  <a:lnTo>
                    <a:pt x="4247" y="14044"/>
                  </a:lnTo>
                  <a:lnTo>
                    <a:pt x="4583" y="13946"/>
                  </a:lnTo>
                  <a:lnTo>
                    <a:pt x="4919" y="13807"/>
                  </a:lnTo>
                  <a:lnTo>
                    <a:pt x="5255" y="13649"/>
                  </a:lnTo>
                  <a:lnTo>
                    <a:pt x="5590" y="13452"/>
                  </a:lnTo>
                  <a:lnTo>
                    <a:pt x="5906" y="13234"/>
                  </a:lnTo>
                  <a:lnTo>
                    <a:pt x="6242" y="12997"/>
                  </a:lnTo>
                  <a:lnTo>
                    <a:pt x="6538" y="12721"/>
                  </a:lnTo>
                  <a:lnTo>
                    <a:pt x="6815" y="12444"/>
                  </a:lnTo>
                  <a:lnTo>
                    <a:pt x="7092" y="12148"/>
                  </a:lnTo>
                  <a:lnTo>
                    <a:pt x="7348" y="11832"/>
                  </a:lnTo>
                  <a:lnTo>
                    <a:pt x="7585" y="11516"/>
                  </a:lnTo>
                  <a:lnTo>
                    <a:pt x="7822" y="11161"/>
                  </a:lnTo>
                  <a:lnTo>
                    <a:pt x="8040" y="10805"/>
                  </a:lnTo>
                  <a:lnTo>
                    <a:pt x="8257" y="10449"/>
                  </a:lnTo>
                  <a:lnTo>
                    <a:pt x="8454" y="10074"/>
                  </a:lnTo>
                  <a:lnTo>
                    <a:pt x="8830" y="9284"/>
                  </a:lnTo>
                  <a:lnTo>
                    <a:pt x="9185" y="8454"/>
                  </a:lnTo>
                  <a:lnTo>
                    <a:pt x="9521" y="7585"/>
                  </a:lnTo>
                  <a:lnTo>
                    <a:pt x="9679" y="7131"/>
                  </a:lnTo>
                  <a:lnTo>
                    <a:pt x="9798" y="6697"/>
                  </a:lnTo>
                  <a:lnTo>
                    <a:pt x="9896" y="6282"/>
                  </a:lnTo>
                  <a:lnTo>
                    <a:pt x="9956" y="5867"/>
                  </a:lnTo>
                  <a:lnTo>
                    <a:pt x="9995" y="5472"/>
                  </a:lnTo>
                  <a:lnTo>
                    <a:pt x="9995" y="5077"/>
                  </a:lnTo>
                  <a:lnTo>
                    <a:pt x="9975" y="4682"/>
                  </a:lnTo>
                  <a:lnTo>
                    <a:pt x="9936" y="4307"/>
                  </a:lnTo>
                  <a:lnTo>
                    <a:pt x="9877" y="3951"/>
                  </a:lnTo>
                  <a:lnTo>
                    <a:pt x="9798" y="3595"/>
                  </a:lnTo>
                  <a:lnTo>
                    <a:pt x="9679" y="3260"/>
                  </a:lnTo>
                  <a:lnTo>
                    <a:pt x="9541" y="2924"/>
                  </a:lnTo>
                  <a:lnTo>
                    <a:pt x="9403" y="2608"/>
                  </a:lnTo>
                  <a:lnTo>
                    <a:pt x="9225" y="2292"/>
                  </a:lnTo>
                  <a:lnTo>
                    <a:pt x="9027" y="1996"/>
                  </a:lnTo>
                  <a:lnTo>
                    <a:pt x="8830" y="1719"/>
                  </a:lnTo>
                  <a:lnTo>
                    <a:pt x="8612" y="1462"/>
                  </a:lnTo>
                  <a:lnTo>
                    <a:pt x="8395" y="1225"/>
                  </a:lnTo>
                  <a:lnTo>
                    <a:pt x="8178" y="1028"/>
                  </a:lnTo>
                  <a:lnTo>
                    <a:pt x="7961" y="830"/>
                  </a:lnTo>
                  <a:lnTo>
                    <a:pt x="7763" y="692"/>
                  </a:lnTo>
                  <a:lnTo>
                    <a:pt x="7566" y="554"/>
                  </a:lnTo>
                  <a:lnTo>
                    <a:pt x="7368" y="435"/>
                  </a:lnTo>
                  <a:lnTo>
                    <a:pt x="7190" y="336"/>
                  </a:lnTo>
                  <a:lnTo>
                    <a:pt x="6835" y="198"/>
                  </a:lnTo>
                  <a:lnTo>
                    <a:pt x="6499" y="99"/>
                  </a:lnTo>
                  <a:lnTo>
                    <a:pt x="6203" y="40"/>
                  </a:lnTo>
                  <a:lnTo>
                    <a:pt x="5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9"/>
            <p:cNvSpPr/>
            <p:nvPr/>
          </p:nvSpPr>
          <p:spPr>
            <a:xfrm>
              <a:off x="-899325" y="3276875"/>
              <a:ext cx="221250" cy="328400"/>
            </a:xfrm>
            <a:custGeom>
              <a:rect b="b" l="l" r="r" t="t"/>
              <a:pathLst>
                <a:path extrusionOk="0" h="13136" w="8850">
                  <a:moveTo>
                    <a:pt x="5274" y="0"/>
                  </a:moveTo>
                  <a:lnTo>
                    <a:pt x="5136" y="40"/>
                  </a:lnTo>
                  <a:lnTo>
                    <a:pt x="5017" y="79"/>
                  </a:lnTo>
                  <a:lnTo>
                    <a:pt x="4899" y="138"/>
                  </a:lnTo>
                  <a:lnTo>
                    <a:pt x="4721" y="257"/>
                  </a:lnTo>
                  <a:lnTo>
                    <a:pt x="4583" y="375"/>
                  </a:lnTo>
                  <a:lnTo>
                    <a:pt x="4464" y="494"/>
                  </a:lnTo>
                  <a:lnTo>
                    <a:pt x="4385" y="612"/>
                  </a:lnTo>
                  <a:lnTo>
                    <a:pt x="3773" y="1936"/>
                  </a:lnTo>
                  <a:lnTo>
                    <a:pt x="2390" y="4938"/>
                  </a:lnTo>
                  <a:lnTo>
                    <a:pt x="1620" y="6597"/>
                  </a:lnTo>
                  <a:lnTo>
                    <a:pt x="929" y="8118"/>
                  </a:lnTo>
                  <a:lnTo>
                    <a:pt x="415" y="9323"/>
                  </a:lnTo>
                  <a:lnTo>
                    <a:pt x="237" y="9758"/>
                  </a:lnTo>
                  <a:lnTo>
                    <a:pt x="139" y="10034"/>
                  </a:lnTo>
                  <a:lnTo>
                    <a:pt x="79" y="10232"/>
                  </a:lnTo>
                  <a:lnTo>
                    <a:pt x="40" y="10429"/>
                  </a:lnTo>
                  <a:lnTo>
                    <a:pt x="20" y="10647"/>
                  </a:lnTo>
                  <a:lnTo>
                    <a:pt x="0" y="10844"/>
                  </a:lnTo>
                  <a:lnTo>
                    <a:pt x="0" y="11061"/>
                  </a:lnTo>
                  <a:lnTo>
                    <a:pt x="20" y="11259"/>
                  </a:lnTo>
                  <a:lnTo>
                    <a:pt x="40" y="11456"/>
                  </a:lnTo>
                  <a:lnTo>
                    <a:pt x="79" y="11654"/>
                  </a:lnTo>
                  <a:lnTo>
                    <a:pt x="139" y="11851"/>
                  </a:lnTo>
                  <a:lnTo>
                    <a:pt x="218" y="12029"/>
                  </a:lnTo>
                  <a:lnTo>
                    <a:pt x="297" y="12187"/>
                  </a:lnTo>
                  <a:lnTo>
                    <a:pt x="415" y="12345"/>
                  </a:lnTo>
                  <a:lnTo>
                    <a:pt x="534" y="12483"/>
                  </a:lnTo>
                  <a:lnTo>
                    <a:pt x="672" y="12622"/>
                  </a:lnTo>
                  <a:lnTo>
                    <a:pt x="850" y="12720"/>
                  </a:lnTo>
                  <a:lnTo>
                    <a:pt x="1027" y="12799"/>
                  </a:lnTo>
                  <a:lnTo>
                    <a:pt x="1423" y="12938"/>
                  </a:lnTo>
                  <a:lnTo>
                    <a:pt x="1877" y="13037"/>
                  </a:lnTo>
                  <a:lnTo>
                    <a:pt x="2351" y="13116"/>
                  </a:lnTo>
                  <a:lnTo>
                    <a:pt x="2845" y="13135"/>
                  </a:lnTo>
                  <a:lnTo>
                    <a:pt x="3101" y="13135"/>
                  </a:lnTo>
                  <a:lnTo>
                    <a:pt x="3338" y="13116"/>
                  </a:lnTo>
                  <a:lnTo>
                    <a:pt x="3575" y="13076"/>
                  </a:lnTo>
                  <a:lnTo>
                    <a:pt x="3813" y="13017"/>
                  </a:lnTo>
                  <a:lnTo>
                    <a:pt x="4050" y="12958"/>
                  </a:lnTo>
                  <a:lnTo>
                    <a:pt x="4287" y="12878"/>
                  </a:lnTo>
                  <a:lnTo>
                    <a:pt x="4504" y="12799"/>
                  </a:lnTo>
                  <a:lnTo>
                    <a:pt x="4721" y="12681"/>
                  </a:lnTo>
                  <a:lnTo>
                    <a:pt x="4919" y="12543"/>
                  </a:lnTo>
                  <a:lnTo>
                    <a:pt x="5136" y="12385"/>
                  </a:lnTo>
                  <a:lnTo>
                    <a:pt x="5353" y="12227"/>
                  </a:lnTo>
                  <a:lnTo>
                    <a:pt x="5570" y="12029"/>
                  </a:lnTo>
                  <a:lnTo>
                    <a:pt x="5807" y="11812"/>
                  </a:lnTo>
                  <a:lnTo>
                    <a:pt x="6025" y="11575"/>
                  </a:lnTo>
                  <a:lnTo>
                    <a:pt x="6262" y="11318"/>
                  </a:lnTo>
                  <a:lnTo>
                    <a:pt x="6479" y="11042"/>
                  </a:lnTo>
                  <a:lnTo>
                    <a:pt x="6696" y="10745"/>
                  </a:lnTo>
                  <a:lnTo>
                    <a:pt x="6914" y="10429"/>
                  </a:lnTo>
                  <a:lnTo>
                    <a:pt x="7111" y="10113"/>
                  </a:lnTo>
                  <a:lnTo>
                    <a:pt x="7328" y="9758"/>
                  </a:lnTo>
                  <a:lnTo>
                    <a:pt x="7506" y="9402"/>
                  </a:lnTo>
                  <a:lnTo>
                    <a:pt x="7684" y="9027"/>
                  </a:lnTo>
                  <a:lnTo>
                    <a:pt x="7862" y="8632"/>
                  </a:lnTo>
                  <a:lnTo>
                    <a:pt x="8020" y="8217"/>
                  </a:lnTo>
                  <a:lnTo>
                    <a:pt x="8276" y="7447"/>
                  </a:lnTo>
                  <a:lnTo>
                    <a:pt x="8494" y="6736"/>
                  </a:lnTo>
                  <a:lnTo>
                    <a:pt x="8672" y="6104"/>
                  </a:lnTo>
                  <a:lnTo>
                    <a:pt x="8770" y="5491"/>
                  </a:lnTo>
                  <a:lnTo>
                    <a:pt x="8810" y="5195"/>
                  </a:lnTo>
                  <a:lnTo>
                    <a:pt x="8849" y="4918"/>
                  </a:lnTo>
                  <a:lnTo>
                    <a:pt x="8849" y="4622"/>
                  </a:lnTo>
                  <a:lnTo>
                    <a:pt x="8849" y="4326"/>
                  </a:lnTo>
                  <a:lnTo>
                    <a:pt x="8830" y="4030"/>
                  </a:lnTo>
                  <a:lnTo>
                    <a:pt x="8810" y="3733"/>
                  </a:lnTo>
                  <a:lnTo>
                    <a:pt x="8691" y="3081"/>
                  </a:lnTo>
                  <a:lnTo>
                    <a:pt x="8612" y="2765"/>
                  </a:lnTo>
                  <a:lnTo>
                    <a:pt x="8513" y="2449"/>
                  </a:lnTo>
                  <a:lnTo>
                    <a:pt x="8375" y="2153"/>
                  </a:lnTo>
                  <a:lnTo>
                    <a:pt x="8217" y="1877"/>
                  </a:lnTo>
                  <a:lnTo>
                    <a:pt x="8039" y="1620"/>
                  </a:lnTo>
                  <a:lnTo>
                    <a:pt x="7842" y="1363"/>
                  </a:lnTo>
                  <a:lnTo>
                    <a:pt x="7625" y="1146"/>
                  </a:lnTo>
                  <a:lnTo>
                    <a:pt x="7407" y="928"/>
                  </a:lnTo>
                  <a:lnTo>
                    <a:pt x="7190" y="751"/>
                  </a:lnTo>
                  <a:lnTo>
                    <a:pt x="6973" y="593"/>
                  </a:lnTo>
                  <a:lnTo>
                    <a:pt x="6736" y="435"/>
                  </a:lnTo>
                  <a:lnTo>
                    <a:pt x="6519" y="316"/>
                  </a:lnTo>
                  <a:lnTo>
                    <a:pt x="6301" y="198"/>
                  </a:lnTo>
                  <a:lnTo>
                    <a:pt x="6084" y="119"/>
                  </a:lnTo>
                  <a:lnTo>
                    <a:pt x="5906" y="59"/>
                  </a:lnTo>
                  <a:lnTo>
                    <a:pt x="5728" y="2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9"/>
            <p:cNvSpPr/>
            <p:nvPr/>
          </p:nvSpPr>
          <p:spPr>
            <a:xfrm>
              <a:off x="-1012900" y="3249225"/>
              <a:ext cx="277050" cy="358025"/>
            </a:xfrm>
            <a:custGeom>
              <a:rect b="b" l="l" r="r" t="t"/>
              <a:pathLst>
                <a:path extrusionOk="0" h="14321" w="11082">
                  <a:moveTo>
                    <a:pt x="6894" y="0"/>
                  </a:moveTo>
                  <a:lnTo>
                    <a:pt x="6716" y="20"/>
                  </a:lnTo>
                  <a:lnTo>
                    <a:pt x="6538" y="59"/>
                  </a:lnTo>
                  <a:lnTo>
                    <a:pt x="6440" y="119"/>
                  </a:lnTo>
                  <a:lnTo>
                    <a:pt x="6321" y="217"/>
                  </a:lnTo>
                  <a:lnTo>
                    <a:pt x="6183" y="356"/>
                  </a:lnTo>
                  <a:lnTo>
                    <a:pt x="6025" y="533"/>
                  </a:lnTo>
                  <a:lnTo>
                    <a:pt x="5669" y="1007"/>
                  </a:lnTo>
                  <a:lnTo>
                    <a:pt x="5254" y="1620"/>
                  </a:lnTo>
                  <a:lnTo>
                    <a:pt x="4780" y="2311"/>
                  </a:lnTo>
                  <a:lnTo>
                    <a:pt x="4287" y="3081"/>
                  </a:lnTo>
                  <a:lnTo>
                    <a:pt x="3279" y="4741"/>
                  </a:lnTo>
                  <a:lnTo>
                    <a:pt x="2311" y="6400"/>
                  </a:lnTo>
                  <a:lnTo>
                    <a:pt x="1482" y="7822"/>
                  </a:lnTo>
                  <a:lnTo>
                    <a:pt x="711" y="9204"/>
                  </a:lnTo>
                  <a:lnTo>
                    <a:pt x="652" y="9264"/>
                  </a:lnTo>
                  <a:lnTo>
                    <a:pt x="514" y="9461"/>
                  </a:lnTo>
                  <a:lnTo>
                    <a:pt x="336" y="9758"/>
                  </a:lnTo>
                  <a:lnTo>
                    <a:pt x="257" y="9935"/>
                  </a:lnTo>
                  <a:lnTo>
                    <a:pt x="178" y="10133"/>
                  </a:lnTo>
                  <a:lnTo>
                    <a:pt x="99" y="10350"/>
                  </a:lnTo>
                  <a:lnTo>
                    <a:pt x="40" y="10587"/>
                  </a:lnTo>
                  <a:lnTo>
                    <a:pt x="20" y="10844"/>
                  </a:lnTo>
                  <a:lnTo>
                    <a:pt x="0" y="11101"/>
                  </a:lnTo>
                  <a:lnTo>
                    <a:pt x="20" y="11357"/>
                  </a:lnTo>
                  <a:lnTo>
                    <a:pt x="79" y="11634"/>
                  </a:lnTo>
                  <a:lnTo>
                    <a:pt x="178" y="11930"/>
                  </a:lnTo>
                  <a:lnTo>
                    <a:pt x="316" y="12207"/>
                  </a:lnTo>
                  <a:lnTo>
                    <a:pt x="514" y="12483"/>
                  </a:lnTo>
                  <a:lnTo>
                    <a:pt x="711" y="12720"/>
                  </a:lnTo>
                  <a:lnTo>
                    <a:pt x="948" y="12957"/>
                  </a:lnTo>
                  <a:lnTo>
                    <a:pt x="1186" y="13155"/>
                  </a:lnTo>
                  <a:lnTo>
                    <a:pt x="1462" y="13352"/>
                  </a:lnTo>
                  <a:lnTo>
                    <a:pt x="1739" y="13530"/>
                  </a:lnTo>
                  <a:lnTo>
                    <a:pt x="2035" y="13668"/>
                  </a:lnTo>
                  <a:lnTo>
                    <a:pt x="2331" y="13807"/>
                  </a:lnTo>
                  <a:lnTo>
                    <a:pt x="2627" y="13925"/>
                  </a:lnTo>
                  <a:lnTo>
                    <a:pt x="2924" y="14024"/>
                  </a:lnTo>
                  <a:lnTo>
                    <a:pt x="3220" y="14103"/>
                  </a:lnTo>
                  <a:lnTo>
                    <a:pt x="3516" y="14182"/>
                  </a:lnTo>
                  <a:lnTo>
                    <a:pt x="3793" y="14241"/>
                  </a:lnTo>
                  <a:lnTo>
                    <a:pt x="4069" y="14281"/>
                  </a:lnTo>
                  <a:lnTo>
                    <a:pt x="4563" y="14320"/>
                  </a:lnTo>
                  <a:lnTo>
                    <a:pt x="4780" y="14320"/>
                  </a:lnTo>
                  <a:lnTo>
                    <a:pt x="5017" y="14301"/>
                  </a:lnTo>
                  <a:lnTo>
                    <a:pt x="5235" y="14281"/>
                  </a:lnTo>
                  <a:lnTo>
                    <a:pt x="5452" y="14241"/>
                  </a:lnTo>
                  <a:lnTo>
                    <a:pt x="5669" y="14162"/>
                  </a:lnTo>
                  <a:lnTo>
                    <a:pt x="5886" y="14103"/>
                  </a:lnTo>
                  <a:lnTo>
                    <a:pt x="6104" y="14004"/>
                  </a:lnTo>
                  <a:lnTo>
                    <a:pt x="6301" y="13905"/>
                  </a:lnTo>
                  <a:lnTo>
                    <a:pt x="6499" y="13787"/>
                  </a:lnTo>
                  <a:lnTo>
                    <a:pt x="6696" y="13649"/>
                  </a:lnTo>
                  <a:lnTo>
                    <a:pt x="6894" y="13510"/>
                  </a:lnTo>
                  <a:lnTo>
                    <a:pt x="7072" y="13352"/>
                  </a:lnTo>
                  <a:lnTo>
                    <a:pt x="7249" y="13194"/>
                  </a:lnTo>
                  <a:lnTo>
                    <a:pt x="7407" y="13017"/>
                  </a:lnTo>
                  <a:lnTo>
                    <a:pt x="7565" y="12819"/>
                  </a:lnTo>
                  <a:lnTo>
                    <a:pt x="7723" y="12622"/>
                  </a:lnTo>
                  <a:lnTo>
                    <a:pt x="8079" y="12128"/>
                  </a:lnTo>
                  <a:lnTo>
                    <a:pt x="8514" y="11456"/>
                  </a:lnTo>
                  <a:lnTo>
                    <a:pt x="8988" y="10646"/>
                  </a:lnTo>
                  <a:lnTo>
                    <a:pt x="9481" y="9738"/>
                  </a:lnTo>
                  <a:lnTo>
                    <a:pt x="9955" y="8809"/>
                  </a:lnTo>
                  <a:lnTo>
                    <a:pt x="10173" y="8335"/>
                  </a:lnTo>
                  <a:lnTo>
                    <a:pt x="10370" y="7881"/>
                  </a:lnTo>
                  <a:lnTo>
                    <a:pt x="10548" y="7427"/>
                  </a:lnTo>
                  <a:lnTo>
                    <a:pt x="10706" y="6992"/>
                  </a:lnTo>
                  <a:lnTo>
                    <a:pt x="10825" y="6577"/>
                  </a:lnTo>
                  <a:lnTo>
                    <a:pt x="10923" y="6202"/>
                  </a:lnTo>
                  <a:lnTo>
                    <a:pt x="10983" y="5847"/>
                  </a:lnTo>
                  <a:lnTo>
                    <a:pt x="11022" y="5491"/>
                  </a:lnTo>
                  <a:lnTo>
                    <a:pt x="11062" y="5155"/>
                  </a:lnTo>
                  <a:lnTo>
                    <a:pt x="11081" y="4839"/>
                  </a:lnTo>
                  <a:lnTo>
                    <a:pt x="11081" y="4523"/>
                  </a:lnTo>
                  <a:lnTo>
                    <a:pt x="11062" y="4227"/>
                  </a:lnTo>
                  <a:lnTo>
                    <a:pt x="11022" y="3950"/>
                  </a:lnTo>
                  <a:lnTo>
                    <a:pt x="10983" y="3674"/>
                  </a:lnTo>
                  <a:lnTo>
                    <a:pt x="10923" y="3397"/>
                  </a:lnTo>
                  <a:lnTo>
                    <a:pt x="10844" y="3141"/>
                  </a:lnTo>
                  <a:lnTo>
                    <a:pt x="10745" y="2904"/>
                  </a:lnTo>
                  <a:lnTo>
                    <a:pt x="10627" y="2647"/>
                  </a:lnTo>
                  <a:lnTo>
                    <a:pt x="10489" y="2410"/>
                  </a:lnTo>
                  <a:lnTo>
                    <a:pt x="10331" y="2192"/>
                  </a:lnTo>
                  <a:lnTo>
                    <a:pt x="10153" y="1955"/>
                  </a:lnTo>
                  <a:lnTo>
                    <a:pt x="9975" y="1738"/>
                  </a:lnTo>
                  <a:lnTo>
                    <a:pt x="9541" y="1323"/>
                  </a:lnTo>
                  <a:lnTo>
                    <a:pt x="9106" y="948"/>
                  </a:lnTo>
                  <a:lnTo>
                    <a:pt x="8869" y="770"/>
                  </a:lnTo>
                  <a:lnTo>
                    <a:pt x="8632" y="612"/>
                  </a:lnTo>
                  <a:lnTo>
                    <a:pt x="8415" y="474"/>
                  </a:lnTo>
                  <a:lnTo>
                    <a:pt x="8178" y="356"/>
                  </a:lnTo>
                  <a:lnTo>
                    <a:pt x="7941" y="237"/>
                  </a:lnTo>
                  <a:lnTo>
                    <a:pt x="7723" y="158"/>
                  </a:lnTo>
                  <a:lnTo>
                    <a:pt x="7506" y="79"/>
                  </a:lnTo>
                  <a:lnTo>
                    <a:pt x="7289" y="40"/>
                  </a:lnTo>
                  <a:lnTo>
                    <a:pt x="7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9"/>
            <p:cNvSpPr/>
            <p:nvPr/>
          </p:nvSpPr>
          <p:spPr>
            <a:xfrm>
              <a:off x="-1298325" y="3095150"/>
              <a:ext cx="417775" cy="434075"/>
            </a:xfrm>
            <a:custGeom>
              <a:rect b="b" l="l" r="r" t="t"/>
              <a:pathLst>
                <a:path extrusionOk="0" h="17363" w="16711">
                  <a:moveTo>
                    <a:pt x="6973" y="0"/>
                  </a:moveTo>
                  <a:lnTo>
                    <a:pt x="6519" y="40"/>
                  </a:lnTo>
                  <a:lnTo>
                    <a:pt x="6084" y="119"/>
                  </a:lnTo>
                  <a:lnTo>
                    <a:pt x="5630" y="218"/>
                  </a:lnTo>
                  <a:lnTo>
                    <a:pt x="5196" y="356"/>
                  </a:lnTo>
                  <a:lnTo>
                    <a:pt x="4781" y="514"/>
                  </a:lnTo>
                  <a:lnTo>
                    <a:pt x="4366" y="711"/>
                  </a:lnTo>
                  <a:lnTo>
                    <a:pt x="3971" y="929"/>
                  </a:lnTo>
                  <a:lnTo>
                    <a:pt x="3596" y="1166"/>
                  </a:lnTo>
                  <a:lnTo>
                    <a:pt x="3240" y="1442"/>
                  </a:lnTo>
                  <a:lnTo>
                    <a:pt x="2904" y="1739"/>
                  </a:lnTo>
                  <a:lnTo>
                    <a:pt x="2588" y="2055"/>
                  </a:lnTo>
                  <a:lnTo>
                    <a:pt x="2292" y="2390"/>
                  </a:lnTo>
                  <a:lnTo>
                    <a:pt x="1996" y="2766"/>
                  </a:lnTo>
                  <a:lnTo>
                    <a:pt x="1719" y="3161"/>
                  </a:lnTo>
                  <a:lnTo>
                    <a:pt x="1443" y="3575"/>
                  </a:lnTo>
                  <a:lnTo>
                    <a:pt x="1206" y="4010"/>
                  </a:lnTo>
                  <a:lnTo>
                    <a:pt x="969" y="4445"/>
                  </a:lnTo>
                  <a:lnTo>
                    <a:pt x="751" y="4899"/>
                  </a:lnTo>
                  <a:lnTo>
                    <a:pt x="574" y="5353"/>
                  </a:lnTo>
                  <a:lnTo>
                    <a:pt x="396" y="5807"/>
                  </a:lnTo>
                  <a:lnTo>
                    <a:pt x="258" y="6282"/>
                  </a:lnTo>
                  <a:lnTo>
                    <a:pt x="159" y="6756"/>
                  </a:lnTo>
                  <a:lnTo>
                    <a:pt x="80" y="7210"/>
                  </a:lnTo>
                  <a:lnTo>
                    <a:pt x="20" y="7664"/>
                  </a:lnTo>
                  <a:lnTo>
                    <a:pt x="1" y="8118"/>
                  </a:lnTo>
                  <a:lnTo>
                    <a:pt x="20" y="8553"/>
                  </a:lnTo>
                  <a:lnTo>
                    <a:pt x="60" y="8751"/>
                  </a:lnTo>
                  <a:lnTo>
                    <a:pt x="99" y="8968"/>
                  </a:lnTo>
                  <a:lnTo>
                    <a:pt x="159" y="9185"/>
                  </a:lnTo>
                  <a:lnTo>
                    <a:pt x="238" y="9402"/>
                  </a:lnTo>
                  <a:lnTo>
                    <a:pt x="337" y="9620"/>
                  </a:lnTo>
                  <a:lnTo>
                    <a:pt x="435" y="9837"/>
                  </a:lnTo>
                  <a:lnTo>
                    <a:pt x="692" y="10271"/>
                  </a:lnTo>
                  <a:lnTo>
                    <a:pt x="1008" y="10686"/>
                  </a:lnTo>
                  <a:lnTo>
                    <a:pt x="1344" y="11121"/>
                  </a:lnTo>
                  <a:lnTo>
                    <a:pt x="1719" y="11536"/>
                  </a:lnTo>
                  <a:lnTo>
                    <a:pt x="2134" y="11950"/>
                  </a:lnTo>
                  <a:lnTo>
                    <a:pt x="2568" y="12345"/>
                  </a:lnTo>
                  <a:lnTo>
                    <a:pt x="3023" y="12740"/>
                  </a:lnTo>
                  <a:lnTo>
                    <a:pt x="3477" y="13116"/>
                  </a:lnTo>
                  <a:lnTo>
                    <a:pt x="3931" y="13491"/>
                  </a:lnTo>
                  <a:lnTo>
                    <a:pt x="4840" y="14182"/>
                  </a:lnTo>
                  <a:lnTo>
                    <a:pt x="5670" y="14795"/>
                  </a:lnTo>
                  <a:lnTo>
                    <a:pt x="7131" y="15861"/>
                  </a:lnTo>
                  <a:lnTo>
                    <a:pt x="8277" y="16711"/>
                  </a:lnTo>
                  <a:lnTo>
                    <a:pt x="8731" y="17027"/>
                  </a:lnTo>
                  <a:lnTo>
                    <a:pt x="9067" y="17244"/>
                  </a:lnTo>
                  <a:lnTo>
                    <a:pt x="9304" y="17362"/>
                  </a:lnTo>
                  <a:lnTo>
                    <a:pt x="9403" y="17362"/>
                  </a:lnTo>
                  <a:lnTo>
                    <a:pt x="11161" y="14360"/>
                  </a:lnTo>
                  <a:lnTo>
                    <a:pt x="12504" y="12049"/>
                  </a:lnTo>
                  <a:lnTo>
                    <a:pt x="13709" y="9995"/>
                  </a:lnTo>
                  <a:lnTo>
                    <a:pt x="14933" y="7921"/>
                  </a:lnTo>
                  <a:lnTo>
                    <a:pt x="16711" y="4919"/>
                  </a:lnTo>
                  <a:lnTo>
                    <a:pt x="15822" y="4326"/>
                  </a:lnTo>
                  <a:lnTo>
                    <a:pt x="13847" y="3062"/>
                  </a:lnTo>
                  <a:lnTo>
                    <a:pt x="12682" y="2331"/>
                  </a:lnTo>
                  <a:lnTo>
                    <a:pt x="11516" y="1620"/>
                  </a:lnTo>
                  <a:lnTo>
                    <a:pt x="10450" y="988"/>
                  </a:lnTo>
                  <a:lnTo>
                    <a:pt x="9975" y="731"/>
                  </a:lnTo>
                  <a:lnTo>
                    <a:pt x="9561" y="514"/>
                  </a:lnTo>
                  <a:lnTo>
                    <a:pt x="9146" y="336"/>
                  </a:lnTo>
                  <a:lnTo>
                    <a:pt x="8731" y="198"/>
                  </a:lnTo>
                  <a:lnTo>
                    <a:pt x="8297" y="99"/>
                  </a:lnTo>
                  <a:lnTo>
                    <a:pt x="7862" y="40"/>
                  </a:lnTo>
                  <a:lnTo>
                    <a:pt x="7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9"/>
            <p:cNvSpPr/>
            <p:nvPr/>
          </p:nvSpPr>
          <p:spPr>
            <a:xfrm>
              <a:off x="-880575" y="32181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A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9"/>
            <p:cNvSpPr/>
            <p:nvPr/>
          </p:nvSpPr>
          <p:spPr>
            <a:xfrm>
              <a:off x="-1510150" y="3967200"/>
              <a:ext cx="345675" cy="325450"/>
            </a:xfrm>
            <a:custGeom>
              <a:rect b="b" l="l" r="r" t="t"/>
              <a:pathLst>
                <a:path extrusionOk="0" h="13018" w="13827">
                  <a:moveTo>
                    <a:pt x="3872" y="1"/>
                  </a:moveTo>
                  <a:lnTo>
                    <a:pt x="3259" y="1047"/>
                  </a:lnTo>
                  <a:lnTo>
                    <a:pt x="1896" y="3378"/>
                  </a:lnTo>
                  <a:lnTo>
                    <a:pt x="1185" y="4623"/>
                  </a:lnTo>
                  <a:lnTo>
                    <a:pt x="573" y="5748"/>
                  </a:lnTo>
                  <a:lnTo>
                    <a:pt x="138" y="6558"/>
                  </a:lnTo>
                  <a:lnTo>
                    <a:pt x="20" y="6815"/>
                  </a:lnTo>
                  <a:lnTo>
                    <a:pt x="0" y="6894"/>
                  </a:lnTo>
                  <a:lnTo>
                    <a:pt x="0" y="6934"/>
                  </a:lnTo>
                  <a:lnTo>
                    <a:pt x="20" y="6973"/>
                  </a:lnTo>
                  <a:lnTo>
                    <a:pt x="119" y="7052"/>
                  </a:lnTo>
                  <a:lnTo>
                    <a:pt x="494" y="7289"/>
                  </a:lnTo>
                  <a:lnTo>
                    <a:pt x="1758" y="8040"/>
                  </a:lnTo>
                  <a:lnTo>
                    <a:pt x="3536" y="9047"/>
                  </a:lnTo>
                  <a:lnTo>
                    <a:pt x="5570" y="10193"/>
                  </a:lnTo>
                  <a:lnTo>
                    <a:pt x="7624" y="11299"/>
                  </a:lnTo>
                  <a:lnTo>
                    <a:pt x="8572" y="11793"/>
                  </a:lnTo>
                  <a:lnTo>
                    <a:pt x="9442" y="12227"/>
                  </a:lnTo>
                  <a:lnTo>
                    <a:pt x="10172" y="12583"/>
                  </a:lnTo>
                  <a:lnTo>
                    <a:pt x="10745" y="12839"/>
                  </a:lnTo>
                  <a:lnTo>
                    <a:pt x="11140" y="12997"/>
                  </a:lnTo>
                  <a:lnTo>
                    <a:pt x="11259" y="13017"/>
                  </a:lnTo>
                  <a:lnTo>
                    <a:pt x="11318" y="13017"/>
                  </a:lnTo>
                  <a:lnTo>
                    <a:pt x="11397" y="12859"/>
                  </a:lnTo>
                  <a:lnTo>
                    <a:pt x="11516" y="12563"/>
                  </a:lnTo>
                  <a:lnTo>
                    <a:pt x="11832" y="11556"/>
                  </a:lnTo>
                  <a:lnTo>
                    <a:pt x="12246" y="10193"/>
                  </a:lnTo>
                  <a:lnTo>
                    <a:pt x="12681" y="8672"/>
                  </a:lnTo>
                  <a:lnTo>
                    <a:pt x="13491" y="5827"/>
                  </a:lnTo>
                  <a:lnTo>
                    <a:pt x="13827" y="4544"/>
                  </a:lnTo>
                  <a:lnTo>
                    <a:pt x="3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9"/>
            <p:cNvSpPr/>
            <p:nvPr/>
          </p:nvSpPr>
          <p:spPr>
            <a:xfrm>
              <a:off x="-1914575" y="3337100"/>
              <a:ext cx="321475" cy="387675"/>
            </a:xfrm>
            <a:custGeom>
              <a:rect b="b" l="l" r="r" t="t"/>
              <a:pathLst>
                <a:path extrusionOk="0" h="15507" w="12859">
                  <a:moveTo>
                    <a:pt x="8632" y="1"/>
                  </a:moveTo>
                  <a:lnTo>
                    <a:pt x="5985" y="1028"/>
                  </a:lnTo>
                  <a:lnTo>
                    <a:pt x="5017" y="1423"/>
                  </a:lnTo>
                  <a:lnTo>
                    <a:pt x="4978" y="1443"/>
                  </a:lnTo>
                  <a:lnTo>
                    <a:pt x="4859" y="1482"/>
                  </a:lnTo>
                  <a:lnTo>
                    <a:pt x="4820" y="1502"/>
                  </a:lnTo>
                  <a:lnTo>
                    <a:pt x="4780" y="1502"/>
                  </a:lnTo>
                  <a:lnTo>
                    <a:pt x="4780" y="1522"/>
                  </a:lnTo>
                  <a:lnTo>
                    <a:pt x="4760" y="1522"/>
                  </a:lnTo>
                  <a:lnTo>
                    <a:pt x="4721" y="1542"/>
                  </a:lnTo>
                  <a:lnTo>
                    <a:pt x="4701" y="1542"/>
                  </a:lnTo>
                  <a:lnTo>
                    <a:pt x="4662" y="1561"/>
                  </a:lnTo>
                  <a:lnTo>
                    <a:pt x="4642" y="1561"/>
                  </a:lnTo>
                  <a:lnTo>
                    <a:pt x="3437" y="2055"/>
                  </a:lnTo>
                  <a:lnTo>
                    <a:pt x="2351" y="2509"/>
                  </a:lnTo>
                  <a:lnTo>
                    <a:pt x="1482" y="2885"/>
                  </a:lnTo>
                  <a:lnTo>
                    <a:pt x="1166" y="3043"/>
                  </a:lnTo>
                  <a:lnTo>
                    <a:pt x="948" y="3141"/>
                  </a:lnTo>
                  <a:lnTo>
                    <a:pt x="0" y="3695"/>
                  </a:lnTo>
                  <a:lnTo>
                    <a:pt x="534" y="4959"/>
                  </a:lnTo>
                  <a:lnTo>
                    <a:pt x="553" y="4978"/>
                  </a:lnTo>
                  <a:lnTo>
                    <a:pt x="1047" y="6164"/>
                  </a:lnTo>
                  <a:lnTo>
                    <a:pt x="1067" y="6183"/>
                  </a:lnTo>
                  <a:lnTo>
                    <a:pt x="1087" y="6243"/>
                  </a:lnTo>
                  <a:lnTo>
                    <a:pt x="1087" y="6262"/>
                  </a:lnTo>
                  <a:lnTo>
                    <a:pt x="1106" y="6282"/>
                  </a:lnTo>
                  <a:lnTo>
                    <a:pt x="3358" y="11516"/>
                  </a:lnTo>
                  <a:lnTo>
                    <a:pt x="3733" y="12405"/>
                  </a:lnTo>
                  <a:lnTo>
                    <a:pt x="3733" y="12425"/>
                  </a:lnTo>
                  <a:lnTo>
                    <a:pt x="3753" y="12445"/>
                  </a:lnTo>
                  <a:lnTo>
                    <a:pt x="3832" y="12622"/>
                  </a:lnTo>
                  <a:lnTo>
                    <a:pt x="3832" y="12642"/>
                  </a:lnTo>
                  <a:lnTo>
                    <a:pt x="3832" y="12662"/>
                  </a:lnTo>
                  <a:lnTo>
                    <a:pt x="3852" y="12682"/>
                  </a:lnTo>
                  <a:lnTo>
                    <a:pt x="3852" y="12701"/>
                  </a:lnTo>
                  <a:lnTo>
                    <a:pt x="3872" y="12741"/>
                  </a:lnTo>
                  <a:lnTo>
                    <a:pt x="3891" y="12761"/>
                  </a:lnTo>
                  <a:lnTo>
                    <a:pt x="3911" y="12800"/>
                  </a:lnTo>
                  <a:lnTo>
                    <a:pt x="4741" y="14677"/>
                  </a:lnTo>
                  <a:lnTo>
                    <a:pt x="4997" y="15249"/>
                  </a:lnTo>
                  <a:lnTo>
                    <a:pt x="5136" y="15506"/>
                  </a:lnTo>
                  <a:lnTo>
                    <a:pt x="5175" y="15506"/>
                  </a:lnTo>
                  <a:lnTo>
                    <a:pt x="5274" y="15487"/>
                  </a:lnTo>
                  <a:lnTo>
                    <a:pt x="5412" y="15408"/>
                  </a:lnTo>
                  <a:lnTo>
                    <a:pt x="5570" y="15309"/>
                  </a:lnTo>
                  <a:lnTo>
                    <a:pt x="6025" y="15032"/>
                  </a:lnTo>
                  <a:lnTo>
                    <a:pt x="6578" y="14637"/>
                  </a:lnTo>
                  <a:lnTo>
                    <a:pt x="7921" y="13610"/>
                  </a:lnTo>
                  <a:lnTo>
                    <a:pt x="9422" y="12445"/>
                  </a:lnTo>
                  <a:lnTo>
                    <a:pt x="9442" y="12445"/>
                  </a:lnTo>
                  <a:lnTo>
                    <a:pt x="10291" y="11753"/>
                  </a:lnTo>
                  <a:lnTo>
                    <a:pt x="10331" y="11734"/>
                  </a:lnTo>
                  <a:lnTo>
                    <a:pt x="12859" y="9699"/>
                  </a:lnTo>
                  <a:lnTo>
                    <a:pt x="86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9"/>
            <p:cNvSpPr/>
            <p:nvPr/>
          </p:nvSpPr>
          <p:spPr>
            <a:xfrm>
              <a:off x="-1617800" y="3222550"/>
              <a:ext cx="250375" cy="293825"/>
            </a:xfrm>
            <a:custGeom>
              <a:rect b="b" l="l" r="r" t="t"/>
              <a:pathLst>
                <a:path extrusionOk="0" h="11753" w="10015">
                  <a:moveTo>
                    <a:pt x="6222" y="0"/>
                  </a:moveTo>
                  <a:lnTo>
                    <a:pt x="1640" y="2252"/>
                  </a:lnTo>
                  <a:lnTo>
                    <a:pt x="0" y="3062"/>
                  </a:lnTo>
                  <a:lnTo>
                    <a:pt x="1087" y="5511"/>
                  </a:lnTo>
                  <a:lnTo>
                    <a:pt x="1126" y="5630"/>
                  </a:lnTo>
                  <a:lnTo>
                    <a:pt x="1146" y="5649"/>
                  </a:lnTo>
                  <a:lnTo>
                    <a:pt x="1166" y="5709"/>
                  </a:lnTo>
                  <a:lnTo>
                    <a:pt x="1659" y="6835"/>
                  </a:lnTo>
                  <a:lnTo>
                    <a:pt x="1719" y="6953"/>
                  </a:lnTo>
                  <a:lnTo>
                    <a:pt x="1778" y="7111"/>
                  </a:lnTo>
                  <a:lnTo>
                    <a:pt x="1837" y="7230"/>
                  </a:lnTo>
                  <a:lnTo>
                    <a:pt x="1975" y="7565"/>
                  </a:lnTo>
                  <a:lnTo>
                    <a:pt x="2114" y="7862"/>
                  </a:lnTo>
                  <a:lnTo>
                    <a:pt x="2133" y="7881"/>
                  </a:lnTo>
                  <a:lnTo>
                    <a:pt x="2153" y="7960"/>
                  </a:lnTo>
                  <a:lnTo>
                    <a:pt x="2153" y="7980"/>
                  </a:lnTo>
                  <a:lnTo>
                    <a:pt x="2212" y="8079"/>
                  </a:lnTo>
                  <a:lnTo>
                    <a:pt x="2212" y="8119"/>
                  </a:lnTo>
                  <a:lnTo>
                    <a:pt x="2232" y="8158"/>
                  </a:lnTo>
                  <a:lnTo>
                    <a:pt x="2252" y="8158"/>
                  </a:lnTo>
                  <a:lnTo>
                    <a:pt x="2410" y="8553"/>
                  </a:lnTo>
                  <a:lnTo>
                    <a:pt x="2430" y="8573"/>
                  </a:lnTo>
                  <a:lnTo>
                    <a:pt x="2509" y="8751"/>
                  </a:lnTo>
                  <a:lnTo>
                    <a:pt x="2528" y="8810"/>
                  </a:lnTo>
                  <a:lnTo>
                    <a:pt x="2825" y="9481"/>
                  </a:lnTo>
                  <a:lnTo>
                    <a:pt x="2864" y="9560"/>
                  </a:lnTo>
                  <a:lnTo>
                    <a:pt x="3812" y="11753"/>
                  </a:lnTo>
                  <a:lnTo>
                    <a:pt x="4326" y="11457"/>
                  </a:lnTo>
                  <a:lnTo>
                    <a:pt x="6321" y="10271"/>
                  </a:lnTo>
                  <a:lnTo>
                    <a:pt x="10014" y="8059"/>
                  </a:lnTo>
                  <a:lnTo>
                    <a:pt x="622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9"/>
            <p:cNvSpPr/>
            <p:nvPr/>
          </p:nvSpPr>
          <p:spPr>
            <a:xfrm>
              <a:off x="-1048450" y="3187975"/>
              <a:ext cx="209875" cy="360025"/>
            </a:xfrm>
            <a:custGeom>
              <a:rect b="b" l="l" r="r" t="t"/>
              <a:pathLst>
                <a:path extrusionOk="0" h="14401" w="8395">
                  <a:moveTo>
                    <a:pt x="8237" y="1"/>
                  </a:moveTo>
                  <a:lnTo>
                    <a:pt x="8197" y="40"/>
                  </a:lnTo>
                  <a:lnTo>
                    <a:pt x="8099" y="139"/>
                  </a:lnTo>
                  <a:lnTo>
                    <a:pt x="7822" y="574"/>
                  </a:lnTo>
                  <a:lnTo>
                    <a:pt x="7388" y="1245"/>
                  </a:lnTo>
                  <a:lnTo>
                    <a:pt x="6854" y="2134"/>
                  </a:lnTo>
                  <a:lnTo>
                    <a:pt x="5531" y="4346"/>
                  </a:lnTo>
                  <a:lnTo>
                    <a:pt x="4030" y="6894"/>
                  </a:lnTo>
                  <a:lnTo>
                    <a:pt x="1264" y="11654"/>
                  </a:lnTo>
                  <a:lnTo>
                    <a:pt x="0" y="13807"/>
                  </a:lnTo>
                  <a:lnTo>
                    <a:pt x="257" y="14400"/>
                  </a:lnTo>
                  <a:lnTo>
                    <a:pt x="8375" y="179"/>
                  </a:lnTo>
                  <a:lnTo>
                    <a:pt x="8395" y="159"/>
                  </a:lnTo>
                  <a:lnTo>
                    <a:pt x="8395" y="100"/>
                  </a:lnTo>
                  <a:lnTo>
                    <a:pt x="8375" y="80"/>
                  </a:lnTo>
                  <a:lnTo>
                    <a:pt x="8355" y="40"/>
                  </a:lnTo>
                  <a:lnTo>
                    <a:pt x="8316" y="20"/>
                  </a:lnTo>
                  <a:lnTo>
                    <a:pt x="82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9"/>
            <p:cNvSpPr/>
            <p:nvPr/>
          </p:nvSpPr>
          <p:spPr>
            <a:xfrm>
              <a:off x="-1273625" y="3541050"/>
              <a:ext cx="185200" cy="231625"/>
            </a:xfrm>
            <a:custGeom>
              <a:rect b="b" l="l" r="r" t="t"/>
              <a:pathLst>
                <a:path extrusionOk="0" h="9265" w="7408">
                  <a:moveTo>
                    <a:pt x="6242" y="0"/>
                  </a:moveTo>
                  <a:lnTo>
                    <a:pt x="6084" y="20"/>
                  </a:lnTo>
                  <a:lnTo>
                    <a:pt x="5906" y="60"/>
                  </a:lnTo>
                  <a:lnTo>
                    <a:pt x="5728" y="119"/>
                  </a:lnTo>
                  <a:lnTo>
                    <a:pt x="5531" y="198"/>
                  </a:lnTo>
                  <a:lnTo>
                    <a:pt x="5096" y="376"/>
                  </a:lnTo>
                  <a:lnTo>
                    <a:pt x="4662" y="633"/>
                  </a:lnTo>
                  <a:lnTo>
                    <a:pt x="4543" y="692"/>
                  </a:lnTo>
                  <a:lnTo>
                    <a:pt x="4148" y="949"/>
                  </a:lnTo>
                  <a:lnTo>
                    <a:pt x="3733" y="1225"/>
                  </a:lnTo>
                  <a:lnTo>
                    <a:pt x="3299" y="1541"/>
                  </a:lnTo>
                  <a:lnTo>
                    <a:pt x="2884" y="1877"/>
                  </a:lnTo>
                  <a:lnTo>
                    <a:pt x="2627" y="2094"/>
                  </a:lnTo>
                  <a:lnTo>
                    <a:pt x="2371" y="2331"/>
                  </a:lnTo>
                  <a:lnTo>
                    <a:pt x="2134" y="2568"/>
                  </a:lnTo>
                  <a:lnTo>
                    <a:pt x="1916" y="2805"/>
                  </a:lnTo>
                  <a:lnTo>
                    <a:pt x="1719" y="3062"/>
                  </a:lnTo>
                  <a:lnTo>
                    <a:pt x="1521" y="3319"/>
                  </a:lnTo>
                  <a:lnTo>
                    <a:pt x="1166" y="3832"/>
                  </a:lnTo>
                  <a:lnTo>
                    <a:pt x="869" y="4346"/>
                  </a:lnTo>
                  <a:lnTo>
                    <a:pt x="593" y="4860"/>
                  </a:lnTo>
                  <a:lnTo>
                    <a:pt x="395" y="5353"/>
                  </a:lnTo>
                  <a:lnTo>
                    <a:pt x="218" y="5847"/>
                  </a:lnTo>
                  <a:lnTo>
                    <a:pt x="139" y="6104"/>
                  </a:lnTo>
                  <a:lnTo>
                    <a:pt x="99" y="6361"/>
                  </a:lnTo>
                  <a:lnTo>
                    <a:pt x="60" y="6637"/>
                  </a:lnTo>
                  <a:lnTo>
                    <a:pt x="20" y="6914"/>
                  </a:lnTo>
                  <a:lnTo>
                    <a:pt x="0" y="7487"/>
                  </a:lnTo>
                  <a:lnTo>
                    <a:pt x="20" y="8040"/>
                  </a:lnTo>
                  <a:lnTo>
                    <a:pt x="60" y="8514"/>
                  </a:lnTo>
                  <a:lnTo>
                    <a:pt x="99" y="8909"/>
                  </a:lnTo>
                  <a:lnTo>
                    <a:pt x="139" y="9264"/>
                  </a:lnTo>
                  <a:lnTo>
                    <a:pt x="909" y="8652"/>
                  </a:lnTo>
                  <a:lnTo>
                    <a:pt x="1699" y="8020"/>
                  </a:lnTo>
                  <a:lnTo>
                    <a:pt x="2588" y="7289"/>
                  </a:lnTo>
                  <a:lnTo>
                    <a:pt x="3477" y="6519"/>
                  </a:lnTo>
                  <a:lnTo>
                    <a:pt x="3891" y="6163"/>
                  </a:lnTo>
                  <a:lnTo>
                    <a:pt x="4247" y="5827"/>
                  </a:lnTo>
                  <a:lnTo>
                    <a:pt x="4563" y="5511"/>
                  </a:lnTo>
                  <a:lnTo>
                    <a:pt x="4780" y="5255"/>
                  </a:lnTo>
                  <a:lnTo>
                    <a:pt x="4919" y="5057"/>
                  </a:lnTo>
                  <a:lnTo>
                    <a:pt x="4958" y="4978"/>
                  </a:lnTo>
                  <a:lnTo>
                    <a:pt x="4958" y="4919"/>
                  </a:lnTo>
                  <a:lnTo>
                    <a:pt x="4938" y="4721"/>
                  </a:lnTo>
                  <a:lnTo>
                    <a:pt x="4938" y="4524"/>
                  </a:lnTo>
                  <a:lnTo>
                    <a:pt x="4958" y="4346"/>
                  </a:lnTo>
                  <a:lnTo>
                    <a:pt x="5017" y="4168"/>
                  </a:lnTo>
                  <a:lnTo>
                    <a:pt x="5116" y="3990"/>
                  </a:lnTo>
                  <a:lnTo>
                    <a:pt x="5215" y="3852"/>
                  </a:lnTo>
                  <a:lnTo>
                    <a:pt x="5333" y="3694"/>
                  </a:lnTo>
                  <a:lnTo>
                    <a:pt x="5452" y="3556"/>
                  </a:lnTo>
                  <a:lnTo>
                    <a:pt x="5768" y="3279"/>
                  </a:lnTo>
                  <a:lnTo>
                    <a:pt x="6084" y="3042"/>
                  </a:lnTo>
                  <a:lnTo>
                    <a:pt x="6400" y="2805"/>
                  </a:lnTo>
                  <a:lnTo>
                    <a:pt x="6696" y="2568"/>
                  </a:lnTo>
                  <a:lnTo>
                    <a:pt x="6914" y="2371"/>
                  </a:lnTo>
                  <a:lnTo>
                    <a:pt x="7072" y="2173"/>
                  </a:lnTo>
                  <a:lnTo>
                    <a:pt x="7210" y="1976"/>
                  </a:lnTo>
                  <a:lnTo>
                    <a:pt x="7309" y="1778"/>
                  </a:lnTo>
                  <a:lnTo>
                    <a:pt x="7368" y="1581"/>
                  </a:lnTo>
                  <a:lnTo>
                    <a:pt x="7407" y="1383"/>
                  </a:lnTo>
                  <a:lnTo>
                    <a:pt x="7407" y="1205"/>
                  </a:lnTo>
                  <a:lnTo>
                    <a:pt x="7388" y="1008"/>
                  </a:lnTo>
                  <a:lnTo>
                    <a:pt x="7348" y="850"/>
                  </a:lnTo>
                  <a:lnTo>
                    <a:pt x="7269" y="672"/>
                  </a:lnTo>
                  <a:lnTo>
                    <a:pt x="7190" y="534"/>
                  </a:lnTo>
                  <a:lnTo>
                    <a:pt x="7091" y="396"/>
                  </a:lnTo>
                  <a:lnTo>
                    <a:pt x="6993" y="277"/>
                  </a:lnTo>
                  <a:lnTo>
                    <a:pt x="6874" y="178"/>
                  </a:lnTo>
                  <a:lnTo>
                    <a:pt x="6756" y="99"/>
                  </a:lnTo>
                  <a:lnTo>
                    <a:pt x="6617" y="40"/>
                  </a:lnTo>
                  <a:lnTo>
                    <a:pt x="6479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9"/>
            <p:cNvSpPr/>
            <p:nvPr/>
          </p:nvSpPr>
          <p:spPr>
            <a:xfrm>
              <a:off x="-1191650" y="3522275"/>
              <a:ext cx="165925" cy="240025"/>
            </a:xfrm>
            <a:custGeom>
              <a:rect b="b" l="l" r="r" t="t"/>
              <a:pathLst>
                <a:path extrusionOk="0" h="9601" w="6637">
                  <a:moveTo>
                    <a:pt x="5570" y="1"/>
                  </a:moveTo>
                  <a:lnTo>
                    <a:pt x="5531" y="21"/>
                  </a:lnTo>
                  <a:lnTo>
                    <a:pt x="5412" y="119"/>
                  </a:lnTo>
                  <a:lnTo>
                    <a:pt x="5215" y="396"/>
                  </a:lnTo>
                  <a:lnTo>
                    <a:pt x="4543" y="1344"/>
                  </a:lnTo>
                  <a:lnTo>
                    <a:pt x="3654" y="2667"/>
                  </a:lnTo>
                  <a:lnTo>
                    <a:pt x="2667" y="4208"/>
                  </a:lnTo>
                  <a:lnTo>
                    <a:pt x="1679" y="5749"/>
                  </a:lnTo>
                  <a:lnTo>
                    <a:pt x="830" y="7131"/>
                  </a:lnTo>
                  <a:lnTo>
                    <a:pt x="237" y="8159"/>
                  </a:lnTo>
                  <a:lnTo>
                    <a:pt x="59" y="8475"/>
                  </a:lnTo>
                  <a:lnTo>
                    <a:pt x="20" y="8573"/>
                  </a:lnTo>
                  <a:lnTo>
                    <a:pt x="0" y="8652"/>
                  </a:lnTo>
                  <a:lnTo>
                    <a:pt x="20" y="8731"/>
                  </a:lnTo>
                  <a:lnTo>
                    <a:pt x="40" y="8810"/>
                  </a:lnTo>
                  <a:lnTo>
                    <a:pt x="79" y="8889"/>
                  </a:lnTo>
                  <a:lnTo>
                    <a:pt x="138" y="8968"/>
                  </a:lnTo>
                  <a:lnTo>
                    <a:pt x="296" y="9126"/>
                  </a:lnTo>
                  <a:lnTo>
                    <a:pt x="474" y="9265"/>
                  </a:lnTo>
                  <a:lnTo>
                    <a:pt x="672" y="9383"/>
                  </a:lnTo>
                  <a:lnTo>
                    <a:pt x="869" y="9482"/>
                  </a:lnTo>
                  <a:lnTo>
                    <a:pt x="1027" y="9561"/>
                  </a:lnTo>
                  <a:lnTo>
                    <a:pt x="1146" y="9600"/>
                  </a:lnTo>
                  <a:lnTo>
                    <a:pt x="1185" y="9581"/>
                  </a:lnTo>
                  <a:lnTo>
                    <a:pt x="1264" y="9521"/>
                  </a:lnTo>
                  <a:lnTo>
                    <a:pt x="1462" y="9265"/>
                  </a:lnTo>
                  <a:lnTo>
                    <a:pt x="1738" y="8870"/>
                  </a:lnTo>
                  <a:lnTo>
                    <a:pt x="2094" y="8336"/>
                  </a:lnTo>
                  <a:lnTo>
                    <a:pt x="2963" y="6993"/>
                  </a:lnTo>
                  <a:lnTo>
                    <a:pt x="3931" y="5433"/>
                  </a:lnTo>
                  <a:lnTo>
                    <a:pt x="4899" y="3853"/>
                  </a:lnTo>
                  <a:lnTo>
                    <a:pt x="5748" y="2450"/>
                  </a:lnTo>
                  <a:lnTo>
                    <a:pt x="6360" y="1423"/>
                  </a:lnTo>
                  <a:lnTo>
                    <a:pt x="6617" y="929"/>
                  </a:lnTo>
                  <a:lnTo>
                    <a:pt x="6637" y="870"/>
                  </a:lnTo>
                  <a:lnTo>
                    <a:pt x="6617" y="791"/>
                  </a:lnTo>
                  <a:lnTo>
                    <a:pt x="6578" y="712"/>
                  </a:lnTo>
                  <a:lnTo>
                    <a:pt x="6538" y="633"/>
                  </a:lnTo>
                  <a:lnTo>
                    <a:pt x="6380" y="455"/>
                  </a:lnTo>
                  <a:lnTo>
                    <a:pt x="6202" y="317"/>
                  </a:lnTo>
                  <a:lnTo>
                    <a:pt x="5985" y="179"/>
                  </a:lnTo>
                  <a:lnTo>
                    <a:pt x="5788" y="80"/>
                  </a:lnTo>
                  <a:lnTo>
                    <a:pt x="5629" y="21"/>
                  </a:lnTo>
                  <a:lnTo>
                    <a:pt x="5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9"/>
            <p:cNvSpPr/>
            <p:nvPr/>
          </p:nvSpPr>
          <p:spPr>
            <a:xfrm>
              <a:off x="-1258325" y="3556850"/>
              <a:ext cx="279025" cy="311125"/>
            </a:xfrm>
            <a:custGeom>
              <a:rect b="b" l="l" r="r" t="t"/>
              <a:pathLst>
                <a:path extrusionOk="0" h="12445" w="11161">
                  <a:moveTo>
                    <a:pt x="9087" y="1"/>
                  </a:moveTo>
                  <a:lnTo>
                    <a:pt x="9008" y="40"/>
                  </a:lnTo>
                  <a:lnTo>
                    <a:pt x="8948" y="60"/>
                  </a:lnTo>
                  <a:lnTo>
                    <a:pt x="8850" y="159"/>
                  </a:lnTo>
                  <a:lnTo>
                    <a:pt x="8751" y="257"/>
                  </a:lnTo>
                  <a:lnTo>
                    <a:pt x="8692" y="376"/>
                  </a:lnTo>
                  <a:lnTo>
                    <a:pt x="8632" y="514"/>
                  </a:lnTo>
                  <a:lnTo>
                    <a:pt x="8514" y="810"/>
                  </a:lnTo>
                  <a:lnTo>
                    <a:pt x="8375" y="1146"/>
                  </a:lnTo>
                  <a:lnTo>
                    <a:pt x="8138" y="1640"/>
                  </a:lnTo>
                  <a:lnTo>
                    <a:pt x="7822" y="2252"/>
                  </a:lnTo>
                  <a:lnTo>
                    <a:pt x="7487" y="2805"/>
                  </a:lnTo>
                  <a:lnTo>
                    <a:pt x="7348" y="3003"/>
                  </a:lnTo>
                  <a:lnTo>
                    <a:pt x="7269" y="3121"/>
                  </a:lnTo>
                  <a:lnTo>
                    <a:pt x="7092" y="3279"/>
                  </a:lnTo>
                  <a:lnTo>
                    <a:pt x="6855" y="3437"/>
                  </a:lnTo>
                  <a:lnTo>
                    <a:pt x="6558" y="3615"/>
                  </a:lnTo>
                  <a:lnTo>
                    <a:pt x="6163" y="3813"/>
                  </a:lnTo>
                  <a:lnTo>
                    <a:pt x="5827" y="3951"/>
                  </a:lnTo>
                  <a:lnTo>
                    <a:pt x="5551" y="4030"/>
                  </a:lnTo>
                  <a:lnTo>
                    <a:pt x="5294" y="4089"/>
                  </a:lnTo>
                  <a:lnTo>
                    <a:pt x="5097" y="4109"/>
                  </a:lnTo>
                  <a:lnTo>
                    <a:pt x="4919" y="4089"/>
                  </a:lnTo>
                  <a:lnTo>
                    <a:pt x="4781" y="4050"/>
                  </a:lnTo>
                  <a:lnTo>
                    <a:pt x="4662" y="3990"/>
                  </a:lnTo>
                  <a:lnTo>
                    <a:pt x="4583" y="3931"/>
                  </a:lnTo>
                  <a:lnTo>
                    <a:pt x="4504" y="3852"/>
                  </a:lnTo>
                  <a:lnTo>
                    <a:pt x="4465" y="3773"/>
                  </a:lnTo>
                  <a:lnTo>
                    <a:pt x="4445" y="3674"/>
                  </a:lnTo>
                  <a:lnTo>
                    <a:pt x="4425" y="3595"/>
                  </a:lnTo>
                  <a:lnTo>
                    <a:pt x="4405" y="3477"/>
                  </a:lnTo>
                  <a:lnTo>
                    <a:pt x="4425" y="3418"/>
                  </a:lnTo>
                  <a:lnTo>
                    <a:pt x="2233" y="5610"/>
                  </a:lnTo>
                  <a:lnTo>
                    <a:pt x="731" y="7151"/>
                  </a:lnTo>
                  <a:lnTo>
                    <a:pt x="218" y="7684"/>
                  </a:lnTo>
                  <a:lnTo>
                    <a:pt x="60" y="7862"/>
                  </a:lnTo>
                  <a:lnTo>
                    <a:pt x="1" y="7941"/>
                  </a:lnTo>
                  <a:lnTo>
                    <a:pt x="1" y="7961"/>
                  </a:lnTo>
                  <a:lnTo>
                    <a:pt x="40" y="8020"/>
                  </a:lnTo>
                  <a:lnTo>
                    <a:pt x="198" y="8178"/>
                  </a:lnTo>
                  <a:lnTo>
                    <a:pt x="810" y="8711"/>
                  </a:lnTo>
                  <a:lnTo>
                    <a:pt x="1699" y="9422"/>
                  </a:lnTo>
                  <a:lnTo>
                    <a:pt x="2746" y="10212"/>
                  </a:lnTo>
                  <a:lnTo>
                    <a:pt x="4721" y="11714"/>
                  </a:lnTo>
                  <a:lnTo>
                    <a:pt x="5709" y="12425"/>
                  </a:lnTo>
                  <a:lnTo>
                    <a:pt x="5788" y="12444"/>
                  </a:lnTo>
                  <a:lnTo>
                    <a:pt x="5887" y="12425"/>
                  </a:lnTo>
                  <a:lnTo>
                    <a:pt x="6223" y="12326"/>
                  </a:lnTo>
                  <a:lnTo>
                    <a:pt x="6677" y="12128"/>
                  </a:lnTo>
                  <a:lnTo>
                    <a:pt x="7190" y="11891"/>
                  </a:lnTo>
                  <a:lnTo>
                    <a:pt x="7743" y="11615"/>
                  </a:lnTo>
                  <a:lnTo>
                    <a:pt x="8296" y="11299"/>
                  </a:lnTo>
                  <a:lnTo>
                    <a:pt x="8810" y="11002"/>
                  </a:lnTo>
                  <a:lnTo>
                    <a:pt x="9225" y="10706"/>
                  </a:lnTo>
                  <a:lnTo>
                    <a:pt x="9758" y="10272"/>
                  </a:lnTo>
                  <a:lnTo>
                    <a:pt x="9936" y="10114"/>
                  </a:lnTo>
                  <a:lnTo>
                    <a:pt x="10074" y="9995"/>
                  </a:lnTo>
                  <a:lnTo>
                    <a:pt x="10153" y="9877"/>
                  </a:lnTo>
                  <a:lnTo>
                    <a:pt x="10232" y="9778"/>
                  </a:lnTo>
                  <a:lnTo>
                    <a:pt x="10370" y="9521"/>
                  </a:lnTo>
                  <a:lnTo>
                    <a:pt x="10469" y="9304"/>
                  </a:lnTo>
                  <a:lnTo>
                    <a:pt x="10588" y="9027"/>
                  </a:lnTo>
                  <a:lnTo>
                    <a:pt x="10825" y="8296"/>
                  </a:lnTo>
                  <a:lnTo>
                    <a:pt x="11022" y="7566"/>
                  </a:lnTo>
                  <a:lnTo>
                    <a:pt x="11082" y="7269"/>
                  </a:lnTo>
                  <a:lnTo>
                    <a:pt x="11121" y="7072"/>
                  </a:lnTo>
                  <a:lnTo>
                    <a:pt x="11141" y="6795"/>
                  </a:lnTo>
                  <a:lnTo>
                    <a:pt x="11141" y="6539"/>
                  </a:lnTo>
                  <a:lnTo>
                    <a:pt x="11121" y="6282"/>
                  </a:lnTo>
                  <a:lnTo>
                    <a:pt x="11121" y="6222"/>
                  </a:lnTo>
                  <a:lnTo>
                    <a:pt x="11141" y="6025"/>
                  </a:lnTo>
                  <a:lnTo>
                    <a:pt x="11161" y="5669"/>
                  </a:lnTo>
                  <a:lnTo>
                    <a:pt x="11121" y="5136"/>
                  </a:lnTo>
                  <a:lnTo>
                    <a:pt x="11082" y="4840"/>
                  </a:lnTo>
                  <a:lnTo>
                    <a:pt x="11022" y="4563"/>
                  </a:lnTo>
                  <a:lnTo>
                    <a:pt x="10943" y="4129"/>
                  </a:lnTo>
                  <a:lnTo>
                    <a:pt x="10864" y="3852"/>
                  </a:lnTo>
                  <a:lnTo>
                    <a:pt x="10825" y="3753"/>
                  </a:lnTo>
                  <a:lnTo>
                    <a:pt x="10805" y="3477"/>
                  </a:lnTo>
                  <a:lnTo>
                    <a:pt x="10785" y="3260"/>
                  </a:lnTo>
                  <a:lnTo>
                    <a:pt x="10726" y="3082"/>
                  </a:lnTo>
                  <a:lnTo>
                    <a:pt x="10667" y="2963"/>
                  </a:lnTo>
                  <a:lnTo>
                    <a:pt x="10588" y="2865"/>
                  </a:lnTo>
                  <a:lnTo>
                    <a:pt x="10548" y="2805"/>
                  </a:lnTo>
                  <a:lnTo>
                    <a:pt x="10489" y="2786"/>
                  </a:lnTo>
                  <a:lnTo>
                    <a:pt x="10548" y="2549"/>
                  </a:lnTo>
                  <a:lnTo>
                    <a:pt x="10588" y="2292"/>
                  </a:lnTo>
                  <a:lnTo>
                    <a:pt x="10647" y="1996"/>
                  </a:lnTo>
                  <a:lnTo>
                    <a:pt x="10667" y="1660"/>
                  </a:lnTo>
                  <a:lnTo>
                    <a:pt x="10667" y="1324"/>
                  </a:lnTo>
                  <a:lnTo>
                    <a:pt x="10647" y="1166"/>
                  </a:lnTo>
                  <a:lnTo>
                    <a:pt x="10607" y="1008"/>
                  </a:lnTo>
                  <a:lnTo>
                    <a:pt x="10548" y="870"/>
                  </a:lnTo>
                  <a:lnTo>
                    <a:pt x="10489" y="751"/>
                  </a:lnTo>
                  <a:lnTo>
                    <a:pt x="10410" y="633"/>
                  </a:lnTo>
                  <a:lnTo>
                    <a:pt x="10331" y="534"/>
                  </a:lnTo>
                  <a:lnTo>
                    <a:pt x="10114" y="356"/>
                  </a:lnTo>
                  <a:lnTo>
                    <a:pt x="9916" y="198"/>
                  </a:lnTo>
                  <a:lnTo>
                    <a:pt x="9679" y="99"/>
                  </a:lnTo>
                  <a:lnTo>
                    <a:pt x="9462" y="20"/>
                  </a:lnTo>
                  <a:lnTo>
                    <a:pt x="9264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9"/>
            <p:cNvSpPr/>
            <p:nvPr/>
          </p:nvSpPr>
          <p:spPr>
            <a:xfrm>
              <a:off x="-1024250" y="3626475"/>
              <a:ext cx="29150" cy="64725"/>
            </a:xfrm>
            <a:custGeom>
              <a:rect b="b" l="l" r="r" t="t"/>
              <a:pathLst>
                <a:path extrusionOk="0" h="2589" w="1166">
                  <a:moveTo>
                    <a:pt x="1126" y="1"/>
                  </a:moveTo>
                  <a:lnTo>
                    <a:pt x="948" y="573"/>
                  </a:lnTo>
                  <a:lnTo>
                    <a:pt x="790" y="1067"/>
                  </a:lnTo>
                  <a:lnTo>
                    <a:pt x="691" y="1344"/>
                  </a:lnTo>
                  <a:lnTo>
                    <a:pt x="593" y="1601"/>
                  </a:lnTo>
                  <a:lnTo>
                    <a:pt x="474" y="1818"/>
                  </a:lnTo>
                  <a:lnTo>
                    <a:pt x="356" y="2035"/>
                  </a:lnTo>
                  <a:lnTo>
                    <a:pt x="138" y="2351"/>
                  </a:lnTo>
                  <a:lnTo>
                    <a:pt x="20" y="2549"/>
                  </a:lnTo>
                  <a:lnTo>
                    <a:pt x="0" y="2588"/>
                  </a:lnTo>
                  <a:lnTo>
                    <a:pt x="40" y="2588"/>
                  </a:lnTo>
                  <a:lnTo>
                    <a:pt x="119" y="2529"/>
                  </a:lnTo>
                  <a:lnTo>
                    <a:pt x="198" y="2430"/>
                  </a:lnTo>
                  <a:lnTo>
                    <a:pt x="316" y="2292"/>
                  </a:lnTo>
                  <a:lnTo>
                    <a:pt x="435" y="2114"/>
                  </a:lnTo>
                  <a:lnTo>
                    <a:pt x="691" y="1660"/>
                  </a:lnTo>
                  <a:lnTo>
                    <a:pt x="830" y="1383"/>
                  </a:lnTo>
                  <a:lnTo>
                    <a:pt x="968" y="1087"/>
                  </a:lnTo>
                  <a:lnTo>
                    <a:pt x="1067" y="810"/>
                  </a:lnTo>
                  <a:lnTo>
                    <a:pt x="1126" y="573"/>
                  </a:lnTo>
                  <a:lnTo>
                    <a:pt x="1165" y="396"/>
                  </a:lnTo>
                  <a:lnTo>
                    <a:pt x="1165" y="238"/>
                  </a:lnTo>
                  <a:lnTo>
                    <a:pt x="1165" y="119"/>
                  </a:lnTo>
                  <a:lnTo>
                    <a:pt x="1146" y="40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9"/>
            <p:cNvSpPr/>
            <p:nvPr/>
          </p:nvSpPr>
          <p:spPr>
            <a:xfrm>
              <a:off x="-1007475" y="3650675"/>
              <a:ext cx="21250" cy="81500"/>
            </a:xfrm>
            <a:custGeom>
              <a:rect b="b" l="l" r="r" t="t"/>
              <a:pathLst>
                <a:path extrusionOk="0" h="3260" w="850">
                  <a:moveTo>
                    <a:pt x="771" y="0"/>
                  </a:moveTo>
                  <a:lnTo>
                    <a:pt x="751" y="99"/>
                  </a:lnTo>
                  <a:lnTo>
                    <a:pt x="731" y="494"/>
                  </a:lnTo>
                  <a:lnTo>
                    <a:pt x="712" y="751"/>
                  </a:lnTo>
                  <a:lnTo>
                    <a:pt x="692" y="1067"/>
                  </a:lnTo>
                  <a:lnTo>
                    <a:pt x="633" y="1403"/>
                  </a:lnTo>
                  <a:lnTo>
                    <a:pt x="554" y="1739"/>
                  </a:lnTo>
                  <a:lnTo>
                    <a:pt x="396" y="2292"/>
                  </a:lnTo>
                  <a:lnTo>
                    <a:pt x="297" y="2588"/>
                  </a:lnTo>
                  <a:lnTo>
                    <a:pt x="198" y="2766"/>
                  </a:lnTo>
                  <a:lnTo>
                    <a:pt x="80" y="2924"/>
                  </a:lnTo>
                  <a:lnTo>
                    <a:pt x="20" y="3082"/>
                  </a:lnTo>
                  <a:lnTo>
                    <a:pt x="1" y="3161"/>
                  </a:lnTo>
                  <a:lnTo>
                    <a:pt x="20" y="3240"/>
                  </a:lnTo>
                  <a:lnTo>
                    <a:pt x="40" y="3260"/>
                  </a:lnTo>
                  <a:lnTo>
                    <a:pt x="80" y="3220"/>
                  </a:lnTo>
                  <a:lnTo>
                    <a:pt x="139" y="3161"/>
                  </a:lnTo>
                  <a:lnTo>
                    <a:pt x="198" y="3042"/>
                  </a:lnTo>
                  <a:lnTo>
                    <a:pt x="277" y="2884"/>
                  </a:lnTo>
                  <a:lnTo>
                    <a:pt x="376" y="2647"/>
                  </a:lnTo>
                  <a:lnTo>
                    <a:pt x="494" y="2331"/>
                  </a:lnTo>
                  <a:lnTo>
                    <a:pt x="613" y="1956"/>
                  </a:lnTo>
                  <a:lnTo>
                    <a:pt x="712" y="1561"/>
                  </a:lnTo>
                  <a:lnTo>
                    <a:pt x="791" y="1205"/>
                  </a:lnTo>
                  <a:lnTo>
                    <a:pt x="830" y="870"/>
                  </a:lnTo>
                  <a:lnTo>
                    <a:pt x="850" y="593"/>
                  </a:lnTo>
                  <a:lnTo>
                    <a:pt x="850" y="356"/>
                  </a:lnTo>
                  <a:lnTo>
                    <a:pt x="830" y="178"/>
                  </a:lnTo>
                  <a:lnTo>
                    <a:pt x="811" y="60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9"/>
            <p:cNvSpPr/>
            <p:nvPr/>
          </p:nvSpPr>
          <p:spPr>
            <a:xfrm>
              <a:off x="-1004025" y="3711400"/>
              <a:ext cx="23250" cy="67200"/>
            </a:xfrm>
            <a:custGeom>
              <a:rect b="b" l="l" r="r" t="t"/>
              <a:pathLst>
                <a:path extrusionOk="0" h="2688" w="930">
                  <a:moveTo>
                    <a:pt x="910" y="1"/>
                  </a:moveTo>
                  <a:lnTo>
                    <a:pt x="870" y="60"/>
                  </a:lnTo>
                  <a:lnTo>
                    <a:pt x="811" y="337"/>
                  </a:lnTo>
                  <a:lnTo>
                    <a:pt x="712" y="771"/>
                  </a:lnTo>
                  <a:lnTo>
                    <a:pt x="574" y="1344"/>
                  </a:lnTo>
                  <a:lnTo>
                    <a:pt x="475" y="1621"/>
                  </a:lnTo>
                  <a:lnTo>
                    <a:pt x="376" y="1877"/>
                  </a:lnTo>
                  <a:lnTo>
                    <a:pt x="198" y="2272"/>
                  </a:lnTo>
                  <a:lnTo>
                    <a:pt x="60" y="2529"/>
                  </a:lnTo>
                  <a:lnTo>
                    <a:pt x="1" y="2608"/>
                  </a:lnTo>
                  <a:lnTo>
                    <a:pt x="21" y="2668"/>
                  </a:lnTo>
                  <a:lnTo>
                    <a:pt x="40" y="2687"/>
                  </a:lnTo>
                  <a:lnTo>
                    <a:pt x="60" y="2687"/>
                  </a:lnTo>
                  <a:lnTo>
                    <a:pt x="119" y="2648"/>
                  </a:lnTo>
                  <a:lnTo>
                    <a:pt x="198" y="2549"/>
                  </a:lnTo>
                  <a:lnTo>
                    <a:pt x="277" y="2411"/>
                  </a:lnTo>
                  <a:lnTo>
                    <a:pt x="356" y="2213"/>
                  </a:lnTo>
                  <a:lnTo>
                    <a:pt x="455" y="2016"/>
                  </a:lnTo>
                  <a:lnTo>
                    <a:pt x="534" y="1759"/>
                  </a:lnTo>
                  <a:lnTo>
                    <a:pt x="692" y="1206"/>
                  </a:lnTo>
                  <a:lnTo>
                    <a:pt x="831" y="653"/>
                  </a:lnTo>
                  <a:lnTo>
                    <a:pt x="910" y="218"/>
                  </a:lnTo>
                  <a:lnTo>
                    <a:pt x="929" y="60"/>
                  </a:lnTo>
                  <a:lnTo>
                    <a:pt x="91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9"/>
            <p:cNvSpPr/>
            <p:nvPr/>
          </p:nvSpPr>
          <p:spPr>
            <a:xfrm>
              <a:off x="-1361025" y="3708950"/>
              <a:ext cx="279500" cy="288400"/>
            </a:xfrm>
            <a:custGeom>
              <a:rect b="b" l="l" r="r" t="t"/>
              <a:pathLst>
                <a:path extrusionOk="0" h="11536" w="11180">
                  <a:moveTo>
                    <a:pt x="4148" y="0"/>
                  </a:moveTo>
                  <a:lnTo>
                    <a:pt x="1185" y="5057"/>
                  </a:lnTo>
                  <a:lnTo>
                    <a:pt x="0" y="7071"/>
                  </a:lnTo>
                  <a:lnTo>
                    <a:pt x="0" y="7091"/>
                  </a:lnTo>
                  <a:lnTo>
                    <a:pt x="40" y="7131"/>
                  </a:lnTo>
                  <a:lnTo>
                    <a:pt x="178" y="7190"/>
                  </a:lnTo>
                  <a:lnTo>
                    <a:pt x="198" y="7210"/>
                  </a:lnTo>
                  <a:lnTo>
                    <a:pt x="277" y="7249"/>
                  </a:lnTo>
                  <a:lnTo>
                    <a:pt x="553" y="7407"/>
                  </a:lnTo>
                  <a:lnTo>
                    <a:pt x="573" y="7407"/>
                  </a:lnTo>
                  <a:lnTo>
                    <a:pt x="672" y="7467"/>
                  </a:lnTo>
                  <a:lnTo>
                    <a:pt x="948" y="7625"/>
                  </a:lnTo>
                  <a:lnTo>
                    <a:pt x="988" y="7625"/>
                  </a:lnTo>
                  <a:lnTo>
                    <a:pt x="1008" y="7644"/>
                  </a:lnTo>
                  <a:lnTo>
                    <a:pt x="1245" y="7763"/>
                  </a:lnTo>
                  <a:lnTo>
                    <a:pt x="1896" y="8118"/>
                  </a:lnTo>
                  <a:lnTo>
                    <a:pt x="1936" y="8138"/>
                  </a:lnTo>
                  <a:lnTo>
                    <a:pt x="1956" y="8158"/>
                  </a:lnTo>
                  <a:lnTo>
                    <a:pt x="1995" y="8178"/>
                  </a:lnTo>
                  <a:lnTo>
                    <a:pt x="2193" y="8276"/>
                  </a:lnTo>
                  <a:lnTo>
                    <a:pt x="2489" y="8434"/>
                  </a:lnTo>
                  <a:lnTo>
                    <a:pt x="2785" y="8573"/>
                  </a:lnTo>
                  <a:lnTo>
                    <a:pt x="2845" y="8612"/>
                  </a:lnTo>
                  <a:lnTo>
                    <a:pt x="2963" y="8671"/>
                  </a:lnTo>
                  <a:lnTo>
                    <a:pt x="3003" y="8711"/>
                  </a:lnTo>
                  <a:lnTo>
                    <a:pt x="3121" y="8750"/>
                  </a:lnTo>
                  <a:lnTo>
                    <a:pt x="3161" y="8770"/>
                  </a:lnTo>
                  <a:lnTo>
                    <a:pt x="3220" y="8810"/>
                  </a:lnTo>
                  <a:lnTo>
                    <a:pt x="3299" y="8849"/>
                  </a:lnTo>
                  <a:lnTo>
                    <a:pt x="3358" y="8889"/>
                  </a:lnTo>
                  <a:lnTo>
                    <a:pt x="3615" y="9027"/>
                  </a:lnTo>
                  <a:lnTo>
                    <a:pt x="3753" y="9086"/>
                  </a:lnTo>
                  <a:lnTo>
                    <a:pt x="3773" y="9106"/>
                  </a:lnTo>
                  <a:lnTo>
                    <a:pt x="6992" y="10765"/>
                  </a:lnTo>
                  <a:lnTo>
                    <a:pt x="8118" y="11338"/>
                  </a:lnTo>
                  <a:lnTo>
                    <a:pt x="8434" y="11476"/>
                  </a:lnTo>
                  <a:lnTo>
                    <a:pt x="8573" y="11535"/>
                  </a:lnTo>
                  <a:lnTo>
                    <a:pt x="8671" y="11318"/>
                  </a:lnTo>
                  <a:lnTo>
                    <a:pt x="8928" y="10785"/>
                  </a:lnTo>
                  <a:lnTo>
                    <a:pt x="9066" y="10508"/>
                  </a:lnTo>
                  <a:lnTo>
                    <a:pt x="9106" y="10410"/>
                  </a:lnTo>
                  <a:lnTo>
                    <a:pt x="9106" y="10390"/>
                  </a:lnTo>
                  <a:lnTo>
                    <a:pt x="9323" y="9936"/>
                  </a:lnTo>
                  <a:lnTo>
                    <a:pt x="9718" y="9086"/>
                  </a:lnTo>
                  <a:lnTo>
                    <a:pt x="11180" y="5867"/>
                  </a:lnTo>
                  <a:lnTo>
                    <a:pt x="4148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9"/>
            <p:cNvSpPr/>
            <p:nvPr/>
          </p:nvSpPr>
          <p:spPr>
            <a:xfrm>
              <a:off x="-1360050" y="389362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9"/>
            <p:cNvSpPr/>
            <p:nvPr/>
          </p:nvSpPr>
          <p:spPr>
            <a:xfrm>
              <a:off x="-1104250" y="39474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9"/>
            <p:cNvSpPr/>
            <p:nvPr/>
          </p:nvSpPr>
          <p:spPr>
            <a:xfrm>
              <a:off x="-1300800" y="3924250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21" y="0"/>
                  </a:moveTo>
                  <a:lnTo>
                    <a:pt x="2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9"/>
            <p:cNvSpPr/>
            <p:nvPr/>
          </p:nvSpPr>
          <p:spPr>
            <a:xfrm>
              <a:off x="-1190675" y="39647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1"/>
                  </a:move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9"/>
            <p:cNvSpPr/>
            <p:nvPr/>
          </p:nvSpPr>
          <p:spPr>
            <a:xfrm>
              <a:off x="-1270675" y="39341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9"/>
            <p:cNvSpPr/>
            <p:nvPr/>
          </p:nvSpPr>
          <p:spPr>
            <a:xfrm>
              <a:off x="-1139325" y="3971650"/>
              <a:ext cx="4975" cy="6925"/>
            </a:xfrm>
            <a:custGeom>
              <a:rect b="b" l="l" r="r" t="t"/>
              <a:pathLst>
                <a:path extrusionOk="0" h="277" w="199">
                  <a:moveTo>
                    <a:pt x="198" y="0"/>
                  </a:moveTo>
                  <a:lnTo>
                    <a:pt x="100" y="99"/>
                  </a:lnTo>
                  <a:lnTo>
                    <a:pt x="1" y="178"/>
                  </a:lnTo>
                  <a:lnTo>
                    <a:pt x="60" y="277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9"/>
            <p:cNvSpPr/>
            <p:nvPr/>
          </p:nvSpPr>
          <p:spPr>
            <a:xfrm>
              <a:off x="-1133400" y="39686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9"/>
            <p:cNvSpPr/>
            <p:nvPr/>
          </p:nvSpPr>
          <p:spPr>
            <a:xfrm>
              <a:off x="-1361525" y="3832400"/>
              <a:ext cx="245925" cy="149150"/>
            </a:xfrm>
            <a:custGeom>
              <a:rect b="b" l="l" r="r" t="t"/>
              <a:pathLst>
                <a:path extrusionOk="0" h="5966" w="9837">
                  <a:moveTo>
                    <a:pt x="178" y="2272"/>
                  </a:moveTo>
                  <a:lnTo>
                    <a:pt x="170" y="2276"/>
                  </a:lnTo>
                  <a:lnTo>
                    <a:pt x="170" y="2276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78" y="2272"/>
                  </a:lnTo>
                  <a:close/>
                  <a:moveTo>
                    <a:pt x="119" y="2232"/>
                  </a:moveTo>
                  <a:lnTo>
                    <a:pt x="79" y="2311"/>
                  </a:lnTo>
                  <a:lnTo>
                    <a:pt x="79" y="2331"/>
                  </a:lnTo>
                  <a:lnTo>
                    <a:pt x="119" y="2311"/>
                  </a:lnTo>
                  <a:lnTo>
                    <a:pt x="139" y="2291"/>
                  </a:lnTo>
                  <a:lnTo>
                    <a:pt x="170" y="2276"/>
                  </a:lnTo>
                  <a:lnTo>
                    <a:pt x="170" y="2276"/>
                  </a:lnTo>
                  <a:lnTo>
                    <a:pt x="158" y="2252"/>
                  </a:lnTo>
                  <a:lnTo>
                    <a:pt x="139" y="2232"/>
                  </a:lnTo>
                  <a:close/>
                  <a:moveTo>
                    <a:pt x="3299" y="3753"/>
                  </a:moveTo>
                  <a:lnTo>
                    <a:pt x="3240" y="3872"/>
                  </a:lnTo>
                  <a:lnTo>
                    <a:pt x="3240" y="3872"/>
                  </a:lnTo>
                  <a:lnTo>
                    <a:pt x="3299" y="3812"/>
                  </a:lnTo>
                  <a:lnTo>
                    <a:pt x="3319" y="3773"/>
                  </a:lnTo>
                  <a:lnTo>
                    <a:pt x="3299" y="3753"/>
                  </a:lnTo>
                  <a:close/>
                  <a:moveTo>
                    <a:pt x="4682" y="4425"/>
                  </a:moveTo>
                  <a:lnTo>
                    <a:pt x="4682" y="4425"/>
                  </a:lnTo>
                  <a:lnTo>
                    <a:pt x="4682" y="4425"/>
                  </a:lnTo>
                  <a:close/>
                  <a:moveTo>
                    <a:pt x="1502" y="0"/>
                  </a:moveTo>
                  <a:lnTo>
                    <a:pt x="1423" y="59"/>
                  </a:lnTo>
                  <a:lnTo>
                    <a:pt x="1344" y="99"/>
                  </a:lnTo>
                  <a:lnTo>
                    <a:pt x="1265" y="119"/>
                  </a:lnTo>
                  <a:lnTo>
                    <a:pt x="1205" y="119"/>
                  </a:lnTo>
                  <a:lnTo>
                    <a:pt x="20" y="2133"/>
                  </a:lnTo>
                  <a:lnTo>
                    <a:pt x="20" y="2153"/>
                  </a:lnTo>
                  <a:lnTo>
                    <a:pt x="20" y="2193"/>
                  </a:lnTo>
                  <a:lnTo>
                    <a:pt x="0" y="2252"/>
                  </a:lnTo>
                  <a:lnTo>
                    <a:pt x="0" y="2252"/>
                  </a:lnTo>
                  <a:lnTo>
                    <a:pt x="60" y="2193"/>
                  </a:lnTo>
                  <a:lnTo>
                    <a:pt x="139" y="2094"/>
                  </a:lnTo>
                  <a:lnTo>
                    <a:pt x="218" y="1975"/>
                  </a:lnTo>
                  <a:lnTo>
                    <a:pt x="218" y="2035"/>
                  </a:lnTo>
                  <a:lnTo>
                    <a:pt x="237" y="2094"/>
                  </a:lnTo>
                  <a:lnTo>
                    <a:pt x="237" y="2173"/>
                  </a:lnTo>
                  <a:lnTo>
                    <a:pt x="198" y="2252"/>
                  </a:lnTo>
                  <a:lnTo>
                    <a:pt x="178" y="2291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39" y="2351"/>
                  </a:lnTo>
                  <a:lnTo>
                    <a:pt x="99" y="2449"/>
                  </a:lnTo>
                  <a:lnTo>
                    <a:pt x="158" y="2449"/>
                  </a:lnTo>
                  <a:lnTo>
                    <a:pt x="198" y="2509"/>
                  </a:lnTo>
                  <a:lnTo>
                    <a:pt x="198" y="2449"/>
                  </a:lnTo>
                  <a:lnTo>
                    <a:pt x="237" y="2410"/>
                  </a:lnTo>
                  <a:lnTo>
                    <a:pt x="277" y="2370"/>
                  </a:lnTo>
                  <a:lnTo>
                    <a:pt x="297" y="2311"/>
                  </a:lnTo>
                  <a:lnTo>
                    <a:pt x="178" y="2410"/>
                  </a:lnTo>
                  <a:lnTo>
                    <a:pt x="158" y="2390"/>
                  </a:lnTo>
                  <a:lnTo>
                    <a:pt x="178" y="2351"/>
                  </a:lnTo>
                  <a:lnTo>
                    <a:pt x="218" y="2272"/>
                  </a:lnTo>
                  <a:lnTo>
                    <a:pt x="218" y="2252"/>
                  </a:lnTo>
                  <a:lnTo>
                    <a:pt x="277" y="2252"/>
                  </a:lnTo>
                  <a:lnTo>
                    <a:pt x="317" y="2232"/>
                  </a:lnTo>
                  <a:lnTo>
                    <a:pt x="396" y="2173"/>
                  </a:lnTo>
                  <a:lnTo>
                    <a:pt x="475" y="2094"/>
                  </a:lnTo>
                  <a:lnTo>
                    <a:pt x="534" y="2074"/>
                  </a:lnTo>
                  <a:lnTo>
                    <a:pt x="573" y="2054"/>
                  </a:lnTo>
                  <a:lnTo>
                    <a:pt x="593" y="2173"/>
                  </a:lnTo>
                  <a:lnTo>
                    <a:pt x="573" y="2193"/>
                  </a:lnTo>
                  <a:lnTo>
                    <a:pt x="534" y="2252"/>
                  </a:lnTo>
                  <a:lnTo>
                    <a:pt x="494" y="2331"/>
                  </a:lnTo>
                  <a:lnTo>
                    <a:pt x="475" y="2370"/>
                  </a:lnTo>
                  <a:lnTo>
                    <a:pt x="534" y="2351"/>
                  </a:lnTo>
                  <a:lnTo>
                    <a:pt x="554" y="2370"/>
                  </a:lnTo>
                  <a:lnTo>
                    <a:pt x="573" y="2410"/>
                  </a:lnTo>
                  <a:lnTo>
                    <a:pt x="573" y="2469"/>
                  </a:lnTo>
                  <a:lnTo>
                    <a:pt x="554" y="2529"/>
                  </a:lnTo>
                  <a:lnTo>
                    <a:pt x="573" y="2568"/>
                  </a:lnTo>
                  <a:lnTo>
                    <a:pt x="573" y="2529"/>
                  </a:lnTo>
                  <a:lnTo>
                    <a:pt x="593" y="2469"/>
                  </a:lnTo>
                  <a:lnTo>
                    <a:pt x="672" y="2390"/>
                  </a:lnTo>
                  <a:lnTo>
                    <a:pt x="731" y="2370"/>
                  </a:lnTo>
                  <a:lnTo>
                    <a:pt x="731" y="2390"/>
                  </a:lnTo>
                  <a:lnTo>
                    <a:pt x="731" y="2410"/>
                  </a:lnTo>
                  <a:lnTo>
                    <a:pt x="692" y="2529"/>
                  </a:lnTo>
                  <a:lnTo>
                    <a:pt x="672" y="2568"/>
                  </a:lnTo>
                  <a:lnTo>
                    <a:pt x="731" y="2608"/>
                  </a:lnTo>
                  <a:lnTo>
                    <a:pt x="771" y="2647"/>
                  </a:lnTo>
                  <a:lnTo>
                    <a:pt x="830" y="2746"/>
                  </a:lnTo>
                  <a:lnTo>
                    <a:pt x="870" y="2805"/>
                  </a:lnTo>
                  <a:lnTo>
                    <a:pt x="909" y="2825"/>
                  </a:lnTo>
                  <a:lnTo>
                    <a:pt x="949" y="2845"/>
                  </a:lnTo>
                  <a:lnTo>
                    <a:pt x="1008" y="2845"/>
                  </a:lnTo>
                  <a:lnTo>
                    <a:pt x="1028" y="2706"/>
                  </a:lnTo>
                  <a:lnTo>
                    <a:pt x="1028" y="2667"/>
                  </a:lnTo>
                  <a:lnTo>
                    <a:pt x="1008" y="2687"/>
                  </a:lnTo>
                  <a:lnTo>
                    <a:pt x="929" y="2805"/>
                  </a:lnTo>
                  <a:lnTo>
                    <a:pt x="968" y="2687"/>
                  </a:lnTo>
                  <a:lnTo>
                    <a:pt x="1087" y="2509"/>
                  </a:lnTo>
                  <a:lnTo>
                    <a:pt x="1186" y="2390"/>
                  </a:lnTo>
                  <a:lnTo>
                    <a:pt x="1186" y="2430"/>
                  </a:lnTo>
                  <a:lnTo>
                    <a:pt x="1205" y="2449"/>
                  </a:lnTo>
                  <a:lnTo>
                    <a:pt x="1205" y="2489"/>
                  </a:lnTo>
                  <a:lnTo>
                    <a:pt x="1186" y="2529"/>
                  </a:lnTo>
                  <a:lnTo>
                    <a:pt x="1284" y="2489"/>
                  </a:lnTo>
                  <a:lnTo>
                    <a:pt x="1284" y="2449"/>
                  </a:lnTo>
                  <a:lnTo>
                    <a:pt x="1284" y="2430"/>
                  </a:lnTo>
                  <a:lnTo>
                    <a:pt x="1284" y="2410"/>
                  </a:lnTo>
                  <a:lnTo>
                    <a:pt x="1324" y="2370"/>
                  </a:lnTo>
                  <a:lnTo>
                    <a:pt x="1344" y="2469"/>
                  </a:lnTo>
                  <a:lnTo>
                    <a:pt x="1324" y="2529"/>
                  </a:lnTo>
                  <a:lnTo>
                    <a:pt x="1284" y="2568"/>
                  </a:lnTo>
                  <a:lnTo>
                    <a:pt x="1324" y="2588"/>
                  </a:lnTo>
                  <a:lnTo>
                    <a:pt x="1363" y="2568"/>
                  </a:lnTo>
                  <a:lnTo>
                    <a:pt x="1403" y="2529"/>
                  </a:lnTo>
                  <a:lnTo>
                    <a:pt x="1442" y="2469"/>
                  </a:lnTo>
                  <a:lnTo>
                    <a:pt x="1442" y="2489"/>
                  </a:lnTo>
                  <a:lnTo>
                    <a:pt x="1442" y="2509"/>
                  </a:lnTo>
                  <a:lnTo>
                    <a:pt x="1403" y="2588"/>
                  </a:lnTo>
                  <a:lnTo>
                    <a:pt x="1284" y="2706"/>
                  </a:lnTo>
                  <a:lnTo>
                    <a:pt x="1284" y="2726"/>
                  </a:lnTo>
                  <a:lnTo>
                    <a:pt x="1284" y="2766"/>
                  </a:lnTo>
                  <a:lnTo>
                    <a:pt x="1265" y="2825"/>
                  </a:lnTo>
                  <a:lnTo>
                    <a:pt x="1205" y="2904"/>
                  </a:lnTo>
                  <a:lnTo>
                    <a:pt x="1284" y="2904"/>
                  </a:lnTo>
                  <a:lnTo>
                    <a:pt x="1186" y="3042"/>
                  </a:lnTo>
                  <a:lnTo>
                    <a:pt x="1205" y="3062"/>
                  </a:lnTo>
                  <a:lnTo>
                    <a:pt x="1225" y="3062"/>
                  </a:lnTo>
                  <a:lnTo>
                    <a:pt x="1265" y="3042"/>
                  </a:lnTo>
                  <a:lnTo>
                    <a:pt x="1304" y="3042"/>
                  </a:lnTo>
                  <a:lnTo>
                    <a:pt x="1304" y="3062"/>
                  </a:lnTo>
                  <a:lnTo>
                    <a:pt x="1304" y="3101"/>
                  </a:lnTo>
                  <a:lnTo>
                    <a:pt x="1383" y="3003"/>
                  </a:lnTo>
                  <a:lnTo>
                    <a:pt x="1442" y="3161"/>
                  </a:lnTo>
                  <a:lnTo>
                    <a:pt x="1482" y="3200"/>
                  </a:lnTo>
                  <a:lnTo>
                    <a:pt x="1541" y="3240"/>
                  </a:lnTo>
                  <a:lnTo>
                    <a:pt x="1581" y="3141"/>
                  </a:lnTo>
                  <a:lnTo>
                    <a:pt x="1620" y="3121"/>
                  </a:lnTo>
                  <a:lnTo>
                    <a:pt x="1640" y="3121"/>
                  </a:lnTo>
                  <a:lnTo>
                    <a:pt x="1660" y="3141"/>
                  </a:lnTo>
                  <a:lnTo>
                    <a:pt x="1640" y="3180"/>
                  </a:lnTo>
                  <a:lnTo>
                    <a:pt x="1660" y="3279"/>
                  </a:lnTo>
                  <a:lnTo>
                    <a:pt x="1679" y="3299"/>
                  </a:lnTo>
                  <a:lnTo>
                    <a:pt x="1719" y="3319"/>
                  </a:lnTo>
                  <a:lnTo>
                    <a:pt x="1818" y="3279"/>
                  </a:lnTo>
                  <a:lnTo>
                    <a:pt x="1857" y="3240"/>
                  </a:lnTo>
                  <a:lnTo>
                    <a:pt x="1916" y="3180"/>
                  </a:lnTo>
                  <a:lnTo>
                    <a:pt x="1936" y="3121"/>
                  </a:lnTo>
                  <a:lnTo>
                    <a:pt x="1956" y="3101"/>
                  </a:lnTo>
                  <a:lnTo>
                    <a:pt x="1976" y="3121"/>
                  </a:lnTo>
                  <a:lnTo>
                    <a:pt x="1956" y="3200"/>
                  </a:lnTo>
                  <a:lnTo>
                    <a:pt x="1956" y="3240"/>
                  </a:lnTo>
                  <a:lnTo>
                    <a:pt x="1976" y="3220"/>
                  </a:lnTo>
                  <a:lnTo>
                    <a:pt x="2035" y="3161"/>
                  </a:lnTo>
                  <a:lnTo>
                    <a:pt x="2094" y="3121"/>
                  </a:lnTo>
                  <a:lnTo>
                    <a:pt x="2153" y="3121"/>
                  </a:lnTo>
                  <a:lnTo>
                    <a:pt x="2153" y="3141"/>
                  </a:lnTo>
                  <a:lnTo>
                    <a:pt x="2173" y="3161"/>
                  </a:lnTo>
                  <a:lnTo>
                    <a:pt x="2094" y="3200"/>
                  </a:lnTo>
                  <a:lnTo>
                    <a:pt x="2035" y="3220"/>
                  </a:lnTo>
                  <a:lnTo>
                    <a:pt x="2015" y="3240"/>
                  </a:lnTo>
                  <a:lnTo>
                    <a:pt x="2015" y="3279"/>
                  </a:lnTo>
                  <a:lnTo>
                    <a:pt x="2015" y="3299"/>
                  </a:lnTo>
                  <a:lnTo>
                    <a:pt x="2055" y="3338"/>
                  </a:lnTo>
                  <a:lnTo>
                    <a:pt x="2094" y="3358"/>
                  </a:lnTo>
                  <a:lnTo>
                    <a:pt x="2114" y="3378"/>
                  </a:lnTo>
                  <a:lnTo>
                    <a:pt x="2134" y="3398"/>
                  </a:lnTo>
                  <a:lnTo>
                    <a:pt x="2213" y="3338"/>
                  </a:lnTo>
                  <a:lnTo>
                    <a:pt x="2529" y="3121"/>
                  </a:lnTo>
                  <a:lnTo>
                    <a:pt x="2548" y="3022"/>
                  </a:lnTo>
                  <a:lnTo>
                    <a:pt x="2608" y="2924"/>
                  </a:lnTo>
                  <a:lnTo>
                    <a:pt x="2687" y="2825"/>
                  </a:lnTo>
                  <a:lnTo>
                    <a:pt x="2766" y="2726"/>
                  </a:lnTo>
                  <a:lnTo>
                    <a:pt x="2746" y="2785"/>
                  </a:lnTo>
                  <a:lnTo>
                    <a:pt x="2766" y="2845"/>
                  </a:lnTo>
                  <a:lnTo>
                    <a:pt x="2786" y="2884"/>
                  </a:lnTo>
                  <a:lnTo>
                    <a:pt x="2805" y="2943"/>
                  </a:lnTo>
                  <a:lnTo>
                    <a:pt x="2766" y="3022"/>
                  </a:lnTo>
                  <a:lnTo>
                    <a:pt x="2746" y="3101"/>
                  </a:lnTo>
                  <a:lnTo>
                    <a:pt x="2726" y="3161"/>
                  </a:lnTo>
                  <a:lnTo>
                    <a:pt x="2706" y="3180"/>
                  </a:lnTo>
                  <a:lnTo>
                    <a:pt x="2687" y="3200"/>
                  </a:lnTo>
                  <a:lnTo>
                    <a:pt x="2706" y="3082"/>
                  </a:lnTo>
                  <a:lnTo>
                    <a:pt x="2706" y="3042"/>
                  </a:lnTo>
                  <a:lnTo>
                    <a:pt x="2667" y="3042"/>
                  </a:lnTo>
                  <a:lnTo>
                    <a:pt x="2647" y="3200"/>
                  </a:lnTo>
                  <a:lnTo>
                    <a:pt x="2667" y="3378"/>
                  </a:lnTo>
                  <a:lnTo>
                    <a:pt x="2608" y="3437"/>
                  </a:lnTo>
                  <a:lnTo>
                    <a:pt x="2568" y="3457"/>
                  </a:lnTo>
                  <a:lnTo>
                    <a:pt x="2548" y="3457"/>
                  </a:lnTo>
                  <a:lnTo>
                    <a:pt x="2588" y="3398"/>
                  </a:lnTo>
                  <a:lnTo>
                    <a:pt x="2608" y="3358"/>
                  </a:lnTo>
                  <a:lnTo>
                    <a:pt x="2568" y="3378"/>
                  </a:lnTo>
                  <a:lnTo>
                    <a:pt x="2529" y="3417"/>
                  </a:lnTo>
                  <a:lnTo>
                    <a:pt x="2509" y="3496"/>
                  </a:lnTo>
                  <a:lnTo>
                    <a:pt x="2489" y="3595"/>
                  </a:lnTo>
                  <a:lnTo>
                    <a:pt x="2450" y="3674"/>
                  </a:lnTo>
                  <a:lnTo>
                    <a:pt x="2529" y="3674"/>
                  </a:lnTo>
                  <a:lnTo>
                    <a:pt x="2548" y="3635"/>
                  </a:lnTo>
                  <a:lnTo>
                    <a:pt x="2548" y="3694"/>
                  </a:lnTo>
                  <a:lnTo>
                    <a:pt x="2568" y="3714"/>
                  </a:lnTo>
                  <a:lnTo>
                    <a:pt x="2647" y="3714"/>
                  </a:lnTo>
                  <a:lnTo>
                    <a:pt x="2687" y="3694"/>
                  </a:lnTo>
                  <a:lnTo>
                    <a:pt x="2726" y="3694"/>
                  </a:lnTo>
                  <a:lnTo>
                    <a:pt x="2746" y="3714"/>
                  </a:lnTo>
                  <a:lnTo>
                    <a:pt x="2746" y="3773"/>
                  </a:lnTo>
                  <a:lnTo>
                    <a:pt x="2766" y="3714"/>
                  </a:lnTo>
                  <a:lnTo>
                    <a:pt x="2805" y="3635"/>
                  </a:lnTo>
                  <a:lnTo>
                    <a:pt x="2825" y="3615"/>
                  </a:lnTo>
                  <a:lnTo>
                    <a:pt x="2845" y="3635"/>
                  </a:lnTo>
                  <a:lnTo>
                    <a:pt x="2865" y="3674"/>
                  </a:lnTo>
                  <a:lnTo>
                    <a:pt x="2845" y="3793"/>
                  </a:lnTo>
                  <a:lnTo>
                    <a:pt x="2884" y="3753"/>
                  </a:lnTo>
                  <a:lnTo>
                    <a:pt x="2924" y="3733"/>
                  </a:lnTo>
                  <a:lnTo>
                    <a:pt x="2963" y="3733"/>
                  </a:lnTo>
                  <a:lnTo>
                    <a:pt x="2963" y="3753"/>
                  </a:lnTo>
                  <a:lnTo>
                    <a:pt x="2983" y="3733"/>
                  </a:lnTo>
                  <a:lnTo>
                    <a:pt x="3023" y="3674"/>
                  </a:lnTo>
                  <a:lnTo>
                    <a:pt x="3042" y="3595"/>
                  </a:lnTo>
                  <a:lnTo>
                    <a:pt x="3082" y="3516"/>
                  </a:lnTo>
                  <a:lnTo>
                    <a:pt x="3141" y="3437"/>
                  </a:lnTo>
                  <a:lnTo>
                    <a:pt x="3200" y="3398"/>
                  </a:lnTo>
                  <a:lnTo>
                    <a:pt x="3240" y="3398"/>
                  </a:lnTo>
                  <a:lnTo>
                    <a:pt x="3260" y="3437"/>
                  </a:lnTo>
                  <a:lnTo>
                    <a:pt x="3299" y="3437"/>
                  </a:lnTo>
                  <a:lnTo>
                    <a:pt x="3279" y="3516"/>
                  </a:lnTo>
                  <a:lnTo>
                    <a:pt x="3200" y="3516"/>
                  </a:lnTo>
                  <a:lnTo>
                    <a:pt x="3161" y="3536"/>
                  </a:lnTo>
                  <a:lnTo>
                    <a:pt x="3339" y="3536"/>
                  </a:lnTo>
                  <a:lnTo>
                    <a:pt x="3339" y="3595"/>
                  </a:lnTo>
                  <a:lnTo>
                    <a:pt x="3299" y="3635"/>
                  </a:lnTo>
                  <a:lnTo>
                    <a:pt x="3260" y="3654"/>
                  </a:lnTo>
                  <a:lnTo>
                    <a:pt x="3220" y="3635"/>
                  </a:lnTo>
                  <a:lnTo>
                    <a:pt x="3220" y="3674"/>
                  </a:lnTo>
                  <a:lnTo>
                    <a:pt x="3240" y="3694"/>
                  </a:lnTo>
                  <a:lnTo>
                    <a:pt x="3299" y="3694"/>
                  </a:lnTo>
                  <a:lnTo>
                    <a:pt x="3358" y="3654"/>
                  </a:lnTo>
                  <a:lnTo>
                    <a:pt x="3418" y="3595"/>
                  </a:lnTo>
                  <a:lnTo>
                    <a:pt x="3457" y="3635"/>
                  </a:lnTo>
                  <a:lnTo>
                    <a:pt x="3477" y="3654"/>
                  </a:lnTo>
                  <a:lnTo>
                    <a:pt x="3477" y="3674"/>
                  </a:lnTo>
                  <a:lnTo>
                    <a:pt x="3398" y="3793"/>
                  </a:lnTo>
                  <a:lnTo>
                    <a:pt x="3319" y="3911"/>
                  </a:lnTo>
                  <a:lnTo>
                    <a:pt x="3279" y="3951"/>
                  </a:lnTo>
                  <a:lnTo>
                    <a:pt x="3220" y="3951"/>
                  </a:lnTo>
                  <a:lnTo>
                    <a:pt x="3220" y="3931"/>
                  </a:lnTo>
                  <a:lnTo>
                    <a:pt x="3240" y="3872"/>
                  </a:lnTo>
                  <a:lnTo>
                    <a:pt x="3220" y="3832"/>
                  </a:lnTo>
                  <a:lnTo>
                    <a:pt x="3181" y="3832"/>
                  </a:lnTo>
                  <a:lnTo>
                    <a:pt x="3121" y="3852"/>
                  </a:lnTo>
                  <a:lnTo>
                    <a:pt x="3141" y="3812"/>
                  </a:lnTo>
                  <a:lnTo>
                    <a:pt x="3181" y="3793"/>
                  </a:lnTo>
                  <a:lnTo>
                    <a:pt x="3102" y="3753"/>
                  </a:lnTo>
                  <a:lnTo>
                    <a:pt x="3062" y="3753"/>
                  </a:lnTo>
                  <a:lnTo>
                    <a:pt x="3023" y="3773"/>
                  </a:lnTo>
                  <a:lnTo>
                    <a:pt x="2963" y="3812"/>
                  </a:lnTo>
                  <a:lnTo>
                    <a:pt x="2983" y="3852"/>
                  </a:lnTo>
                  <a:lnTo>
                    <a:pt x="3023" y="3891"/>
                  </a:lnTo>
                  <a:lnTo>
                    <a:pt x="3082" y="3931"/>
                  </a:lnTo>
                  <a:lnTo>
                    <a:pt x="3161" y="3951"/>
                  </a:lnTo>
                  <a:lnTo>
                    <a:pt x="3161" y="3990"/>
                  </a:lnTo>
                  <a:lnTo>
                    <a:pt x="3161" y="4030"/>
                  </a:lnTo>
                  <a:lnTo>
                    <a:pt x="3378" y="3951"/>
                  </a:lnTo>
                  <a:lnTo>
                    <a:pt x="3418" y="3931"/>
                  </a:lnTo>
                  <a:lnTo>
                    <a:pt x="3457" y="3812"/>
                  </a:lnTo>
                  <a:lnTo>
                    <a:pt x="3477" y="3753"/>
                  </a:lnTo>
                  <a:lnTo>
                    <a:pt x="3516" y="3694"/>
                  </a:lnTo>
                  <a:lnTo>
                    <a:pt x="3497" y="3793"/>
                  </a:lnTo>
                  <a:lnTo>
                    <a:pt x="3497" y="3891"/>
                  </a:lnTo>
                  <a:lnTo>
                    <a:pt x="3497" y="3951"/>
                  </a:lnTo>
                  <a:lnTo>
                    <a:pt x="3536" y="3990"/>
                  </a:lnTo>
                  <a:lnTo>
                    <a:pt x="3556" y="3951"/>
                  </a:lnTo>
                  <a:lnTo>
                    <a:pt x="3595" y="3911"/>
                  </a:lnTo>
                  <a:lnTo>
                    <a:pt x="3655" y="3872"/>
                  </a:lnTo>
                  <a:lnTo>
                    <a:pt x="3694" y="3832"/>
                  </a:lnTo>
                  <a:lnTo>
                    <a:pt x="3734" y="3793"/>
                  </a:lnTo>
                  <a:lnTo>
                    <a:pt x="3734" y="3753"/>
                  </a:lnTo>
                  <a:lnTo>
                    <a:pt x="3714" y="3773"/>
                  </a:lnTo>
                  <a:lnTo>
                    <a:pt x="3714" y="3733"/>
                  </a:lnTo>
                  <a:lnTo>
                    <a:pt x="3734" y="3654"/>
                  </a:lnTo>
                  <a:lnTo>
                    <a:pt x="3773" y="3654"/>
                  </a:lnTo>
                  <a:lnTo>
                    <a:pt x="3793" y="3595"/>
                  </a:lnTo>
                  <a:lnTo>
                    <a:pt x="3813" y="3536"/>
                  </a:lnTo>
                  <a:lnTo>
                    <a:pt x="3852" y="3516"/>
                  </a:lnTo>
                  <a:lnTo>
                    <a:pt x="3872" y="3556"/>
                  </a:lnTo>
                  <a:lnTo>
                    <a:pt x="3872" y="3575"/>
                  </a:lnTo>
                  <a:lnTo>
                    <a:pt x="3872" y="3615"/>
                  </a:lnTo>
                  <a:lnTo>
                    <a:pt x="3852" y="3674"/>
                  </a:lnTo>
                  <a:lnTo>
                    <a:pt x="3852" y="3694"/>
                  </a:lnTo>
                  <a:lnTo>
                    <a:pt x="3872" y="3733"/>
                  </a:lnTo>
                  <a:lnTo>
                    <a:pt x="3734" y="3872"/>
                  </a:lnTo>
                  <a:lnTo>
                    <a:pt x="3655" y="3931"/>
                  </a:lnTo>
                  <a:lnTo>
                    <a:pt x="3576" y="3970"/>
                  </a:lnTo>
                  <a:lnTo>
                    <a:pt x="3576" y="4010"/>
                  </a:lnTo>
                  <a:lnTo>
                    <a:pt x="3595" y="4030"/>
                  </a:lnTo>
                  <a:lnTo>
                    <a:pt x="3615" y="4030"/>
                  </a:lnTo>
                  <a:lnTo>
                    <a:pt x="3635" y="4069"/>
                  </a:lnTo>
                  <a:lnTo>
                    <a:pt x="3655" y="4010"/>
                  </a:lnTo>
                  <a:lnTo>
                    <a:pt x="3674" y="3970"/>
                  </a:lnTo>
                  <a:lnTo>
                    <a:pt x="3714" y="3931"/>
                  </a:lnTo>
                  <a:lnTo>
                    <a:pt x="3714" y="3891"/>
                  </a:lnTo>
                  <a:lnTo>
                    <a:pt x="3813" y="3872"/>
                  </a:lnTo>
                  <a:lnTo>
                    <a:pt x="3931" y="3812"/>
                  </a:lnTo>
                  <a:lnTo>
                    <a:pt x="4050" y="3773"/>
                  </a:lnTo>
                  <a:lnTo>
                    <a:pt x="4148" y="3773"/>
                  </a:lnTo>
                  <a:lnTo>
                    <a:pt x="4109" y="3832"/>
                  </a:lnTo>
                  <a:lnTo>
                    <a:pt x="4050" y="3891"/>
                  </a:lnTo>
                  <a:lnTo>
                    <a:pt x="3951" y="3931"/>
                  </a:lnTo>
                  <a:lnTo>
                    <a:pt x="3911" y="3970"/>
                  </a:lnTo>
                  <a:lnTo>
                    <a:pt x="3852" y="4010"/>
                  </a:lnTo>
                  <a:lnTo>
                    <a:pt x="3813" y="4069"/>
                  </a:lnTo>
                  <a:lnTo>
                    <a:pt x="3773" y="4148"/>
                  </a:lnTo>
                  <a:lnTo>
                    <a:pt x="3773" y="4168"/>
                  </a:lnTo>
                  <a:lnTo>
                    <a:pt x="3793" y="4168"/>
                  </a:lnTo>
                  <a:lnTo>
                    <a:pt x="3832" y="4128"/>
                  </a:lnTo>
                  <a:lnTo>
                    <a:pt x="3872" y="4089"/>
                  </a:lnTo>
                  <a:lnTo>
                    <a:pt x="3911" y="4069"/>
                  </a:lnTo>
                  <a:lnTo>
                    <a:pt x="3931" y="4069"/>
                  </a:lnTo>
                  <a:lnTo>
                    <a:pt x="3931" y="4128"/>
                  </a:lnTo>
                  <a:lnTo>
                    <a:pt x="3931" y="4148"/>
                  </a:lnTo>
                  <a:lnTo>
                    <a:pt x="3951" y="4168"/>
                  </a:lnTo>
                  <a:lnTo>
                    <a:pt x="3990" y="4188"/>
                  </a:lnTo>
                  <a:lnTo>
                    <a:pt x="4050" y="4168"/>
                  </a:lnTo>
                  <a:lnTo>
                    <a:pt x="4129" y="4188"/>
                  </a:lnTo>
                  <a:lnTo>
                    <a:pt x="4129" y="4089"/>
                  </a:lnTo>
                  <a:lnTo>
                    <a:pt x="4188" y="4089"/>
                  </a:lnTo>
                  <a:lnTo>
                    <a:pt x="4227" y="4148"/>
                  </a:lnTo>
                  <a:lnTo>
                    <a:pt x="4208" y="4168"/>
                  </a:lnTo>
                  <a:lnTo>
                    <a:pt x="4267" y="4148"/>
                  </a:lnTo>
                  <a:lnTo>
                    <a:pt x="4267" y="4168"/>
                  </a:lnTo>
                  <a:lnTo>
                    <a:pt x="4287" y="4168"/>
                  </a:lnTo>
                  <a:lnTo>
                    <a:pt x="4306" y="4148"/>
                  </a:lnTo>
                  <a:lnTo>
                    <a:pt x="4366" y="4188"/>
                  </a:lnTo>
                  <a:lnTo>
                    <a:pt x="4405" y="4207"/>
                  </a:lnTo>
                  <a:lnTo>
                    <a:pt x="4464" y="4227"/>
                  </a:lnTo>
                  <a:lnTo>
                    <a:pt x="4484" y="4168"/>
                  </a:lnTo>
                  <a:lnTo>
                    <a:pt x="4464" y="4148"/>
                  </a:lnTo>
                  <a:lnTo>
                    <a:pt x="4405" y="4168"/>
                  </a:lnTo>
                  <a:lnTo>
                    <a:pt x="4385" y="4148"/>
                  </a:lnTo>
                  <a:lnTo>
                    <a:pt x="4385" y="4069"/>
                  </a:lnTo>
                  <a:lnTo>
                    <a:pt x="4385" y="4030"/>
                  </a:lnTo>
                  <a:lnTo>
                    <a:pt x="4425" y="3970"/>
                  </a:lnTo>
                  <a:lnTo>
                    <a:pt x="4445" y="3990"/>
                  </a:lnTo>
                  <a:lnTo>
                    <a:pt x="4484" y="3990"/>
                  </a:lnTo>
                  <a:lnTo>
                    <a:pt x="4563" y="3951"/>
                  </a:lnTo>
                  <a:lnTo>
                    <a:pt x="4642" y="3931"/>
                  </a:lnTo>
                  <a:lnTo>
                    <a:pt x="4682" y="3931"/>
                  </a:lnTo>
                  <a:lnTo>
                    <a:pt x="4721" y="3951"/>
                  </a:lnTo>
                  <a:lnTo>
                    <a:pt x="4701" y="3911"/>
                  </a:lnTo>
                  <a:lnTo>
                    <a:pt x="4761" y="3872"/>
                  </a:lnTo>
                  <a:lnTo>
                    <a:pt x="4780" y="3872"/>
                  </a:lnTo>
                  <a:lnTo>
                    <a:pt x="4840" y="3911"/>
                  </a:lnTo>
                  <a:lnTo>
                    <a:pt x="4840" y="3951"/>
                  </a:lnTo>
                  <a:lnTo>
                    <a:pt x="4840" y="3990"/>
                  </a:lnTo>
                  <a:lnTo>
                    <a:pt x="4780" y="4030"/>
                  </a:lnTo>
                  <a:lnTo>
                    <a:pt x="4741" y="4089"/>
                  </a:lnTo>
                  <a:lnTo>
                    <a:pt x="4721" y="4109"/>
                  </a:lnTo>
                  <a:lnTo>
                    <a:pt x="4721" y="4148"/>
                  </a:lnTo>
                  <a:lnTo>
                    <a:pt x="4662" y="4168"/>
                  </a:lnTo>
                  <a:lnTo>
                    <a:pt x="4603" y="4168"/>
                  </a:lnTo>
                  <a:lnTo>
                    <a:pt x="4563" y="4227"/>
                  </a:lnTo>
                  <a:lnTo>
                    <a:pt x="4524" y="4425"/>
                  </a:lnTo>
                  <a:lnTo>
                    <a:pt x="4524" y="4425"/>
                  </a:lnTo>
                  <a:lnTo>
                    <a:pt x="4543" y="4405"/>
                  </a:lnTo>
                  <a:lnTo>
                    <a:pt x="4563" y="4405"/>
                  </a:lnTo>
                  <a:lnTo>
                    <a:pt x="4583" y="4425"/>
                  </a:lnTo>
                  <a:lnTo>
                    <a:pt x="4603" y="4484"/>
                  </a:lnTo>
                  <a:lnTo>
                    <a:pt x="4603" y="4504"/>
                  </a:lnTo>
                  <a:lnTo>
                    <a:pt x="4622" y="4504"/>
                  </a:lnTo>
                  <a:lnTo>
                    <a:pt x="4622" y="4405"/>
                  </a:lnTo>
                  <a:lnTo>
                    <a:pt x="4662" y="4365"/>
                  </a:lnTo>
                  <a:lnTo>
                    <a:pt x="4682" y="4346"/>
                  </a:lnTo>
                  <a:lnTo>
                    <a:pt x="4682" y="4365"/>
                  </a:lnTo>
                  <a:lnTo>
                    <a:pt x="4682" y="4425"/>
                  </a:lnTo>
                  <a:lnTo>
                    <a:pt x="4761" y="4227"/>
                  </a:lnTo>
                  <a:lnTo>
                    <a:pt x="4741" y="4207"/>
                  </a:lnTo>
                  <a:lnTo>
                    <a:pt x="4721" y="4227"/>
                  </a:lnTo>
                  <a:lnTo>
                    <a:pt x="4682" y="4247"/>
                  </a:lnTo>
                  <a:lnTo>
                    <a:pt x="4642" y="4247"/>
                  </a:lnTo>
                  <a:lnTo>
                    <a:pt x="4642" y="4227"/>
                  </a:lnTo>
                  <a:lnTo>
                    <a:pt x="4642" y="4188"/>
                  </a:lnTo>
                  <a:lnTo>
                    <a:pt x="4721" y="4168"/>
                  </a:lnTo>
                  <a:lnTo>
                    <a:pt x="4780" y="4109"/>
                  </a:lnTo>
                  <a:lnTo>
                    <a:pt x="4840" y="4069"/>
                  </a:lnTo>
                  <a:lnTo>
                    <a:pt x="4879" y="4049"/>
                  </a:lnTo>
                  <a:lnTo>
                    <a:pt x="4899" y="4069"/>
                  </a:lnTo>
                  <a:lnTo>
                    <a:pt x="4879" y="4089"/>
                  </a:lnTo>
                  <a:lnTo>
                    <a:pt x="4879" y="4109"/>
                  </a:lnTo>
                  <a:lnTo>
                    <a:pt x="4859" y="4109"/>
                  </a:lnTo>
                  <a:lnTo>
                    <a:pt x="4840" y="4128"/>
                  </a:lnTo>
                  <a:lnTo>
                    <a:pt x="4840" y="4148"/>
                  </a:lnTo>
                  <a:lnTo>
                    <a:pt x="4859" y="4148"/>
                  </a:lnTo>
                  <a:lnTo>
                    <a:pt x="4899" y="4128"/>
                  </a:lnTo>
                  <a:lnTo>
                    <a:pt x="4958" y="4128"/>
                  </a:lnTo>
                  <a:lnTo>
                    <a:pt x="4978" y="4148"/>
                  </a:lnTo>
                  <a:lnTo>
                    <a:pt x="4879" y="4207"/>
                  </a:lnTo>
                  <a:lnTo>
                    <a:pt x="4840" y="4267"/>
                  </a:lnTo>
                  <a:lnTo>
                    <a:pt x="4820" y="4346"/>
                  </a:lnTo>
                  <a:lnTo>
                    <a:pt x="4820" y="4346"/>
                  </a:lnTo>
                  <a:lnTo>
                    <a:pt x="4919" y="4227"/>
                  </a:lnTo>
                  <a:lnTo>
                    <a:pt x="4938" y="4247"/>
                  </a:lnTo>
                  <a:lnTo>
                    <a:pt x="4919" y="4286"/>
                  </a:lnTo>
                  <a:lnTo>
                    <a:pt x="4919" y="4306"/>
                  </a:lnTo>
                  <a:lnTo>
                    <a:pt x="4919" y="4326"/>
                  </a:lnTo>
                  <a:lnTo>
                    <a:pt x="4938" y="4306"/>
                  </a:lnTo>
                  <a:lnTo>
                    <a:pt x="4958" y="4267"/>
                  </a:lnTo>
                  <a:lnTo>
                    <a:pt x="4978" y="4227"/>
                  </a:lnTo>
                  <a:lnTo>
                    <a:pt x="5017" y="4227"/>
                  </a:lnTo>
                  <a:lnTo>
                    <a:pt x="4998" y="4286"/>
                  </a:lnTo>
                  <a:lnTo>
                    <a:pt x="4978" y="4326"/>
                  </a:lnTo>
                  <a:lnTo>
                    <a:pt x="5017" y="4346"/>
                  </a:lnTo>
                  <a:lnTo>
                    <a:pt x="5037" y="4326"/>
                  </a:lnTo>
                  <a:lnTo>
                    <a:pt x="5077" y="4286"/>
                  </a:lnTo>
                  <a:lnTo>
                    <a:pt x="5136" y="4267"/>
                  </a:lnTo>
                  <a:lnTo>
                    <a:pt x="5116" y="4247"/>
                  </a:lnTo>
                  <a:lnTo>
                    <a:pt x="5116" y="4207"/>
                  </a:lnTo>
                  <a:lnTo>
                    <a:pt x="5156" y="4128"/>
                  </a:lnTo>
                  <a:lnTo>
                    <a:pt x="5195" y="4069"/>
                  </a:lnTo>
                  <a:lnTo>
                    <a:pt x="5235" y="4030"/>
                  </a:lnTo>
                  <a:lnTo>
                    <a:pt x="5255" y="4030"/>
                  </a:lnTo>
                  <a:lnTo>
                    <a:pt x="5314" y="4049"/>
                  </a:lnTo>
                  <a:lnTo>
                    <a:pt x="5373" y="4069"/>
                  </a:lnTo>
                  <a:lnTo>
                    <a:pt x="5393" y="4069"/>
                  </a:lnTo>
                  <a:lnTo>
                    <a:pt x="5393" y="4109"/>
                  </a:lnTo>
                  <a:lnTo>
                    <a:pt x="5413" y="4148"/>
                  </a:lnTo>
                  <a:lnTo>
                    <a:pt x="5393" y="4207"/>
                  </a:lnTo>
                  <a:lnTo>
                    <a:pt x="5472" y="4128"/>
                  </a:lnTo>
                  <a:lnTo>
                    <a:pt x="5452" y="4188"/>
                  </a:lnTo>
                  <a:lnTo>
                    <a:pt x="5452" y="4207"/>
                  </a:lnTo>
                  <a:lnTo>
                    <a:pt x="5452" y="4227"/>
                  </a:lnTo>
                  <a:lnTo>
                    <a:pt x="5492" y="4227"/>
                  </a:lnTo>
                  <a:lnTo>
                    <a:pt x="5511" y="4247"/>
                  </a:lnTo>
                  <a:lnTo>
                    <a:pt x="5492" y="4286"/>
                  </a:lnTo>
                  <a:lnTo>
                    <a:pt x="5393" y="4286"/>
                  </a:lnTo>
                  <a:lnTo>
                    <a:pt x="5353" y="4306"/>
                  </a:lnTo>
                  <a:lnTo>
                    <a:pt x="5334" y="4346"/>
                  </a:lnTo>
                  <a:lnTo>
                    <a:pt x="5274" y="4405"/>
                  </a:lnTo>
                  <a:lnTo>
                    <a:pt x="5294" y="4444"/>
                  </a:lnTo>
                  <a:lnTo>
                    <a:pt x="5274" y="4484"/>
                  </a:lnTo>
                  <a:lnTo>
                    <a:pt x="5215" y="4583"/>
                  </a:lnTo>
                  <a:lnTo>
                    <a:pt x="5235" y="4563"/>
                  </a:lnTo>
                  <a:lnTo>
                    <a:pt x="5255" y="4543"/>
                  </a:lnTo>
                  <a:lnTo>
                    <a:pt x="5294" y="4484"/>
                  </a:lnTo>
                  <a:lnTo>
                    <a:pt x="5353" y="4405"/>
                  </a:lnTo>
                  <a:lnTo>
                    <a:pt x="5393" y="4326"/>
                  </a:lnTo>
                  <a:lnTo>
                    <a:pt x="5393" y="4365"/>
                  </a:lnTo>
                  <a:lnTo>
                    <a:pt x="5413" y="4405"/>
                  </a:lnTo>
                  <a:lnTo>
                    <a:pt x="5413" y="4444"/>
                  </a:lnTo>
                  <a:lnTo>
                    <a:pt x="5373" y="4504"/>
                  </a:lnTo>
                  <a:lnTo>
                    <a:pt x="5393" y="4523"/>
                  </a:lnTo>
                  <a:lnTo>
                    <a:pt x="5413" y="4504"/>
                  </a:lnTo>
                  <a:lnTo>
                    <a:pt x="5472" y="4464"/>
                  </a:lnTo>
                  <a:lnTo>
                    <a:pt x="5511" y="4444"/>
                  </a:lnTo>
                  <a:lnTo>
                    <a:pt x="5531" y="4444"/>
                  </a:lnTo>
                  <a:lnTo>
                    <a:pt x="5472" y="4543"/>
                  </a:lnTo>
                  <a:lnTo>
                    <a:pt x="5413" y="4642"/>
                  </a:lnTo>
                  <a:lnTo>
                    <a:pt x="5452" y="4642"/>
                  </a:lnTo>
                  <a:lnTo>
                    <a:pt x="5472" y="4681"/>
                  </a:lnTo>
                  <a:lnTo>
                    <a:pt x="5492" y="4622"/>
                  </a:lnTo>
                  <a:lnTo>
                    <a:pt x="5511" y="4602"/>
                  </a:lnTo>
                  <a:lnTo>
                    <a:pt x="5472" y="4602"/>
                  </a:lnTo>
                  <a:lnTo>
                    <a:pt x="5511" y="4563"/>
                  </a:lnTo>
                  <a:lnTo>
                    <a:pt x="5571" y="4563"/>
                  </a:lnTo>
                  <a:lnTo>
                    <a:pt x="5590" y="4583"/>
                  </a:lnTo>
                  <a:lnTo>
                    <a:pt x="5610" y="4563"/>
                  </a:lnTo>
                  <a:lnTo>
                    <a:pt x="5630" y="4543"/>
                  </a:lnTo>
                  <a:lnTo>
                    <a:pt x="5610" y="4583"/>
                  </a:lnTo>
                  <a:lnTo>
                    <a:pt x="5610" y="4622"/>
                  </a:lnTo>
                  <a:lnTo>
                    <a:pt x="5650" y="4642"/>
                  </a:lnTo>
                  <a:lnTo>
                    <a:pt x="5689" y="4662"/>
                  </a:lnTo>
                  <a:lnTo>
                    <a:pt x="5709" y="4681"/>
                  </a:lnTo>
                  <a:lnTo>
                    <a:pt x="5709" y="4701"/>
                  </a:lnTo>
                  <a:lnTo>
                    <a:pt x="5748" y="4602"/>
                  </a:lnTo>
                  <a:lnTo>
                    <a:pt x="5768" y="4583"/>
                  </a:lnTo>
                  <a:lnTo>
                    <a:pt x="5748" y="4563"/>
                  </a:lnTo>
                  <a:lnTo>
                    <a:pt x="5709" y="4583"/>
                  </a:lnTo>
                  <a:lnTo>
                    <a:pt x="5689" y="4602"/>
                  </a:lnTo>
                  <a:lnTo>
                    <a:pt x="5669" y="4602"/>
                  </a:lnTo>
                  <a:lnTo>
                    <a:pt x="5669" y="4583"/>
                  </a:lnTo>
                  <a:lnTo>
                    <a:pt x="5689" y="4504"/>
                  </a:lnTo>
                  <a:lnTo>
                    <a:pt x="5768" y="4504"/>
                  </a:lnTo>
                  <a:lnTo>
                    <a:pt x="5847" y="4523"/>
                  </a:lnTo>
                  <a:lnTo>
                    <a:pt x="5946" y="4543"/>
                  </a:lnTo>
                  <a:lnTo>
                    <a:pt x="5985" y="4543"/>
                  </a:lnTo>
                  <a:lnTo>
                    <a:pt x="6045" y="4523"/>
                  </a:lnTo>
                  <a:lnTo>
                    <a:pt x="6064" y="4563"/>
                  </a:lnTo>
                  <a:lnTo>
                    <a:pt x="6064" y="4583"/>
                  </a:lnTo>
                  <a:lnTo>
                    <a:pt x="6025" y="4622"/>
                  </a:lnTo>
                  <a:lnTo>
                    <a:pt x="5985" y="4681"/>
                  </a:lnTo>
                  <a:lnTo>
                    <a:pt x="5946" y="4760"/>
                  </a:lnTo>
                  <a:lnTo>
                    <a:pt x="5887" y="4741"/>
                  </a:lnTo>
                  <a:lnTo>
                    <a:pt x="5867" y="4721"/>
                  </a:lnTo>
                  <a:lnTo>
                    <a:pt x="5827" y="4681"/>
                  </a:lnTo>
                  <a:lnTo>
                    <a:pt x="5788" y="4681"/>
                  </a:lnTo>
                  <a:lnTo>
                    <a:pt x="5827" y="4741"/>
                  </a:lnTo>
                  <a:lnTo>
                    <a:pt x="5887" y="4780"/>
                  </a:lnTo>
                  <a:lnTo>
                    <a:pt x="5985" y="4780"/>
                  </a:lnTo>
                  <a:lnTo>
                    <a:pt x="6064" y="4741"/>
                  </a:lnTo>
                  <a:lnTo>
                    <a:pt x="6084" y="4760"/>
                  </a:lnTo>
                  <a:lnTo>
                    <a:pt x="6084" y="4800"/>
                  </a:lnTo>
                  <a:lnTo>
                    <a:pt x="6064" y="4919"/>
                  </a:lnTo>
                  <a:lnTo>
                    <a:pt x="6045" y="5017"/>
                  </a:lnTo>
                  <a:lnTo>
                    <a:pt x="6064" y="5057"/>
                  </a:lnTo>
                  <a:lnTo>
                    <a:pt x="6104" y="5057"/>
                  </a:lnTo>
                  <a:lnTo>
                    <a:pt x="6143" y="4958"/>
                  </a:lnTo>
                  <a:lnTo>
                    <a:pt x="6143" y="4879"/>
                  </a:lnTo>
                  <a:lnTo>
                    <a:pt x="6183" y="4879"/>
                  </a:lnTo>
                  <a:lnTo>
                    <a:pt x="6203" y="4899"/>
                  </a:lnTo>
                  <a:lnTo>
                    <a:pt x="6222" y="4919"/>
                  </a:lnTo>
                  <a:lnTo>
                    <a:pt x="6242" y="4899"/>
                  </a:lnTo>
                  <a:lnTo>
                    <a:pt x="6262" y="4859"/>
                  </a:lnTo>
                  <a:lnTo>
                    <a:pt x="6262" y="4820"/>
                  </a:lnTo>
                  <a:lnTo>
                    <a:pt x="6301" y="4800"/>
                  </a:lnTo>
                  <a:lnTo>
                    <a:pt x="6301" y="4839"/>
                  </a:lnTo>
                  <a:lnTo>
                    <a:pt x="6301" y="4879"/>
                  </a:lnTo>
                  <a:lnTo>
                    <a:pt x="6282" y="4919"/>
                  </a:lnTo>
                  <a:lnTo>
                    <a:pt x="6301" y="4919"/>
                  </a:lnTo>
                  <a:lnTo>
                    <a:pt x="6321" y="4938"/>
                  </a:lnTo>
                  <a:lnTo>
                    <a:pt x="6301" y="5017"/>
                  </a:lnTo>
                  <a:lnTo>
                    <a:pt x="6301" y="5057"/>
                  </a:lnTo>
                  <a:lnTo>
                    <a:pt x="6301" y="5077"/>
                  </a:lnTo>
                  <a:lnTo>
                    <a:pt x="6321" y="5077"/>
                  </a:lnTo>
                  <a:lnTo>
                    <a:pt x="6380" y="5037"/>
                  </a:lnTo>
                  <a:lnTo>
                    <a:pt x="6380" y="5017"/>
                  </a:lnTo>
                  <a:lnTo>
                    <a:pt x="6361" y="5017"/>
                  </a:lnTo>
                  <a:lnTo>
                    <a:pt x="6341" y="4998"/>
                  </a:lnTo>
                  <a:lnTo>
                    <a:pt x="6380" y="4938"/>
                  </a:lnTo>
                  <a:lnTo>
                    <a:pt x="6440" y="4899"/>
                  </a:lnTo>
                  <a:lnTo>
                    <a:pt x="6479" y="4859"/>
                  </a:lnTo>
                  <a:lnTo>
                    <a:pt x="6538" y="4839"/>
                  </a:lnTo>
                  <a:lnTo>
                    <a:pt x="6519" y="4859"/>
                  </a:lnTo>
                  <a:lnTo>
                    <a:pt x="6538" y="4879"/>
                  </a:lnTo>
                  <a:lnTo>
                    <a:pt x="6558" y="4879"/>
                  </a:lnTo>
                  <a:lnTo>
                    <a:pt x="6558" y="4899"/>
                  </a:lnTo>
                  <a:lnTo>
                    <a:pt x="6538" y="4938"/>
                  </a:lnTo>
                  <a:lnTo>
                    <a:pt x="6479" y="4938"/>
                  </a:lnTo>
                  <a:lnTo>
                    <a:pt x="6440" y="4958"/>
                  </a:lnTo>
                  <a:lnTo>
                    <a:pt x="6479" y="4998"/>
                  </a:lnTo>
                  <a:lnTo>
                    <a:pt x="6479" y="4998"/>
                  </a:lnTo>
                  <a:lnTo>
                    <a:pt x="6617" y="4919"/>
                  </a:lnTo>
                  <a:lnTo>
                    <a:pt x="6598" y="4919"/>
                  </a:lnTo>
                  <a:lnTo>
                    <a:pt x="6598" y="4899"/>
                  </a:lnTo>
                  <a:lnTo>
                    <a:pt x="6617" y="4859"/>
                  </a:lnTo>
                  <a:lnTo>
                    <a:pt x="6677" y="4800"/>
                  </a:lnTo>
                  <a:lnTo>
                    <a:pt x="6696" y="4780"/>
                  </a:lnTo>
                  <a:lnTo>
                    <a:pt x="6736" y="4800"/>
                  </a:lnTo>
                  <a:lnTo>
                    <a:pt x="6736" y="4859"/>
                  </a:lnTo>
                  <a:lnTo>
                    <a:pt x="6736" y="4899"/>
                  </a:lnTo>
                  <a:lnTo>
                    <a:pt x="6716" y="4978"/>
                  </a:lnTo>
                  <a:lnTo>
                    <a:pt x="6756" y="4919"/>
                  </a:lnTo>
                  <a:lnTo>
                    <a:pt x="6815" y="4899"/>
                  </a:lnTo>
                  <a:lnTo>
                    <a:pt x="6894" y="4919"/>
                  </a:lnTo>
                  <a:lnTo>
                    <a:pt x="6894" y="4859"/>
                  </a:lnTo>
                  <a:lnTo>
                    <a:pt x="6914" y="4820"/>
                  </a:lnTo>
                  <a:lnTo>
                    <a:pt x="6993" y="4780"/>
                  </a:lnTo>
                  <a:lnTo>
                    <a:pt x="6993" y="4938"/>
                  </a:lnTo>
                  <a:lnTo>
                    <a:pt x="6953" y="4938"/>
                  </a:lnTo>
                  <a:lnTo>
                    <a:pt x="6933" y="4958"/>
                  </a:lnTo>
                  <a:lnTo>
                    <a:pt x="6914" y="4998"/>
                  </a:lnTo>
                  <a:lnTo>
                    <a:pt x="6914" y="5057"/>
                  </a:lnTo>
                  <a:lnTo>
                    <a:pt x="6874" y="5136"/>
                  </a:lnTo>
                  <a:lnTo>
                    <a:pt x="6815" y="5175"/>
                  </a:lnTo>
                  <a:lnTo>
                    <a:pt x="6775" y="5175"/>
                  </a:lnTo>
                  <a:lnTo>
                    <a:pt x="6736" y="5116"/>
                  </a:lnTo>
                  <a:lnTo>
                    <a:pt x="6736" y="5195"/>
                  </a:lnTo>
                  <a:lnTo>
                    <a:pt x="6756" y="5215"/>
                  </a:lnTo>
                  <a:lnTo>
                    <a:pt x="6775" y="5215"/>
                  </a:lnTo>
                  <a:lnTo>
                    <a:pt x="6815" y="5195"/>
                  </a:lnTo>
                  <a:lnTo>
                    <a:pt x="6894" y="5156"/>
                  </a:lnTo>
                  <a:lnTo>
                    <a:pt x="6914" y="5156"/>
                  </a:lnTo>
                  <a:lnTo>
                    <a:pt x="6933" y="5195"/>
                  </a:lnTo>
                  <a:lnTo>
                    <a:pt x="6894" y="5254"/>
                  </a:lnTo>
                  <a:lnTo>
                    <a:pt x="6854" y="5294"/>
                  </a:lnTo>
                  <a:lnTo>
                    <a:pt x="6914" y="5274"/>
                  </a:lnTo>
                  <a:lnTo>
                    <a:pt x="6933" y="5274"/>
                  </a:lnTo>
                  <a:lnTo>
                    <a:pt x="6953" y="5314"/>
                  </a:lnTo>
                  <a:lnTo>
                    <a:pt x="6993" y="5195"/>
                  </a:lnTo>
                  <a:lnTo>
                    <a:pt x="7032" y="5136"/>
                  </a:lnTo>
                  <a:lnTo>
                    <a:pt x="7091" y="5116"/>
                  </a:lnTo>
                  <a:lnTo>
                    <a:pt x="7052" y="5294"/>
                  </a:lnTo>
                  <a:lnTo>
                    <a:pt x="7091" y="5294"/>
                  </a:lnTo>
                  <a:lnTo>
                    <a:pt x="7151" y="5235"/>
                  </a:lnTo>
                  <a:lnTo>
                    <a:pt x="7210" y="5175"/>
                  </a:lnTo>
                  <a:lnTo>
                    <a:pt x="7230" y="5136"/>
                  </a:lnTo>
                  <a:lnTo>
                    <a:pt x="7269" y="5116"/>
                  </a:lnTo>
                  <a:lnTo>
                    <a:pt x="7289" y="4998"/>
                  </a:lnTo>
                  <a:lnTo>
                    <a:pt x="7328" y="4958"/>
                  </a:lnTo>
                  <a:lnTo>
                    <a:pt x="7407" y="4958"/>
                  </a:lnTo>
                  <a:lnTo>
                    <a:pt x="7447" y="4919"/>
                  </a:lnTo>
                  <a:lnTo>
                    <a:pt x="7368" y="4919"/>
                  </a:lnTo>
                  <a:lnTo>
                    <a:pt x="7348" y="4938"/>
                  </a:lnTo>
                  <a:lnTo>
                    <a:pt x="7328" y="4938"/>
                  </a:lnTo>
                  <a:lnTo>
                    <a:pt x="7309" y="4919"/>
                  </a:lnTo>
                  <a:lnTo>
                    <a:pt x="7368" y="4859"/>
                  </a:lnTo>
                  <a:lnTo>
                    <a:pt x="7388" y="4839"/>
                  </a:lnTo>
                  <a:lnTo>
                    <a:pt x="7427" y="4839"/>
                  </a:lnTo>
                  <a:lnTo>
                    <a:pt x="7467" y="4820"/>
                  </a:lnTo>
                  <a:lnTo>
                    <a:pt x="7506" y="4919"/>
                  </a:lnTo>
                  <a:lnTo>
                    <a:pt x="7486" y="5057"/>
                  </a:lnTo>
                  <a:lnTo>
                    <a:pt x="7407" y="5175"/>
                  </a:lnTo>
                  <a:lnTo>
                    <a:pt x="7309" y="5254"/>
                  </a:lnTo>
                  <a:lnTo>
                    <a:pt x="7210" y="5373"/>
                  </a:lnTo>
                  <a:lnTo>
                    <a:pt x="7091" y="5531"/>
                  </a:lnTo>
                  <a:lnTo>
                    <a:pt x="7170" y="5531"/>
                  </a:lnTo>
                  <a:lnTo>
                    <a:pt x="7249" y="5551"/>
                  </a:lnTo>
                  <a:lnTo>
                    <a:pt x="7309" y="5570"/>
                  </a:lnTo>
                  <a:lnTo>
                    <a:pt x="7328" y="5610"/>
                  </a:lnTo>
                  <a:lnTo>
                    <a:pt x="7328" y="5649"/>
                  </a:lnTo>
                  <a:lnTo>
                    <a:pt x="7407" y="5610"/>
                  </a:lnTo>
                  <a:lnTo>
                    <a:pt x="7486" y="5531"/>
                  </a:lnTo>
                  <a:lnTo>
                    <a:pt x="7585" y="5333"/>
                  </a:lnTo>
                  <a:lnTo>
                    <a:pt x="7625" y="5333"/>
                  </a:lnTo>
                  <a:lnTo>
                    <a:pt x="7625" y="5353"/>
                  </a:lnTo>
                  <a:lnTo>
                    <a:pt x="7645" y="5393"/>
                  </a:lnTo>
                  <a:lnTo>
                    <a:pt x="7565" y="5452"/>
                  </a:lnTo>
                  <a:lnTo>
                    <a:pt x="7565" y="5452"/>
                  </a:lnTo>
                  <a:lnTo>
                    <a:pt x="7724" y="5412"/>
                  </a:lnTo>
                  <a:lnTo>
                    <a:pt x="7803" y="5412"/>
                  </a:lnTo>
                  <a:lnTo>
                    <a:pt x="7862" y="5452"/>
                  </a:lnTo>
                  <a:lnTo>
                    <a:pt x="7901" y="5412"/>
                  </a:lnTo>
                  <a:lnTo>
                    <a:pt x="7961" y="5373"/>
                  </a:lnTo>
                  <a:lnTo>
                    <a:pt x="8040" y="5215"/>
                  </a:lnTo>
                  <a:lnTo>
                    <a:pt x="8099" y="5215"/>
                  </a:lnTo>
                  <a:lnTo>
                    <a:pt x="8119" y="5195"/>
                  </a:lnTo>
                  <a:lnTo>
                    <a:pt x="8178" y="5136"/>
                  </a:lnTo>
                  <a:lnTo>
                    <a:pt x="8198" y="5116"/>
                  </a:lnTo>
                  <a:lnTo>
                    <a:pt x="8237" y="5156"/>
                  </a:lnTo>
                  <a:lnTo>
                    <a:pt x="8257" y="5175"/>
                  </a:lnTo>
                  <a:lnTo>
                    <a:pt x="8198" y="5215"/>
                  </a:lnTo>
                  <a:lnTo>
                    <a:pt x="8178" y="5254"/>
                  </a:lnTo>
                  <a:lnTo>
                    <a:pt x="8178" y="5294"/>
                  </a:lnTo>
                  <a:lnTo>
                    <a:pt x="8198" y="5314"/>
                  </a:lnTo>
                  <a:lnTo>
                    <a:pt x="8237" y="5333"/>
                  </a:lnTo>
                  <a:lnTo>
                    <a:pt x="8277" y="5314"/>
                  </a:lnTo>
                  <a:lnTo>
                    <a:pt x="8277" y="5314"/>
                  </a:lnTo>
                  <a:lnTo>
                    <a:pt x="8198" y="5393"/>
                  </a:lnTo>
                  <a:lnTo>
                    <a:pt x="8158" y="5432"/>
                  </a:lnTo>
                  <a:lnTo>
                    <a:pt x="8138" y="5432"/>
                  </a:lnTo>
                  <a:lnTo>
                    <a:pt x="8138" y="5412"/>
                  </a:lnTo>
                  <a:lnTo>
                    <a:pt x="8158" y="5353"/>
                  </a:lnTo>
                  <a:lnTo>
                    <a:pt x="8059" y="5393"/>
                  </a:lnTo>
                  <a:lnTo>
                    <a:pt x="8099" y="5393"/>
                  </a:lnTo>
                  <a:lnTo>
                    <a:pt x="8119" y="5412"/>
                  </a:lnTo>
                  <a:lnTo>
                    <a:pt x="8119" y="5432"/>
                  </a:lnTo>
                  <a:lnTo>
                    <a:pt x="8119" y="5472"/>
                  </a:lnTo>
                  <a:lnTo>
                    <a:pt x="8079" y="5570"/>
                  </a:lnTo>
                  <a:lnTo>
                    <a:pt x="8040" y="5669"/>
                  </a:lnTo>
                  <a:lnTo>
                    <a:pt x="8040" y="5669"/>
                  </a:lnTo>
                  <a:lnTo>
                    <a:pt x="8059" y="5649"/>
                  </a:lnTo>
                  <a:lnTo>
                    <a:pt x="8079" y="5630"/>
                  </a:lnTo>
                  <a:lnTo>
                    <a:pt x="8099" y="5570"/>
                  </a:lnTo>
                  <a:lnTo>
                    <a:pt x="8119" y="5511"/>
                  </a:lnTo>
                  <a:lnTo>
                    <a:pt x="8138" y="5511"/>
                  </a:lnTo>
                  <a:lnTo>
                    <a:pt x="8178" y="5491"/>
                  </a:lnTo>
                  <a:lnTo>
                    <a:pt x="8178" y="5590"/>
                  </a:lnTo>
                  <a:lnTo>
                    <a:pt x="8198" y="5649"/>
                  </a:lnTo>
                  <a:lnTo>
                    <a:pt x="8217" y="5689"/>
                  </a:lnTo>
                  <a:lnTo>
                    <a:pt x="8257" y="5709"/>
                  </a:lnTo>
                  <a:lnTo>
                    <a:pt x="8296" y="5728"/>
                  </a:lnTo>
                  <a:lnTo>
                    <a:pt x="8316" y="5768"/>
                  </a:lnTo>
                  <a:lnTo>
                    <a:pt x="8296" y="5847"/>
                  </a:lnTo>
                  <a:lnTo>
                    <a:pt x="8257" y="5965"/>
                  </a:lnTo>
                  <a:lnTo>
                    <a:pt x="8257" y="5965"/>
                  </a:lnTo>
                  <a:lnTo>
                    <a:pt x="8415" y="5906"/>
                  </a:lnTo>
                  <a:lnTo>
                    <a:pt x="8514" y="5886"/>
                  </a:lnTo>
                  <a:lnTo>
                    <a:pt x="8573" y="5886"/>
                  </a:lnTo>
                  <a:lnTo>
                    <a:pt x="8632" y="5847"/>
                  </a:lnTo>
                  <a:lnTo>
                    <a:pt x="8672" y="5827"/>
                  </a:lnTo>
                  <a:lnTo>
                    <a:pt x="8691" y="5807"/>
                  </a:lnTo>
                  <a:lnTo>
                    <a:pt x="8751" y="5748"/>
                  </a:lnTo>
                  <a:lnTo>
                    <a:pt x="8751" y="5689"/>
                  </a:lnTo>
                  <a:lnTo>
                    <a:pt x="8711" y="5689"/>
                  </a:lnTo>
                  <a:lnTo>
                    <a:pt x="8632" y="5709"/>
                  </a:lnTo>
                  <a:lnTo>
                    <a:pt x="8553" y="5709"/>
                  </a:lnTo>
                  <a:lnTo>
                    <a:pt x="8533" y="5689"/>
                  </a:lnTo>
                  <a:lnTo>
                    <a:pt x="8533" y="5610"/>
                  </a:lnTo>
                  <a:lnTo>
                    <a:pt x="8494" y="5649"/>
                  </a:lnTo>
                  <a:lnTo>
                    <a:pt x="8454" y="5689"/>
                  </a:lnTo>
                  <a:lnTo>
                    <a:pt x="8375" y="5788"/>
                  </a:lnTo>
                  <a:lnTo>
                    <a:pt x="8336" y="5788"/>
                  </a:lnTo>
                  <a:lnTo>
                    <a:pt x="8336" y="5748"/>
                  </a:lnTo>
                  <a:lnTo>
                    <a:pt x="8336" y="5728"/>
                  </a:lnTo>
                  <a:lnTo>
                    <a:pt x="8356" y="5669"/>
                  </a:lnTo>
                  <a:lnTo>
                    <a:pt x="8395" y="5669"/>
                  </a:lnTo>
                  <a:lnTo>
                    <a:pt x="8435" y="5630"/>
                  </a:lnTo>
                  <a:lnTo>
                    <a:pt x="8514" y="5551"/>
                  </a:lnTo>
                  <a:lnTo>
                    <a:pt x="8573" y="5491"/>
                  </a:lnTo>
                  <a:lnTo>
                    <a:pt x="8612" y="5472"/>
                  </a:lnTo>
                  <a:lnTo>
                    <a:pt x="8652" y="5491"/>
                  </a:lnTo>
                  <a:lnTo>
                    <a:pt x="8652" y="5432"/>
                  </a:lnTo>
                  <a:lnTo>
                    <a:pt x="8632" y="5393"/>
                  </a:lnTo>
                  <a:lnTo>
                    <a:pt x="8612" y="5353"/>
                  </a:lnTo>
                  <a:lnTo>
                    <a:pt x="8593" y="5314"/>
                  </a:lnTo>
                  <a:lnTo>
                    <a:pt x="8632" y="5235"/>
                  </a:lnTo>
                  <a:lnTo>
                    <a:pt x="8672" y="5156"/>
                  </a:lnTo>
                  <a:lnTo>
                    <a:pt x="8810" y="5057"/>
                  </a:lnTo>
                  <a:lnTo>
                    <a:pt x="8928" y="4978"/>
                  </a:lnTo>
                  <a:lnTo>
                    <a:pt x="8889" y="5057"/>
                  </a:lnTo>
                  <a:lnTo>
                    <a:pt x="8849" y="5096"/>
                  </a:lnTo>
                  <a:lnTo>
                    <a:pt x="9067" y="4998"/>
                  </a:lnTo>
                  <a:lnTo>
                    <a:pt x="9007" y="5136"/>
                  </a:lnTo>
                  <a:lnTo>
                    <a:pt x="8948" y="5235"/>
                  </a:lnTo>
                  <a:lnTo>
                    <a:pt x="8968" y="5254"/>
                  </a:lnTo>
                  <a:lnTo>
                    <a:pt x="8988" y="5254"/>
                  </a:lnTo>
                  <a:lnTo>
                    <a:pt x="9047" y="5274"/>
                  </a:lnTo>
                  <a:lnTo>
                    <a:pt x="9067" y="5274"/>
                  </a:lnTo>
                  <a:lnTo>
                    <a:pt x="9086" y="5294"/>
                  </a:lnTo>
                  <a:lnTo>
                    <a:pt x="9086" y="5333"/>
                  </a:lnTo>
                  <a:lnTo>
                    <a:pt x="9047" y="5373"/>
                  </a:lnTo>
                  <a:lnTo>
                    <a:pt x="9086" y="5373"/>
                  </a:lnTo>
                  <a:lnTo>
                    <a:pt x="9106" y="5333"/>
                  </a:lnTo>
                  <a:lnTo>
                    <a:pt x="9106" y="5274"/>
                  </a:lnTo>
                  <a:lnTo>
                    <a:pt x="9126" y="5215"/>
                  </a:lnTo>
                  <a:lnTo>
                    <a:pt x="9047" y="5175"/>
                  </a:lnTo>
                  <a:lnTo>
                    <a:pt x="9086" y="5116"/>
                  </a:lnTo>
                  <a:lnTo>
                    <a:pt x="9106" y="5096"/>
                  </a:lnTo>
                  <a:lnTo>
                    <a:pt x="9126" y="5116"/>
                  </a:lnTo>
                  <a:lnTo>
                    <a:pt x="9146" y="5136"/>
                  </a:lnTo>
                  <a:lnTo>
                    <a:pt x="9146" y="5156"/>
                  </a:lnTo>
                  <a:lnTo>
                    <a:pt x="9205" y="5156"/>
                  </a:lnTo>
                  <a:lnTo>
                    <a:pt x="9244" y="5116"/>
                  </a:lnTo>
                  <a:lnTo>
                    <a:pt x="9304" y="5017"/>
                  </a:lnTo>
                  <a:lnTo>
                    <a:pt x="9343" y="4998"/>
                  </a:lnTo>
                  <a:lnTo>
                    <a:pt x="9738" y="4148"/>
                  </a:lnTo>
                  <a:lnTo>
                    <a:pt x="9738" y="4148"/>
                  </a:lnTo>
                  <a:lnTo>
                    <a:pt x="9679" y="4168"/>
                  </a:lnTo>
                  <a:lnTo>
                    <a:pt x="9639" y="4168"/>
                  </a:lnTo>
                  <a:lnTo>
                    <a:pt x="9600" y="4148"/>
                  </a:lnTo>
                  <a:lnTo>
                    <a:pt x="9580" y="4128"/>
                  </a:lnTo>
                  <a:lnTo>
                    <a:pt x="9620" y="4069"/>
                  </a:lnTo>
                  <a:lnTo>
                    <a:pt x="9659" y="4030"/>
                  </a:lnTo>
                  <a:lnTo>
                    <a:pt x="9718" y="4010"/>
                  </a:lnTo>
                  <a:lnTo>
                    <a:pt x="9758" y="4010"/>
                  </a:lnTo>
                  <a:lnTo>
                    <a:pt x="9797" y="3990"/>
                  </a:lnTo>
                  <a:lnTo>
                    <a:pt x="9817" y="3951"/>
                  </a:lnTo>
                  <a:lnTo>
                    <a:pt x="9837" y="3891"/>
                  </a:lnTo>
                  <a:lnTo>
                    <a:pt x="9837" y="3872"/>
                  </a:lnTo>
                  <a:lnTo>
                    <a:pt x="9817" y="3872"/>
                  </a:lnTo>
                  <a:lnTo>
                    <a:pt x="9778" y="3891"/>
                  </a:lnTo>
                  <a:lnTo>
                    <a:pt x="9758" y="3951"/>
                  </a:lnTo>
                  <a:lnTo>
                    <a:pt x="9738" y="3990"/>
                  </a:lnTo>
                  <a:lnTo>
                    <a:pt x="9679" y="3891"/>
                  </a:lnTo>
                  <a:lnTo>
                    <a:pt x="9659" y="3812"/>
                  </a:lnTo>
                  <a:lnTo>
                    <a:pt x="9679" y="3714"/>
                  </a:lnTo>
                  <a:lnTo>
                    <a:pt x="9580" y="3753"/>
                  </a:lnTo>
                  <a:lnTo>
                    <a:pt x="9521" y="3773"/>
                  </a:lnTo>
                  <a:lnTo>
                    <a:pt x="9481" y="3793"/>
                  </a:lnTo>
                  <a:lnTo>
                    <a:pt x="9383" y="3872"/>
                  </a:lnTo>
                  <a:lnTo>
                    <a:pt x="9422" y="3872"/>
                  </a:lnTo>
                  <a:lnTo>
                    <a:pt x="9462" y="3832"/>
                  </a:lnTo>
                  <a:lnTo>
                    <a:pt x="9501" y="3832"/>
                  </a:lnTo>
                  <a:lnTo>
                    <a:pt x="9501" y="3852"/>
                  </a:lnTo>
                  <a:lnTo>
                    <a:pt x="9363" y="3970"/>
                  </a:lnTo>
                  <a:lnTo>
                    <a:pt x="9343" y="3951"/>
                  </a:lnTo>
                  <a:lnTo>
                    <a:pt x="9323" y="3931"/>
                  </a:lnTo>
                  <a:lnTo>
                    <a:pt x="9323" y="3852"/>
                  </a:lnTo>
                  <a:lnTo>
                    <a:pt x="9323" y="3793"/>
                  </a:lnTo>
                  <a:lnTo>
                    <a:pt x="9304" y="3733"/>
                  </a:lnTo>
                  <a:lnTo>
                    <a:pt x="9383" y="3714"/>
                  </a:lnTo>
                  <a:lnTo>
                    <a:pt x="9363" y="3733"/>
                  </a:lnTo>
                  <a:lnTo>
                    <a:pt x="9363" y="3733"/>
                  </a:lnTo>
                  <a:lnTo>
                    <a:pt x="9402" y="3714"/>
                  </a:lnTo>
                  <a:lnTo>
                    <a:pt x="9442" y="3714"/>
                  </a:lnTo>
                  <a:lnTo>
                    <a:pt x="9481" y="3694"/>
                  </a:lnTo>
                  <a:lnTo>
                    <a:pt x="9521" y="3654"/>
                  </a:lnTo>
                  <a:lnTo>
                    <a:pt x="9521" y="3654"/>
                  </a:lnTo>
                  <a:lnTo>
                    <a:pt x="9462" y="3674"/>
                  </a:lnTo>
                  <a:lnTo>
                    <a:pt x="9422" y="3674"/>
                  </a:lnTo>
                  <a:lnTo>
                    <a:pt x="9383" y="3654"/>
                  </a:lnTo>
                  <a:lnTo>
                    <a:pt x="9363" y="3635"/>
                  </a:lnTo>
                  <a:lnTo>
                    <a:pt x="9323" y="3654"/>
                  </a:lnTo>
                  <a:lnTo>
                    <a:pt x="9343" y="3635"/>
                  </a:lnTo>
                  <a:lnTo>
                    <a:pt x="9304" y="3635"/>
                  </a:lnTo>
                  <a:lnTo>
                    <a:pt x="9264" y="3615"/>
                  </a:lnTo>
                  <a:lnTo>
                    <a:pt x="9244" y="3516"/>
                  </a:lnTo>
                  <a:lnTo>
                    <a:pt x="9225" y="3477"/>
                  </a:lnTo>
                  <a:lnTo>
                    <a:pt x="9205" y="3477"/>
                  </a:lnTo>
                  <a:lnTo>
                    <a:pt x="9165" y="3496"/>
                  </a:lnTo>
                  <a:lnTo>
                    <a:pt x="9086" y="3556"/>
                  </a:lnTo>
                  <a:lnTo>
                    <a:pt x="9106" y="3575"/>
                  </a:lnTo>
                  <a:lnTo>
                    <a:pt x="9086" y="3615"/>
                  </a:lnTo>
                  <a:lnTo>
                    <a:pt x="9067" y="3674"/>
                  </a:lnTo>
                  <a:lnTo>
                    <a:pt x="9027" y="3714"/>
                  </a:lnTo>
                  <a:lnTo>
                    <a:pt x="9047" y="3674"/>
                  </a:lnTo>
                  <a:lnTo>
                    <a:pt x="9027" y="3635"/>
                  </a:lnTo>
                  <a:lnTo>
                    <a:pt x="9027" y="3595"/>
                  </a:lnTo>
                  <a:lnTo>
                    <a:pt x="9027" y="3556"/>
                  </a:lnTo>
                  <a:lnTo>
                    <a:pt x="9067" y="3536"/>
                  </a:lnTo>
                  <a:lnTo>
                    <a:pt x="9027" y="3477"/>
                  </a:lnTo>
                  <a:lnTo>
                    <a:pt x="8988" y="3457"/>
                  </a:lnTo>
                  <a:lnTo>
                    <a:pt x="8968" y="3457"/>
                  </a:lnTo>
                  <a:lnTo>
                    <a:pt x="8889" y="3595"/>
                  </a:lnTo>
                  <a:lnTo>
                    <a:pt x="8849" y="3635"/>
                  </a:lnTo>
                  <a:lnTo>
                    <a:pt x="8790" y="3654"/>
                  </a:lnTo>
                  <a:lnTo>
                    <a:pt x="8790" y="3615"/>
                  </a:lnTo>
                  <a:lnTo>
                    <a:pt x="8810" y="3575"/>
                  </a:lnTo>
                  <a:lnTo>
                    <a:pt x="8869" y="3496"/>
                  </a:lnTo>
                  <a:lnTo>
                    <a:pt x="8928" y="3437"/>
                  </a:lnTo>
                  <a:lnTo>
                    <a:pt x="8948" y="3398"/>
                  </a:lnTo>
                  <a:lnTo>
                    <a:pt x="8968" y="3338"/>
                  </a:lnTo>
                  <a:lnTo>
                    <a:pt x="8810" y="3398"/>
                  </a:lnTo>
                  <a:lnTo>
                    <a:pt x="8849" y="3299"/>
                  </a:lnTo>
                  <a:lnTo>
                    <a:pt x="8810" y="3240"/>
                  </a:lnTo>
                  <a:lnTo>
                    <a:pt x="8751" y="3220"/>
                  </a:lnTo>
                  <a:lnTo>
                    <a:pt x="8691" y="3240"/>
                  </a:lnTo>
                  <a:lnTo>
                    <a:pt x="8612" y="3240"/>
                  </a:lnTo>
                  <a:lnTo>
                    <a:pt x="8474" y="3279"/>
                  </a:lnTo>
                  <a:lnTo>
                    <a:pt x="8415" y="3279"/>
                  </a:lnTo>
                  <a:lnTo>
                    <a:pt x="8356" y="3259"/>
                  </a:lnTo>
                  <a:lnTo>
                    <a:pt x="8435" y="3180"/>
                  </a:lnTo>
                  <a:lnTo>
                    <a:pt x="8494" y="3141"/>
                  </a:lnTo>
                  <a:lnTo>
                    <a:pt x="8573" y="3121"/>
                  </a:lnTo>
                  <a:lnTo>
                    <a:pt x="8612" y="3121"/>
                  </a:lnTo>
                  <a:lnTo>
                    <a:pt x="8612" y="3082"/>
                  </a:lnTo>
                  <a:lnTo>
                    <a:pt x="8612" y="3062"/>
                  </a:lnTo>
                  <a:lnTo>
                    <a:pt x="8553" y="3042"/>
                  </a:lnTo>
                  <a:lnTo>
                    <a:pt x="8514" y="3042"/>
                  </a:lnTo>
                  <a:lnTo>
                    <a:pt x="8494" y="3022"/>
                  </a:lnTo>
                  <a:lnTo>
                    <a:pt x="8474" y="2983"/>
                  </a:lnTo>
                  <a:lnTo>
                    <a:pt x="8454" y="2963"/>
                  </a:lnTo>
                  <a:lnTo>
                    <a:pt x="8435" y="2963"/>
                  </a:lnTo>
                  <a:lnTo>
                    <a:pt x="8375" y="3003"/>
                  </a:lnTo>
                  <a:lnTo>
                    <a:pt x="8316" y="3062"/>
                  </a:lnTo>
                  <a:lnTo>
                    <a:pt x="8277" y="3121"/>
                  </a:lnTo>
                  <a:lnTo>
                    <a:pt x="8237" y="3121"/>
                  </a:lnTo>
                  <a:lnTo>
                    <a:pt x="8237" y="3062"/>
                  </a:lnTo>
                  <a:lnTo>
                    <a:pt x="8296" y="2983"/>
                  </a:lnTo>
                  <a:lnTo>
                    <a:pt x="8257" y="3022"/>
                  </a:lnTo>
                  <a:lnTo>
                    <a:pt x="8217" y="3042"/>
                  </a:lnTo>
                  <a:lnTo>
                    <a:pt x="8178" y="3062"/>
                  </a:lnTo>
                  <a:lnTo>
                    <a:pt x="8158" y="3062"/>
                  </a:lnTo>
                  <a:lnTo>
                    <a:pt x="8099" y="3042"/>
                  </a:lnTo>
                  <a:lnTo>
                    <a:pt x="8040" y="3022"/>
                  </a:lnTo>
                  <a:lnTo>
                    <a:pt x="8099" y="2943"/>
                  </a:lnTo>
                  <a:lnTo>
                    <a:pt x="7941" y="3003"/>
                  </a:lnTo>
                  <a:lnTo>
                    <a:pt x="7941" y="3022"/>
                  </a:lnTo>
                  <a:lnTo>
                    <a:pt x="7921" y="3062"/>
                  </a:lnTo>
                  <a:lnTo>
                    <a:pt x="7862" y="3141"/>
                  </a:lnTo>
                  <a:lnTo>
                    <a:pt x="7842" y="3121"/>
                  </a:lnTo>
                  <a:lnTo>
                    <a:pt x="7842" y="3220"/>
                  </a:lnTo>
                  <a:lnTo>
                    <a:pt x="7862" y="3240"/>
                  </a:lnTo>
                  <a:lnTo>
                    <a:pt x="7901" y="3259"/>
                  </a:lnTo>
                  <a:lnTo>
                    <a:pt x="7961" y="3240"/>
                  </a:lnTo>
                  <a:lnTo>
                    <a:pt x="8000" y="3240"/>
                  </a:lnTo>
                  <a:lnTo>
                    <a:pt x="8040" y="3259"/>
                  </a:lnTo>
                  <a:lnTo>
                    <a:pt x="8059" y="3299"/>
                  </a:lnTo>
                  <a:lnTo>
                    <a:pt x="8059" y="3398"/>
                  </a:lnTo>
                  <a:lnTo>
                    <a:pt x="8020" y="3417"/>
                  </a:lnTo>
                  <a:lnTo>
                    <a:pt x="8000" y="3457"/>
                  </a:lnTo>
                  <a:lnTo>
                    <a:pt x="8000" y="3477"/>
                  </a:lnTo>
                  <a:lnTo>
                    <a:pt x="7961" y="3496"/>
                  </a:lnTo>
                  <a:lnTo>
                    <a:pt x="7961" y="3477"/>
                  </a:lnTo>
                  <a:lnTo>
                    <a:pt x="7980" y="3437"/>
                  </a:lnTo>
                  <a:lnTo>
                    <a:pt x="7901" y="3516"/>
                  </a:lnTo>
                  <a:lnTo>
                    <a:pt x="7882" y="3536"/>
                  </a:lnTo>
                  <a:lnTo>
                    <a:pt x="7882" y="3556"/>
                  </a:lnTo>
                  <a:lnTo>
                    <a:pt x="7803" y="3654"/>
                  </a:lnTo>
                  <a:lnTo>
                    <a:pt x="7783" y="3674"/>
                  </a:lnTo>
                  <a:lnTo>
                    <a:pt x="7743" y="3694"/>
                  </a:lnTo>
                  <a:lnTo>
                    <a:pt x="7684" y="3674"/>
                  </a:lnTo>
                  <a:lnTo>
                    <a:pt x="7625" y="3694"/>
                  </a:lnTo>
                  <a:lnTo>
                    <a:pt x="7625" y="3635"/>
                  </a:lnTo>
                  <a:lnTo>
                    <a:pt x="7645" y="3595"/>
                  </a:lnTo>
                  <a:lnTo>
                    <a:pt x="7704" y="3536"/>
                  </a:lnTo>
                  <a:lnTo>
                    <a:pt x="7783" y="3496"/>
                  </a:lnTo>
                  <a:lnTo>
                    <a:pt x="7842" y="3457"/>
                  </a:lnTo>
                  <a:lnTo>
                    <a:pt x="7783" y="3477"/>
                  </a:lnTo>
                  <a:lnTo>
                    <a:pt x="7763" y="3477"/>
                  </a:lnTo>
                  <a:lnTo>
                    <a:pt x="7743" y="3457"/>
                  </a:lnTo>
                  <a:lnTo>
                    <a:pt x="7842" y="3319"/>
                  </a:lnTo>
                  <a:lnTo>
                    <a:pt x="7763" y="3358"/>
                  </a:lnTo>
                  <a:lnTo>
                    <a:pt x="7724" y="3398"/>
                  </a:lnTo>
                  <a:lnTo>
                    <a:pt x="7704" y="3477"/>
                  </a:lnTo>
                  <a:lnTo>
                    <a:pt x="7645" y="3556"/>
                  </a:lnTo>
                  <a:lnTo>
                    <a:pt x="7605" y="3615"/>
                  </a:lnTo>
                  <a:lnTo>
                    <a:pt x="7585" y="3635"/>
                  </a:lnTo>
                  <a:lnTo>
                    <a:pt x="7565" y="3615"/>
                  </a:lnTo>
                  <a:lnTo>
                    <a:pt x="7565" y="3595"/>
                  </a:lnTo>
                  <a:lnTo>
                    <a:pt x="7546" y="3536"/>
                  </a:lnTo>
                  <a:lnTo>
                    <a:pt x="7546" y="3516"/>
                  </a:lnTo>
                  <a:lnTo>
                    <a:pt x="7585" y="3496"/>
                  </a:lnTo>
                  <a:lnTo>
                    <a:pt x="7565" y="3457"/>
                  </a:lnTo>
                  <a:lnTo>
                    <a:pt x="7546" y="3457"/>
                  </a:lnTo>
                  <a:lnTo>
                    <a:pt x="7506" y="3477"/>
                  </a:lnTo>
                  <a:lnTo>
                    <a:pt x="7447" y="3496"/>
                  </a:lnTo>
                  <a:lnTo>
                    <a:pt x="7407" y="3496"/>
                  </a:lnTo>
                  <a:lnTo>
                    <a:pt x="7447" y="3358"/>
                  </a:lnTo>
                  <a:lnTo>
                    <a:pt x="7447" y="3398"/>
                  </a:lnTo>
                  <a:lnTo>
                    <a:pt x="7467" y="3417"/>
                  </a:lnTo>
                  <a:lnTo>
                    <a:pt x="7546" y="3358"/>
                  </a:lnTo>
                  <a:lnTo>
                    <a:pt x="7605" y="3299"/>
                  </a:lnTo>
                  <a:lnTo>
                    <a:pt x="7645" y="3279"/>
                  </a:lnTo>
                  <a:lnTo>
                    <a:pt x="7645" y="3240"/>
                  </a:lnTo>
                  <a:lnTo>
                    <a:pt x="7664" y="3180"/>
                  </a:lnTo>
                  <a:lnTo>
                    <a:pt x="7704" y="3121"/>
                  </a:lnTo>
                  <a:lnTo>
                    <a:pt x="7743" y="3082"/>
                  </a:lnTo>
                  <a:lnTo>
                    <a:pt x="7941" y="2924"/>
                  </a:lnTo>
                  <a:lnTo>
                    <a:pt x="7901" y="2904"/>
                  </a:lnTo>
                  <a:lnTo>
                    <a:pt x="7882" y="2884"/>
                  </a:lnTo>
                  <a:lnTo>
                    <a:pt x="7862" y="2845"/>
                  </a:lnTo>
                  <a:lnTo>
                    <a:pt x="7862" y="2785"/>
                  </a:lnTo>
                  <a:lnTo>
                    <a:pt x="7822" y="2825"/>
                  </a:lnTo>
                  <a:lnTo>
                    <a:pt x="7783" y="2825"/>
                  </a:lnTo>
                  <a:lnTo>
                    <a:pt x="7743" y="2805"/>
                  </a:lnTo>
                  <a:lnTo>
                    <a:pt x="7724" y="2785"/>
                  </a:lnTo>
                  <a:lnTo>
                    <a:pt x="7704" y="2766"/>
                  </a:lnTo>
                  <a:lnTo>
                    <a:pt x="7684" y="2746"/>
                  </a:lnTo>
                  <a:lnTo>
                    <a:pt x="7625" y="2766"/>
                  </a:lnTo>
                  <a:lnTo>
                    <a:pt x="7565" y="2825"/>
                  </a:lnTo>
                  <a:lnTo>
                    <a:pt x="7585" y="2785"/>
                  </a:lnTo>
                  <a:lnTo>
                    <a:pt x="7605" y="2746"/>
                  </a:lnTo>
                  <a:lnTo>
                    <a:pt x="7625" y="2726"/>
                  </a:lnTo>
                  <a:lnTo>
                    <a:pt x="7625" y="2706"/>
                  </a:lnTo>
                  <a:lnTo>
                    <a:pt x="7565" y="2667"/>
                  </a:lnTo>
                  <a:lnTo>
                    <a:pt x="7506" y="2647"/>
                  </a:lnTo>
                  <a:lnTo>
                    <a:pt x="7427" y="2647"/>
                  </a:lnTo>
                  <a:lnTo>
                    <a:pt x="7348" y="2667"/>
                  </a:lnTo>
                  <a:lnTo>
                    <a:pt x="7328" y="2647"/>
                  </a:lnTo>
                  <a:lnTo>
                    <a:pt x="7348" y="2608"/>
                  </a:lnTo>
                  <a:lnTo>
                    <a:pt x="7388" y="2529"/>
                  </a:lnTo>
                  <a:lnTo>
                    <a:pt x="7328" y="2469"/>
                  </a:lnTo>
                  <a:lnTo>
                    <a:pt x="7249" y="2449"/>
                  </a:lnTo>
                  <a:lnTo>
                    <a:pt x="7190" y="2469"/>
                  </a:lnTo>
                  <a:lnTo>
                    <a:pt x="7111" y="2489"/>
                  </a:lnTo>
                  <a:lnTo>
                    <a:pt x="7032" y="2509"/>
                  </a:lnTo>
                  <a:lnTo>
                    <a:pt x="6874" y="2509"/>
                  </a:lnTo>
                  <a:lnTo>
                    <a:pt x="6815" y="2449"/>
                  </a:lnTo>
                  <a:lnTo>
                    <a:pt x="6894" y="2390"/>
                  </a:lnTo>
                  <a:lnTo>
                    <a:pt x="6874" y="2351"/>
                  </a:lnTo>
                  <a:lnTo>
                    <a:pt x="6835" y="2331"/>
                  </a:lnTo>
                  <a:lnTo>
                    <a:pt x="6795" y="2351"/>
                  </a:lnTo>
                  <a:lnTo>
                    <a:pt x="6756" y="2390"/>
                  </a:lnTo>
                  <a:lnTo>
                    <a:pt x="6775" y="2311"/>
                  </a:lnTo>
                  <a:lnTo>
                    <a:pt x="6756" y="2272"/>
                  </a:lnTo>
                  <a:lnTo>
                    <a:pt x="6657" y="2272"/>
                  </a:lnTo>
                  <a:lnTo>
                    <a:pt x="6617" y="2291"/>
                  </a:lnTo>
                  <a:lnTo>
                    <a:pt x="6578" y="2272"/>
                  </a:lnTo>
                  <a:lnTo>
                    <a:pt x="6558" y="2232"/>
                  </a:lnTo>
                  <a:lnTo>
                    <a:pt x="6558" y="2153"/>
                  </a:lnTo>
                  <a:lnTo>
                    <a:pt x="6538" y="2114"/>
                  </a:lnTo>
                  <a:lnTo>
                    <a:pt x="6499" y="2114"/>
                  </a:lnTo>
                  <a:lnTo>
                    <a:pt x="6440" y="2173"/>
                  </a:lnTo>
                  <a:lnTo>
                    <a:pt x="6361" y="2232"/>
                  </a:lnTo>
                  <a:lnTo>
                    <a:pt x="6321" y="2252"/>
                  </a:lnTo>
                  <a:lnTo>
                    <a:pt x="6282" y="2272"/>
                  </a:lnTo>
                  <a:lnTo>
                    <a:pt x="6341" y="2173"/>
                  </a:lnTo>
                  <a:lnTo>
                    <a:pt x="6380" y="2114"/>
                  </a:lnTo>
                  <a:lnTo>
                    <a:pt x="6380" y="2074"/>
                  </a:lnTo>
                  <a:lnTo>
                    <a:pt x="6163" y="2035"/>
                  </a:lnTo>
                  <a:lnTo>
                    <a:pt x="5985" y="1995"/>
                  </a:lnTo>
                  <a:lnTo>
                    <a:pt x="5590" y="1877"/>
                  </a:lnTo>
                  <a:lnTo>
                    <a:pt x="5650" y="1837"/>
                  </a:lnTo>
                  <a:lnTo>
                    <a:pt x="5571" y="1798"/>
                  </a:lnTo>
                  <a:lnTo>
                    <a:pt x="5353" y="1798"/>
                  </a:lnTo>
                  <a:lnTo>
                    <a:pt x="5215" y="1817"/>
                  </a:lnTo>
                  <a:lnTo>
                    <a:pt x="5156" y="1798"/>
                  </a:lnTo>
                  <a:lnTo>
                    <a:pt x="5096" y="1738"/>
                  </a:lnTo>
                  <a:lnTo>
                    <a:pt x="5017" y="1798"/>
                  </a:lnTo>
                  <a:lnTo>
                    <a:pt x="4958" y="1837"/>
                  </a:lnTo>
                  <a:lnTo>
                    <a:pt x="4938" y="1896"/>
                  </a:lnTo>
                  <a:lnTo>
                    <a:pt x="4938" y="1936"/>
                  </a:lnTo>
                  <a:lnTo>
                    <a:pt x="4919" y="1995"/>
                  </a:lnTo>
                  <a:lnTo>
                    <a:pt x="4859" y="2153"/>
                  </a:lnTo>
                  <a:lnTo>
                    <a:pt x="4800" y="2153"/>
                  </a:lnTo>
                  <a:lnTo>
                    <a:pt x="4780" y="2133"/>
                  </a:lnTo>
                  <a:lnTo>
                    <a:pt x="4780" y="2094"/>
                  </a:lnTo>
                  <a:lnTo>
                    <a:pt x="4800" y="2054"/>
                  </a:lnTo>
                  <a:lnTo>
                    <a:pt x="4820" y="1956"/>
                  </a:lnTo>
                  <a:lnTo>
                    <a:pt x="4820" y="1936"/>
                  </a:lnTo>
                  <a:lnTo>
                    <a:pt x="4780" y="1916"/>
                  </a:lnTo>
                  <a:lnTo>
                    <a:pt x="4840" y="1817"/>
                  </a:lnTo>
                  <a:lnTo>
                    <a:pt x="4879" y="1758"/>
                  </a:lnTo>
                  <a:lnTo>
                    <a:pt x="4938" y="1719"/>
                  </a:lnTo>
                  <a:lnTo>
                    <a:pt x="4998" y="1640"/>
                  </a:lnTo>
                  <a:lnTo>
                    <a:pt x="4998" y="1640"/>
                  </a:lnTo>
                  <a:lnTo>
                    <a:pt x="4800" y="1699"/>
                  </a:lnTo>
                  <a:lnTo>
                    <a:pt x="4800" y="1679"/>
                  </a:lnTo>
                  <a:lnTo>
                    <a:pt x="4780" y="1659"/>
                  </a:lnTo>
                  <a:lnTo>
                    <a:pt x="4721" y="1640"/>
                  </a:lnTo>
                  <a:lnTo>
                    <a:pt x="4662" y="1620"/>
                  </a:lnTo>
                  <a:lnTo>
                    <a:pt x="4642" y="1600"/>
                  </a:lnTo>
                  <a:lnTo>
                    <a:pt x="4642" y="1580"/>
                  </a:lnTo>
                  <a:lnTo>
                    <a:pt x="4662" y="1561"/>
                  </a:lnTo>
                  <a:lnTo>
                    <a:pt x="4682" y="1521"/>
                  </a:lnTo>
                  <a:lnTo>
                    <a:pt x="4721" y="1482"/>
                  </a:lnTo>
                  <a:lnTo>
                    <a:pt x="4721" y="1501"/>
                  </a:lnTo>
                  <a:lnTo>
                    <a:pt x="4721" y="1521"/>
                  </a:lnTo>
                  <a:lnTo>
                    <a:pt x="4701" y="1541"/>
                  </a:lnTo>
                  <a:lnTo>
                    <a:pt x="4741" y="1561"/>
                  </a:lnTo>
                  <a:lnTo>
                    <a:pt x="4761" y="1561"/>
                  </a:lnTo>
                  <a:lnTo>
                    <a:pt x="4800" y="1541"/>
                  </a:lnTo>
                  <a:lnTo>
                    <a:pt x="4840" y="1501"/>
                  </a:lnTo>
                  <a:lnTo>
                    <a:pt x="4879" y="1482"/>
                  </a:lnTo>
                  <a:lnTo>
                    <a:pt x="4761" y="1482"/>
                  </a:lnTo>
                  <a:lnTo>
                    <a:pt x="4682" y="1462"/>
                  </a:lnTo>
                  <a:lnTo>
                    <a:pt x="4642" y="1422"/>
                  </a:lnTo>
                  <a:lnTo>
                    <a:pt x="4603" y="1482"/>
                  </a:lnTo>
                  <a:lnTo>
                    <a:pt x="4563" y="1501"/>
                  </a:lnTo>
                  <a:lnTo>
                    <a:pt x="4524" y="1501"/>
                  </a:lnTo>
                  <a:lnTo>
                    <a:pt x="4484" y="1521"/>
                  </a:lnTo>
                  <a:lnTo>
                    <a:pt x="4484" y="1501"/>
                  </a:lnTo>
                  <a:lnTo>
                    <a:pt x="4464" y="1541"/>
                  </a:lnTo>
                  <a:lnTo>
                    <a:pt x="4425" y="1561"/>
                  </a:lnTo>
                  <a:lnTo>
                    <a:pt x="4385" y="1600"/>
                  </a:lnTo>
                  <a:lnTo>
                    <a:pt x="4445" y="1422"/>
                  </a:lnTo>
                  <a:lnTo>
                    <a:pt x="4425" y="1442"/>
                  </a:lnTo>
                  <a:lnTo>
                    <a:pt x="4405" y="1462"/>
                  </a:lnTo>
                  <a:lnTo>
                    <a:pt x="4405" y="1501"/>
                  </a:lnTo>
                  <a:lnTo>
                    <a:pt x="4366" y="1521"/>
                  </a:lnTo>
                  <a:lnTo>
                    <a:pt x="4306" y="1521"/>
                  </a:lnTo>
                  <a:lnTo>
                    <a:pt x="4247" y="1482"/>
                  </a:lnTo>
                  <a:lnTo>
                    <a:pt x="4227" y="1462"/>
                  </a:lnTo>
                  <a:lnTo>
                    <a:pt x="4208" y="1403"/>
                  </a:lnTo>
                  <a:lnTo>
                    <a:pt x="4208" y="1363"/>
                  </a:lnTo>
                  <a:lnTo>
                    <a:pt x="4227" y="1304"/>
                  </a:lnTo>
                  <a:lnTo>
                    <a:pt x="4188" y="1304"/>
                  </a:lnTo>
                  <a:lnTo>
                    <a:pt x="4148" y="1324"/>
                  </a:lnTo>
                  <a:lnTo>
                    <a:pt x="4109" y="1343"/>
                  </a:lnTo>
                  <a:lnTo>
                    <a:pt x="4069" y="1324"/>
                  </a:lnTo>
                  <a:lnTo>
                    <a:pt x="4129" y="1245"/>
                  </a:lnTo>
                  <a:lnTo>
                    <a:pt x="4050" y="1185"/>
                  </a:lnTo>
                  <a:lnTo>
                    <a:pt x="3951" y="1146"/>
                  </a:lnTo>
                  <a:lnTo>
                    <a:pt x="3872" y="1087"/>
                  </a:lnTo>
                  <a:lnTo>
                    <a:pt x="3832" y="1047"/>
                  </a:lnTo>
                  <a:lnTo>
                    <a:pt x="3813" y="988"/>
                  </a:lnTo>
                  <a:lnTo>
                    <a:pt x="3655" y="1008"/>
                  </a:lnTo>
                  <a:lnTo>
                    <a:pt x="3576" y="1027"/>
                  </a:lnTo>
                  <a:lnTo>
                    <a:pt x="3497" y="1087"/>
                  </a:lnTo>
                  <a:lnTo>
                    <a:pt x="3516" y="1087"/>
                  </a:lnTo>
                  <a:lnTo>
                    <a:pt x="3536" y="1126"/>
                  </a:lnTo>
                  <a:lnTo>
                    <a:pt x="3536" y="1185"/>
                  </a:lnTo>
                  <a:lnTo>
                    <a:pt x="3477" y="1225"/>
                  </a:lnTo>
                  <a:lnTo>
                    <a:pt x="3457" y="1264"/>
                  </a:lnTo>
                  <a:lnTo>
                    <a:pt x="3358" y="1264"/>
                  </a:lnTo>
                  <a:lnTo>
                    <a:pt x="3378" y="1205"/>
                  </a:lnTo>
                  <a:lnTo>
                    <a:pt x="3358" y="1166"/>
                  </a:lnTo>
                  <a:lnTo>
                    <a:pt x="3358" y="1126"/>
                  </a:lnTo>
                  <a:lnTo>
                    <a:pt x="3398" y="1106"/>
                  </a:lnTo>
                  <a:lnTo>
                    <a:pt x="3418" y="1047"/>
                  </a:lnTo>
                  <a:lnTo>
                    <a:pt x="3418" y="1008"/>
                  </a:lnTo>
                  <a:lnTo>
                    <a:pt x="3398" y="988"/>
                  </a:lnTo>
                  <a:lnTo>
                    <a:pt x="3339" y="988"/>
                  </a:lnTo>
                  <a:lnTo>
                    <a:pt x="3319" y="968"/>
                  </a:lnTo>
                  <a:lnTo>
                    <a:pt x="3319" y="929"/>
                  </a:lnTo>
                  <a:lnTo>
                    <a:pt x="3339" y="869"/>
                  </a:lnTo>
                  <a:lnTo>
                    <a:pt x="3299" y="889"/>
                  </a:lnTo>
                  <a:lnTo>
                    <a:pt x="3181" y="889"/>
                  </a:lnTo>
                  <a:lnTo>
                    <a:pt x="3102" y="929"/>
                  </a:lnTo>
                  <a:lnTo>
                    <a:pt x="3141" y="889"/>
                  </a:lnTo>
                  <a:lnTo>
                    <a:pt x="3161" y="869"/>
                  </a:lnTo>
                  <a:lnTo>
                    <a:pt x="3200" y="869"/>
                  </a:lnTo>
                  <a:lnTo>
                    <a:pt x="3220" y="830"/>
                  </a:lnTo>
                  <a:lnTo>
                    <a:pt x="3161" y="850"/>
                  </a:lnTo>
                  <a:lnTo>
                    <a:pt x="3161" y="850"/>
                  </a:lnTo>
                  <a:lnTo>
                    <a:pt x="3200" y="790"/>
                  </a:lnTo>
                  <a:lnTo>
                    <a:pt x="3161" y="771"/>
                  </a:lnTo>
                  <a:lnTo>
                    <a:pt x="3141" y="771"/>
                  </a:lnTo>
                  <a:lnTo>
                    <a:pt x="3062" y="810"/>
                  </a:lnTo>
                  <a:lnTo>
                    <a:pt x="2983" y="889"/>
                  </a:lnTo>
                  <a:lnTo>
                    <a:pt x="2924" y="929"/>
                  </a:lnTo>
                  <a:lnTo>
                    <a:pt x="2944" y="909"/>
                  </a:lnTo>
                  <a:lnTo>
                    <a:pt x="2884" y="929"/>
                  </a:lnTo>
                  <a:lnTo>
                    <a:pt x="3003" y="790"/>
                  </a:lnTo>
                  <a:lnTo>
                    <a:pt x="3003" y="790"/>
                  </a:lnTo>
                  <a:lnTo>
                    <a:pt x="2944" y="810"/>
                  </a:lnTo>
                  <a:lnTo>
                    <a:pt x="2884" y="850"/>
                  </a:lnTo>
                  <a:lnTo>
                    <a:pt x="2825" y="889"/>
                  </a:lnTo>
                  <a:lnTo>
                    <a:pt x="2766" y="909"/>
                  </a:lnTo>
                  <a:lnTo>
                    <a:pt x="2786" y="850"/>
                  </a:lnTo>
                  <a:lnTo>
                    <a:pt x="2706" y="889"/>
                  </a:lnTo>
                  <a:lnTo>
                    <a:pt x="2746" y="850"/>
                  </a:lnTo>
                  <a:lnTo>
                    <a:pt x="2667" y="909"/>
                  </a:lnTo>
                  <a:lnTo>
                    <a:pt x="2608" y="929"/>
                  </a:lnTo>
                  <a:lnTo>
                    <a:pt x="2548" y="948"/>
                  </a:lnTo>
                  <a:lnTo>
                    <a:pt x="2489" y="988"/>
                  </a:lnTo>
                  <a:lnTo>
                    <a:pt x="2489" y="948"/>
                  </a:lnTo>
                  <a:lnTo>
                    <a:pt x="2489" y="869"/>
                  </a:lnTo>
                  <a:lnTo>
                    <a:pt x="2489" y="830"/>
                  </a:lnTo>
                  <a:lnTo>
                    <a:pt x="2469" y="850"/>
                  </a:lnTo>
                  <a:lnTo>
                    <a:pt x="2450" y="869"/>
                  </a:lnTo>
                  <a:lnTo>
                    <a:pt x="2548" y="692"/>
                  </a:lnTo>
                  <a:lnTo>
                    <a:pt x="2568" y="692"/>
                  </a:lnTo>
                  <a:lnTo>
                    <a:pt x="2588" y="711"/>
                  </a:lnTo>
                  <a:lnTo>
                    <a:pt x="2568" y="771"/>
                  </a:lnTo>
                  <a:lnTo>
                    <a:pt x="2568" y="810"/>
                  </a:lnTo>
                  <a:lnTo>
                    <a:pt x="2627" y="810"/>
                  </a:lnTo>
                  <a:lnTo>
                    <a:pt x="2647" y="711"/>
                  </a:lnTo>
                  <a:lnTo>
                    <a:pt x="2627" y="632"/>
                  </a:lnTo>
                  <a:lnTo>
                    <a:pt x="2608" y="573"/>
                  </a:lnTo>
                  <a:lnTo>
                    <a:pt x="2568" y="534"/>
                  </a:lnTo>
                  <a:lnTo>
                    <a:pt x="2469" y="474"/>
                  </a:lnTo>
                  <a:lnTo>
                    <a:pt x="2351" y="435"/>
                  </a:lnTo>
                  <a:lnTo>
                    <a:pt x="2311" y="455"/>
                  </a:lnTo>
                  <a:lnTo>
                    <a:pt x="2252" y="435"/>
                  </a:lnTo>
                  <a:lnTo>
                    <a:pt x="2173" y="395"/>
                  </a:lnTo>
                  <a:lnTo>
                    <a:pt x="2134" y="376"/>
                  </a:lnTo>
                  <a:lnTo>
                    <a:pt x="2074" y="376"/>
                  </a:lnTo>
                  <a:lnTo>
                    <a:pt x="2035" y="415"/>
                  </a:lnTo>
                  <a:lnTo>
                    <a:pt x="1956" y="474"/>
                  </a:lnTo>
                  <a:lnTo>
                    <a:pt x="2035" y="376"/>
                  </a:lnTo>
                  <a:lnTo>
                    <a:pt x="1916" y="198"/>
                  </a:lnTo>
                  <a:lnTo>
                    <a:pt x="1818" y="158"/>
                  </a:lnTo>
                  <a:lnTo>
                    <a:pt x="1719" y="99"/>
                  </a:lnTo>
                  <a:lnTo>
                    <a:pt x="1660" y="79"/>
                  </a:lnTo>
                  <a:lnTo>
                    <a:pt x="1541" y="79"/>
                  </a:lnTo>
                  <a:lnTo>
                    <a:pt x="1482" y="119"/>
                  </a:lnTo>
                  <a:lnTo>
                    <a:pt x="1482" y="119"/>
                  </a:lnTo>
                  <a:lnTo>
                    <a:pt x="150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9"/>
            <p:cNvSpPr/>
            <p:nvPr/>
          </p:nvSpPr>
          <p:spPr>
            <a:xfrm>
              <a:off x="-1255850" y="3936575"/>
              <a:ext cx="1000" cy="1025"/>
            </a:xfrm>
            <a:custGeom>
              <a:rect b="b" l="l" r="r" t="t"/>
              <a:pathLst>
                <a:path extrusionOk="0" h="41" w="40">
                  <a:moveTo>
                    <a:pt x="40" y="1"/>
                  </a:moveTo>
                  <a:lnTo>
                    <a:pt x="4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9"/>
            <p:cNvSpPr/>
            <p:nvPr/>
          </p:nvSpPr>
          <p:spPr>
            <a:xfrm>
              <a:off x="-1226725" y="3948425"/>
              <a:ext cx="525" cy="1025"/>
            </a:xfrm>
            <a:custGeom>
              <a:rect b="b" l="l" r="r" t="t"/>
              <a:pathLst>
                <a:path extrusionOk="0" h="41" w="21">
                  <a:moveTo>
                    <a:pt x="21" y="1"/>
                  </a:moveTo>
                  <a:lnTo>
                    <a:pt x="2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9"/>
            <p:cNvSpPr/>
            <p:nvPr/>
          </p:nvSpPr>
          <p:spPr>
            <a:xfrm>
              <a:off x="-1426225" y="3852150"/>
              <a:ext cx="310150" cy="250875"/>
            </a:xfrm>
            <a:custGeom>
              <a:rect b="b" l="l" r="r" t="t"/>
              <a:pathLst>
                <a:path extrusionOk="0" h="10035" w="12406">
                  <a:moveTo>
                    <a:pt x="2470" y="0"/>
                  </a:moveTo>
                  <a:lnTo>
                    <a:pt x="2391" y="20"/>
                  </a:lnTo>
                  <a:lnTo>
                    <a:pt x="2332" y="60"/>
                  </a:lnTo>
                  <a:lnTo>
                    <a:pt x="2174" y="158"/>
                  </a:lnTo>
                  <a:lnTo>
                    <a:pt x="2016" y="316"/>
                  </a:lnTo>
                  <a:lnTo>
                    <a:pt x="1858" y="514"/>
                  </a:lnTo>
                  <a:lnTo>
                    <a:pt x="1700" y="731"/>
                  </a:lnTo>
                  <a:lnTo>
                    <a:pt x="1522" y="988"/>
                  </a:lnTo>
                  <a:lnTo>
                    <a:pt x="1364" y="1284"/>
                  </a:lnTo>
                  <a:lnTo>
                    <a:pt x="1344" y="1284"/>
                  </a:lnTo>
                  <a:lnTo>
                    <a:pt x="1324" y="1324"/>
                  </a:lnTo>
                  <a:lnTo>
                    <a:pt x="1324" y="1363"/>
                  </a:lnTo>
                  <a:lnTo>
                    <a:pt x="1265" y="1422"/>
                  </a:lnTo>
                  <a:lnTo>
                    <a:pt x="1226" y="1501"/>
                  </a:lnTo>
                  <a:lnTo>
                    <a:pt x="1226" y="1521"/>
                  </a:lnTo>
                  <a:lnTo>
                    <a:pt x="1226" y="1541"/>
                  </a:lnTo>
                  <a:lnTo>
                    <a:pt x="989" y="1995"/>
                  </a:lnTo>
                  <a:lnTo>
                    <a:pt x="752" y="2450"/>
                  </a:lnTo>
                  <a:lnTo>
                    <a:pt x="554" y="2904"/>
                  </a:lnTo>
                  <a:lnTo>
                    <a:pt x="376" y="3338"/>
                  </a:lnTo>
                  <a:lnTo>
                    <a:pt x="218" y="3733"/>
                  </a:lnTo>
                  <a:lnTo>
                    <a:pt x="100" y="4049"/>
                  </a:lnTo>
                  <a:lnTo>
                    <a:pt x="21" y="4306"/>
                  </a:lnTo>
                  <a:lnTo>
                    <a:pt x="1" y="4464"/>
                  </a:lnTo>
                  <a:lnTo>
                    <a:pt x="21" y="4524"/>
                  </a:lnTo>
                  <a:lnTo>
                    <a:pt x="40" y="4563"/>
                  </a:lnTo>
                  <a:lnTo>
                    <a:pt x="139" y="4701"/>
                  </a:lnTo>
                  <a:lnTo>
                    <a:pt x="277" y="4840"/>
                  </a:lnTo>
                  <a:lnTo>
                    <a:pt x="495" y="4978"/>
                  </a:lnTo>
                  <a:lnTo>
                    <a:pt x="732" y="5156"/>
                  </a:lnTo>
                  <a:lnTo>
                    <a:pt x="1008" y="5333"/>
                  </a:lnTo>
                  <a:lnTo>
                    <a:pt x="1680" y="5709"/>
                  </a:lnTo>
                  <a:lnTo>
                    <a:pt x="2411" y="6104"/>
                  </a:lnTo>
                  <a:lnTo>
                    <a:pt x="3201" y="6519"/>
                  </a:lnTo>
                  <a:lnTo>
                    <a:pt x="4662" y="7269"/>
                  </a:lnTo>
                  <a:lnTo>
                    <a:pt x="6243" y="8099"/>
                  </a:lnTo>
                  <a:lnTo>
                    <a:pt x="7131" y="8592"/>
                  </a:lnTo>
                  <a:lnTo>
                    <a:pt x="8040" y="9067"/>
                  </a:lnTo>
                  <a:lnTo>
                    <a:pt x="8889" y="9481"/>
                  </a:lnTo>
                  <a:lnTo>
                    <a:pt x="9620" y="9797"/>
                  </a:lnTo>
                  <a:lnTo>
                    <a:pt x="9916" y="9916"/>
                  </a:lnTo>
                  <a:lnTo>
                    <a:pt x="10173" y="9995"/>
                  </a:lnTo>
                  <a:lnTo>
                    <a:pt x="10371" y="10034"/>
                  </a:lnTo>
                  <a:lnTo>
                    <a:pt x="10450" y="10034"/>
                  </a:lnTo>
                  <a:lnTo>
                    <a:pt x="10509" y="10015"/>
                  </a:lnTo>
                  <a:lnTo>
                    <a:pt x="10588" y="9955"/>
                  </a:lnTo>
                  <a:lnTo>
                    <a:pt x="10667" y="9857"/>
                  </a:lnTo>
                  <a:lnTo>
                    <a:pt x="10687" y="9837"/>
                  </a:lnTo>
                  <a:lnTo>
                    <a:pt x="10687" y="9817"/>
                  </a:lnTo>
                  <a:lnTo>
                    <a:pt x="10707" y="9797"/>
                  </a:lnTo>
                  <a:lnTo>
                    <a:pt x="10726" y="9797"/>
                  </a:lnTo>
                  <a:lnTo>
                    <a:pt x="10726" y="9778"/>
                  </a:lnTo>
                  <a:lnTo>
                    <a:pt x="10746" y="9738"/>
                  </a:lnTo>
                  <a:lnTo>
                    <a:pt x="10766" y="9718"/>
                  </a:lnTo>
                  <a:lnTo>
                    <a:pt x="10904" y="9481"/>
                  </a:lnTo>
                  <a:lnTo>
                    <a:pt x="11042" y="9225"/>
                  </a:lnTo>
                  <a:lnTo>
                    <a:pt x="11319" y="8573"/>
                  </a:lnTo>
                  <a:lnTo>
                    <a:pt x="11516" y="8099"/>
                  </a:lnTo>
                  <a:lnTo>
                    <a:pt x="11714" y="7605"/>
                  </a:lnTo>
                  <a:lnTo>
                    <a:pt x="12050" y="6637"/>
                  </a:lnTo>
                  <a:lnTo>
                    <a:pt x="12306" y="5827"/>
                  </a:lnTo>
                  <a:lnTo>
                    <a:pt x="12366" y="5551"/>
                  </a:lnTo>
                  <a:lnTo>
                    <a:pt x="12405" y="5353"/>
                  </a:lnTo>
                  <a:lnTo>
                    <a:pt x="12385" y="5274"/>
                  </a:lnTo>
                  <a:lnTo>
                    <a:pt x="12326" y="5195"/>
                  </a:lnTo>
                  <a:lnTo>
                    <a:pt x="12247" y="5096"/>
                  </a:lnTo>
                  <a:lnTo>
                    <a:pt x="12129" y="4998"/>
                  </a:lnTo>
                  <a:lnTo>
                    <a:pt x="11832" y="4800"/>
                  </a:lnTo>
                  <a:lnTo>
                    <a:pt x="11418" y="4563"/>
                  </a:lnTo>
                  <a:lnTo>
                    <a:pt x="11358" y="4524"/>
                  </a:lnTo>
                  <a:lnTo>
                    <a:pt x="11339" y="4524"/>
                  </a:lnTo>
                  <a:lnTo>
                    <a:pt x="11260" y="4484"/>
                  </a:lnTo>
                  <a:lnTo>
                    <a:pt x="11260" y="4464"/>
                  </a:lnTo>
                  <a:lnTo>
                    <a:pt x="11240" y="4464"/>
                  </a:lnTo>
                  <a:lnTo>
                    <a:pt x="11220" y="4445"/>
                  </a:lnTo>
                  <a:lnTo>
                    <a:pt x="10233" y="3970"/>
                  </a:lnTo>
                  <a:lnTo>
                    <a:pt x="8435" y="3101"/>
                  </a:lnTo>
                  <a:lnTo>
                    <a:pt x="7447" y="2627"/>
                  </a:lnTo>
                  <a:lnTo>
                    <a:pt x="6499" y="2134"/>
                  </a:lnTo>
                  <a:lnTo>
                    <a:pt x="4761" y="1205"/>
                  </a:lnTo>
                  <a:lnTo>
                    <a:pt x="3537" y="553"/>
                  </a:lnTo>
                  <a:lnTo>
                    <a:pt x="2588" y="20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9"/>
            <p:cNvSpPr/>
            <p:nvPr/>
          </p:nvSpPr>
          <p:spPr>
            <a:xfrm>
              <a:off x="-1160050" y="3541050"/>
              <a:ext cx="44950" cy="29150"/>
            </a:xfrm>
            <a:custGeom>
              <a:rect b="b" l="l" r="r" t="t"/>
              <a:pathLst>
                <a:path extrusionOk="0" h="1166" w="1798">
                  <a:moveTo>
                    <a:pt x="1699" y="0"/>
                  </a:moveTo>
                  <a:lnTo>
                    <a:pt x="1679" y="139"/>
                  </a:lnTo>
                  <a:lnTo>
                    <a:pt x="1659" y="336"/>
                  </a:lnTo>
                  <a:lnTo>
                    <a:pt x="1679" y="514"/>
                  </a:lnTo>
                  <a:lnTo>
                    <a:pt x="1699" y="554"/>
                  </a:lnTo>
                  <a:lnTo>
                    <a:pt x="1245" y="751"/>
                  </a:lnTo>
                  <a:lnTo>
                    <a:pt x="889" y="889"/>
                  </a:lnTo>
                  <a:lnTo>
                    <a:pt x="632" y="988"/>
                  </a:lnTo>
                  <a:lnTo>
                    <a:pt x="376" y="1067"/>
                  </a:lnTo>
                  <a:lnTo>
                    <a:pt x="297" y="1067"/>
                  </a:lnTo>
                  <a:lnTo>
                    <a:pt x="237" y="1047"/>
                  </a:lnTo>
                  <a:lnTo>
                    <a:pt x="178" y="968"/>
                  </a:lnTo>
                  <a:lnTo>
                    <a:pt x="139" y="889"/>
                  </a:lnTo>
                  <a:lnTo>
                    <a:pt x="119" y="791"/>
                  </a:lnTo>
                  <a:lnTo>
                    <a:pt x="99" y="712"/>
                  </a:lnTo>
                  <a:lnTo>
                    <a:pt x="119" y="633"/>
                  </a:lnTo>
                  <a:lnTo>
                    <a:pt x="0" y="692"/>
                  </a:lnTo>
                  <a:lnTo>
                    <a:pt x="40" y="850"/>
                  </a:lnTo>
                  <a:lnTo>
                    <a:pt x="79" y="988"/>
                  </a:lnTo>
                  <a:lnTo>
                    <a:pt x="139" y="1107"/>
                  </a:lnTo>
                  <a:lnTo>
                    <a:pt x="178" y="1146"/>
                  </a:lnTo>
                  <a:lnTo>
                    <a:pt x="218" y="1166"/>
                  </a:lnTo>
                  <a:lnTo>
                    <a:pt x="297" y="1166"/>
                  </a:lnTo>
                  <a:lnTo>
                    <a:pt x="376" y="1146"/>
                  </a:lnTo>
                  <a:lnTo>
                    <a:pt x="593" y="1087"/>
                  </a:lnTo>
                  <a:lnTo>
                    <a:pt x="830" y="1008"/>
                  </a:lnTo>
                  <a:lnTo>
                    <a:pt x="1106" y="889"/>
                  </a:lnTo>
                  <a:lnTo>
                    <a:pt x="1580" y="692"/>
                  </a:lnTo>
                  <a:lnTo>
                    <a:pt x="1798" y="593"/>
                  </a:lnTo>
                  <a:lnTo>
                    <a:pt x="1758" y="554"/>
                  </a:lnTo>
                  <a:lnTo>
                    <a:pt x="1738" y="415"/>
                  </a:lnTo>
                  <a:lnTo>
                    <a:pt x="1719" y="336"/>
                  </a:lnTo>
                  <a:lnTo>
                    <a:pt x="1719" y="238"/>
                  </a:lnTo>
                  <a:lnTo>
                    <a:pt x="1758" y="119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9"/>
            <p:cNvSpPr/>
            <p:nvPr/>
          </p:nvSpPr>
          <p:spPr>
            <a:xfrm>
              <a:off x="-1201050" y="3651650"/>
              <a:ext cx="61750" cy="19800"/>
            </a:xfrm>
            <a:custGeom>
              <a:rect b="b" l="l" r="r" t="t"/>
              <a:pathLst>
                <a:path extrusionOk="0" h="792" w="2470">
                  <a:moveTo>
                    <a:pt x="2154" y="1"/>
                  </a:moveTo>
                  <a:lnTo>
                    <a:pt x="1917" y="60"/>
                  </a:lnTo>
                  <a:lnTo>
                    <a:pt x="1166" y="218"/>
                  </a:lnTo>
                  <a:lnTo>
                    <a:pt x="929" y="277"/>
                  </a:lnTo>
                  <a:lnTo>
                    <a:pt x="712" y="357"/>
                  </a:lnTo>
                  <a:lnTo>
                    <a:pt x="514" y="455"/>
                  </a:lnTo>
                  <a:lnTo>
                    <a:pt x="337" y="554"/>
                  </a:lnTo>
                  <a:lnTo>
                    <a:pt x="100" y="732"/>
                  </a:lnTo>
                  <a:lnTo>
                    <a:pt x="1" y="791"/>
                  </a:lnTo>
                  <a:lnTo>
                    <a:pt x="100" y="752"/>
                  </a:lnTo>
                  <a:lnTo>
                    <a:pt x="337" y="633"/>
                  </a:lnTo>
                  <a:lnTo>
                    <a:pt x="672" y="495"/>
                  </a:lnTo>
                  <a:lnTo>
                    <a:pt x="870" y="436"/>
                  </a:lnTo>
                  <a:lnTo>
                    <a:pt x="1087" y="376"/>
                  </a:lnTo>
                  <a:lnTo>
                    <a:pt x="1542" y="317"/>
                  </a:lnTo>
                  <a:lnTo>
                    <a:pt x="1996" y="277"/>
                  </a:lnTo>
                  <a:lnTo>
                    <a:pt x="2470" y="238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9"/>
            <p:cNvSpPr/>
            <p:nvPr/>
          </p:nvSpPr>
          <p:spPr>
            <a:xfrm>
              <a:off x="-1604475" y="3372675"/>
              <a:ext cx="1500" cy="25"/>
            </a:xfrm>
            <a:custGeom>
              <a:rect b="b" l="l" r="r" t="t"/>
              <a:pathLst>
                <a:path extrusionOk="0" h="1" w="60">
                  <a:moveTo>
                    <a:pt x="60" y="0"/>
                  </a:moveTo>
                  <a:lnTo>
                    <a:pt x="6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9"/>
            <p:cNvSpPr/>
            <p:nvPr/>
          </p:nvSpPr>
          <p:spPr>
            <a:xfrm>
              <a:off x="-1617800" y="3278850"/>
              <a:ext cx="158525" cy="230125"/>
            </a:xfrm>
            <a:custGeom>
              <a:rect b="b" l="l" r="r" t="t"/>
              <a:pathLst>
                <a:path extrusionOk="0" h="9205" w="6341">
                  <a:moveTo>
                    <a:pt x="1245" y="4089"/>
                  </a:moveTo>
                  <a:lnTo>
                    <a:pt x="1324" y="4148"/>
                  </a:lnTo>
                  <a:lnTo>
                    <a:pt x="1324" y="4148"/>
                  </a:lnTo>
                  <a:lnTo>
                    <a:pt x="1284" y="4109"/>
                  </a:lnTo>
                  <a:lnTo>
                    <a:pt x="1245" y="4089"/>
                  </a:lnTo>
                  <a:close/>
                  <a:moveTo>
                    <a:pt x="2054" y="5570"/>
                  </a:moveTo>
                  <a:lnTo>
                    <a:pt x="1995" y="5590"/>
                  </a:lnTo>
                  <a:lnTo>
                    <a:pt x="1857" y="5728"/>
                  </a:lnTo>
                  <a:lnTo>
                    <a:pt x="1896" y="5728"/>
                  </a:lnTo>
                  <a:lnTo>
                    <a:pt x="1916" y="5748"/>
                  </a:lnTo>
                  <a:lnTo>
                    <a:pt x="1896" y="5787"/>
                  </a:lnTo>
                  <a:lnTo>
                    <a:pt x="1896" y="5827"/>
                  </a:lnTo>
                  <a:lnTo>
                    <a:pt x="1877" y="5847"/>
                  </a:lnTo>
                  <a:lnTo>
                    <a:pt x="1896" y="5867"/>
                  </a:lnTo>
                  <a:lnTo>
                    <a:pt x="1956" y="5807"/>
                  </a:lnTo>
                  <a:lnTo>
                    <a:pt x="2015" y="5787"/>
                  </a:lnTo>
                  <a:lnTo>
                    <a:pt x="1995" y="5847"/>
                  </a:lnTo>
                  <a:lnTo>
                    <a:pt x="2173" y="5728"/>
                  </a:lnTo>
                  <a:lnTo>
                    <a:pt x="2153" y="5728"/>
                  </a:lnTo>
                  <a:lnTo>
                    <a:pt x="2153" y="5708"/>
                  </a:lnTo>
                  <a:lnTo>
                    <a:pt x="2133" y="5689"/>
                  </a:lnTo>
                  <a:lnTo>
                    <a:pt x="2074" y="5689"/>
                  </a:lnTo>
                  <a:lnTo>
                    <a:pt x="2054" y="5669"/>
                  </a:lnTo>
                  <a:lnTo>
                    <a:pt x="2074" y="5629"/>
                  </a:lnTo>
                  <a:lnTo>
                    <a:pt x="2133" y="5629"/>
                  </a:lnTo>
                  <a:lnTo>
                    <a:pt x="2114" y="5610"/>
                  </a:lnTo>
                  <a:lnTo>
                    <a:pt x="2094" y="5570"/>
                  </a:lnTo>
                  <a:close/>
                  <a:moveTo>
                    <a:pt x="3321" y="7543"/>
                  </a:moveTo>
                  <a:lnTo>
                    <a:pt x="3319" y="7545"/>
                  </a:lnTo>
                  <a:lnTo>
                    <a:pt x="3338" y="7545"/>
                  </a:lnTo>
                  <a:lnTo>
                    <a:pt x="3321" y="7543"/>
                  </a:lnTo>
                  <a:close/>
                  <a:moveTo>
                    <a:pt x="1640" y="0"/>
                  </a:moveTo>
                  <a:lnTo>
                    <a:pt x="0" y="810"/>
                  </a:lnTo>
                  <a:lnTo>
                    <a:pt x="1087" y="3259"/>
                  </a:lnTo>
                  <a:lnTo>
                    <a:pt x="1225" y="3200"/>
                  </a:lnTo>
                  <a:lnTo>
                    <a:pt x="1383" y="3180"/>
                  </a:lnTo>
                  <a:lnTo>
                    <a:pt x="1383" y="3180"/>
                  </a:lnTo>
                  <a:lnTo>
                    <a:pt x="1343" y="3200"/>
                  </a:lnTo>
                  <a:lnTo>
                    <a:pt x="1324" y="3259"/>
                  </a:lnTo>
                  <a:lnTo>
                    <a:pt x="1324" y="3318"/>
                  </a:lnTo>
                  <a:lnTo>
                    <a:pt x="1304" y="3378"/>
                  </a:lnTo>
                  <a:lnTo>
                    <a:pt x="1225" y="3417"/>
                  </a:lnTo>
                  <a:lnTo>
                    <a:pt x="1166" y="3457"/>
                  </a:lnTo>
                  <a:lnTo>
                    <a:pt x="1106" y="3516"/>
                  </a:lnTo>
                  <a:lnTo>
                    <a:pt x="1087" y="3516"/>
                  </a:lnTo>
                  <a:lnTo>
                    <a:pt x="1047" y="3496"/>
                  </a:lnTo>
                  <a:lnTo>
                    <a:pt x="1146" y="3397"/>
                  </a:lnTo>
                  <a:lnTo>
                    <a:pt x="1166" y="3378"/>
                  </a:lnTo>
                  <a:lnTo>
                    <a:pt x="1126" y="3378"/>
                  </a:lnTo>
                  <a:lnTo>
                    <a:pt x="1027" y="3496"/>
                  </a:lnTo>
                  <a:lnTo>
                    <a:pt x="929" y="3635"/>
                  </a:lnTo>
                  <a:lnTo>
                    <a:pt x="850" y="3654"/>
                  </a:lnTo>
                  <a:lnTo>
                    <a:pt x="810" y="3654"/>
                  </a:lnTo>
                  <a:lnTo>
                    <a:pt x="790" y="3635"/>
                  </a:lnTo>
                  <a:lnTo>
                    <a:pt x="850" y="3615"/>
                  </a:lnTo>
                  <a:lnTo>
                    <a:pt x="909" y="3575"/>
                  </a:lnTo>
                  <a:lnTo>
                    <a:pt x="810" y="3575"/>
                  </a:lnTo>
                  <a:lnTo>
                    <a:pt x="731" y="3635"/>
                  </a:lnTo>
                  <a:lnTo>
                    <a:pt x="652" y="3694"/>
                  </a:lnTo>
                  <a:lnTo>
                    <a:pt x="593" y="3753"/>
                  </a:lnTo>
                  <a:lnTo>
                    <a:pt x="632" y="3793"/>
                  </a:lnTo>
                  <a:lnTo>
                    <a:pt x="652" y="3793"/>
                  </a:lnTo>
                  <a:lnTo>
                    <a:pt x="691" y="3773"/>
                  </a:lnTo>
                  <a:lnTo>
                    <a:pt x="652" y="3832"/>
                  </a:lnTo>
                  <a:lnTo>
                    <a:pt x="652" y="3852"/>
                  </a:lnTo>
                  <a:lnTo>
                    <a:pt x="691" y="3872"/>
                  </a:lnTo>
                  <a:lnTo>
                    <a:pt x="731" y="3891"/>
                  </a:lnTo>
                  <a:lnTo>
                    <a:pt x="770" y="3911"/>
                  </a:lnTo>
                  <a:lnTo>
                    <a:pt x="790" y="3931"/>
                  </a:lnTo>
                  <a:lnTo>
                    <a:pt x="790" y="3970"/>
                  </a:lnTo>
                  <a:lnTo>
                    <a:pt x="770" y="4010"/>
                  </a:lnTo>
                  <a:lnTo>
                    <a:pt x="830" y="3970"/>
                  </a:lnTo>
                  <a:lnTo>
                    <a:pt x="869" y="3951"/>
                  </a:lnTo>
                  <a:lnTo>
                    <a:pt x="929" y="3951"/>
                  </a:lnTo>
                  <a:lnTo>
                    <a:pt x="929" y="3970"/>
                  </a:lnTo>
                  <a:lnTo>
                    <a:pt x="929" y="3990"/>
                  </a:lnTo>
                  <a:lnTo>
                    <a:pt x="909" y="4010"/>
                  </a:lnTo>
                  <a:lnTo>
                    <a:pt x="830" y="4089"/>
                  </a:lnTo>
                  <a:lnTo>
                    <a:pt x="889" y="4089"/>
                  </a:lnTo>
                  <a:lnTo>
                    <a:pt x="948" y="4109"/>
                  </a:lnTo>
                  <a:lnTo>
                    <a:pt x="968" y="4128"/>
                  </a:lnTo>
                  <a:lnTo>
                    <a:pt x="968" y="4148"/>
                  </a:lnTo>
                  <a:lnTo>
                    <a:pt x="988" y="4148"/>
                  </a:lnTo>
                  <a:lnTo>
                    <a:pt x="1027" y="4128"/>
                  </a:lnTo>
                  <a:lnTo>
                    <a:pt x="1106" y="4089"/>
                  </a:lnTo>
                  <a:lnTo>
                    <a:pt x="1185" y="4030"/>
                  </a:lnTo>
                  <a:lnTo>
                    <a:pt x="1245" y="4010"/>
                  </a:lnTo>
                  <a:lnTo>
                    <a:pt x="1383" y="4010"/>
                  </a:lnTo>
                  <a:lnTo>
                    <a:pt x="1383" y="4030"/>
                  </a:lnTo>
                  <a:lnTo>
                    <a:pt x="1383" y="4069"/>
                  </a:lnTo>
                  <a:lnTo>
                    <a:pt x="1403" y="4089"/>
                  </a:lnTo>
                  <a:lnTo>
                    <a:pt x="1422" y="4109"/>
                  </a:lnTo>
                  <a:lnTo>
                    <a:pt x="1363" y="4148"/>
                  </a:lnTo>
                  <a:lnTo>
                    <a:pt x="1324" y="4148"/>
                  </a:lnTo>
                  <a:lnTo>
                    <a:pt x="1403" y="4207"/>
                  </a:lnTo>
                  <a:lnTo>
                    <a:pt x="1343" y="4247"/>
                  </a:lnTo>
                  <a:lnTo>
                    <a:pt x="1304" y="4267"/>
                  </a:lnTo>
                  <a:lnTo>
                    <a:pt x="1264" y="4247"/>
                  </a:lnTo>
                  <a:lnTo>
                    <a:pt x="1245" y="4207"/>
                  </a:lnTo>
                  <a:lnTo>
                    <a:pt x="1225" y="4247"/>
                  </a:lnTo>
                  <a:lnTo>
                    <a:pt x="1225" y="4286"/>
                  </a:lnTo>
                  <a:lnTo>
                    <a:pt x="1245" y="4306"/>
                  </a:lnTo>
                  <a:lnTo>
                    <a:pt x="1264" y="4326"/>
                  </a:lnTo>
                  <a:lnTo>
                    <a:pt x="1343" y="4326"/>
                  </a:lnTo>
                  <a:lnTo>
                    <a:pt x="1442" y="4306"/>
                  </a:lnTo>
                  <a:lnTo>
                    <a:pt x="1442" y="4365"/>
                  </a:lnTo>
                  <a:lnTo>
                    <a:pt x="1442" y="4385"/>
                  </a:lnTo>
                  <a:lnTo>
                    <a:pt x="1422" y="4425"/>
                  </a:lnTo>
                  <a:lnTo>
                    <a:pt x="1343" y="4444"/>
                  </a:lnTo>
                  <a:lnTo>
                    <a:pt x="1245" y="4484"/>
                  </a:lnTo>
                  <a:lnTo>
                    <a:pt x="1146" y="4504"/>
                  </a:lnTo>
                  <a:lnTo>
                    <a:pt x="1067" y="4504"/>
                  </a:lnTo>
                  <a:lnTo>
                    <a:pt x="1067" y="4464"/>
                  </a:lnTo>
                  <a:lnTo>
                    <a:pt x="1087" y="4444"/>
                  </a:lnTo>
                  <a:lnTo>
                    <a:pt x="1146" y="4425"/>
                  </a:lnTo>
                  <a:lnTo>
                    <a:pt x="1205" y="4405"/>
                  </a:lnTo>
                  <a:lnTo>
                    <a:pt x="1225" y="4385"/>
                  </a:lnTo>
                  <a:lnTo>
                    <a:pt x="1245" y="4365"/>
                  </a:lnTo>
                  <a:lnTo>
                    <a:pt x="1106" y="4405"/>
                  </a:lnTo>
                  <a:lnTo>
                    <a:pt x="1126" y="4385"/>
                  </a:lnTo>
                  <a:lnTo>
                    <a:pt x="1106" y="4365"/>
                  </a:lnTo>
                  <a:lnTo>
                    <a:pt x="1067" y="4346"/>
                  </a:lnTo>
                  <a:lnTo>
                    <a:pt x="1027" y="4326"/>
                  </a:lnTo>
                  <a:lnTo>
                    <a:pt x="1047" y="4326"/>
                  </a:lnTo>
                  <a:lnTo>
                    <a:pt x="1067" y="4306"/>
                  </a:lnTo>
                  <a:lnTo>
                    <a:pt x="1106" y="4326"/>
                  </a:lnTo>
                  <a:lnTo>
                    <a:pt x="1087" y="4267"/>
                  </a:lnTo>
                  <a:lnTo>
                    <a:pt x="1067" y="4227"/>
                  </a:lnTo>
                  <a:lnTo>
                    <a:pt x="1027" y="4207"/>
                  </a:lnTo>
                  <a:lnTo>
                    <a:pt x="929" y="4207"/>
                  </a:lnTo>
                  <a:lnTo>
                    <a:pt x="909" y="4247"/>
                  </a:lnTo>
                  <a:lnTo>
                    <a:pt x="929" y="4286"/>
                  </a:lnTo>
                  <a:lnTo>
                    <a:pt x="968" y="4365"/>
                  </a:lnTo>
                  <a:lnTo>
                    <a:pt x="988" y="4425"/>
                  </a:lnTo>
                  <a:lnTo>
                    <a:pt x="988" y="4464"/>
                  </a:lnTo>
                  <a:lnTo>
                    <a:pt x="948" y="4504"/>
                  </a:lnTo>
                  <a:lnTo>
                    <a:pt x="1225" y="4602"/>
                  </a:lnTo>
                  <a:lnTo>
                    <a:pt x="1324" y="4504"/>
                  </a:lnTo>
                  <a:lnTo>
                    <a:pt x="1383" y="4484"/>
                  </a:lnTo>
                  <a:lnTo>
                    <a:pt x="1462" y="4464"/>
                  </a:lnTo>
                  <a:lnTo>
                    <a:pt x="1363" y="4523"/>
                  </a:lnTo>
                  <a:lnTo>
                    <a:pt x="1324" y="4602"/>
                  </a:lnTo>
                  <a:lnTo>
                    <a:pt x="1284" y="4662"/>
                  </a:lnTo>
                  <a:lnTo>
                    <a:pt x="1284" y="4721"/>
                  </a:lnTo>
                  <a:lnTo>
                    <a:pt x="1343" y="4701"/>
                  </a:lnTo>
                  <a:lnTo>
                    <a:pt x="1383" y="4681"/>
                  </a:lnTo>
                  <a:lnTo>
                    <a:pt x="1462" y="4681"/>
                  </a:lnTo>
                  <a:lnTo>
                    <a:pt x="1521" y="4701"/>
                  </a:lnTo>
                  <a:lnTo>
                    <a:pt x="1561" y="4681"/>
                  </a:lnTo>
                  <a:lnTo>
                    <a:pt x="1600" y="4662"/>
                  </a:lnTo>
                  <a:lnTo>
                    <a:pt x="1561" y="4642"/>
                  </a:lnTo>
                  <a:lnTo>
                    <a:pt x="1580" y="4622"/>
                  </a:lnTo>
                  <a:lnTo>
                    <a:pt x="1640" y="4563"/>
                  </a:lnTo>
                  <a:lnTo>
                    <a:pt x="1659" y="4583"/>
                  </a:lnTo>
                  <a:lnTo>
                    <a:pt x="1699" y="4583"/>
                  </a:lnTo>
                  <a:lnTo>
                    <a:pt x="1758" y="4563"/>
                  </a:lnTo>
                  <a:lnTo>
                    <a:pt x="1798" y="4543"/>
                  </a:lnTo>
                  <a:lnTo>
                    <a:pt x="1817" y="4543"/>
                  </a:lnTo>
                  <a:lnTo>
                    <a:pt x="1817" y="4602"/>
                  </a:lnTo>
                  <a:lnTo>
                    <a:pt x="1778" y="4622"/>
                  </a:lnTo>
                  <a:lnTo>
                    <a:pt x="1738" y="4642"/>
                  </a:lnTo>
                  <a:lnTo>
                    <a:pt x="1719" y="4662"/>
                  </a:lnTo>
                  <a:lnTo>
                    <a:pt x="1719" y="4701"/>
                  </a:lnTo>
                  <a:lnTo>
                    <a:pt x="1719" y="4721"/>
                  </a:lnTo>
                  <a:lnTo>
                    <a:pt x="1521" y="4741"/>
                  </a:lnTo>
                  <a:lnTo>
                    <a:pt x="1324" y="4741"/>
                  </a:lnTo>
                  <a:lnTo>
                    <a:pt x="1304" y="4760"/>
                  </a:lnTo>
                  <a:lnTo>
                    <a:pt x="1324" y="4780"/>
                  </a:lnTo>
                  <a:lnTo>
                    <a:pt x="1324" y="4820"/>
                  </a:lnTo>
                  <a:lnTo>
                    <a:pt x="1304" y="4859"/>
                  </a:lnTo>
                  <a:lnTo>
                    <a:pt x="1363" y="4820"/>
                  </a:lnTo>
                  <a:lnTo>
                    <a:pt x="1422" y="4800"/>
                  </a:lnTo>
                  <a:lnTo>
                    <a:pt x="1462" y="4780"/>
                  </a:lnTo>
                  <a:lnTo>
                    <a:pt x="1501" y="4760"/>
                  </a:lnTo>
                  <a:lnTo>
                    <a:pt x="1640" y="4820"/>
                  </a:lnTo>
                  <a:lnTo>
                    <a:pt x="1778" y="4859"/>
                  </a:lnTo>
                  <a:lnTo>
                    <a:pt x="1857" y="4899"/>
                  </a:lnTo>
                  <a:lnTo>
                    <a:pt x="1936" y="4938"/>
                  </a:lnTo>
                  <a:lnTo>
                    <a:pt x="1837" y="4978"/>
                  </a:lnTo>
                  <a:lnTo>
                    <a:pt x="1719" y="4958"/>
                  </a:lnTo>
                  <a:lnTo>
                    <a:pt x="1640" y="4938"/>
                  </a:lnTo>
                  <a:lnTo>
                    <a:pt x="1580" y="4938"/>
                  </a:lnTo>
                  <a:lnTo>
                    <a:pt x="1521" y="4958"/>
                  </a:lnTo>
                  <a:lnTo>
                    <a:pt x="1462" y="4978"/>
                  </a:lnTo>
                  <a:lnTo>
                    <a:pt x="1383" y="5017"/>
                  </a:lnTo>
                  <a:lnTo>
                    <a:pt x="1442" y="5037"/>
                  </a:lnTo>
                  <a:lnTo>
                    <a:pt x="1561" y="5037"/>
                  </a:lnTo>
                  <a:lnTo>
                    <a:pt x="1561" y="5057"/>
                  </a:lnTo>
                  <a:lnTo>
                    <a:pt x="1541" y="5096"/>
                  </a:lnTo>
                  <a:lnTo>
                    <a:pt x="1521" y="5116"/>
                  </a:lnTo>
                  <a:lnTo>
                    <a:pt x="1541" y="5155"/>
                  </a:lnTo>
                  <a:lnTo>
                    <a:pt x="1561" y="5175"/>
                  </a:lnTo>
                  <a:lnTo>
                    <a:pt x="1620" y="5215"/>
                  </a:lnTo>
                  <a:lnTo>
                    <a:pt x="1659" y="5274"/>
                  </a:lnTo>
                  <a:lnTo>
                    <a:pt x="1719" y="5195"/>
                  </a:lnTo>
                  <a:lnTo>
                    <a:pt x="1758" y="5215"/>
                  </a:lnTo>
                  <a:lnTo>
                    <a:pt x="1778" y="5234"/>
                  </a:lnTo>
                  <a:lnTo>
                    <a:pt x="1778" y="5313"/>
                  </a:lnTo>
                  <a:lnTo>
                    <a:pt x="1738" y="5313"/>
                  </a:lnTo>
                  <a:lnTo>
                    <a:pt x="1798" y="5333"/>
                  </a:lnTo>
                  <a:lnTo>
                    <a:pt x="1778" y="5353"/>
                  </a:lnTo>
                  <a:lnTo>
                    <a:pt x="1817" y="5353"/>
                  </a:lnTo>
                  <a:lnTo>
                    <a:pt x="1837" y="5373"/>
                  </a:lnTo>
                  <a:lnTo>
                    <a:pt x="1857" y="5412"/>
                  </a:lnTo>
                  <a:lnTo>
                    <a:pt x="1877" y="5471"/>
                  </a:lnTo>
                  <a:lnTo>
                    <a:pt x="1936" y="5531"/>
                  </a:lnTo>
                  <a:lnTo>
                    <a:pt x="1975" y="5491"/>
                  </a:lnTo>
                  <a:lnTo>
                    <a:pt x="1956" y="5471"/>
                  </a:lnTo>
                  <a:lnTo>
                    <a:pt x="1916" y="5432"/>
                  </a:lnTo>
                  <a:lnTo>
                    <a:pt x="1896" y="5412"/>
                  </a:lnTo>
                  <a:lnTo>
                    <a:pt x="1916" y="5373"/>
                  </a:lnTo>
                  <a:lnTo>
                    <a:pt x="1956" y="5333"/>
                  </a:lnTo>
                  <a:lnTo>
                    <a:pt x="1975" y="5313"/>
                  </a:lnTo>
                  <a:lnTo>
                    <a:pt x="2035" y="5294"/>
                  </a:lnTo>
                  <a:lnTo>
                    <a:pt x="2054" y="5313"/>
                  </a:lnTo>
                  <a:lnTo>
                    <a:pt x="2074" y="5353"/>
                  </a:lnTo>
                  <a:lnTo>
                    <a:pt x="2153" y="5373"/>
                  </a:lnTo>
                  <a:lnTo>
                    <a:pt x="2232" y="5412"/>
                  </a:lnTo>
                  <a:lnTo>
                    <a:pt x="2272" y="5432"/>
                  </a:lnTo>
                  <a:lnTo>
                    <a:pt x="2291" y="5471"/>
                  </a:lnTo>
                  <a:lnTo>
                    <a:pt x="2311" y="5432"/>
                  </a:lnTo>
                  <a:lnTo>
                    <a:pt x="2370" y="5432"/>
                  </a:lnTo>
                  <a:lnTo>
                    <a:pt x="2390" y="5452"/>
                  </a:lnTo>
                  <a:lnTo>
                    <a:pt x="2410" y="5531"/>
                  </a:lnTo>
                  <a:lnTo>
                    <a:pt x="2390" y="5550"/>
                  </a:lnTo>
                  <a:lnTo>
                    <a:pt x="2370" y="5590"/>
                  </a:lnTo>
                  <a:lnTo>
                    <a:pt x="2232" y="5590"/>
                  </a:lnTo>
                  <a:lnTo>
                    <a:pt x="2193" y="5610"/>
                  </a:lnTo>
                  <a:lnTo>
                    <a:pt x="2173" y="5629"/>
                  </a:lnTo>
                  <a:lnTo>
                    <a:pt x="2133" y="5629"/>
                  </a:lnTo>
                  <a:lnTo>
                    <a:pt x="2193" y="5649"/>
                  </a:lnTo>
                  <a:lnTo>
                    <a:pt x="2272" y="5629"/>
                  </a:lnTo>
                  <a:lnTo>
                    <a:pt x="2331" y="5649"/>
                  </a:lnTo>
                  <a:lnTo>
                    <a:pt x="2351" y="5669"/>
                  </a:lnTo>
                  <a:lnTo>
                    <a:pt x="2390" y="5689"/>
                  </a:lnTo>
                  <a:lnTo>
                    <a:pt x="2351" y="5708"/>
                  </a:lnTo>
                  <a:lnTo>
                    <a:pt x="2331" y="5708"/>
                  </a:lnTo>
                  <a:lnTo>
                    <a:pt x="2311" y="5689"/>
                  </a:lnTo>
                  <a:lnTo>
                    <a:pt x="2291" y="5689"/>
                  </a:lnTo>
                  <a:lnTo>
                    <a:pt x="2272" y="5708"/>
                  </a:lnTo>
                  <a:lnTo>
                    <a:pt x="2291" y="5728"/>
                  </a:lnTo>
                  <a:lnTo>
                    <a:pt x="2331" y="5748"/>
                  </a:lnTo>
                  <a:lnTo>
                    <a:pt x="2390" y="5768"/>
                  </a:lnTo>
                  <a:lnTo>
                    <a:pt x="2390" y="5787"/>
                  </a:lnTo>
                  <a:lnTo>
                    <a:pt x="2390" y="5807"/>
                  </a:lnTo>
                  <a:lnTo>
                    <a:pt x="2252" y="5807"/>
                  </a:lnTo>
                  <a:lnTo>
                    <a:pt x="2212" y="5827"/>
                  </a:lnTo>
                  <a:lnTo>
                    <a:pt x="2153" y="5867"/>
                  </a:lnTo>
                  <a:lnTo>
                    <a:pt x="2212" y="5867"/>
                  </a:lnTo>
                  <a:lnTo>
                    <a:pt x="2311" y="5847"/>
                  </a:lnTo>
                  <a:lnTo>
                    <a:pt x="2311" y="5847"/>
                  </a:lnTo>
                  <a:lnTo>
                    <a:pt x="2291" y="5867"/>
                  </a:lnTo>
                  <a:lnTo>
                    <a:pt x="2272" y="5886"/>
                  </a:lnTo>
                  <a:lnTo>
                    <a:pt x="2232" y="5906"/>
                  </a:lnTo>
                  <a:lnTo>
                    <a:pt x="2252" y="5906"/>
                  </a:lnTo>
                  <a:lnTo>
                    <a:pt x="2331" y="5886"/>
                  </a:lnTo>
                  <a:lnTo>
                    <a:pt x="2370" y="5886"/>
                  </a:lnTo>
                  <a:lnTo>
                    <a:pt x="2370" y="5906"/>
                  </a:lnTo>
                  <a:lnTo>
                    <a:pt x="2331" y="5946"/>
                  </a:lnTo>
                  <a:lnTo>
                    <a:pt x="2291" y="5965"/>
                  </a:lnTo>
                  <a:lnTo>
                    <a:pt x="2311" y="6005"/>
                  </a:lnTo>
                  <a:lnTo>
                    <a:pt x="2449" y="6005"/>
                  </a:lnTo>
                  <a:lnTo>
                    <a:pt x="2449" y="5985"/>
                  </a:lnTo>
                  <a:lnTo>
                    <a:pt x="2469" y="5965"/>
                  </a:lnTo>
                  <a:lnTo>
                    <a:pt x="2548" y="5906"/>
                  </a:lnTo>
                  <a:lnTo>
                    <a:pt x="2627" y="5886"/>
                  </a:lnTo>
                  <a:lnTo>
                    <a:pt x="2686" y="5886"/>
                  </a:lnTo>
                  <a:lnTo>
                    <a:pt x="2726" y="5946"/>
                  </a:lnTo>
                  <a:lnTo>
                    <a:pt x="2765" y="6005"/>
                  </a:lnTo>
                  <a:lnTo>
                    <a:pt x="2785" y="6025"/>
                  </a:lnTo>
                  <a:lnTo>
                    <a:pt x="2765" y="6044"/>
                  </a:lnTo>
                  <a:lnTo>
                    <a:pt x="2746" y="6084"/>
                  </a:lnTo>
                  <a:lnTo>
                    <a:pt x="2706" y="6143"/>
                  </a:lnTo>
                  <a:lnTo>
                    <a:pt x="2825" y="6123"/>
                  </a:lnTo>
                  <a:lnTo>
                    <a:pt x="2765" y="6163"/>
                  </a:lnTo>
                  <a:lnTo>
                    <a:pt x="2746" y="6183"/>
                  </a:lnTo>
                  <a:lnTo>
                    <a:pt x="2765" y="6183"/>
                  </a:lnTo>
                  <a:lnTo>
                    <a:pt x="2785" y="6222"/>
                  </a:lnTo>
                  <a:lnTo>
                    <a:pt x="2785" y="6242"/>
                  </a:lnTo>
                  <a:lnTo>
                    <a:pt x="2746" y="6262"/>
                  </a:lnTo>
                  <a:lnTo>
                    <a:pt x="2726" y="6262"/>
                  </a:lnTo>
                  <a:lnTo>
                    <a:pt x="2686" y="6222"/>
                  </a:lnTo>
                  <a:lnTo>
                    <a:pt x="2667" y="6202"/>
                  </a:lnTo>
                  <a:lnTo>
                    <a:pt x="2568" y="6202"/>
                  </a:lnTo>
                  <a:lnTo>
                    <a:pt x="2489" y="6222"/>
                  </a:lnTo>
                  <a:lnTo>
                    <a:pt x="2489" y="6262"/>
                  </a:lnTo>
                  <a:lnTo>
                    <a:pt x="2469" y="6281"/>
                  </a:lnTo>
                  <a:lnTo>
                    <a:pt x="2410" y="6301"/>
                  </a:lnTo>
                  <a:lnTo>
                    <a:pt x="2351" y="6321"/>
                  </a:lnTo>
                  <a:lnTo>
                    <a:pt x="2370" y="6341"/>
                  </a:lnTo>
                  <a:lnTo>
                    <a:pt x="2430" y="6321"/>
                  </a:lnTo>
                  <a:lnTo>
                    <a:pt x="2528" y="6281"/>
                  </a:lnTo>
                  <a:lnTo>
                    <a:pt x="2627" y="6242"/>
                  </a:lnTo>
                  <a:lnTo>
                    <a:pt x="2607" y="6281"/>
                  </a:lnTo>
                  <a:lnTo>
                    <a:pt x="2607" y="6321"/>
                  </a:lnTo>
                  <a:lnTo>
                    <a:pt x="2588" y="6360"/>
                  </a:lnTo>
                  <a:lnTo>
                    <a:pt x="2528" y="6380"/>
                  </a:lnTo>
                  <a:lnTo>
                    <a:pt x="2528" y="6400"/>
                  </a:lnTo>
                  <a:lnTo>
                    <a:pt x="2667" y="6400"/>
                  </a:lnTo>
                  <a:lnTo>
                    <a:pt x="2686" y="6420"/>
                  </a:lnTo>
                  <a:lnTo>
                    <a:pt x="2509" y="6499"/>
                  </a:lnTo>
                  <a:lnTo>
                    <a:pt x="2469" y="6518"/>
                  </a:lnTo>
                  <a:lnTo>
                    <a:pt x="2489" y="6518"/>
                  </a:lnTo>
                  <a:lnTo>
                    <a:pt x="2489" y="6538"/>
                  </a:lnTo>
                  <a:lnTo>
                    <a:pt x="2489" y="6597"/>
                  </a:lnTo>
                  <a:lnTo>
                    <a:pt x="2528" y="6558"/>
                  </a:lnTo>
                  <a:lnTo>
                    <a:pt x="2568" y="6538"/>
                  </a:lnTo>
                  <a:lnTo>
                    <a:pt x="2548" y="6518"/>
                  </a:lnTo>
                  <a:lnTo>
                    <a:pt x="2607" y="6518"/>
                  </a:lnTo>
                  <a:lnTo>
                    <a:pt x="2647" y="6558"/>
                  </a:lnTo>
                  <a:lnTo>
                    <a:pt x="2667" y="6578"/>
                  </a:lnTo>
                  <a:lnTo>
                    <a:pt x="2706" y="6578"/>
                  </a:lnTo>
                  <a:lnTo>
                    <a:pt x="2667" y="6597"/>
                  </a:lnTo>
                  <a:lnTo>
                    <a:pt x="2647" y="6617"/>
                  </a:lnTo>
                  <a:lnTo>
                    <a:pt x="2667" y="6676"/>
                  </a:lnTo>
                  <a:lnTo>
                    <a:pt x="2686" y="6716"/>
                  </a:lnTo>
                  <a:lnTo>
                    <a:pt x="2706" y="6736"/>
                  </a:lnTo>
                  <a:lnTo>
                    <a:pt x="2686" y="6755"/>
                  </a:lnTo>
                  <a:lnTo>
                    <a:pt x="2785" y="6716"/>
                  </a:lnTo>
                  <a:lnTo>
                    <a:pt x="2805" y="6696"/>
                  </a:lnTo>
                  <a:lnTo>
                    <a:pt x="2785" y="6676"/>
                  </a:lnTo>
                  <a:lnTo>
                    <a:pt x="2765" y="6676"/>
                  </a:lnTo>
                  <a:lnTo>
                    <a:pt x="2726" y="6657"/>
                  </a:lnTo>
                  <a:lnTo>
                    <a:pt x="2706" y="6657"/>
                  </a:lnTo>
                  <a:lnTo>
                    <a:pt x="2726" y="6637"/>
                  </a:lnTo>
                  <a:lnTo>
                    <a:pt x="2785" y="6597"/>
                  </a:lnTo>
                  <a:lnTo>
                    <a:pt x="2825" y="6597"/>
                  </a:lnTo>
                  <a:lnTo>
                    <a:pt x="2864" y="6637"/>
                  </a:lnTo>
                  <a:lnTo>
                    <a:pt x="2904" y="6696"/>
                  </a:lnTo>
                  <a:lnTo>
                    <a:pt x="2983" y="6775"/>
                  </a:lnTo>
                  <a:lnTo>
                    <a:pt x="3022" y="6815"/>
                  </a:lnTo>
                  <a:lnTo>
                    <a:pt x="3081" y="6834"/>
                  </a:lnTo>
                  <a:lnTo>
                    <a:pt x="3062" y="6874"/>
                  </a:lnTo>
                  <a:lnTo>
                    <a:pt x="3062" y="6894"/>
                  </a:lnTo>
                  <a:lnTo>
                    <a:pt x="3002" y="6913"/>
                  </a:lnTo>
                  <a:lnTo>
                    <a:pt x="2943" y="6933"/>
                  </a:lnTo>
                  <a:lnTo>
                    <a:pt x="2864" y="6973"/>
                  </a:lnTo>
                  <a:lnTo>
                    <a:pt x="2825" y="6913"/>
                  </a:lnTo>
                  <a:lnTo>
                    <a:pt x="2805" y="6874"/>
                  </a:lnTo>
                  <a:lnTo>
                    <a:pt x="2805" y="6834"/>
                  </a:lnTo>
                  <a:lnTo>
                    <a:pt x="2765" y="6795"/>
                  </a:lnTo>
                  <a:lnTo>
                    <a:pt x="2765" y="6874"/>
                  </a:lnTo>
                  <a:lnTo>
                    <a:pt x="2805" y="6953"/>
                  </a:lnTo>
                  <a:lnTo>
                    <a:pt x="2864" y="6992"/>
                  </a:lnTo>
                  <a:lnTo>
                    <a:pt x="2963" y="7032"/>
                  </a:lnTo>
                  <a:lnTo>
                    <a:pt x="2963" y="7052"/>
                  </a:lnTo>
                  <a:lnTo>
                    <a:pt x="2963" y="7071"/>
                  </a:lnTo>
                  <a:lnTo>
                    <a:pt x="2923" y="7111"/>
                  </a:lnTo>
                  <a:lnTo>
                    <a:pt x="2825" y="7229"/>
                  </a:lnTo>
                  <a:lnTo>
                    <a:pt x="2785" y="7289"/>
                  </a:lnTo>
                  <a:lnTo>
                    <a:pt x="2805" y="7308"/>
                  </a:lnTo>
                  <a:lnTo>
                    <a:pt x="2825" y="7328"/>
                  </a:lnTo>
                  <a:lnTo>
                    <a:pt x="2864" y="7308"/>
                  </a:lnTo>
                  <a:lnTo>
                    <a:pt x="2923" y="7269"/>
                  </a:lnTo>
                  <a:lnTo>
                    <a:pt x="2963" y="7210"/>
                  </a:lnTo>
                  <a:lnTo>
                    <a:pt x="2983" y="7229"/>
                  </a:lnTo>
                  <a:lnTo>
                    <a:pt x="3002" y="7249"/>
                  </a:lnTo>
                  <a:lnTo>
                    <a:pt x="3002" y="7308"/>
                  </a:lnTo>
                  <a:lnTo>
                    <a:pt x="3042" y="7289"/>
                  </a:lnTo>
                  <a:lnTo>
                    <a:pt x="3062" y="7249"/>
                  </a:lnTo>
                  <a:lnTo>
                    <a:pt x="3101" y="7229"/>
                  </a:lnTo>
                  <a:lnTo>
                    <a:pt x="3141" y="7229"/>
                  </a:lnTo>
                  <a:lnTo>
                    <a:pt x="3121" y="7269"/>
                  </a:lnTo>
                  <a:lnTo>
                    <a:pt x="3101" y="7308"/>
                  </a:lnTo>
                  <a:lnTo>
                    <a:pt x="3062" y="7328"/>
                  </a:lnTo>
                  <a:lnTo>
                    <a:pt x="3042" y="7328"/>
                  </a:lnTo>
                  <a:lnTo>
                    <a:pt x="3081" y="7348"/>
                  </a:lnTo>
                  <a:lnTo>
                    <a:pt x="3062" y="7368"/>
                  </a:lnTo>
                  <a:lnTo>
                    <a:pt x="3022" y="7427"/>
                  </a:lnTo>
                  <a:lnTo>
                    <a:pt x="2983" y="7466"/>
                  </a:lnTo>
                  <a:lnTo>
                    <a:pt x="2983" y="7486"/>
                  </a:lnTo>
                  <a:lnTo>
                    <a:pt x="3002" y="7506"/>
                  </a:lnTo>
                  <a:lnTo>
                    <a:pt x="3062" y="7506"/>
                  </a:lnTo>
                  <a:lnTo>
                    <a:pt x="3081" y="7486"/>
                  </a:lnTo>
                  <a:lnTo>
                    <a:pt x="3081" y="7466"/>
                  </a:lnTo>
                  <a:lnTo>
                    <a:pt x="3062" y="7466"/>
                  </a:lnTo>
                  <a:lnTo>
                    <a:pt x="3062" y="7447"/>
                  </a:lnTo>
                  <a:lnTo>
                    <a:pt x="3121" y="7407"/>
                  </a:lnTo>
                  <a:lnTo>
                    <a:pt x="3319" y="7407"/>
                  </a:lnTo>
                  <a:lnTo>
                    <a:pt x="3279" y="7427"/>
                  </a:lnTo>
                  <a:lnTo>
                    <a:pt x="3299" y="7447"/>
                  </a:lnTo>
                  <a:lnTo>
                    <a:pt x="3299" y="7466"/>
                  </a:lnTo>
                  <a:lnTo>
                    <a:pt x="3319" y="7486"/>
                  </a:lnTo>
                  <a:lnTo>
                    <a:pt x="3259" y="7526"/>
                  </a:lnTo>
                  <a:lnTo>
                    <a:pt x="3220" y="7506"/>
                  </a:lnTo>
                  <a:lnTo>
                    <a:pt x="3200" y="7466"/>
                  </a:lnTo>
                  <a:lnTo>
                    <a:pt x="3160" y="7466"/>
                  </a:lnTo>
                  <a:lnTo>
                    <a:pt x="3180" y="7545"/>
                  </a:lnTo>
                  <a:lnTo>
                    <a:pt x="3200" y="7526"/>
                  </a:lnTo>
                  <a:lnTo>
                    <a:pt x="3321" y="7543"/>
                  </a:lnTo>
                  <a:lnTo>
                    <a:pt x="3321" y="7543"/>
                  </a:lnTo>
                  <a:lnTo>
                    <a:pt x="3338" y="7526"/>
                  </a:lnTo>
                  <a:lnTo>
                    <a:pt x="3378" y="7486"/>
                  </a:lnTo>
                  <a:lnTo>
                    <a:pt x="3457" y="7466"/>
                  </a:lnTo>
                  <a:lnTo>
                    <a:pt x="3496" y="7466"/>
                  </a:lnTo>
                  <a:lnTo>
                    <a:pt x="3496" y="7526"/>
                  </a:lnTo>
                  <a:lnTo>
                    <a:pt x="3477" y="7565"/>
                  </a:lnTo>
                  <a:lnTo>
                    <a:pt x="3437" y="7624"/>
                  </a:lnTo>
                  <a:lnTo>
                    <a:pt x="3378" y="7664"/>
                  </a:lnTo>
                  <a:lnTo>
                    <a:pt x="3457" y="7644"/>
                  </a:lnTo>
                  <a:lnTo>
                    <a:pt x="3516" y="7664"/>
                  </a:lnTo>
                  <a:lnTo>
                    <a:pt x="3575" y="7723"/>
                  </a:lnTo>
                  <a:lnTo>
                    <a:pt x="3615" y="7684"/>
                  </a:lnTo>
                  <a:lnTo>
                    <a:pt x="3654" y="7664"/>
                  </a:lnTo>
                  <a:lnTo>
                    <a:pt x="3733" y="7664"/>
                  </a:lnTo>
                  <a:lnTo>
                    <a:pt x="3654" y="7802"/>
                  </a:lnTo>
                  <a:lnTo>
                    <a:pt x="3615" y="7782"/>
                  </a:lnTo>
                  <a:lnTo>
                    <a:pt x="3595" y="7782"/>
                  </a:lnTo>
                  <a:lnTo>
                    <a:pt x="3556" y="7822"/>
                  </a:lnTo>
                  <a:lnTo>
                    <a:pt x="3516" y="7861"/>
                  </a:lnTo>
                  <a:lnTo>
                    <a:pt x="3457" y="7901"/>
                  </a:lnTo>
                  <a:lnTo>
                    <a:pt x="3378" y="7901"/>
                  </a:lnTo>
                  <a:lnTo>
                    <a:pt x="3338" y="7881"/>
                  </a:lnTo>
                  <a:lnTo>
                    <a:pt x="3338" y="7802"/>
                  </a:lnTo>
                  <a:lnTo>
                    <a:pt x="3299" y="7861"/>
                  </a:lnTo>
                  <a:lnTo>
                    <a:pt x="3279" y="7881"/>
                  </a:lnTo>
                  <a:lnTo>
                    <a:pt x="3319" y="7901"/>
                  </a:lnTo>
                  <a:lnTo>
                    <a:pt x="3358" y="7921"/>
                  </a:lnTo>
                  <a:lnTo>
                    <a:pt x="3437" y="7940"/>
                  </a:lnTo>
                  <a:lnTo>
                    <a:pt x="3457" y="7960"/>
                  </a:lnTo>
                  <a:lnTo>
                    <a:pt x="3457" y="7980"/>
                  </a:lnTo>
                  <a:lnTo>
                    <a:pt x="3358" y="8019"/>
                  </a:lnTo>
                  <a:lnTo>
                    <a:pt x="3338" y="8019"/>
                  </a:lnTo>
                  <a:lnTo>
                    <a:pt x="3319" y="8000"/>
                  </a:lnTo>
                  <a:lnTo>
                    <a:pt x="3319" y="8019"/>
                  </a:lnTo>
                  <a:lnTo>
                    <a:pt x="3378" y="8039"/>
                  </a:lnTo>
                  <a:lnTo>
                    <a:pt x="3417" y="8059"/>
                  </a:lnTo>
                  <a:lnTo>
                    <a:pt x="3437" y="8079"/>
                  </a:lnTo>
                  <a:lnTo>
                    <a:pt x="3417" y="8098"/>
                  </a:lnTo>
                  <a:lnTo>
                    <a:pt x="3516" y="8039"/>
                  </a:lnTo>
                  <a:lnTo>
                    <a:pt x="3575" y="8000"/>
                  </a:lnTo>
                  <a:lnTo>
                    <a:pt x="3635" y="8019"/>
                  </a:lnTo>
                  <a:lnTo>
                    <a:pt x="3516" y="8158"/>
                  </a:lnTo>
                  <a:lnTo>
                    <a:pt x="3536" y="8178"/>
                  </a:lnTo>
                  <a:lnTo>
                    <a:pt x="3556" y="8178"/>
                  </a:lnTo>
                  <a:lnTo>
                    <a:pt x="3615" y="8158"/>
                  </a:lnTo>
                  <a:lnTo>
                    <a:pt x="3714" y="8138"/>
                  </a:lnTo>
                  <a:lnTo>
                    <a:pt x="3793" y="8138"/>
                  </a:lnTo>
                  <a:lnTo>
                    <a:pt x="3872" y="8039"/>
                  </a:lnTo>
                  <a:lnTo>
                    <a:pt x="3931" y="8039"/>
                  </a:lnTo>
                  <a:lnTo>
                    <a:pt x="3970" y="8059"/>
                  </a:lnTo>
                  <a:lnTo>
                    <a:pt x="3990" y="8079"/>
                  </a:lnTo>
                  <a:lnTo>
                    <a:pt x="4069" y="8079"/>
                  </a:lnTo>
                  <a:lnTo>
                    <a:pt x="4030" y="8039"/>
                  </a:lnTo>
                  <a:lnTo>
                    <a:pt x="3990" y="8039"/>
                  </a:lnTo>
                  <a:lnTo>
                    <a:pt x="3951" y="8019"/>
                  </a:lnTo>
                  <a:lnTo>
                    <a:pt x="3951" y="8000"/>
                  </a:lnTo>
                  <a:lnTo>
                    <a:pt x="4010" y="7960"/>
                  </a:lnTo>
                  <a:lnTo>
                    <a:pt x="4049" y="7980"/>
                  </a:lnTo>
                  <a:lnTo>
                    <a:pt x="4089" y="8000"/>
                  </a:lnTo>
                  <a:lnTo>
                    <a:pt x="4128" y="8000"/>
                  </a:lnTo>
                  <a:lnTo>
                    <a:pt x="4109" y="8079"/>
                  </a:lnTo>
                  <a:lnTo>
                    <a:pt x="4089" y="8118"/>
                  </a:lnTo>
                  <a:lnTo>
                    <a:pt x="4010" y="8217"/>
                  </a:lnTo>
                  <a:lnTo>
                    <a:pt x="3872" y="8276"/>
                  </a:lnTo>
                  <a:lnTo>
                    <a:pt x="3753" y="8296"/>
                  </a:lnTo>
                  <a:lnTo>
                    <a:pt x="3615" y="8316"/>
                  </a:lnTo>
                  <a:lnTo>
                    <a:pt x="3516" y="8336"/>
                  </a:lnTo>
                  <a:lnTo>
                    <a:pt x="3437" y="8395"/>
                  </a:lnTo>
                  <a:lnTo>
                    <a:pt x="3496" y="8434"/>
                  </a:lnTo>
                  <a:lnTo>
                    <a:pt x="3556" y="8494"/>
                  </a:lnTo>
                  <a:lnTo>
                    <a:pt x="3595" y="8573"/>
                  </a:lnTo>
                  <a:lnTo>
                    <a:pt x="3595" y="8612"/>
                  </a:lnTo>
                  <a:lnTo>
                    <a:pt x="3575" y="8652"/>
                  </a:lnTo>
                  <a:lnTo>
                    <a:pt x="3674" y="8652"/>
                  </a:lnTo>
                  <a:lnTo>
                    <a:pt x="3773" y="8632"/>
                  </a:lnTo>
                  <a:lnTo>
                    <a:pt x="3872" y="8592"/>
                  </a:lnTo>
                  <a:lnTo>
                    <a:pt x="3970" y="8533"/>
                  </a:lnTo>
                  <a:lnTo>
                    <a:pt x="3990" y="8553"/>
                  </a:lnTo>
                  <a:lnTo>
                    <a:pt x="3990" y="8573"/>
                  </a:lnTo>
                  <a:lnTo>
                    <a:pt x="3970" y="8612"/>
                  </a:lnTo>
                  <a:lnTo>
                    <a:pt x="3891" y="8612"/>
                  </a:lnTo>
                  <a:lnTo>
                    <a:pt x="4030" y="8691"/>
                  </a:lnTo>
                  <a:lnTo>
                    <a:pt x="4089" y="8731"/>
                  </a:lnTo>
                  <a:lnTo>
                    <a:pt x="4148" y="8790"/>
                  </a:lnTo>
                  <a:lnTo>
                    <a:pt x="4188" y="8810"/>
                  </a:lnTo>
                  <a:lnTo>
                    <a:pt x="4267" y="8790"/>
                  </a:lnTo>
                  <a:lnTo>
                    <a:pt x="4425" y="8691"/>
                  </a:lnTo>
                  <a:lnTo>
                    <a:pt x="4464" y="8750"/>
                  </a:lnTo>
                  <a:lnTo>
                    <a:pt x="4484" y="8711"/>
                  </a:lnTo>
                  <a:lnTo>
                    <a:pt x="4602" y="8711"/>
                  </a:lnTo>
                  <a:lnTo>
                    <a:pt x="4622" y="8750"/>
                  </a:lnTo>
                  <a:lnTo>
                    <a:pt x="4622" y="8790"/>
                  </a:lnTo>
                  <a:lnTo>
                    <a:pt x="4563" y="8810"/>
                  </a:lnTo>
                  <a:lnTo>
                    <a:pt x="4504" y="8810"/>
                  </a:lnTo>
                  <a:lnTo>
                    <a:pt x="4504" y="8869"/>
                  </a:lnTo>
                  <a:lnTo>
                    <a:pt x="4504" y="8889"/>
                  </a:lnTo>
                  <a:lnTo>
                    <a:pt x="4543" y="8928"/>
                  </a:lnTo>
                  <a:lnTo>
                    <a:pt x="4583" y="8928"/>
                  </a:lnTo>
                  <a:lnTo>
                    <a:pt x="4464" y="8968"/>
                  </a:lnTo>
                  <a:lnTo>
                    <a:pt x="4425" y="8968"/>
                  </a:lnTo>
                  <a:lnTo>
                    <a:pt x="4405" y="8948"/>
                  </a:lnTo>
                  <a:lnTo>
                    <a:pt x="4405" y="8928"/>
                  </a:lnTo>
                  <a:lnTo>
                    <a:pt x="4444" y="8908"/>
                  </a:lnTo>
                  <a:lnTo>
                    <a:pt x="4346" y="8869"/>
                  </a:lnTo>
                  <a:lnTo>
                    <a:pt x="4346" y="8869"/>
                  </a:lnTo>
                  <a:lnTo>
                    <a:pt x="4365" y="8889"/>
                  </a:lnTo>
                  <a:lnTo>
                    <a:pt x="4385" y="8908"/>
                  </a:lnTo>
                  <a:lnTo>
                    <a:pt x="4385" y="8948"/>
                  </a:lnTo>
                  <a:lnTo>
                    <a:pt x="4365" y="8968"/>
                  </a:lnTo>
                  <a:lnTo>
                    <a:pt x="4286" y="9047"/>
                  </a:lnTo>
                  <a:lnTo>
                    <a:pt x="4188" y="9106"/>
                  </a:lnTo>
                  <a:lnTo>
                    <a:pt x="4247" y="9106"/>
                  </a:lnTo>
                  <a:lnTo>
                    <a:pt x="4286" y="9066"/>
                  </a:lnTo>
                  <a:lnTo>
                    <a:pt x="4346" y="9027"/>
                  </a:lnTo>
                  <a:lnTo>
                    <a:pt x="4405" y="9027"/>
                  </a:lnTo>
                  <a:lnTo>
                    <a:pt x="4346" y="9126"/>
                  </a:lnTo>
                  <a:lnTo>
                    <a:pt x="4326" y="9205"/>
                  </a:lnTo>
                  <a:lnTo>
                    <a:pt x="6321" y="8019"/>
                  </a:lnTo>
                  <a:lnTo>
                    <a:pt x="6321" y="7940"/>
                  </a:lnTo>
                  <a:lnTo>
                    <a:pt x="6341" y="7881"/>
                  </a:lnTo>
                  <a:lnTo>
                    <a:pt x="6341" y="7861"/>
                  </a:lnTo>
                  <a:lnTo>
                    <a:pt x="6321" y="7842"/>
                  </a:lnTo>
                  <a:lnTo>
                    <a:pt x="6202" y="7842"/>
                  </a:lnTo>
                  <a:lnTo>
                    <a:pt x="6183" y="7881"/>
                  </a:lnTo>
                  <a:lnTo>
                    <a:pt x="6163" y="7901"/>
                  </a:lnTo>
                  <a:lnTo>
                    <a:pt x="6104" y="7940"/>
                  </a:lnTo>
                  <a:lnTo>
                    <a:pt x="6064" y="7960"/>
                  </a:lnTo>
                  <a:lnTo>
                    <a:pt x="6084" y="7921"/>
                  </a:lnTo>
                  <a:lnTo>
                    <a:pt x="6084" y="7881"/>
                  </a:lnTo>
                  <a:lnTo>
                    <a:pt x="6104" y="7861"/>
                  </a:lnTo>
                  <a:lnTo>
                    <a:pt x="6143" y="7822"/>
                  </a:lnTo>
                  <a:lnTo>
                    <a:pt x="6183" y="7842"/>
                  </a:lnTo>
                  <a:lnTo>
                    <a:pt x="6183" y="7743"/>
                  </a:lnTo>
                  <a:lnTo>
                    <a:pt x="6163" y="7723"/>
                  </a:lnTo>
                  <a:lnTo>
                    <a:pt x="6143" y="7723"/>
                  </a:lnTo>
                  <a:lnTo>
                    <a:pt x="6005" y="7763"/>
                  </a:lnTo>
                  <a:lnTo>
                    <a:pt x="5946" y="7782"/>
                  </a:lnTo>
                  <a:lnTo>
                    <a:pt x="5886" y="7782"/>
                  </a:lnTo>
                  <a:lnTo>
                    <a:pt x="5906" y="7743"/>
                  </a:lnTo>
                  <a:lnTo>
                    <a:pt x="5926" y="7723"/>
                  </a:lnTo>
                  <a:lnTo>
                    <a:pt x="6025" y="7684"/>
                  </a:lnTo>
                  <a:lnTo>
                    <a:pt x="6123" y="7664"/>
                  </a:lnTo>
                  <a:lnTo>
                    <a:pt x="6163" y="7644"/>
                  </a:lnTo>
                  <a:lnTo>
                    <a:pt x="6202" y="7605"/>
                  </a:lnTo>
                  <a:lnTo>
                    <a:pt x="6044" y="7565"/>
                  </a:lnTo>
                  <a:lnTo>
                    <a:pt x="6123" y="7506"/>
                  </a:lnTo>
                  <a:lnTo>
                    <a:pt x="6123" y="7427"/>
                  </a:lnTo>
                  <a:lnTo>
                    <a:pt x="6084" y="7387"/>
                  </a:lnTo>
                  <a:lnTo>
                    <a:pt x="6025" y="7368"/>
                  </a:lnTo>
                  <a:lnTo>
                    <a:pt x="5965" y="7328"/>
                  </a:lnTo>
                  <a:lnTo>
                    <a:pt x="5827" y="7289"/>
                  </a:lnTo>
                  <a:lnTo>
                    <a:pt x="5768" y="7249"/>
                  </a:lnTo>
                  <a:lnTo>
                    <a:pt x="5728" y="7190"/>
                  </a:lnTo>
                  <a:lnTo>
                    <a:pt x="5827" y="7170"/>
                  </a:lnTo>
                  <a:lnTo>
                    <a:pt x="5926" y="7170"/>
                  </a:lnTo>
                  <a:lnTo>
                    <a:pt x="5985" y="7210"/>
                  </a:lnTo>
                  <a:lnTo>
                    <a:pt x="6025" y="7229"/>
                  </a:lnTo>
                  <a:lnTo>
                    <a:pt x="6044" y="7190"/>
                  </a:lnTo>
                  <a:lnTo>
                    <a:pt x="6064" y="7170"/>
                  </a:lnTo>
                  <a:lnTo>
                    <a:pt x="6025" y="7131"/>
                  </a:lnTo>
                  <a:lnTo>
                    <a:pt x="5985" y="7091"/>
                  </a:lnTo>
                  <a:lnTo>
                    <a:pt x="5965" y="7071"/>
                  </a:lnTo>
                  <a:lnTo>
                    <a:pt x="5985" y="7032"/>
                  </a:lnTo>
                  <a:lnTo>
                    <a:pt x="5985" y="7012"/>
                  </a:lnTo>
                  <a:lnTo>
                    <a:pt x="5965" y="6992"/>
                  </a:lnTo>
                  <a:lnTo>
                    <a:pt x="5886" y="6992"/>
                  </a:lnTo>
                  <a:lnTo>
                    <a:pt x="5807" y="7012"/>
                  </a:lnTo>
                  <a:lnTo>
                    <a:pt x="5748" y="7032"/>
                  </a:lnTo>
                  <a:lnTo>
                    <a:pt x="5709" y="7012"/>
                  </a:lnTo>
                  <a:lnTo>
                    <a:pt x="5709" y="6992"/>
                  </a:lnTo>
                  <a:lnTo>
                    <a:pt x="5748" y="6973"/>
                  </a:lnTo>
                  <a:lnTo>
                    <a:pt x="5827" y="6913"/>
                  </a:lnTo>
                  <a:lnTo>
                    <a:pt x="5768" y="6933"/>
                  </a:lnTo>
                  <a:lnTo>
                    <a:pt x="5728" y="6933"/>
                  </a:lnTo>
                  <a:lnTo>
                    <a:pt x="5689" y="6913"/>
                  </a:lnTo>
                  <a:lnTo>
                    <a:pt x="5669" y="6913"/>
                  </a:lnTo>
                  <a:lnTo>
                    <a:pt x="5629" y="6854"/>
                  </a:lnTo>
                  <a:lnTo>
                    <a:pt x="5610" y="6815"/>
                  </a:lnTo>
                  <a:lnTo>
                    <a:pt x="5689" y="6775"/>
                  </a:lnTo>
                  <a:lnTo>
                    <a:pt x="5531" y="6736"/>
                  </a:lnTo>
                  <a:lnTo>
                    <a:pt x="5511" y="6755"/>
                  </a:lnTo>
                  <a:lnTo>
                    <a:pt x="5471" y="6775"/>
                  </a:lnTo>
                  <a:lnTo>
                    <a:pt x="5373" y="6815"/>
                  </a:lnTo>
                  <a:lnTo>
                    <a:pt x="5373" y="6795"/>
                  </a:lnTo>
                  <a:lnTo>
                    <a:pt x="5333" y="6854"/>
                  </a:lnTo>
                  <a:lnTo>
                    <a:pt x="5333" y="6894"/>
                  </a:lnTo>
                  <a:lnTo>
                    <a:pt x="5353" y="6933"/>
                  </a:lnTo>
                  <a:lnTo>
                    <a:pt x="5412" y="6953"/>
                  </a:lnTo>
                  <a:lnTo>
                    <a:pt x="5452" y="6973"/>
                  </a:lnTo>
                  <a:lnTo>
                    <a:pt x="5471" y="7012"/>
                  </a:lnTo>
                  <a:lnTo>
                    <a:pt x="5471" y="7052"/>
                  </a:lnTo>
                  <a:lnTo>
                    <a:pt x="5392" y="7131"/>
                  </a:lnTo>
                  <a:lnTo>
                    <a:pt x="5373" y="7131"/>
                  </a:lnTo>
                  <a:lnTo>
                    <a:pt x="5333" y="7150"/>
                  </a:lnTo>
                  <a:lnTo>
                    <a:pt x="5294" y="7170"/>
                  </a:lnTo>
                  <a:lnTo>
                    <a:pt x="5274" y="7170"/>
                  </a:lnTo>
                  <a:lnTo>
                    <a:pt x="5274" y="7131"/>
                  </a:lnTo>
                  <a:lnTo>
                    <a:pt x="5313" y="7111"/>
                  </a:lnTo>
                  <a:lnTo>
                    <a:pt x="5313" y="7111"/>
                  </a:lnTo>
                  <a:lnTo>
                    <a:pt x="5195" y="7131"/>
                  </a:lnTo>
                  <a:lnTo>
                    <a:pt x="5175" y="7150"/>
                  </a:lnTo>
                  <a:lnTo>
                    <a:pt x="5175" y="7170"/>
                  </a:lnTo>
                  <a:lnTo>
                    <a:pt x="5096" y="7210"/>
                  </a:lnTo>
                  <a:lnTo>
                    <a:pt x="5017" y="7210"/>
                  </a:lnTo>
                  <a:lnTo>
                    <a:pt x="4978" y="7190"/>
                  </a:lnTo>
                  <a:lnTo>
                    <a:pt x="4938" y="7150"/>
                  </a:lnTo>
                  <a:lnTo>
                    <a:pt x="4879" y="7111"/>
                  </a:lnTo>
                  <a:lnTo>
                    <a:pt x="4918" y="7091"/>
                  </a:lnTo>
                  <a:lnTo>
                    <a:pt x="4958" y="7071"/>
                  </a:lnTo>
                  <a:lnTo>
                    <a:pt x="5037" y="7052"/>
                  </a:lnTo>
                  <a:lnTo>
                    <a:pt x="5136" y="7052"/>
                  </a:lnTo>
                  <a:lnTo>
                    <a:pt x="5096" y="7032"/>
                  </a:lnTo>
                  <a:lnTo>
                    <a:pt x="5116" y="7012"/>
                  </a:lnTo>
                  <a:lnTo>
                    <a:pt x="5274" y="6933"/>
                  </a:lnTo>
                  <a:lnTo>
                    <a:pt x="5195" y="6933"/>
                  </a:lnTo>
                  <a:lnTo>
                    <a:pt x="5116" y="6953"/>
                  </a:lnTo>
                  <a:lnTo>
                    <a:pt x="5057" y="6992"/>
                  </a:lnTo>
                  <a:lnTo>
                    <a:pt x="4958" y="7032"/>
                  </a:lnTo>
                  <a:lnTo>
                    <a:pt x="4899" y="7052"/>
                  </a:lnTo>
                  <a:lnTo>
                    <a:pt x="4879" y="7052"/>
                  </a:lnTo>
                  <a:lnTo>
                    <a:pt x="4859" y="7032"/>
                  </a:lnTo>
                  <a:lnTo>
                    <a:pt x="4859" y="7012"/>
                  </a:lnTo>
                  <a:lnTo>
                    <a:pt x="4899" y="6953"/>
                  </a:lnTo>
                  <a:lnTo>
                    <a:pt x="4899" y="6913"/>
                  </a:lnTo>
                  <a:lnTo>
                    <a:pt x="4958" y="6933"/>
                  </a:lnTo>
                  <a:lnTo>
                    <a:pt x="4958" y="6894"/>
                  </a:lnTo>
                  <a:lnTo>
                    <a:pt x="4938" y="6874"/>
                  </a:lnTo>
                  <a:lnTo>
                    <a:pt x="4899" y="6874"/>
                  </a:lnTo>
                  <a:lnTo>
                    <a:pt x="4839" y="6854"/>
                  </a:lnTo>
                  <a:lnTo>
                    <a:pt x="4820" y="6834"/>
                  </a:lnTo>
                  <a:lnTo>
                    <a:pt x="4800" y="6815"/>
                  </a:lnTo>
                  <a:lnTo>
                    <a:pt x="4899" y="6736"/>
                  </a:lnTo>
                  <a:lnTo>
                    <a:pt x="4879" y="6775"/>
                  </a:lnTo>
                  <a:lnTo>
                    <a:pt x="4899" y="6795"/>
                  </a:lnTo>
                  <a:lnTo>
                    <a:pt x="5116" y="6795"/>
                  </a:lnTo>
                  <a:lnTo>
                    <a:pt x="5155" y="6755"/>
                  </a:lnTo>
                  <a:lnTo>
                    <a:pt x="5215" y="6716"/>
                  </a:lnTo>
                  <a:lnTo>
                    <a:pt x="5254" y="6696"/>
                  </a:lnTo>
                  <a:lnTo>
                    <a:pt x="5333" y="6676"/>
                  </a:lnTo>
                  <a:lnTo>
                    <a:pt x="5452" y="6676"/>
                  </a:lnTo>
                  <a:lnTo>
                    <a:pt x="5570" y="6657"/>
                  </a:lnTo>
                  <a:lnTo>
                    <a:pt x="5550" y="6637"/>
                  </a:lnTo>
                  <a:lnTo>
                    <a:pt x="5531" y="6597"/>
                  </a:lnTo>
                  <a:lnTo>
                    <a:pt x="5550" y="6558"/>
                  </a:lnTo>
                  <a:lnTo>
                    <a:pt x="5590" y="6499"/>
                  </a:lnTo>
                  <a:lnTo>
                    <a:pt x="5531" y="6499"/>
                  </a:lnTo>
                  <a:lnTo>
                    <a:pt x="5491" y="6479"/>
                  </a:lnTo>
                  <a:lnTo>
                    <a:pt x="5471" y="6459"/>
                  </a:lnTo>
                  <a:lnTo>
                    <a:pt x="5471" y="6420"/>
                  </a:lnTo>
                  <a:lnTo>
                    <a:pt x="5471" y="6400"/>
                  </a:lnTo>
                  <a:lnTo>
                    <a:pt x="5452" y="6360"/>
                  </a:lnTo>
                  <a:lnTo>
                    <a:pt x="5313" y="6360"/>
                  </a:lnTo>
                  <a:lnTo>
                    <a:pt x="5353" y="6341"/>
                  </a:lnTo>
                  <a:lnTo>
                    <a:pt x="5392" y="6321"/>
                  </a:lnTo>
                  <a:lnTo>
                    <a:pt x="5412" y="6321"/>
                  </a:lnTo>
                  <a:lnTo>
                    <a:pt x="5432" y="6301"/>
                  </a:lnTo>
                  <a:lnTo>
                    <a:pt x="5412" y="6242"/>
                  </a:lnTo>
                  <a:lnTo>
                    <a:pt x="5373" y="6183"/>
                  </a:lnTo>
                  <a:lnTo>
                    <a:pt x="5294" y="6143"/>
                  </a:lnTo>
                  <a:lnTo>
                    <a:pt x="5215" y="6104"/>
                  </a:lnTo>
                  <a:lnTo>
                    <a:pt x="5215" y="6084"/>
                  </a:lnTo>
                  <a:lnTo>
                    <a:pt x="5254" y="6044"/>
                  </a:lnTo>
                  <a:lnTo>
                    <a:pt x="5333" y="6005"/>
                  </a:lnTo>
                  <a:lnTo>
                    <a:pt x="5313" y="5926"/>
                  </a:lnTo>
                  <a:lnTo>
                    <a:pt x="5274" y="5867"/>
                  </a:lnTo>
                  <a:lnTo>
                    <a:pt x="5195" y="5827"/>
                  </a:lnTo>
                  <a:lnTo>
                    <a:pt x="5116" y="5787"/>
                  </a:lnTo>
                  <a:lnTo>
                    <a:pt x="5057" y="5768"/>
                  </a:lnTo>
                  <a:lnTo>
                    <a:pt x="4978" y="5728"/>
                  </a:lnTo>
                  <a:lnTo>
                    <a:pt x="4938" y="5669"/>
                  </a:lnTo>
                  <a:lnTo>
                    <a:pt x="4899" y="5590"/>
                  </a:lnTo>
                  <a:lnTo>
                    <a:pt x="4997" y="5570"/>
                  </a:lnTo>
                  <a:lnTo>
                    <a:pt x="4997" y="5531"/>
                  </a:lnTo>
                  <a:lnTo>
                    <a:pt x="4997" y="5511"/>
                  </a:lnTo>
                  <a:lnTo>
                    <a:pt x="4958" y="5491"/>
                  </a:lnTo>
                  <a:lnTo>
                    <a:pt x="4879" y="5511"/>
                  </a:lnTo>
                  <a:lnTo>
                    <a:pt x="4938" y="5452"/>
                  </a:lnTo>
                  <a:lnTo>
                    <a:pt x="4958" y="5412"/>
                  </a:lnTo>
                  <a:lnTo>
                    <a:pt x="4918" y="5373"/>
                  </a:lnTo>
                  <a:lnTo>
                    <a:pt x="4879" y="5353"/>
                  </a:lnTo>
                  <a:lnTo>
                    <a:pt x="4839" y="5333"/>
                  </a:lnTo>
                  <a:lnTo>
                    <a:pt x="4800" y="5294"/>
                  </a:lnTo>
                  <a:lnTo>
                    <a:pt x="4820" y="5234"/>
                  </a:lnTo>
                  <a:lnTo>
                    <a:pt x="4879" y="5175"/>
                  </a:lnTo>
                  <a:lnTo>
                    <a:pt x="4859" y="5136"/>
                  </a:lnTo>
                  <a:lnTo>
                    <a:pt x="4839" y="5116"/>
                  </a:lnTo>
                  <a:lnTo>
                    <a:pt x="4602" y="5116"/>
                  </a:lnTo>
                  <a:lnTo>
                    <a:pt x="4583" y="5096"/>
                  </a:lnTo>
                  <a:lnTo>
                    <a:pt x="4681" y="5057"/>
                  </a:lnTo>
                  <a:lnTo>
                    <a:pt x="4741" y="5037"/>
                  </a:lnTo>
                  <a:lnTo>
                    <a:pt x="4760" y="4997"/>
                  </a:lnTo>
                  <a:lnTo>
                    <a:pt x="4622" y="4839"/>
                  </a:lnTo>
                  <a:lnTo>
                    <a:pt x="4484" y="4681"/>
                  </a:lnTo>
                  <a:lnTo>
                    <a:pt x="4247" y="4326"/>
                  </a:lnTo>
                  <a:lnTo>
                    <a:pt x="4306" y="4326"/>
                  </a:lnTo>
                  <a:lnTo>
                    <a:pt x="4267" y="4267"/>
                  </a:lnTo>
                  <a:lnTo>
                    <a:pt x="4207" y="4207"/>
                  </a:lnTo>
                  <a:lnTo>
                    <a:pt x="4069" y="4109"/>
                  </a:lnTo>
                  <a:lnTo>
                    <a:pt x="3951" y="4030"/>
                  </a:lnTo>
                  <a:lnTo>
                    <a:pt x="3911" y="3970"/>
                  </a:lnTo>
                  <a:lnTo>
                    <a:pt x="3911" y="3911"/>
                  </a:lnTo>
                  <a:lnTo>
                    <a:pt x="3812" y="3872"/>
                  </a:lnTo>
                  <a:lnTo>
                    <a:pt x="3733" y="3872"/>
                  </a:lnTo>
                  <a:lnTo>
                    <a:pt x="3674" y="3911"/>
                  </a:lnTo>
                  <a:lnTo>
                    <a:pt x="3654" y="3951"/>
                  </a:lnTo>
                  <a:lnTo>
                    <a:pt x="3595" y="3990"/>
                  </a:lnTo>
                  <a:lnTo>
                    <a:pt x="3457" y="4069"/>
                  </a:lnTo>
                  <a:lnTo>
                    <a:pt x="3417" y="4030"/>
                  </a:lnTo>
                  <a:lnTo>
                    <a:pt x="3417" y="4010"/>
                  </a:lnTo>
                  <a:lnTo>
                    <a:pt x="3437" y="3990"/>
                  </a:lnTo>
                  <a:lnTo>
                    <a:pt x="3477" y="3951"/>
                  </a:lnTo>
                  <a:lnTo>
                    <a:pt x="3536" y="3891"/>
                  </a:lnTo>
                  <a:lnTo>
                    <a:pt x="3556" y="3872"/>
                  </a:lnTo>
                  <a:lnTo>
                    <a:pt x="3536" y="3832"/>
                  </a:lnTo>
                  <a:lnTo>
                    <a:pt x="3654" y="3773"/>
                  </a:lnTo>
                  <a:lnTo>
                    <a:pt x="3773" y="3773"/>
                  </a:lnTo>
                  <a:lnTo>
                    <a:pt x="3872" y="3733"/>
                  </a:lnTo>
                  <a:lnTo>
                    <a:pt x="3694" y="3674"/>
                  </a:lnTo>
                  <a:lnTo>
                    <a:pt x="3694" y="3635"/>
                  </a:lnTo>
                  <a:lnTo>
                    <a:pt x="3694" y="3615"/>
                  </a:lnTo>
                  <a:lnTo>
                    <a:pt x="3654" y="3575"/>
                  </a:lnTo>
                  <a:lnTo>
                    <a:pt x="3615" y="3516"/>
                  </a:lnTo>
                  <a:lnTo>
                    <a:pt x="3615" y="3496"/>
                  </a:lnTo>
                  <a:lnTo>
                    <a:pt x="3635" y="3457"/>
                  </a:lnTo>
                  <a:lnTo>
                    <a:pt x="3654" y="3457"/>
                  </a:lnTo>
                  <a:lnTo>
                    <a:pt x="3694" y="3437"/>
                  </a:lnTo>
                  <a:lnTo>
                    <a:pt x="3753" y="3437"/>
                  </a:lnTo>
                  <a:lnTo>
                    <a:pt x="3733" y="3477"/>
                  </a:lnTo>
                  <a:lnTo>
                    <a:pt x="3694" y="3477"/>
                  </a:lnTo>
                  <a:lnTo>
                    <a:pt x="3714" y="3516"/>
                  </a:lnTo>
                  <a:lnTo>
                    <a:pt x="3733" y="3536"/>
                  </a:lnTo>
                  <a:lnTo>
                    <a:pt x="3872" y="3536"/>
                  </a:lnTo>
                  <a:lnTo>
                    <a:pt x="3911" y="3556"/>
                  </a:lnTo>
                  <a:lnTo>
                    <a:pt x="3911" y="3556"/>
                  </a:lnTo>
                  <a:lnTo>
                    <a:pt x="3852" y="3516"/>
                  </a:lnTo>
                  <a:lnTo>
                    <a:pt x="3773" y="3457"/>
                  </a:lnTo>
                  <a:lnTo>
                    <a:pt x="3733" y="3378"/>
                  </a:lnTo>
                  <a:lnTo>
                    <a:pt x="3714" y="3318"/>
                  </a:lnTo>
                  <a:lnTo>
                    <a:pt x="3654" y="3358"/>
                  </a:lnTo>
                  <a:lnTo>
                    <a:pt x="3615" y="3338"/>
                  </a:lnTo>
                  <a:lnTo>
                    <a:pt x="3595" y="3318"/>
                  </a:lnTo>
                  <a:lnTo>
                    <a:pt x="3536" y="3318"/>
                  </a:lnTo>
                  <a:lnTo>
                    <a:pt x="3536" y="3299"/>
                  </a:lnTo>
                  <a:lnTo>
                    <a:pt x="3496" y="3318"/>
                  </a:lnTo>
                  <a:lnTo>
                    <a:pt x="3457" y="3318"/>
                  </a:lnTo>
                  <a:lnTo>
                    <a:pt x="3398" y="3299"/>
                  </a:lnTo>
                  <a:lnTo>
                    <a:pt x="3556" y="3200"/>
                  </a:lnTo>
                  <a:lnTo>
                    <a:pt x="3536" y="3200"/>
                  </a:lnTo>
                  <a:lnTo>
                    <a:pt x="3496" y="3220"/>
                  </a:lnTo>
                  <a:lnTo>
                    <a:pt x="3477" y="3239"/>
                  </a:lnTo>
                  <a:lnTo>
                    <a:pt x="3437" y="3220"/>
                  </a:lnTo>
                  <a:lnTo>
                    <a:pt x="3398" y="3180"/>
                  </a:lnTo>
                  <a:lnTo>
                    <a:pt x="3358" y="3121"/>
                  </a:lnTo>
                  <a:lnTo>
                    <a:pt x="3358" y="3081"/>
                  </a:lnTo>
                  <a:lnTo>
                    <a:pt x="3358" y="3042"/>
                  </a:lnTo>
                  <a:lnTo>
                    <a:pt x="3398" y="2983"/>
                  </a:lnTo>
                  <a:lnTo>
                    <a:pt x="3457" y="2943"/>
                  </a:lnTo>
                  <a:lnTo>
                    <a:pt x="3417" y="2923"/>
                  </a:lnTo>
                  <a:lnTo>
                    <a:pt x="3358" y="2923"/>
                  </a:lnTo>
                  <a:lnTo>
                    <a:pt x="3319" y="2904"/>
                  </a:lnTo>
                  <a:lnTo>
                    <a:pt x="3299" y="2864"/>
                  </a:lnTo>
                  <a:lnTo>
                    <a:pt x="3398" y="2844"/>
                  </a:lnTo>
                  <a:lnTo>
                    <a:pt x="3358" y="2746"/>
                  </a:lnTo>
                  <a:lnTo>
                    <a:pt x="3299" y="2647"/>
                  </a:lnTo>
                  <a:lnTo>
                    <a:pt x="3279" y="2548"/>
                  </a:lnTo>
                  <a:lnTo>
                    <a:pt x="3259" y="2489"/>
                  </a:lnTo>
                  <a:lnTo>
                    <a:pt x="3279" y="2430"/>
                  </a:lnTo>
                  <a:lnTo>
                    <a:pt x="3141" y="2331"/>
                  </a:lnTo>
                  <a:lnTo>
                    <a:pt x="3062" y="2291"/>
                  </a:lnTo>
                  <a:lnTo>
                    <a:pt x="2963" y="2291"/>
                  </a:lnTo>
                  <a:lnTo>
                    <a:pt x="2983" y="2311"/>
                  </a:lnTo>
                  <a:lnTo>
                    <a:pt x="2983" y="2351"/>
                  </a:lnTo>
                  <a:lnTo>
                    <a:pt x="2943" y="2390"/>
                  </a:lnTo>
                  <a:lnTo>
                    <a:pt x="2864" y="2410"/>
                  </a:lnTo>
                  <a:lnTo>
                    <a:pt x="2825" y="2410"/>
                  </a:lnTo>
                  <a:lnTo>
                    <a:pt x="2785" y="2390"/>
                  </a:lnTo>
                  <a:lnTo>
                    <a:pt x="2765" y="2370"/>
                  </a:lnTo>
                  <a:lnTo>
                    <a:pt x="2746" y="2351"/>
                  </a:lnTo>
                  <a:lnTo>
                    <a:pt x="2785" y="2311"/>
                  </a:lnTo>
                  <a:lnTo>
                    <a:pt x="2805" y="2272"/>
                  </a:lnTo>
                  <a:lnTo>
                    <a:pt x="2825" y="2232"/>
                  </a:lnTo>
                  <a:lnTo>
                    <a:pt x="2884" y="2252"/>
                  </a:lnTo>
                  <a:lnTo>
                    <a:pt x="2923" y="2212"/>
                  </a:lnTo>
                  <a:lnTo>
                    <a:pt x="2943" y="2173"/>
                  </a:lnTo>
                  <a:lnTo>
                    <a:pt x="2923" y="2133"/>
                  </a:lnTo>
                  <a:lnTo>
                    <a:pt x="2904" y="2114"/>
                  </a:lnTo>
                  <a:lnTo>
                    <a:pt x="2884" y="2094"/>
                  </a:lnTo>
                  <a:lnTo>
                    <a:pt x="2884" y="2054"/>
                  </a:lnTo>
                  <a:lnTo>
                    <a:pt x="2904" y="2035"/>
                  </a:lnTo>
                  <a:lnTo>
                    <a:pt x="2943" y="1995"/>
                  </a:lnTo>
                  <a:lnTo>
                    <a:pt x="2904" y="1995"/>
                  </a:lnTo>
                  <a:lnTo>
                    <a:pt x="2864" y="1956"/>
                  </a:lnTo>
                  <a:lnTo>
                    <a:pt x="2805" y="1916"/>
                  </a:lnTo>
                  <a:lnTo>
                    <a:pt x="2765" y="1896"/>
                  </a:lnTo>
                  <a:lnTo>
                    <a:pt x="2726" y="1896"/>
                  </a:lnTo>
                  <a:lnTo>
                    <a:pt x="2785" y="1877"/>
                  </a:lnTo>
                  <a:lnTo>
                    <a:pt x="2805" y="1896"/>
                  </a:lnTo>
                  <a:lnTo>
                    <a:pt x="2884" y="1896"/>
                  </a:lnTo>
                  <a:lnTo>
                    <a:pt x="2825" y="1857"/>
                  </a:lnTo>
                  <a:lnTo>
                    <a:pt x="2884" y="1837"/>
                  </a:lnTo>
                  <a:lnTo>
                    <a:pt x="2864" y="1798"/>
                  </a:lnTo>
                  <a:lnTo>
                    <a:pt x="2844" y="1778"/>
                  </a:lnTo>
                  <a:lnTo>
                    <a:pt x="2588" y="1778"/>
                  </a:lnTo>
                  <a:lnTo>
                    <a:pt x="2548" y="1738"/>
                  </a:lnTo>
                  <a:lnTo>
                    <a:pt x="2726" y="1719"/>
                  </a:lnTo>
                  <a:lnTo>
                    <a:pt x="2667" y="1679"/>
                  </a:lnTo>
                  <a:lnTo>
                    <a:pt x="2509" y="1679"/>
                  </a:lnTo>
                  <a:lnTo>
                    <a:pt x="2449" y="1659"/>
                  </a:lnTo>
                  <a:lnTo>
                    <a:pt x="2489" y="1620"/>
                  </a:lnTo>
                  <a:lnTo>
                    <a:pt x="2410" y="1600"/>
                  </a:lnTo>
                  <a:lnTo>
                    <a:pt x="2469" y="1580"/>
                  </a:lnTo>
                  <a:lnTo>
                    <a:pt x="2469" y="1580"/>
                  </a:lnTo>
                  <a:lnTo>
                    <a:pt x="2370" y="1600"/>
                  </a:lnTo>
                  <a:lnTo>
                    <a:pt x="2311" y="1561"/>
                  </a:lnTo>
                  <a:lnTo>
                    <a:pt x="2252" y="1541"/>
                  </a:lnTo>
                  <a:lnTo>
                    <a:pt x="2173" y="1541"/>
                  </a:lnTo>
                  <a:lnTo>
                    <a:pt x="2193" y="1501"/>
                  </a:lnTo>
                  <a:lnTo>
                    <a:pt x="2232" y="1442"/>
                  </a:lnTo>
                  <a:lnTo>
                    <a:pt x="2252" y="1403"/>
                  </a:lnTo>
                  <a:lnTo>
                    <a:pt x="2193" y="1403"/>
                  </a:lnTo>
                  <a:lnTo>
                    <a:pt x="2390" y="1324"/>
                  </a:lnTo>
                  <a:lnTo>
                    <a:pt x="2410" y="1343"/>
                  </a:lnTo>
                  <a:lnTo>
                    <a:pt x="2410" y="1363"/>
                  </a:lnTo>
                  <a:lnTo>
                    <a:pt x="2370" y="1403"/>
                  </a:lnTo>
                  <a:lnTo>
                    <a:pt x="2351" y="1442"/>
                  </a:lnTo>
                  <a:lnTo>
                    <a:pt x="2370" y="1462"/>
                  </a:lnTo>
                  <a:lnTo>
                    <a:pt x="2390" y="1482"/>
                  </a:lnTo>
                  <a:lnTo>
                    <a:pt x="2449" y="1403"/>
                  </a:lnTo>
                  <a:lnTo>
                    <a:pt x="2489" y="1343"/>
                  </a:lnTo>
                  <a:lnTo>
                    <a:pt x="2489" y="1264"/>
                  </a:lnTo>
                  <a:lnTo>
                    <a:pt x="2489" y="1205"/>
                  </a:lnTo>
                  <a:lnTo>
                    <a:pt x="2449" y="1086"/>
                  </a:lnTo>
                  <a:lnTo>
                    <a:pt x="2370" y="988"/>
                  </a:lnTo>
                  <a:lnTo>
                    <a:pt x="2331" y="948"/>
                  </a:lnTo>
                  <a:lnTo>
                    <a:pt x="2291" y="909"/>
                  </a:lnTo>
                  <a:lnTo>
                    <a:pt x="2232" y="810"/>
                  </a:lnTo>
                  <a:lnTo>
                    <a:pt x="2212" y="770"/>
                  </a:lnTo>
                  <a:lnTo>
                    <a:pt x="2173" y="751"/>
                  </a:lnTo>
                  <a:lnTo>
                    <a:pt x="2094" y="751"/>
                  </a:lnTo>
                  <a:lnTo>
                    <a:pt x="2015" y="770"/>
                  </a:lnTo>
                  <a:lnTo>
                    <a:pt x="2133" y="711"/>
                  </a:lnTo>
                  <a:lnTo>
                    <a:pt x="2133" y="494"/>
                  </a:lnTo>
                  <a:lnTo>
                    <a:pt x="2054" y="375"/>
                  </a:lnTo>
                  <a:lnTo>
                    <a:pt x="1995" y="277"/>
                  </a:lnTo>
                  <a:lnTo>
                    <a:pt x="1956" y="217"/>
                  </a:lnTo>
                  <a:lnTo>
                    <a:pt x="1916" y="178"/>
                  </a:lnTo>
                  <a:lnTo>
                    <a:pt x="1857" y="138"/>
                  </a:lnTo>
                  <a:lnTo>
                    <a:pt x="1778" y="119"/>
                  </a:lnTo>
                  <a:lnTo>
                    <a:pt x="1857" y="40"/>
                  </a:lnTo>
                  <a:lnTo>
                    <a:pt x="1738" y="4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9"/>
            <p:cNvSpPr/>
            <p:nvPr/>
          </p:nvSpPr>
          <p:spPr>
            <a:xfrm>
              <a:off x="-1574350" y="34126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1"/>
                  </a:moveTo>
                  <a:lnTo>
                    <a:pt x="4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9"/>
            <p:cNvSpPr/>
            <p:nvPr/>
          </p:nvSpPr>
          <p:spPr>
            <a:xfrm>
              <a:off x="-1557075" y="3441800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4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9"/>
            <p:cNvSpPr/>
            <p:nvPr/>
          </p:nvSpPr>
          <p:spPr>
            <a:xfrm>
              <a:off x="-1245975" y="3259100"/>
              <a:ext cx="260250" cy="195075"/>
            </a:xfrm>
            <a:custGeom>
              <a:rect b="b" l="l" r="r" t="t"/>
              <a:pathLst>
                <a:path extrusionOk="0" h="7803" w="10410">
                  <a:moveTo>
                    <a:pt x="0" y="0"/>
                  </a:moveTo>
                  <a:lnTo>
                    <a:pt x="139" y="277"/>
                  </a:lnTo>
                  <a:lnTo>
                    <a:pt x="356" y="612"/>
                  </a:lnTo>
                  <a:lnTo>
                    <a:pt x="652" y="1047"/>
                  </a:lnTo>
                  <a:lnTo>
                    <a:pt x="1047" y="1560"/>
                  </a:lnTo>
                  <a:lnTo>
                    <a:pt x="1284" y="1837"/>
                  </a:lnTo>
                  <a:lnTo>
                    <a:pt x="1541" y="2133"/>
                  </a:lnTo>
                  <a:lnTo>
                    <a:pt x="1837" y="2430"/>
                  </a:lnTo>
                  <a:lnTo>
                    <a:pt x="2153" y="2746"/>
                  </a:lnTo>
                  <a:lnTo>
                    <a:pt x="2509" y="3062"/>
                  </a:lnTo>
                  <a:lnTo>
                    <a:pt x="2884" y="3378"/>
                  </a:lnTo>
                  <a:lnTo>
                    <a:pt x="3615" y="3950"/>
                  </a:lnTo>
                  <a:lnTo>
                    <a:pt x="4445" y="4583"/>
                  </a:lnTo>
                  <a:lnTo>
                    <a:pt x="5333" y="5215"/>
                  </a:lnTo>
                  <a:lnTo>
                    <a:pt x="6242" y="5866"/>
                  </a:lnTo>
                  <a:lnTo>
                    <a:pt x="7901" y="7012"/>
                  </a:lnTo>
                  <a:lnTo>
                    <a:pt x="9067" y="7802"/>
                  </a:lnTo>
                  <a:lnTo>
                    <a:pt x="10410" y="5491"/>
                  </a:lnTo>
                  <a:lnTo>
                    <a:pt x="8652" y="4365"/>
                  </a:lnTo>
                  <a:lnTo>
                    <a:pt x="7447" y="3615"/>
                  </a:lnTo>
                  <a:lnTo>
                    <a:pt x="6124" y="2805"/>
                  </a:lnTo>
                  <a:lnTo>
                    <a:pt x="4800" y="2035"/>
                  </a:lnTo>
                  <a:lnTo>
                    <a:pt x="3576" y="1343"/>
                  </a:lnTo>
                  <a:lnTo>
                    <a:pt x="3023" y="1047"/>
                  </a:lnTo>
                  <a:lnTo>
                    <a:pt x="2529" y="810"/>
                  </a:lnTo>
                  <a:lnTo>
                    <a:pt x="2114" y="632"/>
                  </a:lnTo>
                  <a:lnTo>
                    <a:pt x="1778" y="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9"/>
            <p:cNvSpPr/>
            <p:nvPr/>
          </p:nvSpPr>
          <p:spPr>
            <a:xfrm>
              <a:off x="-1722000" y="3272425"/>
              <a:ext cx="240000" cy="328900"/>
            </a:xfrm>
            <a:custGeom>
              <a:rect b="b" l="l" r="r" t="t"/>
              <a:pathLst>
                <a:path extrusionOk="0" h="13156" w="9600">
                  <a:moveTo>
                    <a:pt x="4267" y="0"/>
                  </a:moveTo>
                  <a:lnTo>
                    <a:pt x="3990" y="40"/>
                  </a:lnTo>
                  <a:lnTo>
                    <a:pt x="3694" y="139"/>
                  </a:lnTo>
                  <a:lnTo>
                    <a:pt x="3339" y="257"/>
                  </a:lnTo>
                  <a:lnTo>
                    <a:pt x="2983" y="395"/>
                  </a:lnTo>
                  <a:lnTo>
                    <a:pt x="2608" y="573"/>
                  </a:lnTo>
                  <a:lnTo>
                    <a:pt x="2232" y="751"/>
                  </a:lnTo>
                  <a:lnTo>
                    <a:pt x="1620" y="1067"/>
                  </a:lnTo>
                  <a:lnTo>
                    <a:pt x="1067" y="1383"/>
                  </a:lnTo>
                  <a:lnTo>
                    <a:pt x="968" y="1442"/>
                  </a:lnTo>
                  <a:lnTo>
                    <a:pt x="909" y="1482"/>
                  </a:lnTo>
                  <a:lnTo>
                    <a:pt x="870" y="1502"/>
                  </a:lnTo>
                  <a:lnTo>
                    <a:pt x="336" y="1837"/>
                  </a:lnTo>
                  <a:lnTo>
                    <a:pt x="198" y="1936"/>
                  </a:lnTo>
                  <a:lnTo>
                    <a:pt x="119" y="2055"/>
                  </a:lnTo>
                  <a:lnTo>
                    <a:pt x="60" y="2153"/>
                  </a:lnTo>
                  <a:lnTo>
                    <a:pt x="20" y="2272"/>
                  </a:lnTo>
                  <a:lnTo>
                    <a:pt x="0" y="2410"/>
                  </a:lnTo>
                  <a:lnTo>
                    <a:pt x="0" y="2529"/>
                  </a:lnTo>
                  <a:lnTo>
                    <a:pt x="40" y="2667"/>
                  </a:lnTo>
                  <a:lnTo>
                    <a:pt x="80" y="2825"/>
                  </a:lnTo>
                  <a:lnTo>
                    <a:pt x="218" y="3141"/>
                  </a:lnTo>
                  <a:lnTo>
                    <a:pt x="396" y="3516"/>
                  </a:lnTo>
                  <a:lnTo>
                    <a:pt x="593" y="3911"/>
                  </a:lnTo>
                  <a:lnTo>
                    <a:pt x="791" y="4366"/>
                  </a:lnTo>
                  <a:lnTo>
                    <a:pt x="1620" y="6222"/>
                  </a:lnTo>
                  <a:lnTo>
                    <a:pt x="2924" y="9106"/>
                  </a:lnTo>
                  <a:lnTo>
                    <a:pt x="3595" y="10548"/>
                  </a:lnTo>
                  <a:lnTo>
                    <a:pt x="4188" y="11812"/>
                  </a:lnTo>
                  <a:lnTo>
                    <a:pt x="4662" y="12721"/>
                  </a:lnTo>
                  <a:lnTo>
                    <a:pt x="4820" y="12997"/>
                  </a:lnTo>
                  <a:lnTo>
                    <a:pt x="4919" y="13116"/>
                  </a:lnTo>
                  <a:lnTo>
                    <a:pt x="4958" y="13136"/>
                  </a:lnTo>
                  <a:lnTo>
                    <a:pt x="5018" y="13155"/>
                  </a:lnTo>
                  <a:lnTo>
                    <a:pt x="5195" y="13116"/>
                  </a:lnTo>
                  <a:lnTo>
                    <a:pt x="5413" y="13037"/>
                  </a:lnTo>
                  <a:lnTo>
                    <a:pt x="5669" y="12938"/>
                  </a:lnTo>
                  <a:lnTo>
                    <a:pt x="5966" y="12780"/>
                  </a:lnTo>
                  <a:lnTo>
                    <a:pt x="6282" y="12602"/>
                  </a:lnTo>
                  <a:lnTo>
                    <a:pt x="6953" y="12187"/>
                  </a:lnTo>
                  <a:lnTo>
                    <a:pt x="7645" y="11753"/>
                  </a:lnTo>
                  <a:lnTo>
                    <a:pt x="8277" y="11358"/>
                  </a:lnTo>
                  <a:lnTo>
                    <a:pt x="9067" y="10805"/>
                  </a:lnTo>
                  <a:lnTo>
                    <a:pt x="9225" y="10686"/>
                  </a:lnTo>
                  <a:lnTo>
                    <a:pt x="9343" y="10568"/>
                  </a:lnTo>
                  <a:lnTo>
                    <a:pt x="9442" y="10449"/>
                  </a:lnTo>
                  <a:lnTo>
                    <a:pt x="9521" y="10350"/>
                  </a:lnTo>
                  <a:lnTo>
                    <a:pt x="9560" y="10232"/>
                  </a:lnTo>
                  <a:lnTo>
                    <a:pt x="9580" y="10153"/>
                  </a:lnTo>
                  <a:lnTo>
                    <a:pt x="9600" y="10054"/>
                  </a:lnTo>
                  <a:lnTo>
                    <a:pt x="9600" y="9955"/>
                  </a:lnTo>
                  <a:lnTo>
                    <a:pt x="9541" y="9797"/>
                  </a:lnTo>
                  <a:lnTo>
                    <a:pt x="9481" y="9639"/>
                  </a:lnTo>
                  <a:lnTo>
                    <a:pt x="9402" y="9501"/>
                  </a:lnTo>
                  <a:lnTo>
                    <a:pt x="9343" y="9363"/>
                  </a:lnTo>
                  <a:lnTo>
                    <a:pt x="9323" y="9343"/>
                  </a:lnTo>
                  <a:lnTo>
                    <a:pt x="9323" y="9323"/>
                  </a:lnTo>
                  <a:lnTo>
                    <a:pt x="9304" y="9304"/>
                  </a:lnTo>
                  <a:lnTo>
                    <a:pt x="9304" y="9284"/>
                  </a:lnTo>
                  <a:lnTo>
                    <a:pt x="9304" y="9264"/>
                  </a:lnTo>
                  <a:lnTo>
                    <a:pt x="9067" y="8652"/>
                  </a:lnTo>
                  <a:lnTo>
                    <a:pt x="8770" y="7980"/>
                  </a:lnTo>
                  <a:lnTo>
                    <a:pt x="8138" y="6538"/>
                  </a:lnTo>
                  <a:lnTo>
                    <a:pt x="7427" y="4998"/>
                  </a:lnTo>
                  <a:lnTo>
                    <a:pt x="6677" y="3477"/>
                  </a:lnTo>
                  <a:lnTo>
                    <a:pt x="5966" y="2114"/>
                  </a:lnTo>
                  <a:lnTo>
                    <a:pt x="5650" y="1521"/>
                  </a:lnTo>
                  <a:lnTo>
                    <a:pt x="5353" y="1008"/>
                  </a:lnTo>
                  <a:lnTo>
                    <a:pt x="5334" y="968"/>
                  </a:lnTo>
                  <a:lnTo>
                    <a:pt x="5294" y="929"/>
                  </a:lnTo>
                  <a:lnTo>
                    <a:pt x="5294" y="909"/>
                  </a:lnTo>
                  <a:lnTo>
                    <a:pt x="5274" y="889"/>
                  </a:lnTo>
                  <a:lnTo>
                    <a:pt x="5235" y="830"/>
                  </a:lnTo>
                  <a:lnTo>
                    <a:pt x="5057" y="553"/>
                  </a:lnTo>
                  <a:lnTo>
                    <a:pt x="4899" y="316"/>
                  </a:lnTo>
                  <a:lnTo>
                    <a:pt x="4761" y="158"/>
                  </a:lnTo>
                  <a:lnTo>
                    <a:pt x="4662" y="60"/>
                  </a:lnTo>
                  <a:lnTo>
                    <a:pt x="4583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9"/>
            <p:cNvSpPr/>
            <p:nvPr/>
          </p:nvSpPr>
          <p:spPr>
            <a:xfrm>
              <a:off x="-1415350" y="3197850"/>
              <a:ext cx="229650" cy="228650"/>
            </a:xfrm>
            <a:custGeom>
              <a:rect b="b" l="l" r="r" t="t"/>
              <a:pathLst>
                <a:path extrusionOk="0" h="9146" w="9186">
                  <a:moveTo>
                    <a:pt x="7566" y="1"/>
                  </a:moveTo>
                  <a:lnTo>
                    <a:pt x="7368" y="60"/>
                  </a:lnTo>
                  <a:lnTo>
                    <a:pt x="7190" y="119"/>
                  </a:lnTo>
                  <a:lnTo>
                    <a:pt x="7012" y="198"/>
                  </a:lnTo>
                  <a:lnTo>
                    <a:pt x="6854" y="277"/>
                  </a:lnTo>
                  <a:lnTo>
                    <a:pt x="6696" y="376"/>
                  </a:lnTo>
                  <a:lnTo>
                    <a:pt x="6558" y="495"/>
                  </a:lnTo>
                  <a:lnTo>
                    <a:pt x="6282" y="751"/>
                  </a:lnTo>
                  <a:lnTo>
                    <a:pt x="6025" y="1028"/>
                  </a:lnTo>
                  <a:lnTo>
                    <a:pt x="5788" y="1304"/>
                  </a:lnTo>
                  <a:lnTo>
                    <a:pt x="5551" y="1581"/>
                  </a:lnTo>
                  <a:lnTo>
                    <a:pt x="5294" y="1838"/>
                  </a:lnTo>
                  <a:lnTo>
                    <a:pt x="5057" y="2075"/>
                  </a:lnTo>
                  <a:lnTo>
                    <a:pt x="4800" y="2292"/>
                  </a:lnTo>
                  <a:lnTo>
                    <a:pt x="4543" y="2490"/>
                  </a:lnTo>
                  <a:lnTo>
                    <a:pt x="4287" y="2648"/>
                  </a:lnTo>
                  <a:lnTo>
                    <a:pt x="4010" y="2786"/>
                  </a:lnTo>
                  <a:lnTo>
                    <a:pt x="3734" y="2885"/>
                  </a:lnTo>
                  <a:lnTo>
                    <a:pt x="3457" y="2983"/>
                  </a:lnTo>
                  <a:lnTo>
                    <a:pt x="3161" y="3023"/>
                  </a:lnTo>
                  <a:lnTo>
                    <a:pt x="3003" y="3062"/>
                  </a:lnTo>
                  <a:lnTo>
                    <a:pt x="2805" y="3122"/>
                  </a:lnTo>
                  <a:lnTo>
                    <a:pt x="2588" y="3240"/>
                  </a:lnTo>
                  <a:lnTo>
                    <a:pt x="2351" y="3378"/>
                  </a:lnTo>
                  <a:lnTo>
                    <a:pt x="2114" y="3536"/>
                  </a:lnTo>
                  <a:lnTo>
                    <a:pt x="1857" y="3714"/>
                  </a:lnTo>
                  <a:lnTo>
                    <a:pt x="1600" y="3931"/>
                  </a:lnTo>
                  <a:lnTo>
                    <a:pt x="1344" y="4168"/>
                  </a:lnTo>
                  <a:lnTo>
                    <a:pt x="1087" y="4425"/>
                  </a:lnTo>
                  <a:lnTo>
                    <a:pt x="870" y="4682"/>
                  </a:lnTo>
                  <a:lnTo>
                    <a:pt x="652" y="4978"/>
                  </a:lnTo>
                  <a:lnTo>
                    <a:pt x="455" y="5255"/>
                  </a:lnTo>
                  <a:lnTo>
                    <a:pt x="297" y="5571"/>
                  </a:lnTo>
                  <a:lnTo>
                    <a:pt x="159" y="5867"/>
                  </a:lnTo>
                  <a:lnTo>
                    <a:pt x="60" y="6183"/>
                  </a:lnTo>
                  <a:lnTo>
                    <a:pt x="20" y="6499"/>
                  </a:lnTo>
                  <a:lnTo>
                    <a:pt x="0" y="6796"/>
                  </a:lnTo>
                  <a:lnTo>
                    <a:pt x="40" y="7072"/>
                  </a:lnTo>
                  <a:lnTo>
                    <a:pt x="119" y="7349"/>
                  </a:lnTo>
                  <a:lnTo>
                    <a:pt x="218" y="7586"/>
                  </a:lnTo>
                  <a:lnTo>
                    <a:pt x="356" y="7823"/>
                  </a:lnTo>
                  <a:lnTo>
                    <a:pt x="514" y="8020"/>
                  </a:lnTo>
                  <a:lnTo>
                    <a:pt x="672" y="8218"/>
                  </a:lnTo>
                  <a:lnTo>
                    <a:pt x="830" y="8376"/>
                  </a:lnTo>
                  <a:lnTo>
                    <a:pt x="1008" y="8534"/>
                  </a:lnTo>
                  <a:lnTo>
                    <a:pt x="1186" y="8672"/>
                  </a:lnTo>
                  <a:lnTo>
                    <a:pt x="1482" y="8869"/>
                  </a:lnTo>
                  <a:lnTo>
                    <a:pt x="1699" y="8988"/>
                  </a:lnTo>
                  <a:lnTo>
                    <a:pt x="1778" y="9027"/>
                  </a:lnTo>
                  <a:lnTo>
                    <a:pt x="2094" y="9087"/>
                  </a:lnTo>
                  <a:lnTo>
                    <a:pt x="2450" y="9126"/>
                  </a:lnTo>
                  <a:lnTo>
                    <a:pt x="2904" y="9146"/>
                  </a:lnTo>
                  <a:lnTo>
                    <a:pt x="3141" y="9126"/>
                  </a:lnTo>
                  <a:lnTo>
                    <a:pt x="3378" y="9107"/>
                  </a:lnTo>
                  <a:lnTo>
                    <a:pt x="3615" y="9067"/>
                  </a:lnTo>
                  <a:lnTo>
                    <a:pt x="3872" y="9008"/>
                  </a:lnTo>
                  <a:lnTo>
                    <a:pt x="4089" y="8909"/>
                  </a:lnTo>
                  <a:lnTo>
                    <a:pt x="4326" y="8810"/>
                  </a:lnTo>
                  <a:lnTo>
                    <a:pt x="4524" y="8672"/>
                  </a:lnTo>
                  <a:lnTo>
                    <a:pt x="4721" y="8494"/>
                  </a:lnTo>
                  <a:lnTo>
                    <a:pt x="5037" y="8119"/>
                  </a:lnTo>
                  <a:lnTo>
                    <a:pt x="5314" y="7744"/>
                  </a:lnTo>
                  <a:lnTo>
                    <a:pt x="5531" y="7368"/>
                  </a:lnTo>
                  <a:lnTo>
                    <a:pt x="5748" y="6993"/>
                  </a:lnTo>
                  <a:lnTo>
                    <a:pt x="6143" y="6242"/>
                  </a:lnTo>
                  <a:lnTo>
                    <a:pt x="6361" y="5887"/>
                  </a:lnTo>
                  <a:lnTo>
                    <a:pt x="6598" y="5531"/>
                  </a:lnTo>
                  <a:lnTo>
                    <a:pt x="6736" y="5354"/>
                  </a:lnTo>
                  <a:lnTo>
                    <a:pt x="6894" y="5176"/>
                  </a:lnTo>
                  <a:lnTo>
                    <a:pt x="7249" y="4820"/>
                  </a:lnTo>
                  <a:lnTo>
                    <a:pt x="7625" y="4445"/>
                  </a:lnTo>
                  <a:lnTo>
                    <a:pt x="8020" y="4050"/>
                  </a:lnTo>
                  <a:lnTo>
                    <a:pt x="8415" y="3615"/>
                  </a:lnTo>
                  <a:lnTo>
                    <a:pt x="8573" y="3398"/>
                  </a:lnTo>
                  <a:lnTo>
                    <a:pt x="8731" y="3181"/>
                  </a:lnTo>
                  <a:lnTo>
                    <a:pt x="8869" y="2944"/>
                  </a:lnTo>
                  <a:lnTo>
                    <a:pt x="8988" y="2687"/>
                  </a:lnTo>
                  <a:lnTo>
                    <a:pt x="9086" y="2430"/>
                  </a:lnTo>
                  <a:lnTo>
                    <a:pt x="9146" y="2174"/>
                  </a:lnTo>
                  <a:lnTo>
                    <a:pt x="9185" y="1897"/>
                  </a:lnTo>
                  <a:lnTo>
                    <a:pt x="9185" y="1660"/>
                  </a:lnTo>
                  <a:lnTo>
                    <a:pt x="9165" y="1423"/>
                  </a:lnTo>
                  <a:lnTo>
                    <a:pt x="9126" y="1206"/>
                  </a:lnTo>
                  <a:lnTo>
                    <a:pt x="9047" y="1008"/>
                  </a:lnTo>
                  <a:lnTo>
                    <a:pt x="8948" y="811"/>
                  </a:lnTo>
                  <a:lnTo>
                    <a:pt x="8849" y="653"/>
                  </a:lnTo>
                  <a:lnTo>
                    <a:pt x="8731" y="495"/>
                  </a:lnTo>
                  <a:lnTo>
                    <a:pt x="8593" y="376"/>
                  </a:lnTo>
                  <a:lnTo>
                    <a:pt x="8454" y="258"/>
                  </a:lnTo>
                  <a:lnTo>
                    <a:pt x="8296" y="159"/>
                  </a:lnTo>
                  <a:lnTo>
                    <a:pt x="8158" y="100"/>
                  </a:lnTo>
                  <a:lnTo>
                    <a:pt x="8000" y="40"/>
                  </a:lnTo>
                  <a:lnTo>
                    <a:pt x="7862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9"/>
            <p:cNvSpPr/>
            <p:nvPr/>
          </p:nvSpPr>
          <p:spPr>
            <a:xfrm>
              <a:off x="-1467200" y="3098100"/>
              <a:ext cx="269150" cy="274600"/>
            </a:xfrm>
            <a:custGeom>
              <a:rect b="b" l="l" r="r" t="t"/>
              <a:pathLst>
                <a:path extrusionOk="0" h="10984" w="10766">
                  <a:moveTo>
                    <a:pt x="9659" y="1"/>
                  </a:moveTo>
                  <a:lnTo>
                    <a:pt x="9363" y="21"/>
                  </a:lnTo>
                  <a:lnTo>
                    <a:pt x="9086" y="60"/>
                  </a:lnTo>
                  <a:lnTo>
                    <a:pt x="8830" y="119"/>
                  </a:lnTo>
                  <a:lnTo>
                    <a:pt x="8612" y="198"/>
                  </a:lnTo>
                  <a:lnTo>
                    <a:pt x="8435" y="297"/>
                  </a:lnTo>
                  <a:lnTo>
                    <a:pt x="8316" y="376"/>
                  </a:lnTo>
                  <a:lnTo>
                    <a:pt x="8198" y="435"/>
                  </a:lnTo>
                  <a:lnTo>
                    <a:pt x="7842" y="376"/>
                  </a:lnTo>
                  <a:lnTo>
                    <a:pt x="7526" y="317"/>
                  </a:lnTo>
                  <a:lnTo>
                    <a:pt x="7210" y="277"/>
                  </a:lnTo>
                  <a:lnTo>
                    <a:pt x="6914" y="258"/>
                  </a:lnTo>
                  <a:lnTo>
                    <a:pt x="6380" y="258"/>
                  </a:lnTo>
                  <a:lnTo>
                    <a:pt x="5926" y="297"/>
                  </a:lnTo>
                  <a:lnTo>
                    <a:pt x="5571" y="337"/>
                  </a:lnTo>
                  <a:lnTo>
                    <a:pt x="5314" y="396"/>
                  </a:lnTo>
                  <a:lnTo>
                    <a:pt x="5097" y="475"/>
                  </a:lnTo>
                  <a:lnTo>
                    <a:pt x="4840" y="514"/>
                  </a:lnTo>
                  <a:lnTo>
                    <a:pt x="4603" y="554"/>
                  </a:lnTo>
                  <a:lnTo>
                    <a:pt x="4405" y="613"/>
                  </a:lnTo>
                  <a:lnTo>
                    <a:pt x="4227" y="672"/>
                  </a:lnTo>
                  <a:lnTo>
                    <a:pt x="3931" y="811"/>
                  </a:lnTo>
                  <a:lnTo>
                    <a:pt x="3714" y="949"/>
                  </a:lnTo>
                  <a:lnTo>
                    <a:pt x="3556" y="1067"/>
                  </a:lnTo>
                  <a:lnTo>
                    <a:pt x="3457" y="1186"/>
                  </a:lnTo>
                  <a:lnTo>
                    <a:pt x="3378" y="1245"/>
                  </a:lnTo>
                  <a:lnTo>
                    <a:pt x="3339" y="1285"/>
                  </a:lnTo>
                  <a:lnTo>
                    <a:pt x="3102" y="1364"/>
                  </a:lnTo>
                  <a:lnTo>
                    <a:pt x="2647" y="1581"/>
                  </a:lnTo>
                  <a:lnTo>
                    <a:pt x="2351" y="1739"/>
                  </a:lnTo>
                  <a:lnTo>
                    <a:pt x="2055" y="1937"/>
                  </a:lnTo>
                  <a:lnTo>
                    <a:pt x="1739" y="2154"/>
                  </a:lnTo>
                  <a:lnTo>
                    <a:pt x="1442" y="2391"/>
                  </a:lnTo>
                  <a:lnTo>
                    <a:pt x="1304" y="2529"/>
                  </a:lnTo>
                  <a:lnTo>
                    <a:pt x="1146" y="2707"/>
                  </a:lnTo>
                  <a:lnTo>
                    <a:pt x="1008" y="2924"/>
                  </a:lnTo>
                  <a:lnTo>
                    <a:pt x="889" y="3141"/>
                  </a:lnTo>
                  <a:lnTo>
                    <a:pt x="633" y="3635"/>
                  </a:lnTo>
                  <a:lnTo>
                    <a:pt x="415" y="4129"/>
                  </a:lnTo>
                  <a:lnTo>
                    <a:pt x="238" y="4583"/>
                  </a:lnTo>
                  <a:lnTo>
                    <a:pt x="119" y="4978"/>
                  </a:lnTo>
                  <a:lnTo>
                    <a:pt x="1" y="5354"/>
                  </a:lnTo>
                  <a:lnTo>
                    <a:pt x="317" y="6223"/>
                  </a:lnTo>
                  <a:lnTo>
                    <a:pt x="672" y="7131"/>
                  </a:lnTo>
                  <a:lnTo>
                    <a:pt x="1087" y="8158"/>
                  </a:lnTo>
                  <a:lnTo>
                    <a:pt x="1541" y="9205"/>
                  </a:lnTo>
                  <a:lnTo>
                    <a:pt x="1758" y="9679"/>
                  </a:lnTo>
                  <a:lnTo>
                    <a:pt x="1976" y="10114"/>
                  </a:lnTo>
                  <a:lnTo>
                    <a:pt x="2193" y="10469"/>
                  </a:lnTo>
                  <a:lnTo>
                    <a:pt x="2391" y="10746"/>
                  </a:lnTo>
                  <a:lnTo>
                    <a:pt x="2470" y="10845"/>
                  </a:lnTo>
                  <a:lnTo>
                    <a:pt x="2549" y="10924"/>
                  </a:lnTo>
                  <a:lnTo>
                    <a:pt x="2628" y="10983"/>
                  </a:lnTo>
                  <a:lnTo>
                    <a:pt x="2766" y="10983"/>
                  </a:lnTo>
                  <a:lnTo>
                    <a:pt x="2845" y="10963"/>
                  </a:lnTo>
                  <a:lnTo>
                    <a:pt x="3042" y="10865"/>
                  </a:lnTo>
                  <a:lnTo>
                    <a:pt x="3240" y="10707"/>
                  </a:lnTo>
                  <a:lnTo>
                    <a:pt x="3477" y="10509"/>
                  </a:lnTo>
                  <a:lnTo>
                    <a:pt x="3734" y="10272"/>
                  </a:lnTo>
                  <a:lnTo>
                    <a:pt x="3990" y="9995"/>
                  </a:lnTo>
                  <a:lnTo>
                    <a:pt x="4247" y="9699"/>
                  </a:lnTo>
                  <a:lnTo>
                    <a:pt x="4524" y="9383"/>
                  </a:lnTo>
                  <a:lnTo>
                    <a:pt x="5018" y="8751"/>
                  </a:lnTo>
                  <a:lnTo>
                    <a:pt x="5452" y="8119"/>
                  </a:lnTo>
                  <a:lnTo>
                    <a:pt x="5610" y="7842"/>
                  </a:lnTo>
                  <a:lnTo>
                    <a:pt x="5748" y="7605"/>
                  </a:lnTo>
                  <a:lnTo>
                    <a:pt x="5847" y="7388"/>
                  </a:lnTo>
                  <a:lnTo>
                    <a:pt x="5906" y="7210"/>
                  </a:lnTo>
                  <a:lnTo>
                    <a:pt x="5985" y="6894"/>
                  </a:lnTo>
                  <a:lnTo>
                    <a:pt x="6124" y="6499"/>
                  </a:lnTo>
                  <a:lnTo>
                    <a:pt x="6301" y="6065"/>
                  </a:lnTo>
                  <a:lnTo>
                    <a:pt x="6499" y="5630"/>
                  </a:lnTo>
                  <a:lnTo>
                    <a:pt x="6696" y="5196"/>
                  </a:lnTo>
                  <a:lnTo>
                    <a:pt x="6894" y="4820"/>
                  </a:lnTo>
                  <a:lnTo>
                    <a:pt x="7052" y="4524"/>
                  </a:lnTo>
                  <a:lnTo>
                    <a:pt x="7171" y="4346"/>
                  </a:lnTo>
                  <a:lnTo>
                    <a:pt x="7329" y="4188"/>
                  </a:lnTo>
                  <a:lnTo>
                    <a:pt x="7585" y="3991"/>
                  </a:lnTo>
                  <a:lnTo>
                    <a:pt x="8296" y="3497"/>
                  </a:lnTo>
                  <a:lnTo>
                    <a:pt x="9146" y="2944"/>
                  </a:lnTo>
                  <a:lnTo>
                    <a:pt x="9580" y="2648"/>
                  </a:lnTo>
                  <a:lnTo>
                    <a:pt x="9975" y="2371"/>
                  </a:lnTo>
                  <a:lnTo>
                    <a:pt x="10153" y="2233"/>
                  </a:lnTo>
                  <a:lnTo>
                    <a:pt x="10311" y="2075"/>
                  </a:lnTo>
                  <a:lnTo>
                    <a:pt x="10430" y="1917"/>
                  </a:lnTo>
                  <a:lnTo>
                    <a:pt x="10548" y="1759"/>
                  </a:lnTo>
                  <a:lnTo>
                    <a:pt x="10627" y="1581"/>
                  </a:lnTo>
                  <a:lnTo>
                    <a:pt x="10706" y="1403"/>
                  </a:lnTo>
                  <a:lnTo>
                    <a:pt x="10746" y="1225"/>
                  </a:lnTo>
                  <a:lnTo>
                    <a:pt x="10765" y="1048"/>
                  </a:lnTo>
                  <a:lnTo>
                    <a:pt x="10746" y="890"/>
                  </a:lnTo>
                  <a:lnTo>
                    <a:pt x="10726" y="732"/>
                  </a:lnTo>
                  <a:lnTo>
                    <a:pt x="10667" y="574"/>
                  </a:lnTo>
                  <a:lnTo>
                    <a:pt x="10588" y="435"/>
                  </a:lnTo>
                  <a:lnTo>
                    <a:pt x="10489" y="317"/>
                  </a:lnTo>
                  <a:lnTo>
                    <a:pt x="10370" y="218"/>
                  </a:lnTo>
                  <a:lnTo>
                    <a:pt x="10212" y="139"/>
                  </a:lnTo>
                  <a:lnTo>
                    <a:pt x="10035" y="80"/>
                  </a:lnTo>
                  <a:lnTo>
                    <a:pt x="9798" y="21"/>
                  </a:lnTo>
                  <a:lnTo>
                    <a:pt x="9659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9"/>
            <p:cNvSpPr/>
            <p:nvPr/>
          </p:nvSpPr>
          <p:spPr>
            <a:xfrm>
              <a:off x="-1390175" y="3108975"/>
              <a:ext cx="127925" cy="124950"/>
            </a:xfrm>
            <a:custGeom>
              <a:rect b="b" l="l" r="r" t="t"/>
              <a:pathLst>
                <a:path extrusionOk="0" h="4998" w="5117">
                  <a:moveTo>
                    <a:pt x="5117" y="0"/>
                  </a:moveTo>
                  <a:lnTo>
                    <a:pt x="4781" y="40"/>
                  </a:lnTo>
                  <a:lnTo>
                    <a:pt x="4406" y="99"/>
                  </a:lnTo>
                  <a:lnTo>
                    <a:pt x="3932" y="198"/>
                  </a:lnTo>
                  <a:lnTo>
                    <a:pt x="3675" y="277"/>
                  </a:lnTo>
                  <a:lnTo>
                    <a:pt x="3398" y="376"/>
                  </a:lnTo>
                  <a:lnTo>
                    <a:pt x="3102" y="474"/>
                  </a:lnTo>
                  <a:lnTo>
                    <a:pt x="2825" y="613"/>
                  </a:lnTo>
                  <a:lnTo>
                    <a:pt x="2529" y="771"/>
                  </a:lnTo>
                  <a:lnTo>
                    <a:pt x="2253" y="949"/>
                  </a:lnTo>
                  <a:lnTo>
                    <a:pt x="1976" y="1166"/>
                  </a:lnTo>
                  <a:lnTo>
                    <a:pt x="1719" y="1383"/>
                  </a:lnTo>
                  <a:lnTo>
                    <a:pt x="1482" y="1660"/>
                  </a:lnTo>
                  <a:lnTo>
                    <a:pt x="1265" y="1936"/>
                  </a:lnTo>
                  <a:lnTo>
                    <a:pt x="1067" y="2213"/>
                  </a:lnTo>
                  <a:lnTo>
                    <a:pt x="890" y="2509"/>
                  </a:lnTo>
                  <a:lnTo>
                    <a:pt x="732" y="2825"/>
                  </a:lnTo>
                  <a:lnTo>
                    <a:pt x="593" y="3121"/>
                  </a:lnTo>
                  <a:lnTo>
                    <a:pt x="475" y="3418"/>
                  </a:lnTo>
                  <a:lnTo>
                    <a:pt x="356" y="3694"/>
                  </a:lnTo>
                  <a:lnTo>
                    <a:pt x="198" y="4208"/>
                  </a:lnTo>
                  <a:lnTo>
                    <a:pt x="80" y="4622"/>
                  </a:lnTo>
                  <a:lnTo>
                    <a:pt x="1" y="4998"/>
                  </a:lnTo>
                  <a:lnTo>
                    <a:pt x="139" y="4583"/>
                  </a:lnTo>
                  <a:lnTo>
                    <a:pt x="317" y="4109"/>
                  </a:lnTo>
                  <a:lnTo>
                    <a:pt x="534" y="3556"/>
                  </a:lnTo>
                  <a:lnTo>
                    <a:pt x="672" y="3260"/>
                  </a:lnTo>
                  <a:lnTo>
                    <a:pt x="830" y="2963"/>
                  </a:lnTo>
                  <a:lnTo>
                    <a:pt x="1008" y="2667"/>
                  </a:lnTo>
                  <a:lnTo>
                    <a:pt x="1186" y="2371"/>
                  </a:lnTo>
                  <a:lnTo>
                    <a:pt x="1383" y="2094"/>
                  </a:lnTo>
                  <a:lnTo>
                    <a:pt x="1581" y="1837"/>
                  </a:lnTo>
                  <a:lnTo>
                    <a:pt x="1798" y="1600"/>
                  </a:lnTo>
                  <a:lnTo>
                    <a:pt x="2035" y="1403"/>
                  </a:lnTo>
                  <a:lnTo>
                    <a:pt x="2272" y="1245"/>
                  </a:lnTo>
                  <a:lnTo>
                    <a:pt x="2529" y="1087"/>
                  </a:lnTo>
                  <a:lnTo>
                    <a:pt x="3062" y="790"/>
                  </a:lnTo>
                  <a:lnTo>
                    <a:pt x="3576" y="553"/>
                  </a:lnTo>
                  <a:lnTo>
                    <a:pt x="4050" y="356"/>
                  </a:lnTo>
                  <a:lnTo>
                    <a:pt x="4485" y="198"/>
                  </a:lnTo>
                  <a:lnTo>
                    <a:pt x="4820" y="99"/>
                  </a:lnTo>
                  <a:lnTo>
                    <a:pt x="5117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9"/>
            <p:cNvSpPr/>
            <p:nvPr/>
          </p:nvSpPr>
          <p:spPr>
            <a:xfrm>
              <a:off x="-1421275" y="3109475"/>
              <a:ext cx="81500" cy="108150"/>
            </a:xfrm>
            <a:custGeom>
              <a:rect b="b" l="l" r="r" t="t"/>
              <a:pathLst>
                <a:path extrusionOk="0" h="4326" w="3260">
                  <a:moveTo>
                    <a:pt x="3260" y="0"/>
                  </a:moveTo>
                  <a:lnTo>
                    <a:pt x="3023" y="119"/>
                  </a:lnTo>
                  <a:lnTo>
                    <a:pt x="2746" y="257"/>
                  </a:lnTo>
                  <a:lnTo>
                    <a:pt x="2410" y="474"/>
                  </a:lnTo>
                  <a:lnTo>
                    <a:pt x="2055" y="731"/>
                  </a:lnTo>
                  <a:lnTo>
                    <a:pt x="1857" y="869"/>
                  </a:lnTo>
                  <a:lnTo>
                    <a:pt x="1679" y="1047"/>
                  </a:lnTo>
                  <a:lnTo>
                    <a:pt x="1502" y="1225"/>
                  </a:lnTo>
                  <a:lnTo>
                    <a:pt x="1324" y="1422"/>
                  </a:lnTo>
                  <a:lnTo>
                    <a:pt x="1146" y="1640"/>
                  </a:lnTo>
                  <a:lnTo>
                    <a:pt x="988" y="1877"/>
                  </a:lnTo>
                  <a:lnTo>
                    <a:pt x="731" y="2351"/>
                  </a:lnTo>
                  <a:lnTo>
                    <a:pt x="514" y="2785"/>
                  </a:lnTo>
                  <a:lnTo>
                    <a:pt x="336" y="3200"/>
                  </a:lnTo>
                  <a:lnTo>
                    <a:pt x="198" y="3575"/>
                  </a:lnTo>
                  <a:lnTo>
                    <a:pt x="99" y="3891"/>
                  </a:lnTo>
                  <a:lnTo>
                    <a:pt x="40" y="4128"/>
                  </a:lnTo>
                  <a:lnTo>
                    <a:pt x="0" y="4326"/>
                  </a:lnTo>
                  <a:lnTo>
                    <a:pt x="40" y="4188"/>
                  </a:lnTo>
                  <a:lnTo>
                    <a:pt x="198" y="3753"/>
                  </a:lnTo>
                  <a:lnTo>
                    <a:pt x="336" y="3437"/>
                  </a:lnTo>
                  <a:lnTo>
                    <a:pt x="514" y="3062"/>
                  </a:lnTo>
                  <a:lnTo>
                    <a:pt x="751" y="2627"/>
                  </a:lnTo>
                  <a:lnTo>
                    <a:pt x="1028" y="2114"/>
                  </a:lnTo>
                  <a:lnTo>
                    <a:pt x="1186" y="1857"/>
                  </a:lnTo>
                  <a:lnTo>
                    <a:pt x="1363" y="1620"/>
                  </a:lnTo>
                  <a:lnTo>
                    <a:pt x="1541" y="1403"/>
                  </a:lnTo>
                  <a:lnTo>
                    <a:pt x="1719" y="1185"/>
                  </a:lnTo>
                  <a:lnTo>
                    <a:pt x="1897" y="988"/>
                  </a:lnTo>
                  <a:lnTo>
                    <a:pt x="2094" y="830"/>
                  </a:lnTo>
                  <a:lnTo>
                    <a:pt x="2450" y="533"/>
                  </a:lnTo>
                  <a:lnTo>
                    <a:pt x="2766" y="296"/>
                  </a:lnTo>
                  <a:lnTo>
                    <a:pt x="3023" y="138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9"/>
            <p:cNvSpPr/>
            <p:nvPr/>
          </p:nvSpPr>
          <p:spPr>
            <a:xfrm>
              <a:off x="-1439550" y="3130200"/>
              <a:ext cx="55825" cy="79050"/>
            </a:xfrm>
            <a:custGeom>
              <a:rect b="b" l="l" r="r" t="t"/>
              <a:pathLst>
                <a:path extrusionOk="0" h="3162" w="2233">
                  <a:moveTo>
                    <a:pt x="2233" y="1"/>
                  </a:moveTo>
                  <a:lnTo>
                    <a:pt x="1857" y="80"/>
                  </a:lnTo>
                  <a:lnTo>
                    <a:pt x="1798" y="119"/>
                  </a:lnTo>
                  <a:lnTo>
                    <a:pt x="1660" y="238"/>
                  </a:lnTo>
                  <a:lnTo>
                    <a:pt x="1541" y="337"/>
                  </a:lnTo>
                  <a:lnTo>
                    <a:pt x="1423" y="475"/>
                  </a:lnTo>
                  <a:lnTo>
                    <a:pt x="1285" y="653"/>
                  </a:lnTo>
                  <a:lnTo>
                    <a:pt x="1127" y="850"/>
                  </a:lnTo>
                  <a:lnTo>
                    <a:pt x="949" y="1146"/>
                  </a:lnTo>
                  <a:lnTo>
                    <a:pt x="771" y="1482"/>
                  </a:lnTo>
                  <a:lnTo>
                    <a:pt x="396" y="2252"/>
                  </a:lnTo>
                  <a:lnTo>
                    <a:pt x="119" y="2904"/>
                  </a:lnTo>
                  <a:lnTo>
                    <a:pt x="1" y="3161"/>
                  </a:lnTo>
                  <a:lnTo>
                    <a:pt x="672" y="1877"/>
                  </a:lnTo>
                  <a:lnTo>
                    <a:pt x="929" y="1423"/>
                  </a:lnTo>
                  <a:lnTo>
                    <a:pt x="1186" y="1028"/>
                  </a:lnTo>
                  <a:lnTo>
                    <a:pt x="1462" y="712"/>
                  </a:lnTo>
                  <a:lnTo>
                    <a:pt x="1699" y="455"/>
                  </a:lnTo>
                  <a:lnTo>
                    <a:pt x="1917" y="258"/>
                  </a:lnTo>
                  <a:lnTo>
                    <a:pt x="2075" y="11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9"/>
            <p:cNvSpPr/>
            <p:nvPr/>
          </p:nvSpPr>
          <p:spPr>
            <a:xfrm>
              <a:off x="-1268200" y="3098100"/>
              <a:ext cx="50400" cy="39550"/>
            </a:xfrm>
            <a:custGeom>
              <a:rect b="b" l="l" r="r" t="t"/>
              <a:pathLst>
                <a:path extrusionOk="0" h="1582" w="2016">
                  <a:moveTo>
                    <a:pt x="1699" y="1"/>
                  </a:moveTo>
                  <a:lnTo>
                    <a:pt x="1719" y="297"/>
                  </a:lnTo>
                  <a:lnTo>
                    <a:pt x="1759" y="574"/>
                  </a:lnTo>
                  <a:lnTo>
                    <a:pt x="1818" y="830"/>
                  </a:lnTo>
                  <a:lnTo>
                    <a:pt x="1838" y="929"/>
                  </a:lnTo>
                  <a:lnTo>
                    <a:pt x="1541" y="1087"/>
                  </a:lnTo>
                  <a:lnTo>
                    <a:pt x="1265" y="1225"/>
                  </a:lnTo>
                  <a:lnTo>
                    <a:pt x="949" y="1344"/>
                  </a:lnTo>
                  <a:lnTo>
                    <a:pt x="692" y="1423"/>
                  </a:lnTo>
                  <a:lnTo>
                    <a:pt x="514" y="1463"/>
                  </a:lnTo>
                  <a:lnTo>
                    <a:pt x="376" y="1463"/>
                  </a:lnTo>
                  <a:lnTo>
                    <a:pt x="336" y="1423"/>
                  </a:lnTo>
                  <a:lnTo>
                    <a:pt x="277" y="1384"/>
                  </a:lnTo>
                  <a:lnTo>
                    <a:pt x="198" y="1285"/>
                  </a:lnTo>
                  <a:lnTo>
                    <a:pt x="139" y="1186"/>
                  </a:lnTo>
                  <a:lnTo>
                    <a:pt x="99" y="1048"/>
                  </a:lnTo>
                  <a:lnTo>
                    <a:pt x="80" y="929"/>
                  </a:lnTo>
                  <a:lnTo>
                    <a:pt x="80" y="613"/>
                  </a:lnTo>
                  <a:lnTo>
                    <a:pt x="80" y="455"/>
                  </a:lnTo>
                  <a:lnTo>
                    <a:pt x="1" y="475"/>
                  </a:lnTo>
                  <a:lnTo>
                    <a:pt x="1" y="613"/>
                  </a:lnTo>
                  <a:lnTo>
                    <a:pt x="1" y="751"/>
                  </a:lnTo>
                  <a:lnTo>
                    <a:pt x="1" y="890"/>
                  </a:lnTo>
                  <a:lnTo>
                    <a:pt x="1" y="1048"/>
                  </a:lnTo>
                  <a:lnTo>
                    <a:pt x="40" y="1225"/>
                  </a:lnTo>
                  <a:lnTo>
                    <a:pt x="99" y="1384"/>
                  </a:lnTo>
                  <a:lnTo>
                    <a:pt x="139" y="1443"/>
                  </a:lnTo>
                  <a:lnTo>
                    <a:pt x="198" y="1502"/>
                  </a:lnTo>
                  <a:lnTo>
                    <a:pt x="257" y="1542"/>
                  </a:lnTo>
                  <a:lnTo>
                    <a:pt x="336" y="1581"/>
                  </a:lnTo>
                  <a:lnTo>
                    <a:pt x="514" y="1581"/>
                  </a:lnTo>
                  <a:lnTo>
                    <a:pt x="771" y="1542"/>
                  </a:lnTo>
                  <a:lnTo>
                    <a:pt x="1047" y="1443"/>
                  </a:lnTo>
                  <a:lnTo>
                    <a:pt x="1324" y="1324"/>
                  </a:lnTo>
                  <a:lnTo>
                    <a:pt x="1798" y="1087"/>
                  </a:lnTo>
                  <a:lnTo>
                    <a:pt x="2015" y="988"/>
                  </a:lnTo>
                  <a:lnTo>
                    <a:pt x="1976" y="890"/>
                  </a:lnTo>
                  <a:lnTo>
                    <a:pt x="1897" y="653"/>
                  </a:lnTo>
                  <a:lnTo>
                    <a:pt x="1838" y="356"/>
                  </a:lnTo>
                  <a:lnTo>
                    <a:pt x="1838" y="179"/>
                  </a:lnTo>
                  <a:lnTo>
                    <a:pt x="1838" y="21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9"/>
            <p:cNvSpPr/>
            <p:nvPr/>
          </p:nvSpPr>
          <p:spPr>
            <a:xfrm>
              <a:off x="-1265225" y="3218100"/>
              <a:ext cx="72600" cy="76075"/>
            </a:xfrm>
            <a:custGeom>
              <a:rect b="b" l="l" r="r" t="t"/>
              <a:pathLst>
                <a:path extrusionOk="0" h="3043" w="2904">
                  <a:moveTo>
                    <a:pt x="1304" y="198"/>
                  </a:moveTo>
                  <a:lnTo>
                    <a:pt x="2667" y="1541"/>
                  </a:lnTo>
                  <a:lnTo>
                    <a:pt x="2548" y="1699"/>
                  </a:lnTo>
                  <a:lnTo>
                    <a:pt x="2252" y="2094"/>
                  </a:lnTo>
                  <a:lnTo>
                    <a:pt x="2054" y="2292"/>
                  </a:lnTo>
                  <a:lnTo>
                    <a:pt x="1877" y="2489"/>
                  </a:lnTo>
                  <a:lnTo>
                    <a:pt x="1699" y="2647"/>
                  </a:lnTo>
                  <a:lnTo>
                    <a:pt x="1561" y="2766"/>
                  </a:lnTo>
                  <a:lnTo>
                    <a:pt x="1403" y="2825"/>
                  </a:lnTo>
                  <a:lnTo>
                    <a:pt x="1264" y="2845"/>
                  </a:lnTo>
                  <a:lnTo>
                    <a:pt x="1106" y="2865"/>
                  </a:lnTo>
                  <a:lnTo>
                    <a:pt x="948" y="2845"/>
                  </a:lnTo>
                  <a:lnTo>
                    <a:pt x="790" y="2825"/>
                  </a:lnTo>
                  <a:lnTo>
                    <a:pt x="632" y="2766"/>
                  </a:lnTo>
                  <a:lnTo>
                    <a:pt x="494" y="2687"/>
                  </a:lnTo>
                  <a:lnTo>
                    <a:pt x="375" y="2588"/>
                  </a:lnTo>
                  <a:lnTo>
                    <a:pt x="277" y="2470"/>
                  </a:lnTo>
                  <a:lnTo>
                    <a:pt x="198" y="2331"/>
                  </a:lnTo>
                  <a:lnTo>
                    <a:pt x="178" y="2173"/>
                  </a:lnTo>
                  <a:lnTo>
                    <a:pt x="158" y="2015"/>
                  </a:lnTo>
                  <a:lnTo>
                    <a:pt x="158" y="1857"/>
                  </a:lnTo>
                  <a:lnTo>
                    <a:pt x="178" y="1719"/>
                  </a:lnTo>
                  <a:lnTo>
                    <a:pt x="217" y="1581"/>
                  </a:lnTo>
                  <a:lnTo>
                    <a:pt x="257" y="1482"/>
                  </a:lnTo>
                  <a:lnTo>
                    <a:pt x="336" y="1344"/>
                  </a:lnTo>
                  <a:lnTo>
                    <a:pt x="454" y="1166"/>
                  </a:lnTo>
                  <a:lnTo>
                    <a:pt x="810" y="731"/>
                  </a:lnTo>
                  <a:lnTo>
                    <a:pt x="1304" y="198"/>
                  </a:lnTo>
                  <a:close/>
                  <a:moveTo>
                    <a:pt x="1323" y="1"/>
                  </a:moveTo>
                  <a:lnTo>
                    <a:pt x="1185" y="119"/>
                  </a:lnTo>
                  <a:lnTo>
                    <a:pt x="869" y="415"/>
                  </a:lnTo>
                  <a:lnTo>
                    <a:pt x="514" y="810"/>
                  </a:lnTo>
                  <a:lnTo>
                    <a:pt x="336" y="1008"/>
                  </a:lnTo>
                  <a:lnTo>
                    <a:pt x="217" y="1225"/>
                  </a:lnTo>
                  <a:lnTo>
                    <a:pt x="119" y="1423"/>
                  </a:lnTo>
                  <a:lnTo>
                    <a:pt x="40" y="1620"/>
                  </a:lnTo>
                  <a:lnTo>
                    <a:pt x="0" y="1818"/>
                  </a:lnTo>
                  <a:lnTo>
                    <a:pt x="0" y="2015"/>
                  </a:lnTo>
                  <a:lnTo>
                    <a:pt x="0" y="2193"/>
                  </a:lnTo>
                  <a:lnTo>
                    <a:pt x="59" y="2371"/>
                  </a:lnTo>
                  <a:lnTo>
                    <a:pt x="119" y="2529"/>
                  </a:lnTo>
                  <a:lnTo>
                    <a:pt x="237" y="2667"/>
                  </a:lnTo>
                  <a:lnTo>
                    <a:pt x="356" y="2786"/>
                  </a:lnTo>
                  <a:lnTo>
                    <a:pt x="533" y="2904"/>
                  </a:lnTo>
                  <a:lnTo>
                    <a:pt x="731" y="2983"/>
                  </a:lnTo>
                  <a:lnTo>
                    <a:pt x="948" y="3023"/>
                  </a:lnTo>
                  <a:lnTo>
                    <a:pt x="1165" y="3042"/>
                  </a:lnTo>
                  <a:lnTo>
                    <a:pt x="1383" y="3023"/>
                  </a:lnTo>
                  <a:lnTo>
                    <a:pt x="1501" y="2983"/>
                  </a:lnTo>
                  <a:lnTo>
                    <a:pt x="1600" y="2944"/>
                  </a:lnTo>
                  <a:lnTo>
                    <a:pt x="1719" y="2884"/>
                  </a:lnTo>
                  <a:lnTo>
                    <a:pt x="1798" y="2805"/>
                  </a:lnTo>
                  <a:lnTo>
                    <a:pt x="1995" y="2628"/>
                  </a:lnTo>
                  <a:lnTo>
                    <a:pt x="2193" y="2430"/>
                  </a:lnTo>
                  <a:lnTo>
                    <a:pt x="2548" y="1996"/>
                  </a:lnTo>
                  <a:lnTo>
                    <a:pt x="2805" y="1660"/>
                  </a:lnTo>
                  <a:lnTo>
                    <a:pt x="2904" y="1522"/>
                  </a:lnTo>
                  <a:lnTo>
                    <a:pt x="2785" y="1423"/>
                  </a:lnTo>
                  <a:lnTo>
                    <a:pt x="2607" y="1265"/>
                  </a:lnTo>
                  <a:lnTo>
                    <a:pt x="2193" y="850"/>
                  </a:lnTo>
                  <a:lnTo>
                    <a:pt x="1640" y="277"/>
                  </a:lnTo>
                  <a:lnTo>
                    <a:pt x="132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9"/>
            <p:cNvSpPr/>
            <p:nvPr/>
          </p:nvSpPr>
          <p:spPr>
            <a:xfrm>
              <a:off x="-1000075" y="3266000"/>
              <a:ext cx="252375" cy="325450"/>
            </a:xfrm>
            <a:custGeom>
              <a:rect b="b" l="l" r="r" t="t"/>
              <a:pathLst>
                <a:path extrusionOk="0" h="13018" w="10095">
                  <a:moveTo>
                    <a:pt x="6539" y="1"/>
                  </a:moveTo>
                  <a:lnTo>
                    <a:pt x="6361" y="20"/>
                  </a:lnTo>
                  <a:lnTo>
                    <a:pt x="6183" y="40"/>
                  </a:lnTo>
                  <a:lnTo>
                    <a:pt x="6025" y="99"/>
                  </a:lnTo>
                  <a:lnTo>
                    <a:pt x="5867" y="178"/>
                  </a:lnTo>
                  <a:lnTo>
                    <a:pt x="5729" y="277"/>
                  </a:lnTo>
                  <a:lnTo>
                    <a:pt x="5591" y="376"/>
                  </a:lnTo>
                  <a:lnTo>
                    <a:pt x="5472" y="514"/>
                  </a:lnTo>
                  <a:lnTo>
                    <a:pt x="5215" y="791"/>
                  </a:lnTo>
                  <a:lnTo>
                    <a:pt x="4939" y="1126"/>
                  </a:lnTo>
                  <a:lnTo>
                    <a:pt x="4623" y="1600"/>
                  </a:lnTo>
                  <a:lnTo>
                    <a:pt x="4188" y="2272"/>
                  </a:lnTo>
                  <a:lnTo>
                    <a:pt x="3655" y="3141"/>
                  </a:lnTo>
                  <a:lnTo>
                    <a:pt x="3063" y="4149"/>
                  </a:lnTo>
                  <a:lnTo>
                    <a:pt x="1779" y="6400"/>
                  </a:lnTo>
                  <a:lnTo>
                    <a:pt x="495" y="8711"/>
                  </a:lnTo>
                  <a:lnTo>
                    <a:pt x="356" y="8988"/>
                  </a:lnTo>
                  <a:lnTo>
                    <a:pt x="238" y="9245"/>
                  </a:lnTo>
                  <a:lnTo>
                    <a:pt x="139" y="9501"/>
                  </a:lnTo>
                  <a:lnTo>
                    <a:pt x="80" y="9738"/>
                  </a:lnTo>
                  <a:lnTo>
                    <a:pt x="40" y="9956"/>
                  </a:lnTo>
                  <a:lnTo>
                    <a:pt x="1" y="10173"/>
                  </a:lnTo>
                  <a:lnTo>
                    <a:pt x="1" y="10390"/>
                  </a:lnTo>
                  <a:lnTo>
                    <a:pt x="1" y="10568"/>
                  </a:lnTo>
                  <a:lnTo>
                    <a:pt x="40" y="10765"/>
                  </a:lnTo>
                  <a:lnTo>
                    <a:pt x="80" y="10923"/>
                  </a:lnTo>
                  <a:lnTo>
                    <a:pt x="119" y="11101"/>
                  </a:lnTo>
                  <a:lnTo>
                    <a:pt x="198" y="11240"/>
                  </a:lnTo>
                  <a:lnTo>
                    <a:pt x="258" y="11378"/>
                  </a:lnTo>
                  <a:lnTo>
                    <a:pt x="356" y="11516"/>
                  </a:lnTo>
                  <a:lnTo>
                    <a:pt x="534" y="11753"/>
                  </a:lnTo>
                  <a:lnTo>
                    <a:pt x="752" y="11970"/>
                  </a:lnTo>
                  <a:lnTo>
                    <a:pt x="969" y="12128"/>
                  </a:lnTo>
                  <a:lnTo>
                    <a:pt x="1166" y="12267"/>
                  </a:lnTo>
                  <a:lnTo>
                    <a:pt x="1364" y="12385"/>
                  </a:lnTo>
                  <a:lnTo>
                    <a:pt x="1680" y="12523"/>
                  </a:lnTo>
                  <a:lnTo>
                    <a:pt x="1798" y="12563"/>
                  </a:lnTo>
                  <a:lnTo>
                    <a:pt x="2075" y="12662"/>
                  </a:lnTo>
                  <a:lnTo>
                    <a:pt x="2391" y="12760"/>
                  </a:lnTo>
                  <a:lnTo>
                    <a:pt x="2786" y="12859"/>
                  </a:lnTo>
                  <a:lnTo>
                    <a:pt x="3240" y="12938"/>
                  </a:lnTo>
                  <a:lnTo>
                    <a:pt x="3774" y="12997"/>
                  </a:lnTo>
                  <a:lnTo>
                    <a:pt x="4030" y="13017"/>
                  </a:lnTo>
                  <a:lnTo>
                    <a:pt x="4327" y="13017"/>
                  </a:lnTo>
                  <a:lnTo>
                    <a:pt x="4603" y="12997"/>
                  </a:lnTo>
                  <a:lnTo>
                    <a:pt x="4880" y="12958"/>
                  </a:lnTo>
                  <a:lnTo>
                    <a:pt x="5156" y="12899"/>
                  </a:lnTo>
                  <a:lnTo>
                    <a:pt x="5413" y="12820"/>
                  </a:lnTo>
                  <a:lnTo>
                    <a:pt x="5670" y="12721"/>
                  </a:lnTo>
                  <a:lnTo>
                    <a:pt x="5887" y="12583"/>
                  </a:lnTo>
                  <a:lnTo>
                    <a:pt x="6104" y="12425"/>
                  </a:lnTo>
                  <a:lnTo>
                    <a:pt x="6322" y="12247"/>
                  </a:lnTo>
                  <a:lnTo>
                    <a:pt x="6519" y="12049"/>
                  </a:lnTo>
                  <a:lnTo>
                    <a:pt x="6717" y="11832"/>
                  </a:lnTo>
                  <a:lnTo>
                    <a:pt x="6894" y="11595"/>
                  </a:lnTo>
                  <a:lnTo>
                    <a:pt x="7072" y="11338"/>
                  </a:lnTo>
                  <a:lnTo>
                    <a:pt x="7428" y="10805"/>
                  </a:lnTo>
                  <a:lnTo>
                    <a:pt x="7763" y="10212"/>
                  </a:lnTo>
                  <a:lnTo>
                    <a:pt x="8099" y="9600"/>
                  </a:lnTo>
                  <a:lnTo>
                    <a:pt x="8455" y="8948"/>
                  </a:lnTo>
                  <a:lnTo>
                    <a:pt x="8791" y="8277"/>
                  </a:lnTo>
                  <a:lnTo>
                    <a:pt x="9126" y="7566"/>
                  </a:lnTo>
                  <a:lnTo>
                    <a:pt x="9423" y="6835"/>
                  </a:lnTo>
                  <a:lnTo>
                    <a:pt x="9679" y="6124"/>
                  </a:lnTo>
                  <a:lnTo>
                    <a:pt x="9798" y="5748"/>
                  </a:lnTo>
                  <a:lnTo>
                    <a:pt x="9877" y="5393"/>
                  </a:lnTo>
                  <a:lnTo>
                    <a:pt x="9956" y="5037"/>
                  </a:lnTo>
                  <a:lnTo>
                    <a:pt x="10035" y="4682"/>
                  </a:lnTo>
                  <a:lnTo>
                    <a:pt x="10074" y="4346"/>
                  </a:lnTo>
                  <a:lnTo>
                    <a:pt x="10094" y="3991"/>
                  </a:lnTo>
                  <a:lnTo>
                    <a:pt x="10094" y="3674"/>
                  </a:lnTo>
                  <a:lnTo>
                    <a:pt x="10074" y="3358"/>
                  </a:lnTo>
                  <a:lnTo>
                    <a:pt x="10035" y="3062"/>
                  </a:lnTo>
                  <a:lnTo>
                    <a:pt x="9956" y="2766"/>
                  </a:lnTo>
                  <a:lnTo>
                    <a:pt x="9877" y="2509"/>
                  </a:lnTo>
                  <a:lnTo>
                    <a:pt x="9758" y="2252"/>
                  </a:lnTo>
                  <a:lnTo>
                    <a:pt x="9640" y="1996"/>
                  </a:lnTo>
                  <a:lnTo>
                    <a:pt x="9482" y="1759"/>
                  </a:lnTo>
                  <a:lnTo>
                    <a:pt x="9324" y="1541"/>
                  </a:lnTo>
                  <a:lnTo>
                    <a:pt x="9146" y="1344"/>
                  </a:lnTo>
                  <a:lnTo>
                    <a:pt x="8929" y="1146"/>
                  </a:lnTo>
                  <a:lnTo>
                    <a:pt x="8712" y="949"/>
                  </a:lnTo>
                  <a:lnTo>
                    <a:pt x="8494" y="791"/>
                  </a:lnTo>
                  <a:lnTo>
                    <a:pt x="8238" y="613"/>
                  </a:lnTo>
                  <a:lnTo>
                    <a:pt x="7981" y="475"/>
                  </a:lnTo>
                  <a:lnTo>
                    <a:pt x="7704" y="317"/>
                  </a:lnTo>
                  <a:lnTo>
                    <a:pt x="7428" y="198"/>
                  </a:lnTo>
                  <a:lnTo>
                    <a:pt x="7171" y="119"/>
                  </a:lnTo>
                  <a:lnTo>
                    <a:pt x="6954" y="40"/>
                  </a:lnTo>
                  <a:lnTo>
                    <a:pt x="67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9"/>
            <p:cNvSpPr/>
            <p:nvPr/>
          </p:nvSpPr>
          <p:spPr>
            <a:xfrm>
              <a:off x="-1423750" y="3975100"/>
              <a:ext cx="253850" cy="137300"/>
            </a:xfrm>
            <a:custGeom>
              <a:rect b="b" l="l" r="r" t="t"/>
              <a:pathLst>
                <a:path extrusionOk="0" h="5492" w="10154">
                  <a:moveTo>
                    <a:pt x="178" y="1"/>
                  </a:moveTo>
                  <a:lnTo>
                    <a:pt x="1" y="277"/>
                  </a:lnTo>
                  <a:lnTo>
                    <a:pt x="1285" y="1008"/>
                  </a:lnTo>
                  <a:lnTo>
                    <a:pt x="2509" y="1680"/>
                  </a:lnTo>
                  <a:lnTo>
                    <a:pt x="3754" y="2351"/>
                  </a:lnTo>
                  <a:lnTo>
                    <a:pt x="5373" y="3200"/>
                  </a:lnTo>
                  <a:lnTo>
                    <a:pt x="7427" y="4228"/>
                  </a:lnTo>
                  <a:lnTo>
                    <a:pt x="9975" y="5492"/>
                  </a:lnTo>
                  <a:lnTo>
                    <a:pt x="10153" y="5097"/>
                  </a:lnTo>
                  <a:lnTo>
                    <a:pt x="9936" y="4998"/>
                  </a:lnTo>
                  <a:lnTo>
                    <a:pt x="9264" y="4702"/>
                  </a:lnTo>
                  <a:lnTo>
                    <a:pt x="8257" y="4188"/>
                  </a:lnTo>
                  <a:lnTo>
                    <a:pt x="7625" y="3872"/>
                  </a:lnTo>
                  <a:lnTo>
                    <a:pt x="6934" y="3477"/>
                  </a:lnTo>
                  <a:lnTo>
                    <a:pt x="6084" y="3023"/>
                  </a:lnTo>
                  <a:lnTo>
                    <a:pt x="5077" y="2489"/>
                  </a:lnTo>
                  <a:lnTo>
                    <a:pt x="2825" y="1344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9"/>
            <p:cNvSpPr/>
            <p:nvPr/>
          </p:nvSpPr>
          <p:spPr>
            <a:xfrm>
              <a:off x="-1731375" y="3345000"/>
              <a:ext cx="124950" cy="251375"/>
            </a:xfrm>
            <a:custGeom>
              <a:rect b="b" l="l" r="r" t="t"/>
              <a:pathLst>
                <a:path extrusionOk="0" h="10055" w="4998">
                  <a:moveTo>
                    <a:pt x="395" y="1"/>
                  </a:moveTo>
                  <a:lnTo>
                    <a:pt x="178" y="40"/>
                  </a:lnTo>
                  <a:lnTo>
                    <a:pt x="40" y="60"/>
                  </a:lnTo>
                  <a:lnTo>
                    <a:pt x="20" y="100"/>
                  </a:lnTo>
                  <a:lnTo>
                    <a:pt x="0" y="119"/>
                  </a:lnTo>
                  <a:lnTo>
                    <a:pt x="2331" y="5117"/>
                  </a:lnTo>
                  <a:lnTo>
                    <a:pt x="4622" y="10055"/>
                  </a:lnTo>
                  <a:lnTo>
                    <a:pt x="4997" y="9699"/>
                  </a:lnTo>
                  <a:lnTo>
                    <a:pt x="4089" y="7823"/>
                  </a:lnTo>
                  <a:lnTo>
                    <a:pt x="2528" y="4524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98B1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9"/>
            <p:cNvSpPr/>
            <p:nvPr/>
          </p:nvSpPr>
          <p:spPr>
            <a:xfrm>
              <a:off x="-1187225" y="3148475"/>
              <a:ext cx="262250" cy="196550"/>
            </a:xfrm>
            <a:custGeom>
              <a:rect b="b" l="l" r="r" t="t"/>
              <a:pathLst>
                <a:path extrusionOk="0" h="7862" w="10490">
                  <a:moveTo>
                    <a:pt x="119" y="1"/>
                  </a:moveTo>
                  <a:lnTo>
                    <a:pt x="60" y="20"/>
                  </a:lnTo>
                  <a:lnTo>
                    <a:pt x="40" y="40"/>
                  </a:lnTo>
                  <a:lnTo>
                    <a:pt x="21" y="60"/>
                  </a:lnTo>
                  <a:lnTo>
                    <a:pt x="1" y="99"/>
                  </a:lnTo>
                  <a:lnTo>
                    <a:pt x="21" y="159"/>
                  </a:lnTo>
                  <a:lnTo>
                    <a:pt x="60" y="297"/>
                  </a:lnTo>
                  <a:lnTo>
                    <a:pt x="139" y="494"/>
                  </a:lnTo>
                  <a:lnTo>
                    <a:pt x="258" y="712"/>
                  </a:lnTo>
                  <a:lnTo>
                    <a:pt x="435" y="949"/>
                  </a:lnTo>
                  <a:lnTo>
                    <a:pt x="633" y="1225"/>
                  </a:lnTo>
                  <a:lnTo>
                    <a:pt x="870" y="1541"/>
                  </a:lnTo>
                  <a:lnTo>
                    <a:pt x="1127" y="1838"/>
                  </a:lnTo>
                  <a:lnTo>
                    <a:pt x="1423" y="2173"/>
                  </a:lnTo>
                  <a:lnTo>
                    <a:pt x="1739" y="2509"/>
                  </a:lnTo>
                  <a:lnTo>
                    <a:pt x="2095" y="2845"/>
                  </a:lnTo>
                  <a:lnTo>
                    <a:pt x="2470" y="3181"/>
                  </a:lnTo>
                  <a:lnTo>
                    <a:pt x="2845" y="3516"/>
                  </a:lnTo>
                  <a:lnTo>
                    <a:pt x="3260" y="3813"/>
                  </a:lnTo>
                  <a:lnTo>
                    <a:pt x="3695" y="4129"/>
                  </a:lnTo>
                  <a:lnTo>
                    <a:pt x="6993" y="6321"/>
                  </a:lnTo>
                  <a:lnTo>
                    <a:pt x="9265" y="7862"/>
                  </a:lnTo>
                  <a:lnTo>
                    <a:pt x="10489" y="5788"/>
                  </a:lnTo>
                  <a:lnTo>
                    <a:pt x="9028" y="4860"/>
                  </a:lnTo>
                  <a:lnTo>
                    <a:pt x="6796" y="3477"/>
                  </a:lnTo>
                  <a:lnTo>
                    <a:pt x="5887" y="2944"/>
                  </a:lnTo>
                  <a:lnTo>
                    <a:pt x="4880" y="2351"/>
                  </a:lnTo>
                  <a:lnTo>
                    <a:pt x="3813" y="1759"/>
                  </a:lnTo>
                  <a:lnTo>
                    <a:pt x="2766" y="1205"/>
                  </a:lnTo>
                  <a:lnTo>
                    <a:pt x="1798" y="712"/>
                  </a:lnTo>
                  <a:lnTo>
                    <a:pt x="969" y="317"/>
                  </a:lnTo>
                  <a:lnTo>
                    <a:pt x="653" y="178"/>
                  </a:lnTo>
                  <a:lnTo>
                    <a:pt x="376" y="80"/>
                  </a:lnTo>
                  <a:lnTo>
                    <a:pt x="179" y="2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9"/>
            <p:cNvSpPr/>
            <p:nvPr/>
          </p:nvSpPr>
          <p:spPr>
            <a:xfrm>
              <a:off x="-1768900" y="3553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9"/>
            <p:cNvSpPr/>
            <p:nvPr/>
          </p:nvSpPr>
          <p:spPr>
            <a:xfrm>
              <a:off x="-1768425" y="355092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9"/>
            <p:cNvSpPr/>
            <p:nvPr/>
          </p:nvSpPr>
          <p:spPr>
            <a:xfrm>
              <a:off x="-1782750" y="3483275"/>
              <a:ext cx="58800" cy="75075"/>
            </a:xfrm>
            <a:custGeom>
              <a:rect b="b" l="l" r="r" t="t"/>
              <a:pathLst>
                <a:path extrusionOk="0" h="3003" w="2352">
                  <a:moveTo>
                    <a:pt x="1324" y="20"/>
                  </a:moveTo>
                  <a:lnTo>
                    <a:pt x="1364" y="40"/>
                  </a:lnTo>
                  <a:lnTo>
                    <a:pt x="1364" y="40"/>
                  </a:lnTo>
                  <a:lnTo>
                    <a:pt x="1344" y="20"/>
                  </a:lnTo>
                  <a:close/>
                  <a:moveTo>
                    <a:pt x="969" y="99"/>
                  </a:moveTo>
                  <a:lnTo>
                    <a:pt x="969" y="119"/>
                  </a:lnTo>
                  <a:lnTo>
                    <a:pt x="949" y="11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89" y="119"/>
                  </a:lnTo>
                  <a:lnTo>
                    <a:pt x="1008" y="129"/>
                  </a:lnTo>
                  <a:lnTo>
                    <a:pt x="969" y="99"/>
                  </a:lnTo>
                  <a:close/>
                  <a:moveTo>
                    <a:pt x="1008" y="129"/>
                  </a:moveTo>
                  <a:lnTo>
                    <a:pt x="1048" y="159"/>
                  </a:lnTo>
                  <a:lnTo>
                    <a:pt x="1048" y="159"/>
                  </a:lnTo>
                  <a:lnTo>
                    <a:pt x="1041" y="145"/>
                  </a:lnTo>
                  <a:lnTo>
                    <a:pt x="1041" y="145"/>
                  </a:lnTo>
                  <a:lnTo>
                    <a:pt x="1028" y="139"/>
                  </a:lnTo>
                  <a:lnTo>
                    <a:pt x="1008" y="129"/>
                  </a:lnTo>
                  <a:close/>
                  <a:moveTo>
                    <a:pt x="1028" y="119"/>
                  </a:moveTo>
                  <a:lnTo>
                    <a:pt x="1041" y="145"/>
                  </a:lnTo>
                  <a:lnTo>
                    <a:pt x="1041" y="145"/>
                  </a:lnTo>
                  <a:lnTo>
                    <a:pt x="1068" y="159"/>
                  </a:lnTo>
                  <a:lnTo>
                    <a:pt x="1028" y="119"/>
                  </a:lnTo>
                  <a:close/>
                  <a:moveTo>
                    <a:pt x="1048" y="159"/>
                  </a:moveTo>
                  <a:lnTo>
                    <a:pt x="1074" y="172"/>
                  </a:lnTo>
                  <a:lnTo>
                    <a:pt x="1074" y="172"/>
                  </a:lnTo>
                  <a:lnTo>
                    <a:pt x="1068" y="159"/>
                  </a:lnTo>
                  <a:close/>
                  <a:moveTo>
                    <a:pt x="1087" y="435"/>
                  </a:moveTo>
                  <a:lnTo>
                    <a:pt x="1107" y="455"/>
                  </a:lnTo>
                  <a:lnTo>
                    <a:pt x="1068" y="435"/>
                  </a:lnTo>
                  <a:close/>
                  <a:moveTo>
                    <a:pt x="811" y="494"/>
                  </a:moveTo>
                  <a:lnTo>
                    <a:pt x="850" y="534"/>
                  </a:lnTo>
                  <a:lnTo>
                    <a:pt x="850" y="554"/>
                  </a:lnTo>
                  <a:lnTo>
                    <a:pt x="811" y="494"/>
                  </a:lnTo>
                  <a:close/>
                  <a:moveTo>
                    <a:pt x="613" y="731"/>
                  </a:moveTo>
                  <a:lnTo>
                    <a:pt x="673" y="771"/>
                  </a:lnTo>
                  <a:lnTo>
                    <a:pt x="653" y="751"/>
                  </a:lnTo>
                  <a:lnTo>
                    <a:pt x="633" y="731"/>
                  </a:lnTo>
                  <a:close/>
                  <a:moveTo>
                    <a:pt x="594" y="652"/>
                  </a:moveTo>
                  <a:lnTo>
                    <a:pt x="594" y="672"/>
                  </a:lnTo>
                  <a:lnTo>
                    <a:pt x="574" y="692"/>
                  </a:lnTo>
                  <a:lnTo>
                    <a:pt x="534" y="672"/>
                  </a:lnTo>
                  <a:lnTo>
                    <a:pt x="534" y="672"/>
                  </a:lnTo>
                  <a:lnTo>
                    <a:pt x="594" y="771"/>
                  </a:lnTo>
                  <a:lnTo>
                    <a:pt x="653" y="791"/>
                  </a:lnTo>
                  <a:lnTo>
                    <a:pt x="712" y="830"/>
                  </a:lnTo>
                  <a:lnTo>
                    <a:pt x="712" y="830"/>
                  </a:lnTo>
                  <a:lnTo>
                    <a:pt x="633" y="771"/>
                  </a:lnTo>
                  <a:lnTo>
                    <a:pt x="574" y="712"/>
                  </a:lnTo>
                  <a:lnTo>
                    <a:pt x="594" y="712"/>
                  </a:lnTo>
                  <a:lnTo>
                    <a:pt x="633" y="731"/>
                  </a:lnTo>
                  <a:lnTo>
                    <a:pt x="633" y="712"/>
                  </a:lnTo>
                  <a:lnTo>
                    <a:pt x="653" y="712"/>
                  </a:lnTo>
                  <a:lnTo>
                    <a:pt x="613" y="652"/>
                  </a:lnTo>
                  <a:close/>
                  <a:moveTo>
                    <a:pt x="475" y="988"/>
                  </a:moveTo>
                  <a:lnTo>
                    <a:pt x="495" y="1008"/>
                  </a:lnTo>
                  <a:lnTo>
                    <a:pt x="455" y="1008"/>
                  </a:lnTo>
                  <a:lnTo>
                    <a:pt x="475" y="1028"/>
                  </a:lnTo>
                  <a:lnTo>
                    <a:pt x="515" y="1047"/>
                  </a:lnTo>
                  <a:lnTo>
                    <a:pt x="475" y="1047"/>
                  </a:lnTo>
                  <a:lnTo>
                    <a:pt x="574" y="1087"/>
                  </a:lnTo>
                  <a:lnTo>
                    <a:pt x="554" y="1067"/>
                  </a:lnTo>
                  <a:lnTo>
                    <a:pt x="574" y="1067"/>
                  </a:lnTo>
                  <a:lnTo>
                    <a:pt x="607" y="1100"/>
                  </a:lnTo>
                  <a:lnTo>
                    <a:pt x="594" y="1087"/>
                  </a:lnTo>
                  <a:lnTo>
                    <a:pt x="594" y="1067"/>
                  </a:lnTo>
                  <a:lnTo>
                    <a:pt x="554" y="1028"/>
                  </a:lnTo>
                  <a:lnTo>
                    <a:pt x="475" y="988"/>
                  </a:lnTo>
                  <a:close/>
                  <a:moveTo>
                    <a:pt x="613" y="1107"/>
                  </a:moveTo>
                  <a:lnTo>
                    <a:pt x="633" y="1126"/>
                  </a:lnTo>
                  <a:lnTo>
                    <a:pt x="653" y="1146"/>
                  </a:lnTo>
                  <a:lnTo>
                    <a:pt x="613" y="1107"/>
                  </a:lnTo>
                  <a:close/>
                  <a:moveTo>
                    <a:pt x="436" y="1205"/>
                  </a:moveTo>
                  <a:lnTo>
                    <a:pt x="436" y="1205"/>
                  </a:lnTo>
                  <a:lnTo>
                    <a:pt x="436" y="1205"/>
                  </a:lnTo>
                  <a:close/>
                  <a:moveTo>
                    <a:pt x="455" y="1304"/>
                  </a:moveTo>
                  <a:lnTo>
                    <a:pt x="436" y="1324"/>
                  </a:lnTo>
                  <a:lnTo>
                    <a:pt x="440" y="1339"/>
                  </a:lnTo>
                  <a:lnTo>
                    <a:pt x="440" y="1339"/>
                  </a:lnTo>
                  <a:lnTo>
                    <a:pt x="455" y="1324"/>
                  </a:lnTo>
                  <a:lnTo>
                    <a:pt x="455" y="1304"/>
                  </a:lnTo>
                  <a:close/>
                  <a:moveTo>
                    <a:pt x="440" y="1339"/>
                  </a:moveTo>
                  <a:lnTo>
                    <a:pt x="436" y="1344"/>
                  </a:lnTo>
                  <a:lnTo>
                    <a:pt x="445" y="1354"/>
                  </a:lnTo>
                  <a:lnTo>
                    <a:pt x="440" y="1339"/>
                  </a:lnTo>
                  <a:close/>
                  <a:moveTo>
                    <a:pt x="1680" y="1477"/>
                  </a:moveTo>
                  <a:lnTo>
                    <a:pt x="1680" y="1482"/>
                  </a:lnTo>
                  <a:lnTo>
                    <a:pt x="1739" y="1521"/>
                  </a:lnTo>
                  <a:lnTo>
                    <a:pt x="1680" y="1477"/>
                  </a:lnTo>
                  <a:close/>
                  <a:moveTo>
                    <a:pt x="324" y="1732"/>
                  </a:moveTo>
                  <a:lnTo>
                    <a:pt x="357" y="1758"/>
                  </a:lnTo>
                  <a:lnTo>
                    <a:pt x="337" y="1758"/>
                  </a:lnTo>
                  <a:lnTo>
                    <a:pt x="324" y="1732"/>
                  </a:lnTo>
                  <a:close/>
                  <a:moveTo>
                    <a:pt x="495" y="1739"/>
                  </a:moveTo>
                  <a:lnTo>
                    <a:pt x="495" y="1758"/>
                  </a:lnTo>
                  <a:lnTo>
                    <a:pt x="515" y="1778"/>
                  </a:lnTo>
                  <a:lnTo>
                    <a:pt x="495" y="1739"/>
                  </a:lnTo>
                  <a:close/>
                  <a:moveTo>
                    <a:pt x="1087" y="2055"/>
                  </a:moveTo>
                  <a:lnTo>
                    <a:pt x="1107" y="2074"/>
                  </a:lnTo>
                  <a:lnTo>
                    <a:pt x="1166" y="2134"/>
                  </a:lnTo>
                  <a:lnTo>
                    <a:pt x="1166" y="2134"/>
                  </a:lnTo>
                  <a:lnTo>
                    <a:pt x="1147" y="2094"/>
                  </a:lnTo>
                  <a:lnTo>
                    <a:pt x="1206" y="2153"/>
                  </a:lnTo>
                  <a:lnTo>
                    <a:pt x="1166" y="2094"/>
                  </a:lnTo>
                  <a:lnTo>
                    <a:pt x="1087" y="2055"/>
                  </a:lnTo>
                  <a:close/>
                  <a:moveTo>
                    <a:pt x="199" y="2134"/>
                  </a:moveTo>
                  <a:lnTo>
                    <a:pt x="218" y="2153"/>
                  </a:lnTo>
                  <a:lnTo>
                    <a:pt x="218" y="2134"/>
                  </a:lnTo>
                  <a:close/>
                  <a:moveTo>
                    <a:pt x="515" y="2193"/>
                  </a:moveTo>
                  <a:lnTo>
                    <a:pt x="534" y="2213"/>
                  </a:lnTo>
                  <a:lnTo>
                    <a:pt x="554" y="2213"/>
                  </a:lnTo>
                  <a:lnTo>
                    <a:pt x="515" y="2193"/>
                  </a:lnTo>
                  <a:close/>
                  <a:moveTo>
                    <a:pt x="1" y="2351"/>
                  </a:moveTo>
                  <a:lnTo>
                    <a:pt x="40" y="2371"/>
                  </a:lnTo>
                  <a:lnTo>
                    <a:pt x="21" y="2351"/>
                  </a:lnTo>
                  <a:close/>
                  <a:moveTo>
                    <a:pt x="278" y="2391"/>
                  </a:moveTo>
                  <a:lnTo>
                    <a:pt x="317" y="2430"/>
                  </a:lnTo>
                  <a:lnTo>
                    <a:pt x="297" y="2430"/>
                  </a:lnTo>
                  <a:lnTo>
                    <a:pt x="238" y="2391"/>
                  </a:lnTo>
                  <a:close/>
                  <a:moveTo>
                    <a:pt x="1226" y="2430"/>
                  </a:moveTo>
                  <a:lnTo>
                    <a:pt x="1245" y="2450"/>
                  </a:lnTo>
                  <a:lnTo>
                    <a:pt x="1265" y="2470"/>
                  </a:lnTo>
                  <a:lnTo>
                    <a:pt x="1265" y="2470"/>
                  </a:lnTo>
                  <a:lnTo>
                    <a:pt x="1186" y="2430"/>
                  </a:lnTo>
                  <a:close/>
                  <a:moveTo>
                    <a:pt x="1324" y="2470"/>
                  </a:moveTo>
                  <a:lnTo>
                    <a:pt x="1324" y="2470"/>
                  </a:lnTo>
                  <a:lnTo>
                    <a:pt x="1324" y="2470"/>
                  </a:lnTo>
                  <a:close/>
                  <a:moveTo>
                    <a:pt x="1166" y="2509"/>
                  </a:moveTo>
                  <a:lnTo>
                    <a:pt x="1186" y="2529"/>
                  </a:lnTo>
                  <a:lnTo>
                    <a:pt x="1206" y="2549"/>
                  </a:lnTo>
                  <a:lnTo>
                    <a:pt x="1166" y="2509"/>
                  </a:lnTo>
                  <a:close/>
                  <a:moveTo>
                    <a:pt x="297" y="2549"/>
                  </a:moveTo>
                  <a:lnTo>
                    <a:pt x="317" y="2568"/>
                  </a:lnTo>
                  <a:lnTo>
                    <a:pt x="337" y="2568"/>
                  </a:lnTo>
                  <a:lnTo>
                    <a:pt x="297" y="2549"/>
                  </a:lnTo>
                  <a:close/>
                  <a:moveTo>
                    <a:pt x="673" y="2568"/>
                  </a:moveTo>
                  <a:lnTo>
                    <a:pt x="673" y="2608"/>
                  </a:lnTo>
                  <a:lnTo>
                    <a:pt x="692" y="2588"/>
                  </a:lnTo>
                  <a:lnTo>
                    <a:pt x="673" y="2568"/>
                  </a:lnTo>
                  <a:close/>
                  <a:moveTo>
                    <a:pt x="1166" y="2588"/>
                  </a:moveTo>
                  <a:lnTo>
                    <a:pt x="1166" y="2608"/>
                  </a:lnTo>
                  <a:lnTo>
                    <a:pt x="1226" y="2647"/>
                  </a:lnTo>
                  <a:lnTo>
                    <a:pt x="1226" y="2647"/>
                  </a:lnTo>
                  <a:lnTo>
                    <a:pt x="1206" y="2628"/>
                  </a:lnTo>
                  <a:lnTo>
                    <a:pt x="1166" y="2588"/>
                  </a:lnTo>
                  <a:close/>
                  <a:moveTo>
                    <a:pt x="771" y="2647"/>
                  </a:moveTo>
                  <a:lnTo>
                    <a:pt x="831" y="2707"/>
                  </a:lnTo>
                  <a:lnTo>
                    <a:pt x="929" y="2805"/>
                  </a:lnTo>
                  <a:lnTo>
                    <a:pt x="910" y="2766"/>
                  </a:lnTo>
                  <a:lnTo>
                    <a:pt x="870" y="2726"/>
                  </a:lnTo>
                  <a:lnTo>
                    <a:pt x="771" y="2647"/>
                  </a:lnTo>
                  <a:close/>
                  <a:moveTo>
                    <a:pt x="732" y="2825"/>
                  </a:moveTo>
                  <a:lnTo>
                    <a:pt x="752" y="2845"/>
                  </a:lnTo>
                  <a:lnTo>
                    <a:pt x="771" y="2884"/>
                  </a:lnTo>
                  <a:lnTo>
                    <a:pt x="791" y="2884"/>
                  </a:lnTo>
                  <a:lnTo>
                    <a:pt x="771" y="2865"/>
                  </a:lnTo>
                  <a:lnTo>
                    <a:pt x="752" y="2845"/>
                  </a:lnTo>
                  <a:lnTo>
                    <a:pt x="752" y="2845"/>
                  </a:lnTo>
                  <a:lnTo>
                    <a:pt x="791" y="2865"/>
                  </a:lnTo>
                  <a:lnTo>
                    <a:pt x="732" y="2825"/>
                  </a:lnTo>
                  <a:close/>
                  <a:moveTo>
                    <a:pt x="1443" y="1"/>
                  </a:moveTo>
                  <a:lnTo>
                    <a:pt x="1443" y="20"/>
                  </a:lnTo>
                  <a:lnTo>
                    <a:pt x="1463" y="40"/>
                  </a:lnTo>
                  <a:lnTo>
                    <a:pt x="1482" y="60"/>
                  </a:lnTo>
                  <a:lnTo>
                    <a:pt x="1463" y="60"/>
                  </a:lnTo>
                  <a:lnTo>
                    <a:pt x="1443" y="40"/>
                  </a:lnTo>
                  <a:lnTo>
                    <a:pt x="1443" y="60"/>
                  </a:lnTo>
                  <a:lnTo>
                    <a:pt x="1423" y="60"/>
                  </a:lnTo>
                  <a:lnTo>
                    <a:pt x="1364" y="40"/>
                  </a:lnTo>
                  <a:lnTo>
                    <a:pt x="1344" y="40"/>
                  </a:lnTo>
                  <a:lnTo>
                    <a:pt x="1344" y="60"/>
                  </a:lnTo>
                  <a:lnTo>
                    <a:pt x="1384" y="80"/>
                  </a:lnTo>
                  <a:lnTo>
                    <a:pt x="1384" y="80"/>
                  </a:lnTo>
                  <a:lnTo>
                    <a:pt x="1324" y="60"/>
                  </a:lnTo>
                  <a:lnTo>
                    <a:pt x="1423" y="139"/>
                  </a:lnTo>
                  <a:lnTo>
                    <a:pt x="1463" y="159"/>
                  </a:lnTo>
                  <a:lnTo>
                    <a:pt x="1482" y="198"/>
                  </a:lnTo>
                  <a:lnTo>
                    <a:pt x="1423" y="178"/>
                  </a:lnTo>
                  <a:lnTo>
                    <a:pt x="1384" y="139"/>
                  </a:lnTo>
                  <a:lnTo>
                    <a:pt x="1324" y="99"/>
                  </a:lnTo>
                  <a:lnTo>
                    <a:pt x="1324" y="99"/>
                  </a:lnTo>
                  <a:lnTo>
                    <a:pt x="1285" y="80"/>
                  </a:lnTo>
                  <a:lnTo>
                    <a:pt x="1245" y="80"/>
                  </a:lnTo>
                  <a:lnTo>
                    <a:pt x="1206" y="40"/>
                  </a:lnTo>
                  <a:lnTo>
                    <a:pt x="1147" y="40"/>
                  </a:lnTo>
                  <a:lnTo>
                    <a:pt x="1186" y="80"/>
                  </a:lnTo>
                  <a:lnTo>
                    <a:pt x="1147" y="80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27" y="80"/>
                  </a:lnTo>
                  <a:lnTo>
                    <a:pt x="1107" y="80"/>
                  </a:lnTo>
                  <a:lnTo>
                    <a:pt x="1107" y="99"/>
                  </a:lnTo>
                  <a:lnTo>
                    <a:pt x="1127" y="119"/>
                  </a:lnTo>
                  <a:lnTo>
                    <a:pt x="1107" y="139"/>
                  </a:lnTo>
                  <a:lnTo>
                    <a:pt x="1087" y="119"/>
                  </a:lnTo>
                  <a:lnTo>
                    <a:pt x="1048" y="99"/>
                  </a:lnTo>
                  <a:lnTo>
                    <a:pt x="1107" y="159"/>
                  </a:lnTo>
                  <a:lnTo>
                    <a:pt x="1186" y="218"/>
                  </a:lnTo>
                  <a:lnTo>
                    <a:pt x="1186" y="218"/>
                  </a:lnTo>
                  <a:lnTo>
                    <a:pt x="1127" y="198"/>
                  </a:lnTo>
                  <a:lnTo>
                    <a:pt x="1074" y="172"/>
                  </a:lnTo>
                  <a:lnTo>
                    <a:pt x="1074" y="172"/>
                  </a:lnTo>
                  <a:lnTo>
                    <a:pt x="1087" y="198"/>
                  </a:lnTo>
                  <a:lnTo>
                    <a:pt x="1107" y="238"/>
                  </a:lnTo>
                  <a:lnTo>
                    <a:pt x="1186" y="297"/>
                  </a:lnTo>
                  <a:lnTo>
                    <a:pt x="1127" y="297"/>
                  </a:lnTo>
                  <a:lnTo>
                    <a:pt x="1087" y="257"/>
                  </a:lnTo>
                  <a:lnTo>
                    <a:pt x="1048" y="218"/>
                  </a:lnTo>
                  <a:lnTo>
                    <a:pt x="1048" y="238"/>
                  </a:lnTo>
                  <a:lnTo>
                    <a:pt x="1028" y="238"/>
                  </a:lnTo>
                  <a:lnTo>
                    <a:pt x="969" y="218"/>
                  </a:lnTo>
                  <a:lnTo>
                    <a:pt x="969" y="218"/>
                  </a:lnTo>
                  <a:lnTo>
                    <a:pt x="1008" y="238"/>
                  </a:lnTo>
                  <a:lnTo>
                    <a:pt x="1048" y="277"/>
                  </a:lnTo>
                  <a:lnTo>
                    <a:pt x="1048" y="277"/>
                  </a:lnTo>
                  <a:lnTo>
                    <a:pt x="969" y="238"/>
                  </a:lnTo>
                  <a:lnTo>
                    <a:pt x="949" y="257"/>
                  </a:lnTo>
                  <a:lnTo>
                    <a:pt x="890" y="257"/>
                  </a:lnTo>
                  <a:lnTo>
                    <a:pt x="890" y="277"/>
                  </a:lnTo>
                  <a:lnTo>
                    <a:pt x="969" y="317"/>
                  </a:lnTo>
                  <a:lnTo>
                    <a:pt x="969" y="317"/>
                  </a:lnTo>
                  <a:lnTo>
                    <a:pt x="910" y="277"/>
                  </a:lnTo>
                  <a:lnTo>
                    <a:pt x="1008" y="336"/>
                  </a:lnTo>
                  <a:lnTo>
                    <a:pt x="1087" y="415"/>
                  </a:lnTo>
                  <a:lnTo>
                    <a:pt x="1068" y="415"/>
                  </a:lnTo>
                  <a:lnTo>
                    <a:pt x="1028" y="396"/>
                  </a:lnTo>
                  <a:lnTo>
                    <a:pt x="1028" y="396"/>
                  </a:lnTo>
                  <a:lnTo>
                    <a:pt x="1041" y="422"/>
                  </a:lnTo>
                  <a:lnTo>
                    <a:pt x="1041" y="422"/>
                  </a:lnTo>
                  <a:lnTo>
                    <a:pt x="1028" y="415"/>
                  </a:lnTo>
                  <a:lnTo>
                    <a:pt x="1028" y="435"/>
                  </a:lnTo>
                  <a:lnTo>
                    <a:pt x="969" y="376"/>
                  </a:lnTo>
                  <a:lnTo>
                    <a:pt x="929" y="376"/>
                  </a:lnTo>
                  <a:lnTo>
                    <a:pt x="890" y="336"/>
                  </a:lnTo>
                  <a:lnTo>
                    <a:pt x="890" y="356"/>
                  </a:lnTo>
                  <a:lnTo>
                    <a:pt x="831" y="297"/>
                  </a:lnTo>
                  <a:lnTo>
                    <a:pt x="811" y="297"/>
                  </a:lnTo>
                  <a:lnTo>
                    <a:pt x="831" y="317"/>
                  </a:lnTo>
                  <a:lnTo>
                    <a:pt x="831" y="336"/>
                  </a:lnTo>
                  <a:lnTo>
                    <a:pt x="791" y="317"/>
                  </a:lnTo>
                  <a:lnTo>
                    <a:pt x="850" y="356"/>
                  </a:lnTo>
                  <a:lnTo>
                    <a:pt x="771" y="356"/>
                  </a:lnTo>
                  <a:lnTo>
                    <a:pt x="811" y="396"/>
                  </a:lnTo>
                  <a:lnTo>
                    <a:pt x="831" y="415"/>
                  </a:lnTo>
                  <a:lnTo>
                    <a:pt x="791" y="396"/>
                  </a:lnTo>
                  <a:lnTo>
                    <a:pt x="752" y="396"/>
                  </a:lnTo>
                  <a:lnTo>
                    <a:pt x="771" y="435"/>
                  </a:lnTo>
                  <a:lnTo>
                    <a:pt x="850" y="494"/>
                  </a:lnTo>
                  <a:lnTo>
                    <a:pt x="850" y="514"/>
                  </a:lnTo>
                  <a:lnTo>
                    <a:pt x="831" y="494"/>
                  </a:lnTo>
                  <a:lnTo>
                    <a:pt x="791" y="475"/>
                  </a:lnTo>
                  <a:lnTo>
                    <a:pt x="811" y="494"/>
                  </a:lnTo>
                  <a:lnTo>
                    <a:pt x="771" y="475"/>
                  </a:lnTo>
                  <a:lnTo>
                    <a:pt x="752" y="494"/>
                  </a:lnTo>
                  <a:lnTo>
                    <a:pt x="732" y="494"/>
                  </a:lnTo>
                  <a:lnTo>
                    <a:pt x="890" y="652"/>
                  </a:lnTo>
                  <a:lnTo>
                    <a:pt x="969" y="731"/>
                  </a:lnTo>
                  <a:lnTo>
                    <a:pt x="1068" y="791"/>
                  </a:lnTo>
                  <a:lnTo>
                    <a:pt x="1068" y="791"/>
                  </a:lnTo>
                  <a:lnTo>
                    <a:pt x="1008" y="771"/>
                  </a:lnTo>
                  <a:lnTo>
                    <a:pt x="969" y="771"/>
                  </a:lnTo>
                  <a:lnTo>
                    <a:pt x="910" y="731"/>
                  </a:lnTo>
                  <a:lnTo>
                    <a:pt x="870" y="712"/>
                  </a:lnTo>
                  <a:lnTo>
                    <a:pt x="870" y="692"/>
                  </a:lnTo>
                  <a:lnTo>
                    <a:pt x="910" y="712"/>
                  </a:lnTo>
                  <a:lnTo>
                    <a:pt x="929" y="731"/>
                  </a:lnTo>
                  <a:lnTo>
                    <a:pt x="929" y="712"/>
                  </a:lnTo>
                  <a:lnTo>
                    <a:pt x="791" y="652"/>
                  </a:lnTo>
                  <a:lnTo>
                    <a:pt x="752" y="613"/>
                  </a:lnTo>
                  <a:lnTo>
                    <a:pt x="732" y="593"/>
                  </a:lnTo>
                  <a:lnTo>
                    <a:pt x="653" y="534"/>
                  </a:lnTo>
                  <a:lnTo>
                    <a:pt x="653" y="554"/>
                  </a:lnTo>
                  <a:lnTo>
                    <a:pt x="673" y="573"/>
                  </a:lnTo>
                  <a:lnTo>
                    <a:pt x="633" y="573"/>
                  </a:lnTo>
                  <a:lnTo>
                    <a:pt x="653" y="593"/>
                  </a:lnTo>
                  <a:lnTo>
                    <a:pt x="653" y="613"/>
                  </a:lnTo>
                  <a:lnTo>
                    <a:pt x="692" y="652"/>
                  </a:lnTo>
                  <a:lnTo>
                    <a:pt x="673" y="652"/>
                  </a:lnTo>
                  <a:lnTo>
                    <a:pt x="633" y="633"/>
                  </a:lnTo>
                  <a:lnTo>
                    <a:pt x="653" y="672"/>
                  </a:lnTo>
                  <a:lnTo>
                    <a:pt x="712" y="712"/>
                  </a:lnTo>
                  <a:lnTo>
                    <a:pt x="791" y="771"/>
                  </a:lnTo>
                  <a:lnTo>
                    <a:pt x="811" y="810"/>
                  </a:lnTo>
                  <a:lnTo>
                    <a:pt x="791" y="810"/>
                  </a:lnTo>
                  <a:lnTo>
                    <a:pt x="771" y="791"/>
                  </a:lnTo>
                  <a:lnTo>
                    <a:pt x="752" y="771"/>
                  </a:lnTo>
                  <a:lnTo>
                    <a:pt x="771" y="810"/>
                  </a:lnTo>
                  <a:lnTo>
                    <a:pt x="712" y="791"/>
                  </a:lnTo>
                  <a:lnTo>
                    <a:pt x="712" y="771"/>
                  </a:lnTo>
                  <a:lnTo>
                    <a:pt x="692" y="751"/>
                  </a:lnTo>
                  <a:lnTo>
                    <a:pt x="692" y="771"/>
                  </a:lnTo>
                  <a:lnTo>
                    <a:pt x="752" y="830"/>
                  </a:lnTo>
                  <a:lnTo>
                    <a:pt x="712" y="830"/>
                  </a:lnTo>
                  <a:lnTo>
                    <a:pt x="633" y="791"/>
                  </a:lnTo>
                  <a:lnTo>
                    <a:pt x="574" y="791"/>
                  </a:lnTo>
                  <a:lnTo>
                    <a:pt x="653" y="850"/>
                  </a:lnTo>
                  <a:lnTo>
                    <a:pt x="692" y="889"/>
                  </a:lnTo>
                  <a:lnTo>
                    <a:pt x="692" y="870"/>
                  </a:lnTo>
                  <a:lnTo>
                    <a:pt x="712" y="889"/>
                  </a:lnTo>
                  <a:lnTo>
                    <a:pt x="732" y="909"/>
                  </a:lnTo>
                  <a:lnTo>
                    <a:pt x="771" y="929"/>
                  </a:lnTo>
                  <a:lnTo>
                    <a:pt x="811" y="968"/>
                  </a:lnTo>
                  <a:lnTo>
                    <a:pt x="791" y="968"/>
                  </a:lnTo>
                  <a:lnTo>
                    <a:pt x="771" y="949"/>
                  </a:lnTo>
                  <a:lnTo>
                    <a:pt x="752" y="929"/>
                  </a:lnTo>
                  <a:lnTo>
                    <a:pt x="712" y="929"/>
                  </a:lnTo>
                  <a:lnTo>
                    <a:pt x="594" y="810"/>
                  </a:lnTo>
                  <a:lnTo>
                    <a:pt x="574" y="791"/>
                  </a:lnTo>
                  <a:lnTo>
                    <a:pt x="574" y="810"/>
                  </a:lnTo>
                  <a:lnTo>
                    <a:pt x="574" y="810"/>
                  </a:lnTo>
                  <a:lnTo>
                    <a:pt x="594" y="830"/>
                  </a:lnTo>
                  <a:lnTo>
                    <a:pt x="633" y="850"/>
                  </a:lnTo>
                  <a:lnTo>
                    <a:pt x="692" y="929"/>
                  </a:lnTo>
                  <a:lnTo>
                    <a:pt x="732" y="1008"/>
                  </a:lnTo>
                  <a:lnTo>
                    <a:pt x="732" y="1008"/>
                  </a:lnTo>
                  <a:lnTo>
                    <a:pt x="673" y="949"/>
                  </a:lnTo>
                  <a:lnTo>
                    <a:pt x="633" y="909"/>
                  </a:lnTo>
                  <a:lnTo>
                    <a:pt x="594" y="870"/>
                  </a:lnTo>
                  <a:lnTo>
                    <a:pt x="534" y="830"/>
                  </a:lnTo>
                  <a:lnTo>
                    <a:pt x="534" y="830"/>
                  </a:lnTo>
                  <a:lnTo>
                    <a:pt x="554" y="870"/>
                  </a:lnTo>
                  <a:lnTo>
                    <a:pt x="574" y="889"/>
                  </a:lnTo>
                  <a:lnTo>
                    <a:pt x="534" y="870"/>
                  </a:lnTo>
                  <a:lnTo>
                    <a:pt x="534" y="889"/>
                  </a:lnTo>
                  <a:lnTo>
                    <a:pt x="554" y="929"/>
                  </a:lnTo>
                  <a:lnTo>
                    <a:pt x="574" y="929"/>
                  </a:lnTo>
                  <a:lnTo>
                    <a:pt x="594" y="949"/>
                  </a:lnTo>
                  <a:lnTo>
                    <a:pt x="574" y="968"/>
                  </a:lnTo>
                  <a:lnTo>
                    <a:pt x="554" y="968"/>
                  </a:lnTo>
                  <a:lnTo>
                    <a:pt x="574" y="988"/>
                  </a:lnTo>
                  <a:lnTo>
                    <a:pt x="554" y="988"/>
                  </a:lnTo>
                  <a:lnTo>
                    <a:pt x="554" y="1008"/>
                  </a:lnTo>
                  <a:lnTo>
                    <a:pt x="574" y="1028"/>
                  </a:lnTo>
                  <a:lnTo>
                    <a:pt x="574" y="1008"/>
                  </a:lnTo>
                  <a:lnTo>
                    <a:pt x="613" y="1008"/>
                  </a:lnTo>
                  <a:lnTo>
                    <a:pt x="653" y="1047"/>
                  </a:lnTo>
                  <a:lnTo>
                    <a:pt x="653" y="1067"/>
                  </a:lnTo>
                  <a:lnTo>
                    <a:pt x="673" y="1087"/>
                  </a:lnTo>
                  <a:lnTo>
                    <a:pt x="692" y="1107"/>
                  </a:lnTo>
                  <a:lnTo>
                    <a:pt x="692" y="1126"/>
                  </a:lnTo>
                  <a:lnTo>
                    <a:pt x="712" y="1146"/>
                  </a:lnTo>
                  <a:lnTo>
                    <a:pt x="712" y="1166"/>
                  </a:lnTo>
                  <a:lnTo>
                    <a:pt x="712" y="1186"/>
                  </a:lnTo>
                  <a:lnTo>
                    <a:pt x="673" y="1166"/>
                  </a:lnTo>
                  <a:lnTo>
                    <a:pt x="653" y="1146"/>
                  </a:lnTo>
                  <a:lnTo>
                    <a:pt x="653" y="1166"/>
                  </a:lnTo>
                  <a:lnTo>
                    <a:pt x="613" y="1126"/>
                  </a:lnTo>
                  <a:lnTo>
                    <a:pt x="613" y="1146"/>
                  </a:lnTo>
                  <a:lnTo>
                    <a:pt x="633" y="1166"/>
                  </a:lnTo>
                  <a:lnTo>
                    <a:pt x="613" y="1166"/>
                  </a:lnTo>
                  <a:lnTo>
                    <a:pt x="594" y="1126"/>
                  </a:lnTo>
                  <a:lnTo>
                    <a:pt x="534" y="1087"/>
                  </a:lnTo>
                  <a:lnTo>
                    <a:pt x="594" y="1146"/>
                  </a:lnTo>
                  <a:lnTo>
                    <a:pt x="554" y="1126"/>
                  </a:lnTo>
                  <a:lnTo>
                    <a:pt x="574" y="1146"/>
                  </a:lnTo>
                  <a:lnTo>
                    <a:pt x="594" y="1166"/>
                  </a:lnTo>
                  <a:lnTo>
                    <a:pt x="554" y="1146"/>
                  </a:lnTo>
                  <a:lnTo>
                    <a:pt x="554" y="1166"/>
                  </a:lnTo>
                  <a:lnTo>
                    <a:pt x="594" y="1205"/>
                  </a:lnTo>
                  <a:lnTo>
                    <a:pt x="633" y="1225"/>
                  </a:lnTo>
                  <a:lnTo>
                    <a:pt x="692" y="1265"/>
                  </a:lnTo>
                  <a:lnTo>
                    <a:pt x="692" y="1284"/>
                  </a:lnTo>
                  <a:lnTo>
                    <a:pt x="692" y="1304"/>
                  </a:lnTo>
                  <a:lnTo>
                    <a:pt x="673" y="1304"/>
                  </a:lnTo>
                  <a:lnTo>
                    <a:pt x="633" y="1284"/>
                  </a:lnTo>
                  <a:lnTo>
                    <a:pt x="673" y="1324"/>
                  </a:lnTo>
                  <a:lnTo>
                    <a:pt x="673" y="1324"/>
                  </a:lnTo>
                  <a:lnTo>
                    <a:pt x="633" y="1304"/>
                  </a:lnTo>
                  <a:lnTo>
                    <a:pt x="594" y="1284"/>
                  </a:lnTo>
                  <a:lnTo>
                    <a:pt x="594" y="1265"/>
                  </a:lnTo>
                  <a:lnTo>
                    <a:pt x="534" y="1225"/>
                  </a:lnTo>
                  <a:lnTo>
                    <a:pt x="495" y="1205"/>
                  </a:lnTo>
                  <a:lnTo>
                    <a:pt x="495" y="1205"/>
                  </a:lnTo>
                  <a:lnTo>
                    <a:pt x="542" y="1241"/>
                  </a:lnTo>
                  <a:lnTo>
                    <a:pt x="542" y="1241"/>
                  </a:lnTo>
                  <a:lnTo>
                    <a:pt x="495" y="1225"/>
                  </a:lnTo>
                  <a:lnTo>
                    <a:pt x="515" y="1265"/>
                  </a:lnTo>
                  <a:lnTo>
                    <a:pt x="534" y="1284"/>
                  </a:lnTo>
                  <a:lnTo>
                    <a:pt x="534" y="1284"/>
                  </a:lnTo>
                  <a:lnTo>
                    <a:pt x="436" y="1205"/>
                  </a:lnTo>
                  <a:lnTo>
                    <a:pt x="455" y="1225"/>
                  </a:lnTo>
                  <a:lnTo>
                    <a:pt x="436" y="1225"/>
                  </a:lnTo>
                  <a:lnTo>
                    <a:pt x="455" y="1245"/>
                  </a:lnTo>
                  <a:lnTo>
                    <a:pt x="475" y="1245"/>
                  </a:lnTo>
                  <a:lnTo>
                    <a:pt x="495" y="1265"/>
                  </a:lnTo>
                  <a:lnTo>
                    <a:pt x="495" y="1284"/>
                  </a:lnTo>
                  <a:lnTo>
                    <a:pt x="455" y="1284"/>
                  </a:lnTo>
                  <a:lnTo>
                    <a:pt x="495" y="1324"/>
                  </a:lnTo>
                  <a:lnTo>
                    <a:pt x="495" y="1304"/>
                  </a:lnTo>
                  <a:lnTo>
                    <a:pt x="515" y="1324"/>
                  </a:lnTo>
                  <a:lnTo>
                    <a:pt x="534" y="1344"/>
                  </a:lnTo>
                  <a:lnTo>
                    <a:pt x="534" y="1363"/>
                  </a:lnTo>
                  <a:lnTo>
                    <a:pt x="534" y="1383"/>
                  </a:lnTo>
                  <a:lnTo>
                    <a:pt x="554" y="1423"/>
                  </a:lnTo>
                  <a:lnTo>
                    <a:pt x="495" y="1403"/>
                  </a:lnTo>
                  <a:lnTo>
                    <a:pt x="445" y="1354"/>
                  </a:lnTo>
                  <a:lnTo>
                    <a:pt x="455" y="1383"/>
                  </a:lnTo>
                  <a:lnTo>
                    <a:pt x="436" y="1383"/>
                  </a:lnTo>
                  <a:lnTo>
                    <a:pt x="376" y="1363"/>
                  </a:lnTo>
                  <a:lnTo>
                    <a:pt x="337" y="1344"/>
                  </a:lnTo>
                  <a:lnTo>
                    <a:pt x="317" y="1344"/>
                  </a:lnTo>
                  <a:lnTo>
                    <a:pt x="396" y="1383"/>
                  </a:lnTo>
                  <a:lnTo>
                    <a:pt x="396" y="1403"/>
                  </a:lnTo>
                  <a:lnTo>
                    <a:pt x="436" y="1423"/>
                  </a:lnTo>
                  <a:lnTo>
                    <a:pt x="455" y="1442"/>
                  </a:lnTo>
                  <a:lnTo>
                    <a:pt x="455" y="1442"/>
                  </a:lnTo>
                  <a:lnTo>
                    <a:pt x="396" y="1423"/>
                  </a:lnTo>
                  <a:lnTo>
                    <a:pt x="376" y="1423"/>
                  </a:lnTo>
                  <a:lnTo>
                    <a:pt x="436" y="1462"/>
                  </a:lnTo>
                  <a:lnTo>
                    <a:pt x="455" y="1521"/>
                  </a:lnTo>
                  <a:lnTo>
                    <a:pt x="436" y="1502"/>
                  </a:lnTo>
                  <a:lnTo>
                    <a:pt x="416" y="1482"/>
                  </a:lnTo>
                  <a:lnTo>
                    <a:pt x="396" y="1462"/>
                  </a:lnTo>
                  <a:lnTo>
                    <a:pt x="436" y="1521"/>
                  </a:lnTo>
                  <a:lnTo>
                    <a:pt x="455" y="1541"/>
                  </a:lnTo>
                  <a:lnTo>
                    <a:pt x="475" y="1561"/>
                  </a:lnTo>
                  <a:lnTo>
                    <a:pt x="416" y="1541"/>
                  </a:lnTo>
                  <a:lnTo>
                    <a:pt x="455" y="1581"/>
                  </a:lnTo>
                  <a:lnTo>
                    <a:pt x="455" y="1600"/>
                  </a:lnTo>
                  <a:lnTo>
                    <a:pt x="495" y="1620"/>
                  </a:lnTo>
                  <a:lnTo>
                    <a:pt x="534" y="1660"/>
                  </a:lnTo>
                  <a:lnTo>
                    <a:pt x="455" y="1640"/>
                  </a:lnTo>
                  <a:lnTo>
                    <a:pt x="455" y="1620"/>
                  </a:lnTo>
                  <a:lnTo>
                    <a:pt x="416" y="1600"/>
                  </a:lnTo>
                  <a:lnTo>
                    <a:pt x="376" y="1561"/>
                  </a:lnTo>
                  <a:lnTo>
                    <a:pt x="337" y="1521"/>
                  </a:lnTo>
                  <a:lnTo>
                    <a:pt x="317" y="1521"/>
                  </a:lnTo>
                  <a:lnTo>
                    <a:pt x="337" y="1541"/>
                  </a:lnTo>
                  <a:lnTo>
                    <a:pt x="357" y="1561"/>
                  </a:lnTo>
                  <a:lnTo>
                    <a:pt x="357" y="1581"/>
                  </a:lnTo>
                  <a:lnTo>
                    <a:pt x="337" y="1561"/>
                  </a:lnTo>
                  <a:lnTo>
                    <a:pt x="297" y="1541"/>
                  </a:lnTo>
                  <a:lnTo>
                    <a:pt x="317" y="1561"/>
                  </a:lnTo>
                  <a:lnTo>
                    <a:pt x="297" y="1561"/>
                  </a:lnTo>
                  <a:lnTo>
                    <a:pt x="357" y="1600"/>
                  </a:lnTo>
                  <a:lnTo>
                    <a:pt x="396" y="1640"/>
                  </a:lnTo>
                  <a:lnTo>
                    <a:pt x="396" y="1640"/>
                  </a:lnTo>
                  <a:lnTo>
                    <a:pt x="317" y="1600"/>
                  </a:lnTo>
                  <a:lnTo>
                    <a:pt x="357" y="1640"/>
                  </a:lnTo>
                  <a:lnTo>
                    <a:pt x="416" y="1679"/>
                  </a:lnTo>
                  <a:lnTo>
                    <a:pt x="455" y="1719"/>
                  </a:lnTo>
                  <a:lnTo>
                    <a:pt x="495" y="1739"/>
                  </a:lnTo>
                  <a:lnTo>
                    <a:pt x="534" y="1758"/>
                  </a:lnTo>
                  <a:lnTo>
                    <a:pt x="554" y="1798"/>
                  </a:lnTo>
                  <a:lnTo>
                    <a:pt x="515" y="1778"/>
                  </a:lnTo>
                  <a:lnTo>
                    <a:pt x="455" y="1758"/>
                  </a:lnTo>
                  <a:lnTo>
                    <a:pt x="357" y="1679"/>
                  </a:lnTo>
                  <a:lnTo>
                    <a:pt x="218" y="1581"/>
                  </a:lnTo>
                  <a:lnTo>
                    <a:pt x="238" y="1620"/>
                  </a:lnTo>
                  <a:lnTo>
                    <a:pt x="199" y="1620"/>
                  </a:lnTo>
                  <a:lnTo>
                    <a:pt x="258" y="1679"/>
                  </a:lnTo>
                  <a:lnTo>
                    <a:pt x="321" y="1730"/>
                  </a:lnTo>
                  <a:lnTo>
                    <a:pt x="321" y="1730"/>
                  </a:lnTo>
                  <a:lnTo>
                    <a:pt x="337" y="1778"/>
                  </a:lnTo>
                  <a:lnTo>
                    <a:pt x="337" y="1798"/>
                  </a:lnTo>
                  <a:lnTo>
                    <a:pt x="337" y="1818"/>
                  </a:lnTo>
                  <a:lnTo>
                    <a:pt x="376" y="1857"/>
                  </a:lnTo>
                  <a:lnTo>
                    <a:pt x="455" y="1897"/>
                  </a:lnTo>
                  <a:lnTo>
                    <a:pt x="455" y="1916"/>
                  </a:lnTo>
                  <a:lnTo>
                    <a:pt x="475" y="1936"/>
                  </a:lnTo>
                  <a:lnTo>
                    <a:pt x="515" y="1976"/>
                  </a:lnTo>
                  <a:lnTo>
                    <a:pt x="495" y="1976"/>
                  </a:lnTo>
                  <a:lnTo>
                    <a:pt x="455" y="1936"/>
                  </a:lnTo>
                  <a:lnTo>
                    <a:pt x="436" y="1936"/>
                  </a:lnTo>
                  <a:lnTo>
                    <a:pt x="455" y="1976"/>
                  </a:lnTo>
                  <a:lnTo>
                    <a:pt x="396" y="1936"/>
                  </a:lnTo>
                  <a:lnTo>
                    <a:pt x="376" y="1916"/>
                  </a:lnTo>
                  <a:lnTo>
                    <a:pt x="416" y="1916"/>
                  </a:lnTo>
                  <a:lnTo>
                    <a:pt x="376" y="1877"/>
                  </a:lnTo>
                  <a:lnTo>
                    <a:pt x="376" y="1897"/>
                  </a:lnTo>
                  <a:lnTo>
                    <a:pt x="357" y="1897"/>
                  </a:lnTo>
                  <a:lnTo>
                    <a:pt x="278" y="1837"/>
                  </a:lnTo>
                  <a:lnTo>
                    <a:pt x="297" y="1857"/>
                  </a:lnTo>
                  <a:lnTo>
                    <a:pt x="317" y="1877"/>
                  </a:lnTo>
                  <a:lnTo>
                    <a:pt x="337" y="1897"/>
                  </a:lnTo>
                  <a:lnTo>
                    <a:pt x="357" y="1916"/>
                  </a:lnTo>
                  <a:lnTo>
                    <a:pt x="297" y="1897"/>
                  </a:lnTo>
                  <a:lnTo>
                    <a:pt x="278" y="1897"/>
                  </a:lnTo>
                  <a:lnTo>
                    <a:pt x="278" y="1916"/>
                  </a:lnTo>
                  <a:lnTo>
                    <a:pt x="258" y="1916"/>
                  </a:lnTo>
                  <a:lnTo>
                    <a:pt x="179" y="1857"/>
                  </a:lnTo>
                  <a:lnTo>
                    <a:pt x="179" y="1857"/>
                  </a:lnTo>
                  <a:lnTo>
                    <a:pt x="218" y="1936"/>
                  </a:lnTo>
                  <a:lnTo>
                    <a:pt x="238" y="1976"/>
                  </a:lnTo>
                  <a:lnTo>
                    <a:pt x="278" y="2015"/>
                  </a:lnTo>
                  <a:lnTo>
                    <a:pt x="317" y="2055"/>
                  </a:lnTo>
                  <a:lnTo>
                    <a:pt x="357" y="2055"/>
                  </a:lnTo>
                  <a:lnTo>
                    <a:pt x="337" y="2015"/>
                  </a:lnTo>
                  <a:lnTo>
                    <a:pt x="317" y="1995"/>
                  </a:lnTo>
                  <a:lnTo>
                    <a:pt x="357" y="1995"/>
                  </a:lnTo>
                  <a:lnTo>
                    <a:pt x="258" y="1916"/>
                  </a:lnTo>
                  <a:lnTo>
                    <a:pt x="258" y="1916"/>
                  </a:lnTo>
                  <a:lnTo>
                    <a:pt x="297" y="1936"/>
                  </a:lnTo>
                  <a:lnTo>
                    <a:pt x="376" y="1995"/>
                  </a:lnTo>
                  <a:lnTo>
                    <a:pt x="416" y="2035"/>
                  </a:lnTo>
                  <a:lnTo>
                    <a:pt x="416" y="2055"/>
                  </a:lnTo>
                  <a:lnTo>
                    <a:pt x="455" y="2074"/>
                  </a:lnTo>
                  <a:lnTo>
                    <a:pt x="475" y="2055"/>
                  </a:lnTo>
                  <a:lnTo>
                    <a:pt x="554" y="2114"/>
                  </a:lnTo>
                  <a:lnTo>
                    <a:pt x="613" y="2173"/>
                  </a:lnTo>
                  <a:lnTo>
                    <a:pt x="613" y="2173"/>
                  </a:lnTo>
                  <a:lnTo>
                    <a:pt x="673" y="2252"/>
                  </a:lnTo>
                  <a:lnTo>
                    <a:pt x="554" y="2173"/>
                  </a:lnTo>
                  <a:lnTo>
                    <a:pt x="554" y="2193"/>
                  </a:lnTo>
                  <a:lnTo>
                    <a:pt x="554" y="2213"/>
                  </a:lnTo>
                  <a:lnTo>
                    <a:pt x="594" y="2232"/>
                  </a:lnTo>
                  <a:lnTo>
                    <a:pt x="594" y="2213"/>
                  </a:lnTo>
                  <a:lnTo>
                    <a:pt x="633" y="2252"/>
                  </a:lnTo>
                  <a:lnTo>
                    <a:pt x="613" y="2252"/>
                  </a:lnTo>
                  <a:lnTo>
                    <a:pt x="653" y="2292"/>
                  </a:lnTo>
                  <a:lnTo>
                    <a:pt x="712" y="2331"/>
                  </a:lnTo>
                  <a:lnTo>
                    <a:pt x="673" y="2331"/>
                  </a:lnTo>
                  <a:lnTo>
                    <a:pt x="633" y="2311"/>
                  </a:lnTo>
                  <a:lnTo>
                    <a:pt x="594" y="2292"/>
                  </a:lnTo>
                  <a:lnTo>
                    <a:pt x="495" y="2193"/>
                  </a:lnTo>
                  <a:lnTo>
                    <a:pt x="515" y="2232"/>
                  </a:lnTo>
                  <a:lnTo>
                    <a:pt x="337" y="2094"/>
                  </a:lnTo>
                  <a:lnTo>
                    <a:pt x="297" y="2094"/>
                  </a:lnTo>
                  <a:lnTo>
                    <a:pt x="297" y="2114"/>
                  </a:lnTo>
                  <a:lnTo>
                    <a:pt x="159" y="2035"/>
                  </a:lnTo>
                  <a:lnTo>
                    <a:pt x="179" y="2074"/>
                  </a:lnTo>
                  <a:lnTo>
                    <a:pt x="159" y="2074"/>
                  </a:lnTo>
                  <a:lnTo>
                    <a:pt x="100" y="2055"/>
                  </a:lnTo>
                  <a:lnTo>
                    <a:pt x="120" y="2074"/>
                  </a:lnTo>
                  <a:lnTo>
                    <a:pt x="159" y="2094"/>
                  </a:lnTo>
                  <a:lnTo>
                    <a:pt x="218" y="2134"/>
                  </a:lnTo>
                  <a:lnTo>
                    <a:pt x="238" y="2134"/>
                  </a:lnTo>
                  <a:lnTo>
                    <a:pt x="278" y="2153"/>
                  </a:lnTo>
                  <a:lnTo>
                    <a:pt x="297" y="2173"/>
                  </a:lnTo>
                  <a:lnTo>
                    <a:pt x="357" y="2213"/>
                  </a:lnTo>
                  <a:lnTo>
                    <a:pt x="376" y="2213"/>
                  </a:lnTo>
                  <a:lnTo>
                    <a:pt x="416" y="2232"/>
                  </a:lnTo>
                  <a:lnTo>
                    <a:pt x="396" y="2252"/>
                  </a:lnTo>
                  <a:lnTo>
                    <a:pt x="396" y="2272"/>
                  </a:lnTo>
                  <a:lnTo>
                    <a:pt x="278" y="2173"/>
                  </a:lnTo>
                  <a:lnTo>
                    <a:pt x="278" y="2193"/>
                  </a:lnTo>
                  <a:lnTo>
                    <a:pt x="238" y="2193"/>
                  </a:lnTo>
                  <a:lnTo>
                    <a:pt x="199" y="2173"/>
                  </a:lnTo>
                  <a:lnTo>
                    <a:pt x="179" y="2153"/>
                  </a:lnTo>
                  <a:lnTo>
                    <a:pt x="159" y="2134"/>
                  </a:lnTo>
                  <a:lnTo>
                    <a:pt x="139" y="2114"/>
                  </a:lnTo>
                  <a:lnTo>
                    <a:pt x="100" y="2134"/>
                  </a:lnTo>
                  <a:lnTo>
                    <a:pt x="80" y="2114"/>
                  </a:lnTo>
                  <a:lnTo>
                    <a:pt x="80" y="2094"/>
                  </a:lnTo>
                  <a:lnTo>
                    <a:pt x="60" y="2094"/>
                  </a:lnTo>
                  <a:lnTo>
                    <a:pt x="60" y="2114"/>
                  </a:lnTo>
                  <a:lnTo>
                    <a:pt x="139" y="2173"/>
                  </a:lnTo>
                  <a:lnTo>
                    <a:pt x="80" y="2173"/>
                  </a:lnTo>
                  <a:lnTo>
                    <a:pt x="80" y="2193"/>
                  </a:lnTo>
                  <a:lnTo>
                    <a:pt x="120" y="2213"/>
                  </a:lnTo>
                  <a:lnTo>
                    <a:pt x="159" y="2252"/>
                  </a:lnTo>
                  <a:lnTo>
                    <a:pt x="199" y="2292"/>
                  </a:lnTo>
                  <a:lnTo>
                    <a:pt x="218" y="2311"/>
                  </a:lnTo>
                  <a:lnTo>
                    <a:pt x="238" y="2331"/>
                  </a:lnTo>
                  <a:lnTo>
                    <a:pt x="60" y="2213"/>
                  </a:lnTo>
                  <a:lnTo>
                    <a:pt x="80" y="2232"/>
                  </a:lnTo>
                  <a:lnTo>
                    <a:pt x="60" y="2232"/>
                  </a:lnTo>
                  <a:lnTo>
                    <a:pt x="120" y="2272"/>
                  </a:lnTo>
                  <a:lnTo>
                    <a:pt x="159" y="2311"/>
                  </a:lnTo>
                  <a:lnTo>
                    <a:pt x="179" y="2331"/>
                  </a:lnTo>
                  <a:lnTo>
                    <a:pt x="159" y="2331"/>
                  </a:lnTo>
                  <a:lnTo>
                    <a:pt x="179" y="2371"/>
                  </a:lnTo>
                  <a:lnTo>
                    <a:pt x="218" y="2391"/>
                  </a:lnTo>
                  <a:lnTo>
                    <a:pt x="278" y="2430"/>
                  </a:lnTo>
                  <a:lnTo>
                    <a:pt x="218" y="2430"/>
                  </a:lnTo>
                  <a:lnTo>
                    <a:pt x="139" y="2371"/>
                  </a:lnTo>
                  <a:lnTo>
                    <a:pt x="159" y="2371"/>
                  </a:lnTo>
                  <a:lnTo>
                    <a:pt x="139" y="2351"/>
                  </a:lnTo>
                  <a:lnTo>
                    <a:pt x="120" y="2371"/>
                  </a:lnTo>
                  <a:lnTo>
                    <a:pt x="80" y="2351"/>
                  </a:lnTo>
                  <a:lnTo>
                    <a:pt x="21" y="2311"/>
                  </a:lnTo>
                  <a:lnTo>
                    <a:pt x="40" y="2351"/>
                  </a:lnTo>
                  <a:lnTo>
                    <a:pt x="80" y="2371"/>
                  </a:lnTo>
                  <a:lnTo>
                    <a:pt x="80" y="2391"/>
                  </a:lnTo>
                  <a:lnTo>
                    <a:pt x="179" y="2470"/>
                  </a:lnTo>
                  <a:lnTo>
                    <a:pt x="199" y="2470"/>
                  </a:lnTo>
                  <a:lnTo>
                    <a:pt x="159" y="2450"/>
                  </a:lnTo>
                  <a:lnTo>
                    <a:pt x="139" y="2430"/>
                  </a:lnTo>
                  <a:lnTo>
                    <a:pt x="120" y="2410"/>
                  </a:lnTo>
                  <a:lnTo>
                    <a:pt x="120" y="2410"/>
                  </a:lnTo>
                  <a:lnTo>
                    <a:pt x="199" y="2450"/>
                  </a:lnTo>
                  <a:lnTo>
                    <a:pt x="238" y="2489"/>
                  </a:lnTo>
                  <a:lnTo>
                    <a:pt x="238" y="2489"/>
                  </a:lnTo>
                  <a:lnTo>
                    <a:pt x="199" y="2430"/>
                  </a:lnTo>
                  <a:lnTo>
                    <a:pt x="258" y="2489"/>
                  </a:lnTo>
                  <a:lnTo>
                    <a:pt x="278" y="2470"/>
                  </a:lnTo>
                  <a:lnTo>
                    <a:pt x="297" y="2470"/>
                  </a:lnTo>
                  <a:lnTo>
                    <a:pt x="357" y="2489"/>
                  </a:lnTo>
                  <a:lnTo>
                    <a:pt x="297" y="2430"/>
                  </a:lnTo>
                  <a:lnTo>
                    <a:pt x="297" y="2430"/>
                  </a:lnTo>
                  <a:lnTo>
                    <a:pt x="376" y="2489"/>
                  </a:lnTo>
                  <a:lnTo>
                    <a:pt x="475" y="2568"/>
                  </a:lnTo>
                  <a:lnTo>
                    <a:pt x="515" y="2608"/>
                  </a:lnTo>
                  <a:lnTo>
                    <a:pt x="534" y="2647"/>
                  </a:lnTo>
                  <a:lnTo>
                    <a:pt x="574" y="2687"/>
                  </a:lnTo>
                  <a:lnTo>
                    <a:pt x="594" y="2707"/>
                  </a:lnTo>
                  <a:lnTo>
                    <a:pt x="574" y="2707"/>
                  </a:lnTo>
                  <a:lnTo>
                    <a:pt x="633" y="2746"/>
                  </a:lnTo>
                  <a:lnTo>
                    <a:pt x="594" y="2746"/>
                  </a:lnTo>
                  <a:lnTo>
                    <a:pt x="613" y="2766"/>
                  </a:lnTo>
                  <a:lnTo>
                    <a:pt x="613" y="2766"/>
                  </a:lnTo>
                  <a:lnTo>
                    <a:pt x="455" y="2667"/>
                  </a:lnTo>
                  <a:lnTo>
                    <a:pt x="337" y="2568"/>
                  </a:lnTo>
                  <a:lnTo>
                    <a:pt x="317" y="2588"/>
                  </a:lnTo>
                  <a:lnTo>
                    <a:pt x="337" y="2628"/>
                  </a:lnTo>
                  <a:lnTo>
                    <a:pt x="337" y="2628"/>
                  </a:lnTo>
                  <a:lnTo>
                    <a:pt x="258" y="2568"/>
                  </a:lnTo>
                  <a:lnTo>
                    <a:pt x="179" y="2509"/>
                  </a:lnTo>
                  <a:lnTo>
                    <a:pt x="199" y="2529"/>
                  </a:lnTo>
                  <a:lnTo>
                    <a:pt x="258" y="2588"/>
                  </a:lnTo>
                  <a:lnTo>
                    <a:pt x="218" y="2568"/>
                  </a:lnTo>
                  <a:lnTo>
                    <a:pt x="199" y="2568"/>
                  </a:lnTo>
                  <a:lnTo>
                    <a:pt x="238" y="2608"/>
                  </a:lnTo>
                  <a:lnTo>
                    <a:pt x="297" y="2667"/>
                  </a:lnTo>
                  <a:lnTo>
                    <a:pt x="330" y="2667"/>
                  </a:lnTo>
                  <a:lnTo>
                    <a:pt x="357" y="2707"/>
                  </a:lnTo>
                  <a:lnTo>
                    <a:pt x="416" y="2707"/>
                  </a:lnTo>
                  <a:lnTo>
                    <a:pt x="455" y="2733"/>
                  </a:lnTo>
                  <a:lnTo>
                    <a:pt x="455" y="2733"/>
                  </a:lnTo>
                  <a:lnTo>
                    <a:pt x="455" y="2746"/>
                  </a:lnTo>
                  <a:lnTo>
                    <a:pt x="475" y="2766"/>
                  </a:lnTo>
                  <a:lnTo>
                    <a:pt x="495" y="2766"/>
                  </a:lnTo>
                  <a:lnTo>
                    <a:pt x="475" y="2726"/>
                  </a:lnTo>
                  <a:lnTo>
                    <a:pt x="475" y="2726"/>
                  </a:lnTo>
                  <a:lnTo>
                    <a:pt x="515" y="2746"/>
                  </a:lnTo>
                  <a:lnTo>
                    <a:pt x="554" y="2746"/>
                  </a:lnTo>
                  <a:lnTo>
                    <a:pt x="633" y="2825"/>
                  </a:lnTo>
                  <a:lnTo>
                    <a:pt x="554" y="2786"/>
                  </a:lnTo>
                  <a:lnTo>
                    <a:pt x="554" y="2805"/>
                  </a:lnTo>
                  <a:lnTo>
                    <a:pt x="574" y="2825"/>
                  </a:lnTo>
                  <a:lnTo>
                    <a:pt x="613" y="2825"/>
                  </a:lnTo>
                  <a:lnTo>
                    <a:pt x="653" y="2884"/>
                  </a:lnTo>
                  <a:lnTo>
                    <a:pt x="653" y="2904"/>
                  </a:lnTo>
                  <a:lnTo>
                    <a:pt x="673" y="2904"/>
                  </a:lnTo>
                  <a:lnTo>
                    <a:pt x="732" y="2963"/>
                  </a:lnTo>
                  <a:lnTo>
                    <a:pt x="791" y="3003"/>
                  </a:lnTo>
                  <a:lnTo>
                    <a:pt x="791" y="3003"/>
                  </a:lnTo>
                  <a:lnTo>
                    <a:pt x="771" y="2983"/>
                  </a:lnTo>
                  <a:lnTo>
                    <a:pt x="732" y="2944"/>
                  </a:lnTo>
                  <a:lnTo>
                    <a:pt x="752" y="2944"/>
                  </a:lnTo>
                  <a:lnTo>
                    <a:pt x="811" y="2983"/>
                  </a:lnTo>
                  <a:lnTo>
                    <a:pt x="771" y="2924"/>
                  </a:lnTo>
                  <a:lnTo>
                    <a:pt x="791" y="2944"/>
                  </a:lnTo>
                  <a:lnTo>
                    <a:pt x="811" y="2944"/>
                  </a:lnTo>
                  <a:lnTo>
                    <a:pt x="791" y="2904"/>
                  </a:lnTo>
                  <a:lnTo>
                    <a:pt x="752" y="2884"/>
                  </a:lnTo>
                  <a:lnTo>
                    <a:pt x="732" y="2845"/>
                  </a:lnTo>
                  <a:lnTo>
                    <a:pt x="673" y="2786"/>
                  </a:lnTo>
                  <a:lnTo>
                    <a:pt x="732" y="2825"/>
                  </a:lnTo>
                  <a:lnTo>
                    <a:pt x="771" y="2845"/>
                  </a:lnTo>
                  <a:lnTo>
                    <a:pt x="692" y="2766"/>
                  </a:lnTo>
                  <a:lnTo>
                    <a:pt x="673" y="2746"/>
                  </a:lnTo>
                  <a:lnTo>
                    <a:pt x="653" y="2726"/>
                  </a:lnTo>
                  <a:lnTo>
                    <a:pt x="633" y="2726"/>
                  </a:lnTo>
                  <a:lnTo>
                    <a:pt x="653" y="2746"/>
                  </a:lnTo>
                  <a:lnTo>
                    <a:pt x="673" y="2766"/>
                  </a:lnTo>
                  <a:lnTo>
                    <a:pt x="673" y="2766"/>
                  </a:lnTo>
                  <a:lnTo>
                    <a:pt x="613" y="2726"/>
                  </a:lnTo>
                  <a:lnTo>
                    <a:pt x="574" y="2667"/>
                  </a:lnTo>
                  <a:lnTo>
                    <a:pt x="633" y="2707"/>
                  </a:lnTo>
                  <a:lnTo>
                    <a:pt x="673" y="2707"/>
                  </a:lnTo>
                  <a:lnTo>
                    <a:pt x="692" y="2726"/>
                  </a:lnTo>
                  <a:lnTo>
                    <a:pt x="712" y="2746"/>
                  </a:lnTo>
                  <a:lnTo>
                    <a:pt x="752" y="2786"/>
                  </a:lnTo>
                  <a:lnTo>
                    <a:pt x="791" y="2805"/>
                  </a:lnTo>
                  <a:lnTo>
                    <a:pt x="752" y="2766"/>
                  </a:lnTo>
                  <a:lnTo>
                    <a:pt x="732" y="2746"/>
                  </a:lnTo>
                  <a:lnTo>
                    <a:pt x="673" y="2687"/>
                  </a:lnTo>
                  <a:lnTo>
                    <a:pt x="692" y="2687"/>
                  </a:lnTo>
                  <a:lnTo>
                    <a:pt x="692" y="2667"/>
                  </a:lnTo>
                  <a:lnTo>
                    <a:pt x="673" y="2647"/>
                  </a:lnTo>
                  <a:lnTo>
                    <a:pt x="673" y="2628"/>
                  </a:lnTo>
                  <a:lnTo>
                    <a:pt x="712" y="2647"/>
                  </a:lnTo>
                  <a:lnTo>
                    <a:pt x="633" y="2588"/>
                  </a:lnTo>
                  <a:lnTo>
                    <a:pt x="633" y="2568"/>
                  </a:lnTo>
                  <a:lnTo>
                    <a:pt x="633" y="2549"/>
                  </a:lnTo>
                  <a:lnTo>
                    <a:pt x="673" y="2568"/>
                  </a:lnTo>
                  <a:lnTo>
                    <a:pt x="633" y="2489"/>
                  </a:lnTo>
                  <a:lnTo>
                    <a:pt x="534" y="2450"/>
                  </a:lnTo>
                  <a:lnTo>
                    <a:pt x="503" y="2419"/>
                  </a:lnTo>
                  <a:lnTo>
                    <a:pt x="515" y="2430"/>
                  </a:lnTo>
                  <a:lnTo>
                    <a:pt x="554" y="2450"/>
                  </a:lnTo>
                  <a:lnTo>
                    <a:pt x="574" y="2450"/>
                  </a:lnTo>
                  <a:lnTo>
                    <a:pt x="554" y="2430"/>
                  </a:lnTo>
                  <a:lnTo>
                    <a:pt x="692" y="2529"/>
                  </a:lnTo>
                  <a:lnTo>
                    <a:pt x="653" y="2489"/>
                  </a:lnTo>
                  <a:lnTo>
                    <a:pt x="633" y="2450"/>
                  </a:lnTo>
                  <a:lnTo>
                    <a:pt x="712" y="2509"/>
                  </a:lnTo>
                  <a:lnTo>
                    <a:pt x="752" y="2549"/>
                  </a:lnTo>
                  <a:lnTo>
                    <a:pt x="712" y="2549"/>
                  </a:lnTo>
                  <a:lnTo>
                    <a:pt x="732" y="2568"/>
                  </a:lnTo>
                  <a:lnTo>
                    <a:pt x="732" y="2588"/>
                  </a:lnTo>
                  <a:lnTo>
                    <a:pt x="712" y="2588"/>
                  </a:lnTo>
                  <a:lnTo>
                    <a:pt x="752" y="2608"/>
                  </a:lnTo>
                  <a:lnTo>
                    <a:pt x="771" y="2628"/>
                  </a:lnTo>
                  <a:lnTo>
                    <a:pt x="771" y="2647"/>
                  </a:lnTo>
                  <a:lnTo>
                    <a:pt x="791" y="2647"/>
                  </a:lnTo>
                  <a:lnTo>
                    <a:pt x="831" y="2667"/>
                  </a:lnTo>
                  <a:lnTo>
                    <a:pt x="870" y="2687"/>
                  </a:lnTo>
                  <a:lnTo>
                    <a:pt x="850" y="2667"/>
                  </a:lnTo>
                  <a:lnTo>
                    <a:pt x="910" y="2687"/>
                  </a:lnTo>
                  <a:lnTo>
                    <a:pt x="949" y="2726"/>
                  </a:lnTo>
                  <a:lnTo>
                    <a:pt x="949" y="2746"/>
                  </a:lnTo>
                  <a:lnTo>
                    <a:pt x="969" y="2766"/>
                  </a:lnTo>
                  <a:lnTo>
                    <a:pt x="989" y="2766"/>
                  </a:lnTo>
                  <a:lnTo>
                    <a:pt x="1008" y="2746"/>
                  </a:lnTo>
                  <a:lnTo>
                    <a:pt x="850" y="2608"/>
                  </a:lnTo>
                  <a:lnTo>
                    <a:pt x="831" y="2568"/>
                  </a:lnTo>
                  <a:lnTo>
                    <a:pt x="850" y="2568"/>
                  </a:lnTo>
                  <a:lnTo>
                    <a:pt x="890" y="2608"/>
                  </a:lnTo>
                  <a:lnTo>
                    <a:pt x="929" y="2647"/>
                  </a:lnTo>
                  <a:lnTo>
                    <a:pt x="969" y="2647"/>
                  </a:lnTo>
                  <a:lnTo>
                    <a:pt x="929" y="2628"/>
                  </a:lnTo>
                  <a:lnTo>
                    <a:pt x="949" y="2608"/>
                  </a:lnTo>
                  <a:lnTo>
                    <a:pt x="1028" y="2647"/>
                  </a:lnTo>
                  <a:lnTo>
                    <a:pt x="1028" y="2667"/>
                  </a:lnTo>
                  <a:lnTo>
                    <a:pt x="1008" y="2667"/>
                  </a:lnTo>
                  <a:lnTo>
                    <a:pt x="1008" y="2687"/>
                  </a:lnTo>
                  <a:lnTo>
                    <a:pt x="1048" y="2707"/>
                  </a:lnTo>
                  <a:lnTo>
                    <a:pt x="1028" y="2707"/>
                  </a:lnTo>
                  <a:lnTo>
                    <a:pt x="1087" y="2726"/>
                  </a:lnTo>
                  <a:lnTo>
                    <a:pt x="1107" y="2726"/>
                  </a:lnTo>
                  <a:lnTo>
                    <a:pt x="1068" y="2707"/>
                  </a:lnTo>
                  <a:lnTo>
                    <a:pt x="1087" y="2707"/>
                  </a:lnTo>
                  <a:lnTo>
                    <a:pt x="1147" y="2746"/>
                  </a:lnTo>
                  <a:lnTo>
                    <a:pt x="1186" y="2726"/>
                  </a:lnTo>
                  <a:lnTo>
                    <a:pt x="1206" y="2726"/>
                  </a:lnTo>
                  <a:lnTo>
                    <a:pt x="1206" y="2707"/>
                  </a:lnTo>
                  <a:lnTo>
                    <a:pt x="1166" y="2667"/>
                  </a:lnTo>
                  <a:lnTo>
                    <a:pt x="1087" y="2588"/>
                  </a:lnTo>
                  <a:lnTo>
                    <a:pt x="1087" y="2588"/>
                  </a:lnTo>
                  <a:lnTo>
                    <a:pt x="1186" y="2647"/>
                  </a:lnTo>
                  <a:lnTo>
                    <a:pt x="1245" y="2667"/>
                  </a:lnTo>
                  <a:lnTo>
                    <a:pt x="1186" y="2628"/>
                  </a:lnTo>
                  <a:lnTo>
                    <a:pt x="1147" y="2588"/>
                  </a:lnTo>
                  <a:lnTo>
                    <a:pt x="1087" y="2549"/>
                  </a:lnTo>
                  <a:lnTo>
                    <a:pt x="1087" y="2529"/>
                  </a:lnTo>
                  <a:lnTo>
                    <a:pt x="1147" y="2568"/>
                  </a:lnTo>
                  <a:lnTo>
                    <a:pt x="1166" y="2588"/>
                  </a:lnTo>
                  <a:lnTo>
                    <a:pt x="1206" y="2588"/>
                  </a:lnTo>
                  <a:lnTo>
                    <a:pt x="1265" y="2608"/>
                  </a:lnTo>
                  <a:lnTo>
                    <a:pt x="1226" y="2568"/>
                  </a:lnTo>
                  <a:lnTo>
                    <a:pt x="1206" y="2549"/>
                  </a:lnTo>
                  <a:lnTo>
                    <a:pt x="1186" y="2549"/>
                  </a:lnTo>
                  <a:lnTo>
                    <a:pt x="1127" y="2489"/>
                  </a:lnTo>
                  <a:lnTo>
                    <a:pt x="1166" y="2489"/>
                  </a:lnTo>
                  <a:lnTo>
                    <a:pt x="1206" y="2509"/>
                  </a:lnTo>
                  <a:lnTo>
                    <a:pt x="1226" y="2529"/>
                  </a:lnTo>
                  <a:lnTo>
                    <a:pt x="1245" y="2549"/>
                  </a:lnTo>
                  <a:lnTo>
                    <a:pt x="1265" y="2549"/>
                  </a:lnTo>
                  <a:lnTo>
                    <a:pt x="1245" y="2529"/>
                  </a:lnTo>
                  <a:lnTo>
                    <a:pt x="1265" y="2509"/>
                  </a:lnTo>
                  <a:lnTo>
                    <a:pt x="1285" y="2529"/>
                  </a:lnTo>
                  <a:lnTo>
                    <a:pt x="1305" y="2509"/>
                  </a:lnTo>
                  <a:lnTo>
                    <a:pt x="1265" y="2470"/>
                  </a:lnTo>
                  <a:lnTo>
                    <a:pt x="1285" y="2470"/>
                  </a:lnTo>
                  <a:lnTo>
                    <a:pt x="1285" y="2450"/>
                  </a:lnTo>
                  <a:lnTo>
                    <a:pt x="1219" y="2397"/>
                  </a:lnTo>
                  <a:lnTo>
                    <a:pt x="1219" y="2397"/>
                  </a:lnTo>
                  <a:lnTo>
                    <a:pt x="1245" y="2410"/>
                  </a:lnTo>
                  <a:lnTo>
                    <a:pt x="1324" y="2470"/>
                  </a:lnTo>
                  <a:lnTo>
                    <a:pt x="1285" y="2410"/>
                  </a:lnTo>
                  <a:lnTo>
                    <a:pt x="1344" y="2430"/>
                  </a:lnTo>
                  <a:lnTo>
                    <a:pt x="1324" y="2391"/>
                  </a:lnTo>
                  <a:lnTo>
                    <a:pt x="1305" y="2331"/>
                  </a:lnTo>
                  <a:lnTo>
                    <a:pt x="1285" y="2292"/>
                  </a:lnTo>
                  <a:lnTo>
                    <a:pt x="1364" y="2371"/>
                  </a:lnTo>
                  <a:lnTo>
                    <a:pt x="1384" y="2391"/>
                  </a:lnTo>
                  <a:lnTo>
                    <a:pt x="1403" y="2410"/>
                  </a:lnTo>
                  <a:lnTo>
                    <a:pt x="1403" y="2391"/>
                  </a:lnTo>
                  <a:lnTo>
                    <a:pt x="1423" y="2391"/>
                  </a:lnTo>
                  <a:lnTo>
                    <a:pt x="1423" y="2371"/>
                  </a:lnTo>
                  <a:lnTo>
                    <a:pt x="1403" y="2351"/>
                  </a:lnTo>
                  <a:lnTo>
                    <a:pt x="1344" y="2311"/>
                  </a:lnTo>
                  <a:lnTo>
                    <a:pt x="1344" y="2292"/>
                  </a:lnTo>
                  <a:lnTo>
                    <a:pt x="1364" y="2311"/>
                  </a:lnTo>
                  <a:lnTo>
                    <a:pt x="1403" y="2331"/>
                  </a:lnTo>
                  <a:lnTo>
                    <a:pt x="1403" y="2331"/>
                  </a:lnTo>
                  <a:lnTo>
                    <a:pt x="1364" y="2292"/>
                  </a:lnTo>
                  <a:lnTo>
                    <a:pt x="1364" y="2272"/>
                  </a:lnTo>
                  <a:lnTo>
                    <a:pt x="1364" y="2252"/>
                  </a:lnTo>
                  <a:lnTo>
                    <a:pt x="1403" y="2292"/>
                  </a:lnTo>
                  <a:lnTo>
                    <a:pt x="1403" y="2292"/>
                  </a:lnTo>
                  <a:lnTo>
                    <a:pt x="1364" y="2232"/>
                  </a:lnTo>
                  <a:lnTo>
                    <a:pt x="1285" y="2173"/>
                  </a:lnTo>
                  <a:lnTo>
                    <a:pt x="1245" y="2153"/>
                  </a:lnTo>
                  <a:lnTo>
                    <a:pt x="1245" y="2153"/>
                  </a:lnTo>
                  <a:lnTo>
                    <a:pt x="1265" y="2193"/>
                  </a:lnTo>
                  <a:lnTo>
                    <a:pt x="1265" y="2213"/>
                  </a:lnTo>
                  <a:lnTo>
                    <a:pt x="1206" y="2193"/>
                  </a:lnTo>
                  <a:lnTo>
                    <a:pt x="1147" y="2153"/>
                  </a:lnTo>
                  <a:lnTo>
                    <a:pt x="1147" y="2153"/>
                  </a:lnTo>
                  <a:lnTo>
                    <a:pt x="1186" y="2173"/>
                  </a:lnTo>
                  <a:lnTo>
                    <a:pt x="1147" y="2134"/>
                  </a:lnTo>
                  <a:lnTo>
                    <a:pt x="1127" y="2114"/>
                  </a:lnTo>
                  <a:lnTo>
                    <a:pt x="1048" y="2055"/>
                  </a:lnTo>
                  <a:lnTo>
                    <a:pt x="1048" y="2015"/>
                  </a:lnTo>
                  <a:lnTo>
                    <a:pt x="1087" y="2055"/>
                  </a:lnTo>
                  <a:lnTo>
                    <a:pt x="1087" y="2055"/>
                  </a:lnTo>
                  <a:lnTo>
                    <a:pt x="1068" y="2015"/>
                  </a:lnTo>
                  <a:lnTo>
                    <a:pt x="1107" y="2035"/>
                  </a:lnTo>
                  <a:lnTo>
                    <a:pt x="1127" y="2035"/>
                  </a:lnTo>
                  <a:lnTo>
                    <a:pt x="1127" y="2015"/>
                  </a:lnTo>
                  <a:lnTo>
                    <a:pt x="1107" y="1995"/>
                  </a:lnTo>
                  <a:lnTo>
                    <a:pt x="1166" y="2015"/>
                  </a:lnTo>
                  <a:lnTo>
                    <a:pt x="1147" y="2015"/>
                  </a:lnTo>
                  <a:lnTo>
                    <a:pt x="1166" y="2055"/>
                  </a:lnTo>
                  <a:lnTo>
                    <a:pt x="1206" y="2074"/>
                  </a:lnTo>
                  <a:lnTo>
                    <a:pt x="1206" y="2094"/>
                  </a:lnTo>
                  <a:lnTo>
                    <a:pt x="1265" y="2114"/>
                  </a:lnTo>
                  <a:lnTo>
                    <a:pt x="1305" y="2153"/>
                  </a:lnTo>
                  <a:lnTo>
                    <a:pt x="1384" y="2232"/>
                  </a:lnTo>
                  <a:lnTo>
                    <a:pt x="1403" y="2232"/>
                  </a:lnTo>
                  <a:lnTo>
                    <a:pt x="1443" y="2252"/>
                  </a:lnTo>
                  <a:lnTo>
                    <a:pt x="1423" y="2213"/>
                  </a:lnTo>
                  <a:lnTo>
                    <a:pt x="1423" y="2193"/>
                  </a:lnTo>
                  <a:lnTo>
                    <a:pt x="1403" y="2153"/>
                  </a:lnTo>
                  <a:lnTo>
                    <a:pt x="1423" y="2173"/>
                  </a:lnTo>
                  <a:lnTo>
                    <a:pt x="1443" y="2193"/>
                  </a:lnTo>
                  <a:lnTo>
                    <a:pt x="1463" y="2153"/>
                  </a:lnTo>
                  <a:lnTo>
                    <a:pt x="1423" y="2114"/>
                  </a:lnTo>
                  <a:lnTo>
                    <a:pt x="1463" y="2114"/>
                  </a:lnTo>
                  <a:lnTo>
                    <a:pt x="1502" y="2153"/>
                  </a:lnTo>
                  <a:lnTo>
                    <a:pt x="1522" y="2134"/>
                  </a:lnTo>
                  <a:lnTo>
                    <a:pt x="1522" y="2114"/>
                  </a:lnTo>
                  <a:lnTo>
                    <a:pt x="1482" y="2074"/>
                  </a:lnTo>
                  <a:lnTo>
                    <a:pt x="1463" y="2035"/>
                  </a:lnTo>
                  <a:lnTo>
                    <a:pt x="1463" y="2015"/>
                  </a:lnTo>
                  <a:lnTo>
                    <a:pt x="1482" y="1995"/>
                  </a:lnTo>
                  <a:lnTo>
                    <a:pt x="1522" y="2035"/>
                  </a:lnTo>
                  <a:lnTo>
                    <a:pt x="1502" y="1995"/>
                  </a:lnTo>
                  <a:lnTo>
                    <a:pt x="1542" y="2015"/>
                  </a:lnTo>
                  <a:lnTo>
                    <a:pt x="1542" y="1976"/>
                  </a:lnTo>
                  <a:lnTo>
                    <a:pt x="1542" y="1956"/>
                  </a:lnTo>
                  <a:lnTo>
                    <a:pt x="1581" y="1976"/>
                  </a:lnTo>
                  <a:lnTo>
                    <a:pt x="1561" y="1936"/>
                  </a:lnTo>
                  <a:lnTo>
                    <a:pt x="1502" y="1877"/>
                  </a:lnTo>
                  <a:lnTo>
                    <a:pt x="1561" y="1916"/>
                  </a:lnTo>
                  <a:lnTo>
                    <a:pt x="1601" y="1936"/>
                  </a:lnTo>
                  <a:lnTo>
                    <a:pt x="1601" y="1837"/>
                  </a:lnTo>
                  <a:lnTo>
                    <a:pt x="1621" y="1758"/>
                  </a:lnTo>
                  <a:lnTo>
                    <a:pt x="1640" y="1778"/>
                  </a:lnTo>
                  <a:lnTo>
                    <a:pt x="1640" y="1739"/>
                  </a:lnTo>
                  <a:lnTo>
                    <a:pt x="1640" y="1699"/>
                  </a:lnTo>
                  <a:lnTo>
                    <a:pt x="1621" y="1660"/>
                  </a:lnTo>
                  <a:lnTo>
                    <a:pt x="1621" y="1640"/>
                  </a:lnTo>
                  <a:lnTo>
                    <a:pt x="1640" y="1640"/>
                  </a:lnTo>
                  <a:lnTo>
                    <a:pt x="1621" y="1600"/>
                  </a:lnTo>
                  <a:lnTo>
                    <a:pt x="1561" y="1561"/>
                  </a:lnTo>
                  <a:lnTo>
                    <a:pt x="1463" y="1502"/>
                  </a:lnTo>
                  <a:lnTo>
                    <a:pt x="1443" y="1482"/>
                  </a:lnTo>
                  <a:lnTo>
                    <a:pt x="1463" y="1482"/>
                  </a:lnTo>
                  <a:lnTo>
                    <a:pt x="1482" y="1502"/>
                  </a:lnTo>
                  <a:lnTo>
                    <a:pt x="1522" y="1521"/>
                  </a:lnTo>
                  <a:lnTo>
                    <a:pt x="1542" y="1521"/>
                  </a:lnTo>
                  <a:lnTo>
                    <a:pt x="1621" y="1581"/>
                  </a:lnTo>
                  <a:lnTo>
                    <a:pt x="1680" y="1620"/>
                  </a:lnTo>
                  <a:lnTo>
                    <a:pt x="1680" y="1620"/>
                  </a:lnTo>
                  <a:lnTo>
                    <a:pt x="1640" y="1561"/>
                  </a:lnTo>
                  <a:lnTo>
                    <a:pt x="1660" y="1561"/>
                  </a:lnTo>
                  <a:lnTo>
                    <a:pt x="1660" y="1541"/>
                  </a:lnTo>
                  <a:lnTo>
                    <a:pt x="1680" y="1541"/>
                  </a:lnTo>
                  <a:lnTo>
                    <a:pt x="1700" y="1561"/>
                  </a:lnTo>
                  <a:lnTo>
                    <a:pt x="1719" y="1581"/>
                  </a:lnTo>
                  <a:lnTo>
                    <a:pt x="1700" y="1581"/>
                  </a:lnTo>
                  <a:lnTo>
                    <a:pt x="1700" y="1600"/>
                  </a:lnTo>
                  <a:lnTo>
                    <a:pt x="1739" y="1640"/>
                  </a:lnTo>
                  <a:lnTo>
                    <a:pt x="1719" y="1600"/>
                  </a:lnTo>
                  <a:lnTo>
                    <a:pt x="1739" y="1581"/>
                  </a:lnTo>
                  <a:lnTo>
                    <a:pt x="1739" y="1561"/>
                  </a:lnTo>
                  <a:lnTo>
                    <a:pt x="1700" y="1541"/>
                  </a:lnTo>
                  <a:lnTo>
                    <a:pt x="1700" y="1521"/>
                  </a:lnTo>
                  <a:lnTo>
                    <a:pt x="1660" y="1462"/>
                  </a:lnTo>
                  <a:lnTo>
                    <a:pt x="1680" y="1477"/>
                  </a:lnTo>
                  <a:lnTo>
                    <a:pt x="1680" y="1477"/>
                  </a:lnTo>
                  <a:lnTo>
                    <a:pt x="1680" y="1462"/>
                  </a:lnTo>
                  <a:lnTo>
                    <a:pt x="1700" y="1442"/>
                  </a:lnTo>
                  <a:lnTo>
                    <a:pt x="1719" y="1442"/>
                  </a:lnTo>
                  <a:lnTo>
                    <a:pt x="1779" y="1482"/>
                  </a:lnTo>
                  <a:lnTo>
                    <a:pt x="1759" y="1442"/>
                  </a:lnTo>
                  <a:lnTo>
                    <a:pt x="1779" y="1462"/>
                  </a:lnTo>
                  <a:lnTo>
                    <a:pt x="1818" y="1423"/>
                  </a:lnTo>
                  <a:lnTo>
                    <a:pt x="1838" y="1403"/>
                  </a:lnTo>
                  <a:lnTo>
                    <a:pt x="1858" y="1403"/>
                  </a:lnTo>
                  <a:lnTo>
                    <a:pt x="1858" y="1363"/>
                  </a:lnTo>
                  <a:lnTo>
                    <a:pt x="1798" y="1304"/>
                  </a:lnTo>
                  <a:lnTo>
                    <a:pt x="1739" y="1284"/>
                  </a:lnTo>
                  <a:lnTo>
                    <a:pt x="1719" y="1245"/>
                  </a:lnTo>
                  <a:lnTo>
                    <a:pt x="1719" y="1225"/>
                  </a:lnTo>
                  <a:lnTo>
                    <a:pt x="1759" y="1265"/>
                  </a:lnTo>
                  <a:lnTo>
                    <a:pt x="1798" y="1284"/>
                  </a:lnTo>
                  <a:lnTo>
                    <a:pt x="1838" y="1304"/>
                  </a:lnTo>
                  <a:lnTo>
                    <a:pt x="1838" y="1284"/>
                  </a:lnTo>
                  <a:lnTo>
                    <a:pt x="1877" y="1304"/>
                  </a:lnTo>
                  <a:lnTo>
                    <a:pt x="1877" y="1265"/>
                  </a:lnTo>
                  <a:lnTo>
                    <a:pt x="1838" y="1225"/>
                  </a:lnTo>
                  <a:lnTo>
                    <a:pt x="1838" y="1225"/>
                  </a:lnTo>
                  <a:lnTo>
                    <a:pt x="1877" y="1245"/>
                  </a:lnTo>
                  <a:lnTo>
                    <a:pt x="1897" y="1284"/>
                  </a:lnTo>
                  <a:lnTo>
                    <a:pt x="1897" y="1265"/>
                  </a:lnTo>
                  <a:lnTo>
                    <a:pt x="1917" y="1284"/>
                  </a:lnTo>
                  <a:lnTo>
                    <a:pt x="1917" y="1265"/>
                  </a:lnTo>
                  <a:lnTo>
                    <a:pt x="1897" y="1225"/>
                  </a:lnTo>
                  <a:lnTo>
                    <a:pt x="1858" y="1186"/>
                  </a:lnTo>
                  <a:lnTo>
                    <a:pt x="1838" y="1126"/>
                  </a:lnTo>
                  <a:lnTo>
                    <a:pt x="1858" y="1126"/>
                  </a:lnTo>
                  <a:lnTo>
                    <a:pt x="1818" y="1087"/>
                  </a:lnTo>
                  <a:lnTo>
                    <a:pt x="1779" y="1028"/>
                  </a:lnTo>
                  <a:lnTo>
                    <a:pt x="1818" y="1067"/>
                  </a:lnTo>
                  <a:lnTo>
                    <a:pt x="1838" y="1067"/>
                  </a:lnTo>
                  <a:lnTo>
                    <a:pt x="1818" y="1047"/>
                  </a:lnTo>
                  <a:lnTo>
                    <a:pt x="1917" y="1107"/>
                  </a:lnTo>
                  <a:lnTo>
                    <a:pt x="1877" y="1107"/>
                  </a:lnTo>
                  <a:lnTo>
                    <a:pt x="1858" y="1087"/>
                  </a:lnTo>
                  <a:lnTo>
                    <a:pt x="1858" y="1107"/>
                  </a:lnTo>
                  <a:lnTo>
                    <a:pt x="1937" y="1146"/>
                  </a:lnTo>
                  <a:lnTo>
                    <a:pt x="1976" y="1146"/>
                  </a:lnTo>
                  <a:lnTo>
                    <a:pt x="1996" y="1126"/>
                  </a:lnTo>
                  <a:lnTo>
                    <a:pt x="1996" y="1107"/>
                  </a:lnTo>
                  <a:lnTo>
                    <a:pt x="1996" y="1067"/>
                  </a:lnTo>
                  <a:lnTo>
                    <a:pt x="2016" y="1047"/>
                  </a:lnTo>
                  <a:lnTo>
                    <a:pt x="1996" y="1028"/>
                  </a:lnTo>
                  <a:lnTo>
                    <a:pt x="1956" y="968"/>
                  </a:lnTo>
                  <a:lnTo>
                    <a:pt x="1996" y="1008"/>
                  </a:lnTo>
                  <a:lnTo>
                    <a:pt x="2075" y="1008"/>
                  </a:lnTo>
                  <a:lnTo>
                    <a:pt x="2075" y="988"/>
                  </a:lnTo>
                  <a:lnTo>
                    <a:pt x="2095" y="968"/>
                  </a:lnTo>
                  <a:lnTo>
                    <a:pt x="2095" y="949"/>
                  </a:lnTo>
                  <a:lnTo>
                    <a:pt x="2075" y="909"/>
                  </a:lnTo>
                  <a:lnTo>
                    <a:pt x="2075" y="909"/>
                  </a:lnTo>
                  <a:lnTo>
                    <a:pt x="2114" y="929"/>
                  </a:lnTo>
                  <a:lnTo>
                    <a:pt x="2055" y="850"/>
                  </a:lnTo>
                  <a:lnTo>
                    <a:pt x="2055" y="810"/>
                  </a:lnTo>
                  <a:lnTo>
                    <a:pt x="2016" y="751"/>
                  </a:lnTo>
                  <a:lnTo>
                    <a:pt x="1937" y="672"/>
                  </a:lnTo>
                  <a:lnTo>
                    <a:pt x="1996" y="712"/>
                  </a:lnTo>
                  <a:lnTo>
                    <a:pt x="2035" y="751"/>
                  </a:lnTo>
                  <a:lnTo>
                    <a:pt x="2035" y="731"/>
                  </a:lnTo>
                  <a:lnTo>
                    <a:pt x="2016" y="712"/>
                  </a:lnTo>
                  <a:lnTo>
                    <a:pt x="2016" y="692"/>
                  </a:lnTo>
                  <a:lnTo>
                    <a:pt x="2035" y="692"/>
                  </a:lnTo>
                  <a:lnTo>
                    <a:pt x="2055" y="712"/>
                  </a:lnTo>
                  <a:lnTo>
                    <a:pt x="2075" y="731"/>
                  </a:lnTo>
                  <a:lnTo>
                    <a:pt x="2095" y="731"/>
                  </a:lnTo>
                  <a:lnTo>
                    <a:pt x="2075" y="712"/>
                  </a:lnTo>
                  <a:lnTo>
                    <a:pt x="2095" y="712"/>
                  </a:lnTo>
                  <a:lnTo>
                    <a:pt x="2016" y="652"/>
                  </a:lnTo>
                  <a:lnTo>
                    <a:pt x="1996" y="613"/>
                  </a:lnTo>
                  <a:lnTo>
                    <a:pt x="1976" y="613"/>
                  </a:lnTo>
                  <a:lnTo>
                    <a:pt x="1956" y="573"/>
                  </a:lnTo>
                  <a:lnTo>
                    <a:pt x="1956" y="514"/>
                  </a:lnTo>
                  <a:lnTo>
                    <a:pt x="1956" y="435"/>
                  </a:lnTo>
                  <a:lnTo>
                    <a:pt x="1996" y="396"/>
                  </a:lnTo>
                  <a:lnTo>
                    <a:pt x="2035" y="356"/>
                  </a:lnTo>
                  <a:lnTo>
                    <a:pt x="2075" y="396"/>
                  </a:lnTo>
                  <a:lnTo>
                    <a:pt x="2075" y="376"/>
                  </a:lnTo>
                  <a:lnTo>
                    <a:pt x="2134" y="376"/>
                  </a:lnTo>
                  <a:lnTo>
                    <a:pt x="2114" y="356"/>
                  </a:lnTo>
                  <a:lnTo>
                    <a:pt x="2095" y="336"/>
                  </a:lnTo>
                  <a:lnTo>
                    <a:pt x="2134" y="356"/>
                  </a:lnTo>
                  <a:lnTo>
                    <a:pt x="2134" y="376"/>
                  </a:lnTo>
                  <a:lnTo>
                    <a:pt x="2154" y="356"/>
                  </a:lnTo>
                  <a:lnTo>
                    <a:pt x="2193" y="376"/>
                  </a:lnTo>
                  <a:lnTo>
                    <a:pt x="2213" y="376"/>
                  </a:lnTo>
                  <a:lnTo>
                    <a:pt x="2213" y="336"/>
                  </a:lnTo>
                  <a:lnTo>
                    <a:pt x="2272" y="376"/>
                  </a:lnTo>
                  <a:lnTo>
                    <a:pt x="2351" y="396"/>
                  </a:lnTo>
                  <a:lnTo>
                    <a:pt x="2351" y="396"/>
                  </a:lnTo>
                  <a:lnTo>
                    <a:pt x="2312" y="376"/>
                  </a:lnTo>
                  <a:lnTo>
                    <a:pt x="2292" y="336"/>
                  </a:lnTo>
                  <a:lnTo>
                    <a:pt x="2272" y="336"/>
                  </a:lnTo>
                  <a:lnTo>
                    <a:pt x="2253" y="317"/>
                  </a:lnTo>
                  <a:lnTo>
                    <a:pt x="2233" y="277"/>
                  </a:lnTo>
                  <a:lnTo>
                    <a:pt x="2095" y="198"/>
                  </a:lnTo>
                  <a:lnTo>
                    <a:pt x="1956" y="119"/>
                  </a:lnTo>
                  <a:lnTo>
                    <a:pt x="1937" y="119"/>
                  </a:lnTo>
                  <a:lnTo>
                    <a:pt x="1897" y="99"/>
                  </a:lnTo>
                  <a:lnTo>
                    <a:pt x="1838" y="60"/>
                  </a:lnTo>
                  <a:lnTo>
                    <a:pt x="1818" y="60"/>
                  </a:lnTo>
                  <a:lnTo>
                    <a:pt x="1858" y="99"/>
                  </a:lnTo>
                  <a:lnTo>
                    <a:pt x="1818" y="99"/>
                  </a:lnTo>
                  <a:lnTo>
                    <a:pt x="1798" y="80"/>
                  </a:lnTo>
                  <a:lnTo>
                    <a:pt x="1818" y="119"/>
                  </a:lnTo>
                  <a:lnTo>
                    <a:pt x="1759" y="80"/>
                  </a:lnTo>
                  <a:lnTo>
                    <a:pt x="1700" y="40"/>
                  </a:lnTo>
                  <a:lnTo>
                    <a:pt x="1680" y="40"/>
                  </a:lnTo>
                  <a:lnTo>
                    <a:pt x="1680" y="60"/>
                  </a:lnTo>
                  <a:lnTo>
                    <a:pt x="1700" y="80"/>
                  </a:lnTo>
                  <a:lnTo>
                    <a:pt x="1660" y="80"/>
                  </a:lnTo>
                  <a:lnTo>
                    <a:pt x="1640" y="40"/>
                  </a:lnTo>
                  <a:lnTo>
                    <a:pt x="1640" y="60"/>
                  </a:lnTo>
                  <a:lnTo>
                    <a:pt x="1621" y="40"/>
                  </a:lnTo>
                  <a:lnTo>
                    <a:pt x="1561" y="20"/>
                  </a:lnTo>
                  <a:lnTo>
                    <a:pt x="1640" y="80"/>
                  </a:lnTo>
                  <a:lnTo>
                    <a:pt x="1621" y="80"/>
                  </a:lnTo>
                  <a:lnTo>
                    <a:pt x="1700" y="119"/>
                  </a:lnTo>
                  <a:lnTo>
                    <a:pt x="1719" y="159"/>
                  </a:lnTo>
                  <a:lnTo>
                    <a:pt x="1680" y="119"/>
                  </a:lnTo>
                  <a:lnTo>
                    <a:pt x="1660" y="119"/>
                  </a:lnTo>
                  <a:lnTo>
                    <a:pt x="1640" y="99"/>
                  </a:lnTo>
                  <a:lnTo>
                    <a:pt x="1581" y="40"/>
                  </a:lnTo>
                  <a:lnTo>
                    <a:pt x="1542" y="40"/>
                  </a:lnTo>
                  <a:lnTo>
                    <a:pt x="1542" y="60"/>
                  </a:lnTo>
                  <a:lnTo>
                    <a:pt x="1522" y="40"/>
                  </a:lnTo>
                  <a:lnTo>
                    <a:pt x="1502" y="20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9"/>
            <p:cNvSpPr/>
            <p:nvPr/>
          </p:nvSpPr>
          <p:spPr>
            <a:xfrm>
              <a:off x="-1768900" y="35509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9"/>
            <p:cNvSpPr/>
            <p:nvPr/>
          </p:nvSpPr>
          <p:spPr>
            <a:xfrm>
              <a:off x="-1769400" y="35069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20"/>
                  </a:moveTo>
                  <a:lnTo>
                    <a:pt x="2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9"/>
            <p:cNvSpPr/>
            <p:nvPr/>
          </p:nvSpPr>
          <p:spPr>
            <a:xfrm>
              <a:off x="-1780750" y="35430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9"/>
            <p:cNvSpPr/>
            <p:nvPr/>
          </p:nvSpPr>
          <p:spPr>
            <a:xfrm>
              <a:off x="-1780275" y="3412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9"/>
            <p:cNvSpPr/>
            <p:nvPr/>
          </p:nvSpPr>
          <p:spPr>
            <a:xfrm>
              <a:off x="-1780750" y="3410675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9"/>
            <p:cNvSpPr/>
            <p:nvPr/>
          </p:nvSpPr>
          <p:spPr>
            <a:xfrm>
              <a:off x="-1791625" y="3408700"/>
              <a:ext cx="19275" cy="5475"/>
            </a:xfrm>
            <a:custGeom>
              <a:rect b="b" l="l" r="r" t="t"/>
              <a:pathLst>
                <a:path extrusionOk="0" h="219" w="771">
                  <a:moveTo>
                    <a:pt x="438" y="43"/>
                  </a:moveTo>
                  <a:lnTo>
                    <a:pt x="455" y="60"/>
                  </a:lnTo>
                  <a:lnTo>
                    <a:pt x="435" y="80"/>
                  </a:lnTo>
                  <a:lnTo>
                    <a:pt x="475" y="80"/>
                  </a:lnTo>
                  <a:lnTo>
                    <a:pt x="438" y="43"/>
                  </a:lnTo>
                  <a:close/>
                  <a:moveTo>
                    <a:pt x="494" y="60"/>
                  </a:moveTo>
                  <a:lnTo>
                    <a:pt x="514" y="80"/>
                  </a:lnTo>
                  <a:lnTo>
                    <a:pt x="554" y="100"/>
                  </a:lnTo>
                  <a:lnTo>
                    <a:pt x="672" y="139"/>
                  </a:lnTo>
                  <a:lnTo>
                    <a:pt x="712" y="159"/>
                  </a:lnTo>
                  <a:lnTo>
                    <a:pt x="692" y="139"/>
                  </a:lnTo>
                  <a:lnTo>
                    <a:pt x="633" y="119"/>
                  </a:lnTo>
                  <a:lnTo>
                    <a:pt x="672" y="119"/>
                  </a:lnTo>
                  <a:lnTo>
                    <a:pt x="573" y="80"/>
                  </a:lnTo>
                  <a:lnTo>
                    <a:pt x="514" y="60"/>
                  </a:lnTo>
                  <a:close/>
                  <a:moveTo>
                    <a:pt x="0" y="1"/>
                  </a:moveTo>
                  <a:lnTo>
                    <a:pt x="20" y="21"/>
                  </a:lnTo>
                  <a:lnTo>
                    <a:pt x="99" y="40"/>
                  </a:lnTo>
                  <a:lnTo>
                    <a:pt x="40" y="40"/>
                  </a:lnTo>
                  <a:lnTo>
                    <a:pt x="99" y="60"/>
                  </a:lnTo>
                  <a:lnTo>
                    <a:pt x="178" y="100"/>
                  </a:lnTo>
                  <a:lnTo>
                    <a:pt x="198" y="80"/>
                  </a:lnTo>
                  <a:lnTo>
                    <a:pt x="237" y="100"/>
                  </a:lnTo>
                  <a:lnTo>
                    <a:pt x="356" y="119"/>
                  </a:lnTo>
                  <a:lnTo>
                    <a:pt x="395" y="119"/>
                  </a:lnTo>
                  <a:lnTo>
                    <a:pt x="415" y="100"/>
                  </a:lnTo>
                  <a:lnTo>
                    <a:pt x="435" y="100"/>
                  </a:lnTo>
                  <a:lnTo>
                    <a:pt x="554" y="139"/>
                  </a:lnTo>
                  <a:lnTo>
                    <a:pt x="573" y="159"/>
                  </a:lnTo>
                  <a:lnTo>
                    <a:pt x="573" y="159"/>
                  </a:lnTo>
                  <a:lnTo>
                    <a:pt x="534" y="139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514" y="139"/>
                  </a:lnTo>
                  <a:lnTo>
                    <a:pt x="593" y="179"/>
                  </a:lnTo>
                  <a:lnTo>
                    <a:pt x="672" y="198"/>
                  </a:lnTo>
                  <a:lnTo>
                    <a:pt x="692" y="198"/>
                  </a:lnTo>
                  <a:lnTo>
                    <a:pt x="771" y="218"/>
                  </a:lnTo>
                  <a:lnTo>
                    <a:pt x="771" y="218"/>
                  </a:lnTo>
                  <a:lnTo>
                    <a:pt x="692" y="179"/>
                  </a:lnTo>
                  <a:lnTo>
                    <a:pt x="731" y="179"/>
                  </a:lnTo>
                  <a:lnTo>
                    <a:pt x="712" y="159"/>
                  </a:lnTo>
                  <a:lnTo>
                    <a:pt x="672" y="159"/>
                  </a:lnTo>
                  <a:lnTo>
                    <a:pt x="672" y="139"/>
                  </a:lnTo>
                  <a:lnTo>
                    <a:pt x="633" y="139"/>
                  </a:lnTo>
                  <a:lnTo>
                    <a:pt x="554" y="100"/>
                  </a:lnTo>
                  <a:lnTo>
                    <a:pt x="475" y="80"/>
                  </a:lnTo>
                  <a:lnTo>
                    <a:pt x="475" y="80"/>
                  </a:lnTo>
                  <a:lnTo>
                    <a:pt x="494" y="100"/>
                  </a:lnTo>
                  <a:lnTo>
                    <a:pt x="316" y="60"/>
                  </a:lnTo>
                  <a:lnTo>
                    <a:pt x="158" y="21"/>
                  </a:lnTo>
                  <a:lnTo>
                    <a:pt x="158" y="4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9"/>
            <p:cNvSpPr/>
            <p:nvPr/>
          </p:nvSpPr>
          <p:spPr>
            <a:xfrm>
              <a:off x="-1774825" y="3409200"/>
              <a:ext cx="2975" cy="1025"/>
            </a:xfrm>
            <a:custGeom>
              <a:rect b="b" l="l" r="r" t="t"/>
              <a:pathLst>
                <a:path extrusionOk="0" h="41" w="119">
                  <a:moveTo>
                    <a:pt x="119" y="40"/>
                  </a:moveTo>
                  <a:lnTo>
                    <a:pt x="119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9" y="40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9"/>
            <p:cNvSpPr/>
            <p:nvPr/>
          </p:nvSpPr>
          <p:spPr>
            <a:xfrm>
              <a:off x="-1777300" y="340822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0" y="0"/>
                  </a:moveTo>
                  <a:lnTo>
                    <a:pt x="20" y="20"/>
                  </a:lnTo>
                  <a:lnTo>
                    <a:pt x="99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9"/>
            <p:cNvSpPr/>
            <p:nvPr/>
          </p:nvSpPr>
          <p:spPr>
            <a:xfrm>
              <a:off x="-1798550" y="3390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9"/>
            <p:cNvSpPr/>
            <p:nvPr/>
          </p:nvSpPr>
          <p:spPr>
            <a:xfrm>
              <a:off x="-1800025" y="3362775"/>
              <a:ext cx="39525" cy="47925"/>
            </a:xfrm>
            <a:custGeom>
              <a:rect b="b" l="l" r="r" t="t"/>
              <a:pathLst>
                <a:path extrusionOk="0" h="1917" w="1581">
                  <a:moveTo>
                    <a:pt x="1423" y="337"/>
                  </a:moveTo>
                  <a:lnTo>
                    <a:pt x="1423" y="342"/>
                  </a:lnTo>
                  <a:lnTo>
                    <a:pt x="1423" y="342"/>
                  </a:lnTo>
                  <a:lnTo>
                    <a:pt x="1443" y="357"/>
                  </a:lnTo>
                  <a:lnTo>
                    <a:pt x="1423" y="337"/>
                  </a:lnTo>
                  <a:close/>
                  <a:moveTo>
                    <a:pt x="139" y="692"/>
                  </a:moveTo>
                  <a:lnTo>
                    <a:pt x="139" y="699"/>
                  </a:lnTo>
                  <a:lnTo>
                    <a:pt x="139" y="699"/>
                  </a:lnTo>
                  <a:lnTo>
                    <a:pt x="149" y="702"/>
                  </a:lnTo>
                  <a:lnTo>
                    <a:pt x="139" y="692"/>
                  </a:lnTo>
                  <a:close/>
                  <a:moveTo>
                    <a:pt x="149" y="702"/>
                  </a:moveTo>
                  <a:lnTo>
                    <a:pt x="159" y="712"/>
                  </a:lnTo>
                  <a:lnTo>
                    <a:pt x="188" y="722"/>
                  </a:lnTo>
                  <a:lnTo>
                    <a:pt x="188" y="722"/>
                  </a:lnTo>
                  <a:lnTo>
                    <a:pt x="178" y="712"/>
                  </a:lnTo>
                  <a:lnTo>
                    <a:pt x="149" y="702"/>
                  </a:lnTo>
                  <a:close/>
                  <a:moveTo>
                    <a:pt x="40" y="653"/>
                  </a:moveTo>
                  <a:lnTo>
                    <a:pt x="60" y="673"/>
                  </a:lnTo>
                  <a:lnTo>
                    <a:pt x="80" y="692"/>
                  </a:lnTo>
                  <a:lnTo>
                    <a:pt x="60" y="692"/>
                  </a:lnTo>
                  <a:lnTo>
                    <a:pt x="159" y="732"/>
                  </a:lnTo>
                  <a:lnTo>
                    <a:pt x="139" y="712"/>
                  </a:lnTo>
                  <a:lnTo>
                    <a:pt x="139" y="699"/>
                  </a:lnTo>
                  <a:lnTo>
                    <a:pt x="139" y="699"/>
                  </a:lnTo>
                  <a:lnTo>
                    <a:pt x="119" y="692"/>
                  </a:lnTo>
                  <a:lnTo>
                    <a:pt x="40" y="653"/>
                  </a:lnTo>
                  <a:close/>
                  <a:moveTo>
                    <a:pt x="188" y="722"/>
                  </a:moveTo>
                  <a:lnTo>
                    <a:pt x="198" y="73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18" y="732"/>
                  </a:lnTo>
                  <a:lnTo>
                    <a:pt x="188" y="722"/>
                  </a:lnTo>
                  <a:close/>
                  <a:moveTo>
                    <a:pt x="119" y="890"/>
                  </a:moveTo>
                  <a:lnTo>
                    <a:pt x="149" y="900"/>
                  </a:lnTo>
                  <a:lnTo>
                    <a:pt x="139" y="890"/>
                  </a:lnTo>
                  <a:close/>
                  <a:moveTo>
                    <a:pt x="149" y="900"/>
                  </a:moveTo>
                  <a:lnTo>
                    <a:pt x="159" y="910"/>
                  </a:lnTo>
                  <a:lnTo>
                    <a:pt x="178" y="910"/>
                  </a:lnTo>
                  <a:lnTo>
                    <a:pt x="149" y="900"/>
                  </a:lnTo>
                  <a:close/>
                  <a:moveTo>
                    <a:pt x="119" y="910"/>
                  </a:moveTo>
                  <a:lnTo>
                    <a:pt x="119" y="929"/>
                  </a:lnTo>
                  <a:lnTo>
                    <a:pt x="139" y="929"/>
                  </a:lnTo>
                  <a:lnTo>
                    <a:pt x="119" y="910"/>
                  </a:lnTo>
                  <a:close/>
                  <a:moveTo>
                    <a:pt x="119" y="929"/>
                  </a:moveTo>
                  <a:lnTo>
                    <a:pt x="119" y="94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19" y="929"/>
                  </a:lnTo>
                  <a:close/>
                  <a:moveTo>
                    <a:pt x="119" y="1028"/>
                  </a:moveTo>
                  <a:lnTo>
                    <a:pt x="119" y="1048"/>
                  </a:lnTo>
                  <a:lnTo>
                    <a:pt x="178" y="1068"/>
                  </a:lnTo>
                  <a:lnTo>
                    <a:pt x="178" y="1068"/>
                  </a:lnTo>
                  <a:lnTo>
                    <a:pt x="139" y="1048"/>
                  </a:lnTo>
                  <a:lnTo>
                    <a:pt x="119" y="1028"/>
                  </a:lnTo>
                  <a:close/>
                  <a:moveTo>
                    <a:pt x="1285" y="1502"/>
                  </a:moveTo>
                  <a:lnTo>
                    <a:pt x="1304" y="1522"/>
                  </a:lnTo>
                  <a:lnTo>
                    <a:pt x="1364" y="1522"/>
                  </a:lnTo>
                  <a:lnTo>
                    <a:pt x="1285" y="1502"/>
                  </a:lnTo>
                  <a:close/>
                  <a:moveTo>
                    <a:pt x="40" y="1601"/>
                  </a:moveTo>
                  <a:lnTo>
                    <a:pt x="99" y="1621"/>
                  </a:lnTo>
                  <a:lnTo>
                    <a:pt x="119" y="1621"/>
                  </a:lnTo>
                  <a:lnTo>
                    <a:pt x="40" y="1601"/>
                  </a:lnTo>
                  <a:close/>
                  <a:moveTo>
                    <a:pt x="257" y="1680"/>
                  </a:moveTo>
                  <a:lnTo>
                    <a:pt x="266" y="1688"/>
                  </a:lnTo>
                  <a:lnTo>
                    <a:pt x="266" y="1688"/>
                  </a:lnTo>
                  <a:lnTo>
                    <a:pt x="228" y="1680"/>
                  </a:lnTo>
                  <a:close/>
                  <a:moveTo>
                    <a:pt x="1304" y="1690"/>
                  </a:moveTo>
                  <a:lnTo>
                    <a:pt x="1304" y="1700"/>
                  </a:lnTo>
                  <a:lnTo>
                    <a:pt x="1324" y="1700"/>
                  </a:lnTo>
                  <a:lnTo>
                    <a:pt x="1304" y="1690"/>
                  </a:lnTo>
                  <a:close/>
                  <a:moveTo>
                    <a:pt x="652" y="1719"/>
                  </a:moveTo>
                  <a:lnTo>
                    <a:pt x="722" y="1739"/>
                  </a:lnTo>
                  <a:lnTo>
                    <a:pt x="633" y="1739"/>
                  </a:lnTo>
                  <a:lnTo>
                    <a:pt x="593" y="1719"/>
                  </a:lnTo>
                  <a:close/>
                  <a:moveTo>
                    <a:pt x="1048" y="1798"/>
                  </a:moveTo>
                  <a:lnTo>
                    <a:pt x="1087" y="1818"/>
                  </a:lnTo>
                  <a:lnTo>
                    <a:pt x="1087" y="1818"/>
                  </a:lnTo>
                  <a:lnTo>
                    <a:pt x="1067" y="1798"/>
                  </a:lnTo>
                  <a:close/>
                  <a:moveTo>
                    <a:pt x="119" y="1739"/>
                  </a:moveTo>
                  <a:lnTo>
                    <a:pt x="139" y="1759"/>
                  </a:lnTo>
                  <a:lnTo>
                    <a:pt x="119" y="1759"/>
                  </a:lnTo>
                  <a:lnTo>
                    <a:pt x="178" y="1779"/>
                  </a:lnTo>
                  <a:lnTo>
                    <a:pt x="198" y="1779"/>
                  </a:lnTo>
                  <a:lnTo>
                    <a:pt x="317" y="1818"/>
                  </a:lnTo>
                  <a:lnTo>
                    <a:pt x="336" y="1818"/>
                  </a:lnTo>
                  <a:lnTo>
                    <a:pt x="297" y="1798"/>
                  </a:lnTo>
                  <a:lnTo>
                    <a:pt x="238" y="1779"/>
                  </a:lnTo>
                  <a:lnTo>
                    <a:pt x="376" y="1818"/>
                  </a:lnTo>
                  <a:lnTo>
                    <a:pt x="336" y="1779"/>
                  </a:lnTo>
                  <a:lnTo>
                    <a:pt x="238" y="1759"/>
                  </a:lnTo>
                  <a:lnTo>
                    <a:pt x="257" y="1759"/>
                  </a:lnTo>
                  <a:lnTo>
                    <a:pt x="218" y="1739"/>
                  </a:lnTo>
                  <a:lnTo>
                    <a:pt x="238" y="1759"/>
                  </a:lnTo>
                  <a:lnTo>
                    <a:pt x="238" y="1759"/>
                  </a:lnTo>
                  <a:lnTo>
                    <a:pt x="119" y="1739"/>
                  </a:lnTo>
                  <a:close/>
                  <a:moveTo>
                    <a:pt x="376" y="1818"/>
                  </a:moveTo>
                  <a:lnTo>
                    <a:pt x="494" y="1858"/>
                  </a:lnTo>
                  <a:lnTo>
                    <a:pt x="494" y="1858"/>
                  </a:lnTo>
                  <a:lnTo>
                    <a:pt x="455" y="1838"/>
                  </a:lnTo>
                  <a:lnTo>
                    <a:pt x="376" y="1818"/>
                  </a:lnTo>
                  <a:close/>
                  <a:moveTo>
                    <a:pt x="1403" y="1"/>
                  </a:moveTo>
                  <a:lnTo>
                    <a:pt x="435" y="396"/>
                  </a:lnTo>
                  <a:lnTo>
                    <a:pt x="514" y="436"/>
                  </a:lnTo>
                  <a:lnTo>
                    <a:pt x="435" y="436"/>
                  </a:lnTo>
                  <a:lnTo>
                    <a:pt x="396" y="416"/>
                  </a:lnTo>
                  <a:lnTo>
                    <a:pt x="277" y="455"/>
                  </a:lnTo>
                  <a:lnTo>
                    <a:pt x="297" y="475"/>
                  </a:lnTo>
                  <a:lnTo>
                    <a:pt x="218" y="475"/>
                  </a:lnTo>
                  <a:lnTo>
                    <a:pt x="238" y="495"/>
                  </a:lnTo>
                  <a:lnTo>
                    <a:pt x="178" y="495"/>
                  </a:lnTo>
                  <a:lnTo>
                    <a:pt x="139" y="515"/>
                  </a:lnTo>
                  <a:lnTo>
                    <a:pt x="218" y="554"/>
                  </a:lnTo>
                  <a:lnTo>
                    <a:pt x="218" y="554"/>
                  </a:lnTo>
                  <a:lnTo>
                    <a:pt x="198" y="534"/>
                  </a:lnTo>
                  <a:lnTo>
                    <a:pt x="218" y="534"/>
                  </a:lnTo>
                  <a:lnTo>
                    <a:pt x="257" y="554"/>
                  </a:lnTo>
                  <a:lnTo>
                    <a:pt x="297" y="574"/>
                  </a:lnTo>
                  <a:lnTo>
                    <a:pt x="336" y="594"/>
                  </a:lnTo>
                  <a:lnTo>
                    <a:pt x="297" y="594"/>
                  </a:lnTo>
                  <a:lnTo>
                    <a:pt x="238" y="574"/>
                  </a:lnTo>
                  <a:lnTo>
                    <a:pt x="119" y="515"/>
                  </a:lnTo>
                  <a:lnTo>
                    <a:pt x="139" y="534"/>
                  </a:lnTo>
                  <a:lnTo>
                    <a:pt x="218" y="594"/>
                  </a:lnTo>
                  <a:lnTo>
                    <a:pt x="277" y="633"/>
                  </a:lnTo>
                  <a:lnTo>
                    <a:pt x="178" y="594"/>
                  </a:lnTo>
                  <a:lnTo>
                    <a:pt x="80" y="534"/>
                  </a:lnTo>
                  <a:lnTo>
                    <a:pt x="60" y="534"/>
                  </a:lnTo>
                  <a:lnTo>
                    <a:pt x="99" y="554"/>
                  </a:lnTo>
                  <a:lnTo>
                    <a:pt x="60" y="554"/>
                  </a:lnTo>
                  <a:lnTo>
                    <a:pt x="80" y="594"/>
                  </a:lnTo>
                  <a:lnTo>
                    <a:pt x="119" y="594"/>
                  </a:lnTo>
                  <a:lnTo>
                    <a:pt x="139" y="613"/>
                  </a:lnTo>
                  <a:lnTo>
                    <a:pt x="99" y="613"/>
                  </a:lnTo>
                  <a:lnTo>
                    <a:pt x="119" y="633"/>
                  </a:lnTo>
                  <a:lnTo>
                    <a:pt x="119" y="653"/>
                  </a:lnTo>
                  <a:lnTo>
                    <a:pt x="119" y="673"/>
                  </a:lnTo>
                  <a:lnTo>
                    <a:pt x="139" y="673"/>
                  </a:lnTo>
                  <a:lnTo>
                    <a:pt x="139" y="653"/>
                  </a:lnTo>
                  <a:lnTo>
                    <a:pt x="159" y="653"/>
                  </a:lnTo>
                  <a:lnTo>
                    <a:pt x="218" y="673"/>
                  </a:lnTo>
                  <a:lnTo>
                    <a:pt x="257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317" y="771"/>
                  </a:lnTo>
                  <a:lnTo>
                    <a:pt x="317" y="771"/>
                  </a:lnTo>
                  <a:lnTo>
                    <a:pt x="257" y="75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57" y="771"/>
                  </a:lnTo>
                  <a:lnTo>
                    <a:pt x="218" y="752"/>
                  </a:lnTo>
                  <a:lnTo>
                    <a:pt x="218" y="765"/>
                  </a:lnTo>
                  <a:lnTo>
                    <a:pt x="218" y="765"/>
                  </a:lnTo>
                  <a:lnTo>
                    <a:pt x="178" y="752"/>
                  </a:lnTo>
                  <a:lnTo>
                    <a:pt x="119" y="732"/>
                  </a:lnTo>
                  <a:lnTo>
                    <a:pt x="198" y="771"/>
                  </a:lnTo>
                  <a:lnTo>
                    <a:pt x="198" y="771"/>
                  </a:lnTo>
                  <a:lnTo>
                    <a:pt x="139" y="752"/>
                  </a:lnTo>
                  <a:lnTo>
                    <a:pt x="178" y="771"/>
                  </a:lnTo>
                  <a:lnTo>
                    <a:pt x="198" y="791"/>
                  </a:lnTo>
                  <a:lnTo>
                    <a:pt x="159" y="771"/>
                  </a:lnTo>
                  <a:lnTo>
                    <a:pt x="159" y="771"/>
                  </a:lnTo>
                  <a:lnTo>
                    <a:pt x="198" y="811"/>
                  </a:lnTo>
                  <a:lnTo>
                    <a:pt x="257" y="811"/>
                  </a:lnTo>
                  <a:lnTo>
                    <a:pt x="336" y="850"/>
                  </a:lnTo>
                  <a:lnTo>
                    <a:pt x="336" y="870"/>
                  </a:lnTo>
                  <a:lnTo>
                    <a:pt x="277" y="870"/>
                  </a:lnTo>
                  <a:lnTo>
                    <a:pt x="277" y="890"/>
                  </a:lnTo>
                  <a:lnTo>
                    <a:pt x="257" y="870"/>
                  </a:lnTo>
                  <a:lnTo>
                    <a:pt x="238" y="870"/>
                  </a:lnTo>
                  <a:lnTo>
                    <a:pt x="218" y="850"/>
                  </a:lnTo>
                  <a:lnTo>
                    <a:pt x="198" y="850"/>
                  </a:lnTo>
                  <a:lnTo>
                    <a:pt x="139" y="831"/>
                  </a:lnTo>
                  <a:lnTo>
                    <a:pt x="139" y="831"/>
                  </a:lnTo>
                  <a:lnTo>
                    <a:pt x="218" y="850"/>
                  </a:lnTo>
                  <a:lnTo>
                    <a:pt x="159" y="831"/>
                  </a:lnTo>
                  <a:lnTo>
                    <a:pt x="139" y="811"/>
                  </a:lnTo>
                  <a:lnTo>
                    <a:pt x="80" y="791"/>
                  </a:lnTo>
                  <a:lnTo>
                    <a:pt x="80" y="791"/>
                  </a:lnTo>
                  <a:lnTo>
                    <a:pt x="139" y="831"/>
                  </a:lnTo>
                  <a:lnTo>
                    <a:pt x="159" y="850"/>
                  </a:lnTo>
                  <a:lnTo>
                    <a:pt x="198" y="870"/>
                  </a:lnTo>
                  <a:lnTo>
                    <a:pt x="99" y="831"/>
                  </a:lnTo>
                  <a:lnTo>
                    <a:pt x="80" y="850"/>
                  </a:lnTo>
                  <a:lnTo>
                    <a:pt x="119" y="850"/>
                  </a:lnTo>
                  <a:lnTo>
                    <a:pt x="139" y="870"/>
                  </a:lnTo>
                  <a:lnTo>
                    <a:pt x="159" y="890"/>
                  </a:lnTo>
                  <a:lnTo>
                    <a:pt x="139" y="890"/>
                  </a:lnTo>
                  <a:lnTo>
                    <a:pt x="198" y="910"/>
                  </a:lnTo>
                  <a:lnTo>
                    <a:pt x="218" y="929"/>
                  </a:lnTo>
                  <a:lnTo>
                    <a:pt x="218" y="949"/>
                  </a:lnTo>
                  <a:lnTo>
                    <a:pt x="257" y="989"/>
                  </a:lnTo>
                  <a:lnTo>
                    <a:pt x="257" y="989"/>
                  </a:lnTo>
                  <a:lnTo>
                    <a:pt x="198" y="96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59" y="969"/>
                  </a:lnTo>
                  <a:lnTo>
                    <a:pt x="119" y="969"/>
                  </a:lnTo>
                  <a:lnTo>
                    <a:pt x="80" y="949"/>
                  </a:lnTo>
                  <a:lnTo>
                    <a:pt x="20" y="949"/>
                  </a:lnTo>
                  <a:lnTo>
                    <a:pt x="99" y="969"/>
                  </a:lnTo>
                  <a:lnTo>
                    <a:pt x="119" y="989"/>
                  </a:lnTo>
                  <a:lnTo>
                    <a:pt x="99" y="989"/>
                  </a:lnTo>
                  <a:lnTo>
                    <a:pt x="178" y="1008"/>
                  </a:lnTo>
                  <a:lnTo>
                    <a:pt x="99" y="1008"/>
                  </a:lnTo>
                  <a:lnTo>
                    <a:pt x="198" y="1068"/>
                  </a:lnTo>
                  <a:lnTo>
                    <a:pt x="178" y="1068"/>
                  </a:lnTo>
                  <a:lnTo>
                    <a:pt x="257" y="1107"/>
                  </a:lnTo>
                  <a:lnTo>
                    <a:pt x="238" y="1107"/>
                  </a:lnTo>
                  <a:lnTo>
                    <a:pt x="178" y="1087"/>
                  </a:lnTo>
                  <a:lnTo>
                    <a:pt x="218" y="1127"/>
                  </a:lnTo>
                  <a:lnTo>
                    <a:pt x="238" y="1127"/>
                  </a:lnTo>
                  <a:lnTo>
                    <a:pt x="277" y="1147"/>
                  </a:lnTo>
                  <a:lnTo>
                    <a:pt x="317" y="1166"/>
                  </a:lnTo>
                  <a:lnTo>
                    <a:pt x="238" y="1147"/>
                  </a:lnTo>
                  <a:lnTo>
                    <a:pt x="198" y="1127"/>
                  </a:lnTo>
                  <a:lnTo>
                    <a:pt x="139" y="1127"/>
                  </a:lnTo>
                  <a:lnTo>
                    <a:pt x="99" y="1087"/>
                  </a:lnTo>
                  <a:lnTo>
                    <a:pt x="80" y="1087"/>
                  </a:lnTo>
                  <a:lnTo>
                    <a:pt x="99" y="1107"/>
                  </a:lnTo>
                  <a:lnTo>
                    <a:pt x="119" y="1127"/>
                  </a:lnTo>
                  <a:lnTo>
                    <a:pt x="119" y="1127"/>
                  </a:lnTo>
                  <a:lnTo>
                    <a:pt x="60" y="1107"/>
                  </a:lnTo>
                  <a:lnTo>
                    <a:pt x="80" y="1127"/>
                  </a:lnTo>
                  <a:lnTo>
                    <a:pt x="139" y="1147"/>
                  </a:lnTo>
                  <a:lnTo>
                    <a:pt x="178" y="1166"/>
                  </a:lnTo>
                  <a:lnTo>
                    <a:pt x="99" y="1147"/>
                  </a:lnTo>
                  <a:lnTo>
                    <a:pt x="99" y="114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218" y="1206"/>
                  </a:lnTo>
                  <a:lnTo>
                    <a:pt x="277" y="1206"/>
                  </a:lnTo>
                  <a:lnTo>
                    <a:pt x="317" y="1226"/>
                  </a:lnTo>
                  <a:lnTo>
                    <a:pt x="376" y="1245"/>
                  </a:lnTo>
                  <a:lnTo>
                    <a:pt x="396" y="1265"/>
                  </a:lnTo>
                  <a:lnTo>
                    <a:pt x="297" y="1245"/>
                  </a:lnTo>
                  <a:lnTo>
                    <a:pt x="159" y="1206"/>
                  </a:lnTo>
                  <a:lnTo>
                    <a:pt x="1" y="1147"/>
                  </a:lnTo>
                  <a:lnTo>
                    <a:pt x="20" y="1186"/>
                  </a:lnTo>
                  <a:lnTo>
                    <a:pt x="1" y="1186"/>
                  </a:lnTo>
                  <a:lnTo>
                    <a:pt x="80" y="1226"/>
                  </a:lnTo>
                  <a:lnTo>
                    <a:pt x="198" y="1265"/>
                  </a:lnTo>
                  <a:lnTo>
                    <a:pt x="178" y="1265"/>
                  </a:lnTo>
                  <a:lnTo>
                    <a:pt x="139" y="1245"/>
                  </a:lnTo>
                  <a:lnTo>
                    <a:pt x="139" y="1245"/>
                  </a:lnTo>
                  <a:lnTo>
                    <a:pt x="178" y="1285"/>
                  </a:lnTo>
                  <a:lnTo>
                    <a:pt x="198" y="1305"/>
                  </a:lnTo>
                  <a:lnTo>
                    <a:pt x="257" y="1344"/>
                  </a:lnTo>
                  <a:lnTo>
                    <a:pt x="336" y="1364"/>
                  </a:lnTo>
                  <a:lnTo>
                    <a:pt x="356" y="1364"/>
                  </a:lnTo>
                  <a:lnTo>
                    <a:pt x="376" y="1384"/>
                  </a:lnTo>
                  <a:lnTo>
                    <a:pt x="415" y="1403"/>
                  </a:lnTo>
                  <a:lnTo>
                    <a:pt x="356" y="1384"/>
                  </a:lnTo>
                  <a:lnTo>
                    <a:pt x="336" y="1384"/>
                  </a:lnTo>
                  <a:lnTo>
                    <a:pt x="356" y="1403"/>
                  </a:lnTo>
                  <a:lnTo>
                    <a:pt x="297" y="1384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139" y="1344"/>
                  </a:lnTo>
                  <a:lnTo>
                    <a:pt x="198" y="1364"/>
                  </a:lnTo>
                  <a:lnTo>
                    <a:pt x="257" y="1384"/>
                  </a:lnTo>
                  <a:lnTo>
                    <a:pt x="178" y="1384"/>
                  </a:lnTo>
                  <a:lnTo>
                    <a:pt x="159" y="1403"/>
                  </a:lnTo>
                  <a:lnTo>
                    <a:pt x="60" y="1384"/>
                  </a:lnTo>
                  <a:lnTo>
                    <a:pt x="60" y="1384"/>
                  </a:lnTo>
                  <a:lnTo>
                    <a:pt x="139" y="1423"/>
                  </a:lnTo>
                  <a:lnTo>
                    <a:pt x="178" y="1443"/>
                  </a:lnTo>
                  <a:lnTo>
                    <a:pt x="277" y="1482"/>
                  </a:lnTo>
                  <a:lnTo>
                    <a:pt x="297" y="1482"/>
                  </a:lnTo>
                  <a:lnTo>
                    <a:pt x="277" y="1463"/>
                  </a:lnTo>
                  <a:lnTo>
                    <a:pt x="238" y="1443"/>
                  </a:lnTo>
                  <a:lnTo>
                    <a:pt x="277" y="1443"/>
                  </a:lnTo>
                  <a:lnTo>
                    <a:pt x="178" y="1403"/>
                  </a:lnTo>
                  <a:lnTo>
                    <a:pt x="218" y="1403"/>
                  </a:lnTo>
                  <a:lnTo>
                    <a:pt x="297" y="1443"/>
                  </a:lnTo>
                  <a:lnTo>
                    <a:pt x="356" y="1463"/>
                  </a:lnTo>
                  <a:lnTo>
                    <a:pt x="415" y="1482"/>
                  </a:lnTo>
                  <a:lnTo>
                    <a:pt x="415" y="1463"/>
                  </a:lnTo>
                  <a:lnTo>
                    <a:pt x="514" y="1482"/>
                  </a:lnTo>
                  <a:lnTo>
                    <a:pt x="652" y="1542"/>
                  </a:lnTo>
                  <a:lnTo>
                    <a:pt x="573" y="1522"/>
                  </a:lnTo>
                  <a:lnTo>
                    <a:pt x="573" y="1522"/>
                  </a:lnTo>
                  <a:lnTo>
                    <a:pt x="672" y="1561"/>
                  </a:lnTo>
                  <a:lnTo>
                    <a:pt x="672" y="1561"/>
                  </a:lnTo>
                  <a:lnTo>
                    <a:pt x="534" y="1542"/>
                  </a:lnTo>
                  <a:lnTo>
                    <a:pt x="534" y="1542"/>
                  </a:lnTo>
                  <a:lnTo>
                    <a:pt x="554" y="1561"/>
                  </a:lnTo>
                  <a:lnTo>
                    <a:pt x="593" y="1581"/>
                  </a:lnTo>
                  <a:lnTo>
                    <a:pt x="593" y="1561"/>
                  </a:lnTo>
                  <a:lnTo>
                    <a:pt x="633" y="1581"/>
                  </a:lnTo>
                  <a:lnTo>
                    <a:pt x="672" y="1601"/>
                  </a:lnTo>
                  <a:lnTo>
                    <a:pt x="731" y="1621"/>
                  </a:lnTo>
                  <a:lnTo>
                    <a:pt x="633" y="1621"/>
                  </a:lnTo>
                  <a:lnTo>
                    <a:pt x="494" y="1561"/>
                  </a:lnTo>
                  <a:lnTo>
                    <a:pt x="514" y="1581"/>
                  </a:lnTo>
                  <a:lnTo>
                    <a:pt x="514" y="1581"/>
                  </a:lnTo>
                  <a:lnTo>
                    <a:pt x="317" y="1522"/>
                  </a:lnTo>
                  <a:lnTo>
                    <a:pt x="277" y="1522"/>
                  </a:lnTo>
                  <a:lnTo>
                    <a:pt x="277" y="1542"/>
                  </a:lnTo>
                  <a:lnTo>
                    <a:pt x="139" y="1502"/>
                  </a:lnTo>
                  <a:lnTo>
                    <a:pt x="159" y="1522"/>
                  </a:lnTo>
                  <a:lnTo>
                    <a:pt x="80" y="1522"/>
                  </a:lnTo>
                  <a:lnTo>
                    <a:pt x="139" y="1542"/>
                  </a:lnTo>
                  <a:lnTo>
                    <a:pt x="218" y="1561"/>
                  </a:lnTo>
                  <a:lnTo>
                    <a:pt x="198" y="1561"/>
                  </a:lnTo>
                  <a:lnTo>
                    <a:pt x="218" y="1581"/>
                  </a:lnTo>
                  <a:lnTo>
                    <a:pt x="277" y="1561"/>
                  </a:lnTo>
                  <a:lnTo>
                    <a:pt x="376" y="1601"/>
                  </a:lnTo>
                  <a:lnTo>
                    <a:pt x="396" y="1601"/>
                  </a:lnTo>
                  <a:lnTo>
                    <a:pt x="435" y="1621"/>
                  </a:lnTo>
                  <a:lnTo>
                    <a:pt x="435" y="1621"/>
                  </a:lnTo>
                  <a:lnTo>
                    <a:pt x="277" y="1581"/>
                  </a:lnTo>
                  <a:lnTo>
                    <a:pt x="297" y="1601"/>
                  </a:lnTo>
                  <a:lnTo>
                    <a:pt x="218" y="1601"/>
                  </a:lnTo>
                  <a:lnTo>
                    <a:pt x="198" y="1581"/>
                  </a:lnTo>
                  <a:lnTo>
                    <a:pt x="139" y="1581"/>
                  </a:lnTo>
                  <a:lnTo>
                    <a:pt x="139" y="1561"/>
                  </a:lnTo>
                  <a:lnTo>
                    <a:pt x="99" y="1581"/>
                  </a:lnTo>
                  <a:lnTo>
                    <a:pt x="60" y="1581"/>
                  </a:lnTo>
                  <a:lnTo>
                    <a:pt x="159" y="1621"/>
                  </a:lnTo>
                  <a:lnTo>
                    <a:pt x="119" y="1621"/>
                  </a:lnTo>
                  <a:lnTo>
                    <a:pt x="119" y="1640"/>
                  </a:lnTo>
                  <a:lnTo>
                    <a:pt x="159" y="1640"/>
                  </a:lnTo>
                  <a:lnTo>
                    <a:pt x="190" y="1671"/>
                  </a:lnTo>
                  <a:lnTo>
                    <a:pt x="139" y="1660"/>
                  </a:lnTo>
                  <a:lnTo>
                    <a:pt x="139" y="1680"/>
                  </a:lnTo>
                  <a:lnTo>
                    <a:pt x="119" y="1680"/>
                  </a:lnTo>
                  <a:lnTo>
                    <a:pt x="178" y="1700"/>
                  </a:lnTo>
                  <a:lnTo>
                    <a:pt x="238" y="1700"/>
                  </a:lnTo>
                  <a:lnTo>
                    <a:pt x="257" y="1719"/>
                  </a:lnTo>
                  <a:lnTo>
                    <a:pt x="238" y="1719"/>
                  </a:lnTo>
                  <a:lnTo>
                    <a:pt x="277" y="1739"/>
                  </a:lnTo>
                  <a:lnTo>
                    <a:pt x="376" y="1779"/>
                  </a:lnTo>
                  <a:lnTo>
                    <a:pt x="336" y="1779"/>
                  </a:lnTo>
                  <a:lnTo>
                    <a:pt x="396" y="1818"/>
                  </a:lnTo>
                  <a:lnTo>
                    <a:pt x="415" y="1798"/>
                  </a:lnTo>
                  <a:lnTo>
                    <a:pt x="435" y="1798"/>
                  </a:lnTo>
                  <a:lnTo>
                    <a:pt x="475" y="1779"/>
                  </a:lnTo>
                  <a:lnTo>
                    <a:pt x="415" y="1779"/>
                  </a:lnTo>
                  <a:lnTo>
                    <a:pt x="336" y="1739"/>
                  </a:lnTo>
                  <a:lnTo>
                    <a:pt x="376" y="1739"/>
                  </a:lnTo>
                  <a:lnTo>
                    <a:pt x="415" y="1759"/>
                  </a:lnTo>
                  <a:lnTo>
                    <a:pt x="494" y="1779"/>
                  </a:lnTo>
                  <a:lnTo>
                    <a:pt x="633" y="1838"/>
                  </a:lnTo>
                  <a:lnTo>
                    <a:pt x="712" y="1858"/>
                  </a:lnTo>
                  <a:lnTo>
                    <a:pt x="751" y="1877"/>
                  </a:lnTo>
                  <a:lnTo>
                    <a:pt x="830" y="1897"/>
                  </a:lnTo>
                  <a:lnTo>
                    <a:pt x="850" y="1897"/>
                  </a:lnTo>
                  <a:lnTo>
                    <a:pt x="850" y="1877"/>
                  </a:lnTo>
                  <a:lnTo>
                    <a:pt x="890" y="1897"/>
                  </a:lnTo>
                  <a:lnTo>
                    <a:pt x="909" y="1917"/>
                  </a:lnTo>
                  <a:lnTo>
                    <a:pt x="949" y="1917"/>
                  </a:lnTo>
                  <a:lnTo>
                    <a:pt x="929" y="1897"/>
                  </a:lnTo>
                  <a:lnTo>
                    <a:pt x="949" y="1897"/>
                  </a:lnTo>
                  <a:lnTo>
                    <a:pt x="850" y="1877"/>
                  </a:lnTo>
                  <a:lnTo>
                    <a:pt x="870" y="1877"/>
                  </a:lnTo>
                  <a:lnTo>
                    <a:pt x="870" y="1858"/>
                  </a:lnTo>
                  <a:lnTo>
                    <a:pt x="830" y="1838"/>
                  </a:lnTo>
                  <a:lnTo>
                    <a:pt x="870" y="1838"/>
                  </a:lnTo>
                  <a:lnTo>
                    <a:pt x="771" y="1818"/>
                  </a:lnTo>
                  <a:lnTo>
                    <a:pt x="751" y="1779"/>
                  </a:lnTo>
                  <a:lnTo>
                    <a:pt x="830" y="1818"/>
                  </a:lnTo>
                  <a:lnTo>
                    <a:pt x="830" y="1798"/>
                  </a:lnTo>
                  <a:lnTo>
                    <a:pt x="811" y="1779"/>
                  </a:lnTo>
                  <a:lnTo>
                    <a:pt x="745" y="1746"/>
                  </a:lnTo>
                  <a:lnTo>
                    <a:pt x="745" y="1746"/>
                  </a:lnTo>
                  <a:lnTo>
                    <a:pt x="791" y="1759"/>
                  </a:lnTo>
                  <a:lnTo>
                    <a:pt x="712" y="1719"/>
                  </a:lnTo>
                  <a:lnTo>
                    <a:pt x="811" y="1739"/>
                  </a:lnTo>
                  <a:lnTo>
                    <a:pt x="870" y="1779"/>
                  </a:lnTo>
                  <a:lnTo>
                    <a:pt x="850" y="1779"/>
                  </a:lnTo>
                  <a:lnTo>
                    <a:pt x="870" y="1798"/>
                  </a:lnTo>
                  <a:lnTo>
                    <a:pt x="890" y="1798"/>
                  </a:lnTo>
                  <a:lnTo>
                    <a:pt x="909" y="1818"/>
                  </a:lnTo>
                  <a:lnTo>
                    <a:pt x="988" y="1838"/>
                  </a:lnTo>
                  <a:lnTo>
                    <a:pt x="1028" y="1838"/>
                  </a:lnTo>
                  <a:lnTo>
                    <a:pt x="1008" y="1818"/>
                  </a:lnTo>
                  <a:lnTo>
                    <a:pt x="1127" y="1858"/>
                  </a:lnTo>
                  <a:lnTo>
                    <a:pt x="1146" y="1877"/>
                  </a:lnTo>
                  <a:lnTo>
                    <a:pt x="1166" y="1877"/>
                  </a:lnTo>
                  <a:lnTo>
                    <a:pt x="1166" y="1858"/>
                  </a:lnTo>
                  <a:lnTo>
                    <a:pt x="969" y="1798"/>
                  </a:lnTo>
                  <a:lnTo>
                    <a:pt x="949" y="1779"/>
                  </a:lnTo>
                  <a:lnTo>
                    <a:pt x="969" y="1759"/>
                  </a:lnTo>
                  <a:lnTo>
                    <a:pt x="1008" y="1779"/>
                  </a:lnTo>
                  <a:lnTo>
                    <a:pt x="1048" y="1798"/>
                  </a:lnTo>
                  <a:lnTo>
                    <a:pt x="1048" y="1798"/>
                  </a:lnTo>
                  <a:lnTo>
                    <a:pt x="1067" y="1779"/>
                  </a:lnTo>
                  <a:lnTo>
                    <a:pt x="1146" y="1798"/>
                  </a:lnTo>
                  <a:lnTo>
                    <a:pt x="1146" y="1818"/>
                  </a:lnTo>
                  <a:lnTo>
                    <a:pt x="1186" y="1818"/>
                  </a:lnTo>
                  <a:lnTo>
                    <a:pt x="1186" y="1838"/>
                  </a:lnTo>
                  <a:lnTo>
                    <a:pt x="1245" y="1838"/>
                  </a:lnTo>
                  <a:lnTo>
                    <a:pt x="1225" y="1818"/>
                  </a:lnTo>
                  <a:lnTo>
                    <a:pt x="1225" y="1818"/>
                  </a:lnTo>
                  <a:lnTo>
                    <a:pt x="1304" y="1838"/>
                  </a:lnTo>
                  <a:lnTo>
                    <a:pt x="1324" y="1818"/>
                  </a:lnTo>
                  <a:lnTo>
                    <a:pt x="1344" y="1818"/>
                  </a:lnTo>
                  <a:lnTo>
                    <a:pt x="1265" y="1779"/>
                  </a:lnTo>
                  <a:lnTo>
                    <a:pt x="1166" y="1739"/>
                  </a:lnTo>
                  <a:lnTo>
                    <a:pt x="1285" y="1779"/>
                  </a:lnTo>
                  <a:lnTo>
                    <a:pt x="1285" y="1759"/>
                  </a:lnTo>
                  <a:lnTo>
                    <a:pt x="1225" y="1739"/>
                  </a:lnTo>
                  <a:lnTo>
                    <a:pt x="1146" y="1719"/>
                  </a:lnTo>
                  <a:lnTo>
                    <a:pt x="1146" y="1700"/>
                  </a:lnTo>
                  <a:lnTo>
                    <a:pt x="1166" y="1700"/>
                  </a:lnTo>
                  <a:lnTo>
                    <a:pt x="1245" y="1739"/>
                  </a:lnTo>
                  <a:lnTo>
                    <a:pt x="1285" y="1719"/>
                  </a:lnTo>
                  <a:lnTo>
                    <a:pt x="1344" y="1739"/>
                  </a:lnTo>
                  <a:lnTo>
                    <a:pt x="1344" y="1739"/>
                  </a:lnTo>
                  <a:lnTo>
                    <a:pt x="1285" y="1700"/>
                  </a:lnTo>
                  <a:lnTo>
                    <a:pt x="1206" y="1680"/>
                  </a:lnTo>
                  <a:lnTo>
                    <a:pt x="1206" y="1680"/>
                  </a:lnTo>
                  <a:lnTo>
                    <a:pt x="1166" y="1660"/>
                  </a:lnTo>
                  <a:lnTo>
                    <a:pt x="1245" y="1660"/>
                  </a:lnTo>
                  <a:lnTo>
                    <a:pt x="1285" y="1680"/>
                  </a:lnTo>
                  <a:lnTo>
                    <a:pt x="1304" y="1690"/>
                  </a:lnTo>
                  <a:lnTo>
                    <a:pt x="1304" y="1690"/>
                  </a:lnTo>
                  <a:lnTo>
                    <a:pt x="1304" y="1680"/>
                  </a:lnTo>
                  <a:lnTo>
                    <a:pt x="1304" y="1660"/>
                  </a:lnTo>
                  <a:lnTo>
                    <a:pt x="1344" y="1660"/>
                  </a:lnTo>
                  <a:lnTo>
                    <a:pt x="1285" y="1640"/>
                  </a:lnTo>
                  <a:lnTo>
                    <a:pt x="1206" y="1621"/>
                  </a:lnTo>
                  <a:lnTo>
                    <a:pt x="1265" y="1621"/>
                  </a:lnTo>
                  <a:lnTo>
                    <a:pt x="1285" y="1640"/>
                  </a:lnTo>
                  <a:lnTo>
                    <a:pt x="1304" y="1640"/>
                  </a:lnTo>
                  <a:lnTo>
                    <a:pt x="1285" y="1621"/>
                  </a:lnTo>
                  <a:lnTo>
                    <a:pt x="1166" y="1581"/>
                  </a:lnTo>
                  <a:lnTo>
                    <a:pt x="1166" y="1581"/>
                  </a:lnTo>
                  <a:lnTo>
                    <a:pt x="1245" y="1601"/>
                  </a:lnTo>
                  <a:lnTo>
                    <a:pt x="1344" y="1621"/>
                  </a:lnTo>
                  <a:lnTo>
                    <a:pt x="1285" y="1601"/>
                  </a:lnTo>
                  <a:lnTo>
                    <a:pt x="1344" y="1601"/>
                  </a:lnTo>
                  <a:lnTo>
                    <a:pt x="1304" y="1581"/>
                  </a:lnTo>
                  <a:lnTo>
                    <a:pt x="1265" y="1542"/>
                  </a:lnTo>
                  <a:lnTo>
                    <a:pt x="1245" y="1522"/>
                  </a:lnTo>
                  <a:lnTo>
                    <a:pt x="1324" y="1561"/>
                  </a:lnTo>
                  <a:lnTo>
                    <a:pt x="1364" y="1581"/>
                  </a:lnTo>
                  <a:lnTo>
                    <a:pt x="1383" y="1581"/>
                  </a:lnTo>
                  <a:lnTo>
                    <a:pt x="1383" y="1561"/>
                  </a:lnTo>
                  <a:lnTo>
                    <a:pt x="1364" y="1542"/>
                  </a:lnTo>
                  <a:lnTo>
                    <a:pt x="1285" y="1522"/>
                  </a:lnTo>
                  <a:lnTo>
                    <a:pt x="1285" y="1502"/>
                  </a:lnTo>
                  <a:lnTo>
                    <a:pt x="1285" y="1482"/>
                  </a:lnTo>
                  <a:lnTo>
                    <a:pt x="1344" y="1502"/>
                  </a:lnTo>
                  <a:lnTo>
                    <a:pt x="1285" y="1463"/>
                  </a:lnTo>
                  <a:lnTo>
                    <a:pt x="1186" y="1443"/>
                  </a:lnTo>
                  <a:lnTo>
                    <a:pt x="1206" y="1443"/>
                  </a:lnTo>
                  <a:lnTo>
                    <a:pt x="1146" y="1423"/>
                  </a:lnTo>
                  <a:lnTo>
                    <a:pt x="1166" y="1443"/>
                  </a:lnTo>
                  <a:lnTo>
                    <a:pt x="1186" y="1463"/>
                  </a:lnTo>
                  <a:lnTo>
                    <a:pt x="1127" y="1463"/>
                  </a:lnTo>
                  <a:lnTo>
                    <a:pt x="1067" y="1443"/>
                  </a:lnTo>
                  <a:lnTo>
                    <a:pt x="1087" y="1443"/>
                  </a:lnTo>
                  <a:lnTo>
                    <a:pt x="1028" y="1423"/>
                  </a:lnTo>
                  <a:lnTo>
                    <a:pt x="929" y="1384"/>
                  </a:lnTo>
                  <a:lnTo>
                    <a:pt x="909" y="1364"/>
                  </a:lnTo>
                  <a:lnTo>
                    <a:pt x="909" y="1364"/>
                  </a:lnTo>
                  <a:lnTo>
                    <a:pt x="988" y="1384"/>
                  </a:lnTo>
                  <a:lnTo>
                    <a:pt x="1028" y="1403"/>
                  </a:lnTo>
                  <a:lnTo>
                    <a:pt x="1107" y="1423"/>
                  </a:lnTo>
                  <a:lnTo>
                    <a:pt x="1048" y="1403"/>
                  </a:lnTo>
                  <a:lnTo>
                    <a:pt x="969" y="1364"/>
                  </a:lnTo>
                  <a:lnTo>
                    <a:pt x="929" y="1344"/>
                  </a:lnTo>
                  <a:lnTo>
                    <a:pt x="969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988" y="1344"/>
                  </a:lnTo>
                  <a:lnTo>
                    <a:pt x="949" y="1324"/>
                  </a:lnTo>
                  <a:lnTo>
                    <a:pt x="1028" y="1344"/>
                  </a:lnTo>
                  <a:lnTo>
                    <a:pt x="1008" y="1344"/>
                  </a:lnTo>
                  <a:lnTo>
                    <a:pt x="1028" y="1364"/>
                  </a:lnTo>
                  <a:lnTo>
                    <a:pt x="1087" y="1384"/>
                  </a:lnTo>
                  <a:lnTo>
                    <a:pt x="1206" y="1423"/>
                  </a:lnTo>
                  <a:lnTo>
                    <a:pt x="1304" y="1463"/>
                  </a:lnTo>
                  <a:lnTo>
                    <a:pt x="1364" y="1463"/>
                  </a:lnTo>
                  <a:lnTo>
                    <a:pt x="1324" y="1443"/>
                  </a:lnTo>
                  <a:lnTo>
                    <a:pt x="1324" y="1423"/>
                  </a:lnTo>
                  <a:lnTo>
                    <a:pt x="1285" y="1403"/>
                  </a:lnTo>
                  <a:lnTo>
                    <a:pt x="1344" y="1423"/>
                  </a:lnTo>
                  <a:lnTo>
                    <a:pt x="1344" y="1403"/>
                  </a:lnTo>
                  <a:lnTo>
                    <a:pt x="1304" y="1384"/>
                  </a:lnTo>
                  <a:lnTo>
                    <a:pt x="1304" y="1384"/>
                  </a:lnTo>
                  <a:lnTo>
                    <a:pt x="1364" y="1403"/>
                  </a:lnTo>
                  <a:lnTo>
                    <a:pt x="1383" y="1384"/>
                  </a:lnTo>
                  <a:lnTo>
                    <a:pt x="1344" y="1344"/>
                  </a:lnTo>
                  <a:lnTo>
                    <a:pt x="1285" y="1324"/>
                  </a:lnTo>
                  <a:lnTo>
                    <a:pt x="1285" y="1305"/>
                  </a:lnTo>
                  <a:lnTo>
                    <a:pt x="1344" y="1305"/>
                  </a:lnTo>
                  <a:lnTo>
                    <a:pt x="1304" y="1285"/>
                  </a:lnTo>
                  <a:lnTo>
                    <a:pt x="1364" y="1305"/>
                  </a:lnTo>
                  <a:lnTo>
                    <a:pt x="1344" y="1285"/>
                  </a:lnTo>
                  <a:lnTo>
                    <a:pt x="1324" y="1265"/>
                  </a:lnTo>
                  <a:lnTo>
                    <a:pt x="1383" y="1265"/>
                  </a:lnTo>
                  <a:lnTo>
                    <a:pt x="1344" y="1245"/>
                  </a:lnTo>
                  <a:lnTo>
                    <a:pt x="1285" y="1206"/>
                  </a:lnTo>
                  <a:lnTo>
                    <a:pt x="1383" y="1245"/>
                  </a:lnTo>
                  <a:lnTo>
                    <a:pt x="1344" y="1186"/>
                  </a:lnTo>
                  <a:lnTo>
                    <a:pt x="1344" y="1107"/>
                  </a:lnTo>
                  <a:lnTo>
                    <a:pt x="1364" y="1127"/>
                  </a:lnTo>
                  <a:lnTo>
                    <a:pt x="1364" y="1107"/>
                  </a:lnTo>
                  <a:lnTo>
                    <a:pt x="1324" y="1068"/>
                  </a:lnTo>
                  <a:lnTo>
                    <a:pt x="1304" y="1048"/>
                  </a:lnTo>
                  <a:lnTo>
                    <a:pt x="1304" y="1028"/>
                  </a:lnTo>
                  <a:lnTo>
                    <a:pt x="1324" y="1028"/>
                  </a:lnTo>
                  <a:lnTo>
                    <a:pt x="1285" y="1008"/>
                  </a:lnTo>
                  <a:lnTo>
                    <a:pt x="1225" y="989"/>
                  </a:lnTo>
                  <a:lnTo>
                    <a:pt x="1107" y="949"/>
                  </a:lnTo>
                  <a:lnTo>
                    <a:pt x="1087" y="929"/>
                  </a:lnTo>
                  <a:lnTo>
                    <a:pt x="1127" y="929"/>
                  </a:lnTo>
                  <a:lnTo>
                    <a:pt x="1186" y="949"/>
                  </a:lnTo>
                  <a:lnTo>
                    <a:pt x="1265" y="989"/>
                  </a:lnTo>
                  <a:lnTo>
                    <a:pt x="1344" y="1028"/>
                  </a:lnTo>
                  <a:lnTo>
                    <a:pt x="1344" y="1028"/>
                  </a:lnTo>
                  <a:lnTo>
                    <a:pt x="1285" y="989"/>
                  </a:lnTo>
                  <a:lnTo>
                    <a:pt x="1304" y="969"/>
                  </a:lnTo>
                  <a:lnTo>
                    <a:pt x="1304" y="949"/>
                  </a:lnTo>
                  <a:lnTo>
                    <a:pt x="1324" y="969"/>
                  </a:lnTo>
                  <a:lnTo>
                    <a:pt x="1344" y="969"/>
                  </a:lnTo>
                  <a:lnTo>
                    <a:pt x="1344" y="989"/>
                  </a:lnTo>
                  <a:lnTo>
                    <a:pt x="1364" y="989"/>
                  </a:lnTo>
                  <a:lnTo>
                    <a:pt x="1403" y="1028"/>
                  </a:lnTo>
                  <a:lnTo>
                    <a:pt x="1383" y="989"/>
                  </a:lnTo>
                  <a:lnTo>
                    <a:pt x="1383" y="969"/>
                  </a:lnTo>
                  <a:lnTo>
                    <a:pt x="1344" y="949"/>
                  </a:lnTo>
                  <a:lnTo>
                    <a:pt x="1324" y="929"/>
                  </a:lnTo>
                  <a:lnTo>
                    <a:pt x="1265" y="910"/>
                  </a:lnTo>
                  <a:lnTo>
                    <a:pt x="1364" y="929"/>
                  </a:lnTo>
                  <a:lnTo>
                    <a:pt x="1304" y="910"/>
                  </a:lnTo>
                  <a:lnTo>
                    <a:pt x="1285" y="910"/>
                  </a:lnTo>
                  <a:lnTo>
                    <a:pt x="1285" y="890"/>
                  </a:lnTo>
                  <a:lnTo>
                    <a:pt x="1324" y="890"/>
                  </a:lnTo>
                  <a:lnTo>
                    <a:pt x="1383" y="910"/>
                  </a:lnTo>
                  <a:lnTo>
                    <a:pt x="1383" y="910"/>
                  </a:lnTo>
                  <a:lnTo>
                    <a:pt x="1344" y="890"/>
                  </a:lnTo>
                  <a:lnTo>
                    <a:pt x="1344" y="870"/>
                  </a:lnTo>
                  <a:lnTo>
                    <a:pt x="1383" y="890"/>
                  </a:lnTo>
                  <a:lnTo>
                    <a:pt x="1403" y="870"/>
                  </a:lnTo>
                  <a:lnTo>
                    <a:pt x="140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791"/>
                  </a:lnTo>
                  <a:lnTo>
                    <a:pt x="1344" y="791"/>
                  </a:lnTo>
                  <a:lnTo>
                    <a:pt x="1285" y="771"/>
                  </a:lnTo>
                  <a:lnTo>
                    <a:pt x="1265" y="752"/>
                  </a:lnTo>
                  <a:lnTo>
                    <a:pt x="1245" y="732"/>
                  </a:lnTo>
                  <a:lnTo>
                    <a:pt x="1304" y="752"/>
                  </a:lnTo>
                  <a:lnTo>
                    <a:pt x="1324" y="771"/>
                  </a:lnTo>
                  <a:lnTo>
                    <a:pt x="1423" y="771"/>
                  </a:lnTo>
                  <a:lnTo>
                    <a:pt x="1403" y="752"/>
                  </a:lnTo>
                  <a:lnTo>
                    <a:pt x="1364" y="732"/>
                  </a:lnTo>
                  <a:lnTo>
                    <a:pt x="1423" y="752"/>
                  </a:lnTo>
                  <a:lnTo>
                    <a:pt x="1443" y="752"/>
                  </a:lnTo>
                  <a:lnTo>
                    <a:pt x="1403" y="732"/>
                  </a:lnTo>
                  <a:lnTo>
                    <a:pt x="1324" y="692"/>
                  </a:lnTo>
                  <a:lnTo>
                    <a:pt x="1344" y="692"/>
                  </a:lnTo>
                  <a:lnTo>
                    <a:pt x="1324" y="673"/>
                  </a:lnTo>
                  <a:lnTo>
                    <a:pt x="1403" y="712"/>
                  </a:lnTo>
                  <a:lnTo>
                    <a:pt x="1403" y="712"/>
                  </a:lnTo>
                  <a:lnTo>
                    <a:pt x="1324" y="653"/>
                  </a:lnTo>
                  <a:lnTo>
                    <a:pt x="1285" y="613"/>
                  </a:lnTo>
                  <a:lnTo>
                    <a:pt x="1245" y="594"/>
                  </a:lnTo>
                  <a:lnTo>
                    <a:pt x="1304" y="613"/>
                  </a:lnTo>
                  <a:lnTo>
                    <a:pt x="1383" y="633"/>
                  </a:lnTo>
                  <a:lnTo>
                    <a:pt x="1344" y="633"/>
                  </a:lnTo>
                  <a:lnTo>
                    <a:pt x="1423" y="653"/>
                  </a:lnTo>
                  <a:lnTo>
                    <a:pt x="1462" y="653"/>
                  </a:lnTo>
                  <a:lnTo>
                    <a:pt x="1462" y="633"/>
                  </a:lnTo>
                  <a:lnTo>
                    <a:pt x="1443" y="613"/>
                  </a:lnTo>
                  <a:lnTo>
                    <a:pt x="1462" y="594"/>
                  </a:lnTo>
                  <a:lnTo>
                    <a:pt x="1443" y="574"/>
                  </a:lnTo>
                  <a:lnTo>
                    <a:pt x="1502" y="574"/>
                  </a:lnTo>
                  <a:lnTo>
                    <a:pt x="1502" y="554"/>
                  </a:lnTo>
                  <a:lnTo>
                    <a:pt x="1502" y="534"/>
                  </a:lnTo>
                  <a:lnTo>
                    <a:pt x="1502" y="515"/>
                  </a:lnTo>
                  <a:lnTo>
                    <a:pt x="1462" y="475"/>
                  </a:lnTo>
                  <a:lnTo>
                    <a:pt x="1522" y="495"/>
                  </a:lnTo>
                  <a:lnTo>
                    <a:pt x="1522" y="495"/>
                  </a:lnTo>
                  <a:lnTo>
                    <a:pt x="1443" y="455"/>
                  </a:lnTo>
                  <a:lnTo>
                    <a:pt x="1423" y="416"/>
                  </a:lnTo>
                  <a:lnTo>
                    <a:pt x="1383" y="376"/>
                  </a:lnTo>
                  <a:lnTo>
                    <a:pt x="1285" y="317"/>
                  </a:lnTo>
                  <a:lnTo>
                    <a:pt x="1344" y="337"/>
                  </a:lnTo>
                  <a:lnTo>
                    <a:pt x="1403" y="376"/>
                  </a:lnTo>
                  <a:lnTo>
                    <a:pt x="1364" y="337"/>
                  </a:lnTo>
                  <a:lnTo>
                    <a:pt x="1344" y="317"/>
                  </a:lnTo>
                  <a:lnTo>
                    <a:pt x="1344" y="317"/>
                  </a:lnTo>
                  <a:lnTo>
                    <a:pt x="1383" y="337"/>
                  </a:lnTo>
                  <a:lnTo>
                    <a:pt x="1423" y="357"/>
                  </a:lnTo>
                  <a:lnTo>
                    <a:pt x="1423" y="342"/>
                  </a:lnTo>
                  <a:lnTo>
                    <a:pt x="1423" y="342"/>
                  </a:lnTo>
                  <a:lnTo>
                    <a:pt x="1364" y="297"/>
                  </a:lnTo>
                  <a:lnTo>
                    <a:pt x="1304" y="258"/>
                  </a:lnTo>
                  <a:lnTo>
                    <a:pt x="1265" y="238"/>
                  </a:lnTo>
                  <a:lnTo>
                    <a:pt x="1285" y="238"/>
                  </a:lnTo>
                  <a:lnTo>
                    <a:pt x="1245" y="179"/>
                  </a:lnTo>
                  <a:lnTo>
                    <a:pt x="1245" y="139"/>
                  </a:lnTo>
                  <a:lnTo>
                    <a:pt x="1245" y="100"/>
                  </a:lnTo>
                  <a:lnTo>
                    <a:pt x="1304" y="80"/>
                  </a:lnTo>
                  <a:lnTo>
                    <a:pt x="1324" y="100"/>
                  </a:lnTo>
                  <a:lnTo>
                    <a:pt x="1324" y="80"/>
                  </a:lnTo>
                  <a:lnTo>
                    <a:pt x="1344" y="80"/>
                  </a:lnTo>
                  <a:lnTo>
                    <a:pt x="1344" y="100"/>
                  </a:lnTo>
                  <a:lnTo>
                    <a:pt x="1383" y="100"/>
                  </a:lnTo>
                  <a:lnTo>
                    <a:pt x="1364" y="80"/>
                  </a:lnTo>
                  <a:lnTo>
                    <a:pt x="1344" y="60"/>
                  </a:lnTo>
                  <a:lnTo>
                    <a:pt x="1344" y="60"/>
                  </a:lnTo>
                  <a:lnTo>
                    <a:pt x="1383" y="80"/>
                  </a:lnTo>
                  <a:lnTo>
                    <a:pt x="1462" y="80"/>
                  </a:lnTo>
                  <a:lnTo>
                    <a:pt x="1443" y="60"/>
                  </a:lnTo>
                  <a:lnTo>
                    <a:pt x="1443" y="60"/>
                  </a:lnTo>
                  <a:lnTo>
                    <a:pt x="1581" y="120"/>
                  </a:lnTo>
                  <a:lnTo>
                    <a:pt x="1522" y="60"/>
                  </a:lnTo>
                  <a:lnTo>
                    <a:pt x="1502" y="60"/>
                  </a:lnTo>
                  <a:lnTo>
                    <a:pt x="1462" y="40"/>
                  </a:lnTo>
                  <a:lnTo>
                    <a:pt x="1443" y="21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9"/>
            <p:cNvSpPr/>
            <p:nvPr/>
          </p:nvSpPr>
          <p:spPr>
            <a:xfrm>
              <a:off x="-1781250" y="3410200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20"/>
                  </a:move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9"/>
            <p:cNvSpPr/>
            <p:nvPr/>
          </p:nvSpPr>
          <p:spPr>
            <a:xfrm>
              <a:off x="-1798050" y="33781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9"/>
            <p:cNvSpPr/>
            <p:nvPr/>
          </p:nvSpPr>
          <p:spPr>
            <a:xfrm>
              <a:off x="-1795075" y="340722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0" y="1"/>
                  </a:lnTo>
                  <a:lnTo>
                    <a:pt x="2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9"/>
            <p:cNvSpPr/>
            <p:nvPr/>
          </p:nvSpPr>
          <p:spPr>
            <a:xfrm>
              <a:off x="-1709150" y="3594375"/>
              <a:ext cx="52850" cy="55325"/>
            </a:xfrm>
            <a:custGeom>
              <a:rect b="b" l="l" r="r" t="t"/>
              <a:pathLst>
                <a:path extrusionOk="0" h="2213" w="2114">
                  <a:moveTo>
                    <a:pt x="178" y="574"/>
                  </a:moveTo>
                  <a:lnTo>
                    <a:pt x="158" y="593"/>
                  </a:lnTo>
                  <a:lnTo>
                    <a:pt x="178" y="574"/>
                  </a:lnTo>
                  <a:lnTo>
                    <a:pt x="178" y="574"/>
                  </a:lnTo>
                  <a:close/>
                  <a:moveTo>
                    <a:pt x="158" y="593"/>
                  </a:moveTo>
                  <a:lnTo>
                    <a:pt x="138" y="613"/>
                  </a:lnTo>
                  <a:lnTo>
                    <a:pt x="158" y="593"/>
                  </a:lnTo>
                  <a:close/>
                  <a:moveTo>
                    <a:pt x="1363" y="692"/>
                  </a:moveTo>
                  <a:lnTo>
                    <a:pt x="1323" y="71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363" y="692"/>
                  </a:lnTo>
                  <a:close/>
                  <a:moveTo>
                    <a:pt x="79" y="811"/>
                  </a:moveTo>
                  <a:lnTo>
                    <a:pt x="40" y="830"/>
                  </a:lnTo>
                  <a:lnTo>
                    <a:pt x="59" y="830"/>
                  </a:lnTo>
                  <a:lnTo>
                    <a:pt x="79" y="811"/>
                  </a:lnTo>
                  <a:close/>
                  <a:moveTo>
                    <a:pt x="99" y="1127"/>
                  </a:moveTo>
                  <a:lnTo>
                    <a:pt x="79" y="1146"/>
                  </a:lnTo>
                  <a:lnTo>
                    <a:pt x="79" y="1146"/>
                  </a:lnTo>
                  <a:lnTo>
                    <a:pt x="105" y="1127"/>
                  </a:lnTo>
                  <a:close/>
                  <a:moveTo>
                    <a:pt x="79" y="1127"/>
                  </a:moveTo>
                  <a:lnTo>
                    <a:pt x="0" y="1186"/>
                  </a:lnTo>
                  <a:lnTo>
                    <a:pt x="20" y="1206"/>
                  </a:lnTo>
                  <a:lnTo>
                    <a:pt x="59" y="1186"/>
                  </a:lnTo>
                  <a:lnTo>
                    <a:pt x="99" y="1146"/>
                  </a:lnTo>
                  <a:lnTo>
                    <a:pt x="40" y="1186"/>
                  </a:lnTo>
                  <a:lnTo>
                    <a:pt x="59" y="1166"/>
                  </a:lnTo>
                  <a:lnTo>
                    <a:pt x="79" y="1146"/>
                  </a:lnTo>
                  <a:lnTo>
                    <a:pt x="79" y="1127"/>
                  </a:lnTo>
                  <a:close/>
                  <a:moveTo>
                    <a:pt x="573" y="1443"/>
                  </a:moveTo>
                  <a:lnTo>
                    <a:pt x="553" y="146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73" y="1443"/>
                  </a:lnTo>
                  <a:close/>
                  <a:moveTo>
                    <a:pt x="869" y="1838"/>
                  </a:moveTo>
                  <a:lnTo>
                    <a:pt x="834" y="1861"/>
                  </a:lnTo>
                  <a:lnTo>
                    <a:pt x="834" y="1861"/>
                  </a:lnTo>
                  <a:lnTo>
                    <a:pt x="849" y="1857"/>
                  </a:lnTo>
                  <a:lnTo>
                    <a:pt x="869" y="1838"/>
                  </a:lnTo>
                  <a:close/>
                  <a:moveTo>
                    <a:pt x="834" y="1861"/>
                  </a:moveTo>
                  <a:lnTo>
                    <a:pt x="770" y="1877"/>
                  </a:lnTo>
                  <a:lnTo>
                    <a:pt x="770" y="1887"/>
                  </a:lnTo>
                  <a:lnTo>
                    <a:pt x="770" y="1887"/>
                  </a:lnTo>
                  <a:lnTo>
                    <a:pt x="790" y="1877"/>
                  </a:lnTo>
                  <a:lnTo>
                    <a:pt x="810" y="1877"/>
                  </a:lnTo>
                  <a:lnTo>
                    <a:pt x="834" y="1861"/>
                  </a:lnTo>
                  <a:close/>
                  <a:moveTo>
                    <a:pt x="770" y="1887"/>
                  </a:moveTo>
                  <a:lnTo>
                    <a:pt x="751" y="1897"/>
                  </a:lnTo>
                  <a:lnTo>
                    <a:pt x="672" y="1956"/>
                  </a:lnTo>
                  <a:lnTo>
                    <a:pt x="691" y="1956"/>
                  </a:lnTo>
                  <a:lnTo>
                    <a:pt x="672" y="1996"/>
                  </a:lnTo>
                  <a:lnTo>
                    <a:pt x="672" y="1996"/>
                  </a:lnTo>
                  <a:lnTo>
                    <a:pt x="711" y="1956"/>
                  </a:lnTo>
                  <a:lnTo>
                    <a:pt x="731" y="1936"/>
                  </a:lnTo>
                  <a:lnTo>
                    <a:pt x="731" y="1956"/>
                  </a:lnTo>
                  <a:lnTo>
                    <a:pt x="810" y="1897"/>
                  </a:lnTo>
                  <a:lnTo>
                    <a:pt x="770" y="1897"/>
                  </a:lnTo>
                  <a:lnTo>
                    <a:pt x="770" y="1887"/>
                  </a:lnTo>
                  <a:close/>
                  <a:moveTo>
                    <a:pt x="968" y="2075"/>
                  </a:moveTo>
                  <a:lnTo>
                    <a:pt x="968" y="2094"/>
                  </a:lnTo>
                  <a:lnTo>
                    <a:pt x="988" y="2114"/>
                  </a:lnTo>
                  <a:lnTo>
                    <a:pt x="988" y="2094"/>
                  </a:lnTo>
                  <a:lnTo>
                    <a:pt x="988" y="2075"/>
                  </a:lnTo>
                  <a:close/>
                  <a:moveTo>
                    <a:pt x="751" y="1"/>
                  </a:moveTo>
                  <a:lnTo>
                    <a:pt x="711" y="20"/>
                  </a:lnTo>
                  <a:lnTo>
                    <a:pt x="672" y="40"/>
                  </a:lnTo>
                  <a:lnTo>
                    <a:pt x="632" y="80"/>
                  </a:lnTo>
                  <a:lnTo>
                    <a:pt x="612" y="80"/>
                  </a:lnTo>
                  <a:lnTo>
                    <a:pt x="474" y="178"/>
                  </a:lnTo>
                  <a:lnTo>
                    <a:pt x="356" y="277"/>
                  </a:lnTo>
                  <a:lnTo>
                    <a:pt x="356" y="297"/>
                  </a:lnTo>
                  <a:lnTo>
                    <a:pt x="316" y="337"/>
                  </a:lnTo>
                  <a:lnTo>
                    <a:pt x="277" y="356"/>
                  </a:lnTo>
                  <a:lnTo>
                    <a:pt x="257" y="376"/>
                  </a:lnTo>
                  <a:lnTo>
                    <a:pt x="296" y="376"/>
                  </a:lnTo>
                  <a:lnTo>
                    <a:pt x="277" y="396"/>
                  </a:lnTo>
                  <a:lnTo>
                    <a:pt x="277" y="416"/>
                  </a:lnTo>
                  <a:lnTo>
                    <a:pt x="296" y="416"/>
                  </a:lnTo>
                  <a:lnTo>
                    <a:pt x="257" y="455"/>
                  </a:lnTo>
                  <a:lnTo>
                    <a:pt x="198" y="495"/>
                  </a:lnTo>
                  <a:lnTo>
                    <a:pt x="178" y="514"/>
                  </a:lnTo>
                  <a:lnTo>
                    <a:pt x="217" y="514"/>
                  </a:lnTo>
                  <a:lnTo>
                    <a:pt x="217" y="534"/>
                  </a:lnTo>
                  <a:lnTo>
                    <a:pt x="178" y="554"/>
                  </a:lnTo>
                  <a:lnTo>
                    <a:pt x="178" y="574"/>
                  </a:lnTo>
                  <a:lnTo>
                    <a:pt x="198" y="554"/>
                  </a:lnTo>
                  <a:lnTo>
                    <a:pt x="217" y="554"/>
                  </a:lnTo>
                  <a:lnTo>
                    <a:pt x="198" y="574"/>
                  </a:lnTo>
                  <a:lnTo>
                    <a:pt x="198" y="574"/>
                  </a:lnTo>
                  <a:lnTo>
                    <a:pt x="257" y="534"/>
                  </a:lnTo>
                  <a:lnTo>
                    <a:pt x="257" y="554"/>
                  </a:lnTo>
                  <a:lnTo>
                    <a:pt x="237" y="574"/>
                  </a:lnTo>
                  <a:lnTo>
                    <a:pt x="158" y="613"/>
                  </a:lnTo>
                  <a:lnTo>
                    <a:pt x="138" y="633"/>
                  </a:lnTo>
                  <a:lnTo>
                    <a:pt x="79" y="672"/>
                  </a:lnTo>
                  <a:lnTo>
                    <a:pt x="138" y="653"/>
                  </a:lnTo>
                  <a:lnTo>
                    <a:pt x="158" y="653"/>
                  </a:lnTo>
                  <a:lnTo>
                    <a:pt x="138" y="672"/>
                  </a:lnTo>
                  <a:lnTo>
                    <a:pt x="119" y="672"/>
                  </a:lnTo>
                  <a:lnTo>
                    <a:pt x="59" y="732"/>
                  </a:lnTo>
                  <a:lnTo>
                    <a:pt x="79" y="732"/>
                  </a:lnTo>
                  <a:lnTo>
                    <a:pt x="119" y="712"/>
                  </a:lnTo>
                  <a:lnTo>
                    <a:pt x="138" y="712"/>
                  </a:lnTo>
                  <a:lnTo>
                    <a:pt x="119" y="732"/>
                  </a:lnTo>
                  <a:lnTo>
                    <a:pt x="119" y="751"/>
                  </a:lnTo>
                  <a:lnTo>
                    <a:pt x="79" y="811"/>
                  </a:lnTo>
                  <a:lnTo>
                    <a:pt x="79" y="830"/>
                  </a:lnTo>
                  <a:lnTo>
                    <a:pt x="99" y="830"/>
                  </a:lnTo>
                  <a:lnTo>
                    <a:pt x="138" y="811"/>
                  </a:lnTo>
                  <a:lnTo>
                    <a:pt x="138" y="811"/>
                  </a:lnTo>
                  <a:lnTo>
                    <a:pt x="79" y="850"/>
                  </a:lnTo>
                  <a:lnTo>
                    <a:pt x="178" y="791"/>
                  </a:lnTo>
                  <a:lnTo>
                    <a:pt x="237" y="751"/>
                  </a:lnTo>
                  <a:lnTo>
                    <a:pt x="257" y="751"/>
                  </a:lnTo>
                  <a:lnTo>
                    <a:pt x="217" y="791"/>
                  </a:lnTo>
                  <a:lnTo>
                    <a:pt x="178" y="830"/>
                  </a:lnTo>
                  <a:lnTo>
                    <a:pt x="119" y="870"/>
                  </a:lnTo>
                  <a:lnTo>
                    <a:pt x="79" y="90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20" y="949"/>
                  </a:lnTo>
                  <a:lnTo>
                    <a:pt x="20" y="969"/>
                  </a:lnTo>
                  <a:lnTo>
                    <a:pt x="0" y="1008"/>
                  </a:lnTo>
                  <a:lnTo>
                    <a:pt x="0" y="1028"/>
                  </a:lnTo>
                  <a:lnTo>
                    <a:pt x="59" y="988"/>
                  </a:lnTo>
                  <a:lnTo>
                    <a:pt x="40" y="1008"/>
                  </a:lnTo>
                  <a:lnTo>
                    <a:pt x="20" y="1048"/>
                  </a:lnTo>
                  <a:lnTo>
                    <a:pt x="40" y="1048"/>
                  </a:lnTo>
                  <a:lnTo>
                    <a:pt x="40" y="1067"/>
                  </a:lnTo>
                  <a:lnTo>
                    <a:pt x="20" y="1087"/>
                  </a:lnTo>
                  <a:lnTo>
                    <a:pt x="0" y="1107"/>
                  </a:lnTo>
                  <a:lnTo>
                    <a:pt x="20" y="1107"/>
                  </a:lnTo>
                  <a:lnTo>
                    <a:pt x="59" y="1067"/>
                  </a:lnTo>
                  <a:lnTo>
                    <a:pt x="99" y="1048"/>
                  </a:lnTo>
                  <a:lnTo>
                    <a:pt x="99" y="1048"/>
                  </a:lnTo>
                  <a:lnTo>
                    <a:pt x="79" y="1067"/>
                  </a:lnTo>
                  <a:lnTo>
                    <a:pt x="79" y="1087"/>
                  </a:lnTo>
                  <a:lnTo>
                    <a:pt x="59" y="1107"/>
                  </a:lnTo>
                  <a:lnTo>
                    <a:pt x="40" y="1127"/>
                  </a:lnTo>
                  <a:lnTo>
                    <a:pt x="99" y="1087"/>
                  </a:lnTo>
                  <a:lnTo>
                    <a:pt x="178" y="1028"/>
                  </a:lnTo>
                  <a:lnTo>
                    <a:pt x="158" y="1087"/>
                  </a:lnTo>
                  <a:lnTo>
                    <a:pt x="105" y="1127"/>
                  </a:lnTo>
                  <a:lnTo>
                    <a:pt x="138" y="1127"/>
                  </a:lnTo>
                  <a:lnTo>
                    <a:pt x="178" y="1107"/>
                  </a:lnTo>
                  <a:lnTo>
                    <a:pt x="277" y="1067"/>
                  </a:lnTo>
                  <a:lnTo>
                    <a:pt x="237" y="1107"/>
                  </a:lnTo>
                  <a:lnTo>
                    <a:pt x="138" y="1166"/>
                  </a:lnTo>
                  <a:lnTo>
                    <a:pt x="158" y="1166"/>
                  </a:lnTo>
                  <a:lnTo>
                    <a:pt x="119" y="1225"/>
                  </a:lnTo>
                  <a:lnTo>
                    <a:pt x="119" y="1225"/>
                  </a:lnTo>
                  <a:lnTo>
                    <a:pt x="198" y="1186"/>
                  </a:lnTo>
                  <a:lnTo>
                    <a:pt x="138" y="1245"/>
                  </a:lnTo>
                  <a:lnTo>
                    <a:pt x="138" y="1265"/>
                  </a:lnTo>
                  <a:lnTo>
                    <a:pt x="138" y="1304"/>
                  </a:lnTo>
                  <a:lnTo>
                    <a:pt x="119" y="1324"/>
                  </a:lnTo>
                  <a:lnTo>
                    <a:pt x="158" y="1344"/>
                  </a:lnTo>
                  <a:lnTo>
                    <a:pt x="217" y="1265"/>
                  </a:lnTo>
                  <a:lnTo>
                    <a:pt x="138" y="1324"/>
                  </a:lnTo>
                  <a:lnTo>
                    <a:pt x="138" y="1324"/>
                  </a:lnTo>
                  <a:lnTo>
                    <a:pt x="237" y="1245"/>
                  </a:lnTo>
                  <a:lnTo>
                    <a:pt x="336" y="1186"/>
                  </a:lnTo>
                  <a:lnTo>
                    <a:pt x="336" y="1206"/>
                  </a:lnTo>
                  <a:lnTo>
                    <a:pt x="296" y="1225"/>
                  </a:lnTo>
                  <a:lnTo>
                    <a:pt x="336" y="1225"/>
                  </a:lnTo>
                  <a:lnTo>
                    <a:pt x="356" y="1206"/>
                  </a:lnTo>
                  <a:lnTo>
                    <a:pt x="375" y="1186"/>
                  </a:lnTo>
                  <a:lnTo>
                    <a:pt x="356" y="1225"/>
                  </a:lnTo>
                  <a:lnTo>
                    <a:pt x="316" y="1245"/>
                  </a:lnTo>
                  <a:lnTo>
                    <a:pt x="336" y="1245"/>
                  </a:lnTo>
                  <a:lnTo>
                    <a:pt x="395" y="1225"/>
                  </a:lnTo>
                  <a:lnTo>
                    <a:pt x="336" y="1265"/>
                  </a:lnTo>
                  <a:lnTo>
                    <a:pt x="277" y="1285"/>
                  </a:lnTo>
                  <a:lnTo>
                    <a:pt x="237" y="1324"/>
                  </a:lnTo>
                  <a:lnTo>
                    <a:pt x="198" y="1364"/>
                  </a:lnTo>
                  <a:lnTo>
                    <a:pt x="217" y="1364"/>
                  </a:lnTo>
                  <a:lnTo>
                    <a:pt x="138" y="1403"/>
                  </a:lnTo>
                  <a:lnTo>
                    <a:pt x="178" y="1403"/>
                  </a:lnTo>
                  <a:lnTo>
                    <a:pt x="158" y="1423"/>
                  </a:lnTo>
                  <a:lnTo>
                    <a:pt x="158" y="1423"/>
                  </a:lnTo>
                  <a:lnTo>
                    <a:pt x="217" y="1383"/>
                  </a:lnTo>
                  <a:lnTo>
                    <a:pt x="178" y="1443"/>
                  </a:lnTo>
                  <a:lnTo>
                    <a:pt x="178" y="1482"/>
                  </a:lnTo>
                  <a:lnTo>
                    <a:pt x="217" y="1443"/>
                  </a:lnTo>
                  <a:lnTo>
                    <a:pt x="257" y="1443"/>
                  </a:lnTo>
                  <a:lnTo>
                    <a:pt x="237" y="146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257" y="1502"/>
                  </a:lnTo>
                  <a:lnTo>
                    <a:pt x="336" y="1443"/>
                  </a:lnTo>
                  <a:lnTo>
                    <a:pt x="336" y="1462"/>
                  </a:lnTo>
                  <a:lnTo>
                    <a:pt x="296" y="1482"/>
                  </a:lnTo>
                  <a:lnTo>
                    <a:pt x="375" y="1462"/>
                  </a:lnTo>
                  <a:lnTo>
                    <a:pt x="375" y="1462"/>
                  </a:lnTo>
                  <a:lnTo>
                    <a:pt x="316" y="1482"/>
                  </a:lnTo>
                  <a:lnTo>
                    <a:pt x="296" y="1502"/>
                  </a:lnTo>
                  <a:lnTo>
                    <a:pt x="296" y="1522"/>
                  </a:lnTo>
                  <a:lnTo>
                    <a:pt x="296" y="1541"/>
                  </a:lnTo>
                  <a:lnTo>
                    <a:pt x="494" y="1462"/>
                  </a:lnTo>
                  <a:lnTo>
                    <a:pt x="593" y="1403"/>
                  </a:lnTo>
                  <a:lnTo>
                    <a:pt x="691" y="1344"/>
                  </a:lnTo>
                  <a:lnTo>
                    <a:pt x="652" y="1383"/>
                  </a:lnTo>
                  <a:lnTo>
                    <a:pt x="632" y="1423"/>
                  </a:lnTo>
                  <a:lnTo>
                    <a:pt x="573" y="1462"/>
                  </a:lnTo>
                  <a:lnTo>
                    <a:pt x="553" y="148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454" y="1561"/>
                  </a:lnTo>
                  <a:lnTo>
                    <a:pt x="395" y="1581"/>
                  </a:lnTo>
                  <a:lnTo>
                    <a:pt x="454" y="1541"/>
                  </a:lnTo>
                  <a:lnTo>
                    <a:pt x="454" y="1541"/>
                  </a:lnTo>
                  <a:lnTo>
                    <a:pt x="415" y="1561"/>
                  </a:lnTo>
                  <a:lnTo>
                    <a:pt x="375" y="1581"/>
                  </a:lnTo>
                  <a:lnTo>
                    <a:pt x="296" y="1640"/>
                  </a:lnTo>
                  <a:lnTo>
                    <a:pt x="336" y="1640"/>
                  </a:lnTo>
                  <a:lnTo>
                    <a:pt x="336" y="1660"/>
                  </a:lnTo>
                  <a:lnTo>
                    <a:pt x="375" y="1660"/>
                  </a:lnTo>
                  <a:lnTo>
                    <a:pt x="356" y="1680"/>
                  </a:lnTo>
                  <a:lnTo>
                    <a:pt x="395" y="1660"/>
                  </a:lnTo>
                  <a:lnTo>
                    <a:pt x="435" y="1640"/>
                  </a:lnTo>
                  <a:lnTo>
                    <a:pt x="435" y="1640"/>
                  </a:lnTo>
                  <a:lnTo>
                    <a:pt x="415" y="1660"/>
                  </a:lnTo>
                  <a:lnTo>
                    <a:pt x="375" y="1699"/>
                  </a:lnTo>
                  <a:lnTo>
                    <a:pt x="415" y="1680"/>
                  </a:lnTo>
                  <a:lnTo>
                    <a:pt x="435" y="1680"/>
                  </a:lnTo>
                  <a:lnTo>
                    <a:pt x="494" y="1640"/>
                  </a:lnTo>
                  <a:lnTo>
                    <a:pt x="573" y="1581"/>
                  </a:lnTo>
                  <a:lnTo>
                    <a:pt x="612" y="1581"/>
                  </a:lnTo>
                  <a:lnTo>
                    <a:pt x="612" y="1601"/>
                  </a:lnTo>
                  <a:lnTo>
                    <a:pt x="593" y="1620"/>
                  </a:lnTo>
                  <a:lnTo>
                    <a:pt x="612" y="1620"/>
                  </a:lnTo>
                  <a:lnTo>
                    <a:pt x="553" y="1660"/>
                  </a:lnTo>
                  <a:lnTo>
                    <a:pt x="533" y="1660"/>
                  </a:lnTo>
                  <a:lnTo>
                    <a:pt x="533" y="1680"/>
                  </a:lnTo>
                  <a:lnTo>
                    <a:pt x="612" y="1640"/>
                  </a:lnTo>
                  <a:lnTo>
                    <a:pt x="612" y="1660"/>
                  </a:lnTo>
                  <a:lnTo>
                    <a:pt x="593" y="1680"/>
                  </a:lnTo>
                  <a:lnTo>
                    <a:pt x="514" y="1719"/>
                  </a:lnTo>
                  <a:lnTo>
                    <a:pt x="533" y="1699"/>
                  </a:lnTo>
                  <a:lnTo>
                    <a:pt x="533" y="1699"/>
                  </a:lnTo>
                  <a:lnTo>
                    <a:pt x="474" y="1739"/>
                  </a:lnTo>
                  <a:lnTo>
                    <a:pt x="514" y="1719"/>
                  </a:lnTo>
                  <a:lnTo>
                    <a:pt x="514" y="1719"/>
                  </a:lnTo>
                  <a:lnTo>
                    <a:pt x="454" y="1759"/>
                  </a:lnTo>
                  <a:lnTo>
                    <a:pt x="474" y="1739"/>
                  </a:lnTo>
                  <a:lnTo>
                    <a:pt x="474" y="1719"/>
                  </a:lnTo>
                  <a:lnTo>
                    <a:pt x="474" y="1699"/>
                  </a:lnTo>
                  <a:lnTo>
                    <a:pt x="415" y="1699"/>
                  </a:lnTo>
                  <a:lnTo>
                    <a:pt x="395" y="1739"/>
                  </a:lnTo>
                  <a:lnTo>
                    <a:pt x="415" y="1739"/>
                  </a:lnTo>
                  <a:lnTo>
                    <a:pt x="415" y="1759"/>
                  </a:lnTo>
                  <a:lnTo>
                    <a:pt x="395" y="1798"/>
                  </a:lnTo>
                  <a:lnTo>
                    <a:pt x="494" y="1759"/>
                  </a:lnTo>
                  <a:lnTo>
                    <a:pt x="553" y="1719"/>
                  </a:lnTo>
                  <a:lnTo>
                    <a:pt x="612" y="1680"/>
                  </a:lnTo>
                  <a:lnTo>
                    <a:pt x="533" y="1739"/>
                  </a:lnTo>
                  <a:lnTo>
                    <a:pt x="514" y="1778"/>
                  </a:lnTo>
                  <a:lnTo>
                    <a:pt x="593" y="1739"/>
                  </a:lnTo>
                  <a:lnTo>
                    <a:pt x="652" y="1719"/>
                  </a:lnTo>
                  <a:lnTo>
                    <a:pt x="632" y="1719"/>
                  </a:lnTo>
                  <a:lnTo>
                    <a:pt x="652" y="1699"/>
                  </a:lnTo>
                  <a:lnTo>
                    <a:pt x="672" y="1680"/>
                  </a:lnTo>
                  <a:lnTo>
                    <a:pt x="711" y="1660"/>
                  </a:lnTo>
                  <a:lnTo>
                    <a:pt x="751" y="1640"/>
                  </a:lnTo>
                  <a:lnTo>
                    <a:pt x="751" y="1660"/>
                  </a:lnTo>
                  <a:lnTo>
                    <a:pt x="731" y="1680"/>
                  </a:lnTo>
                  <a:lnTo>
                    <a:pt x="711" y="1680"/>
                  </a:lnTo>
                  <a:lnTo>
                    <a:pt x="691" y="1719"/>
                  </a:lnTo>
                  <a:lnTo>
                    <a:pt x="533" y="1778"/>
                  </a:lnTo>
                  <a:lnTo>
                    <a:pt x="533" y="1798"/>
                  </a:lnTo>
                  <a:lnTo>
                    <a:pt x="514" y="1818"/>
                  </a:lnTo>
                  <a:lnTo>
                    <a:pt x="514" y="1818"/>
                  </a:lnTo>
                  <a:lnTo>
                    <a:pt x="573" y="1778"/>
                  </a:lnTo>
                  <a:lnTo>
                    <a:pt x="612" y="1759"/>
                  </a:lnTo>
                  <a:lnTo>
                    <a:pt x="691" y="1739"/>
                  </a:lnTo>
                  <a:lnTo>
                    <a:pt x="770" y="1719"/>
                  </a:lnTo>
                  <a:lnTo>
                    <a:pt x="770" y="1719"/>
                  </a:lnTo>
                  <a:lnTo>
                    <a:pt x="711" y="1759"/>
                  </a:lnTo>
                  <a:lnTo>
                    <a:pt x="652" y="1778"/>
                  </a:lnTo>
                  <a:lnTo>
                    <a:pt x="612" y="1798"/>
                  </a:lnTo>
                  <a:lnTo>
                    <a:pt x="533" y="1857"/>
                  </a:lnTo>
                  <a:lnTo>
                    <a:pt x="573" y="1838"/>
                  </a:lnTo>
                  <a:lnTo>
                    <a:pt x="612" y="1818"/>
                  </a:lnTo>
                  <a:lnTo>
                    <a:pt x="593" y="1857"/>
                  </a:lnTo>
                  <a:lnTo>
                    <a:pt x="632" y="1857"/>
                  </a:lnTo>
                  <a:lnTo>
                    <a:pt x="652" y="1838"/>
                  </a:lnTo>
                  <a:lnTo>
                    <a:pt x="672" y="1838"/>
                  </a:lnTo>
                  <a:lnTo>
                    <a:pt x="672" y="1857"/>
                  </a:lnTo>
                  <a:lnTo>
                    <a:pt x="652" y="1877"/>
                  </a:lnTo>
                  <a:lnTo>
                    <a:pt x="691" y="1857"/>
                  </a:lnTo>
                  <a:lnTo>
                    <a:pt x="691" y="1877"/>
                  </a:lnTo>
                  <a:lnTo>
                    <a:pt x="711" y="1877"/>
                  </a:lnTo>
                  <a:lnTo>
                    <a:pt x="711" y="1897"/>
                  </a:lnTo>
                  <a:lnTo>
                    <a:pt x="751" y="1877"/>
                  </a:lnTo>
                  <a:lnTo>
                    <a:pt x="731" y="1857"/>
                  </a:lnTo>
                  <a:lnTo>
                    <a:pt x="711" y="1857"/>
                  </a:lnTo>
                  <a:lnTo>
                    <a:pt x="731" y="1838"/>
                  </a:lnTo>
                  <a:lnTo>
                    <a:pt x="790" y="1798"/>
                  </a:lnTo>
                  <a:lnTo>
                    <a:pt x="889" y="1798"/>
                  </a:lnTo>
                  <a:lnTo>
                    <a:pt x="928" y="1778"/>
                  </a:lnTo>
                  <a:lnTo>
                    <a:pt x="928" y="1798"/>
                  </a:lnTo>
                  <a:lnTo>
                    <a:pt x="909" y="1818"/>
                  </a:lnTo>
                  <a:lnTo>
                    <a:pt x="869" y="1838"/>
                  </a:lnTo>
                  <a:lnTo>
                    <a:pt x="889" y="1857"/>
                  </a:lnTo>
                  <a:lnTo>
                    <a:pt x="869" y="1857"/>
                  </a:lnTo>
                  <a:lnTo>
                    <a:pt x="849" y="1877"/>
                  </a:lnTo>
                  <a:lnTo>
                    <a:pt x="889" y="1877"/>
                  </a:lnTo>
                  <a:lnTo>
                    <a:pt x="849" y="1897"/>
                  </a:lnTo>
                  <a:lnTo>
                    <a:pt x="830" y="1936"/>
                  </a:lnTo>
                  <a:lnTo>
                    <a:pt x="849" y="1917"/>
                  </a:lnTo>
                  <a:lnTo>
                    <a:pt x="869" y="1897"/>
                  </a:lnTo>
                  <a:lnTo>
                    <a:pt x="869" y="1917"/>
                  </a:lnTo>
                  <a:lnTo>
                    <a:pt x="830" y="1936"/>
                  </a:lnTo>
                  <a:lnTo>
                    <a:pt x="849" y="1936"/>
                  </a:lnTo>
                  <a:lnTo>
                    <a:pt x="909" y="1917"/>
                  </a:lnTo>
                  <a:lnTo>
                    <a:pt x="948" y="1877"/>
                  </a:lnTo>
                  <a:lnTo>
                    <a:pt x="1007" y="1838"/>
                  </a:lnTo>
                  <a:lnTo>
                    <a:pt x="1027" y="1857"/>
                  </a:lnTo>
                  <a:lnTo>
                    <a:pt x="1027" y="1877"/>
                  </a:lnTo>
                  <a:lnTo>
                    <a:pt x="1007" y="1917"/>
                  </a:lnTo>
                  <a:lnTo>
                    <a:pt x="1027" y="1917"/>
                  </a:lnTo>
                  <a:lnTo>
                    <a:pt x="988" y="1936"/>
                  </a:lnTo>
                  <a:lnTo>
                    <a:pt x="968" y="1936"/>
                  </a:lnTo>
                  <a:lnTo>
                    <a:pt x="909" y="1976"/>
                  </a:lnTo>
                  <a:lnTo>
                    <a:pt x="869" y="1996"/>
                  </a:lnTo>
                  <a:lnTo>
                    <a:pt x="830" y="2035"/>
                  </a:lnTo>
                  <a:lnTo>
                    <a:pt x="830" y="2035"/>
                  </a:lnTo>
                  <a:lnTo>
                    <a:pt x="889" y="1996"/>
                  </a:lnTo>
                  <a:lnTo>
                    <a:pt x="968" y="1956"/>
                  </a:lnTo>
                  <a:lnTo>
                    <a:pt x="948" y="1976"/>
                  </a:lnTo>
                  <a:lnTo>
                    <a:pt x="928" y="1996"/>
                  </a:lnTo>
                  <a:lnTo>
                    <a:pt x="968" y="1996"/>
                  </a:lnTo>
                  <a:lnTo>
                    <a:pt x="869" y="2055"/>
                  </a:lnTo>
                  <a:lnTo>
                    <a:pt x="869" y="2075"/>
                  </a:lnTo>
                  <a:lnTo>
                    <a:pt x="909" y="2055"/>
                  </a:lnTo>
                  <a:lnTo>
                    <a:pt x="909" y="2035"/>
                  </a:lnTo>
                  <a:lnTo>
                    <a:pt x="948" y="2035"/>
                  </a:lnTo>
                  <a:lnTo>
                    <a:pt x="928" y="2055"/>
                  </a:lnTo>
                  <a:lnTo>
                    <a:pt x="948" y="2055"/>
                  </a:lnTo>
                  <a:lnTo>
                    <a:pt x="948" y="2075"/>
                  </a:lnTo>
                  <a:lnTo>
                    <a:pt x="968" y="2055"/>
                  </a:lnTo>
                  <a:lnTo>
                    <a:pt x="988" y="2015"/>
                  </a:lnTo>
                  <a:lnTo>
                    <a:pt x="1047" y="2015"/>
                  </a:lnTo>
                  <a:lnTo>
                    <a:pt x="1067" y="2035"/>
                  </a:lnTo>
                  <a:lnTo>
                    <a:pt x="1106" y="2035"/>
                  </a:lnTo>
                  <a:lnTo>
                    <a:pt x="1067" y="2075"/>
                  </a:lnTo>
                  <a:lnTo>
                    <a:pt x="1027" y="2094"/>
                  </a:lnTo>
                  <a:lnTo>
                    <a:pt x="1027" y="2094"/>
                  </a:lnTo>
                  <a:lnTo>
                    <a:pt x="1027" y="2134"/>
                  </a:lnTo>
                  <a:lnTo>
                    <a:pt x="988" y="2173"/>
                  </a:lnTo>
                  <a:lnTo>
                    <a:pt x="948" y="2193"/>
                  </a:lnTo>
                  <a:lnTo>
                    <a:pt x="948" y="2213"/>
                  </a:lnTo>
                  <a:lnTo>
                    <a:pt x="1027" y="2154"/>
                  </a:lnTo>
                  <a:lnTo>
                    <a:pt x="1027" y="2173"/>
                  </a:lnTo>
                  <a:lnTo>
                    <a:pt x="1067" y="2154"/>
                  </a:lnTo>
                  <a:lnTo>
                    <a:pt x="1047" y="2173"/>
                  </a:lnTo>
                  <a:lnTo>
                    <a:pt x="1027" y="2193"/>
                  </a:lnTo>
                  <a:lnTo>
                    <a:pt x="1007" y="2213"/>
                  </a:lnTo>
                  <a:lnTo>
                    <a:pt x="1047" y="2213"/>
                  </a:lnTo>
                  <a:lnTo>
                    <a:pt x="1047" y="2193"/>
                  </a:lnTo>
                  <a:lnTo>
                    <a:pt x="1106" y="2154"/>
                  </a:lnTo>
                  <a:lnTo>
                    <a:pt x="1165" y="2134"/>
                  </a:lnTo>
                  <a:lnTo>
                    <a:pt x="1146" y="2154"/>
                  </a:lnTo>
                  <a:lnTo>
                    <a:pt x="1106" y="2173"/>
                  </a:lnTo>
                  <a:lnTo>
                    <a:pt x="1086" y="2193"/>
                  </a:lnTo>
                  <a:lnTo>
                    <a:pt x="1165" y="2173"/>
                  </a:lnTo>
                  <a:lnTo>
                    <a:pt x="1146" y="2173"/>
                  </a:lnTo>
                  <a:lnTo>
                    <a:pt x="1185" y="2154"/>
                  </a:lnTo>
                  <a:lnTo>
                    <a:pt x="1225" y="2114"/>
                  </a:lnTo>
                  <a:lnTo>
                    <a:pt x="1225" y="2154"/>
                  </a:lnTo>
                  <a:lnTo>
                    <a:pt x="2074" y="1462"/>
                  </a:lnTo>
                  <a:lnTo>
                    <a:pt x="2114" y="1443"/>
                  </a:lnTo>
                  <a:lnTo>
                    <a:pt x="2094" y="1423"/>
                  </a:lnTo>
                  <a:lnTo>
                    <a:pt x="2054" y="1423"/>
                  </a:lnTo>
                  <a:lnTo>
                    <a:pt x="2074" y="1403"/>
                  </a:lnTo>
                  <a:lnTo>
                    <a:pt x="2114" y="1383"/>
                  </a:lnTo>
                  <a:lnTo>
                    <a:pt x="2094" y="1364"/>
                  </a:lnTo>
                  <a:lnTo>
                    <a:pt x="2094" y="1344"/>
                  </a:lnTo>
                  <a:lnTo>
                    <a:pt x="2035" y="1364"/>
                  </a:lnTo>
                  <a:lnTo>
                    <a:pt x="1955" y="1364"/>
                  </a:lnTo>
                  <a:lnTo>
                    <a:pt x="1955" y="1344"/>
                  </a:lnTo>
                  <a:lnTo>
                    <a:pt x="1995" y="1324"/>
                  </a:lnTo>
                  <a:lnTo>
                    <a:pt x="1995" y="1304"/>
                  </a:lnTo>
                  <a:lnTo>
                    <a:pt x="1955" y="1324"/>
                  </a:lnTo>
                  <a:lnTo>
                    <a:pt x="1995" y="1285"/>
                  </a:lnTo>
                  <a:lnTo>
                    <a:pt x="1936" y="1285"/>
                  </a:lnTo>
                  <a:lnTo>
                    <a:pt x="1975" y="1245"/>
                  </a:lnTo>
                  <a:lnTo>
                    <a:pt x="1975" y="1225"/>
                  </a:lnTo>
                  <a:lnTo>
                    <a:pt x="1936" y="1245"/>
                  </a:lnTo>
                  <a:lnTo>
                    <a:pt x="1857" y="1285"/>
                  </a:lnTo>
                  <a:lnTo>
                    <a:pt x="1916" y="1245"/>
                  </a:lnTo>
                  <a:lnTo>
                    <a:pt x="1936" y="1206"/>
                  </a:lnTo>
                  <a:lnTo>
                    <a:pt x="1857" y="1186"/>
                  </a:lnTo>
                  <a:lnTo>
                    <a:pt x="1778" y="1127"/>
                  </a:lnTo>
                  <a:lnTo>
                    <a:pt x="1797" y="1127"/>
                  </a:lnTo>
                  <a:lnTo>
                    <a:pt x="1778" y="1107"/>
                  </a:lnTo>
                  <a:lnTo>
                    <a:pt x="1679" y="1107"/>
                  </a:lnTo>
                  <a:lnTo>
                    <a:pt x="1679" y="1087"/>
                  </a:lnTo>
                  <a:lnTo>
                    <a:pt x="1639" y="1087"/>
                  </a:lnTo>
                  <a:lnTo>
                    <a:pt x="1580" y="1127"/>
                  </a:lnTo>
                  <a:lnTo>
                    <a:pt x="1481" y="1206"/>
                  </a:lnTo>
                  <a:lnTo>
                    <a:pt x="1462" y="1206"/>
                  </a:lnTo>
                  <a:lnTo>
                    <a:pt x="1481" y="1166"/>
                  </a:lnTo>
                  <a:lnTo>
                    <a:pt x="1521" y="1146"/>
                  </a:lnTo>
                  <a:lnTo>
                    <a:pt x="1521" y="1127"/>
                  </a:lnTo>
                  <a:lnTo>
                    <a:pt x="1600" y="1087"/>
                  </a:lnTo>
                  <a:lnTo>
                    <a:pt x="1679" y="1028"/>
                  </a:lnTo>
                  <a:lnTo>
                    <a:pt x="1679" y="1028"/>
                  </a:lnTo>
                  <a:lnTo>
                    <a:pt x="1600" y="1048"/>
                  </a:lnTo>
                  <a:lnTo>
                    <a:pt x="1600" y="1028"/>
                  </a:lnTo>
                  <a:lnTo>
                    <a:pt x="1580" y="1028"/>
                  </a:lnTo>
                  <a:lnTo>
                    <a:pt x="1600" y="1008"/>
                  </a:lnTo>
                  <a:lnTo>
                    <a:pt x="1620" y="988"/>
                  </a:lnTo>
                  <a:lnTo>
                    <a:pt x="1639" y="988"/>
                  </a:lnTo>
                  <a:lnTo>
                    <a:pt x="1620" y="1008"/>
                  </a:lnTo>
                  <a:lnTo>
                    <a:pt x="1659" y="1008"/>
                  </a:lnTo>
                  <a:lnTo>
                    <a:pt x="1699" y="988"/>
                  </a:lnTo>
                  <a:lnTo>
                    <a:pt x="1659" y="969"/>
                  </a:lnTo>
                  <a:lnTo>
                    <a:pt x="1639" y="969"/>
                  </a:lnTo>
                  <a:lnTo>
                    <a:pt x="1639" y="949"/>
                  </a:lnTo>
                  <a:lnTo>
                    <a:pt x="1600" y="969"/>
                  </a:lnTo>
                  <a:lnTo>
                    <a:pt x="1580" y="988"/>
                  </a:lnTo>
                  <a:lnTo>
                    <a:pt x="1521" y="1008"/>
                  </a:lnTo>
                  <a:lnTo>
                    <a:pt x="1521" y="1008"/>
                  </a:lnTo>
                  <a:lnTo>
                    <a:pt x="1600" y="949"/>
                  </a:lnTo>
                  <a:lnTo>
                    <a:pt x="1541" y="988"/>
                  </a:lnTo>
                  <a:lnTo>
                    <a:pt x="1521" y="988"/>
                  </a:lnTo>
                  <a:lnTo>
                    <a:pt x="1521" y="969"/>
                  </a:lnTo>
                  <a:lnTo>
                    <a:pt x="1521" y="949"/>
                  </a:lnTo>
                  <a:lnTo>
                    <a:pt x="1560" y="909"/>
                  </a:lnTo>
                  <a:lnTo>
                    <a:pt x="1501" y="909"/>
                  </a:lnTo>
                  <a:lnTo>
                    <a:pt x="1541" y="890"/>
                  </a:lnTo>
                  <a:lnTo>
                    <a:pt x="1541" y="850"/>
                  </a:lnTo>
                  <a:lnTo>
                    <a:pt x="1521" y="830"/>
                  </a:lnTo>
                  <a:lnTo>
                    <a:pt x="1541" y="791"/>
                  </a:lnTo>
                  <a:lnTo>
                    <a:pt x="1481" y="791"/>
                  </a:lnTo>
                  <a:lnTo>
                    <a:pt x="1422" y="811"/>
                  </a:lnTo>
                  <a:lnTo>
                    <a:pt x="1422" y="830"/>
                  </a:lnTo>
                  <a:lnTo>
                    <a:pt x="1363" y="850"/>
                  </a:lnTo>
                  <a:lnTo>
                    <a:pt x="1343" y="870"/>
                  </a:lnTo>
                  <a:lnTo>
                    <a:pt x="1323" y="870"/>
                  </a:lnTo>
                  <a:lnTo>
                    <a:pt x="1363" y="830"/>
                  </a:lnTo>
                  <a:lnTo>
                    <a:pt x="1383" y="811"/>
                  </a:lnTo>
                  <a:lnTo>
                    <a:pt x="1422" y="791"/>
                  </a:lnTo>
                  <a:lnTo>
                    <a:pt x="1402" y="771"/>
                  </a:lnTo>
                  <a:lnTo>
                    <a:pt x="1442" y="732"/>
                  </a:lnTo>
                  <a:lnTo>
                    <a:pt x="1402" y="732"/>
                  </a:lnTo>
                  <a:lnTo>
                    <a:pt x="1363" y="751"/>
                  </a:lnTo>
                  <a:lnTo>
                    <a:pt x="1383" y="732"/>
                  </a:lnTo>
                  <a:lnTo>
                    <a:pt x="1422" y="712"/>
                  </a:lnTo>
                  <a:lnTo>
                    <a:pt x="1402" y="712"/>
                  </a:lnTo>
                  <a:lnTo>
                    <a:pt x="1422" y="692"/>
                  </a:lnTo>
                  <a:lnTo>
                    <a:pt x="1383" y="712"/>
                  </a:lnTo>
                  <a:lnTo>
                    <a:pt x="1304" y="751"/>
                  </a:lnTo>
                  <a:lnTo>
                    <a:pt x="1304" y="732"/>
                  </a:lnTo>
                  <a:lnTo>
                    <a:pt x="1284" y="73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264" y="732"/>
                  </a:lnTo>
                  <a:lnTo>
                    <a:pt x="1284" y="712"/>
                  </a:lnTo>
                  <a:lnTo>
                    <a:pt x="1205" y="732"/>
                  </a:lnTo>
                  <a:lnTo>
                    <a:pt x="1146" y="751"/>
                  </a:lnTo>
                  <a:lnTo>
                    <a:pt x="1146" y="751"/>
                  </a:lnTo>
                  <a:lnTo>
                    <a:pt x="1185" y="712"/>
                  </a:lnTo>
                  <a:lnTo>
                    <a:pt x="1264" y="653"/>
                  </a:lnTo>
                  <a:lnTo>
                    <a:pt x="1244" y="672"/>
                  </a:lnTo>
                  <a:lnTo>
                    <a:pt x="1244" y="692"/>
                  </a:lnTo>
                  <a:lnTo>
                    <a:pt x="1304" y="633"/>
                  </a:lnTo>
                  <a:lnTo>
                    <a:pt x="1323" y="593"/>
                  </a:lnTo>
                  <a:lnTo>
                    <a:pt x="1304" y="574"/>
                  </a:lnTo>
                  <a:lnTo>
                    <a:pt x="1284" y="554"/>
                  </a:lnTo>
                  <a:lnTo>
                    <a:pt x="1264" y="554"/>
                  </a:lnTo>
                  <a:lnTo>
                    <a:pt x="1244" y="534"/>
                  </a:lnTo>
                  <a:lnTo>
                    <a:pt x="1225" y="534"/>
                  </a:lnTo>
                  <a:lnTo>
                    <a:pt x="1165" y="574"/>
                  </a:lnTo>
                  <a:lnTo>
                    <a:pt x="1165" y="574"/>
                  </a:lnTo>
                  <a:lnTo>
                    <a:pt x="1205" y="534"/>
                  </a:lnTo>
                  <a:lnTo>
                    <a:pt x="1225" y="475"/>
                  </a:lnTo>
                  <a:lnTo>
                    <a:pt x="1205" y="455"/>
                  </a:lnTo>
                  <a:lnTo>
                    <a:pt x="1205" y="435"/>
                  </a:lnTo>
                  <a:lnTo>
                    <a:pt x="1165" y="416"/>
                  </a:lnTo>
                  <a:lnTo>
                    <a:pt x="1126" y="435"/>
                  </a:lnTo>
                  <a:lnTo>
                    <a:pt x="1165" y="396"/>
                  </a:lnTo>
                  <a:lnTo>
                    <a:pt x="1086" y="416"/>
                  </a:lnTo>
                  <a:lnTo>
                    <a:pt x="968" y="416"/>
                  </a:lnTo>
                  <a:lnTo>
                    <a:pt x="869" y="475"/>
                  </a:lnTo>
                  <a:lnTo>
                    <a:pt x="928" y="435"/>
                  </a:lnTo>
                  <a:lnTo>
                    <a:pt x="968" y="396"/>
                  </a:lnTo>
                  <a:lnTo>
                    <a:pt x="948" y="396"/>
                  </a:lnTo>
                  <a:lnTo>
                    <a:pt x="928" y="416"/>
                  </a:lnTo>
                  <a:lnTo>
                    <a:pt x="909" y="416"/>
                  </a:lnTo>
                  <a:lnTo>
                    <a:pt x="928" y="396"/>
                  </a:lnTo>
                  <a:lnTo>
                    <a:pt x="948" y="376"/>
                  </a:lnTo>
                  <a:lnTo>
                    <a:pt x="968" y="356"/>
                  </a:lnTo>
                  <a:lnTo>
                    <a:pt x="948" y="356"/>
                  </a:lnTo>
                  <a:lnTo>
                    <a:pt x="968" y="337"/>
                  </a:lnTo>
                  <a:lnTo>
                    <a:pt x="889" y="396"/>
                  </a:lnTo>
                  <a:lnTo>
                    <a:pt x="830" y="416"/>
                  </a:lnTo>
                  <a:lnTo>
                    <a:pt x="790" y="435"/>
                  </a:lnTo>
                  <a:lnTo>
                    <a:pt x="770" y="435"/>
                  </a:lnTo>
                  <a:lnTo>
                    <a:pt x="790" y="416"/>
                  </a:lnTo>
                  <a:lnTo>
                    <a:pt x="711" y="416"/>
                  </a:lnTo>
                  <a:lnTo>
                    <a:pt x="652" y="376"/>
                  </a:lnTo>
                  <a:lnTo>
                    <a:pt x="632" y="337"/>
                  </a:lnTo>
                  <a:lnTo>
                    <a:pt x="612" y="277"/>
                  </a:lnTo>
                  <a:lnTo>
                    <a:pt x="652" y="258"/>
                  </a:lnTo>
                  <a:lnTo>
                    <a:pt x="632" y="258"/>
                  </a:lnTo>
                  <a:lnTo>
                    <a:pt x="652" y="238"/>
                  </a:lnTo>
                  <a:lnTo>
                    <a:pt x="672" y="198"/>
                  </a:lnTo>
                  <a:lnTo>
                    <a:pt x="632" y="218"/>
                  </a:lnTo>
                  <a:lnTo>
                    <a:pt x="612" y="218"/>
                  </a:lnTo>
                  <a:lnTo>
                    <a:pt x="632" y="198"/>
                  </a:lnTo>
                  <a:lnTo>
                    <a:pt x="652" y="178"/>
                  </a:lnTo>
                  <a:lnTo>
                    <a:pt x="652" y="159"/>
                  </a:lnTo>
                  <a:lnTo>
                    <a:pt x="672" y="139"/>
                  </a:lnTo>
                  <a:lnTo>
                    <a:pt x="672" y="119"/>
                  </a:lnTo>
                  <a:lnTo>
                    <a:pt x="652" y="119"/>
                  </a:lnTo>
                  <a:lnTo>
                    <a:pt x="691" y="60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9"/>
            <p:cNvSpPr/>
            <p:nvPr/>
          </p:nvSpPr>
          <p:spPr>
            <a:xfrm>
              <a:off x="-1692875" y="36413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9"/>
            <p:cNvSpPr/>
            <p:nvPr/>
          </p:nvSpPr>
          <p:spPr>
            <a:xfrm>
              <a:off x="-1600025" y="3561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9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9"/>
            <p:cNvSpPr/>
            <p:nvPr/>
          </p:nvSpPr>
          <p:spPr>
            <a:xfrm>
              <a:off x="-1619775" y="3485250"/>
              <a:ext cx="41500" cy="78050"/>
            </a:xfrm>
            <a:custGeom>
              <a:rect b="b" l="l" r="r" t="t"/>
              <a:pathLst>
                <a:path extrusionOk="0" h="3122" w="1660">
                  <a:moveTo>
                    <a:pt x="454" y="159"/>
                  </a:moveTo>
                  <a:lnTo>
                    <a:pt x="469" y="163"/>
                  </a:lnTo>
                  <a:lnTo>
                    <a:pt x="469" y="163"/>
                  </a:lnTo>
                  <a:lnTo>
                    <a:pt x="474" y="159"/>
                  </a:lnTo>
                  <a:close/>
                  <a:moveTo>
                    <a:pt x="1422" y="238"/>
                  </a:moveTo>
                  <a:lnTo>
                    <a:pt x="1422" y="257"/>
                  </a:lnTo>
                  <a:lnTo>
                    <a:pt x="1462" y="257"/>
                  </a:lnTo>
                  <a:lnTo>
                    <a:pt x="1422" y="238"/>
                  </a:lnTo>
                  <a:close/>
                  <a:moveTo>
                    <a:pt x="119" y="1057"/>
                  </a:moveTo>
                  <a:lnTo>
                    <a:pt x="138" y="1067"/>
                  </a:lnTo>
                  <a:lnTo>
                    <a:pt x="158" y="1067"/>
                  </a:lnTo>
                  <a:lnTo>
                    <a:pt x="119" y="1057"/>
                  </a:lnTo>
                  <a:close/>
                  <a:moveTo>
                    <a:pt x="40" y="988"/>
                  </a:moveTo>
                  <a:lnTo>
                    <a:pt x="40" y="1008"/>
                  </a:lnTo>
                  <a:lnTo>
                    <a:pt x="40" y="1028"/>
                  </a:lnTo>
                  <a:lnTo>
                    <a:pt x="0" y="1028"/>
                  </a:lnTo>
                  <a:lnTo>
                    <a:pt x="79" y="1087"/>
                  </a:lnTo>
                  <a:lnTo>
                    <a:pt x="138" y="1107"/>
                  </a:lnTo>
                  <a:lnTo>
                    <a:pt x="217" y="1126"/>
                  </a:lnTo>
                  <a:lnTo>
                    <a:pt x="217" y="1126"/>
                  </a:lnTo>
                  <a:lnTo>
                    <a:pt x="119" y="1087"/>
                  </a:lnTo>
                  <a:lnTo>
                    <a:pt x="40" y="1047"/>
                  </a:lnTo>
                  <a:lnTo>
                    <a:pt x="79" y="1047"/>
                  </a:lnTo>
                  <a:lnTo>
                    <a:pt x="119" y="1057"/>
                  </a:lnTo>
                  <a:lnTo>
                    <a:pt x="119" y="1057"/>
                  </a:lnTo>
                  <a:lnTo>
                    <a:pt x="99" y="1047"/>
                  </a:lnTo>
                  <a:lnTo>
                    <a:pt x="99" y="1028"/>
                  </a:lnTo>
                  <a:lnTo>
                    <a:pt x="119" y="1028"/>
                  </a:lnTo>
                  <a:lnTo>
                    <a:pt x="119" y="1008"/>
                  </a:lnTo>
                  <a:lnTo>
                    <a:pt x="79" y="988"/>
                  </a:lnTo>
                  <a:close/>
                  <a:moveTo>
                    <a:pt x="158" y="1146"/>
                  </a:moveTo>
                  <a:lnTo>
                    <a:pt x="178" y="1166"/>
                  </a:lnTo>
                  <a:lnTo>
                    <a:pt x="217" y="1185"/>
                  </a:lnTo>
                  <a:lnTo>
                    <a:pt x="138" y="1146"/>
                  </a:lnTo>
                  <a:close/>
                  <a:moveTo>
                    <a:pt x="217" y="1166"/>
                  </a:moveTo>
                  <a:lnTo>
                    <a:pt x="257" y="1186"/>
                  </a:lnTo>
                  <a:lnTo>
                    <a:pt x="296" y="1205"/>
                  </a:lnTo>
                  <a:lnTo>
                    <a:pt x="336" y="1205"/>
                  </a:lnTo>
                  <a:lnTo>
                    <a:pt x="316" y="1225"/>
                  </a:lnTo>
                  <a:lnTo>
                    <a:pt x="296" y="1225"/>
                  </a:lnTo>
                  <a:lnTo>
                    <a:pt x="277" y="1205"/>
                  </a:lnTo>
                  <a:lnTo>
                    <a:pt x="257" y="1205"/>
                  </a:lnTo>
                  <a:lnTo>
                    <a:pt x="217" y="1186"/>
                  </a:lnTo>
                  <a:lnTo>
                    <a:pt x="198" y="1166"/>
                  </a:lnTo>
                  <a:close/>
                  <a:moveTo>
                    <a:pt x="119" y="1699"/>
                  </a:moveTo>
                  <a:lnTo>
                    <a:pt x="119" y="1719"/>
                  </a:lnTo>
                  <a:lnTo>
                    <a:pt x="138" y="1719"/>
                  </a:lnTo>
                  <a:lnTo>
                    <a:pt x="138" y="1699"/>
                  </a:lnTo>
                  <a:close/>
                  <a:moveTo>
                    <a:pt x="119" y="1857"/>
                  </a:moveTo>
                  <a:lnTo>
                    <a:pt x="119" y="1877"/>
                  </a:lnTo>
                  <a:lnTo>
                    <a:pt x="178" y="1897"/>
                  </a:lnTo>
                  <a:lnTo>
                    <a:pt x="138" y="1877"/>
                  </a:lnTo>
                  <a:lnTo>
                    <a:pt x="138" y="1857"/>
                  </a:lnTo>
                  <a:close/>
                  <a:moveTo>
                    <a:pt x="79" y="1936"/>
                  </a:moveTo>
                  <a:lnTo>
                    <a:pt x="99" y="1956"/>
                  </a:lnTo>
                  <a:lnTo>
                    <a:pt x="119" y="1936"/>
                  </a:lnTo>
                  <a:close/>
                  <a:moveTo>
                    <a:pt x="277" y="2272"/>
                  </a:moveTo>
                  <a:lnTo>
                    <a:pt x="277" y="2292"/>
                  </a:lnTo>
                  <a:lnTo>
                    <a:pt x="316" y="2292"/>
                  </a:lnTo>
                  <a:lnTo>
                    <a:pt x="277" y="2272"/>
                  </a:lnTo>
                  <a:close/>
                  <a:moveTo>
                    <a:pt x="1245" y="2529"/>
                  </a:moveTo>
                  <a:lnTo>
                    <a:pt x="1264" y="2549"/>
                  </a:lnTo>
                  <a:lnTo>
                    <a:pt x="1284" y="2549"/>
                  </a:lnTo>
                  <a:lnTo>
                    <a:pt x="1245" y="2529"/>
                  </a:lnTo>
                  <a:close/>
                  <a:moveTo>
                    <a:pt x="40" y="2647"/>
                  </a:moveTo>
                  <a:lnTo>
                    <a:pt x="99" y="266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40" y="2647"/>
                  </a:lnTo>
                  <a:close/>
                  <a:moveTo>
                    <a:pt x="119" y="2726"/>
                  </a:moveTo>
                  <a:lnTo>
                    <a:pt x="137" y="2728"/>
                  </a:lnTo>
                  <a:lnTo>
                    <a:pt x="137" y="2728"/>
                  </a:lnTo>
                  <a:lnTo>
                    <a:pt x="138" y="2726"/>
                  </a:lnTo>
                  <a:close/>
                  <a:moveTo>
                    <a:pt x="810" y="2786"/>
                  </a:moveTo>
                  <a:lnTo>
                    <a:pt x="830" y="2805"/>
                  </a:lnTo>
                  <a:lnTo>
                    <a:pt x="830" y="2786"/>
                  </a:lnTo>
                  <a:close/>
                  <a:moveTo>
                    <a:pt x="1136" y="2805"/>
                  </a:moveTo>
                  <a:lnTo>
                    <a:pt x="1146" y="2809"/>
                  </a:lnTo>
                  <a:lnTo>
                    <a:pt x="1146" y="2809"/>
                  </a:lnTo>
                  <a:lnTo>
                    <a:pt x="1146" y="2805"/>
                  </a:lnTo>
                  <a:close/>
                  <a:moveTo>
                    <a:pt x="237" y="2805"/>
                  </a:moveTo>
                  <a:lnTo>
                    <a:pt x="237" y="2825"/>
                  </a:lnTo>
                  <a:lnTo>
                    <a:pt x="257" y="2825"/>
                  </a:lnTo>
                  <a:lnTo>
                    <a:pt x="237" y="2805"/>
                  </a:lnTo>
                  <a:close/>
                  <a:moveTo>
                    <a:pt x="1146" y="2809"/>
                  </a:moveTo>
                  <a:lnTo>
                    <a:pt x="1146" y="2825"/>
                  </a:lnTo>
                  <a:lnTo>
                    <a:pt x="1126" y="2825"/>
                  </a:lnTo>
                  <a:lnTo>
                    <a:pt x="1166" y="2845"/>
                  </a:lnTo>
                  <a:lnTo>
                    <a:pt x="1185" y="2825"/>
                  </a:lnTo>
                  <a:lnTo>
                    <a:pt x="1146" y="2809"/>
                  </a:lnTo>
                  <a:close/>
                  <a:moveTo>
                    <a:pt x="929" y="2805"/>
                  </a:moveTo>
                  <a:lnTo>
                    <a:pt x="948" y="2825"/>
                  </a:lnTo>
                  <a:lnTo>
                    <a:pt x="929" y="2825"/>
                  </a:lnTo>
                  <a:lnTo>
                    <a:pt x="1027" y="2845"/>
                  </a:lnTo>
                  <a:lnTo>
                    <a:pt x="1146" y="2884"/>
                  </a:lnTo>
                  <a:lnTo>
                    <a:pt x="1126" y="2865"/>
                  </a:lnTo>
                  <a:lnTo>
                    <a:pt x="1067" y="2845"/>
                  </a:lnTo>
                  <a:lnTo>
                    <a:pt x="929" y="2805"/>
                  </a:lnTo>
                  <a:close/>
                  <a:moveTo>
                    <a:pt x="257" y="2884"/>
                  </a:moveTo>
                  <a:lnTo>
                    <a:pt x="316" y="2904"/>
                  </a:lnTo>
                  <a:lnTo>
                    <a:pt x="336" y="2904"/>
                  </a:lnTo>
                  <a:lnTo>
                    <a:pt x="296" y="2884"/>
                  </a:lnTo>
                  <a:close/>
                  <a:moveTo>
                    <a:pt x="1077" y="3062"/>
                  </a:moveTo>
                  <a:lnTo>
                    <a:pt x="1087" y="3082"/>
                  </a:lnTo>
                  <a:lnTo>
                    <a:pt x="1087" y="3062"/>
                  </a:lnTo>
                  <a:close/>
                  <a:moveTo>
                    <a:pt x="948" y="3082"/>
                  </a:moveTo>
                  <a:lnTo>
                    <a:pt x="929" y="3102"/>
                  </a:lnTo>
                  <a:lnTo>
                    <a:pt x="948" y="3102"/>
                  </a:lnTo>
                  <a:lnTo>
                    <a:pt x="948" y="3082"/>
                  </a:lnTo>
                  <a:close/>
                  <a:moveTo>
                    <a:pt x="1106" y="1"/>
                  </a:moveTo>
                  <a:lnTo>
                    <a:pt x="1087" y="20"/>
                  </a:lnTo>
                  <a:lnTo>
                    <a:pt x="1106" y="40"/>
                  </a:lnTo>
                  <a:lnTo>
                    <a:pt x="1047" y="40"/>
                  </a:lnTo>
                  <a:lnTo>
                    <a:pt x="1087" y="60"/>
                  </a:lnTo>
                  <a:lnTo>
                    <a:pt x="1027" y="40"/>
                  </a:lnTo>
                  <a:lnTo>
                    <a:pt x="948" y="20"/>
                  </a:lnTo>
                  <a:lnTo>
                    <a:pt x="929" y="20"/>
                  </a:lnTo>
                  <a:lnTo>
                    <a:pt x="948" y="40"/>
                  </a:lnTo>
                  <a:lnTo>
                    <a:pt x="948" y="60"/>
                  </a:lnTo>
                  <a:lnTo>
                    <a:pt x="929" y="60"/>
                  </a:lnTo>
                  <a:lnTo>
                    <a:pt x="889" y="40"/>
                  </a:lnTo>
                  <a:lnTo>
                    <a:pt x="889" y="60"/>
                  </a:lnTo>
                  <a:lnTo>
                    <a:pt x="869" y="40"/>
                  </a:lnTo>
                  <a:lnTo>
                    <a:pt x="810" y="40"/>
                  </a:lnTo>
                  <a:lnTo>
                    <a:pt x="909" y="80"/>
                  </a:lnTo>
                  <a:lnTo>
                    <a:pt x="889" y="80"/>
                  </a:lnTo>
                  <a:lnTo>
                    <a:pt x="968" y="9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48" y="99"/>
                  </a:lnTo>
                  <a:lnTo>
                    <a:pt x="909" y="99"/>
                  </a:lnTo>
                  <a:lnTo>
                    <a:pt x="830" y="60"/>
                  </a:lnTo>
                  <a:lnTo>
                    <a:pt x="810" y="60"/>
                  </a:lnTo>
                  <a:lnTo>
                    <a:pt x="731" y="40"/>
                  </a:lnTo>
                  <a:lnTo>
                    <a:pt x="790" y="60"/>
                  </a:lnTo>
                  <a:lnTo>
                    <a:pt x="790" y="80"/>
                  </a:lnTo>
                  <a:lnTo>
                    <a:pt x="770" y="80"/>
                  </a:lnTo>
                  <a:lnTo>
                    <a:pt x="751" y="60"/>
                  </a:lnTo>
                  <a:lnTo>
                    <a:pt x="691" y="40"/>
                  </a:lnTo>
                  <a:lnTo>
                    <a:pt x="691" y="60"/>
                  </a:lnTo>
                  <a:lnTo>
                    <a:pt x="731" y="99"/>
                  </a:lnTo>
                  <a:lnTo>
                    <a:pt x="731" y="119"/>
                  </a:lnTo>
                  <a:lnTo>
                    <a:pt x="711" y="99"/>
                  </a:lnTo>
                  <a:lnTo>
                    <a:pt x="672" y="99"/>
                  </a:lnTo>
                  <a:lnTo>
                    <a:pt x="691" y="119"/>
                  </a:lnTo>
                  <a:lnTo>
                    <a:pt x="691" y="119"/>
                  </a:lnTo>
                  <a:lnTo>
                    <a:pt x="632" y="99"/>
                  </a:lnTo>
                  <a:lnTo>
                    <a:pt x="573" y="99"/>
                  </a:lnTo>
                  <a:lnTo>
                    <a:pt x="612" y="119"/>
                  </a:lnTo>
                  <a:lnTo>
                    <a:pt x="612" y="139"/>
                  </a:lnTo>
                  <a:lnTo>
                    <a:pt x="652" y="159"/>
                  </a:lnTo>
                  <a:lnTo>
                    <a:pt x="593" y="139"/>
                  </a:lnTo>
                  <a:lnTo>
                    <a:pt x="593" y="139"/>
                  </a:lnTo>
                  <a:lnTo>
                    <a:pt x="691" y="198"/>
                  </a:lnTo>
                  <a:lnTo>
                    <a:pt x="751" y="218"/>
                  </a:lnTo>
                  <a:lnTo>
                    <a:pt x="770" y="238"/>
                  </a:lnTo>
                  <a:lnTo>
                    <a:pt x="770" y="238"/>
                  </a:lnTo>
                  <a:lnTo>
                    <a:pt x="711" y="218"/>
                  </a:lnTo>
                  <a:lnTo>
                    <a:pt x="652" y="198"/>
                  </a:lnTo>
                  <a:lnTo>
                    <a:pt x="593" y="178"/>
                  </a:lnTo>
                  <a:lnTo>
                    <a:pt x="553" y="178"/>
                  </a:lnTo>
                  <a:lnTo>
                    <a:pt x="553" y="198"/>
                  </a:lnTo>
                  <a:lnTo>
                    <a:pt x="514" y="178"/>
                  </a:lnTo>
                  <a:lnTo>
                    <a:pt x="469" y="163"/>
                  </a:lnTo>
                  <a:lnTo>
                    <a:pt x="469" y="163"/>
                  </a:lnTo>
                  <a:lnTo>
                    <a:pt x="454" y="178"/>
                  </a:lnTo>
                  <a:lnTo>
                    <a:pt x="395" y="178"/>
                  </a:lnTo>
                  <a:lnTo>
                    <a:pt x="454" y="218"/>
                  </a:lnTo>
                  <a:lnTo>
                    <a:pt x="435" y="218"/>
                  </a:lnTo>
                  <a:lnTo>
                    <a:pt x="375" y="198"/>
                  </a:lnTo>
                  <a:lnTo>
                    <a:pt x="395" y="218"/>
                  </a:lnTo>
                  <a:lnTo>
                    <a:pt x="375" y="238"/>
                  </a:lnTo>
                  <a:lnTo>
                    <a:pt x="336" y="238"/>
                  </a:lnTo>
                  <a:lnTo>
                    <a:pt x="375" y="257"/>
                  </a:lnTo>
                  <a:lnTo>
                    <a:pt x="435" y="277"/>
                  </a:lnTo>
                  <a:lnTo>
                    <a:pt x="336" y="277"/>
                  </a:lnTo>
                  <a:lnTo>
                    <a:pt x="395" y="317"/>
                  </a:lnTo>
                  <a:lnTo>
                    <a:pt x="494" y="336"/>
                  </a:lnTo>
                  <a:lnTo>
                    <a:pt x="435" y="336"/>
                  </a:lnTo>
                  <a:lnTo>
                    <a:pt x="356" y="317"/>
                  </a:lnTo>
                  <a:lnTo>
                    <a:pt x="257" y="297"/>
                  </a:lnTo>
                  <a:lnTo>
                    <a:pt x="257" y="317"/>
                  </a:lnTo>
                  <a:lnTo>
                    <a:pt x="237" y="317"/>
                  </a:lnTo>
                  <a:lnTo>
                    <a:pt x="296" y="336"/>
                  </a:lnTo>
                  <a:lnTo>
                    <a:pt x="356" y="356"/>
                  </a:lnTo>
                  <a:lnTo>
                    <a:pt x="277" y="317"/>
                  </a:lnTo>
                  <a:lnTo>
                    <a:pt x="316" y="317"/>
                  </a:lnTo>
                  <a:lnTo>
                    <a:pt x="375" y="336"/>
                  </a:lnTo>
                  <a:lnTo>
                    <a:pt x="395" y="356"/>
                  </a:lnTo>
                  <a:lnTo>
                    <a:pt x="435" y="376"/>
                  </a:lnTo>
                  <a:lnTo>
                    <a:pt x="514" y="435"/>
                  </a:lnTo>
                  <a:lnTo>
                    <a:pt x="454" y="435"/>
                  </a:lnTo>
                  <a:lnTo>
                    <a:pt x="415" y="415"/>
                  </a:lnTo>
                  <a:lnTo>
                    <a:pt x="356" y="396"/>
                  </a:lnTo>
                  <a:lnTo>
                    <a:pt x="375" y="415"/>
                  </a:lnTo>
                  <a:lnTo>
                    <a:pt x="336" y="415"/>
                  </a:lnTo>
                  <a:lnTo>
                    <a:pt x="375" y="435"/>
                  </a:lnTo>
                  <a:lnTo>
                    <a:pt x="395" y="455"/>
                  </a:lnTo>
                  <a:lnTo>
                    <a:pt x="375" y="455"/>
                  </a:lnTo>
                  <a:lnTo>
                    <a:pt x="296" y="435"/>
                  </a:lnTo>
                  <a:lnTo>
                    <a:pt x="277" y="455"/>
                  </a:lnTo>
                  <a:lnTo>
                    <a:pt x="237" y="475"/>
                  </a:lnTo>
                  <a:lnTo>
                    <a:pt x="217" y="475"/>
                  </a:lnTo>
                  <a:lnTo>
                    <a:pt x="217" y="514"/>
                  </a:lnTo>
                  <a:lnTo>
                    <a:pt x="296" y="514"/>
                  </a:lnTo>
                  <a:lnTo>
                    <a:pt x="356" y="534"/>
                  </a:lnTo>
                  <a:lnTo>
                    <a:pt x="454" y="573"/>
                  </a:lnTo>
                  <a:lnTo>
                    <a:pt x="395" y="573"/>
                  </a:lnTo>
                  <a:lnTo>
                    <a:pt x="415" y="593"/>
                  </a:lnTo>
                  <a:lnTo>
                    <a:pt x="454" y="593"/>
                  </a:lnTo>
                  <a:lnTo>
                    <a:pt x="474" y="613"/>
                  </a:lnTo>
                  <a:lnTo>
                    <a:pt x="435" y="613"/>
                  </a:lnTo>
                  <a:lnTo>
                    <a:pt x="395" y="593"/>
                  </a:lnTo>
                  <a:lnTo>
                    <a:pt x="395" y="613"/>
                  </a:lnTo>
                  <a:lnTo>
                    <a:pt x="336" y="593"/>
                  </a:lnTo>
                  <a:lnTo>
                    <a:pt x="277" y="573"/>
                  </a:lnTo>
                  <a:lnTo>
                    <a:pt x="237" y="554"/>
                  </a:lnTo>
                  <a:lnTo>
                    <a:pt x="237" y="573"/>
                  </a:lnTo>
                  <a:lnTo>
                    <a:pt x="158" y="554"/>
                  </a:lnTo>
                  <a:lnTo>
                    <a:pt x="158" y="573"/>
                  </a:lnTo>
                  <a:lnTo>
                    <a:pt x="138" y="573"/>
                  </a:lnTo>
                  <a:lnTo>
                    <a:pt x="217" y="593"/>
                  </a:lnTo>
                  <a:lnTo>
                    <a:pt x="158" y="613"/>
                  </a:lnTo>
                  <a:lnTo>
                    <a:pt x="119" y="633"/>
                  </a:lnTo>
                  <a:lnTo>
                    <a:pt x="178" y="633"/>
                  </a:lnTo>
                  <a:lnTo>
                    <a:pt x="198" y="652"/>
                  </a:lnTo>
                  <a:lnTo>
                    <a:pt x="119" y="652"/>
                  </a:lnTo>
                  <a:lnTo>
                    <a:pt x="119" y="672"/>
                  </a:lnTo>
                  <a:lnTo>
                    <a:pt x="158" y="712"/>
                  </a:lnTo>
                  <a:lnTo>
                    <a:pt x="237" y="731"/>
                  </a:lnTo>
                  <a:lnTo>
                    <a:pt x="237" y="751"/>
                  </a:lnTo>
                  <a:lnTo>
                    <a:pt x="198" y="731"/>
                  </a:lnTo>
                  <a:lnTo>
                    <a:pt x="257" y="771"/>
                  </a:lnTo>
                  <a:lnTo>
                    <a:pt x="277" y="791"/>
                  </a:lnTo>
                  <a:lnTo>
                    <a:pt x="257" y="791"/>
                  </a:lnTo>
                  <a:lnTo>
                    <a:pt x="198" y="751"/>
                  </a:lnTo>
                  <a:lnTo>
                    <a:pt x="158" y="751"/>
                  </a:lnTo>
                  <a:lnTo>
                    <a:pt x="158" y="771"/>
                  </a:lnTo>
                  <a:lnTo>
                    <a:pt x="138" y="771"/>
                  </a:lnTo>
                  <a:lnTo>
                    <a:pt x="316" y="889"/>
                  </a:lnTo>
                  <a:lnTo>
                    <a:pt x="435" y="909"/>
                  </a:lnTo>
                  <a:lnTo>
                    <a:pt x="533" y="968"/>
                  </a:lnTo>
                  <a:lnTo>
                    <a:pt x="454" y="968"/>
                  </a:lnTo>
                  <a:lnTo>
                    <a:pt x="375" y="949"/>
                  </a:lnTo>
                  <a:lnTo>
                    <a:pt x="336" y="949"/>
                  </a:lnTo>
                  <a:lnTo>
                    <a:pt x="316" y="929"/>
                  </a:lnTo>
                  <a:lnTo>
                    <a:pt x="375" y="929"/>
                  </a:lnTo>
                  <a:lnTo>
                    <a:pt x="237" y="909"/>
                  </a:lnTo>
                  <a:lnTo>
                    <a:pt x="198" y="870"/>
                  </a:lnTo>
                  <a:lnTo>
                    <a:pt x="158" y="870"/>
                  </a:lnTo>
                  <a:lnTo>
                    <a:pt x="59" y="850"/>
                  </a:lnTo>
                  <a:lnTo>
                    <a:pt x="59" y="850"/>
                  </a:lnTo>
                  <a:lnTo>
                    <a:pt x="79" y="870"/>
                  </a:lnTo>
                  <a:lnTo>
                    <a:pt x="99" y="889"/>
                  </a:lnTo>
                  <a:lnTo>
                    <a:pt x="59" y="870"/>
                  </a:lnTo>
                  <a:lnTo>
                    <a:pt x="59" y="870"/>
                  </a:lnTo>
                  <a:lnTo>
                    <a:pt x="79" y="88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99" y="929"/>
                  </a:lnTo>
                  <a:lnTo>
                    <a:pt x="138" y="949"/>
                  </a:lnTo>
                  <a:lnTo>
                    <a:pt x="59" y="949"/>
                  </a:lnTo>
                  <a:lnTo>
                    <a:pt x="99" y="968"/>
                  </a:lnTo>
                  <a:lnTo>
                    <a:pt x="99" y="988"/>
                  </a:lnTo>
                  <a:lnTo>
                    <a:pt x="178" y="1008"/>
                  </a:lnTo>
                  <a:lnTo>
                    <a:pt x="277" y="1028"/>
                  </a:lnTo>
                  <a:lnTo>
                    <a:pt x="296" y="1047"/>
                  </a:lnTo>
                  <a:lnTo>
                    <a:pt x="296" y="1067"/>
                  </a:lnTo>
                  <a:lnTo>
                    <a:pt x="257" y="1067"/>
                  </a:lnTo>
                  <a:lnTo>
                    <a:pt x="237" y="1047"/>
                  </a:lnTo>
                  <a:lnTo>
                    <a:pt x="257" y="1087"/>
                  </a:lnTo>
                  <a:lnTo>
                    <a:pt x="257" y="1087"/>
                  </a:lnTo>
                  <a:lnTo>
                    <a:pt x="198" y="1067"/>
                  </a:lnTo>
                  <a:lnTo>
                    <a:pt x="198" y="1047"/>
                  </a:lnTo>
                  <a:lnTo>
                    <a:pt x="178" y="1047"/>
                  </a:lnTo>
                  <a:lnTo>
                    <a:pt x="178" y="1067"/>
                  </a:lnTo>
                  <a:lnTo>
                    <a:pt x="237" y="1107"/>
                  </a:lnTo>
                  <a:lnTo>
                    <a:pt x="217" y="1126"/>
                  </a:lnTo>
                  <a:lnTo>
                    <a:pt x="119" y="1107"/>
                  </a:lnTo>
                  <a:lnTo>
                    <a:pt x="79" y="1126"/>
                  </a:lnTo>
                  <a:lnTo>
                    <a:pt x="79" y="1146"/>
                  </a:lnTo>
                  <a:lnTo>
                    <a:pt x="40" y="1146"/>
                  </a:lnTo>
                  <a:lnTo>
                    <a:pt x="119" y="1166"/>
                  </a:lnTo>
                  <a:lnTo>
                    <a:pt x="158" y="1166"/>
                  </a:lnTo>
                  <a:lnTo>
                    <a:pt x="217" y="1225"/>
                  </a:lnTo>
                  <a:lnTo>
                    <a:pt x="277" y="1284"/>
                  </a:lnTo>
                  <a:lnTo>
                    <a:pt x="217" y="1265"/>
                  </a:lnTo>
                  <a:lnTo>
                    <a:pt x="158" y="1225"/>
                  </a:lnTo>
                  <a:lnTo>
                    <a:pt x="119" y="1205"/>
                  </a:lnTo>
                  <a:lnTo>
                    <a:pt x="40" y="1186"/>
                  </a:lnTo>
                  <a:lnTo>
                    <a:pt x="79" y="1205"/>
                  </a:lnTo>
                  <a:lnTo>
                    <a:pt x="99" y="1225"/>
                  </a:lnTo>
                  <a:lnTo>
                    <a:pt x="59" y="1225"/>
                  </a:lnTo>
                  <a:lnTo>
                    <a:pt x="79" y="1265"/>
                  </a:lnTo>
                  <a:lnTo>
                    <a:pt x="119" y="1265"/>
                  </a:lnTo>
                  <a:lnTo>
                    <a:pt x="138" y="1284"/>
                  </a:lnTo>
                  <a:lnTo>
                    <a:pt x="119" y="1304"/>
                  </a:lnTo>
                  <a:lnTo>
                    <a:pt x="119" y="1324"/>
                  </a:lnTo>
                  <a:lnTo>
                    <a:pt x="119" y="1344"/>
                  </a:lnTo>
                  <a:lnTo>
                    <a:pt x="119" y="1363"/>
                  </a:lnTo>
                  <a:lnTo>
                    <a:pt x="158" y="1363"/>
                  </a:lnTo>
                  <a:lnTo>
                    <a:pt x="138" y="1344"/>
                  </a:lnTo>
                  <a:lnTo>
                    <a:pt x="217" y="1344"/>
                  </a:lnTo>
                  <a:lnTo>
                    <a:pt x="237" y="1363"/>
                  </a:lnTo>
                  <a:lnTo>
                    <a:pt x="257" y="1383"/>
                  </a:lnTo>
                  <a:lnTo>
                    <a:pt x="277" y="1403"/>
                  </a:lnTo>
                  <a:lnTo>
                    <a:pt x="277" y="1423"/>
                  </a:lnTo>
                  <a:lnTo>
                    <a:pt x="296" y="1423"/>
                  </a:lnTo>
                  <a:lnTo>
                    <a:pt x="336" y="1442"/>
                  </a:lnTo>
                  <a:lnTo>
                    <a:pt x="316" y="1462"/>
                  </a:lnTo>
                  <a:lnTo>
                    <a:pt x="296" y="1462"/>
                  </a:lnTo>
                  <a:lnTo>
                    <a:pt x="257" y="1442"/>
                  </a:lnTo>
                  <a:lnTo>
                    <a:pt x="198" y="1423"/>
                  </a:lnTo>
                  <a:lnTo>
                    <a:pt x="178" y="1403"/>
                  </a:lnTo>
                  <a:lnTo>
                    <a:pt x="138" y="1383"/>
                  </a:lnTo>
                  <a:lnTo>
                    <a:pt x="40" y="1363"/>
                  </a:lnTo>
                  <a:lnTo>
                    <a:pt x="40" y="1363"/>
                  </a:lnTo>
                  <a:lnTo>
                    <a:pt x="59" y="1383"/>
                  </a:lnTo>
                  <a:lnTo>
                    <a:pt x="20" y="1383"/>
                  </a:lnTo>
                  <a:lnTo>
                    <a:pt x="59" y="1403"/>
                  </a:lnTo>
                  <a:lnTo>
                    <a:pt x="158" y="1423"/>
                  </a:lnTo>
                  <a:lnTo>
                    <a:pt x="138" y="1403"/>
                  </a:lnTo>
                  <a:lnTo>
                    <a:pt x="158" y="1403"/>
                  </a:lnTo>
                  <a:lnTo>
                    <a:pt x="217" y="1442"/>
                  </a:lnTo>
                  <a:lnTo>
                    <a:pt x="257" y="1462"/>
                  </a:lnTo>
                  <a:lnTo>
                    <a:pt x="237" y="1462"/>
                  </a:lnTo>
                  <a:lnTo>
                    <a:pt x="237" y="1482"/>
                  </a:lnTo>
                  <a:lnTo>
                    <a:pt x="198" y="1462"/>
                  </a:lnTo>
                  <a:lnTo>
                    <a:pt x="119" y="1442"/>
                  </a:lnTo>
                  <a:lnTo>
                    <a:pt x="158" y="1462"/>
                  </a:lnTo>
                  <a:lnTo>
                    <a:pt x="158" y="1462"/>
                  </a:lnTo>
                  <a:lnTo>
                    <a:pt x="178" y="148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158" y="1482"/>
                  </a:lnTo>
                  <a:lnTo>
                    <a:pt x="158" y="1482"/>
                  </a:lnTo>
                  <a:lnTo>
                    <a:pt x="178" y="1502"/>
                  </a:lnTo>
                  <a:lnTo>
                    <a:pt x="217" y="1521"/>
                  </a:lnTo>
                  <a:lnTo>
                    <a:pt x="277" y="1541"/>
                  </a:lnTo>
                  <a:lnTo>
                    <a:pt x="336" y="1561"/>
                  </a:lnTo>
                  <a:lnTo>
                    <a:pt x="336" y="1581"/>
                  </a:lnTo>
                  <a:lnTo>
                    <a:pt x="336" y="1600"/>
                  </a:lnTo>
                  <a:lnTo>
                    <a:pt x="277" y="1600"/>
                  </a:lnTo>
                  <a:lnTo>
                    <a:pt x="336" y="1620"/>
                  </a:lnTo>
                  <a:lnTo>
                    <a:pt x="257" y="1620"/>
                  </a:lnTo>
                  <a:lnTo>
                    <a:pt x="257" y="1600"/>
                  </a:lnTo>
                  <a:lnTo>
                    <a:pt x="237" y="1581"/>
                  </a:lnTo>
                  <a:lnTo>
                    <a:pt x="178" y="1561"/>
                  </a:lnTo>
                  <a:lnTo>
                    <a:pt x="138" y="1561"/>
                  </a:lnTo>
                  <a:lnTo>
                    <a:pt x="217" y="1600"/>
                  </a:lnTo>
                  <a:lnTo>
                    <a:pt x="198" y="1600"/>
                  </a:lnTo>
                  <a:lnTo>
                    <a:pt x="138" y="1581"/>
                  </a:lnTo>
                  <a:lnTo>
                    <a:pt x="178" y="1600"/>
                  </a:lnTo>
                  <a:lnTo>
                    <a:pt x="198" y="1620"/>
                  </a:lnTo>
                  <a:lnTo>
                    <a:pt x="79" y="1600"/>
                  </a:lnTo>
                  <a:lnTo>
                    <a:pt x="119" y="1620"/>
                  </a:lnTo>
                  <a:lnTo>
                    <a:pt x="138" y="1620"/>
                  </a:lnTo>
                  <a:lnTo>
                    <a:pt x="138" y="1640"/>
                  </a:lnTo>
                  <a:lnTo>
                    <a:pt x="119" y="1660"/>
                  </a:lnTo>
                  <a:lnTo>
                    <a:pt x="119" y="1679"/>
                  </a:lnTo>
                  <a:lnTo>
                    <a:pt x="158" y="1679"/>
                  </a:lnTo>
                  <a:lnTo>
                    <a:pt x="138" y="1660"/>
                  </a:lnTo>
                  <a:lnTo>
                    <a:pt x="198" y="1660"/>
                  </a:lnTo>
                  <a:lnTo>
                    <a:pt x="217" y="1679"/>
                  </a:lnTo>
                  <a:lnTo>
                    <a:pt x="217" y="1699"/>
                  </a:lnTo>
                  <a:lnTo>
                    <a:pt x="217" y="1739"/>
                  </a:lnTo>
                  <a:lnTo>
                    <a:pt x="257" y="1758"/>
                  </a:lnTo>
                  <a:lnTo>
                    <a:pt x="198" y="1758"/>
                  </a:lnTo>
                  <a:lnTo>
                    <a:pt x="138" y="1739"/>
                  </a:lnTo>
                  <a:lnTo>
                    <a:pt x="158" y="1758"/>
                  </a:lnTo>
                  <a:lnTo>
                    <a:pt x="20" y="1758"/>
                  </a:lnTo>
                  <a:lnTo>
                    <a:pt x="20" y="1778"/>
                  </a:lnTo>
                  <a:lnTo>
                    <a:pt x="99" y="1778"/>
                  </a:lnTo>
                  <a:lnTo>
                    <a:pt x="119" y="1798"/>
                  </a:lnTo>
                  <a:lnTo>
                    <a:pt x="99" y="1798"/>
                  </a:lnTo>
                  <a:lnTo>
                    <a:pt x="138" y="1818"/>
                  </a:lnTo>
                  <a:lnTo>
                    <a:pt x="40" y="1818"/>
                  </a:lnTo>
                  <a:lnTo>
                    <a:pt x="79" y="1837"/>
                  </a:lnTo>
                  <a:lnTo>
                    <a:pt x="99" y="1837"/>
                  </a:lnTo>
                  <a:lnTo>
                    <a:pt x="158" y="1857"/>
                  </a:lnTo>
                  <a:lnTo>
                    <a:pt x="198" y="1877"/>
                  </a:lnTo>
                  <a:lnTo>
                    <a:pt x="178" y="1877"/>
                  </a:lnTo>
                  <a:lnTo>
                    <a:pt x="178" y="1897"/>
                  </a:lnTo>
                  <a:lnTo>
                    <a:pt x="217" y="1897"/>
                  </a:lnTo>
                  <a:lnTo>
                    <a:pt x="257" y="1916"/>
                  </a:lnTo>
                  <a:lnTo>
                    <a:pt x="237" y="1936"/>
                  </a:lnTo>
                  <a:lnTo>
                    <a:pt x="158" y="1916"/>
                  </a:lnTo>
                  <a:lnTo>
                    <a:pt x="158" y="1916"/>
                  </a:lnTo>
                  <a:lnTo>
                    <a:pt x="217" y="1956"/>
                  </a:lnTo>
                  <a:lnTo>
                    <a:pt x="237" y="1976"/>
                  </a:lnTo>
                  <a:lnTo>
                    <a:pt x="277" y="1976"/>
                  </a:lnTo>
                  <a:lnTo>
                    <a:pt x="316" y="1995"/>
                  </a:lnTo>
                  <a:lnTo>
                    <a:pt x="237" y="1995"/>
                  </a:lnTo>
                  <a:lnTo>
                    <a:pt x="237" y="1976"/>
                  </a:lnTo>
                  <a:lnTo>
                    <a:pt x="138" y="1976"/>
                  </a:lnTo>
                  <a:lnTo>
                    <a:pt x="99" y="1956"/>
                  </a:lnTo>
                  <a:lnTo>
                    <a:pt x="99" y="1956"/>
                  </a:lnTo>
                  <a:lnTo>
                    <a:pt x="119" y="1976"/>
                  </a:lnTo>
                  <a:lnTo>
                    <a:pt x="79" y="1976"/>
                  </a:lnTo>
                  <a:lnTo>
                    <a:pt x="79" y="1995"/>
                  </a:lnTo>
                  <a:lnTo>
                    <a:pt x="138" y="1995"/>
                  </a:lnTo>
                  <a:lnTo>
                    <a:pt x="198" y="2015"/>
                  </a:lnTo>
                  <a:lnTo>
                    <a:pt x="99" y="2015"/>
                  </a:lnTo>
                  <a:lnTo>
                    <a:pt x="119" y="2035"/>
                  </a:lnTo>
                  <a:lnTo>
                    <a:pt x="138" y="2035"/>
                  </a:lnTo>
                  <a:lnTo>
                    <a:pt x="217" y="2074"/>
                  </a:lnTo>
                  <a:lnTo>
                    <a:pt x="316" y="2074"/>
                  </a:lnTo>
                  <a:lnTo>
                    <a:pt x="375" y="2094"/>
                  </a:lnTo>
                  <a:lnTo>
                    <a:pt x="395" y="2114"/>
                  </a:lnTo>
                  <a:lnTo>
                    <a:pt x="356" y="2114"/>
                  </a:lnTo>
                  <a:lnTo>
                    <a:pt x="336" y="2094"/>
                  </a:lnTo>
                  <a:lnTo>
                    <a:pt x="316" y="2074"/>
                  </a:lnTo>
                  <a:lnTo>
                    <a:pt x="316" y="2094"/>
                  </a:lnTo>
                  <a:lnTo>
                    <a:pt x="356" y="2114"/>
                  </a:lnTo>
                  <a:lnTo>
                    <a:pt x="296" y="2114"/>
                  </a:lnTo>
                  <a:lnTo>
                    <a:pt x="158" y="2074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20" y="2094"/>
                  </a:lnTo>
                  <a:lnTo>
                    <a:pt x="0" y="2094"/>
                  </a:lnTo>
                  <a:lnTo>
                    <a:pt x="79" y="2134"/>
                  </a:lnTo>
                  <a:lnTo>
                    <a:pt x="198" y="2153"/>
                  </a:lnTo>
                  <a:lnTo>
                    <a:pt x="198" y="2173"/>
                  </a:lnTo>
                  <a:lnTo>
                    <a:pt x="178" y="2173"/>
                  </a:lnTo>
                  <a:lnTo>
                    <a:pt x="138" y="2153"/>
                  </a:lnTo>
                  <a:lnTo>
                    <a:pt x="138" y="2153"/>
                  </a:lnTo>
                  <a:lnTo>
                    <a:pt x="198" y="2193"/>
                  </a:lnTo>
                  <a:lnTo>
                    <a:pt x="198" y="2213"/>
                  </a:lnTo>
                  <a:lnTo>
                    <a:pt x="198" y="2232"/>
                  </a:lnTo>
                  <a:lnTo>
                    <a:pt x="257" y="2252"/>
                  </a:lnTo>
                  <a:lnTo>
                    <a:pt x="356" y="2252"/>
                  </a:lnTo>
                  <a:lnTo>
                    <a:pt x="356" y="2272"/>
                  </a:lnTo>
                  <a:lnTo>
                    <a:pt x="375" y="2272"/>
                  </a:lnTo>
                  <a:lnTo>
                    <a:pt x="415" y="2292"/>
                  </a:lnTo>
                  <a:lnTo>
                    <a:pt x="415" y="2312"/>
                  </a:lnTo>
                  <a:lnTo>
                    <a:pt x="356" y="2292"/>
                  </a:lnTo>
                  <a:lnTo>
                    <a:pt x="336" y="2312"/>
                  </a:lnTo>
                  <a:lnTo>
                    <a:pt x="356" y="2331"/>
                  </a:lnTo>
                  <a:lnTo>
                    <a:pt x="356" y="2331"/>
                  </a:lnTo>
                  <a:lnTo>
                    <a:pt x="296" y="2312"/>
                  </a:lnTo>
                  <a:lnTo>
                    <a:pt x="277" y="2292"/>
                  </a:lnTo>
                  <a:lnTo>
                    <a:pt x="257" y="2292"/>
                  </a:lnTo>
                  <a:lnTo>
                    <a:pt x="138" y="2272"/>
                  </a:lnTo>
                  <a:lnTo>
                    <a:pt x="178" y="2292"/>
                  </a:lnTo>
                  <a:lnTo>
                    <a:pt x="237" y="2292"/>
                  </a:lnTo>
                  <a:lnTo>
                    <a:pt x="257" y="2312"/>
                  </a:lnTo>
                  <a:lnTo>
                    <a:pt x="198" y="2312"/>
                  </a:lnTo>
                  <a:lnTo>
                    <a:pt x="178" y="2331"/>
                  </a:lnTo>
                  <a:lnTo>
                    <a:pt x="158" y="2351"/>
                  </a:lnTo>
                  <a:lnTo>
                    <a:pt x="59" y="2331"/>
                  </a:lnTo>
                  <a:lnTo>
                    <a:pt x="138" y="2371"/>
                  </a:lnTo>
                  <a:lnTo>
                    <a:pt x="178" y="2391"/>
                  </a:lnTo>
                  <a:lnTo>
                    <a:pt x="178" y="2410"/>
                  </a:lnTo>
                  <a:lnTo>
                    <a:pt x="217" y="2430"/>
                  </a:lnTo>
                  <a:lnTo>
                    <a:pt x="277" y="2450"/>
                  </a:lnTo>
                  <a:lnTo>
                    <a:pt x="296" y="2450"/>
                  </a:lnTo>
                  <a:lnTo>
                    <a:pt x="277" y="2410"/>
                  </a:lnTo>
                  <a:lnTo>
                    <a:pt x="257" y="2410"/>
                  </a:lnTo>
                  <a:lnTo>
                    <a:pt x="296" y="2391"/>
                  </a:lnTo>
                  <a:lnTo>
                    <a:pt x="178" y="2371"/>
                  </a:lnTo>
                  <a:lnTo>
                    <a:pt x="178" y="2351"/>
                  </a:lnTo>
                  <a:lnTo>
                    <a:pt x="217" y="2351"/>
                  </a:lnTo>
                  <a:lnTo>
                    <a:pt x="316" y="2391"/>
                  </a:lnTo>
                  <a:lnTo>
                    <a:pt x="356" y="2391"/>
                  </a:lnTo>
                  <a:lnTo>
                    <a:pt x="375" y="2410"/>
                  </a:lnTo>
                  <a:lnTo>
                    <a:pt x="415" y="2410"/>
                  </a:lnTo>
                  <a:lnTo>
                    <a:pt x="435" y="2391"/>
                  </a:lnTo>
                  <a:lnTo>
                    <a:pt x="514" y="2410"/>
                  </a:lnTo>
                  <a:lnTo>
                    <a:pt x="652" y="2470"/>
                  </a:lnTo>
                  <a:lnTo>
                    <a:pt x="652" y="2470"/>
                  </a:lnTo>
                  <a:lnTo>
                    <a:pt x="593" y="2450"/>
                  </a:lnTo>
                  <a:lnTo>
                    <a:pt x="593" y="2450"/>
                  </a:lnTo>
                  <a:lnTo>
                    <a:pt x="672" y="2489"/>
                  </a:lnTo>
                  <a:lnTo>
                    <a:pt x="553" y="2470"/>
                  </a:lnTo>
                  <a:lnTo>
                    <a:pt x="553" y="2489"/>
                  </a:lnTo>
                  <a:lnTo>
                    <a:pt x="553" y="2509"/>
                  </a:lnTo>
                  <a:lnTo>
                    <a:pt x="612" y="2509"/>
                  </a:lnTo>
                  <a:lnTo>
                    <a:pt x="593" y="2489"/>
                  </a:lnTo>
                  <a:lnTo>
                    <a:pt x="652" y="2509"/>
                  </a:lnTo>
                  <a:lnTo>
                    <a:pt x="632" y="2509"/>
                  </a:lnTo>
                  <a:lnTo>
                    <a:pt x="632" y="2529"/>
                  </a:lnTo>
                  <a:lnTo>
                    <a:pt x="672" y="2529"/>
                  </a:lnTo>
                  <a:lnTo>
                    <a:pt x="751" y="2568"/>
                  </a:lnTo>
                  <a:lnTo>
                    <a:pt x="632" y="2568"/>
                  </a:lnTo>
                  <a:lnTo>
                    <a:pt x="494" y="2529"/>
                  </a:lnTo>
                  <a:lnTo>
                    <a:pt x="514" y="2549"/>
                  </a:lnTo>
                  <a:lnTo>
                    <a:pt x="316" y="2489"/>
                  </a:lnTo>
                  <a:lnTo>
                    <a:pt x="277" y="2509"/>
                  </a:lnTo>
                  <a:lnTo>
                    <a:pt x="277" y="2529"/>
                  </a:lnTo>
                  <a:lnTo>
                    <a:pt x="138" y="2509"/>
                  </a:lnTo>
                  <a:lnTo>
                    <a:pt x="158" y="2529"/>
                  </a:lnTo>
                  <a:lnTo>
                    <a:pt x="138" y="2529"/>
                  </a:lnTo>
                  <a:lnTo>
                    <a:pt x="79" y="2549"/>
                  </a:lnTo>
                  <a:lnTo>
                    <a:pt x="178" y="2549"/>
                  </a:lnTo>
                  <a:lnTo>
                    <a:pt x="217" y="2568"/>
                  </a:lnTo>
                  <a:lnTo>
                    <a:pt x="198" y="2568"/>
                  </a:lnTo>
                  <a:lnTo>
                    <a:pt x="217" y="2588"/>
                  </a:lnTo>
                  <a:lnTo>
                    <a:pt x="237" y="2568"/>
                  </a:lnTo>
                  <a:lnTo>
                    <a:pt x="277" y="2568"/>
                  </a:lnTo>
                  <a:lnTo>
                    <a:pt x="316" y="2588"/>
                  </a:lnTo>
                  <a:lnTo>
                    <a:pt x="435" y="2588"/>
                  </a:lnTo>
                  <a:lnTo>
                    <a:pt x="435" y="2608"/>
                  </a:lnTo>
                  <a:lnTo>
                    <a:pt x="435" y="2628"/>
                  </a:lnTo>
                  <a:lnTo>
                    <a:pt x="277" y="2588"/>
                  </a:lnTo>
                  <a:lnTo>
                    <a:pt x="296" y="2608"/>
                  </a:lnTo>
                  <a:lnTo>
                    <a:pt x="257" y="2628"/>
                  </a:lnTo>
                  <a:lnTo>
                    <a:pt x="217" y="2608"/>
                  </a:lnTo>
                  <a:lnTo>
                    <a:pt x="138" y="2608"/>
                  </a:lnTo>
                  <a:lnTo>
                    <a:pt x="138" y="2588"/>
                  </a:lnTo>
                  <a:lnTo>
                    <a:pt x="99" y="2628"/>
                  </a:lnTo>
                  <a:lnTo>
                    <a:pt x="79" y="2608"/>
                  </a:lnTo>
                  <a:lnTo>
                    <a:pt x="59" y="2608"/>
                  </a:lnTo>
                  <a:lnTo>
                    <a:pt x="59" y="2628"/>
                  </a:lnTo>
                  <a:lnTo>
                    <a:pt x="158" y="264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119" y="2667"/>
                  </a:lnTo>
                  <a:lnTo>
                    <a:pt x="119" y="2687"/>
                  </a:lnTo>
                  <a:lnTo>
                    <a:pt x="158" y="2707"/>
                  </a:lnTo>
                  <a:lnTo>
                    <a:pt x="217" y="2726"/>
                  </a:lnTo>
                  <a:lnTo>
                    <a:pt x="257" y="2726"/>
                  </a:lnTo>
                  <a:lnTo>
                    <a:pt x="292" y="2744"/>
                  </a:lnTo>
                  <a:lnTo>
                    <a:pt x="292" y="2744"/>
                  </a:lnTo>
                  <a:lnTo>
                    <a:pt x="137" y="2728"/>
                  </a:lnTo>
                  <a:lnTo>
                    <a:pt x="137" y="2728"/>
                  </a:lnTo>
                  <a:lnTo>
                    <a:pt x="119" y="2746"/>
                  </a:lnTo>
                  <a:lnTo>
                    <a:pt x="178" y="2746"/>
                  </a:lnTo>
                  <a:lnTo>
                    <a:pt x="237" y="2766"/>
                  </a:lnTo>
                  <a:lnTo>
                    <a:pt x="257" y="2786"/>
                  </a:lnTo>
                  <a:lnTo>
                    <a:pt x="237" y="2786"/>
                  </a:lnTo>
                  <a:lnTo>
                    <a:pt x="277" y="2805"/>
                  </a:lnTo>
                  <a:lnTo>
                    <a:pt x="316" y="2825"/>
                  </a:lnTo>
                  <a:lnTo>
                    <a:pt x="395" y="2825"/>
                  </a:lnTo>
                  <a:lnTo>
                    <a:pt x="336" y="2845"/>
                  </a:lnTo>
                  <a:lnTo>
                    <a:pt x="237" y="2825"/>
                  </a:lnTo>
                  <a:lnTo>
                    <a:pt x="237" y="2845"/>
                  </a:lnTo>
                  <a:lnTo>
                    <a:pt x="138" y="2845"/>
                  </a:lnTo>
                  <a:lnTo>
                    <a:pt x="119" y="2865"/>
                  </a:lnTo>
                  <a:lnTo>
                    <a:pt x="198" y="2865"/>
                  </a:lnTo>
                  <a:lnTo>
                    <a:pt x="257" y="2884"/>
                  </a:lnTo>
                  <a:lnTo>
                    <a:pt x="237" y="2865"/>
                  </a:lnTo>
                  <a:lnTo>
                    <a:pt x="237" y="2865"/>
                  </a:lnTo>
                  <a:lnTo>
                    <a:pt x="316" y="2884"/>
                  </a:lnTo>
                  <a:lnTo>
                    <a:pt x="395" y="2904"/>
                  </a:lnTo>
                  <a:lnTo>
                    <a:pt x="435" y="2924"/>
                  </a:lnTo>
                  <a:lnTo>
                    <a:pt x="474" y="2924"/>
                  </a:lnTo>
                  <a:lnTo>
                    <a:pt x="375" y="2884"/>
                  </a:lnTo>
                  <a:lnTo>
                    <a:pt x="336" y="2865"/>
                  </a:lnTo>
                  <a:lnTo>
                    <a:pt x="395" y="2884"/>
                  </a:lnTo>
                  <a:lnTo>
                    <a:pt x="415" y="2865"/>
                  </a:lnTo>
                  <a:lnTo>
                    <a:pt x="435" y="2865"/>
                  </a:lnTo>
                  <a:lnTo>
                    <a:pt x="494" y="2845"/>
                  </a:lnTo>
                  <a:lnTo>
                    <a:pt x="415" y="2825"/>
                  </a:lnTo>
                  <a:lnTo>
                    <a:pt x="336" y="2805"/>
                  </a:lnTo>
                  <a:lnTo>
                    <a:pt x="395" y="2786"/>
                  </a:lnTo>
                  <a:lnTo>
                    <a:pt x="435" y="2805"/>
                  </a:lnTo>
                  <a:lnTo>
                    <a:pt x="415" y="2825"/>
                  </a:lnTo>
                  <a:lnTo>
                    <a:pt x="514" y="2825"/>
                  </a:lnTo>
                  <a:lnTo>
                    <a:pt x="632" y="2865"/>
                  </a:lnTo>
                  <a:lnTo>
                    <a:pt x="691" y="2884"/>
                  </a:lnTo>
                  <a:lnTo>
                    <a:pt x="711" y="2904"/>
                  </a:lnTo>
                  <a:lnTo>
                    <a:pt x="770" y="2944"/>
                  </a:lnTo>
                  <a:lnTo>
                    <a:pt x="790" y="2944"/>
                  </a:lnTo>
                  <a:lnTo>
                    <a:pt x="790" y="2963"/>
                  </a:lnTo>
                  <a:lnTo>
                    <a:pt x="810" y="2963"/>
                  </a:lnTo>
                  <a:lnTo>
                    <a:pt x="849" y="2983"/>
                  </a:lnTo>
                  <a:lnTo>
                    <a:pt x="849" y="2983"/>
                  </a:lnTo>
                  <a:lnTo>
                    <a:pt x="652" y="2963"/>
                  </a:lnTo>
                  <a:lnTo>
                    <a:pt x="494" y="2944"/>
                  </a:lnTo>
                  <a:lnTo>
                    <a:pt x="494" y="2963"/>
                  </a:lnTo>
                  <a:lnTo>
                    <a:pt x="533" y="2983"/>
                  </a:lnTo>
                  <a:lnTo>
                    <a:pt x="435" y="2963"/>
                  </a:lnTo>
                  <a:lnTo>
                    <a:pt x="336" y="2944"/>
                  </a:lnTo>
                  <a:lnTo>
                    <a:pt x="375" y="2963"/>
                  </a:lnTo>
                  <a:lnTo>
                    <a:pt x="435" y="2983"/>
                  </a:lnTo>
                  <a:lnTo>
                    <a:pt x="395" y="2983"/>
                  </a:lnTo>
                  <a:lnTo>
                    <a:pt x="435" y="3003"/>
                  </a:lnTo>
                  <a:lnTo>
                    <a:pt x="514" y="3042"/>
                  </a:lnTo>
                  <a:lnTo>
                    <a:pt x="514" y="3023"/>
                  </a:lnTo>
                  <a:lnTo>
                    <a:pt x="533" y="3023"/>
                  </a:lnTo>
                  <a:lnTo>
                    <a:pt x="593" y="3042"/>
                  </a:lnTo>
                  <a:lnTo>
                    <a:pt x="632" y="3023"/>
                  </a:lnTo>
                  <a:lnTo>
                    <a:pt x="672" y="3023"/>
                  </a:lnTo>
                  <a:lnTo>
                    <a:pt x="691" y="3042"/>
                  </a:lnTo>
                  <a:lnTo>
                    <a:pt x="731" y="3042"/>
                  </a:lnTo>
                  <a:lnTo>
                    <a:pt x="711" y="3023"/>
                  </a:lnTo>
                  <a:lnTo>
                    <a:pt x="751" y="3023"/>
                  </a:lnTo>
                  <a:lnTo>
                    <a:pt x="751" y="3003"/>
                  </a:lnTo>
                  <a:lnTo>
                    <a:pt x="790" y="3023"/>
                  </a:lnTo>
                  <a:lnTo>
                    <a:pt x="770" y="3003"/>
                  </a:lnTo>
                  <a:lnTo>
                    <a:pt x="790" y="3003"/>
                  </a:lnTo>
                  <a:lnTo>
                    <a:pt x="909" y="3042"/>
                  </a:lnTo>
                  <a:lnTo>
                    <a:pt x="869" y="3042"/>
                  </a:lnTo>
                  <a:lnTo>
                    <a:pt x="790" y="3023"/>
                  </a:lnTo>
                  <a:lnTo>
                    <a:pt x="790" y="3042"/>
                  </a:lnTo>
                  <a:lnTo>
                    <a:pt x="830" y="3062"/>
                  </a:lnTo>
                  <a:lnTo>
                    <a:pt x="869" y="3062"/>
                  </a:lnTo>
                  <a:lnTo>
                    <a:pt x="929" y="3082"/>
                  </a:lnTo>
                  <a:lnTo>
                    <a:pt x="948" y="3082"/>
                  </a:lnTo>
                  <a:lnTo>
                    <a:pt x="1027" y="3102"/>
                  </a:lnTo>
                  <a:lnTo>
                    <a:pt x="1047" y="3082"/>
                  </a:lnTo>
                  <a:lnTo>
                    <a:pt x="1106" y="3102"/>
                  </a:lnTo>
                  <a:lnTo>
                    <a:pt x="1106" y="3102"/>
                  </a:lnTo>
                  <a:lnTo>
                    <a:pt x="1047" y="3062"/>
                  </a:lnTo>
                  <a:lnTo>
                    <a:pt x="1077" y="3062"/>
                  </a:lnTo>
                  <a:lnTo>
                    <a:pt x="1067" y="3042"/>
                  </a:lnTo>
                  <a:lnTo>
                    <a:pt x="1027" y="3042"/>
                  </a:lnTo>
                  <a:lnTo>
                    <a:pt x="1008" y="3023"/>
                  </a:lnTo>
                  <a:lnTo>
                    <a:pt x="988" y="3023"/>
                  </a:lnTo>
                  <a:lnTo>
                    <a:pt x="889" y="2983"/>
                  </a:lnTo>
                  <a:lnTo>
                    <a:pt x="968" y="3003"/>
                  </a:lnTo>
                  <a:lnTo>
                    <a:pt x="1027" y="3023"/>
                  </a:lnTo>
                  <a:lnTo>
                    <a:pt x="1008" y="3003"/>
                  </a:lnTo>
                  <a:lnTo>
                    <a:pt x="1047" y="3003"/>
                  </a:lnTo>
                  <a:lnTo>
                    <a:pt x="968" y="2983"/>
                  </a:lnTo>
                  <a:lnTo>
                    <a:pt x="1008" y="2983"/>
                  </a:lnTo>
                  <a:lnTo>
                    <a:pt x="909" y="2963"/>
                  </a:lnTo>
                  <a:lnTo>
                    <a:pt x="889" y="2944"/>
                  </a:lnTo>
                  <a:lnTo>
                    <a:pt x="869" y="2924"/>
                  </a:lnTo>
                  <a:lnTo>
                    <a:pt x="849" y="2944"/>
                  </a:lnTo>
                  <a:lnTo>
                    <a:pt x="869" y="2944"/>
                  </a:lnTo>
                  <a:lnTo>
                    <a:pt x="909" y="2963"/>
                  </a:lnTo>
                  <a:lnTo>
                    <a:pt x="909" y="2963"/>
                  </a:lnTo>
                  <a:lnTo>
                    <a:pt x="830" y="2944"/>
                  </a:lnTo>
                  <a:lnTo>
                    <a:pt x="770" y="2924"/>
                  </a:lnTo>
                  <a:lnTo>
                    <a:pt x="869" y="2924"/>
                  </a:lnTo>
                  <a:lnTo>
                    <a:pt x="849" y="2904"/>
                  </a:lnTo>
                  <a:lnTo>
                    <a:pt x="909" y="2924"/>
                  </a:lnTo>
                  <a:lnTo>
                    <a:pt x="929" y="2944"/>
                  </a:lnTo>
                  <a:lnTo>
                    <a:pt x="968" y="2944"/>
                  </a:lnTo>
                  <a:lnTo>
                    <a:pt x="929" y="2924"/>
                  </a:lnTo>
                  <a:lnTo>
                    <a:pt x="948" y="2924"/>
                  </a:lnTo>
                  <a:lnTo>
                    <a:pt x="869" y="2884"/>
                  </a:lnTo>
                  <a:lnTo>
                    <a:pt x="849" y="2865"/>
                  </a:lnTo>
                  <a:lnTo>
                    <a:pt x="830" y="2845"/>
                  </a:lnTo>
                  <a:lnTo>
                    <a:pt x="869" y="2825"/>
                  </a:lnTo>
                  <a:lnTo>
                    <a:pt x="790" y="2825"/>
                  </a:lnTo>
                  <a:lnTo>
                    <a:pt x="770" y="2805"/>
                  </a:lnTo>
                  <a:lnTo>
                    <a:pt x="770" y="2786"/>
                  </a:lnTo>
                  <a:lnTo>
                    <a:pt x="810" y="2786"/>
                  </a:lnTo>
                  <a:lnTo>
                    <a:pt x="731" y="2726"/>
                  </a:lnTo>
                  <a:lnTo>
                    <a:pt x="632" y="2746"/>
                  </a:lnTo>
                  <a:lnTo>
                    <a:pt x="593" y="2726"/>
                  </a:lnTo>
                  <a:lnTo>
                    <a:pt x="652" y="2726"/>
                  </a:lnTo>
                  <a:lnTo>
                    <a:pt x="668" y="2710"/>
                  </a:lnTo>
                  <a:lnTo>
                    <a:pt x="668" y="2710"/>
                  </a:lnTo>
                  <a:lnTo>
                    <a:pt x="810" y="2746"/>
                  </a:lnTo>
                  <a:lnTo>
                    <a:pt x="810" y="2746"/>
                  </a:lnTo>
                  <a:lnTo>
                    <a:pt x="751" y="2707"/>
                  </a:lnTo>
                  <a:lnTo>
                    <a:pt x="711" y="2687"/>
                  </a:lnTo>
                  <a:lnTo>
                    <a:pt x="830" y="2707"/>
                  </a:lnTo>
                  <a:lnTo>
                    <a:pt x="869" y="2746"/>
                  </a:lnTo>
                  <a:lnTo>
                    <a:pt x="849" y="2746"/>
                  </a:lnTo>
                  <a:lnTo>
                    <a:pt x="869" y="2766"/>
                  </a:lnTo>
                  <a:lnTo>
                    <a:pt x="869" y="2786"/>
                  </a:lnTo>
                  <a:lnTo>
                    <a:pt x="909" y="2786"/>
                  </a:lnTo>
                  <a:lnTo>
                    <a:pt x="929" y="2805"/>
                  </a:lnTo>
                  <a:lnTo>
                    <a:pt x="1027" y="2805"/>
                  </a:lnTo>
                  <a:lnTo>
                    <a:pt x="1008" y="2786"/>
                  </a:lnTo>
                  <a:lnTo>
                    <a:pt x="1087" y="2805"/>
                  </a:lnTo>
                  <a:lnTo>
                    <a:pt x="1136" y="2805"/>
                  </a:lnTo>
                  <a:lnTo>
                    <a:pt x="988" y="2746"/>
                  </a:lnTo>
                  <a:lnTo>
                    <a:pt x="948" y="2726"/>
                  </a:lnTo>
                  <a:lnTo>
                    <a:pt x="968" y="2707"/>
                  </a:lnTo>
                  <a:lnTo>
                    <a:pt x="1027" y="2746"/>
                  </a:lnTo>
                  <a:lnTo>
                    <a:pt x="1106" y="2766"/>
                  </a:lnTo>
                  <a:lnTo>
                    <a:pt x="1087" y="2746"/>
                  </a:lnTo>
                  <a:lnTo>
                    <a:pt x="1106" y="2746"/>
                  </a:lnTo>
                  <a:lnTo>
                    <a:pt x="1067" y="2726"/>
                  </a:lnTo>
                  <a:lnTo>
                    <a:pt x="1087" y="2707"/>
                  </a:lnTo>
                  <a:lnTo>
                    <a:pt x="1166" y="2707"/>
                  </a:lnTo>
                  <a:lnTo>
                    <a:pt x="1185" y="2726"/>
                  </a:lnTo>
                  <a:lnTo>
                    <a:pt x="1166" y="2726"/>
                  </a:lnTo>
                  <a:lnTo>
                    <a:pt x="1166" y="2746"/>
                  </a:lnTo>
                  <a:lnTo>
                    <a:pt x="1205" y="2746"/>
                  </a:lnTo>
                  <a:lnTo>
                    <a:pt x="1205" y="2766"/>
                  </a:lnTo>
                  <a:lnTo>
                    <a:pt x="1264" y="2766"/>
                  </a:lnTo>
                  <a:lnTo>
                    <a:pt x="1264" y="2746"/>
                  </a:lnTo>
                  <a:lnTo>
                    <a:pt x="1324" y="2746"/>
                  </a:lnTo>
                  <a:lnTo>
                    <a:pt x="1343" y="2726"/>
                  </a:lnTo>
                  <a:lnTo>
                    <a:pt x="1363" y="2726"/>
                  </a:lnTo>
                  <a:lnTo>
                    <a:pt x="1343" y="2707"/>
                  </a:lnTo>
                  <a:lnTo>
                    <a:pt x="1363" y="2707"/>
                  </a:lnTo>
                  <a:lnTo>
                    <a:pt x="1343" y="2687"/>
                  </a:lnTo>
                  <a:lnTo>
                    <a:pt x="1284" y="2667"/>
                  </a:lnTo>
                  <a:lnTo>
                    <a:pt x="1205" y="2628"/>
                  </a:lnTo>
                  <a:lnTo>
                    <a:pt x="1304" y="2667"/>
                  </a:lnTo>
                  <a:lnTo>
                    <a:pt x="1304" y="2647"/>
                  </a:lnTo>
                  <a:lnTo>
                    <a:pt x="1245" y="2628"/>
                  </a:lnTo>
                  <a:lnTo>
                    <a:pt x="1185" y="2608"/>
                  </a:lnTo>
                  <a:lnTo>
                    <a:pt x="1166" y="2588"/>
                  </a:lnTo>
                  <a:lnTo>
                    <a:pt x="1225" y="2588"/>
                  </a:lnTo>
                  <a:lnTo>
                    <a:pt x="1264" y="2608"/>
                  </a:lnTo>
                  <a:lnTo>
                    <a:pt x="1284" y="2628"/>
                  </a:lnTo>
                  <a:lnTo>
                    <a:pt x="1324" y="2628"/>
                  </a:lnTo>
                  <a:lnTo>
                    <a:pt x="1284" y="2608"/>
                  </a:lnTo>
                  <a:lnTo>
                    <a:pt x="1304" y="2608"/>
                  </a:lnTo>
                  <a:lnTo>
                    <a:pt x="1383" y="2588"/>
                  </a:lnTo>
                  <a:lnTo>
                    <a:pt x="1324" y="2568"/>
                  </a:lnTo>
                  <a:lnTo>
                    <a:pt x="1284" y="2549"/>
                  </a:lnTo>
                  <a:lnTo>
                    <a:pt x="1264" y="2568"/>
                  </a:lnTo>
                  <a:lnTo>
                    <a:pt x="1205" y="2529"/>
                  </a:lnTo>
                  <a:lnTo>
                    <a:pt x="1225" y="2529"/>
                  </a:lnTo>
                  <a:lnTo>
                    <a:pt x="1284" y="2509"/>
                  </a:lnTo>
                  <a:lnTo>
                    <a:pt x="1304" y="2529"/>
                  </a:lnTo>
                  <a:lnTo>
                    <a:pt x="1324" y="2549"/>
                  </a:lnTo>
                  <a:lnTo>
                    <a:pt x="1363" y="2568"/>
                  </a:lnTo>
                  <a:lnTo>
                    <a:pt x="1343" y="2549"/>
                  </a:lnTo>
                  <a:lnTo>
                    <a:pt x="1343" y="2529"/>
                  </a:lnTo>
                  <a:lnTo>
                    <a:pt x="1324" y="2529"/>
                  </a:lnTo>
                  <a:lnTo>
                    <a:pt x="1324" y="2509"/>
                  </a:lnTo>
                  <a:lnTo>
                    <a:pt x="1363" y="2509"/>
                  </a:lnTo>
                  <a:lnTo>
                    <a:pt x="1363" y="2489"/>
                  </a:lnTo>
                  <a:lnTo>
                    <a:pt x="1304" y="2470"/>
                  </a:lnTo>
                  <a:lnTo>
                    <a:pt x="1225" y="2450"/>
                  </a:lnTo>
                  <a:lnTo>
                    <a:pt x="1304" y="2450"/>
                  </a:lnTo>
                  <a:lnTo>
                    <a:pt x="1304" y="2470"/>
                  </a:lnTo>
                  <a:lnTo>
                    <a:pt x="1324" y="2450"/>
                  </a:lnTo>
                  <a:lnTo>
                    <a:pt x="1185" y="2410"/>
                  </a:lnTo>
                  <a:lnTo>
                    <a:pt x="1284" y="2410"/>
                  </a:lnTo>
                  <a:lnTo>
                    <a:pt x="1363" y="2430"/>
                  </a:lnTo>
                  <a:lnTo>
                    <a:pt x="1363" y="2430"/>
                  </a:lnTo>
                  <a:lnTo>
                    <a:pt x="1324" y="2410"/>
                  </a:lnTo>
                  <a:lnTo>
                    <a:pt x="1383" y="2410"/>
                  </a:lnTo>
                  <a:lnTo>
                    <a:pt x="1383" y="2391"/>
                  </a:lnTo>
                  <a:lnTo>
                    <a:pt x="1343" y="2371"/>
                  </a:lnTo>
                  <a:lnTo>
                    <a:pt x="1284" y="2331"/>
                  </a:lnTo>
                  <a:lnTo>
                    <a:pt x="1264" y="2312"/>
                  </a:lnTo>
                  <a:lnTo>
                    <a:pt x="1363" y="2331"/>
                  </a:lnTo>
                  <a:lnTo>
                    <a:pt x="1383" y="2351"/>
                  </a:lnTo>
                  <a:lnTo>
                    <a:pt x="1422" y="2351"/>
                  </a:lnTo>
                  <a:lnTo>
                    <a:pt x="1403" y="2331"/>
                  </a:lnTo>
                  <a:lnTo>
                    <a:pt x="1422" y="2331"/>
                  </a:lnTo>
                  <a:lnTo>
                    <a:pt x="1422" y="2312"/>
                  </a:lnTo>
                  <a:lnTo>
                    <a:pt x="1383" y="2312"/>
                  </a:lnTo>
                  <a:lnTo>
                    <a:pt x="1324" y="2292"/>
                  </a:lnTo>
                  <a:lnTo>
                    <a:pt x="1304" y="2272"/>
                  </a:lnTo>
                  <a:lnTo>
                    <a:pt x="1343" y="2272"/>
                  </a:lnTo>
                  <a:lnTo>
                    <a:pt x="1324" y="2252"/>
                  </a:lnTo>
                  <a:lnTo>
                    <a:pt x="1304" y="2232"/>
                  </a:lnTo>
                  <a:lnTo>
                    <a:pt x="1363" y="2252"/>
                  </a:lnTo>
                  <a:lnTo>
                    <a:pt x="1304" y="2213"/>
                  </a:lnTo>
                  <a:lnTo>
                    <a:pt x="1225" y="2193"/>
                  </a:lnTo>
                  <a:lnTo>
                    <a:pt x="1185" y="2193"/>
                  </a:lnTo>
                  <a:lnTo>
                    <a:pt x="1205" y="2213"/>
                  </a:lnTo>
                  <a:lnTo>
                    <a:pt x="1205" y="2232"/>
                  </a:lnTo>
                  <a:lnTo>
                    <a:pt x="1146" y="2232"/>
                  </a:lnTo>
                  <a:lnTo>
                    <a:pt x="1087" y="2213"/>
                  </a:lnTo>
                  <a:lnTo>
                    <a:pt x="1126" y="2213"/>
                  </a:lnTo>
                  <a:lnTo>
                    <a:pt x="1067" y="2193"/>
                  </a:lnTo>
                  <a:lnTo>
                    <a:pt x="1047" y="2193"/>
                  </a:lnTo>
                  <a:lnTo>
                    <a:pt x="948" y="2173"/>
                  </a:lnTo>
                  <a:lnTo>
                    <a:pt x="929" y="2134"/>
                  </a:lnTo>
                  <a:lnTo>
                    <a:pt x="1008" y="2153"/>
                  </a:lnTo>
                  <a:lnTo>
                    <a:pt x="1087" y="2193"/>
                  </a:lnTo>
                  <a:lnTo>
                    <a:pt x="1067" y="2173"/>
                  </a:lnTo>
                  <a:lnTo>
                    <a:pt x="1146" y="2193"/>
                  </a:lnTo>
                  <a:lnTo>
                    <a:pt x="1087" y="2153"/>
                  </a:lnTo>
                  <a:lnTo>
                    <a:pt x="988" y="2134"/>
                  </a:lnTo>
                  <a:lnTo>
                    <a:pt x="948" y="2134"/>
                  </a:lnTo>
                  <a:lnTo>
                    <a:pt x="948" y="2114"/>
                  </a:lnTo>
                  <a:lnTo>
                    <a:pt x="988" y="2114"/>
                  </a:lnTo>
                  <a:lnTo>
                    <a:pt x="1008" y="2134"/>
                  </a:lnTo>
                  <a:lnTo>
                    <a:pt x="1027" y="2114"/>
                  </a:lnTo>
                  <a:lnTo>
                    <a:pt x="1008" y="2114"/>
                  </a:lnTo>
                  <a:lnTo>
                    <a:pt x="988" y="2094"/>
                  </a:lnTo>
                  <a:lnTo>
                    <a:pt x="1027" y="2094"/>
                  </a:lnTo>
                  <a:lnTo>
                    <a:pt x="1067" y="2114"/>
                  </a:lnTo>
                  <a:lnTo>
                    <a:pt x="1106" y="2134"/>
                  </a:lnTo>
                  <a:lnTo>
                    <a:pt x="1106" y="2153"/>
                  </a:lnTo>
                  <a:lnTo>
                    <a:pt x="1166" y="2153"/>
                  </a:lnTo>
                  <a:lnTo>
                    <a:pt x="1225" y="2173"/>
                  </a:lnTo>
                  <a:lnTo>
                    <a:pt x="1343" y="2213"/>
                  </a:lnTo>
                  <a:lnTo>
                    <a:pt x="1343" y="2193"/>
                  </a:lnTo>
                  <a:lnTo>
                    <a:pt x="1383" y="2193"/>
                  </a:lnTo>
                  <a:lnTo>
                    <a:pt x="1343" y="2173"/>
                  </a:lnTo>
                  <a:lnTo>
                    <a:pt x="1363" y="2173"/>
                  </a:lnTo>
                  <a:lnTo>
                    <a:pt x="1363" y="2153"/>
                  </a:lnTo>
                  <a:lnTo>
                    <a:pt x="1304" y="2134"/>
                  </a:lnTo>
                  <a:lnTo>
                    <a:pt x="1363" y="2134"/>
                  </a:lnTo>
                  <a:lnTo>
                    <a:pt x="1363" y="2114"/>
                  </a:lnTo>
                  <a:lnTo>
                    <a:pt x="1324" y="2074"/>
                  </a:lnTo>
                  <a:lnTo>
                    <a:pt x="1363" y="2074"/>
                  </a:lnTo>
                  <a:lnTo>
                    <a:pt x="1403" y="2094"/>
                  </a:lnTo>
                  <a:lnTo>
                    <a:pt x="1422" y="2074"/>
                  </a:lnTo>
                  <a:lnTo>
                    <a:pt x="1403" y="2055"/>
                  </a:lnTo>
                  <a:lnTo>
                    <a:pt x="1363" y="2035"/>
                  </a:lnTo>
                  <a:lnTo>
                    <a:pt x="1324" y="1995"/>
                  </a:lnTo>
                  <a:lnTo>
                    <a:pt x="1324" y="1976"/>
                  </a:lnTo>
                  <a:lnTo>
                    <a:pt x="1324" y="1956"/>
                  </a:lnTo>
                  <a:lnTo>
                    <a:pt x="1383" y="1976"/>
                  </a:lnTo>
                  <a:lnTo>
                    <a:pt x="1343" y="1956"/>
                  </a:lnTo>
                  <a:lnTo>
                    <a:pt x="1403" y="1956"/>
                  </a:lnTo>
                  <a:lnTo>
                    <a:pt x="1383" y="1936"/>
                  </a:lnTo>
                  <a:lnTo>
                    <a:pt x="1363" y="1916"/>
                  </a:lnTo>
                  <a:lnTo>
                    <a:pt x="1422" y="1916"/>
                  </a:lnTo>
                  <a:lnTo>
                    <a:pt x="1422" y="1897"/>
                  </a:lnTo>
                  <a:lnTo>
                    <a:pt x="1383" y="1877"/>
                  </a:lnTo>
                  <a:lnTo>
                    <a:pt x="1324" y="1837"/>
                  </a:lnTo>
                  <a:lnTo>
                    <a:pt x="1422" y="1877"/>
                  </a:lnTo>
                  <a:lnTo>
                    <a:pt x="1383" y="1778"/>
                  </a:lnTo>
                  <a:lnTo>
                    <a:pt x="1383" y="1699"/>
                  </a:lnTo>
                  <a:lnTo>
                    <a:pt x="1403" y="1699"/>
                  </a:lnTo>
                  <a:lnTo>
                    <a:pt x="1403" y="1679"/>
                  </a:lnTo>
                  <a:lnTo>
                    <a:pt x="1363" y="1640"/>
                  </a:lnTo>
                  <a:lnTo>
                    <a:pt x="1343" y="1600"/>
                  </a:lnTo>
                  <a:lnTo>
                    <a:pt x="1343" y="1581"/>
                  </a:lnTo>
                  <a:lnTo>
                    <a:pt x="1363" y="1581"/>
                  </a:lnTo>
                  <a:lnTo>
                    <a:pt x="1324" y="1561"/>
                  </a:lnTo>
                  <a:lnTo>
                    <a:pt x="1264" y="1541"/>
                  </a:lnTo>
                  <a:lnTo>
                    <a:pt x="1126" y="1502"/>
                  </a:lnTo>
                  <a:lnTo>
                    <a:pt x="1126" y="1482"/>
                  </a:lnTo>
                  <a:lnTo>
                    <a:pt x="1166" y="1502"/>
                  </a:lnTo>
                  <a:lnTo>
                    <a:pt x="1225" y="1502"/>
                  </a:lnTo>
                  <a:lnTo>
                    <a:pt x="1304" y="1521"/>
                  </a:lnTo>
                  <a:lnTo>
                    <a:pt x="1383" y="1561"/>
                  </a:lnTo>
                  <a:lnTo>
                    <a:pt x="1324" y="1502"/>
                  </a:lnTo>
                  <a:lnTo>
                    <a:pt x="1343" y="1502"/>
                  </a:lnTo>
                  <a:lnTo>
                    <a:pt x="1343" y="148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403" y="1521"/>
                  </a:lnTo>
                  <a:lnTo>
                    <a:pt x="1442" y="1541"/>
                  </a:lnTo>
                  <a:lnTo>
                    <a:pt x="1422" y="1502"/>
                  </a:lnTo>
                  <a:lnTo>
                    <a:pt x="1422" y="1482"/>
                  </a:lnTo>
                  <a:lnTo>
                    <a:pt x="1442" y="1482"/>
                  </a:lnTo>
                  <a:lnTo>
                    <a:pt x="1383" y="1462"/>
                  </a:lnTo>
                  <a:lnTo>
                    <a:pt x="1363" y="1442"/>
                  </a:lnTo>
                  <a:lnTo>
                    <a:pt x="1304" y="1403"/>
                  </a:lnTo>
                  <a:lnTo>
                    <a:pt x="1304" y="1403"/>
                  </a:lnTo>
                  <a:lnTo>
                    <a:pt x="1403" y="1442"/>
                  </a:lnTo>
                  <a:lnTo>
                    <a:pt x="1343" y="1403"/>
                  </a:lnTo>
                  <a:lnTo>
                    <a:pt x="1343" y="1383"/>
                  </a:lnTo>
                  <a:lnTo>
                    <a:pt x="1422" y="1383"/>
                  </a:lnTo>
                  <a:lnTo>
                    <a:pt x="1403" y="1363"/>
                  </a:lnTo>
                  <a:lnTo>
                    <a:pt x="1383" y="1344"/>
                  </a:lnTo>
                  <a:lnTo>
                    <a:pt x="1422" y="1363"/>
                  </a:lnTo>
                  <a:lnTo>
                    <a:pt x="1442" y="1324"/>
                  </a:lnTo>
                  <a:lnTo>
                    <a:pt x="1462" y="1304"/>
                  </a:lnTo>
                  <a:lnTo>
                    <a:pt x="1501" y="1304"/>
                  </a:lnTo>
                  <a:lnTo>
                    <a:pt x="1462" y="1265"/>
                  </a:lnTo>
                  <a:lnTo>
                    <a:pt x="1403" y="1225"/>
                  </a:lnTo>
                  <a:lnTo>
                    <a:pt x="1383" y="1225"/>
                  </a:lnTo>
                  <a:lnTo>
                    <a:pt x="1343" y="1205"/>
                  </a:lnTo>
                  <a:lnTo>
                    <a:pt x="1304" y="1186"/>
                  </a:lnTo>
                  <a:lnTo>
                    <a:pt x="1304" y="1166"/>
                  </a:lnTo>
                  <a:lnTo>
                    <a:pt x="1343" y="1186"/>
                  </a:lnTo>
                  <a:lnTo>
                    <a:pt x="1383" y="1186"/>
                  </a:lnTo>
                  <a:lnTo>
                    <a:pt x="1422" y="1205"/>
                  </a:lnTo>
                  <a:lnTo>
                    <a:pt x="1422" y="1186"/>
                  </a:lnTo>
                  <a:lnTo>
                    <a:pt x="1482" y="1186"/>
                  </a:lnTo>
                  <a:lnTo>
                    <a:pt x="1462" y="1166"/>
                  </a:lnTo>
                  <a:lnTo>
                    <a:pt x="1422" y="1126"/>
                  </a:lnTo>
                  <a:lnTo>
                    <a:pt x="1422" y="1126"/>
                  </a:lnTo>
                  <a:lnTo>
                    <a:pt x="1462" y="1146"/>
                  </a:lnTo>
                  <a:lnTo>
                    <a:pt x="1501" y="1146"/>
                  </a:lnTo>
                  <a:lnTo>
                    <a:pt x="1462" y="1126"/>
                  </a:lnTo>
                  <a:lnTo>
                    <a:pt x="1383" y="1087"/>
                  </a:lnTo>
                  <a:lnTo>
                    <a:pt x="1403" y="1087"/>
                  </a:lnTo>
                  <a:lnTo>
                    <a:pt x="1383" y="1067"/>
                  </a:lnTo>
                  <a:lnTo>
                    <a:pt x="1383" y="1067"/>
                  </a:lnTo>
                  <a:lnTo>
                    <a:pt x="1462" y="1107"/>
                  </a:lnTo>
                  <a:lnTo>
                    <a:pt x="1422" y="1067"/>
                  </a:lnTo>
                  <a:lnTo>
                    <a:pt x="1363" y="1047"/>
                  </a:lnTo>
                  <a:lnTo>
                    <a:pt x="1403" y="1047"/>
                  </a:lnTo>
                  <a:lnTo>
                    <a:pt x="1343" y="1008"/>
                  </a:lnTo>
                  <a:lnTo>
                    <a:pt x="1284" y="968"/>
                  </a:lnTo>
                  <a:lnTo>
                    <a:pt x="1343" y="968"/>
                  </a:lnTo>
                  <a:lnTo>
                    <a:pt x="1442" y="988"/>
                  </a:lnTo>
                  <a:lnTo>
                    <a:pt x="1422" y="1008"/>
                  </a:lnTo>
                  <a:lnTo>
                    <a:pt x="1403" y="1008"/>
                  </a:lnTo>
                  <a:lnTo>
                    <a:pt x="1482" y="1028"/>
                  </a:lnTo>
                  <a:lnTo>
                    <a:pt x="1521" y="1008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501" y="929"/>
                  </a:lnTo>
                  <a:lnTo>
                    <a:pt x="1521" y="909"/>
                  </a:lnTo>
                  <a:lnTo>
                    <a:pt x="1501" y="889"/>
                  </a:lnTo>
                  <a:lnTo>
                    <a:pt x="1561" y="870"/>
                  </a:lnTo>
                  <a:lnTo>
                    <a:pt x="1561" y="830"/>
                  </a:lnTo>
                  <a:lnTo>
                    <a:pt x="1580" y="810"/>
                  </a:lnTo>
                  <a:lnTo>
                    <a:pt x="1561" y="791"/>
                  </a:lnTo>
                  <a:lnTo>
                    <a:pt x="1541" y="751"/>
                  </a:lnTo>
                  <a:lnTo>
                    <a:pt x="1541" y="751"/>
                  </a:lnTo>
                  <a:lnTo>
                    <a:pt x="1580" y="771"/>
                  </a:lnTo>
                  <a:lnTo>
                    <a:pt x="1580" y="771"/>
                  </a:lnTo>
                  <a:lnTo>
                    <a:pt x="1501" y="712"/>
                  </a:lnTo>
                  <a:lnTo>
                    <a:pt x="1482" y="672"/>
                  </a:lnTo>
                  <a:lnTo>
                    <a:pt x="1442" y="633"/>
                  </a:lnTo>
                  <a:lnTo>
                    <a:pt x="1343" y="573"/>
                  </a:lnTo>
                  <a:lnTo>
                    <a:pt x="1403" y="593"/>
                  </a:lnTo>
                  <a:lnTo>
                    <a:pt x="1462" y="613"/>
                  </a:lnTo>
                  <a:lnTo>
                    <a:pt x="1422" y="573"/>
                  </a:lnTo>
                  <a:lnTo>
                    <a:pt x="1442" y="573"/>
                  </a:lnTo>
                  <a:lnTo>
                    <a:pt x="1482" y="593"/>
                  </a:lnTo>
                  <a:lnTo>
                    <a:pt x="1501" y="593"/>
                  </a:lnTo>
                  <a:lnTo>
                    <a:pt x="1482" y="573"/>
                  </a:lnTo>
                  <a:lnTo>
                    <a:pt x="1501" y="573"/>
                  </a:lnTo>
                  <a:lnTo>
                    <a:pt x="1422" y="534"/>
                  </a:lnTo>
                  <a:lnTo>
                    <a:pt x="1383" y="494"/>
                  </a:lnTo>
                  <a:lnTo>
                    <a:pt x="1363" y="494"/>
                  </a:lnTo>
                  <a:lnTo>
                    <a:pt x="1324" y="475"/>
                  </a:lnTo>
                  <a:lnTo>
                    <a:pt x="1343" y="475"/>
                  </a:lnTo>
                  <a:lnTo>
                    <a:pt x="1304" y="415"/>
                  </a:lnTo>
                  <a:lnTo>
                    <a:pt x="1304" y="356"/>
                  </a:lnTo>
                  <a:lnTo>
                    <a:pt x="1324" y="297"/>
                  </a:lnTo>
                  <a:lnTo>
                    <a:pt x="1363" y="257"/>
                  </a:lnTo>
                  <a:lnTo>
                    <a:pt x="1403" y="277"/>
                  </a:lnTo>
                  <a:lnTo>
                    <a:pt x="1383" y="257"/>
                  </a:lnTo>
                  <a:lnTo>
                    <a:pt x="1403" y="257"/>
                  </a:lnTo>
                  <a:lnTo>
                    <a:pt x="1422" y="238"/>
                  </a:lnTo>
                  <a:lnTo>
                    <a:pt x="1422" y="218"/>
                  </a:lnTo>
                  <a:lnTo>
                    <a:pt x="1521" y="218"/>
                  </a:lnTo>
                  <a:lnTo>
                    <a:pt x="1541" y="198"/>
                  </a:lnTo>
                  <a:lnTo>
                    <a:pt x="1521" y="178"/>
                  </a:lnTo>
                  <a:lnTo>
                    <a:pt x="1521" y="178"/>
                  </a:lnTo>
                  <a:lnTo>
                    <a:pt x="1600" y="198"/>
                  </a:lnTo>
                  <a:lnTo>
                    <a:pt x="1659" y="218"/>
                  </a:lnTo>
                  <a:lnTo>
                    <a:pt x="1640" y="178"/>
                  </a:lnTo>
                  <a:lnTo>
                    <a:pt x="1600" y="159"/>
                  </a:lnTo>
                  <a:lnTo>
                    <a:pt x="1580" y="178"/>
                  </a:lnTo>
                  <a:lnTo>
                    <a:pt x="1541" y="139"/>
                  </a:lnTo>
                  <a:lnTo>
                    <a:pt x="1521" y="119"/>
                  </a:lnTo>
                  <a:lnTo>
                    <a:pt x="1383" y="80"/>
                  </a:lnTo>
                  <a:lnTo>
                    <a:pt x="1205" y="20"/>
                  </a:lnTo>
                  <a:lnTo>
                    <a:pt x="1205" y="40"/>
                  </a:lnTo>
                  <a:lnTo>
                    <a:pt x="1146" y="20"/>
                  </a:lnTo>
                  <a:lnTo>
                    <a:pt x="1106" y="1"/>
                  </a:lnTo>
                  <a:close/>
                  <a:moveTo>
                    <a:pt x="1027" y="3102"/>
                  </a:moveTo>
                  <a:lnTo>
                    <a:pt x="1106" y="3121"/>
                  </a:lnTo>
                  <a:lnTo>
                    <a:pt x="1067" y="31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9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9"/>
            <p:cNvSpPr/>
            <p:nvPr/>
          </p:nvSpPr>
          <p:spPr>
            <a:xfrm>
              <a:off x="-1617800" y="35178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0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9"/>
            <p:cNvSpPr/>
            <p:nvPr/>
          </p:nvSpPr>
          <p:spPr>
            <a:xfrm>
              <a:off x="-1614850" y="35568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9"/>
            <p:cNvSpPr/>
            <p:nvPr/>
          </p:nvSpPr>
          <p:spPr>
            <a:xfrm>
              <a:off x="-1530900" y="3470425"/>
              <a:ext cx="42000" cy="38550"/>
            </a:xfrm>
            <a:custGeom>
              <a:rect b="b" l="l" r="r" t="t"/>
              <a:pathLst>
                <a:path extrusionOk="0" h="1542" w="1680">
                  <a:moveTo>
                    <a:pt x="218" y="1245"/>
                  </a:moveTo>
                  <a:lnTo>
                    <a:pt x="218" y="1245"/>
                  </a:lnTo>
                  <a:lnTo>
                    <a:pt x="218" y="1245"/>
                  </a:lnTo>
                  <a:close/>
                  <a:moveTo>
                    <a:pt x="1344" y="1265"/>
                  </a:moveTo>
                  <a:lnTo>
                    <a:pt x="1344" y="1285"/>
                  </a:lnTo>
                  <a:lnTo>
                    <a:pt x="1354" y="1265"/>
                  </a:lnTo>
                  <a:close/>
                  <a:moveTo>
                    <a:pt x="310" y="1265"/>
                  </a:moveTo>
                  <a:lnTo>
                    <a:pt x="300" y="1296"/>
                  </a:lnTo>
                  <a:lnTo>
                    <a:pt x="310" y="1265"/>
                  </a:lnTo>
                  <a:close/>
                  <a:moveTo>
                    <a:pt x="1304" y="1314"/>
                  </a:moveTo>
                  <a:lnTo>
                    <a:pt x="1284" y="1344"/>
                  </a:lnTo>
                  <a:lnTo>
                    <a:pt x="1304" y="1324"/>
                  </a:lnTo>
                  <a:lnTo>
                    <a:pt x="1304" y="1314"/>
                  </a:lnTo>
                  <a:close/>
                  <a:moveTo>
                    <a:pt x="1284" y="1344"/>
                  </a:moveTo>
                  <a:lnTo>
                    <a:pt x="1284" y="1344"/>
                  </a:lnTo>
                  <a:lnTo>
                    <a:pt x="1284" y="1344"/>
                  </a:lnTo>
                  <a:close/>
                  <a:moveTo>
                    <a:pt x="1585" y="1348"/>
                  </a:moveTo>
                  <a:lnTo>
                    <a:pt x="1574" y="1364"/>
                  </a:lnTo>
                  <a:lnTo>
                    <a:pt x="1581" y="1364"/>
                  </a:lnTo>
                  <a:lnTo>
                    <a:pt x="1585" y="1348"/>
                  </a:lnTo>
                  <a:close/>
                  <a:moveTo>
                    <a:pt x="376" y="1265"/>
                  </a:moveTo>
                  <a:lnTo>
                    <a:pt x="336" y="1344"/>
                  </a:lnTo>
                  <a:lnTo>
                    <a:pt x="336" y="1364"/>
                  </a:lnTo>
                  <a:lnTo>
                    <a:pt x="336" y="1384"/>
                  </a:lnTo>
                  <a:lnTo>
                    <a:pt x="356" y="1324"/>
                  </a:lnTo>
                  <a:lnTo>
                    <a:pt x="376" y="1265"/>
                  </a:lnTo>
                  <a:close/>
                  <a:moveTo>
                    <a:pt x="1561" y="1344"/>
                  </a:moveTo>
                  <a:lnTo>
                    <a:pt x="1541" y="1364"/>
                  </a:lnTo>
                  <a:lnTo>
                    <a:pt x="1561" y="1384"/>
                  </a:lnTo>
                  <a:lnTo>
                    <a:pt x="1574" y="1364"/>
                  </a:lnTo>
                  <a:lnTo>
                    <a:pt x="1561" y="1364"/>
                  </a:lnTo>
                  <a:lnTo>
                    <a:pt x="1561" y="1344"/>
                  </a:lnTo>
                  <a:close/>
                  <a:moveTo>
                    <a:pt x="1092" y="1377"/>
                  </a:moveTo>
                  <a:lnTo>
                    <a:pt x="1087" y="1384"/>
                  </a:lnTo>
                  <a:lnTo>
                    <a:pt x="1084" y="1398"/>
                  </a:lnTo>
                  <a:lnTo>
                    <a:pt x="1092" y="1377"/>
                  </a:lnTo>
                  <a:close/>
                  <a:moveTo>
                    <a:pt x="1660" y="1384"/>
                  </a:moveTo>
                  <a:lnTo>
                    <a:pt x="1660" y="1423"/>
                  </a:lnTo>
                  <a:lnTo>
                    <a:pt x="1660" y="1443"/>
                  </a:lnTo>
                  <a:lnTo>
                    <a:pt x="1679" y="1423"/>
                  </a:lnTo>
                  <a:lnTo>
                    <a:pt x="1679" y="1403"/>
                  </a:lnTo>
                  <a:lnTo>
                    <a:pt x="1660" y="1384"/>
                  </a:lnTo>
                  <a:close/>
                  <a:moveTo>
                    <a:pt x="1304" y="1344"/>
                  </a:moveTo>
                  <a:lnTo>
                    <a:pt x="1304" y="1364"/>
                  </a:lnTo>
                  <a:lnTo>
                    <a:pt x="1284" y="1364"/>
                  </a:lnTo>
                  <a:lnTo>
                    <a:pt x="1284" y="1344"/>
                  </a:lnTo>
                  <a:lnTo>
                    <a:pt x="1265" y="1384"/>
                  </a:lnTo>
                  <a:lnTo>
                    <a:pt x="1265" y="1463"/>
                  </a:lnTo>
                  <a:lnTo>
                    <a:pt x="1284" y="1463"/>
                  </a:lnTo>
                  <a:lnTo>
                    <a:pt x="1284" y="1443"/>
                  </a:lnTo>
                  <a:lnTo>
                    <a:pt x="1304" y="1423"/>
                  </a:lnTo>
                  <a:lnTo>
                    <a:pt x="1304" y="1443"/>
                  </a:lnTo>
                  <a:lnTo>
                    <a:pt x="1324" y="1344"/>
                  </a:lnTo>
                  <a:close/>
                  <a:moveTo>
                    <a:pt x="1084" y="1398"/>
                  </a:moveTo>
                  <a:lnTo>
                    <a:pt x="1067" y="1443"/>
                  </a:lnTo>
                  <a:lnTo>
                    <a:pt x="1067" y="1463"/>
                  </a:lnTo>
                  <a:lnTo>
                    <a:pt x="1067" y="1482"/>
                  </a:lnTo>
                  <a:lnTo>
                    <a:pt x="1084" y="1398"/>
                  </a:lnTo>
                  <a:close/>
                  <a:moveTo>
                    <a:pt x="119" y="1"/>
                  </a:moveTo>
                  <a:lnTo>
                    <a:pt x="99" y="40"/>
                  </a:lnTo>
                  <a:lnTo>
                    <a:pt x="99" y="80"/>
                  </a:lnTo>
                  <a:lnTo>
                    <a:pt x="80" y="119"/>
                  </a:lnTo>
                  <a:lnTo>
                    <a:pt x="60" y="139"/>
                  </a:lnTo>
                  <a:lnTo>
                    <a:pt x="40" y="297"/>
                  </a:lnTo>
                  <a:lnTo>
                    <a:pt x="20" y="475"/>
                  </a:lnTo>
                  <a:lnTo>
                    <a:pt x="20" y="534"/>
                  </a:lnTo>
                  <a:lnTo>
                    <a:pt x="1" y="594"/>
                  </a:lnTo>
                  <a:lnTo>
                    <a:pt x="20" y="613"/>
                  </a:lnTo>
                  <a:lnTo>
                    <a:pt x="20" y="574"/>
                  </a:lnTo>
                  <a:lnTo>
                    <a:pt x="40" y="594"/>
                  </a:lnTo>
                  <a:lnTo>
                    <a:pt x="40" y="633"/>
                  </a:lnTo>
                  <a:lnTo>
                    <a:pt x="60" y="594"/>
                  </a:lnTo>
                  <a:lnTo>
                    <a:pt x="40" y="653"/>
                  </a:lnTo>
                  <a:lnTo>
                    <a:pt x="20" y="732"/>
                  </a:lnTo>
                  <a:lnTo>
                    <a:pt x="40" y="752"/>
                  </a:lnTo>
                  <a:lnTo>
                    <a:pt x="40" y="732"/>
                  </a:lnTo>
                  <a:lnTo>
                    <a:pt x="60" y="712"/>
                  </a:lnTo>
                  <a:lnTo>
                    <a:pt x="60" y="752"/>
                  </a:lnTo>
                  <a:lnTo>
                    <a:pt x="60" y="791"/>
                  </a:lnTo>
                  <a:lnTo>
                    <a:pt x="60" y="811"/>
                  </a:lnTo>
                  <a:lnTo>
                    <a:pt x="60" y="850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99" y="712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80" y="831"/>
                  </a:lnTo>
                  <a:lnTo>
                    <a:pt x="80" y="870"/>
                  </a:lnTo>
                  <a:lnTo>
                    <a:pt x="99" y="870"/>
                  </a:lnTo>
                  <a:lnTo>
                    <a:pt x="99" y="890"/>
                  </a:lnTo>
                  <a:lnTo>
                    <a:pt x="80" y="910"/>
                  </a:lnTo>
                  <a:lnTo>
                    <a:pt x="80" y="989"/>
                  </a:lnTo>
                  <a:lnTo>
                    <a:pt x="99" y="969"/>
                  </a:lnTo>
                  <a:lnTo>
                    <a:pt x="119" y="929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9" y="949"/>
                  </a:lnTo>
                  <a:lnTo>
                    <a:pt x="139" y="969"/>
                  </a:lnTo>
                  <a:lnTo>
                    <a:pt x="139" y="1028"/>
                  </a:lnTo>
                  <a:lnTo>
                    <a:pt x="139" y="1048"/>
                  </a:lnTo>
                  <a:lnTo>
                    <a:pt x="159" y="1048"/>
                  </a:lnTo>
                  <a:lnTo>
                    <a:pt x="178" y="1008"/>
                  </a:lnTo>
                  <a:lnTo>
                    <a:pt x="178" y="1068"/>
                  </a:lnTo>
                  <a:lnTo>
                    <a:pt x="198" y="949"/>
                  </a:lnTo>
                  <a:lnTo>
                    <a:pt x="218" y="910"/>
                  </a:lnTo>
                  <a:lnTo>
                    <a:pt x="238" y="870"/>
                  </a:lnTo>
                  <a:lnTo>
                    <a:pt x="238" y="929"/>
                  </a:lnTo>
                  <a:lnTo>
                    <a:pt x="218" y="989"/>
                  </a:lnTo>
                  <a:lnTo>
                    <a:pt x="198" y="1107"/>
                  </a:lnTo>
                  <a:lnTo>
                    <a:pt x="218" y="1107"/>
                  </a:lnTo>
                  <a:lnTo>
                    <a:pt x="218" y="1147"/>
                  </a:lnTo>
                  <a:lnTo>
                    <a:pt x="198" y="1186"/>
                  </a:lnTo>
                  <a:lnTo>
                    <a:pt x="218" y="1226"/>
                  </a:lnTo>
                  <a:lnTo>
                    <a:pt x="218" y="1245"/>
                  </a:lnTo>
                  <a:lnTo>
                    <a:pt x="238" y="1186"/>
                  </a:lnTo>
                  <a:lnTo>
                    <a:pt x="238" y="1206"/>
                  </a:lnTo>
                  <a:lnTo>
                    <a:pt x="238" y="1265"/>
                  </a:lnTo>
                  <a:lnTo>
                    <a:pt x="257" y="1245"/>
                  </a:lnTo>
                  <a:lnTo>
                    <a:pt x="257" y="1265"/>
                  </a:lnTo>
                  <a:lnTo>
                    <a:pt x="277" y="1245"/>
                  </a:lnTo>
                  <a:lnTo>
                    <a:pt x="297" y="1206"/>
                  </a:lnTo>
                  <a:lnTo>
                    <a:pt x="317" y="1245"/>
                  </a:lnTo>
                  <a:lnTo>
                    <a:pt x="310" y="1265"/>
                  </a:lnTo>
                  <a:lnTo>
                    <a:pt x="356" y="1127"/>
                  </a:lnTo>
                  <a:lnTo>
                    <a:pt x="356" y="1186"/>
                  </a:lnTo>
                  <a:lnTo>
                    <a:pt x="336" y="1285"/>
                  </a:lnTo>
                  <a:lnTo>
                    <a:pt x="336" y="1265"/>
                  </a:lnTo>
                  <a:lnTo>
                    <a:pt x="317" y="1305"/>
                  </a:lnTo>
                  <a:lnTo>
                    <a:pt x="317" y="1324"/>
                  </a:lnTo>
                  <a:lnTo>
                    <a:pt x="336" y="1305"/>
                  </a:lnTo>
                  <a:lnTo>
                    <a:pt x="356" y="1265"/>
                  </a:lnTo>
                  <a:lnTo>
                    <a:pt x="376" y="1226"/>
                  </a:lnTo>
                  <a:lnTo>
                    <a:pt x="396" y="1186"/>
                  </a:lnTo>
                  <a:lnTo>
                    <a:pt x="435" y="1087"/>
                  </a:lnTo>
                  <a:lnTo>
                    <a:pt x="435" y="1147"/>
                  </a:lnTo>
                  <a:lnTo>
                    <a:pt x="415" y="1265"/>
                  </a:lnTo>
                  <a:lnTo>
                    <a:pt x="415" y="1344"/>
                  </a:lnTo>
                  <a:lnTo>
                    <a:pt x="435" y="1285"/>
                  </a:lnTo>
                  <a:lnTo>
                    <a:pt x="455" y="1226"/>
                  </a:lnTo>
                  <a:lnTo>
                    <a:pt x="455" y="1305"/>
                  </a:lnTo>
                  <a:lnTo>
                    <a:pt x="475" y="1324"/>
                  </a:lnTo>
                  <a:lnTo>
                    <a:pt x="475" y="1364"/>
                  </a:lnTo>
                  <a:lnTo>
                    <a:pt x="494" y="1384"/>
                  </a:lnTo>
                  <a:lnTo>
                    <a:pt x="514" y="1384"/>
                  </a:lnTo>
                  <a:lnTo>
                    <a:pt x="514" y="1285"/>
                  </a:lnTo>
                  <a:lnTo>
                    <a:pt x="494" y="1364"/>
                  </a:lnTo>
                  <a:lnTo>
                    <a:pt x="514" y="1245"/>
                  </a:lnTo>
                  <a:lnTo>
                    <a:pt x="554" y="1147"/>
                  </a:lnTo>
                  <a:lnTo>
                    <a:pt x="554" y="1166"/>
                  </a:lnTo>
                  <a:lnTo>
                    <a:pt x="554" y="1206"/>
                  </a:lnTo>
                  <a:lnTo>
                    <a:pt x="573" y="1166"/>
                  </a:lnTo>
                  <a:lnTo>
                    <a:pt x="573" y="1127"/>
                  </a:lnTo>
                  <a:lnTo>
                    <a:pt x="593" y="1107"/>
                  </a:lnTo>
                  <a:lnTo>
                    <a:pt x="593" y="1147"/>
                  </a:lnTo>
                  <a:lnTo>
                    <a:pt x="573" y="1206"/>
                  </a:lnTo>
                  <a:lnTo>
                    <a:pt x="593" y="1186"/>
                  </a:lnTo>
                  <a:lnTo>
                    <a:pt x="573" y="1265"/>
                  </a:lnTo>
                  <a:lnTo>
                    <a:pt x="573" y="1305"/>
                  </a:lnTo>
                  <a:lnTo>
                    <a:pt x="554" y="1364"/>
                  </a:lnTo>
                  <a:lnTo>
                    <a:pt x="573" y="1344"/>
                  </a:lnTo>
                  <a:lnTo>
                    <a:pt x="573" y="1344"/>
                  </a:lnTo>
                  <a:lnTo>
                    <a:pt x="554" y="1423"/>
                  </a:lnTo>
                  <a:lnTo>
                    <a:pt x="554" y="1443"/>
                  </a:lnTo>
                  <a:lnTo>
                    <a:pt x="573" y="1423"/>
                  </a:lnTo>
                  <a:lnTo>
                    <a:pt x="573" y="1443"/>
                  </a:lnTo>
                  <a:lnTo>
                    <a:pt x="593" y="1384"/>
                  </a:lnTo>
                  <a:lnTo>
                    <a:pt x="613" y="1443"/>
                  </a:lnTo>
                  <a:lnTo>
                    <a:pt x="633" y="1463"/>
                  </a:lnTo>
                  <a:lnTo>
                    <a:pt x="633" y="1403"/>
                  </a:lnTo>
                  <a:lnTo>
                    <a:pt x="652" y="1384"/>
                  </a:lnTo>
                  <a:lnTo>
                    <a:pt x="652" y="1403"/>
                  </a:lnTo>
                  <a:lnTo>
                    <a:pt x="652" y="1443"/>
                  </a:lnTo>
                  <a:lnTo>
                    <a:pt x="652" y="1463"/>
                  </a:lnTo>
                  <a:lnTo>
                    <a:pt x="692" y="1423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712" y="1384"/>
                  </a:lnTo>
                  <a:lnTo>
                    <a:pt x="751" y="1305"/>
                  </a:lnTo>
                  <a:lnTo>
                    <a:pt x="731" y="1364"/>
                  </a:lnTo>
                  <a:lnTo>
                    <a:pt x="731" y="1403"/>
                  </a:lnTo>
                  <a:lnTo>
                    <a:pt x="751" y="1403"/>
                  </a:lnTo>
                  <a:lnTo>
                    <a:pt x="751" y="1423"/>
                  </a:lnTo>
                  <a:lnTo>
                    <a:pt x="830" y="1226"/>
                  </a:lnTo>
                  <a:lnTo>
                    <a:pt x="870" y="1127"/>
                  </a:lnTo>
                  <a:lnTo>
                    <a:pt x="889" y="1008"/>
                  </a:lnTo>
                  <a:lnTo>
                    <a:pt x="889" y="1068"/>
                  </a:lnTo>
                  <a:lnTo>
                    <a:pt x="909" y="1107"/>
                  </a:lnTo>
                  <a:lnTo>
                    <a:pt x="889" y="1186"/>
                  </a:lnTo>
                  <a:lnTo>
                    <a:pt x="889" y="1206"/>
                  </a:lnTo>
                  <a:lnTo>
                    <a:pt x="870" y="1245"/>
                  </a:lnTo>
                  <a:lnTo>
                    <a:pt x="870" y="1324"/>
                  </a:lnTo>
                  <a:lnTo>
                    <a:pt x="850" y="1384"/>
                  </a:lnTo>
                  <a:lnTo>
                    <a:pt x="850" y="1324"/>
                  </a:lnTo>
                  <a:lnTo>
                    <a:pt x="830" y="1364"/>
                  </a:lnTo>
                  <a:lnTo>
                    <a:pt x="830" y="1403"/>
                  </a:lnTo>
                  <a:lnTo>
                    <a:pt x="810" y="1502"/>
                  </a:lnTo>
                  <a:lnTo>
                    <a:pt x="830" y="1482"/>
                  </a:lnTo>
                  <a:lnTo>
                    <a:pt x="830" y="1463"/>
                  </a:lnTo>
                  <a:lnTo>
                    <a:pt x="850" y="1502"/>
                  </a:lnTo>
                  <a:lnTo>
                    <a:pt x="850" y="1482"/>
                  </a:lnTo>
                  <a:lnTo>
                    <a:pt x="870" y="1463"/>
                  </a:lnTo>
                  <a:lnTo>
                    <a:pt x="870" y="1482"/>
                  </a:lnTo>
                  <a:lnTo>
                    <a:pt x="889" y="1403"/>
                  </a:lnTo>
                  <a:lnTo>
                    <a:pt x="909" y="1403"/>
                  </a:lnTo>
                  <a:lnTo>
                    <a:pt x="909" y="1423"/>
                  </a:lnTo>
                  <a:lnTo>
                    <a:pt x="889" y="1482"/>
                  </a:lnTo>
                  <a:lnTo>
                    <a:pt x="909" y="1443"/>
                  </a:lnTo>
                  <a:lnTo>
                    <a:pt x="929" y="1443"/>
                  </a:lnTo>
                  <a:lnTo>
                    <a:pt x="949" y="1364"/>
                  </a:lnTo>
                  <a:lnTo>
                    <a:pt x="968" y="1265"/>
                  </a:lnTo>
                  <a:lnTo>
                    <a:pt x="988" y="1245"/>
                  </a:lnTo>
                  <a:lnTo>
                    <a:pt x="1008" y="1245"/>
                  </a:lnTo>
                  <a:lnTo>
                    <a:pt x="988" y="1285"/>
                  </a:lnTo>
                  <a:lnTo>
                    <a:pt x="968" y="1305"/>
                  </a:lnTo>
                  <a:lnTo>
                    <a:pt x="1008" y="1285"/>
                  </a:lnTo>
                  <a:lnTo>
                    <a:pt x="1008" y="1324"/>
                  </a:lnTo>
                  <a:lnTo>
                    <a:pt x="988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1028" y="1285"/>
                  </a:lnTo>
                  <a:lnTo>
                    <a:pt x="1047" y="1305"/>
                  </a:lnTo>
                  <a:lnTo>
                    <a:pt x="1047" y="1324"/>
                  </a:lnTo>
                  <a:lnTo>
                    <a:pt x="1047" y="1403"/>
                  </a:lnTo>
                  <a:lnTo>
                    <a:pt x="1047" y="1463"/>
                  </a:lnTo>
                  <a:lnTo>
                    <a:pt x="1067" y="1384"/>
                  </a:lnTo>
                  <a:lnTo>
                    <a:pt x="1107" y="1305"/>
                  </a:lnTo>
                  <a:lnTo>
                    <a:pt x="1087" y="1324"/>
                  </a:lnTo>
                  <a:lnTo>
                    <a:pt x="1087" y="1305"/>
                  </a:lnTo>
                  <a:lnTo>
                    <a:pt x="1087" y="1265"/>
                  </a:lnTo>
                  <a:lnTo>
                    <a:pt x="1107" y="1226"/>
                  </a:lnTo>
                  <a:lnTo>
                    <a:pt x="1126" y="1186"/>
                  </a:lnTo>
                  <a:lnTo>
                    <a:pt x="1126" y="1206"/>
                  </a:lnTo>
                  <a:lnTo>
                    <a:pt x="1126" y="1226"/>
                  </a:lnTo>
                  <a:lnTo>
                    <a:pt x="1126" y="1285"/>
                  </a:lnTo>
                  <a:lnTo>
                    <a:pt x="1092" y="1377"/>
                  </a:lnTo>
                  <a:lnTo>
                    <a:pt x="1146" y="1305"/>
                  </a:lnTo>
                  <a:lnTo>
                    <a:pt x="1186" y="1245"/>
                  </a:lnTo>
                  <a:lnTo>
                    <a:pt x="1166" y="1305"/>
                  </a:lnTo>
                  <a:lnTo>
                    <a:pt x="1146" y="1364"/>
                  </a:lnTo>
                  <a:lnTo>
                    <a:pt x="1126" y="1403"/>
                  </a:lnTo>
                  <a:lnTo>
                    <a:pt x="1107" y="1482"/>
                  </a:lnTo>
                  <a:lnTo>
                    <a:pt x="1126" y="1443"/>
                  </a:lnTo>
                  <a:lnTo>
                    <a:pt x="1146" y="1423"/>
                  </a:lnTo>
                  <a:lnTo>
                    <a:pt x="1146" y="1463"/>
                  </a:lnTo>
                  <a:lnTo>
                    <a:pt x="1186" y="1443"/>
                  </a:lnTo>
                  <a:lnTo>
                    <a:pt x="1186" y="1403"/>
                  </a:lnTo>
                  <a:lnTo>
                    <a:pt x="1186" y="1384"/>
                  </a:lnTo>
                  <a:lnTo>
                    <a:pt x="1205" y="1403"/>
                  </a:lnTo>
                  <a:lnTo>
                    <a:pt x="1225" y="1384"/>
                  </a:lnTo>
                  <a:lnTo>
                    <a:pt x="1245" y="1403"/>
                  </a:lnTo>
                  <a:lnTo>
                    <a:pt x="1245" y="1384"/>
                  </a:lnTo>
                  <a:lnTo>
                    <a:pt x="1265" y="1364"/>
                  </a:lnTo>
                  <a:lnTo>
                    <a:pt x="1245" y="1364"/>
                  </a:lnTo>
                  <a:lnTo>
                    <a:pt x="1245" y="1344"/>
                  </a:lnTo>
                  <a:lnTo>
                    <a:pt x="1245" y="1285"/>
                  </a:lnTo>
                  <a:lnTo>
                    <a:pt x="1284" y="1245"/>
                  </a:lnTo>
                  <a:lnTo>
                    <a:pt x="1304" y="1226"/>
                  </a:lnTo>
                  <a:lnTo>
                    <a:pt x="1304" y="1206"/>
                  </a:lnTo>
                  <a:lnTo>
                    <a:pt x="1324" y="1186"/>
                  </a:lnTo>
                  <a:lnTo>
                    <a:pt x="1344" y="1186"/>
                  </a:lnTo>
                  <a:lnTo>
                    <a:pt x="1344" y="1226"/>
                  </a:lnTo>
                  <a:lnTo>
                    <a:pt x="1324" y="1245"/>
                  </a:lnTo>
                  <a:lnTo>
                    <a:pt x="1304" y="1305"/>
                  </a:lnTo>
                  <a:lnTo>
                    <a:pt x="1304" y="1314"/>
                  </a:lnTo>
                  <a:lnTo>
                    <a:pt x="1324" y="1285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54" y="1265"/>
                  </a:lnTo>
                  <a:lnTo>
                    <a:pt x="1363" y="1265"/>
                  </a:lnTo>
                  <a:lnTo>
                    <a:pt x="1344" y="1305"/>
                  </a:lnTo>
                  <a:lnTo>
                    <a:pt x="1324" y="1384"/>
                  </a:lnTo>
                  <a:lnTo>
                    <a:pt x="1363" y="1305"/>
                  </a:lnTo>
                  <a:lnTo>
                    <a:pt x="1344" y="1364"/>
                  </a:lnTo>
                  <a:lnTo>
                    <a:pt x="1363" y="1324"/>
                  </a:lnTo>
                  <a:lnTo>
                    <a:pt x="1383" y="1305"/>
                  </a:lnTo>
                  <a:lnTo>
                    <a:pt x="1383" y="1305"/>
                  </a:lnTo>
                  <a:lnTo>
                    <a:pt x="1363" y="1344"/>
                  </a:lnTo>
                  <a:lnTo>
                    <a:pt x="1383" y="1344"/>
                  </a:lnTo>
                  <a:lnTo>
                    <a:pt x="1403" y="1285"/>
                  </a:lnTo>
                  <a:lnTo>
                    <a:pt x="1403" y="1226"/>
                  </a:lnTo>
                  <a:lnTo>
                    <a:pt x="1423" y="1166"/>
                  </a:lnTo>
                  <a:lnTo>
                    <a:pt x="1462" y="1166"/>
                  </a:lnTo>
                  <a:lnTo>
                    <a:pt x="1462" y="1226"/>
                  </a:lnTo>
                  <a:lnTo>
                    <a:pt x="1482" y="1166"/>
                  </a:lnTo>
                  <a:lnTo>
                    <a:pt x="1482" y="1206"/>
                  </a:lnTo>
                  <a:lnTo>
                    <a:pt x="1482" y="1245"/>
                  </a:lnTo>
                  <a:lnTo>
                    <a:pt x="1462" y="1245"/>
                  </a:lnTo>
                  <a:lnTo>
                    <a:pt x="1462" y="1265"/>
                  </a:lnTo>
                  <a:lnTo>
                    <a:pt x="1442" y="1324"/>
                  </a:lnTo>
                  <a:lnTo>
                    <a:pt x="1442" y="1364"/>
                  </a:lnTo>
                  <a:lnTo>
                    <a:pt x="1462" y="1285"/>
                  </a:lnTo>
                  <a:lnTo>
                    <a:pt x="1462" y="1305"/>
                  </a:lnTo>
                  <a:lnTo>
                    <a:pt x="1462" y="1364"/>
                  </a:lnTo>
                  <a:lnTo>
                    <a:pt x="1475" y="1338"/>
                  </a:lnTo>
                  <a:lnTo>
                    <a:pt x="1475" y="1338"/>
                  </a:lnTo>
                  <a:lnTo>
                    <a:pt x="1462" y="1403"/>
                  </a:lnTo>
                  <a:lnTo>
                    <a:pt x="1482" y="1423"/>
                  </a:lnTo>
                  <a:lnTo>
                    <a:pt x="1482" y="1384"/>
                  </a:lnTo>
                  <a:lnTo>
                    <a:pt x="1482" y="1344"/>
                  </a:lnTo>
                  <a:lnTo>
                    <a:pt x="1502" y="1344"/>
                  </a:lnTo>
                  <a:lnTo>
                    <a:pt x="1502" y="1364"/>
                  </a:lnTo>
                  <a:lnTo>
                    <a:pt x="1521" y="1364"/>
                  </a:lnTo>
                  <a:lnTo>
                    <a:pt x="1521" y="1384"/>
                  </a:lnTo>
                  <a:lnTo>
                    <a:pt x="1541" y="1324"/>
                  </a:lnTo>
                  <a:lnTo>
                    <a:pt x="1521" y="1324"/>
                  </a:lnTo>
                  <a:lnTo>
                    <a:pt x="1521" y="1305"/>
                  </a:lnTo>
                  <a:lnTo>
                    <a:pt x="1541" y="1285"/>
                  </a:lnTo>
                  <a:lnTo>
                    <a:pt x="1561" y="1265"/>
                  </a:lnTo>
                  <a:lnTo>
                    <a:pt x="1581" y="1265"/>
                  </a:lnTo>
                  <a:lnTo>
                    <a:pt x="1600" y="1226"/>
                  </a:lnTo>
                  <a:lnTo>
                    <a:pt x="1600" y="1285"/>
                  </a:lnTo>
                  <a:lnTo>
                    <a:pt x="1585" y="1348"/>
                  </a:lnTo>
                  <a:lnTo>
                    <a:pt x="1600" y="1324"/>
                  </a:lnTo>
                  <a:lnTo>
                    <a:pt x="1620" y="1364"/>
                  </a:lnTo>
                  <a:lnTo>
                    <a:pt x="1600" y="1423"/>
                  </a:lnTo>
                  <a:lnTo>
                    <a:pt x="1600" y="1463"/>
                  </a:lnTo>
                  <a:lnTo>
                    <a:pt x="1600" y="1482"/>
                  </a:lnTo>
                  <a:lnTo>
                    <a:pt x="1620" y="1463"/>
                  </a:lnTo>
                  <a:lnTo>
                    <a:pt x="1620" y="1384"/>
                  </a:lnTo>
                  <a:lnTo>
                    <a:pt x="1640" y="1384"/>
                  </a:lnTo>
                  <a:lnTo>
                    <a:pt x="1660" y="1344"/>
                  </a:lnTo>
                  <a:lnTo>
                    <a:pt x="1423" y="732"/>
                  </a:lnTo>
                  <a:lnTo>
                    <a:pt x="1126" y="60"/>
                  </a:lnTo>
                  <a:lnTo>
                    <a:pt x="1087" y="119"/>
                  </a:lnTo>
                  <a:lnTo>
                    <a:pt x="1087" y="139"/>
                  </a:lnTo>
                  <a:lnTo>
                    <a:pt x="1087" y="198"/>
                  </a:lnTo>
                  <a:lnTo>
                    <a:pt x="1067" y="218"/>
                  </a:lnTo>
                  <a:lnTo>
                    <a:pt x="1047" y="238"/>
                  </a:lnTo>
                  <a:lnTo>
                    <a:pt x="1047" y="198"/>
                  </a:lnTo>
                  <a:lnTo>
                    <a:pt x="1067" y="159"/>
                  </a:lnTo>
                  <a:lnTo>
                    <a:pt x="1067" y="100"/>
                  </a:lnTo>
                  <a:lnTo>
                    <a:pt x="1047" y="100"/>
                  </a:lnTo>
                  <a:lnTo>
                    <a:pt x="1047" y="60"/>
                  </a:lnTo>
                  <a:lnTo>
                    <a:pt x="1028" y="80"/>
                  </a:lnTo>
                  <a:lnTo>
                    <a:pt x="1008" y="119"/>
                  </a:lnTo>
                  <a:lnTo>
                    <a:pt x="1008" y="80"/>
                  </a:lnTo>
                  <a:lnTo>
                    <a:pt x="1028" y="40"/>
                  </a:lnTo>
                  <a:lnTo>
                    <a:pt x="1008" y="40"/>
                  </a:lnTo>
                  <a:lnTo>
                    <a:pt x="988" y="80"/>
                  </a:lnTo>
                  <a:lnTo>
                    <a:pt x="988" y="80"/>
                  </a:lnTo>
                  <a:lnTo>
                    <a:pt x="968" y="159"/>
                  </a:lnTo>
                  <a:lnTo>
                    <a:pt x="968" y="139"/>
                  </a:lnTo>
                  <a:lnTo>
                    <a:pt x="949" y="159"/>
                  </a:lnTo>
                  <a:lnTo>
                    <a:pt x="988" y="80"/>
                  </a:lnTo>
                  <a:lnTo>
                    <a:pt x="929" y="179"/>
                  </a:lnTo>
                  <a:lnTo>
                    <a:pt x="929" y="159"/>
                  </a:lnTo>
                  <a:lnTo>
                    <a:pt x="889" y="218"/>
                  </a:lnTo>
                  <a:lnTo>
                    <a:pt x="870" y="258"/>
                  </a:lnTo>
                  <a:lnTo>
                    <a:pt x="870" y="218"/>
                  </a:lnTo>
                  <a:lnTo>
                    <a:pt x="870" y="198"/>
                  </a:lnTo>
                  <a:lnTo>
                    <a:pt x="850" y="218"/>
                  </a:lnTo>
                  <a:lnTo>
                    <a:pt x="870" y="119"/>
                  </a:lnTo>
                  <a:lnTo>
                    <a:pt x="889" y="119"/>
                  </a:lnTo>
                  <a:lnTo>
                    <a:pt x="889" y="80"/>
                  </a:lnTo>
                  <a:lnTo>
                    <a:pt x="889" y="40"/>
                  </a:lnTo>
                  <a:lnTo>
                    <a:pt x="850" y="40"/>
                  </a:lnTo>
                  <a:lnTo>
                    <a:pt x="810" y="60"/>
                  </a:lnTo>
                  <a:lnTo>
                    <a:pt x="791" y="40"/>
                  </a:lnTo>
                  <a:lnTo>
                    <a:pt x="771" y="60"/>
                  </a:lnTo>
                  <a:lnTo>
                    <a:pt x="751" y="1"/>
                  </a:lnTo>
                  <a:lnTo>
                    <a:pt x="692" y="1"/>
                  </a:lnTo>
                  <a:lnTo>
                    <a:pt x="672" y="21"/>
                  </a:lnTo>
                  <a:lnTo>
                    <a:pt x="652" y="40"/>
                  </a:lnTo>
                  <a:lnTo>
                    <a:pt x="652" y="1"/>
                  </a:lnTo>
                  <a:lnTo>
                    <a:pt x="613" y="80"/>
                  </a:lnTo>
                  <a:lnTo>
                    <a:pt x="573" y="119"/>
                  </a:lnTo>
                  <a:lnTo>
                    <a:pt x="534" y="159"/>
                  </a:lnTo>
                  <a:lnTo>
                    <a:pt x="494" y="258"/>
                  </a:lnTo>
                  <a:lnTo>
                    <a:pt x="494" y="198"/>
                  </a:lnTo>
                  <a:lnTo>
                    <a:pt x="514" y="139"/>
                  </a:lnTo>
                  <a:lnTo>
                    <a:pt x="494" y="179"/>
                  </a:lnTo>
                  <a:lnTo>
                    <a:pt x="475" y="198"/>
                  </a:lnTo>
                  <a:lnTo>
                    <a:pt x="475" y="159"/>
                  </a:lnTo>
                  <a:lnTo>
                    <a:pt x="494" y="119"/>
                  </a:lnTo>
                  <a:lnTo>
                    <a:pt x="494" y="100"/>
                  </a:lnTo>
                  <a:lnTo>
                    <a:pt x="475" y="119"/>
                  </a:lnTo>
                  <a:lnTo>
                    <a:pt x="475" y="100"/>
                  </a:lnTo>
                  <a:lnTo>
                    <a:pt x="455" y="179"/>
                  </a:lnTo>
                  <a:lnTo>
                    <a:pt x="415" y="238"/>
                  </a:lnTo>
                  <a:lnTo>
                    <a:pt x="415" y="277"/>
                  </a:lnTo>
                  <a:lnTo>
                    <a:pt x="356" y="317"/>
                  </a:lnTo>
                  <a:lnTo>
                    <a:pt x="297" y="337"/>
                  </a:lnTo>
                  <a:lnTo>
                    <a:pt x="238" y="317"/>
                  </a:lnTo>
                  <a:lnTo>
                    <a:pt x="198" y="277"/>
                  </a:lnTo>
                  <a:lnTo>
                    <a:pt x="218" y="238"/>
                  </a:lnTo>
                  <a:lnTo>
                    <a:pt x="198" y="258"/>
                  </a:lnTo>
                  <a:lnTo>
                    <a:pt x="178" y="238"/>
                  </a:lnTo>
                  <a:lnTo>
                    <a:pt x="198" y="238"/>
                  </a:lnTo>
                  <a:lnTo>
                    <a:pt x="178" y="19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59" y="198"/>
                  </a:lnTo>
                  <a:lnTo>
                    <a:pt x="159" y="179"/>
                  </a:lnTo>
                  <a:lnTo>
                    <a:pt x="139" y="139"/>
                  </a:lnTo>
                  <a:lnTo>
                    <a:pt x="139" y="119"/>
                  </a:lnTo>
                  <a:lnTo>
                    <a:pt x="119" y="139"/>
                  </a:lnTo>
                  <a:lnTo>
                    <a:pt x="119" y="80"/>
                  </a:lnTo>
                  <a:lnTo>
                    <a:pt x="119" y="1"/>
                  </a:lnTo>
                  <a:close/>
                  <a:moveTo>
                    <a:pt x="1047" y="1324"/>
                  </a:moveTo>
                  <a:lnTo>
                    <a:pt x="1008" y="1403"/>
                  </a:lnTo>
                  <a:lnTo>
                    <a:pt x="988" y="1482"/>
                  </a:lnTo>
                  <a:lnTo>
                    <a:pt x="988" y="1463"/>
                  </a:lnTo>
                  <a:lnTo>
                    <a:pt x="988" y="1443"/>
                  </a:lnTo>
                  <a:lnTo>
                    <a:pt x="968" y="1443"/>
                  </a:lnTo>
                  <a:lnTo>
                    <a:pt x="968" y="1423"/>
                  </a:lnTo>
                  <a:lnTo>
                    <a:pt x="949" y="1423"/>
                  </a:lnTo>
                  <a:lnTo>
                    <a:pt x="929" y="1463"/>
                  </a:lnTo>
                  <a:lnTo>
                    <a:pt x="929" y="1502"/>
                  </a:lnTo>
                  <a:lnTo>
                    <a:pt x="968" y="1502"/>
                  </a:lnTo>
                  <a:lnTo>
                    <a:pt x="968" y="1542"/>
                  </a:lnTo>
                  <a:lnTo>
                    <a:pt x="1028" y="1443"/>
                  </a:lnTo>
                  <a:lnTo>
                    <a:pt x="1028" y="1384"/>
                  </a:lnTo>
                  <a:lnTo>
                    <a:pt x="1047" y="1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9"/>
            <p:cNvSpPr/>
            <p:nvPr/>
          </p:nvSpPr>
          <p:spPr>
            <a:xfrm>
              <a:off x="-1500775" y="3505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9"/>
            <p:cNvSpPr/>
            <p:nvPr/>
          </p:nvSpPr>
          <p:spPr>
            <a:xfrm>
              <a:off x="-1570900" y="3408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9"/>
            <p:cNvSpPr/>
            <p:nvPr/>
          </p:nvSpPr>
          <p:spPr>
            <a:xfrm>
              <a:off x="-1572875" y="3408225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9"/>
            <p:cNvSpPr/>
            <p:nvPr/>
          </p:nvSpPr>
          <p:spPr>
            <a:xfrm>
              <a:off x="-1629175" y="3384025"/>
              <a:ext cx="61750" cy="41500"/>
            </a:xfrm>
            <a:custGeom>
              <a:rect b="b" l="l" r="r" t="t"/>
              <a:pathLst>
                <a:path extrusionOk="0" h="1660" w="2470">
                  <a:moveTo>
                    <a:pt x="850" y="237"/>
                  </a:moveTo>
                  <a:lnTo>
                    <a:pt x="850" y="237"/>
                  </a:lnTo>
                  <a:lnTo>
                    <a:pt x="850" y="237"/>
                  </a:lnTo>
                  <a:close/>
                  <a:moveTo>
                    <a:pt x="1186" y="257"/>
                  </a:moveTo>
                  <a:lnTo>
                    <a:pt x="1186" y="257"/>
                  </a:lnTo>
                  <a:lnTo>
                    <a:pt x="1186" y="257"/>
                  </a:lnTo>
                  <a:close/>
                  <a:moveTo>
                    <a:pt x="1285" y="198"/>
                  </a:moveTo>
                  <a:lnTo>
                    <a:pt x="1245" y="237"/>
                  </a:lnTo>
                  <a:lnTo>
                    <a:pt x="1245" y="257"/>
                  </a:lnTo>
                  <a:lnTo>
                    <a:pt x="1225" y="277"/>
                  </a:lnTo>
                  <a:lnTo>
                    <a:pt x="1245" y="277"/>
                  </a:lnTo>
                  <a:lnTo>
                    <a:pt x="1265" y="257"/>
                  </a:lnTo>
                  <a:lnTo>
                    <a:pt x="1285" y="198"/>
                  </a:lnTo>
                  <a:close/>
                  <a:moveTo>
                    <a:pt x="2055" y="435"/>
                  </a:moveTo>
                  <a:lnTo>
                    <a:pt x="2055" y="435"/>
                  </a:lnTo>
                  <a:lnTo>
                    <a:pt x="2055" y="435"/>
                  </a:lnTo>
                  <a:close/>
                  <a:moveTo>
                    <a:pt x="1660" y="652"/>
                  </a:moveTo>
                  <a:lnTo>
                    <a:pt x="1660" y="672"/>
                  </a:lnTo>
                  <a:lnTo>
                    <a:pt x="1680" y="672"/>
                  </a:lnTo>
                  <a:lnTo>
                    <a:pt x="1660" y="652"/>
                  </a:lnTo>
                  <a:close/>
                  <a:moveTo>
                    <a:pt x="2253" y="692"/>
                  </a:moveTo>
                  <a:lnTo>
                    <a:pt x="2253" y="692"/>
                  </a:lnTo>
                  <a:lnTo>
                    <a:pt x="2253" y="692"/>
                  </a:lnTo>
                  <a:close/>
                  <a:moveTo>
                    <a:pt x="2470" y="692"/>
                  </a:moveTo>
                  <a:lnTo>
                    <a:pt x="2470" y="692"/>
                  </a:lnTo>
                  <a:lnTo>
                    <a:pt x="2470" y="692"/>
                  </a:lnTo>
                  <a:close/>
                  <a:moveTo>
                    <a:pt x="2253" y="692"/>
                  </a:moveTo>
                  <a:lnTo>
                    <a:pt x="2243" y="711"/>
                  </a:lnTo>
                  <a:lnTo>
                    <a:pt x="2253" y="692"/>
                  </a:lnTo>
                  <a:close/>
                  <a:moveTo>
                    <a:pt x="2243" y="711"/>
                  </a:moveTo>
                  <a:lnTo>
                    <a:pt x="2230" y="737"/>
                  </a:lnTo>
                  <a:lnTo>
                    <a:pt x="2233" y="731"/>
                  </a:lnTo>
                  <a:lnTo>
                    <a:pt x="2243" y="711"/>
                  </a:lnTo>
                  <a:close/>
                  <a:moveTo>
                    <a:pt x="2230" y="737"/>
                  </a:moveTo>
                  <a:lnTo>
                    <a:pt x="2218" y="761"/>
                  </a:lnTo>
                  <a:lnTo>
                    <a:pt x="2230" y="737"/>
                  </a:lnTo>
                  <a:close/>
                  <a:moveTo>
                    <a:pt x="2218" y="761"/>
                  </a:moveTo>
                  <a:lnTo>
                    <a:pt x="2213" y="771"/>
                  </a:lnTo>
                  <a:lnTo>
                    <a:pt x="2218" y="761"/>
                  </a:lnTo>
                  <a:close/>
                  <a:moveTo>
                    <a:pt x="2213" y="771"/>
                  </a:moveTo>
                  <a:lnTo>
                    <a:pt x="2204" y="789"/>
                  </a:lnTo>
                  <a:lnTo>
                    <a:pt x="2213" y="771"/>
                  </a:lnTo>
                  <a:close/>
                  <a:moveTo>
                    <a:pt x="2371" y="731"/>
                  </a:moveTo>
                  <a:lnTo>
                    <a:pt x="2332" y="790"/>
                  </a:lnTo>
                  <a:lnTo>
                    <a:pt x="2371" y="751"/>
                  </a:lnTo>
                  <a:lnTo>
                    <a:pt x="2391" y="731"/>
                  </a:lnTo>
                  <a:close/>
                  <a:moveTo>
                    <a:pt x="2401" y="850"/>
                  </a:moveTo>
                  <a:lnTo>
                    <a:pt x="2391" y="869"/>
                  </a:lnTo>
                  <a:lnTo>
                    <a:pt x="2391" y="869"/>
                  </a:lnTo>
                  <a:lnTo>
                    <a:pt x="2411" y="850"/>
                  </a:lnTo>
                  <a:close/>
                  <a:moveTo>
                    <a:pt x="2272" y="929"/>
                  </a:moveTo>
                  <a:lnTo>
                    <a:pt x="2246" y="968"/>
                  </a:lnTo>
                  <a:lnTo>
                    <a:pt x="2253" y="968"/>
                  </a:lnTo>
                  <a:lnTo>
                    <a:pt x="2272" y="929"/>
                  </a:lnTo>
                  <a:close/>
                  <a:moveTo>
                    <a:pt x="2238" y="968"/>
                  </a:moveTo>
                  <a:lnTo>
                    <a:pt x="2233" y="988"/>
                  </a:lnTo>
                  <a:lnTo>
                    <a:pt x="2246" y="968"/>
                  </a:lnTo>
                  <a:close/>
                  <a:moveTo>
                    <a:pt x="80" y="988"/>
                  </a:moveTo>
                  <a:lnTo>
                    <a:pt x="80" y="988"/>
                  </a:lnTo>
                  <a:lnTo>
                    <a:pt x="80" y="988"/>
                  </a:lnTo>
                  <a:lnTo>
                    <a:pt x="67" y="1027"/>
                  </a:lnTo>
                  <a:lnTo>
                    <a:pt x="80" y="988"/>
                  </a:lnTo>
                  <a:close/>
                  <a:moveTo>
                    <a:pt x="67" y="1027"/>
                  </a:moveTo>
                  <a:lnTo>
                    <a:pt x="62" y="1043"/>
                  </a:lnTo>
                  <a:lnTo>
                    <a:pt x="67" y="1027"/>
                  </a:lnTo>
                  <a:close/>
                  <a:moveTo>
                    <a:pt x="2312" y="1027"/>
                  </a:moveTo>
                  <a:lnTo>
                    <a:pt x="2292" y="1067"/>
                  </a:lnTo>
                  <a:lnTo>
                    <a:pt x="2312" y="1047"/>
                  </a:lnTo>
                  <a:lnTo>
                    <a:pt x="2312" y="1027"/>
                  </a:lnTo>
                  <a:close/>
                  <a:moveTo>
                    <a:pt x="1858" y="1087"/>
                  </a:moveTo>
                  <a:lnTo>
                    <a:pt x="1838" y="1146"/>
                  </a:lnTo>
                  <a:lnTo>
                    <a:pt x="1858" y="1126"/>
                  </a:lnTo>
                  <a:lnTo>
                    <a:pt x="1858" y="1146"/>
                  </a:lnTo>
                  <a:lnTo>
                    <a:pt x="1877" y="1106"/>
                  </a:lnTo>
                  <a:lnTo>
                    <a:pt x="1877" y="1087"/>
                  </a:lnTo>
                  <a:close/>
                  <a:moveTo>
                    <a:pt x="179" y="1264"/>
                  </a:moveTo>
                  <a:lnTo>
                    <a:pt x="179" y="1264"/>
                  </a:lnTo>
                  <a:lnTo>
                    <a:pt x="179" y="1264"/>
                  </a:lnTo>
                  <a:close/>
                  <a:moveTo>
                    <a:pt x="100" y="1284"/>
                  </a:moveTo>
                  <a:lnTo>
                    <a:pt x="100" y="1284"/>
                  </a:lnTo>
                  <a:lnTo>
                    <a:pt x="100" y="1284"/>
                  </a:lnTo>
                  <a:close/>
                  <a:moveTo>
                    <a:pt x="2154" y="1245"/>
                  </a:moveTo>
                  <a:lnTo>
                    <a:pt x="2154" y="1264"/>
                  </a:lnTo>
                  <a:lnTo>
                    <a:pt x="2138" y="1304"/>
                  </a:lnTo>
                  <a:lnTo>
                    <a:pt x="2174" y="1245"/>
                  </a:lnTo>
                  <a:close/>
                  <a:moveTo>
                    <a:pt x="2138" y="1304"/>
                  </a:moveTo>
                  <a:lnTo>
                    <a:pt x="2138" y="1304"/>
                  </a:lnTo>
                  <a:lnTo>
                    <a:pt x="2138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68" y="1327"/>
                  </a:lnTo>
                  <a:lnTo>
                    <a:pt x="2174" y="1314"/>
                  </a:lnTo>
                  <a:lnTo>
                    <a:pt x="2174" y="1304"/>
                  </a:lnTo>
                  <a:close/>
                  <a:moveTo>
                    <a:pt x="2450" y="672"/>
                  </a:moveTo>
                  <a:lnTo>
                    <a:pt x="2411" y="731"/>
                  </a:lnTo>
                  <a:lnTo>
                    <a:pt x="2411" y="711"/>
                  </a:lnTo>
                  <a:lnTo>
                    <a:pt x="2430" y="692"/>
                  </a:lnTo>
                  <a:lnTo>
                    <a:pt x="2430" y="692"/>
                  </a:lnTo>
                  <a:lnTo>
                    <a:pt x="2391" y="711"/>
                  </a:lnTo>
                  <a:lnTo>
                    <a:pt x="2391" y="751"/>
                  </a:lnTo>
                  <a:lnTo>
                    <a:pt x="2371" y="771"/>
                  </a:lnTo>
                  <a:lnTo>
                    <a:pt x="2351" y="790"/>
                  </a:lnTo>
                  <a:lnTo>
                    <a:pt x="2312" y="869"/>
                  </a:lnTo>
                  <a:lnTo>
                    <a:pt x="2312" y="869"/>
                  </a:lnTo>
                  <a:lnTo>
                    <a:pt x="2332" y="790"/>
                  </a:lnTo>
                  <a:lnTo>
                    <a:pt x="2332" y="771"/>
                  </a:lnTo>
                  <a:lnTo>
                    <a:pt x="2292" y="850"/>
                  </a:lnTo>
                  <a:lnTo>
                    <a:pt x="2253" y="889"/>
                  </a:lnTo>
                  <a:lnTo>
                    <a:pt x="2272" y="909"/>
                  </a:lnTo>
                  <a:lnTo>
                    <a:pt x="2272" y="889"/>
                  </a:lnTo>
                  <a:lnTo>
                    <a:pt x="2292" y="869"/>
                  </a:lnTo>
                  <a:lnTo>
                    <a:pt x="2272" y="929"/>
                  </a:lnTo>
                  <a:lnTo>
                    <a:pt x="2292" y="889"/>
                  </a:lnTo>
                  <a:lnTo>
                    <a:pt x="2292" y="909"/>
                  </a:lnTo>
                  <a:lnTo>
                    <a:pt x="2272" y="948"/>
                  </a:lnTo>
                  <a:lnTo>
                    <a:pt x="2272" y="948"/>
                  </a:lnTo>
                  <a:lnTo>
                    <a:pt x="2292" y="929"/>
                  </a:lnTo>
                  <a:lnTo>
                    <a:pt x="2292" y="929"/>
                  </a:lnTo>
                  <a:lnTo>
                    <a:pt x="2233" y="1087"/>
                  </a:lnTo>
                  <a:lnTo>
                    <a:pt x="2174" y="1245"/>
                  </a:lnTo>
                  <a:lnTo>
                    <a:pt x="2193" y="1245"/>
                  </a:lnTo>
                  <a:lnTo>
                    <a:pt x="2213" y="1225"/>
                  </a:lnTo>
                  <a:lnTo>
                    <a:pt x="2174" y="1314"/>
                  </a:lnTo>
                  <a:lnTo>
                    <a:pt x="2174" y="1343"/>
                  </a:lnTo>
                  <a:lnTo>
                    <a:pt x="2174" y="1363"/>
                  </a:lnTo>
                  <a:lnTo>
                    <a:pt x="2213" y="1324"/>
                  </a:lnTo>
                  <a:lnTo>
                    <a:pt x="2193" y="1324"/>
                  </a:lnTo>
                  <a:lnTo>
                    <a:pt x="2253" y="1245"/>
                  </a:lnTo>
                  <a:lnTo>
                    <a:pt x="2253" y="1225"/>
                  </a:lnTo>
                  <a:lnTo>
                    <a:pt x="2233" y="1225"/>
                  </a:lnTo>
                  <a:lnTo>
                    <a:pt x="2272" y="1166"/>
                  </a:lnTo>
                  <a:lnTo>
                    <a:pt x="2292" y="1067"/>
                  </a:lnTo>
                  <a:lnTo>
                    <a:pt x="2292" y="1027"/>
                  </a:lnTo>
                  <a:lnTo>
                    <a:pt x="2292" y="1008"/>
                  </a:lnTo>
                  <a:lnTo>
                    <a:pt x="2312" y="968"/>
                  </a:lnTo>
                  <a:lnTo>
                    <a:pt x="2292" y="988"/>
                  </a:lnTo>
                  <a:lnTo>
                    <a:pt x="2292" y="988"/>
                  </a:lnTo>
                  <a:lnTo>
                    <a:pt x="2351" y="869"/>
                  </a:lnTo>
                  <a:lnTo>
                    <a:pt x="2371" y="869"/>
                  </a:lnTo>
                  <a:lnTo>
                    <a:pt x="2351" y="889"/>
                  </a:lnTo>
                  <a:lnTo>
                    <a:pt x="2312" y="968"/>
                  </a:lnTo>
                  <a:lnTo>
                    <a:pt x="2332" y="968"/>
                  </a:lnTo>
                  <a:lnTo>
                    <a:pt x="2351" y="929"/>
                  </a:lnTo>
                  <a:lnTo>
                    <a:pt x="2351" y="909"/>
                  </a:lnTo>
                  <a:lnTo>
                    <a:pt x="2391" y="850"/>
                  </a:lnTo>
                  <a:lnTo>
                    <a:pt x="2401" y="850"/>
                  </a:lnTo>
                  <a:lnTo>
                    <a:pt x="2411" y="830"/>
                  </a:lnTo>
                  <a:lnTo>
                    <a:pt x="2450" y="751"/>
                  </a:lnTo>
                  <a:lnTo>
                    <a:pt x="2470" y="692"/>
                  </a:lnTo>
                  <a:lnTo>
                    <a:pt x="2430" y="771"/>
                  </a:lnTo>
                  <a:lnTo>
                    <a:pt x="2430" y="751"/>
                  </a:lnTo>
                  <a:lnTo>
                    <a:pt x="2450" y="672"/>
                  </a:lnTo>
                  <a:close/>
                  <a:moveTo>
                    <a:pt x="1717" y="1387"/>
                  </a:moveTo>
                  <a:lnTo>
                    <a:pt x="1709" y="1403"/>
                  </a:lnTo>
                  <a:lnTo>
                    <a:pt x="1717" y="1387"/>
                  </a:lnTo>
                  <a:close/>
                  <a:moveTo>
                    <a:pt x="1917" y="1264"/>
                  </a:moveTo>
                  <a:lnTo>
                    <a:pt x="1838" y="1403"/>
                  </a:lnTo>
                  <a:lnTo>
                    <a:pt x="1877" y="1324"/>
                  </a:lnTo>
                  <a:lnTo>
                    <a:pt x="1877" y="1304"/>
                  </a:lnTo>
                  <a:lnTo>
                    <a:pt x="1897" y="1264"/>
                  </a:lnTo>
                  <a:close/>
                  <a:moveTo>
                    <a:pt x="1709" y="1403"/>
                  </a:moveTo>
                  <a:lnTo>
                    <a:pt x="1709" y="1403"/>
                  </a:lnTo>
                  <a:lnTo>
                    <a:pt x="1709" y="1403"/>
                  </a:lnTo>
                  <a:close/>
                  <a:moveTo>
                    <a:pt x="2138" y="1304"/>
                  </a:moveTo>
                  <a:lnTo>
                    <a:pt x="2114" y="1343"/>
                  </a:lnTo>
                  <a:lnTo>
                    <a:pt x="2075" y="1403"/>
                  </a:lnTo>
                  <a:lnTo>
                    <a:pt x="2114" y="1363"/>
                  </a:lnTo>
                  <a:lnTo>
                    <a:pt x="2138" y="1304"/>
                  </a:lnTo>
                  <a:close/>
                  <a:moveTo>
                    <a:pt x="2168" y="1327"/>
                  </a:moveTo>
                  <a:lnTo>
                    <a:pt x="2134" y="1403"/>
                  </a:lnTo>
                  <a:lnTo>
                    <a:pt x="2154" y="1383"/>
                  </a:lnTo>
                  <a:lnTo>
                    <a:pt x="2168" y="1327"/>
                  </a:lnTo>
                  <a:close/>
                  <a:moveTo>
                    <a:pt x="692" y="1442"/>
                  </a:moveTo>
                  <a:lnTo>
                    <a:pt x="692" y="1442"/>
                  </a:lnTo>
                  <a:lnTo>
                    <a:pt x="692" y="1442"/>
                  </a:lnTo>
                  <a:close/>
                  <a:moveTo>
                    <a:pt x="988" y="1363"/>
                  </a:moveTo>
                  <a:lnTo>
                    <a:pt x="969" y="1383"/>
                  </a:lnTo>
                  <a:lnTo>
                    <a:pt x="929" y="1442"/>
                  </a:lnTo>
                  <a:lnTo>
                    <a:pt x="929" y="1452"/>
                  </a:lnTo>
                  <a:lnTo>
                    <a:pt x="949" y="1422"/>
                  </a:lnTo>
                  <a:lnTo>
                    <a:pt x="969" y="1403"/>
                  </a:lnTo>
                  <a:lnTo>
                    <a:pt x="988" y="1363"/>
                  </a:lnTo>
                  <a:close/>
                  <a:moveTo>
                    <a:pt x="1146" y="1442"/>
                  </a:moveTo>
                  <a:lnTo>
                    <a:pt x="1140" y="1462"/>
                  </a:lnTo>
                  <a:lnTo>
                    <a:pt x="1146" y="1462"/>
                  </a:lnTo>
                  <a:lnTo>
                    <a:pt x="1146" y="1442"/>
                  </a:lnTo>
                  <a:close/>
                  <a:moveTo>
                    <a:pt x="1087" y="1383"/>
                  </a:moveTo>
                  <a:lnTo>
                    <a:pt x="1048" y="1482"/>
                  </a:lnTo>
                  <a:lnTo>
                    <a:pt x="1067" y="1442"/>
                  </a:lnTo>
                  <a:lnTo>
                    <a:pt x="1087" y="1383"/>
                  </a:lnTo>
                  <a:close/>
                  <a:moveTo>
                    <a:pt x="2095" y="1403"/>
                  </a:moveTo>
                  <a:lnTo>
                    <a:pt x="2075" y="1422"/>
                  </a:lnTo>
                  <a:lnTo>
                    <a:pt x="2055" y="1482"/>
                  </a:lnTo>
                  <a:lnTo>
                    <a:pt x="2055" y="1482"/>
                  </a:lnTo>
                  <a:lnTo>
                    <a:pt x="2095" y="1403"/>
                  </a:lnTo>
                  <a:close/>
                  <a:moveTo>
                    <a:pt x="1048" y="1482"/>
                  </a:moveTo>
                  <a:lnTo>
                    <a:pt x="1048" y="1482"/>
                  </a:lnTo>
                  <a:lnTo>
                    <a:pt x="1048" y="1482"/>
                  </a:lnTo>
                  <a:close/>
                  <a:moveTo>
                    <a:pt x="1067" y="1482"/>
                  </a:moveTo>
                  <a:lnTo>
                    <a:pt x="1067" y="1482"/>
                  </a:lnTo>
                  <a:lnTo>
                    <a:pt x="1067" y="1482"/>
                  </a:lnTo>
                  <a:close/>
                  <a:moveTo>
                    <a:pt x="969" y="1482"/>
                  </a:moveTo>
                  <a:lnTo>
                    <a:pt x="969" y="1482"/>
                  </a:lnTo>
                  <a:lnTo>
                    <a:pt x="969" y="1482"/>
                  </a:lnTo>
                  <a:close/>
                  <a:moveTo>
                    <a:pt x="1522" y="1475"/>
                  </a:moveTo>
                  <a:lnTo>
                    <a:pt x="1488" y="1498"/>
                  </a:lnTo>
                  <a:lnTo>
                    <a:pt x="1488" y="1498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522" y="1482"/>
                  </a:lnTo>
                  <a:lnTo>
                    <a:pt x="1522" y="1475"/>
                  </a:lnTo>
                  <a:close/>
                  <a:moveTo>
                    <a:pt x="1305" y="1422"/>
                  </a:moveTo>
                  <a:lnTo>
                    <a:pt x="1305" y="1442"/>
                  </a:lnTo>
                  <a:lnTo>
                    <a:pt x="1285" y="1482"/>
                  </a:lnTo>
                  <a:lnTo>
                    <a:pt x="1265" y="1501"/>
                  </a:lnTo>
                  <a:lnTo>
                    <a:pt x="1305" y="1422"/>
                  </a:lnTo>
                  <a:close/>
                  <a:moveTo>
                    <a:pt x="1146" y="1482"/>
                  </a:moveTo>
                  <a:lnTo>
                    <a:pt x="1146" y="1501"/>
                  </a:lnTo>
                  <a:lnTo>
                    <a:pt x="1166" y="1501"/>
                  </a:lnTo>
                  <a:lnTo>
                    <a:pt x="1166" y="1482"/>
                  </a:lnTo>
                  <a:close/>
                  <a:moveTo>
                    <a:pt x="521" y="1508"/>
                  </a:moveTo>
                  <a:lnTo>
                    <a:pt x="514" y="1521"/>
                  </a:lnTo>
                  <a:lnTo>
                    <a:pt x="514" y="1541"/>
                  </a:lnTo>
                  <a:lnTo>
                    <a:pt x="521" y="1508"/>
                  </a:lnTo>
                  <a:close/>
                  <a:moveTo>
                    <a:pt x="761" y="1541"/>
                  </a:moveTo>
                  <a:lnTo>
                    <a:pt x="760" y="1543"/>
                  </a:lnTo>
                  <a:lnTo>
                    <a:pt x="760" y="1543"/>
                  </a:lnTo>
                  <a:lnTo>
                    <a:pt x="761" y="1541"/>
                  </a:lnTo>
                  <a:close/>
                  <a:moveTo>
                    <a:pt x="969" y="1442"/>
                  </a:moveTo>
                  <a:lnTo>
                    <a:pt x="949" y="1462"/>
                  </a:lnTo>
                  <a:lnTo>
                    <a:pt x="929" y="1462"/>
                  </a:lnTo>
                  <a:lnTo>
                    <a:pt x="929" y="1452"/>
                  </a:lnTo>
                  <a:lnTo>
                    <a:pt x="909" y="1482"/>
                  </a:lnTo>
                  <a:lnTo>
                    <a:pt x="890" y="1561"/>
                  </a:lnTo>
                  <a:lnTo>
                    <a:pt x="909" y="1541"/>
                  </a:lnTo>
                  <a:lnTo>
                    <a:pt x="929" y="1521"/>
                  </a:lnTo>
                  <a:lnTo>
                    <a:pt x="929" y="1541"/>
                  </a:lnTo>
                  <a:lnTo>
                    <a:pt x="969" y="1442"/>
                  </a:lnTo>
                  <a:close/>
                  <a:moveTo>
                    <a:pt x="1364" y="1501"/>
                  </a:moveTo>
                  <a:lnTo>
                    <a:pt x="1324" y="1541"/>
                  </a:lnTo>
                  <a:lnTo>
                    <a:pt x="1324" y="1561"/>
                  </a:lnTo>
                  <a:lnTo>
                    <a:pt x="1344" y="1541"/>
                  </a:lnTo>
                  <a:lnTo>
                    <a:pt x="1364" y="1501"/>
                  </a:lnTo>
                  <a:close/>
                  <a:moveTo>
                    <a:pt x="1818" y="1541"/>
                  </a:moveTo>
                  <a:lnTo>
                    <a:pt x="1818" y="156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18" y="1541"/>
                  </a:lnTo>
                  <a:close/>
                  <a:moveTo>
                    <a:pt x="1739" y="1383"/>
                  </a:moveTo>
                  <a:lnTo>
                    <a:pt x="1719" y="1403"/>
                  </a:lnTo>
                  <a:lnTo>
                    <a:pt x="1700" y="1422"/>
                  </a:lnTo>
                  <a:lnTo>
                    <a:pt x="1709" y="1403"/>
                  </a:lnTo>
                  <a:lnTo>
                    <a:pt x="1660" y="1501"/>
                  </a:lnTo>
                  <a:lnTo>
                    <a:pt x="1640" y="1482"/>
                  </a:lnTo>
                  <a:lnTo>
                    <a:pt x="1640" y="1501"/>
                  </a:lnTo>
                  <a:lnTo>
                    <a:pt x="1621" y="1600"/>
                  </a:lnTo>
                  <a:lnTo>
                    <a:pt x="1660" y="1521"/>
                  </a:lnTo>
                  <a:lnTo>
                    <a:pt x="1700" y="1501"/>
                  </a:lnTo>
                  <a:lnTo>
                    <a:pt x="1719" y="1442"/>
                  </a:lnTo>
                  <a:lnTo>
                    <a:pt x="1759" y="1403"/>
                  </a:lnTo>
                  <a:lnTo>
                    <a:pt x="1759" y="1383"/>
                  </a:lnTo>
                  <a:close/>
                  <a:moveTo>
                    <a:pt x="238" y="0"/>
                  </a:moveTo>
                  <a:lnTo>
                    <a:pt x="198" y="60"/>
                  </a:lnTo>
                  <a:lnTo>
                    <a:pt x="198" y="79"/>
                  </a:lnTo>
                  <a:lnTo>
                    <a:pt x="179" y="119"/>
                  </a:lnTo>
                  <a:lnTo>
                    <a:pt x="159" y="139"/>
                  </a:lnTo>
                  <a:lnTo>
                    <a:pt x="100" y="297"/>
                  </a:lnTo>
                  <a:lnTo>
                    <a:pt x="40" y="455"/>
                  </a:lnTo>
                  <a:lnTo>
                    <a:pt x="60" y="455"/>
                  </a:lnTo>
                  <a:lnTo>
                    <a:pt x="40" y="514"/>
                  </a:lnTo>
                  <a:lnTo>
                    <a:pt x="21" y="553"/>
                  </a:lnTo>
                  <a:lnTo>
                    <a:pt x="21" y="573"/>
                  </a:lnTo>
                  <a:lnTo>
                    <a:pt x="40" y="553"/>
                  </a:lnTo>
                  <a:lnTo>
                    <a:pt x="40" y="573"/>
                  </a:lnTo>
                  <a:lnTo>
                    <a:pt x="40" y="593"/>
                  </a:lnTo>
                  <a:lnTo>
                    <a:pt x="60" y="573"/>
                  </a:lnTo>
                  <a:lnTo>
                    <a:pt x="60" y="573"/>
                  </a:lnTo>
                  <a:lnTo>
                    <a:pt x="40" y="632"/>
                  </a:lnTo>
                  <a:lnTo>
                    <a:pt x="1" y="692"/>
                  </a:lnTo>
                  <a:lnTo>
                    <a:pt x="1" y="711"/>
                  </a:lnTo>
                  <a:lnTo>
                    <a:pt x="21" y="711"/>
                  </a:lnTo>
                  <a:lnTo>
                    <a:pt x="40" y="692"/>
                  </a:lnTo>
                  <a:lnTo>
                    <a:pt x="40" y="731"/>
                  </a:lnTo>
                  <a:lnTo>
                    <a:pt x="21" y="771"/>
                  </a:lnTo>
                  <a:lnTo>
                    <a:pt x="1" y="830"/>
                  </a:lnTo>
                  <a:lnTo>
                    <a:pt x="40" y="751"/>
                  </a:lnTo>
                  <a:lnTo>
                    <a:pt x="40" y="771"/>
                  </a:lnTo>
                  <a:lnTo>
                    <a:pt x="80" y="692"/>
                  </a:lnTo>
                  <a:lnTo>
                    <a:pt x="80" y="711"/>
                  </a:lnTo>
                  <a:lnTo>
                    <a:pt x="60" y="751"/>
                  </a:lnTo>
                  <a:lnTo>
                    <a:pt x="21" y="810"/>
                  </a:lnTo>
                  <a:lnTo>
                    <a:pt x="21" y="850"/>
                  </a:lnTo>
                  <a:lnTo>
                    <a:pt x="40" y="850"/>
                  </a:lnTo>
                  <a:lnTo>
                    <a:pt x="21" y="889"/>
                  </a:lnTo>
                  <a:lnTo>
                    <a:pt x="1" y="948"/>
                  </a:lnTo>
                  <a:lnTo>
                    <a:pt x="21" y="948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40" y="929"/>
                  </a:lnTo>
                  <a:lnTo>
                    <a:pt x="40" y="948"/>
                  </a:lnTo>
                  <a:lnTo>
                    <a:pt x="40" y="968"/>
                  </a:lnTo>
                  <a:lnTo>
                    <a:pt x="60" y="948"/>
                  </a:lnTo>
                  <a:lnTo>
                    <a:pt x="60" y="948"/>
                  </a:lnTo>
                  <a:lnTo>
                    <a:pt x="40" y="1008"/>
                  </a:lnTo>
                  <a:lnTo>
                    <a:pt x="21" y="1067"/>
                  </a:lnTo>
                  <a:lnTo>
                    <a:pt x="40" y="1027"/>
                  </a:lnTo>
                  <a:lnTo>
                    <a:pt x="60" y="1027"/>
                  </a:lnTo>
                  <a:lnTo>
                    <a:pt x="80" y="988"/>
                  </a:lnTo>
                  <a:lnTo>
                    <a:pt x="80" y="988"/>
                  </a:lnTo>
                  <a:lnTo>
                    <a:pt x="100" y="929"/>
                  </a:lnTo>
                  <a:lnTo>
                    <a:pt x="139" y="889"/>
                  </a:lnTo>
                  <a:lnTo>
                    <a:pt x="159" y="869"/>
                  </a:lnTo>
                  <a:lnTo>
                    <a:pt x="119" y="968"/>
                  </a:lnTo>
                  <a:lnTo>
                    <a:pt x="60" y="1087"/>
                  </a:lnTo>
                  <a:lnTo>
                    <a:pt x="100" y="1047"/>
                  </a:lnTo>
                  <a:lnTo>
                    <a:pt x="80" y="1087"/>
                  </a:lnTo>
                  <a:lnTo>
                    <a:pt x="80" y="1126"/>
                  </a:lnTo>
                  <a:lnTo>
                    <a:pt x="60" y="1166"/>
                  </a:lnTo>
                  <a:lnTo>
                    <a:pt x="60" y="1205"/>
                  </a:lnTo>
                  <a:lnTo>
                    <a:pt x="60" y="1225"/>
                  </a:lnTo>
                  <a:lnTo>
                    <a:pt x="100" y="1166"/>
                  </a:lnTo>
                  <a:lnTo>
                    <a:pt x="100" y="1166"/>
                  </a:lnTo>
                  <a:lnTo>
                    <a:pt x="80" y="1205"/>
                  </a:lnTo>
                  <a:lnTo>
                    <a:pt x="80" y="1225"/>
                  </a:lnTo>
                  <a:lnTo>
                    <a:pt x="100" y="1225"/>
                  </a:lnTo>
                  <a:lnTo>
                    <a:pt x="100" y="1264"/>
                  </a:lnTo>
                  <a:lnTo>
                    <a:pt x="100" y="1284"/>
                  </a:lnTo>
                  <a:lnTo>
                    <a:pt x="139" y="1185"/>
                  </a:lnTo>
                  <a:lnTo>
                    <a:pt x="139" y="1225"/>
                  </a:lnTo>
                  <a:lnTo>
                    <a:pt x="119" y="1284"/>
                  </a:lnTo>
                  <a:lnTo>
                    <a:pt x="198" y="1126"/>
                  </a:lnTo>
                  <a:lnTo>
                    <a:pt x="179" y="1185"/>
                  </a:lnTo>
                  <a:lnTo>
                    <a:pt x="159" y="1264"/>
                  </a:lnTo>
                  <a:lnTo>
                    <a:pt x="159" y="1245"/>
                  </a:lnTo>
                  <a:lnTo>
                    <a:pt x="139" y="1304"/>
                  </a:lnTo>
                  <a:lnTo>
                    <a:pt x="119" y="1343"/>
                  </a:lnTo>
                  <a:lnTo>
                    <a:pt x="139" y="1343"/>
                  </a:lnTo>
                  <a:lnTo>
                    <a:pt x="139" y="1363"/>
                  </a:lnTo>
                  <a:lnTo>
                    <a:pt x="159" y="1304"/>
                  </a:lnTo>
                  <a:lnTo>
                    <a:pt x="179" y="1264"/>
                  </a:lnTo>
                  <a:lnTo>
                    <a:pt x="165" y="1284"/>
                  </a:lnTo>
                  <a:lnTo>
                    <a:pt x="179" y="1245"/>
                  </a:lnTo>
                  <a:lnTo>
                    <a:pt x="218" y="1185"/>
                  </a:lnTo>
                  <a:lnTo>
                    <a:pt x="277" y="1106"/>
                  </a:lnTo>
                  <a:lnTo>
                    <a:pt x="258" y="1146"/>
                  </a:lnTo>
                  <a:lnTo>
                    <a:pt x="218" y="1264"/>
                  </a:lnTo>
                  <a:lnTo>
                    <a:pt x="238" y="1245"/>
                  </a:lnTo>
                  <a:lnTo>
                    <a:pt x="238" y="1264"/>
                  </a:lnTo>
                  <a:lnTo>
                    <a:pt x="218" y="1324"/>
                  </a:lnTo>
                  <a:lnTo>
                    <a:pt x="258" y="1225"/>
                  </a:lnTo>
                  <a:lnTo>
                    <a:pt x="277" y="1225"/>
                  </a:lnTo>
                  <a:lnTo>
                    <a:pt x="258" y="1245"/>
                  </a:lnTo>
                  <a:lnTo>
                    <a:pt x="238" y="1304"/>
                  </a:lnTo>
                  <a:lnTo>
                    <a:pt x="258" y="1324"/>
                  </a:lnTo>
                  <a:lnTo>
                    <a:pt x="258" y="1363"/>
                  </a:lnTo>
                  <a:lnTo>
                    <a:pt x="258" y="1383"/>
                  </a:lnTo>
                  <a:lnTo>
                    <a:pt x="277" y="1383"/>
                  </a:lnTo>
                  <a:lnTo>
                    <a:pt x="291" y="1330"/>
                  </a:lnTo>
                  <a:lnTo>
                    <a:pt x="317" y="1264"/>
                  </a:lnTo>
                  <a:lnTo>
                    <a:pt x="356" y="1199"/>
                  </a:lnTo>
                  <a:lnTo>
                    <a:pt x="356" y="1205"/>
                  </a:lnTo>
                  <a:lnTo>
                    <a:pt x="376" y="1185"/>
                  </a:lnTo>
                  <a:lnTo>
                    <a:pt x="376" y="1166"/>
                  </a:lnTo>
                  <a:lnTo>
                    <a:pt x="396" y="1126"/>
                  </a:lnTo>
                  <a:lnTo>
                    <a:pt x="396" y="1166"/>
                  </a:lnTo>
                  <a:lnTo>
                    <a:pt x="376" y="1225"/>
                  </a:lnTo>
                  <a:lnTo>
                    <a:pt x="396" y="1205"/>
                  </a:lnTo>
                  <a:lnTo>
                    <a:pt x="396" y="1205"/>
                  </a:lnTo>
                  <a:lnTo>
                    <a:pt x="356" y="1284"/>
                  </a:lnTo>
                  <a:lnTo>
                    <a:pt x="337" y="1324"/>
                  </a:lnTo>
                  <a:lnTo>
                    <a:pt x="317" y="1383"/>
                  </a:lnTo>
                  <a:lnTo>
                    <a:pt x="337" y="1363"/>
                  </a:lnTo>
                  <a:lnTo>
                    <a:pt x="297" y="1442"/>
                  </a:lnTo>
                  <a:lnTo>
                    <a:pt x="317" y="1442"/>
                  </a:lnTo>
                  <a:lnTo>
                    <a:pt x="317" y="1462"/>
                  </a:lnTo>
                  <a:lnTo>
                    <a:pt x="337" y="1383"/>
                  </a:lnTo>
                  <a:lnTo>
                    <a:pt x="337" y="1442"/>
                  </a:lnTo>
                  <a:lnTo>
                    <a:pt x="356" y="1482"/>
                  </a:lnTo>
                  <a:lnTo>
                    <a:pt x="376" y="1422"/>
                  </a:lnTo>
                  <a:lnTo>
                    <a:pt x="396" y="1403"/>
                  </a:lnTo>
                  <a:lnTo>
                    <a:pt x="396" y="1403"/>
                  </a:lnTo>
                  <a:lnTo>
                    <a:pt x="376" y="1442"/>
                  </a:lnTo>
                  <a:lnTo>
                    <a:pt x="376" y="1482"/>
                  </a:lnTo>
                  <a:lnTo>
                    <a:pt x="416" y="1442"/>
                  </a:lnTo>
                  <a:lnTo>
                    <a:pt x="455" y="1363"/>
                  </a:lnTo>
                  <a:lnTo>
                    <a:pt x="455" y="1403"/>
                  </a:lnTo>
                  <a:lnTo>
                    <a:pt x="455" y="1442"/>
                  </a:lnTo>
                  <a:lnTo>
                    <a:pt x="475" y="1462"/>
                  </a:lnTo>
                  <a:lnTo>
                    <a:pt x="574" y="1284"/>
                  </a:lnTo>
                  <a:lnTo>
                    <a:pt x="633" y="1166"/>
                  </a:lnTo>
                  <a:lnTo>
                    <a:pt x="672" y="1067"/>
                  </a:lnTo>
                  <a:lnTo>
                    <a:pt x="672" y="1126"/>
                  </a:lnTo>
                  <a:lnTo>
                    <a:pt x="653" y="1166"/>
                  </a:lnTo>
                  <a:lnTo>
                    <a:pt x="633" y="1245"/>
                  </a:lnTo>
                  <a:lnTo>
                    <a:pt x="633" y="1225"/>
                  </a:lnTo>
                  <a:lnTo>
                    <a:pt x="593" y="1383"/>
                  </a:lnTo>
                  <a:lnTo>
                    <a:pt x="554" y="1422"/>
                  </a:lnTo>
                  <a:lnTo>
                    <a:pt x="574" y="1363"/>
                  </a:lnTo>
                  <a:lnTo>
                    <a:pt x="534" y="1442"/>
                  </a:lnTo>
                  <a:lnTo>
                    <a:pt x="521" y="1508"/>
                  </a:lnTo>
                  <a:lnTo>
                    <a:pt x="534" y="1482"/>
                  </a:lnTo>
                  <a:lnTo>
                    <a:pt x="534" y="1541"/>
                  </a:lnTo>
                  <a:lnTo>
                    <a:pt x="554" y="1521"/>
                  </a:lnTo>
                  <a:lnTo>
                    <a:pt x="554" y="1541"/>
                  </a:lnTo>
                  <a:lnTo>
                    <a:pt x="593" y="1462"/>
                  </a:lnTo>
                  <a:lnTo>
                    <a:pt x="593" y="1482"/>
                  </a:lnTo>
                  <a:lnTo>
                    <a:pt x="574" y="1521"/>
                  </a:lnTo>
                  <a:lnTo>
                    <a:pt x="613" y="1501"/>
                  </a:lnTo>
                  <a:lnTo>
                    <a:pt x="653" y="1422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712" y="1343"/>
                  </a:lnTo>
                  <a:lnTo>
                    <a:pt x="692" y="1403"/>
                  </a:lnTo>
                  <a:lnTo>
                    <a:pt x="672" y="1403"/>
                  </a:lnTo>
                  <a:lnTo>
                    <a:pt x="672" y="1422"/>
                  </a:lnTo>
                  <a:lnTo>
                    <a:pt x="692" y="1422"/>
                  </a:lnTo>
                  <a:lnTo>
                    <a:pt x="732" y="1363"/>
                  </a:lnTo>
                  <a:lnTo>
                    <a:pt x="732" y="1383"/>
                  </a:lnTo>
                  <a:lnTo>
                    <a:pt x="672" y="1501"/>
                  </a:lnTo>
                  <a:lnTo>
                    <a:pt x="692" y="1442"/>
                  </a:lnTo>
                  <a:lnTo>
                    <a:pt x="653" y="1501"/>
                  </a:lnTo>
                  <a:lnTo>
                    <a:pt x="633" y="1521"/>
                  </a:lnTo>
                  <a:lnTo>
                    <a:pt x="653" y="1482"/>
                  </a:lnTo>
                  <a:lnTo>
                    <a:pt x="633" y="1482"/>
                  </a:lnTo>
                  <a:lnTo>
                    <a:pt x="613" y="1521"/>
                  </a:lnTo>
                  <a:lnTo>
                    <a:pt x="613" y="1541"/>
                  </a:lnTo>
                  <a:lnTo>
                    <a:pt x="633" y="1561"/>
                  </a:lnTo>
                  <a:lnTo>
                    <a:pt x="633" y="1580"/>
                  </a:lnTo>
                  <a:lnTo>
                    <a:pt x="692" y="1501"/>
                  </a:lnTo>
                  <a:lnTo>
                    <a:pt x="712" y="1442"/>
                  </a:lnTo>
                  <a:lnTo>
                    <a:pt x="751" y="1383"/>
                  </a:lnTo>
                  <a:lnTo>
                    <a:pt x="712" y="1482"/>
                  </a:lnTo>
                  <a:lnTo>
                    <a:pt x="712" y="1521"/>
                  </a:lnTo>
                  <a:lnTo>
                    <a:pt x="751" y="1442"/>
                  </a:lnTo>
                  <a:lnTo>
                    <a:pt x="791" y="1383"/>
                  </a:lnTo>
                  <a:lnTo>
                    <a:pt x="771" y="1403"/>
                  </a:lnTo>
                  <a:lnTo>
                    <a:pt x="771" y="1383"/>
                  </a:lnTo>
                  <a:lnTo>
                    <a:pt x="791" y="1343"/>
                  </a:lnTo>
                  <a:lnTo>
                    <a:pt x="811" y="1304"/>
                  </a:lnTo>
                  <a:lnTo>
                    <a:pt x="830" y="1264"/>
                  </a:lnTo>
                  <a:lnTo>
                    <a:pt x="830" y="1304"/>
                  </a:lnTo>
                  <a:lnTo>
                    <a:pt x="811" y="1363"/>
                  </a:lnTo>
                  <a:lnTo>
                    <a:pt x="732" y="1501"/>
                  </a:lnTo>
                  <a:lnTo>
                    <a:pt x="732" y="1521"/>
                  </a:lnTo>
                  <a:lnTo>
                    <a:pt x="732" y="1541"/>
                  </a:lnTo>
                  <a:lnTo>
                    <a:pt x="771" y="1442"/>
                  </a:lnTo>
                  <a:lnTo>
                    <a:pt x="811" y="1383"/>
                  </a:lnTo>
                  <a:lnTo>
                    <a:pt x="870" y="1324"/>
                  </a:lnTo>
                  <a:lnTo>
                    <a:pt x="811" y="1442"/>
                  </a:lnTo>
                  <a:lnTo>
                    <a:pt x="791" y="1482"/>
                  </a:lnTo>
                  <a:lnTo>
                    <a:pt x="761" y="1541"/>
                  </a:lnTo>
                  <a:lnTo>
                    <a:pt x="771" y="1521"/>
                  </a:lnTo>
                  <a:lnTo>
                    <a:pt x="791" y="1501"/>
                  </a:lnTo>
                  <a:lnTo>
                    <a:pt x="791" y="1541"/>
                  </a:lnTo>
                  <a:lnTo>
                    <a:pt x="830" y="1521"/>
                  </a:lnTo>
                  <a:lnTo>
                    <a:pt x="830" y="1482"/>
                  </a:lnTo>
                  <a:lnTo>
                    <a:pt x="850" y="1462"/>
                  </a:lnTo>
                  <a:lnTo>
                    <a:pt x="850" y="1482"/>
                  </a:lnTo>
                  <a:lnTo>
                    <a:pt x="850" y="1501"/>
                  </a:lnTo>
                  <a:lnTo>
                    <a:pt x="870" y="1482"/>
                  </a:lnTo>
                  <a:lnTo>
                    <a:pt x="890" y="1482"/>
                  </a:lnTo>
                  <a:lnTo>
                    <a:pt x="909" y="1462"/>
                  </a:lnTo>
                  <a:lnTo>
                    <a:pt x="890" y="1462"/>
                  </a:lnTo>
                  <a:lnTo>
                    <a:pt x="890" y="1442"/>
                  </a:lnTo>
                  <a:lnTo>
                    <a:pt x="909" y="1383"/>
                  </a:lnTo>
                  <a:lnTo>
                    <a:pt x="949" y="1343"/>
                  </a:lnTo>
                  <a:lnTo>
                    <a:pt x="969" y="1324"/>
                  </a:lnTo>
                  <a:lnTo>
                    <a:pt x="988" y="1324"/>
                  </a:lnTo>
                  <a:lnTo>
                    <a:pt x="988" y="1304"/>
                  </a:lnTo>
                  <a:lnTo>
                    <a:pt x="1008" y="1284"/>
                  </a:lnTo>
                  <a:lnTo>
                    <a:pt x="988" y="1363"/>
                  </a:lnTo>
                  <a:lnTo>
                    <a:pt x="1008" y="1343"/>
                  </a:lnTo>
                  <a:lnTo>
                    <a:pt x="988" y="1383"/>
                  </a:lnTo>
                  <a:lnTo>
                    <a:pt x="988" y="1403"/>
                  </a:lnTo>
                  <a:lnTo>
                    <a:pt x="1008" y="1383"/>
                  </a:lnTo>
                  <a:lnTo>
                    <a:pt x="1008" y="1383"/>
                  </a:lnTo>
                  <a:lnTo>
                    <a:pt x="988" y="1422"/>
                  </a:lnTo>
                  <a:lnTo>
                    <a:pt x="969" y="1482"/>
                  </a:lnTo>
                  <a:lnTo>
                    <a:pt x="1008" y="1422"/>
                  </a:lnTo>
                  <a:lnTo>
                    <a:pt x="1008" y="1442"/>
                  </a:lnTo>
                  <a:lnTo>
                    <a:pt x="1048" y="1403"/>
                  </a:lnTo>
                  <a:lnTo>
                    <a:pt x="1067" y="1343"/>
                  </a:lnTo>
                  <a:lnTo>
                    <a:pt x="1087" y="1284"/>
                  </a:lnTo>
                  <a:lnTo>
                    <a:pt x="1127" y="1284"/>
                  </a:lnTo>
                  <a:lnTo>
                    <a:pt x="1127" y="1324"/>
                  </a:lnTo>
                  <a:lnTo>
                    <a:pt x="1107" y="1363"/>
                  </a:lnTo>
                  <a:lnTo>
                    <a:pt x="1087" y="1383"/>
                  </a:lnTo>
                  <a:lnTo>
                    <a:pt x="1087" y="1422"/>
                  </a:lnTo>
                  <a:lnTo>
                    <a:pt x="1067" y="1482"/>
                  </a:lnTo>
                  <a:lnTo>
                    <a:pt x="1087" y="1442"/>
                  </a:lnTo>
                  <a:lnTo>
                    <a:pt x="1107" y="1422"/>
                  </a:lnTo>
                  <a:lnTo>
                    <a:pt x="1107" y="1422"/>
                  </a:lnTo>
                  <a:lnTo>
                    <a:pt x="1067" y="1521"/>
                  </a:lnTo>
                  <a:lnTo>
                    <a:pt x="1067" y="1541"/>
                  </a:lnTo>
                  <a:lnTo>
                    <a:pt x="1087" y="1501"/>
                  </a:lnTo>
                  <a:lnTo>
                    <a:pt x="1107" y="1462"/>
                  </a:lnTo>
                  <a:lnTo>
                    <a:pt x="1127" y="1442"/>
                  </a:lnTo>
                  <a:lnTo>
                    <a:pt x="1107" y="1482"/>
                  </a:lnTo>
                  <a:lnTo>
                    <a:pt x="1127" y="1482"/>
                  </a:lnTo>
                  <a:lnTo>
                    <a:pt x="1127" y="1501"/>
                  </a:lnTo>
                  <a:lnTo>
                    <a:pt x="1140" y="1462"/>
                  </a:lnTo>
                  <a:lnTo>
                    <a:pt x="1127" y="1462"/>
                  </a:lnTo>
                  <a:lnTo>
                    <a:pt x="1146" y="1422"/>
                  </a:lnTo>
                  <a:lnTo>
                    <a:pt x="1166" y="1403"/>
                  </a:lnTo>
                  <a:lnTo>
                    <a:pt x="1206" y="1403"/>
                  </a:lnTo>
                  <a:lnTo>
                    <a:pt x="1225" y="1363"/>
                  </a:lnTo>
                  <a:lnTo>
                    <a:pt x="1206" y="1422"/>
                  </a:lnTo>
                  <a:lnTo>
                    <a:pt x="1186" y="1482"/>
                  </a:lnTo>
                  <a:lnTo>
                    <a:pt x="1206" y="1462"/>
                  </a:lnTo>
                  <a:lnTo>
                    <a:pt x="1186" y="1541"/>
                  </a:lnTo>
                  <a:lnTo>
                    <a:pt x="1166" y="1600"/>
                  </a:lnTo>
                  <a:lnTo>
                    <a:pt x="1186" y="1600"/>
                  </a:lnTo>
                  <a:lnTo>
                    <a:pt x="1206" y="1521"/>
                  </a:lnTo>
                  <a:lnTo>
                    <a:pt x="1225" y="1501"/>
                  </a:lnTo>
                  <a:lnTo>
                    <a:pt x="1225" y="1521"/>
                  </a:lnTo>
                  <a:lnTo>
                    <a:pt x="1245" y="1442"/>
                  </a:lnTo>
                  <a:lnTo>
                    <a:pt x="1245" y="1501"/>
                  </a:lnTo>
                  <a:lnTo>
                    <a:pt x="1225" y="1541"/>
                  </a:lnTo>
                  <a:lnTo>
                    <a:pt x="1225" y="1580"/>
                  </a:lnTo>
                  <a:lnTo>
                    <a:pt x="1245" y="1541"/>
                  </a:lnTo>
                  <a:lnTo>
                    <a:pt x="1265" y="1501"/>
                  </a:lnTo>
                  <a:lnTo>
                    <a:pt x="1265" y="1501"/>
                  </a:lnTo>
                  <a:lnTo>
                    <a:pt x="1285" y="1521"/>
                  </a:lnTo>
                  <a:lnTo>
                    <a:pt x="1285" y="1501"/>
                  </a:lnTo>
                  <a:lnTo>
                    <a:pt x="1324" y="1442"/>
                  </a:lnTo>
                  <a:lnTo>
                    <a:pt x="1324" y="1422"/>
                  </a:lnTo>
                  <a:lnTo>
                    <a:pt x="1344" y="1363"/>
                  </a:lnTo>
                  <a:lnTo>
                    <a:pt x="1344" y="1403"/>
                  </a:lnTo>
                  <a:lnTo>
                    <a:pt x="1324" y="1462"/>
                  </a:lnTo>
                  <a:lnTo>
                    <a:pt x="1364" y="1422"/>
                  </a:lnTo>
                  <a:lnTo>
                    <a:pt x="1384" y="1403"/>
                  </a:lnTo>
                  <a:lnTo>
                    <a:pt x="1403" y="1363"/>
                  </a:lnTo>
                  <a:lnTo>
                    <a:pt x="1423" y="1324"/>
                  </a:lnTo>
                  <a:lnTo>
                    <a:pt x="1403" y="1403"/>
                  </a:lnTo>
                  <a:lnTo>
                    <a:pt x="1384" y="1442"/>
                  </a:lnTo>
                  <a:lnTo>
                    <a:pt x="1364" y="1501"/>
                  </a:lnTo>
                  <a:lnTo>
                    <a:pt x="1364" y="1521"/>
                  </a:lnTo>
                  <a:lnTo>
                    <a:pt x="1324" y="1580"/>
                  </a:lnTo>
                  <a:lnTo>
                    <a:pt x="1344" y="1561"/>
                  </a:lnTo>
                  <a:lnTo>
                    <a:pt x="1364" y="1541"/>
                  </a:lnTo>
                  <a:lnTo>
                    <a:pt x="1364" y="1561"/>
                  </a:lnTo>
                  <a:lnTo>
                    <a:pt x="1384" y="1501"/>
                  </a:lnTo>
                  <a:lnTo>
                    <a:pt x="1403" y="1442"/>
                  </a:lnTo>
                  <a:lnTo>
                    <a:pt x="1403" y="1442"/>
                  </a:lnTo>
                  <a:lnTo>
                    <a:pt x="1384" y="1521"/>
                  </a:lnTo>
                  <a:lnTo>
                    <a:pt x="1403" y="1521"/>
                  </a:lnTo>
                  <a:lnTo>
                    <a:pt x="1403" y="1501"/>
                  </a:lnTo>
                  <a:lnTo>
                    <a:pt x="1443" y="1422"/>
                  </a:lnTo>
                  <a:lnTo>
                    <a:pt x="1463" y="1363"/>
                  </a:lnTo>
                  <a:lnTo>
                    <a:pt x="1482" y="1343"/>
                  </a:lnTo>
                  <a:lnTo>
                    <a:pt x="1502" y="1304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502" y="1284"/>
                  </a:lnTo>
                  <a:lnTo>
                    <a:pt x="1522" y="1264"/>
                  </a:lnTo>
                  <a:lnTo>
                    <a:pt x="1502" y="1363"/>
                  </a:lnTo>
                  <a:lnTo>
                    <a:pt x="1443" y="1482"/>
                  </a:lnTo>
                  <a:lnTo>
                    <a:pt x="1384" y="1620"/>
                  </a:lnTo>
                  <a:lnTo>
                    <a:pt x="1384" y="1620"/>
                  </a:lnTo>
                  <a:lnTo>
                    <a:pt x="1403" y="1600"/>
                  </a:lnTo>
                  <a:lnTo>
                    <a:pt x="1423" y="1620"/>
                  </a:lnTo>
                  <a:lnTo>
                    <a:pt x="1423" y="1640"/>
                  </a:lnTo>
                  <a:lnTo>
                    <a:pt x="1463" y="1561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482" y="1501"/>
                  </a:lnTo>
                  <a:lnTo>
                    <a:pt x="1488" y="1498"/>
                  </a:lnTo>
                  <a:lnTo>
                    <a:pt x="1488" y="1498"/>
                  </a:lnTo>
                  <a:lnTo>
                    <a:pt x="1502" y="1462"/>
                  </a:lnTo>
                  <a:lnTo>
                    <a:pt x="1522" y="1462"/>
                  </a:lnTo>
                  <a:lnTo>
                    <a:pt x="1522" y="1475"/>
                  </a:lnTo>
                  <a:lnTo>
                    <a:pt x="1542" y="1462"/>
                  </a:lnTo>
                  <a:lnTo>
                    <a:pt x="1561" y="1442"/>
                  </a:lnTo>
                  <a:lnTo>
                    <a:pt x="1581" y="1403"/>
                  </a:lnTo>
                  <a:lnTo>
                    <a:pt x="1621" y="1324"/>
                  </a:lnTo>
                  <a:lnTo>
                    <a:pt x="1640" y="1304"/>
                  </a:lnTo>
                  <a:lnTo>
                    <a:pt x="1660" y="1245"/>
                  </a:lnTo>
                  <a:lnTo>
                    <a:pt x="1680" y="1264"/>
                  </a:lnTo>
                  <a:lnTo>
                    <a:pt x="1640" y="1304"/>
                  </a:lnTo>
                  <a:lnTo>
                    <a:pt x="1660" y="1324"/>
                  </a:lnTo>
                  <a:lnTo>
                    <a:pt x="1680" y="1304"/>
                  </a:lnTo>
                  <a:lnTo>
                    <a:pt x="1640" y="1363"/>
                  </a:lnTo>
                  <a:lnTo>
                    <a:pt x="1621" y="1383"/>
                  </a:lnTo>
                  <a:lnTo>
                    <a:pt x="1621" y="1403"/>
                  </a:lnTo>
                  <a:lnTo>
                    <a:pt x="1581" y="1501"/>
                  </a:lnTo>
                  <a:lnTo>
                    <a:pt x="1601" y="1462"/>
                  </a:lnTo>
                  <a:lnTo>
                    <a:pt x="1640" y="1403"/>
                  </a:lnTo>
                  <a:lnTo>
                    <a:pt x="1621" y="1482"/>
                  </a:lnTo>
                  <a:lnTo>
                    <a:pt x="1640" y="1482"/>
                  </a:lnTo>
                  <a:lnTo>
                    <a:pt x="1660" y="1442"/>
                  </a:lnTo>
                  <a:lnTo>
                    <a:pt x="1700" y="1363"/>
                  </a:lnTo>
                  <a:lnTo>
                    <a:pt x="1719" y="1324"/>
                  </a:lnTo>
                  <a:lnTo>
                    <a:pt x="1739" y="1304"/>
                  </a:lnTo>
                  <a:lnTo>
                    <a:pt x="1759" y="1264"/>
                  </a:lnTo>
                  <a:lnTo>
                    <a:pt x="1739" y="1245"/>
                  </a:lnTo>
                  <a:lnTo>
                    <a:pt x="1779" y="1166"/>
                  </a:lnTo>
                  <a:lnTo>
                    <a:pt x="1818" y="1106"/>
                  </a:lnTo>
                  <a:lnTo>
                    <a:pt x="1877" y="1027"/>
                  </a:lnTo>
                  <a:lnTo>
                    <a:pt x="1858" y="1087"/>
                  </a:lnTo>
                  <a:lnTo>
                    <a:pt x="1877" y="1047"/>
                  </a:lnTo>
                  <a:lnTo>
                    <a:pt x="1877" y="1067"/>
                  </a:lnTo>
                  <a:lnTo>
                    <a:pt x="1897" y="1067"/>
                  </a:lnTo>
                  <a:lnTo>
                    <a:pt x="1917" y="1027"/>
                  </a:lnTo>
                  <a:lnTo>
                    <a:pt x="1937" y="948"/>
                  </a:lnTo>
                  <a:lnTo>
                    <a:pt x="1937" y="988"/>
                  </a:lnTo>
                  <a:lnTo>
                    <a:pt x="1917" y="1047"/>
                  </a:lnTo>
                  <a:lnTo>
                    <a:pt x="1917" y="1067"/>
                  </a:lnTo>
                  <a:lnTo>
                    <a:pt x="1858" y="1205"/>
                  </a:lnTo>
                  <a:lnTo>
                    <a:pt x="1877" y="1185"/>
                  </a:lnTo>
                  <a:lnTo>
                    <a:pt x="1779" y="1363"/>
                  </a:lnTo>
                  <a:lnTo>
                    <a:pt x="1798" y="1403"/>
                  </a:lnTo>
                  <a:lnTo>
                    <a:pt x="1798" y="1422"/>
                  </a:lnTo>
                  <a:lnTo>
                    <a:pt x="1818" y="1403"/>
                  </a:lnTo>
                  <a:lnTo>
                    <a:pt x="1759" y="1541"/>
                  </a:lnTo>
                  <a:lnTo>
                    <a:pt x="1779" y="1521"/>
                  </a:lnTo>
                  <a:lnTo>
                    <a:pt x="1779" y="1541"/>
                  </a:lnTo>
                  <a:lnTo>
                    <a:pt x="1759" y="1600"/>
                  </a:lnTo>
                  <a:lnTo>
                    <a:pt x="1798" y="1541"/>
                  </a:lnTo>
                  <a:lnTo>
                    <a:pt x="1818" y="1462"/>
                  </a:lnTo>
                  <a:lnTo>
                    <a:pt x="1818" y="1482"/>
                  </a:lnTo>
                  <a:lnTo>
                    <a:pt x="1838" y="1462"/>
                  </a:lnTo>
                  <a:lnTo>
                    <a:pt x="1838" y="1403"/>
                  </a:lnTo>
                  <a:lnTo>
                    <a:pt x="1877" y="1403"/>
                  </a:lnTo>
                  <a:lnTo>
                    <a:pt x="1877" y="1442"/>
                  </a:lnTo>
                  <a:lnTo>
                    <a:pt x="1858" y="1482"/>
                  </a:lnTo>
                  <a:lnTo>
                    <a:pt x="1838" y="1501"/>
                  </a:lnTo>
                  <a:lnTo>
                    <a:pt x="1838" y="154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38" y="1580"/>
                  </a:lnTo>
                  <a:lnTo>
                    <a:pt x="1818" y="1620"/>
                  </a:lnTo>
                  <a:lnTo>
                    <a:pt x="1877" y="1541"/>
                  </a:lnTo>
                  <a:lnTo>
                    <a:pt x="1858" y="1600"/>
                  </a:lnTo>
                  <a:lnTo>
                    <a:pt x="1838" y="1660"/>
                  </a:lnTo>
                  <a:lnTo>
                    <a:pt x="1877" y="1580"/>
                  </a:lnTo>
                  <a:lnTo>
                    <a:pt x="1897" y="1541"/>
                  </a:lnTo>
                  <a:lnTo>
                    <a:pt x="1937" y="1501"/>
                  </a:lnTo>
                  <a:lnTo>
                    <a:pt x="1956" y="1442"/>
                  </a:lnTo>
                  <a:lnTo>
                    <a:pt x="1956" y="1462"/>
                  </a:lnTo>
                  <a:lnTo>
                    <a:pt x="1976" y="1422"/>
                  </a:lnTo>
                  <a:lnTo>
                    <a:pt x="1976" y="1383"/>
                  </a:lnTo>
                  <a:lnTo>
                    <a:pt x="1996" y="1383"/>
                  </a:lnTo>
                  <a:lnTo>
                    <a:pt x="1996" y="1403"/>
                  </a:lnTo>
                  <a:lnTo>
                    <a:pt x="1917" y="1580"/>
                  </a:lnTo>
                  <a:lnTo>
                    <a:pt x="1956" y="1521"/>
                  </a:lnTo>
                  <a:lnTo>
                    <a:pt x="1976" y="1482"/>
                  </a:lnTo>
                  <a:lnTo>
                    <a:pt x="1996" y="1462"/>
                  </a:lnTo>
                  <a:lnTo>
                    <a:pt x="2016" y="1442"/>
                  </a:lnTo>
                  <a:lnTo>
                    <a:pt x="2055" y="1343"/>
                  </a:lnTo>
                  <a:lnTo>
                    <a:pt x="2055" y="1383"/>
                  </a:lnTo>
                  <a:lnTo>
                    <a:pt x="2016" y="1482"/>
                  </a:lnTo>
                  <a:lnTo>
                    <a:pt x="2035" y="1482"/>
                  </a:lnTo>
                  <a:lnTo>
                    <a:pt x="1996" y="1600"/>
                  </a:lnTo>
                  <a:lnTo>
                    <a:pt x="2016" y="1580"/>
                  </a:lnTo>
                  <a:lnTo>
                    <a:pt x="2035" y="1541"/>
                  </a:lnTo>
                  <a:lnTo>
                    <a:pt x="2035" y="1521"/>
                  </a:lnTo>
                  <a:lnTo>
                    <a:pt x="2055" y="1482"/>
                  </a:lnTo>
                  <a:lnTo>
                    <a:pt x="2075" y="1403"/>
                  </a:lnTo>
                  <a:lnTo>
                    <a:pt x="2095" y="1324"/>
                  </a:lnTo>
                  <a:lnTo>
                    <a:pt x="2095" y="1284"/>
                  </a:lnTo>
                  <a:lnTo>
                    <a:pt x="2095" y="1245"/>
                  </a:lnTo>
                  <a:lnTo>
                    <a:pt x="2055" y="1324"/>
                  </a:lnTo>
                  <a:lnTo>
                    <a:pt x="2035" y="1383"/>
                  </a:lnTo>
                  <a:lnTo>
                    <a:pt x="2016" y="1383"/>
                  </a:lnTo>
                  <a:lnTo>
                    <a:pt x="2035" y="1343"/>
                  </a:lnTo>
                  <a:lnTo>
                    <a:pt x="2055" y="1304"/>
                  </a:lnTo>
                  <a:lnTo>
                    <a:pt x="2095" y="1225"/>
                  </a:lnTo>
                  <a:lnTo>
                    <a:pt x="2154" y="1106"/>
                  </a:lnTo>
                  <a:lnTo>
                    <a:pt x="2213" y="1027"/>
                  </a:lnTo>
                  <a:lnTo>
                    <a:pt x="2233" y="968"/>
                  </a:lnTo>
                  <a:lnTo>
                    <a:pt x="2238" y="968"/>
                  </a:lnTo>
                  <a:lnTo>
                    <a:pt x="2253" y="909"/>
                  </a:lnTo>
                  <a:lnTo>
                    <a:pt x="2253" y="889"/>
                  </a:lnTo>
                  <a:lnTo>
                    <a:pt x="2233" y="909"/>
                  </a:lnTo>
                  <a:lnTo>
                    <a:pt x="2272" y="850"/>
                  </a:lnTo>
                  <a:lnTo>
                    <a:pt x="2272" y="830"/>
                  </a:lnTo>
                  <a:lnTo>
                    <a:pt x="2272" y="810"/>
                  </a:lnTo>
                  <a:lnTo>
                    <a:pt x="2233" y="889"/>
                  </a:lnTo>
                  <a:lnTo>
                    <a:pt x="2233" y="869"/>
                  </a:lnTo>
                  <a:lnTo>
                    <a:pt x="2213" y="869"/>
                  </a:lnTo>
                  <a:lnTo>
                    <a:pt x="2193" y="889"/>
                  </a:lnTo>
                  <a:lnTo>
                    <a:pt x="2174" y="909"/>
                  </a:lnTo>
                  <a:lnTo>
                    <a:pt x="2154" y="948"/>
                  </a:lnTo>
                  <a:lnTo>
                    <a:pt x="2134" y="968"/>
                  </a:lnTo>
                  <a:lnTo>
                    <a:pt x="2114" y="968"/>
                  </a:lnTo>
                  <a:lnTo>
                    <a:pt x="2134" y="929"/>
                  </a:lnTo>
                  <a:lnTo>
                    <a:pt x="2075" y="988"/>
                  </a:lnTo>
                  <a:lnTo>
                    <a:pt x="2055" y="1087"/>
                  </a:lnTo>
                  <a:lnTo>
                    <a:pt x="2035" y="1126"/>
                  </a:lnTo>
                  <a:lnTo>
                    <a:pt x="2035" y="1106"/>
                  </a:lnTo>
                  <a:lnTo>
                    <a:pt x="2035" y="1067"/>
                  </a:lnTo>
                  <a:lnTo>
                    <a:pt x="2095" y="929"/>
                  </a:lnTo>
                  <a:lnTo>
                    <a:pt x="2035" y="1008"/>
                  </a:lnTo>
                  <a:lnTo>
                    <a:pt x="2075" y="909"/>
                  </a:lnTo>
                  <a:lnTo>
                    <a:pt x="2114" y="869"/>
                  </a:lnTo>
                  <a:lnTo>
                    <a:pt x="2114" y="889"/>
                  </a:lnTo>
                  <a:lnTo>
                    <a:pt x="2134" y="869"/>
                  </a:lnTo>
                  <a:lnTo>
                    <a:pt x="2134" y="889"/>
                  </a:lnTo>
                  <a:lnTo>
                    <a:pt x="2154" y="830"/>
                  </a:lnTo>
                  <a:lnTo>
                    <a:pt x="2174" y="830"/>
                  </a:lnTo>
                  <a:lnTo>
                    <a:pt x="2193" y="790"/>
                  </a:lnTo>
                  <a:lnTo>
                    <a:pt x="2193" y="751"/>
                  </a:lnTo>
                  <a:lnTo>
                    <a:pt x="2213" y="711"/>
                  </a:lnTo>
                  <a:lnTo>
                    <a:pt x="2193" y="731"/>
                  </a:lnTo>
                  <a:lnTo>
                    <a:pt x="2233" y="613"/>
                  </a:lnTo>
                  <a:lnTo>
                    <a:pt x="2253" y="613"/>
                  </a:lnTo>
                  <a:lnTo>
                    <a:pt x="2253" y="593"/>
                  </a:lnTo>
                  <a:lnTo>
                    <a:pt x="2253" y="573"/>
                  </a:lnTo>
                  <a:lnTo>
                    <a:pt x="2154" y="751"/>
                  </a:lnTo>
                  <a:lnTo>
                    <a:pt x="2134" y="771"/>
                  </a:lnTo>
                  <a:lnTo>
                    <a:pt x="2114" y="751"/>
                  </a:lnTo>
                  <a:lnTo>
                    <a:pt x="2154" y="711"/>
                  </a:lnTo>
                  <a:lnTo>
                    <a:pt x="2193" y="632"/>
                  </a:lnTo>
                  <a:lnTo>
                    <a:pt x="2174" y="652"/>
                  </a:lnTo>
                  <a:lnTo>
                    <a:pt x="2174" y="632"/>
                  </a:lnTo>
                  <a:lnTo>
                    <a:pt x="2154" y="672"/>
                  </a:lnTo>
                  <a:lnTo>
                    <a:pt x="2154" y="652"/>
                  </a:lnTo>
                  <a:lnTo>
                    <a:pt x="2174" y="573"/>
                  </a:lnTo>
                  <a:lnTo>
                    <a:pt x="2193" y="593"/>
                  </a:lnTo>
                  <a:lnTo>
                    <a:pt x="2213" y="534"/>
                  </a:lnTo>
                  <a:lnTo>
                    <a:pt x="2213" y="553"/>
                  </a:lnTo>
                  <a:lnTo>
                    <a:pt x="2233" y="494"/>
                  </a:lnTo>
                  <a:lnTo>
                    <a:pt x="2213" y="494"/>
                  </a:lnTo>
                  <a:lnTo>
                    <a:pt x="2213" y="514"/>
                  </a:lnTo>
                  <a:lnTo>
                    <a:pt x="2193" y="514"/>
                  </a:lnTo>
                  <a:lnTo>
                    <a:pt x="2233" y="435"/>
                  </a:lnTo>
                  <a:lnTo>
                    <a:pt x="2233" y="415"/>
                  </a:lnTo>
                  <a:lnTo>
                    <a:pt x="2213" y="395"/>
                  </a:lnTo>
                  <a:lnTo>
                    <a:pt x="2193" y="395"/>
                  </a:lnTo>
                  <a:lnTo>
                    <a:pt x="2174" y="455"/>
                  </a:lnTo>
                  <a:lnTo>
                    <a:pt x="2114" y="534"/>
                  </a:lnTo>
                  <a:lnTo>
                    <a:pt x="2154" y="435"/>
                  </a:lnTo>
                  <a:lnTo>
                    <a:pt x="2154" y="376"/>
                  </a:lnTo>
                  <a:lnTo>
                    <a:pt x="2144" y="405"/>
                  </a:lnTo>
                  <a:lnTo>
                    <a:pt x="2144" y="405"/>
                  </a:lnTo>
                  <a:lnTo>
                    <a:pt x="2134" y="415"/>
                  </a:lnTo>
                  <a:lnTo>
                    <a:pt x="2114" y="455"/>
                  </a:lnTo>
                  <a:lnTo>
                    <a:pt x="2114" y="455"/>
                  </a:lnTo>
                  <a:lnTo>
                    <a:pt x="2141" y="415"/>
                  </a:lnTo>
                  <a:lnTo>
                    <a:pt x="2141" y="415"/>
                  </a:lnTo>
                  <a:lnTo>
                    <a:pt x="2134" y="435"/>
                  </a:lnTo>
                  <a:lnTo>
                    <a:pt x="2114" y="494"/>
                  </a:lnTo>
                  <a:lnTo>
                    <a:pt x="2075" y="553"/>
                  </a:lnTo>
                  <a:lnTo>
                    <a:pt x="2055" y="553"/>
                  </a:lnTo>
                  <a:lnTo>
                    <a:pt x="2095" y="494"/>
                  </a:lnTo>
                  <a:lnTo>
                    <a:pt x="2114" y="474"/>
                  </a:lnTo>
                  <a:lnTo>
                    <a:pt x="2114" y="455"/>
                  </a:lnTo>
                  <a:lnTo>
                    <a:pt x="2114" y="435"/>
                  </a:lnTo>
                  <a:lnTo>
                    <a:pt x="2114" y="356"/>
                  </a:lnTo>
                  <a:lnTo>
                    <a:pt x="2075" y="415"/>
                  </a:lnTo>
                  <a:lnTo>
                    <a:pt x="2055" y="455"/>
                  </a:lnTo>
                  <a:lnTo>
                    <a:pt x="2075" y="435"/>
                  </a:lnTo>
                  <a:lnTo>
                    <a:pt x="2075" y="455"/>
                  </a:lnTo>
                  <a:lnTo>
                    <a:pt x="2035" y="534"/>
                  </a:lnTo>
                  <a:lnTo>
                    <a:pt x="2035" y="494"/>
                  </a:lnTo>
                  <a:lnTo>
                    <a:pt x="2035" y="455"/>
                  </a:lnTo>
                  <a:lnTo>
                    <a:pt x="2055" y="415"/>
                  </a:lnTo>
                  <a:lnTo>
                    <a:pt x="2055" y="435"/>
                  </a:lnTo>
                  <a:lnTo>
                    <a:pt x="2075" y="395"/>
                  </a:lnTo>
                  <a:lnTo>
                    <a:pt x="2035" y="395"/>
                  </a:lnTo>
                  <a:lnTo>
                    <a:pt x="2035" y="376"/>
                  </a:lnTo>
                  <a:lnTo>
                    <a:pt x="2035" y="356"/>
                  </a:lnTo>
                  <a:lnTo>
                    <a:pt x="1996" y="415"/>
                  </a:lnTo>
                  <a:lnTo>
                    <a:pt x="1976" y="494"/>
                  </a:lnTo>
                  <a:lnTo>
                    <a:pt x="1976" y="455"/>
                  </a:lnTo>
                  <a:lnTo>
                    <a:pt x="1996" y="415"/>
                  </a:lnTo>
                  <a:lnTo>
                    <a:pt x="1996" y="395"/>
                  </a:lnTo>
                  <a:lnTo>
                    <a:pt x="1976" y="395"/>
                  </a:lnTo>
                  <a:lnTo>
                    <a:pt x="1996" y="356"/>
                  </a:lnTo>
                  <a:lnTo>
                    <a:pt x="1956" y="395"/>
                  </a:lnTo>
                  <a:lnTo>
                    <a:pt x="1976" y="356"/>
                  </a:lnTo>
                  <a:lnTo>
                    <a:pt x="1976" y="336"/>
                  </a:lnTo>
                  <a:lnTo>
                    <a:pt x="1956" y="336"/>
                  </a:lnTo>
                  <a:lnTo>
                    <a:pt x="1917" y="376"/>
                  </a:lnTo>
                  <a:lnTo>
                    <a:pt x="1897" y="415"/>
                  </a:lnTo>
                  <a:lnTo>
                    <a:pt x="1858" y="435"/>
                  </a:lnTo>
                  <a:lnTo>
                    <a:pt x="1858" y="435"/>
                  </a:lnTo>
                  <a:lnTo>
                    <a:pt x="1917" y="356"/>
                  </a:lnTo>
                  <a:lnTo>
                    <a:pt x="1937" y="316"/>
                  </a:lnTo>
                  <a:lnTo>
                    <a:pt x="1937" y="297"/>
                  </a:lnTo>
                  <a:lnTo>
                    <a:pt x="1917" y="297"/>
                  </a:lnTo>
                  <a:lnTo>
                    <a:pt x="1897" y="316"/>
                  </a:lnTo>
                  <a:lnTo>
                    <a:pt x="1858" y="376"/>
                  </a:lnTo>
                  <a:lnTo>
                    <a:pt x="1858" y="376"/>
                  </a:lnTo>
                  <a:lnTo>
                    <a:pt x="1877" y="316"/>
                  </a:lnTo>
                  <a:lnTo>
                    <a:pt x="1838" y="376"/>
                  </a:lnTo>
                  <a:lnTo>
                    <a:pt x="1818" y="376"/>
                  </a:lnTo>
                  <a:lnTo>
                    <a:pt x="1838" y="336"/>
                  </a:lnTo>
                  <a:lnTo>
                    <a:pt x="1798" y="395"/>
                  </a:lnTo>
                  <a:lnTo>
                    <a:pt x="1759" y="474"/>
                  </a:lnTo>
                  <a:lnTo>
                    <a:pt x="1759" y="514"/>
                  </a:lnTo>
                  <a:lnTo>
                    <a:pt x="1779" y="494"/>
                  </a:lnTo>
                  <a:lnTo>
                    <a:pt x="1798" y="474"/>
                  </a:lnTo>
                  <a:lnTo>
                    <a:pt x="1798" y="474"/>
                  </a:lnTo>
                  <a:lnTo>
                    <a:pt x="1779" y="534"/>
                  </a:lnTo>
                  <a:lnTo>
                    <a:pt x="1759" y="613"/>
                  </a:lnTo>
                  <a:lnTo>
                    <a:pt x="1759" y="573"/>
                  </a:lnTo>
                  <a:lnTo>
                    <a:pt x="1739" y="613"/>
                  </a:lnTo>
                  <a:lnTo>
                    <a:pt x="1739" y="652"/>
                  </a:lnTo>
                  <a:lnTo>
                    <a:pt x="1680" y="711"/>
                  </a:lnTo>
                  <a:lnTo>
                    <a:pt x="1700" y="672"/>
                  </a:lnTo>
                  <a:lnTo>
                    <a:pt x="1719" y="632"/>
                  </a:lnTo>
                  <a:lnTo>
                    <a:pt x="1739" y="553"/>
                  </a:lnTo>
                  <a:lnTo>
                    <a:pt x="1719" y="593"/>
                  </a:lnTo>
                  <a:lnTo>
                    <a:pt x="1680" y="692"/>
                  </a:lnTo>
                  <a:lnTo>
                    <a:pt x="1660" y="731"/>
                  </a:lnTo>
                  <a:lnTo>
                    <a:pt x="1660" y="711"/>
                  </a:lnTo>
                  <a:lnTo>
                    <a:pt x="1660" y="672"/>
                  </a:lnTo>
                  <a:lnTo>
                    <a:pt x="1621" y="692"/>
                  </a:lnTo>
                  <a:lnTo>
                    <a:pt x="1660" y="632"/>
                  </a:lnTo>
                  <a:lnTo>
                    <a:pt x="1660" y="652"/>
                  </a:lnTo>
                  <a:lnTo>
                    <a:pt x="1680" y="613"/>
                  </a:lnTo>
                  <a:lnTo>
                    <a:pt x="1700" y="573"/>
                  </a:lnTo>
                  <a:lnTo>
                    <a:pt x="1719" y="514"/>
                  </a:lnTo>
                  <a:lnTo>
                    <a:pt x="1739" y="455"/>
                  </a:lnTo>
                  <a:lnTo>
                    <a:pt x="1798" y="356"/>
                  </a:lnTo>
                  <a:lnTo>
                    <a:pt x="1798" y="316"/>
                  </a:lnTo>
                  <a:lnTo>
                    <a:pt x="1779" y="336"/>
                  </a:lnTo>
                  <a:lnTo>
                    <a:pt x="1759" y="336"/>
                  </a:lnTo>
                  <a:lnTo>
                    <a:pt x="1739" y="376"/>
                  </a:lnTo>
                  <a:lnTo>
                    <a:pt x="1759" y="316"/>
                  </a:lnTo>
                  <a:lnTo>
                    <a:pt x="1739" y="316"/>
                  </a:lnTo>
                  <a:lnTo>
                    <a:pt x="1700" y="356"/>
                  </a:lnTo>
                  <a:lnTo>
                    <a:pt x="1700" y="356"/>
                  </a:lnTo>
                  <a:lnTo>
                    <a:pt x="1719" y="277"/>
                  </a:lnTo>
                  <a:lnTo>
                    <a:pt x="1700" y="277"/>
                  </a:lnTo>
                  <a:lnTo>
                    <a:pt x="1660" y="316"/>
                  </a:lnTo>
                  <a:lnTo>
                    <a:pt x="1621" y="356"/>
                  </a:lnTo>
                  <a:lnTo>
                    <a:pt x="1601" y="336"/>
                  </a:lnTo>
                  <a:lnTo>
                    <a:pt x="1601" y="277"/>
                  </a:lnTo>
                  <a:lnTo>
                    <a:pt x="1581" y="297"/>
                  </a:lnTo>
                  <a:lnTo>
                    <a:pt x="1561" y="297"/>
                  </a:lnTo>
                  <a:lnTo>
                    <a:pt x="1581" y="257"/>
                  </a:lnTo>
                  <a:lnTo>
                    <a:pt x="1581" y="237"/>
                  </a:lnTo>
                  <a:lnTo>
                    <a:pt x="1561" y="257"/>
                  </a:lnTo>
                  <a:lnTo>
                    <a:pt x="1542" y="277"/>
                  </a:lnTo>
                  <a:lnTo>
                    <a:pt x="1502" y="356"/>
                  </a:lnTo>
                  <a:lnTo>
                    <a:pt x="1542" y="257"/>
                  </a:lnTo>
                  <a:lnTo>
                    <a:pt x="1542" y="257"/>
                  </a:lnTo>
                  <a:lnTo>
                    <a:pt x="1463" y="277"/>
                  </a:lnTo>
                  <a:lnTo>
                    <a:pt x="1403" y="277"/>
                  </a:lnTo>
                  <a:lnTo>
                    <a:pt x="1403" y="257"/>
                  </a:lnTo>
                  <a:lnTo>
                    <a:pt x="1384" y="257"/>
                  </a:lnTo>
                  <a:lnTo>
                    <a:pt x="1344" y="297"/>
                  </a:lnTo>
                  <a:lnTo>
                    <a:pt x="1324" y="316"/>
                  </a:lnTo>
                  <a:lnTo>
                    <a:pt x="1305" y="316"/>
                  </a:lnTo>
                  <a:lnTo>
                    <a:pt x="1305" y="297"/>
                  </a:lnTo>
                  <a:lnTo>
                    <a:pt x="1285" y="336"/>
                  </a:lnTo>
                  <a:lnTo>
                    <a:pt x="1245" y="395"/>
                  </a:lnTo>
                  <a:lnTo>
                    <a:pt x="1206" y="514"/>
                  </a:lnTo>
                  <a:lnTo>
                    <a:pt x="1186" y="514"/>
                  </a:lnTo>
                  <a:lnTo>
                    <a:pt x="1206" y="474"/>
                  </a:lnTo>
                  <a:lnTo>
                    <a:pt x="1206" y="435"/>
                  </a:lnTo>
                  <a:lnTo>
                    <a:pt x="1206" y="415"/>
                  </a:lnTo>
                  <a:lnTo>
                    <a:pt x="1245" y="336"/>
                  </a:lnTo>
                  <a:lnTo>
                    <a:pt x="1285" y="257"/>
                  </a:lnTo>
                  <a:lnTo>
                    <a:pt x="1285" y="257"/>
                  </a:lnTo>
                  <a:lnTo>
                    <a:pt x="1245" y="316"/>
                  </a:lnTo>
                  <a:lnTo>
                    <a:pt x="1225" y="316"/>
                  </a:lnTo>
                  <a:lnTo>
                    <a:pt x="1225" y="277"/>
                  </a:lnTo>
                  <a:lnTo>
                    <a:pt x="1225" y="257"/>
                  </a:lnTo>
                  <a:lnTo>
                    <a:pt x="1245" y="237"/>
                  </a:lnTo>
                  <a:lnTo>
                    <a:pt x="1225" y="218"/>
                  </a:lnTo>
                  <a:lnTo>
                    <a:pt x="1206" y="257"/>
                  </a:lnTo>
                  <a:lnTo>
                    <a:pt x="1186" y="297"/>
                  </a:lnTo>
                  <a:lnTo>
                    <a:pt x="1186" y="277"/>
                  </a:lnTo>
                  <a:lnTo>
                    <a:pt x="1166" y="336"/>
                  </a:lnTo>
                  <a:lnTo>
                    <a:pt x="1186" y="257"/>
                  </a:lnTo>
                  <a:lnTo>
                    <a:pt x="1166" y="297"/>
                  </a:lnTo>
                  <a:lnTo>
                    <a:pt x="1146" y="316"/>
                  </a:lnTo>
                  <a:lnTo>
                    <a:pt x="1146" y="297"/>
                  </a:lnTo>
                  <a:lnTo>
                    <a:pt x="1146" y="277"/>
                  </a:lnTo>
                  <a:lnTo>
                    <a:pt x="1166" y="218"/>
                  </a:lnTo>
                  <a:lnTo>
                    <a:pt x="1127" y="257"/>
                  </a:lnTo>
                  <a:lnTo>
                    <a:pt x="1146" y="218"/>
                  </a:lnTo>
                  <a:lnTo>
                    <a:pt x="1107" y="198"/>
                  </a:lnTo>
                  <a:lnTo>
                    <a:pt x="1107" y="178"/>
                  </a:lnTo>
                  <a:lnTo>
                    <a:pt x="1087" y="158"/>
                  </a:lnTo>
                  <a:lnTo>
                    <a:pt x="1067" y="178"/>
                  </a:lnTo>
                  <a:lnTo>
                    <a:pt x="1028" y="237"/>
                  </a:lnTo>
                  <a:lnTo>
                    <a:pt x="1028" y="257"/>
                  </a:lnTo>
                  <a:lnTo>
                    <a:pt x="1008" y="297"/>
                  </a:lnTo>
                  <a:lnTo>
                    <a:pt x="988" y="336"/>
                  </a:lnTo>
                  <a:lnTo>
                    <a:pt x="969" y="336"/>
                  </a:lnTo>
                  <a:lnTo>
                    <a:pt x="988" y="297"/>
                  </a:lnTo>
                  <a:lnTo>
                    <a:pt x="988" y="257"/>
                  </a:lnTo>
                  <a:lnTo>
                    <a:pt x="1008" y="218"/>
                  </a:lnTo>
                  <a:lnTo>
                    <a:pt x="988" y="218"/>
                  </a:lnTo>
                  <a:lnTo>
                    <a:pt x="1008" y="178"/>
                  </a:lnTo>
                  <a:lnTo>
                    <a:pt x="988" y="198"/>
                  </a:lnTo>
                  <a:lnTo>
                    <a:pt x="949" y="218"/>
                  </a:lnTo>
                  <a:lnTo>
                    <a:pt x="969" y="198"/>
                  </a:lnTo>
                  <a:lnTo>
                    <a:pt x="988" y="158"/>
                  </a:lnTo>
                  <a:lnTo>
                    <a:pt x="969" y="178"/>
                  </a:lnTo>
                  <a:lnTo>
                    <a:pt x="988" y="139"/>
                  </a:lnTo>
                  <a:lnTo>
                    <a:pt x="969" y="158"/>
                  </a:lnTo>
                  <a:lnTo>
                    <a:pt x="949" y="178"/>
                  </a:lnTo>
                  <a:lnTo>
                    <a:pt x="909" y="257"/>
                  </a:lnTo>
                  <a:lnTo>
                    <a:pt x="909" y="237"/>
                  </a:lnTo>
                  <a:lnTo>
                    <a:pt x="890" y="257"/>
                  </a:lnTo>
                  <a:lnTo>
                    <a:pt x="949" y="178"/>
                  </a:lnTo>
                  <a:lnTo>
                    <a:pt x="870" y="277"/>
                  </a:lnTo>
                  <a:lnTo>
                    <a:pt x="890" y="237"/>
                  </a:lnTo>
                  <a:lnTo>
                    <a:pt x="870" y="257"/>
                  </a:lnTo>
                  <a:lnTo>
                    <a:pt x="870" y="237"/>
                  </a:lnTo>
                  <a:lnTo>
                    <a:pt x="830" y="297"/>
                  </a:lnTo>
                  <a:lnTo>
                    <a:pt x="811" y="336"/>
                  </a:lnTo>
                  <a:lnTo>
                    <a:pt x="811" y="297"/>
                  </a:lnTo>
                  <a:lnTo>
                    <a:pt x="850" y="198"/>
                  </a:lnTo>
                  <a:lnTo>
                    <a:pt x="850" y="218"/>
                  </a:lnTo>
                  <a:lnTo>
                    <a:pt x="850" y="237"/>
                  </a:lnTo>
                  <a:lnTo>
                    <a:pt x="870" y="178"/>
                  </a:lnTo>
                  <a:lnTo>
                    <a:pt x="870" y="139"/>
                  </a:lnTo>
                  <a:lnTo>
                    <a:pt x="850" y="119"/>
                  </a:lnTo>
                  <a:lnTo>
                    <a:pt x="830" y="11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771" y="139"/>
                  </a:lnTo>
                  <a:lnTo>
                    <a:pt x="751" y="79"/>
                  </a:lnTo>
                  <a:lnTo>
                    <a:pt x="692" y="79"/>
                  </a:lnTo>
                  <a:lnTo>
                    <a:pt x="672" y="119"/>
                  </a:lnTo>
                  <a:lnTo>
                    <a:pt x="672" y="60"/>
                  </a:lnTo>
                  <a:lnTo>
                    <a:pt x="633" y="139"/>
                  </a:lnTo>
                  <a:lnTo>
                    <a:pt x="593" y="158"/>
                  </a:lnTo>
                  <a:lnTo>
                    <a:pt x="554" y="198"/>
                  </a:lnTo>
                  <a:lnTo>
                    <a:pt x="495" y="297"/>
                  </a:lnTo>
                  <a:lnTo>
                    <a:pt x="514" y="237"/>
                  </a:lnTo>
                  <a:lnTo>
                    <a:pt x="554" y="178"/>
                  </a:lnTo>
                  <a:lnTo>
                    <a:pt x="514" y="218"/>
                  </a:lnTo>
                  <a:lnTo>
                    <a:pt x="495" y="237"/>
                  </a:lnTo>
                  <a:lnTo>
                    <a:pt x="495" y="237"/>
                  </a:lnTo>
                  <a:lnTo>
                    <a:pt x="514" y="198"/>
                  </a:lnTo>
                  <a:lnTo>
                    <a:pt x="514" y="178"/>
                  </a:lnTo>
                  <a:lnTo>
                    <a:pt x="534" y="158"/>
                  </a:lnTo>
                  <a:lnTo>
                    <a:pt x="534" y="139"/>
                  </a:lnTo>
                  <a:lnTo>
                    <a:pt x="514" y="158"/>
                  </a:lnTo>
                  <a:lnTo>
                    <a:pt x="514" y="139"/>
                  </a:lnTo>
                  <a:lnTo>
                    <a:pt x="475" y="218"/>
                  </a:lnTo>
                  <a:lnTo>
                    <a:pt x="435" y="277"/>
                  </a:lnTo>
                  <a:lnTo>
                    <a:pt x="416" y="316"/>
                  </a:lnTo>
                  <a:lnTo>
                    <a:pt x="416" y="297"/>
                  </a:lnTo>
                  <a:lnTo>
                    <a:pt x="356" y="336"/>
                  </a:lnTo>
                  <a:lnTo>
                    <a:pt x="277" y="336"/>
                  </a:lnTo>
                  <a:lnTo>
                    <a:pt x="238" y="297"/>
                  </a:lnTo>
                  <a:lnTo>
                    <a:pt x="258" y="257"/>
                  </a:lnTo>
                  <a:lnTo>
                    <a:pt x="238" y="257"/>
                  </a:lnTo>
                  <a:lnTo>
                    <a:pt x="238" y="237"/>
                  </a:lnTo>
                  <a:lnTo>
                    <a:pt x="258" y="198"/>
                  </a:lnTo>
                  <a:lnTo>
                    <a:pt x="238" y="218"/>
                  </a:lnTo>
                  <a:lnTo>
                    <a:pt x="218" y="237"/>
                  </a:lnTo>
                  <a:lnTo>
                    <a:pt x="218" y="198"/>
                  </a:lnTo>
                  <a:lnTo>
                    <a:pt x="238" y="198"/>
                  </a:lnTo>
                  <a:lnTo>
                    <a:pt x="218" y="178"/>
                  </a:lnTo>
                  <a:lnTo>
                    <a:pt x="218" y="158"/>
                  </a:lnTo>
                  <a:lnTo>
                    <a:pt x="218" y="119"/>
                  </a:lnTo>
                  <a:lnTo>
                    <a:pt x="198" y="139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9"/>
            <p:cNvSpPr/>
            <p:nvPr/>
          </p:nvSpPr>
          <p:spPr>
            <a:xfrm>
              <a:off x="-1572875" y="34082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9"/>
            <p:cNvSpPr/>
            <p:nvPr/>
          </p:nvSpPr>
          <p:spPr>
            <a:xfrm>
              <a:off x="-1607925" y="34215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9"/>
            <p:cNvSpPr/>
            <p:nvPr/>
          </p:nvSpPr>
          <p:spPr>
            <a:xfrm>
              <a:off x="-1578300" y="3422050"/>
              <a:ext cx="525" cy="25"/>
            </a:xfrm>
            <a:custGeom>
              <a:rect b="b" l="l" r="r" t="t"/>
              <a:pathLst>
                <a:path extrusionOk="0" h="1" w="21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9"/>
            <p:cNvSpPr/>
            <p:nvPr/>
          </p:nvSpPr>
          <p:spPr>
            <a:xfrm>
              <a:off x="-1684975" y="3350450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9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9"/>
            <p:cNvSpPr/>
            <p:nvPr/>
          </p:nvSpPr>
          <p:spPr>
            <a:xfrm>
              <a:off x="-1696325" y="3346500"/>
              <a:ext cx="18800" cy="6925"/>
            </a:xfrm>
            <a:custGeom>
              <a:rect b="b" l="l" r="r" t="t"/>
              <a:pathLst>
                <a:path extrusionOk="0" h="277" w="752">
                  <a:moveTo>
                    <a:pt x="435" y="40"/>
                  </a:moveTo>
                  <a:lnTo>
                    <a:pt x="455" y="59"/>
                  </a:lnTo>
                  <a:lnTo>
                    <a:pt x="455" y="79"/>
                  </a:lnTo>
                  <a:lnTo>
                    <a:pt x="494" y="79"/>
                  </a:lnTo>
                  <a:lnTo>
                    <a:pt x="435" y="40"/>
                  </a:lnTo>
                  <a:close/>
                  <a:moveTo>
                    <a:pt x="494" y="79"/>
                  </a:moveTo>
                  <a:lnTo>
                    <a:pt x="521" y="86"/>
                  </a:lnTo>
                  <a:lnTo>
                    <a:pt x="521" y="86"/>
                  </a:lnTo>
                  <a:lnTo>
                    <a:pt x="514" y="79"/>
                  </a:lnTo>
                  <a:close/>
                  <a:moveTo>
                    <a:pt x="652" y="158"/>
                  </a:moveTo>
                  <a:lnTo>
                    <a:pt x="672" y="178"/>
                  </a:lnTo>
                  <a:lnTo>
                    <a:pt x="712" y="178"/>
                  </a:lnTo>
                  <a:lnTo>
                    <a:pt x="692" y="158"/>
                  </a:lnTo>
                  <a:close/>
                  <a:moveTo>
                    <a:pt x="1" y="0"/>
                  </a:moveTo>
                  <a:lnTo>
                    <a:pt x="40" y="40"/>
                  </a:lnTo>
                  <a:lnTo>
                    <a:pt x="99" y="59"/>
                  </a:lnTo>
                  <a:lnTo>
                    <a:pt x="60" y="59"/>
                  </a:lnTo>
                  <a:lnTo>
                    <a:pt x="99" y="79"/>
                  </a:lnTo>
                  <a:lnTo>
                    <a:pt x="178" y="119"/>
                  </a:lnTo>
                  <a:lnTo>
                    <a:pt x="198" y="11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238" y="119"/>
                  </a:lnTo>
                  <a:lnTo>
                    <a:pt x="356" y="138"/>
                  </a:lnTo>
                  <a:lnTo>
                    <a:pt x="336" y="138"/>
                  </a:lnTo>
                  <a:lnTo>
                    <a:pt x="376" y="158"/>
                  </a:lnTo>
                  <a:lnTo>
                    <a:pt x="396" y="158"/>
                  </a:lnTo>
                  <a:lnTo>
                    <a:pt x="356" y="119"/>
                  </a:lnTo>
                  <a:lnTo>
                    <a:pt x="356" y="119"/>
                  </a:lnTo>
                  <a:lnTo>
                    <a:pt x="396" y="138"/>
                  </a:lnTo>
                  <a:lnTo>
                    <a:pt x="415" y="138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178"/>
                  </a:lnTo>
                  <a:lnTo>
                    <a:pt x="534" y="178"/>
                  </a:lnTo>
                  <a:lnTo>
                    <a:pt x="455" y="138"/>
                  </a:lnTo>
                  <a:lnTo>
                    <a:pt x="455" y="158"/>
                  </a:lnTo>
                  <a:lnTo>
                    <a:pt x="494" y="178"/>
                  </a:lnTo>
                  <a:lnTo>
                    <a:pt x="514" y="178"/>
                  </a:lnTo>
                  <a:lnTo>
                    <a:pt x="593" y="217"/>
                  </a:lnTo>
                  <a:lnTo>
                    <a:pt x="573" y="237"/>
                  </a:lnTo>
                  <a:lnTo>
                    <a:pt x="593" y="237"/>
                  </a:lnTo>
                  <a:lnTo>
                    <a:pt x="672" y="257"/>
                  </a:lnTo>
                  <a:lnTo>
                    <a:pt x="692" y="237"/>
                  </a:lnTo>
                  <a:lnTo>
                    <a:pt x="751" y="257"/>
                  </a:lnTo>
                  <a:lnTo>
                    <a:pt x="692" y="198"/>
                  </a:lnTo>
                  <a:lnTo>
                    <a:pt x="731" y="217"/>
                  </a:lnTo>
                  <a:lnTo>
                    <a:pt x="712" y="198"/>
                  </a:lnTo>
                  <a:lnTo>
                    <a:pt x="672" y="178"/>
                  </a:lnTo>
                  <a:lnTo>
                    <a:pt x="633" y="158"/>
                  </a:lnTo>
                  <a:lnTo>
                    <a:pt x="554" y="119"/>
                  </a:lnTo>
                  <a:lnTo>
                    <a:pt x="633" y="138"/>
                  </a:lnTo>
                  <a:lnTo>
                    <a:pt x="652" y="158"/>
                  </a:lnTo>
                  <a:lnTo>
                    <a:pt x="652" y="138"/>
                  </a:lnTo>
                  <a:lnTo>
                    <a:pt x="712" y="158"/>
                  </a:lnTo>
                  <a:lnTo>
                    <a:pt x="633" y="119"/>
                  </a:lnTo>
                  <a:lnTo>
                    <a:pt x="652" y="119"/>
                  </a:lnTo>
                  <a:lnTo>
                    <a:pt x="573" y="99"/>
                  </a:lnTo>
                  <a:lnTo>
                    <a:pt x="534" y="59"/>
                  </a:lnTo>
                  <a:lnTo>
                    <a:pt x="514" y="59"/>
                  </a:lnTo>
                  <a:lnTo>
                    <a:pt x="534" y="79"/>
                  </a:lnTo>
                  <a:lnTo>
                    <a:pt x="573" y="99"/>
                  </a:lnTo>
                  <a:lnTo>
                    <a:pt x="573" y="99"/>
                  </a:lnTo>
                  <a:lnTo>
                    <a:pt x="521" y="86"/>
                  </a:lnTo>
                  <a:lnTo>
                    <a:pt x="521" y="86"/>
                  </a:lnTo>
                  <a:lnTo>
                    <a:pt x="534" y="9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317" y="79"/>
                  </a:lnTo>
                  <a:lnTo>
                    <a:pt x="178" y="20"/>
                  </a:lnTo>
                  <a:lnTo>
                    <a:pt x="159" y="40"/>
                  </a:lnTo>
                  <a:lnTo>
                    <a:pt x="178" y="40"/>
                  </a:lnTo>
                  <a:lnTo>
                    <a:pt x="198" y="59"/>
                  </a:lnTo>
                  <a:lnTo>
                    <a:pt x="99" y="40"/>
                  </a:lnTo>
                  <a:lnTo>
                    <a:pt x="1" y="0"/>
                  </a:lnTo>
                  <a:close/>
                  <a:moveTo>
                    <a:pt x="672" y="257"/>
                  </a:moveTo>
                  <a:lnTo>
                    <a:pt x="751" y="277"/>
                  </a:lnTo>
                  <a:lnTo>
                    <a:pt x="712" y="257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9"/>
            <p:cNvSpPr/>
            <p:nvPr/>
          </p:nvSpPr>
          <p:spPr>
            <a:xfrm>
              <a:off x="-1679050" y="3346000"/>
              <a:ext cx="3000" cy="1500"/>
            </a:xfrm>
            <a:custGeom>
              <a:rect b="b" l="l" r="r" t="t"/>
              <a:pathLst>
                <a:path extrusionOk="0" h="60" w="120">
                  <a:moveTo>
                    <a:pt x="119" y="60"/>
                  </a:moveTo>
                  <a:lnTo>
                    <a:pt x="119" y="6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0" y="40"/>
                  </a:lnTo>
                  <a:lnTo>
                    <a:pt x="119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9"/>
            <p:cNvSpPr/>
            <p:nvPr/>
          </p:nvSpPr>
          <p:spPr>
            <a:xfrm>
              <a:off x="-1681025" y="3345500"/>
              <a:ext cx="2000" cy="1025"/>
            </a:xfrm>
            <a:custGeom>
              <a:rect b="b" l="l" r="r" t="t"/>
              <a:pathLst>
                <a:path extrusionOk="0" h="41" w="80">
                  <a:moveTo>
                    <a:pt x="1" y="1"/>
                  </a:moveTo>
                  <a:lnTo>
                    <a:pt x="33" y="9"/>
                  </a:lnTo>
                  <a:lnTo>
                    <a:pt x="33" y="9"/>
                  </a:lnTo>
                  <a:lnTo>
                    <a:pt x="21" y="1"/>
                  </a:lnTo>
                  <a:close/>
                  <a:moveTo>
                    <a:pt x="33" y="9"/>
                  </a:moveTo>
                  <a:lnTo>
                    <a:pt x="80" y="40"/>
                  </a:lnTo>
                  <a:lnTo>
                    <a:pt x="80" y="20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9"/>
            <p:cNvSpPr/>
            <p:nvPr/>
          </p:nvSpPr>
          <p:spPr>
            <a:xfrm>
              <a:off x="-1702750" y="3291175"/>
              <a:ext cx="39525" cy="57325"/>
            </a:xfrm>
            <a:custGeom>
              <a:rect b="b" l="l" r="r" t="t"/>
              <a:pathLst>
                <a:path extrusionOk="0" h="2293" w="1581">
                  <a:moveTo>
                    <a:pt x="1403" y="356"/>
                  </a:moveTo>
                  <a:lnTo>
                    <a:pt x="1403" y="376"/>
                  </a:lnTo>
                  <a:lnTo>
                    <a:pt x="1423" y="376"/>
                  </a:lnTo>
                  <a:lnTo>
                    <a:pt x="1403" y="356"/>
                  </a:lnTo>
                  <a:close/>
                  <a:moveTo>
                    <a:pt x="179" y="752"/>
                  </a:moveTo>
                  <a:lnTo>
                    <a:pt x="208" y="761"/>
                  </a:lnTo>
                  <a:lnTo>
                    <a:pt x="198" y="752"/>
                  </a:lnTo>
                  <a:close/>
                  <a:moveTo>
                    <a:pt x="139" y="732"/>
                  </a:moveTo>
                  <a:lnTo>
                    <a:pt x="100" y="752"/>
                  </a:lnTo>
                  <a:lnTo>
                    <a:pt x="179" y="771"/>
                  </a:lnTo>
                  <a:lnTo>
                    <a:pt x="159" y="752"/>
                  </a:lnTo>
                  <a:lnTo>
                    <a:pt x="179" y="752"/>
                  </a:lnTo>
                  <a:lnTo>
                    <a:pt x="139" y="732"/>
                  </a:lnTo>
                  <a:close/>
                  <a:moveTo>
                    <a:pt x="208" y="761"/>
                  </a:moveTo>
                  <a:lnTo>
                    <a:pt x="218" y="77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38" y="771"/>
                  </a:lnTo>
                  <a:lnTo>
                    <a:pt x="208" y="761"/>
                  </a:lnTo>
                  <a:close/>
                  <a:moveTo>
                    <a:pt x="1403" y="870"/>
                  </a:moveTo>
                  <a:lnTo>
                    <a:pt x="1443" y="910"/>
                  </a:lnTo>
                  <a:lnTo>
                    <a:pt x="1443" y="910"/>
                  </a:lnTo>
                  <a:lnTo>
                    <a:pt x="1423" y="870"/>
                  </a:lnTo>
                  <a:close/>
                  <a:moveTo>
                    <a:pt x="139" y="890"/>
                  </a:moveTo>
                  <a:lnTo>
                    <a:pt x="238" y="929"/>
                  </a:lnTo>
                  <a:lnTo>
                    <a:pt x="179" y="890"/>
                  </a:lnTo>
                  <a:close/>
                  <a:moveTo>
                    <a:pt x="1033" y="1537"/>
                  </a:moveTo>
                  <a:lnTo>
                    <a:pt x="1028" y="1542"/>
                  </a:lnTo>
                  <a:lnTo>
                    <a:pt x="1048" y="1542"/>
                  </a:lnTo>
                  <a:lnTo>
                    <a:pt x="1033" y="1537"/>
                  </a:lnTo>
                  <a:close/>
                  <a:moveTo>
                    <a:pt x="139" y="1561"/>
                  </a:moveTo>
                  <a:lnTo>
                    <a:pt x="159" y="1581"/>
                  </a:lnTo>
                  <a:lnTo>
                    <a:pt x="218" y="1581"/>
                  </a:lnTo>
                  <a:lnTo>
                    <a:pt x="139" y="1561"/>
                  </a:lnTo>
                  <a:close/>
                  <a:moveTo>
                    <a:pt x="40" y="1621"/>
                  </a:moveTo>
                  <a:lnTo>
                    <a:pt x="119" y="1660"/>
                  </a:lnTo>
                  <a:lnTo>
                    <a:pt x="139" y="1680"/>
                  </a:lnTo>
                  <a:lnTo>
                    <a:pt x="159" y="1700"/>
                  </a:lnTo>
                  <a:lnTo>
                    <a:pt x="198" y="1719"/>
                  </a:lnTo>
                  <a:lnTo>
                    <a:pt x="258" y="1739"/>
                  </a:lnTo>
                  <a:lnTo>
                    <a:pt x="277" y="1739"/>
                  </a:lnTo>
                  <a:lnTo>
                    <a:pt x="238" y="1719"/>
                  </a:lnTo>
                  <a:lnTo>
                    <a:pt x="218" y="1700"/>
                  </a:lnTo>
                  <a:lnTo>
                    <a:pt x="258" y="1700"/>
                  </a:lnTo>
                  <a:lnTo>
                    <a:pt x="139" y="1660"/>
                  </a:lnTo>
                  <a:lnTo>
                    <a:pt x="159" y="1640"/>
                  </a:lnTo>
                  <a:lnTo>
                    <a:pt x="139" y="1640"/>
                  </a:lnTo>
                  <a:lnTo>
                    <a:pt x="40" y="1621"/>
                  </a:lnTo>
                  <a:close/>
                  <a:moveTo>
                    <a:pt x="475" y="1818"/>
                  </a:moveTo>
                  <a:lnTo>
                    <a:pt x="495" y="1838"/>
                  </a:lnTo>
                  <a:lnTo>
                    <a:pt x="514" y="1838"/>
                  </a:lnTo>
                  <a:lnTo>
                    <a:pt x="475" y="1818"/>
                  </a:lnTo>
                  <a:close/>
                  <a:moveTo>
                    <a:pt x="1245" y="1996"/>
                  </a:moveTo>
                  <a:lnTo>
                    <a:pt x="1304" y="2016"/>
                  </a:lnTo>
                  <a:lnTo>
                    <a:pt x="1304" y="2016"/>
                  </a:lnTo>
                  <a:lnTo>
                    <a:pt x="1285" y="1996"/>
                  </a:lnTo>
                  <a:close/>
                  <a:moveTo>
                    <a:pt x="159" y="2095"/>
                  </a:moveTo>
                  <a:lnTo>
                    <a:pt x="179" y="2114"/>
                  </a:lnTo>
                  <a:lnTo>
                    <a:pt x="198" y="2095"/>
                  </a:lnTo>
                  <a:close/>
                  <a:moveTo>
                    <a:pt x="1462" y="1"/>
                  </a:moveTo>
                  <a:lnTo>
                    <a:pt x="850" y="317"/>
                  </a:lnTo>
                  <a:lnTo>
                    <a:pt x="297" y="633"/>
                  </a:lnTo>
                  <a:lnTo>
                    <a:pt x="198" y="692"/>
                  </a:lnTo>
                  <a:lnTo>
                    <a:pt x="238" y="692"/>
                  </a:lnTo>
                  <a:lnTo>
                    <a:pt x="238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297" y="771"/>
                  </a:lnTo>
                  <a:lnTo>
                    <a:pt x="317" y="771"/>
                  </a:lnTo>
                  <a:lnTo>
                    <a:pt x="337" y="791"/>
                  </a:lnTo>
                  <a:lnTo>
                    <a:pt x="337" y="811"/>
                  </a:lnTo>
                  <a:lnTo>
                    <a:pt x="297" y="791"/>
                  </a:lnTo>
                  <a:lnTo>
                    <a:pt x="277" y="79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58" y="791"/>
                  </a:lnTo>
                  <a:lnTo>
                    <a:pt x="277" y="811"/>
                  </a:lnTo>
                  <a:lnTo>
                    <a:pt x="258" y="811"/>
                  </a:lnTo>
                  <a:lnTo>
                    <a:pt x="238" y="791"/>
                  </a:lnTo>
                  <a:lnTo>
                    <a:pt x="238" y="811"/>
                  </a:lnTo>
                  <a:lnTo>
                    <a:pt x="258" y="831"/>
                  </a:lnTo>
                  <a:lnTo>
                    <a:pt x="198" y="811"/>
                  </a:lnTo>
                  <a:lnTo>
                    <a:pt x="218" y="831"/>
                  </a:lnTo>
                  <a:lnTo>
                    <a:pt x="159" y="831"/>
                  </a:lnTo>
                  <a:lnTo>
                    <a:pt x="179" y="850"/>
                  </a:lnTo>
                  <a:lnTo>
                    <a:pt x="218" y="870"/>
                  </a:lnTo>
                  <a:lnTo>
                    <a:pt x="277" y="870"/>
                  </a:lnTo>
                  <a:lnTo>
                    <a:pt x="356" y="910"/>
                  </a:lnTo>
                  <a:lnTo>
                    <a:pt x="356" y="929"/>
                  </a:lnTo>
                  <a:lnTo>
                    <a:pt x="297" y="929"/>
                  </a:lnTo>
                  <a:lnTo>
                    <a:pt x="337" y="949"/>
                  </a:lnTo>
                  <a:lnTo>
                    <a:pt x="297" y="949"/>
                  </a:lnTo>
                  <a:lnTo>
                    <a:pt x="297" y="969"/>
                  </a:lnTo>
                  <a:lnTo>
                    <a:pt x="258" y="949"/>
                  </a:lnTo>
                  <a:lnTo>
                    <a:pt x="258" y="929"/>
                  </a:lnTo>
                  <a:lnTo>
                    <a:pt x="198" y="929"/>
                  </a:lnTo>
                  <a:lnTo>
                    <a:pt x="159" y="910"/>
                  </a:lnTo>
                  <a:lnTo>
                    <a:pt x="176" y="945"/>
                  </a:lnTo>
                  <a:lnTo>
                    <a:pt x="176" y="945"/>
                  </a:lnTo>
                  <a:lnTo>
                    <a:pt x="100" y="929"/>
                  </a:lnTo>
                  <a:lnTo>
                    <a:pt x="80" y="929"/>
                  </a:lnTo>
                  <a:lnTo>
                    <a:pt x="119" y="949"/>
                  </a:lnTo>
                  <a:lnTo>
                    <a:pt x="159" y="949"/>
                  </a:lnTo>
                  <a:lnTo>
                    <a:pt x="159" y="969"/>
                  </a:lnTo>
                  <a:lnTo>
                    <a:pt x="139" y="969"/>
                  </a:lnTo>
                  <a:lnTo>
                    <a:pt x="139" y="989"/>
                  </a:lnTo>
                  <a:lnTo>
                    <a:pt x="119" y="989"/>
                  </a:lnTo>
                  <a:lnTo>
                    <a:pt x="179" y="1008"/>
                  </a:lnTo>
                  <a:lnTo>
                    <a:pt x="179" y="1008"/>
                  </a:lnTo>
                  <a:lnTo>
                    <a:pt x="159" y="989"/>
                  </a:lnTo>
                  <a:lnTo>
                    <a:pt x="198" y="989"/>
                  </a:lnTo>
                  <a:lnTo>
                    <a:pt x="218" y="1008"/>
                  </a:lnTo>
                  <a:lnTo>
                    <a:pt x="218" y="1028"/>
                  </a:lnTo>
                  <a:lnTo>
                    <a:pt x="238" y="1048"/>
                  </a:lnTo>
                  <a:lnTo>
                    <a:pt x="258" y="1087"/>
                  </a:lnTo>
                  <a:lnTo>
                    <a:pt x="198" y="1087"/>
                  </a:lnTo>
                  <a:lnTo>
                    <a:pt x="139" y="1048"/>
                  </a:lnTo>
                  <a:lnTo>
                    <a:pt x="139" y="1028"/>
                  </a:lnTo>
                  <a:lnTo>
                    <a:pt x="139" y="1008"/>
                  </a:lnTo>
                  <a:lnTo>
                    <a:pt x="119" y="1028"/>
                  </a:lnTo>
                  <a:lnTo>
                    <a:pt x="119" y="1048"/>
                  </a:lnTo>
                  <a:lnTo>
                    <a:pt x="159" y="1087"/>
                  </a:lnTo>
                  <a:lnTo>
                    <a:pt x="139" y="1087"/>
                  </a:lnTo>
                  <a:lnTo>
                    <a:pt x="80" y="1068"/>
                  </a:lnTo>
                  <a:lnTo>
                    <a:pt x="21" y="1068"/>
                  </a:lnTo>
                  <a:lnTo>
                    <a:pt x="21" y="1087"/>
                  </a:lnTo>
                  <a:lnTo>
                    <a:pt x="119" y="1107"/>
                  </a:lnTo>
                  <a:lnTo>
                    <a:pt x="100" y="1127"/>
                  </a:lnTo>
                  <a:lnTo>
                    <a:pt x="139" y="1127"/>
                  </a:lnTo>
                  <a:lnTo>
                    <a:pt x="179" y="1147"/>
                  </a:lnTo>
                  <a:lnTo>
                    <a:pt x="159" y="1147"/>
                  </a:lnTo>
                  <a:lnTo>
                    <a:pt x="119" y="1127"/>
                  </a:lnTo>
                  <a:lnTo>
                    <a:pt x="119" y="1147"/>
                  </a:lnTo>
                  <a:lnTo>
                    <a:pt x="100" y="1147"/>
                  </a:lnTo>
                  <a:lnTo>
                    <a:pt x="159" y="1166"/>
                  </a:lnTo>
                  <a:lnTo>
                    <a:pt x="198" y="1206"/>
                  </a:lnTo>
                  <a:lnTo>
                    <a:pt x="179" y="1206"/>
                  </a:lnTo>
                  <a:lnTo>
                    <a:pt x="159" y="1186"/>
                  </a:lnTo>
                  <a:lnTo>
                    <a:pt x="139" y="1186"/>
                  </a:lnTo>
                  <a:lnTo>
                    <a:pt x="139" y="1166"/>
                  </a:lnTo>
                  <a:lnTo>
                    <a:pt x="119" y="1186"/>
                  </a:lnTo>
                  <a:lnTo>
                    <a:pt x="179" y="1226"/>
                  </a:lnTo>
                  <a:lnTo>
                    <a:pt x="218" y="1226"/>
                  </a:lnTo>
                  <a:lnTo>
                    <a:pt x="258" y="1245"/>
                  </a:lnTo>
                  <a:lnTo>
                    <a:pt x="159" y="1245"/>
                  </a:lnTo>
                  <a:lnTo>
                    <a:pt x="218" y="1265"/>
                  </a:lnTo>
                  <a:lnTo>
                    <a:pt x="238" y="1285"/>
                  </a:lnTo>
                  <a:lnTo>
                    <a:pt x="277" y="1305"/>
                  </a:lnTo>
                  <a:lnTo>
                    <a:pt x="218" y="1305"/>
                  </a:lnTo>
                  <a:lnTo>
                    <a:pt x="198" y="1285"/>
                  </a:lnTo>
                  <a:lnTo>
                    <a:pt x="139" y="1285"/>
                  </a:lnTo>
                  <a:lnTo>
                    <a:pt x="100" y="1245"/>
                  </a:lnTo>
                  <a:lnTo>
                    <a:pt x="80" y="1245"/>
                  </a:lnTo>
                  <a:lnTo>
                    <a:pt x="100" y="1265"/>
                  </a:lnTo>
                  <a:lnTo>
                    <a:pt x="119" y="1285"/>
                  </a:lnTo>
                  <a:lnTo>
                    <a:pt x="80" y="1285"/>
                  </a:lnTo>
                  <a:lnTo>
                    <a:pt x="80" y="1305"/>
                  </a:lnTo>
                  <a:lnTo>
                    <a:pt x="119" y="1305"/>
                  </a:lnTo>
                  <a:lnTo>
                    <a:pt x="179" y="1324"/>
                  </a:lnTo>
                  <a:lnTo>
                    <a:pt x="100" y="1324"/>
                  </a:lnTo>
                  <a:lnTo>
                    <a:pt x="139" y="1344"/>
                  </a:lnTo>
                  <a:lnTo>
                    <a:pt x="218" y="1384"/>
                  </a:lnTo>
                  <a:lnTo>
                    <a:pt x="277" y="1384"/>
                  </a:lnTo>
                  <a:lnTo>
                    <a:pt x="297" y="1403"/>
                  </a:lnTo>
                  <a:lnTo>
                    <a:pt x="317" y="1403"/>
                  </a:lnTo>
                  <a:lnTo>
                    <a:pt x="356" y="1423"/>
                  </a:lnTo>
                  <a:lnTo>
                    <a:pt x="396" y="1423"/>
                  </a:lnTo>
                  <a:lnTo>
                    <a:pt x="356" y="1443"/>
                  </a:lnTo>
                  <a:lnTo>
                    <a:pt x="297" y="1443"/>
                  </a:lnTo>
                  <a:lnTo>
                    <a:pt x="159" y="1384"/>
                  </a:lnTo>
                  <a:lnTo>
                    <a:pt x="1" y="1324"/>
                  </a:lnTo>
                  <a:lnTo>
                    <a:pt x="21" y="1364"/>
                  </a:lnTo>
                  <a:lnTo>
                    <a:pt x="21" y="1384"/>
                  </a:lnTo>
                  <a:lnTo>
                    <a:pt x="1" y="1384"/>
                  </a:lnTo>
                  <a:lnTo>
                    <a:pt x="80" y="1423"/>
                  </a:lnTo>
                  <a:lnTo>
                    <a:pt x="179" y="1463"/>
                  </a:lnTo>
                  <a:lnTo>
                    <a:pt x="159" y="1463"/>
                  </a:lnTo>
                  <a:lnTo>
                    <a:pt x="179" y="1482"/>
                  </a:lnTo>
                  <a:lnTo>
                    <a:pt x="198" y="1502"/>
                  </a:lnTo>
                  <a:lnTo>
                    <a:pt x="198" y="1522"/>
                  </a:lnTo>
                  <a:lnTo>
                    <a:pt x="238" y="1542"/>
                  </a:lnTo>
                  <a:lnTo>
                    <a:pt x="337" y="1561"/>
                  </a:lnTo>
                  <a:lnTo>
                    <a:pt x="337" y="1581"/>
                  </a:lnTo>
                  <a:lnTo>
                    <a:pt x="356" y="1581"/>
                  </a:lnTo>
                  <a:lnTo>
                    <a:pt x="396" y="1621"/>
                  </a:lnTo>
                  <a:lnTo>
                    <a:pt x="337" y="1601"/>
                  </a:lnTo>
                  <a:lnTo>
                    <a:pt x="317" y="1621"/>
                  </a:lnTo>
                  <a:lnTo>
                    <a:pt x="337" y="1640"/>
                  </a:lnTo>
                  <a:lnTo>
                    <a:pt x="277" y="1601"/>
                  </a:lnTo>
                  <a:lnTo>
                    <a:pt x="297" y="1601"/>
                  </a:lnTo>
                  <a:lnTo>
                    <a:pt x="258" y="1581"/>
                  </a:lnTo>
                  <a:lnTo>
                    <a:pt x="218" y="1581"/>
                  </a:lnTo>
                  <a:lnTo>
                    <a:pt x="238" y="1601"/>
                  </a:lnTo>
                  <a:lnTo>
                    <a:pt x="179" y="1601"/>
                  </a:lnTo>
                  <a:lnTo>
                    <a:pt x="159" y="1621"/>
                  </a:lnTo>
                  <a:lnTo>
                    <a:pt x="159" y="1640"/>
                  </a:lnTo>
                  <a:lnTo>
                    <a:pt x="198" y="1640"/>
                  </a:lnTo>
                  <a:lnTo>
                    <a:pt x="277" y="1680"/>
                  </a:lnTo>
                  <a:lnTo>
                    <a:pt x="317" y="1700"/>
                  </a:lnTo>
                  <a:lnTo>
                    <a:pt x="337" y="1719"/>
                  </a:lnTo>
                  <a:lnTo>
                    <a:pt x="376" y="1719"/>
                  </a:lnTo>
                  <a:lnTo>
                    <a:pt x="396" y="1700"/>
                  </a:lnTo>
                  <a:lnTo>
                    <a:pt x="495" y="1719"/>
                  </a:lnTo>
                  <a:lnTo>
                    <a:pt x="613" y="1798"/>
                  </a:lnTo>
                  <a:lnTo>
                    <a:pt x="554" y="1779"/>
                  </a:lnTo>
                  <a:lnTo>
                    <a:pt x="633" y="1818"/>
                  </a:lnTo>
                  <a:lnTo>
                    <a:pt x="514" y="1798"/>
                  </a:lnTo>
                  <a:lnTo>
                    <a:pt x="534" y="1818"/>
                  </a:lnTo>
                  <a:lnTo>
                    <a:pt x="514" y="1838"/>
                  </a:lnTo>
                  <a:lnTo>
                    <a:pt x="574" y="1838"/>
                  </a:lnTo>
                  <a:lnTo>
                    <a:pt x="574" y="1818"/>
                  </a:lnTo>
                  <a:lnTo>
                    <a:pt x="613" y="1838"/>
                  </a:lnTo>
                  <a:lnTo>
                    <a:pt x="593" y="1858"/>
                  </a:lnTo>
                  <a:lnTo>
                    <a:pt x="633" y="1877"/>
                  </a:lnTo>
                  <a:lnTo>
                    <a:pt x="712" y="1897"/>
                  </a:lnTo>
                  <a:lnTo>
                    <a:pt x="593" y="1897"/>
                  </a:lnTo>
                  <a:lnTo>
                    <a:pt x="455" y="1838"/>
                  </a:lnTo>
                  <a:lnTo>
                    <a:pt x="475" y="1858"/>
                  </a:lnTo>
                  <a:lnTo>
                    <a:pt x="475" y="1858"/>
                  </a:lnTo>
                  <a:lnTo>
                    <a:pt x="277" y="1779"/>
                  </a:lnTo>
                  <a:lnTo>
                    <a:pt x="258" y="1798"/>
                  </a:lnTo>
                  <a:lnTo>
                    <a:pt x="238" y="1818"/>
                  </a:lnTo>
                  <a:lnTo>
                    <a:pt x="100" y="1779"/>
                  </a:lnTo>
                  <a:lnTo>
                    <a:pt x="119" y="1818"/>
                  </a:lnTo>
                  <a:lnTo>
                    <a:pt x="40" y="1818"/>
                  </a:lnTo>
                  <a:lnTo>
                    <a:pt x="80" y="1838"/>
                  </a:lnTo>
                  <a:lnTo>
                    <a:pt x="100" y="1838"/>
                  </a:lnTo>
                  <a:lnTo>
                    <a:pt x="179" y="1858"/>
                  </a:lnTo>
                  <a:lnTo>
                    <a:pt x="159" y="1858"/>
                  </a:lnTo>
                  <a:lnTo>
                    <a:pt x="179" y="1877"/>
                  </a:lnTo>
                  <a:lnTo>
                    <a:pt x="198" y="1858"/>
                  </a:lnTo>
                  <a:lnTo>
                    <a:pt x="238" y="1858"/>
                  </a:lnTo>
                  <a:lnTo>
                    <a:pt x="277" y="1877"/>
                  </a:lnTo>
                  <a:lnTo>
                    <a:pt x="337" y="1897"/>
                  </a:lnTo>
                  <a:lnTo>
                    <a:pt x="356" y="1877"/>
                  </a:lnTo>
                  <a:lnTo>
                    <a:pt x="396" y="1897"/>
                  </a:lnTo>
                  <a:lnTo>
                    <a:pt x="380" y="1913"/>
                  </a:lnTo>
                  <a:lnTo>
                    <a:pt x="380" y="1913"/>
                  </a:lnTo>
                  <a:lnTo>
                    <a:pt x="238" y="1877"/>
                  </a:lnTo>
                  <a:lnTo>
                    <a:pt x="258" y="1897"/>
                  </a:lnTo>
                  <a:lnTo>
                    <a:pt x="179" y="1897"/>
                  </a:lnTo>
                  <a:lnTo>
                    <a:pt x="159" y="1877"/>
                  </a:lnTo>
                  <a:lnTo>
                    <a:pt x="139" y="1877"/>
                  </a:lnTo>
                  <a:lnTo>
                    <a:pt x="139" y="1897"/>
                  </a:lnTo>
                  <a:lnTo>
                    <a:pt x="119" y="1877"/>
                  </a:lnTo>
                  <a:lnTo>
                    <a:pt x="100" y="1877"/>
                  </a:lnTo>
                  <a:lnTo>
                    <a:pt x="100" y="1858"/>
                  </a:lnTo>
                  <a:lnTo>
                    <a:pt x="60" y="1897"/>
                  </a:lnTo>
                  <a:lnTo>
                    <a:pt x="40" y="1877"/>
                  </a:lnTo>
                  <a:lnTo>
                    <a:pt x="21" y="1877"/>
                  </a:lnTo>
                  <a:lnTo>
                    <a:pt x="119" y="1937"/>
                  </a:lnTo>
                  <a:lnTo>
                    <a:pt x="60" y="1937"/>
                  </a:lnTo>
                  <a:lnTo>
                    <a:pt x="80" y="1956"/>
                  </a:lnTo>
                  <a:lnTo>
                    <a:pt x="100" y="1976"/>
                  </a:lnTo>
                  <a:lnTo>
                    <a:pt x="159" y="1996"/>
                  </a:lnTo>
                  <a:lnTo>
                    <a:pt x="218" y="2016"/>
                  </a:lnTo>
                  <a:lnTo>
                    <a:pt x="238" y="2016"/>
                  </a:lnTo>
                  <a:lnTo>
                    <a:pt x="258" y="2035"/>
                  </a:lnTo>
                  <a:lnTo>
                    <a:pt x="80" y="1996"/>
                  </a:lnTo>
                  <a:lnTo>
                    <a:pt x="60" y="1996"/>
                  </a:lnTo>
                  <a:lnTo>
                    <a:pt x="119" y="2035"/>
                  </a:lnTo>
                  <a:lnTo>
                    <a:pt x="179" y="2035"/>
                  </a:lnTo>
                  <a:lnTo>
                    <a:pt x="198" y="2055"/>
                  </a:lnTo>
                  <a:lnTo>
                    <a:pt x="179" y="2075"/>
                  </a:lnTo>
                  <a:lnTo>
                    <a:pt x="218" y="2095"/>
                  </a:lnTo>
                  <a:lnTo>
                    <a:pt x="258" y="2095"/>
                  </a:lnTo>
                  <a:lnTo>
                    <a:pt x="317" y="2134"/>
                  </a:lnTo>
                  <a:lnTo>
                    <a:pt x="277" y="2134"/>
                  </a:lnTo>
                  <a:lnTo>
                    <a:pt x="179" y="2114"/>
                  </a:lnTo>
                  <a:lnTo>
                    <a:pt x="119" y="2114"/>
                  </a:lnTo>
                  <a:lnTo>
                    <a:pt x="60" y="2095"/>
                  </a:lnTo>
                  <a:lnTo>
                    <a:pt x="80" y="2114"/>
                  </a:lnTo>
                  <a:lnTo>
                    <a:pt x="40" y="2114"/>
                  </a:lnTo>
                  <a:lnTo>
                    <a:pt x="80" y="2134"/>
                  </a:lnTo>
                  <a:lnTo>
                    <a:pt x="139" y="2134"/>
                  </a:lnTo>
                  <a:lnTo>
                    <a:pt x="258" y="2193"/>
                  </a:lnTo>
                  <a:lnTo>
                    <a:pt x="258" y="2174"/>
                  </a:lnTo>
                  <a:lnTo>
                    <a:pt x="238" y="2174"/>
                  </a:lnTo>
                  <a:lnTo>
                    <a:pt x="198" y="2154"/>
                  </a:lnTo>
                  <a:lnTo>
                    <a:pt x="179" y="2134"/>
                  </a:lnTo>
                  <a:lnTo>
                    <a:pt x="179" y="2134"/>
                  </a:lnTo>
                  <a:lnTo>
                    <a:pt x="258" y="2174"/>
                  </a:lnTo>
                  <a:lnTo>
                    <a:pt x="317" y="2193"/>
                  </a:lnTo>
                  <a:lnTo>
                    <a:pt x="376" y="2213"/>
                  </a:lnTo>
                  <a:lnTo>
                    <a:pt x="416" y="2233"/>
                  </a:lnTo>
                  <a:lnTo>
                    <a:pt x="396" y="2213"/>
                  </a:lnTo>
                  <a:lnTo>
                    <a:pt x="317" y="2174"/>
                  </a:lnTo>
                  <a:lnTo>
                    <a:pt x="297" y="2174"/>
                  </a:lnTo>
                  <a:lnTo>
                    <a:pt x="258" y="2154"/>
                  </a:lnTo>
                  <a:lnTo>
                    <a:pt x="337" y="2174"/>
                  </a:lnTo>
                  <a:lnTo>
                    <a:pt x="356" y="2154"/>
                  </a:lnTo>
                  <a:lnTo>
                    <a:pt x="376" y="2154"/>
                  </a:lnTo>
                  <a:lnTo>
                    <a:pt x="416" y="2134"/>
                  </a:lnTo>
                  <a:lnTo>
                    <a:pt x="356" y="2114"/>
                  </a:lnTo>
                  <a:lnTo>
                    <a:pt x="277" y="2095"/>
                  </a:lnTo>
                  <a:lnTo>
                    <a:pt x="277" y="2075"/>
                  </a:lnTo>
                  <a:lnTo>
                    <a:pt x="337" y="2095"/>
                  </a:lnTo>
                  <a:lnTo>
                    <a:pt x="356" y="2114"/>
                  </a:lnTo>
                  <a:lnTo>
                    <a:pt x="435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33"/>
                  </a:lnTo>
                  <a:lnTo>
                    <a:pt x="692" y="2253"/>
                  </a:lnTo>
                  <a:lnTo>
                    <a:pt x="751" y="2253"/>
                  </a:lnTo>
                  <a:lnTo>
                    <a:pt x="791" y="2272"/>
                  </a:lnTo>
                  <a:lnTo>
                    <a:pt x="791" y="2253"/>
                  </a:lnTo>
                  <a:lnTo>
                    <a:pt x="830" y="2272"/>
                  </a:lnTo>
                  <a:lnTo>
                    <a:pt x="850" y="2292"/>
                  </a:lnTo>
                  <a:lnTo>
                    <a:pt x="890" y="2292"/>
                  </a:lnTo>
                  <a:lnTo>
                    <a:pt x="870" y="2272"/>
                  </a:lnTo>
                  <a:lnTo>
                    <a:pt x="791" y="2233"/>
                  </a:lnTo>
                  <a:lnTo>
                    <a:pt x="811" y="2233"/>
                  </a:lnTo>
                  <a:lnTo>
                    <a:pt x="811" y="2213"/>
                  </a:lnTo>
                  <a:lnTo>
                    <a:pt x="771" y="2193"/>
                  </a:lnTo>
                  <a:lnTo>
                    <a:pt x="771" y="2174"/>
                  </a:lnTo>
                  <a:lnTo>
                    <a:pt x="811" y="2174"/>
                  </a:lnTo>
                  <a:lnTo>
                    <a:pt x="712" y="2154"/>
                  </a:lnTo>
                  <a:lnTo>
                    <a:pt x="712" y="2134"/>
                  </a:lnTo>
                  <a:lnTo>
                    <a:pt x="712" y="2114"/>
                  </a:lnTo>
                  <a:lnTo>
                    <a:pt x="751" y="2134"/>
                  </a:lnTo>
                  <a:lnTo>
                    <a:pt x="771" y="2154"/>
                  </a:lnTo>
                  <a:lnTo>
                    <a:pt x="771" y="2134"/>
                  </a:lnTo>
                  <a:lnTo>
                    <a:pt x="751" y="2114"/>
                  </a:lnTo>
                  <a:lnTo>
                    <a:pt x="672" y="2075"/>
                  </a:lnTo>
                  <a:lnTo>
                    <a:pt x="574" y="2055"/>
                  </a:lnTo>
                  <a:lnTo>
                    <a:pt x="534" y="2035"/>
                  </a:lnTo>
                  <a:lnTo>
                    <a:pt x="593" y="2035"/>
                  </a:lnTo>
                  <a:lnTo>
                    <a:pt x="751" y="2075"/>
                  </a:lnTo>
                  <a:lnTo>
                    <a:pt x="751" y="2075"/>
                  </a:lnTo>
                  <a:lnTo>
                    <a:pt x="712" y="2055"/>
                  </a:lnTo>
                  <a:lnTo>
                    <a:pt x="672" y="2016"/>
                  </a:lnTo>
                  <a:lnTo>
                    <a:pt x="771" y="2055"/>
                  </a:lnTo>
                  <a:lnTo>
                    <a:pt x="811" y="2095"/>
                  </a:lnTo>
                  <a:lnTo>
                    <a:pt x="791" y="2095"/>
                  </a:lnTo>
                  <a:lnTo>
                    <a:pt x="791" y="2114"/>
                  </a:lnTo>
                  <a:lnTo>
                    <a:pt x="850" y="2134"/>
                  </a:lnTo>
                  <a:lnTo>
                    <a:pt x="870" y="2174"/>
                  </a:lnTo>
                  <a:lnTo>
                    <a:pt x="929" y="2154"/>
                  </a:lnTo>
                  <a:lnTo>
                    <a:pt x="969" y="2174"/>
                  </a:lnTo>
                  <a:lnTo>
                    <a:pt x="949" y="2154"/>
                  </a:lnTo>
                  <a:lnTo>
                    <a:pt x="1008" y="2174"/>
                  </a:lnTo>
                  <a:lnTo>
                    <a:pt x="1067" y="2174"/>
                  </a:lnTo>
                  <a:lnTo>
                    <a:pt x="1067" y="2193"/>
                  </a:lnTo>
                  <a:lnTo>
                    <a:pt x="1087" y="2213"/>
                  </a:lnTo>
                  <a:lnTo>
                    <a:pt x="1107" y="2213"/>
                  </a:lnTo>
                  <a:lnTo>
                    <a:pt x="1127" y="2193"/>
                  </a:lnTo>
                  <a:lnTo>
                    <a:pt x="929" y="2114"/>
                  </a:lnTo>
                  <a:lnTo>
                    <a:pt x="909" y="2075"/>
                  </a:lnTo>
                  <a:lnTo>
                    <a:pt x="929" y="2075"/>
                  </a:lnTo>
                  <a:lnTo>
                    <a:pt x="969" y="2095"/>
                  </a:lnTo>
                  <a:lnTo>
                    <a:pt x="1048" y="2134"/>
                  </a:lnTo>
                  <a:lnTo>
                    <a:pt x="1048" y="2134"/>
                  </a:lnTo>
                  <a:lnTo>
                    <a:pt x="1028" y="2114"/>
                  </a:lnTo>
                  <a:lnTo>
                    <a:pt x="1048" y="2114"/>
                  </a:lnTo>
                  <a:lnTo>
                    <a:pt x="1008" y="2095"/>
                  </a:lnTo>
                  <a:lnTo>
                    <a:pt x="1028" y="2075"/>
                  </a:lnTo>
                  <a:lnTo>
                    <a:pt x="1107" y="2095"/>
                  </a:lnTo>
                  <a:lnTo>
                    <a:pt x="1127" y="2095"/>
                  </a:lnTo>
                  <a:lnTo>
                    <a:pt x="1107" y="2114"/>
                  </a:lnTo>
                  <a:lnTo>
                    <a:pt x="1146" y="2134"/>
                  </a:lnTo>
                  <a:lnTo>
                    <a:pt x="1127" y="2134"/>
                  </a:lnTo>
                  <a:lnTo>
                    <a:pt x="1186" y="2154"/>
                  </a:lnTo>
                  <a:lnTo>
                    <a:pt x="1206" y="2154"/>
                  </a:lnTo>
                  <a:lnTo>
                    <a:pt x="1206" y="2134"/>
                  </a:lnTo>
                  <a:lnTo>
                    <a:pt x="1186" y="2134"/>
                  </a:lnTo>
                  <a:lnTo>
                    <a:pt x="1186" y="2114"/>
                  </a:lnTo>
                  <a:lnTo>
                    <a:pt x="1265" y="2134"/>
                  </a:lnTo>
                  <a:lnTo>
                    <a:pt x="1285" y="2114"/>
                  </a:lnTo>
                  <a:lnTo>
                    <a:pt x="1304" y="2114"/>
                  </a:lnTo>
                  <a:lnTo>
                    <a:pt x="1285" y="2095"/>
                  </a:lnTo>
                  <a:lnTo>
                    <a:pt x="1304" y="2095"/>
                  </a:lnTo>
                  <a:lnTo>
                    <a:pt x="1285" y="2075"/>
                  </a:lnTo>
                  <a:lnTo>
                    <a:pt x="1245" y="2055"/>
                  </a:lnTo>
                  <a:lnTo>
                    <a:pt x="1146" y="2016"/>
                  </a:lnTo>
                  <a:lnTo>
                    <a:pt x="1146" y="2016"/>
                  </a:lnTo>
                  <a:lnTo>
                    <a:pt x="1265" y="2055"/>
                  </a:lnTo>
                  <a:lnTo>
                    <a:pt x="1245" y="2035"/>
                  </a:lnTo>
                  <a:lnTo>
                    <a:pt x="1304" y="2035"/>
                  </a:lnTo>
                  <a:lnTo>
                    <a:pt x="1245" y="2016"/>
                  </a:lnTo>
                  <a:lnTo>
                    <a:pt x="1206" y="1996"/>
                  </a:lnTo>
                  <a:lnTo>
                    <a:pt x="1127" y="1976"/>
                  </a:lnTo>
                  <a:lnTo>
                    <a:pt x="1127" y="1956"/>
                  </a:lnTo>
                  <a:lnTo>
                    <a:pt x="1186" y="1976"/>
                  </a:lnTo>
                  <a:lnTo>
                    <a:pt x="1206" y="1996"/>
                  </a:lnTo>
                  <a:lnTo>
                    <a:pt x="1225" y="1996"/>
                  </a:lnTo>
                  <a:lnTo>
                    <a:pt x="1265" y="1976"/>
                  </a:lnTo>
                  <a:lnTo>
                    <a:pt x="1324" y="1976"/>
                  </a:lnTo>
                  <a:lnTo>
                    <a:pt x="1265" y="1956"/>
                  </a:lnTo>
                  <a:lnTo>
                    <a:pt x="1206" y="1917"/>
                  </a:lnTo>
                  <a:lnTo>
                    <a:pt x="1225" y="1937"/>
                  </a:lnTo>
                  <a:lnTo>
                    <a:pt x="1225" y="1937"/>
                  </a:lnTo>
                  <a:lnTo>
                    <a:pt x="1146" y="1897"/>
                  </a:lnTo>
                  <a:lnTo>
                    <a:pt x="1245" y="1897"/>
                  </a:lnTo>
                  <a:lnTo>
                    <a:pt x="1265" y="1917"/>
                  </a:lnTo>
                  <a:lnTo>
                    <a:pt x="1285" y="1937"/>
                  </a:lnTo>
                  <a:lnTo>
                    <a:pt x="1304" y="1937"/>
                  </a:lnTo>
                  <a:lnTo>
                    <a:pt x="1304" y="1917"/>
                  </a:lnTo>
                  <a:lnTo>
                    <a:pt x="1285" y="1897"/>
                  </a:lnTo>
                  <a:lnTo>
                    <a:pt x="1324" y="1877"/>
                  </a:lnTo>
                  <a:lnTo>
                    <a:pt x="1285" y="1838"/>
                  </a:lnTo>
                  <a:lnTo>
                    <a:pt x="1285" y="1818"/>
                  </a:lnTo>
                  <a:lnTo>
                    <a:pt x="1166" y="1779"/>
                  </a:lnTo>
                  <a:lnTo>
                    <a:pt x="1206" y="1779"/>
                  </a:lnTo>
                  <a:lnTo>
                    <a:pt x="1245" y="1798"/>
                  </a:lnTo>
                  <a:lnTo>
                    <a:pt x="1344" y="1818"/>
                  </a:lnTo>
                  <a:lnTo>
                    <a:pt x="1285" y="1779"/>
                  </a:lnTo>
                  <a:lnTo>
                    <a:pt x="1344" y="1798"/>
                  </a:lnTo>
                  <a:lnTo>
                    <a:pt x="1344" y="1779"/>
                  </a:lnTo>
                  <a:lnTo>
                    <a:pt x="1304" y="1739"/>
                  </a:lnTo>
                  <a:lnTo>
                    <a:pt x="1265" y="1700"/>
                  </a:lnTo>
                  <a:lnTo>
                    <a:pt x="1245" y="1680"/>
                  </a:lnTo>
                  <a:lnTo>
                    <a:pt x="1344" y="1719"/>
                  </a:lnTo>
                  <a:lnTo>
                    <a:pt x="1364" y="1739"/>
                  </a:lnTo>
                  <a:lnTo>
                    <a:pt x="1383" y="1739"/>
                  </a:lnTo>
                  <a:lnTo>
                    <a:pt x="1383" y="1719"/>
                  </a:lnTo>
                  <a:lnTo>
                    <a:pt x="1403" y="1719"/>
                  </a:lnTo>
                  <a:lnTo>
                    <a:pt x="1403" y="1700"/>
                  </a:lnTo>
                  <a:lnTo>
                    <a:pt x="1364" y="1680"/>
                  </a:lnTo>
                  <a:lnTo>
                    <a:pt x="1304" y="1660"/>
                  </a:lnTo>
                  <a:lnTo>
                    <a:pt x="1364" y="1660"/>
                  </a:lnTo>
                  <a:lnTo>
                    <a:pt x="1324" y="1640"/>
                  </a:lnTo>
                  <a:lnTo>
                    <a:pt x="1304" y="1640"/>
                  </a:lnTo>
                  <a:lnTo>
                    <a:pt x="1285" y="1601"/>
                  </a:lnTo>
                  <a:lnTo>
                    <a:pt x="1344" y="1621"/>
                  </a:lnTo>
                  <a:lnTo>
                    <a:pt x="1285" y="1581"/>
                  </a:lnTo>
                  <a:lnTo>
                    <a:pt x="1206" y="1561"/>
                  </a:lnTo>
                  <a:lnTo>
                    <a:pt x="1166" y="1561"/>
                  </a:lnTo>
                  <a:lnTo>
                    <a:pt x="1186" y="1581"/>
                  </a:lnTo>
                  <a:lnTo>
                    <a:pt x="1186" y="1601"/>
                  </a:lnTo>
                  <a:lnTo>
                    <a:pt x="1127" y="1601"/>
                  </a:lnTo>
                  <a:lnTo>
                    <a:pt x="1067" y="1581"/>
                  </a:lnTo>
                  <a:lnTo>
                    <a:pt x="1107" y="1581"/>
                  </a:lnTo>
                  <a:lnTo>
                    <a:pt x="1048" y="1561"/>
                  </a:lnTo>
                  <a:lnTo>
                    <a:pt x="1028" y="1561"/>
                  </a:lnTo>
                  <a:lnTo>
                    <a:pt x="949" y="1522"/>
                  </a:lnTo>
                  <a:lnTo>
                    <a:pt x="909" y="1482"/>
                  </a:lnTo>
                  <a:lnTo>
                    <a:pt x="909" y="1482"/>
                  </a:lnTo>
                  <a:lnTo>
                    <a:pt x="988" y="1522"/>
                  </a:lnTo>
                  <a:lnTo>
                    <a:pt x="1033" y="1537"/>
                  </a:lnTo>
                  <a:lnTo>
                    <a:pt x="1033" y="1537"/>
                  </a:lnTo>
                  <a:lnTo>
                    <a:pt x="1048" y="1522"/>
                  </a:lnTo>
                  <a:lnTo>
                    <a:pt x="1127" y="1561"/>
                  </a:lnTo>
                  <a:lnTo>
                    <a:pt x="1067" y="1522"/>
                  </a:lnTo>
                  <a:lnTo>
                    <a:pt x="988" y="1502"/>
                  </a:lnTo>
                  <a:lnTo>
                    <a:pt x="929" y="1482"/>
                  </a:lnTo>
                  <a:lnTo>
                    <a:pt x="1008" y="1482"/>
                  </a:lnTo>
                  <a:lnTo>
                    <a:pt x="988" y="1463"/>
                  </a:lnTo>
                  <a:lnTo>
                    <a:pt x="969" y="1443"/>
                  </a:lnTo>
                  <a:lnTo>
                    <a:pt x="969" y="1443"/>
                  </a:lnTo>
                  <a:lnTo>
                    <a:pt x="1028" y="1463"/>
                  </a:lnTo>
                  <a:lnTo>
                    <a:pt x="1008" y="1463"/>
                  </a:lnTo>
                  <a:lnTo>
                    <a:pt x="1048" y="1482"/>
                  </a:lnTo>
                  <a:lnTo>
                    <a:pt x="1087" y="1502"/>
                  </a:lnTo>
                  <a:lnTo>
                    <a:pt x="1146" y="1522"/>
                  </a:lnTo>
                  <a:lnTo>
                    <a:pt x="1206" y="1542"/>
                  </a:lnTo>
                  <a:lnTo>
                    <a:pt x="1324" y="1581"/>
                  </a:lnTo>
                  <a:lnTo>
                    <a:pt x="1364" y="1581"/>
                  </a:lnTo>
                  <a:lnTo>
                    <a:pt x="1324" y="1542"/>
                  </a:lnTo>
                  <a:lnTo>
                    <a:pt x="1344" y="1542"/>
                  </a:lnTo>
                  <a:lnTo>
                    <a:pt x="1344" y="1522"/>
                  </a:lnTo>
                  <a:lnTo>
                    <a:pt x="1364" y="1522"/>
                  </a:lnTo>
                  <a:lnTo>
                    <a:pt x="1364" y="1502"/>
                  </a:lnTo>
                  <a:lnTo>
                    <a:pt x="1324" y="1463"/>
                  </a:lnTo>
                  <a:lnTo>
                    <a:pt x="1403" y="1463"/>
                  </a:lnTo>
                  <a:lnTo>
                    <a:pt x="1403" y="1443"/>
                  </a:lnTo>
                  <a:lnTo>
                    <a:pt x="1364" y="1403"/>
                  </a:lnTo>
                  <a:lnTo>
                    <a:pt x="1324" y="1364"/>
                  </a:lnTo>
                  <a:lnTo>
                    <a:pt x="1324" y="1344"/>
                  </a:lnTo>
                  <a:lnTo>
                    <a:pt x="1383" y="1344"/>
                  </a:lnTo>
                  <a:lnTo>
                    <a:pt x="1344" y="1324"/>
                  </a:lnTo>
                  <a:lnTo>
                    <a:pt x="1403" y="1324"/>
                  </a:lnTo>
                  <a:lnTo>
                    <a:pt x="1383" y="1305"/>
                  </a:lnTo>
                  <a:lnTo>
                    <a:pt x="1364" y="1285"/>
                  </a:lnTo>
                  <a:lnTo>
                    <a:pt x="1423" y="1285"/>
                  </a:lnTo>
                  <a:lnTo>
                    <a:pt x="1423" y="1265"/>
                  </a:lnTo>
                  <a:lnTo>
                    <a:pt x="1383" y="1245"/>
                  </a:lnTo>
                  <a:lnTo>
                    <a:pt x="1324" y="1206"/>
                  </a:lnTo>
                  <a:lnTo>
                    <a:pt x="1324" y="1206"/>
                  </a:lnTo>
                  <a:lnTo>
                    <a:pt x="1423" y="1245"/>
                  </a:lnTo>
                  <a:lnTo>
                    <a:pt x="1423" y="1245"/>
                  </a:lnTo>
                  <a:lnTo>
                    <a:pt x="1403" y="1147"/>
                  </a:lnTo>
                  <a:lnTo>
                    <a:pt x="1383" y="1068"/>
                  </a:lnTo>
                  <a:lnTo>
                    <a:pt x="1403" y="1068"/>
                  </a:lnTo>
                  <a:lnTo>
                    <a:pt x="1403" y="1048"/>
                  </a:lnTo>
                  <a:lnTo>
                    <a:pt x="1383" y="1008"/>
                  </a:lnTo>
                  <a:lnTo>
                    <a:pt x="1344" y="969"/>
                  </a:lnTo>
                  <a:lnTo>
                    <a:pt x="1344" y="949"/>
                  </a:lnTo>
                  <a:lnTo>
                    <a:pt x="1364" y="949"/>
                  </a:lnTo>
                  <a:lnTo>
                    <a:pt x="1324" y="929"/>
                  </a:lnTo>
                  <a:lnTo>
                    <a:pt x="1265" y="890"/>
                  </a:lnTo>
                  <a:lnTo>
                    <a:pt x="1146" y="870"/>
                  </a:lnTo>
                  <a:lnTo>
                    <a:pt x="1127" y="850"/>
                  </a:lnTo>
                  <a:lnTo>
                    <a:pt x="1166" y="850"/>
                  </a:lnTo>
                  <a:lnTo>
                    <a:pt x="1225" y="870"/>
                  </a:lnTo>
                  <a:lnTo>
                    <a:pt x="1324" y="890"/>
                  </a:lnTo>
                  <a:lnTo>
                    <a:pt x="1403" y="929"/>
                  </a:lnTo>
                  <a:lnTo>
                    <a:pt x="1344" y="870"/>
                  </a:lnTo>
                  <a:lnTo>
                    <a:pt x="1344" y="850"/>
                  </a:lnTo>
                  <a:lnTo>
                    <a:pt x="1383" y="850"/>
                  </a:lnTo>
                  <a:lnTo>
                    <a:pt x="1383" y="870"/>
                  </a:lnTo>
                  <a:lnTo>
                    <a:pt x="1403" y="870"/>
                  </a:lnTo>
                  <a:lnTo>
                    <a:pt x="1383" y="850"/>
                  </a:lnTo>
                  <a:lnTo>
                    <a:pt x="1403" y="850"/>
                  </a:lnTo>
                  <a:lnTo>
                    <a:pt x="1423" y="870"/>
                  </a:lnTo>
                  <a:lnTo>
                    <a:pt x="142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811"/>
                  </a:lnTo>
                  <a:lnTo>
                    <a:pt x="1383" y="811"/>
                  </a:lnTo>
                  <a:lnTo>
                    <a:pt x="1324" y="771"/>
                  </a:lnTo>
                  <a:lnTo>
                    <a:pt x="1403" y="791"/>
                  </a:lnTo>
                  <a:lnTo>
                    <a:pt x="1403" y="791"/>
                  </a:lnTo>
                  <a:lnTo>
                    <a:pt x="1344" y="771"/>
                  </a:lnTo>
                  <a:lnTo>
                    <a:pt x="1344" y="752"/>
                  </a:lnTo>
                  <a:lnTo>
                    <a:pt x="1423" y="752"/>
                  </a:lnTo>
                  <a:lnTo>
                    <a:pt x="1403" y="732"/>
                  </a:lnTo>
                  <a:lnTo>
                    <a:pt x="1383" y="712"/>
                  </a:lnTo>
                  <a:lnTo>
                    <a:pt x="1383" y="712"/>
                  </a:lnTo>
                  <a:lnTo>
                    <a:pt x="1443" y="732"/>
                  </a:lnTo>
                  <a:lnTo>
                    <a:pt x="1462" y="692"/>
                  </a:lnTo>
                  <a:lnTo>
                    <a:pt x="1462" y="673"/>
                  </a:lnTo>
                  <a:lnTo>
                    <a:pt x="1502" y="653"/>
                  </a:lnTo>
                  <a:lnTo>
                    <a:pt x="1482" y="633"/>
                  </a:lnTo>
                  <a:lnTo>
                    <a:pt x="1423" y="593"/>
                  </a:lnTo>
                  <a:lnTo>
                    <a:pt x="1403" y="593"/>
                  </a:lnTo>
                  <a:lnTo>
                    <a:pt x="1344" y="574"/>
                  </a:lnTo>
                  <a:lnTo>
                    <a:pt x="1324" y="554"/>
                  </a:lnTo>
                  <a:lnTo>
                    <a:pt x="1304" y="534"/>
                  </a:lnTo>
                  <a:lnTo>
                    <a:pt x="1304" y="534"/>
                  </a:lnTo>
                  <a:lnTo>
                    <a:pt x="1364" y="554"/>
                  </a:lnTo>
                  <a:lnTo>
                    <a:pt x="1383" y="554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43" y="534"/>
                  </a:lnTo>
                  <a:lnTo>
                    <a:pt x="1482" y="554"/>
                  </a:lnTo>
                  <a:lnTo>
                    <a:pt x="1482" y="554"/>
                  </a:lnTo>
                  <a:lnTo>
                    <a:pt x="1462" y="534"/>
                  </a:lnTo>
                  <a:lnTo>
                    <a:pt x="1423" y="495"/>
                  </a:lnTo>
                  <a:lnTo>
                    <a:pt x="1462" y="514"/>
                  </a:lnTo>
                  <a:lnTo>
                    <a:pt x="1502" y="514"/>
                  </a:lnTo>
                  <a:lnTo>
                    <a:pt x="1502" y="495"/>
                  </a:lnTo>
                  <a:lnTo>
                    <a:pt x="1462" y="475"/>
                  </a:lnTo>
                  <a:lnTo>
                    <a:pt x="1383" y="455"/>
                  </a:lnTo>
                  <a:lnTo>
                    <a:pt x="1403" y="455"/>
                  </a:lnTo>
                  <a:lnTo>
                    <a:pt x="1383" y="435"/>
                  </a:lnTo>
                  <a:lnTo>
                    <a:pt x="1383" y="435"/>
                  </a:lnTo>
                  <a:lnTo>
                    <a:pt x="1482" y="475"/>
                  </a:lnTo>
                  <a:lnTo>
                    <a:pt x="1423" y="435"/>
                  </a:lnTo>
                  <a:lnTo>
                    <a:pt x="1383" y="416"/>
                  </a:lnTo>
                  <a:lnTo>
                    <a:pt x="1403" y="416"/>
                  </a:lnTo>
                  <a:lnTo>
                    <a:pt x="1383" y="396"/>
                  </a:lnTo>
                  <a:lnTo>
                    <a:pt x="1403" y="396"/>
                  </a:lnTo>
                  <a:lnTo>
                    <a:pt x="1344" y="376"/>
                  </a:lnTo>
                  <a:lnTo>
                    <a:pt x="1304" y="337"/>
                  </a:lnTo>
                  <a:lnTo>
                    <a:pt x="1364" y="337"/>
                  </a:lnTo>
                  <a:lnTo>
                    <a:pt x="1443" y="356"/>
                  </a:lnTo>
                  <a:lnTo>
                    <a:pt x="1443" y="376"/>
                  </a:lnTo>
                  <a:lnTo>
                    <a:pt x="1522" y="376"/>
                  </a:lnTo>
                  <a:lnTo>
                    <a:pt x="1541" y="356"/>
                  </a:lnTo>
                  <a:lnTo>
                    <a:pt x="1541" y="317"/>
                  </a:lnTo>
                  <a:lnTo>
                    <a:pt x="1522" y="297"/>
                  </a:lnTo>
                  <a:lnTo>
                    <a:pt x="1522" y="277"/>
                  </a:lnTo>
                  <a:lnTo>
                    <a:pt x="1502" y="258"/>
                  </a:lnTo>
                  <a:lnTo>
                    <a:pt x="1443" y="218"/>
                  </a:lnTo>
                  <a:lnTo>
                    <a:pt x="1502" y="238"/>
                  </a:lnTo>
                  <a:lnTo>
                    <a:pt x="1561" y="218"/>
                  </a:lnTo>
                  <a:lnTo>
                    <a:pt x="1561" y="198"/>
                  </a:lnTo>
                  <a:lnTo>
                    <a:pt x="1581" y="179"/>
                  </a:lnTo>
                  <a:lnTo>
                    <a:pt x="1561" y="139"/>
                  </a:lnTo>
                  <a:lnTo>
                    <a:pt x="1541" y="119"/>
                  </a:lnTo>
                  <a:lnTo>
                    <a:pt x="1581" y="119"/>
                  </a:lnTo>
                  <a:lnTo>
                    <a:pt x="1522" y="80"/>
                  </a:lnTo>
                  <a:lnTo>
                    <a:pt x="1502" y="60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9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9"/>
            <p:cNvSpPr/>
            <p:nvPr/>
          </p:nvSpPr>
          <p:spPr>
            <a:xfrm>
              <a:off x="-1699275" y="3344525"/>
              <a:ext cx="25" cy="500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9"/>
            <p:cNvSpPr/>
            <p:nvPr/>
          </p:nvSpPr>
          <p:spPr>
            <a:xfrm>
              <a:off x="-1610900" y="33149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9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9"/>
            <p:cNvSpPr/>
            <p:nvPr/>
          </p:nvSpPr>
          <p:spPr>
            <a:xfrm>
              <a:off x="-1607450" y="3317850"/>
              <a:ext cx="1525" cy="5450"/>
            </a:xfrm>
            <a:custGeom>
              <a:rect b="b" l="l" r="r" t="t"/>
              <a:pathLst>
                <a:path extrusionOk="0" h="218" w="61">
                  <a:moveTo>
                    <a:pt x="60" y="1"/>
                  </a:moveTo>
                  <a:lnTo>
                    <a:pt x="40" y="20"/>
                  </a:lnTo>
                  <a:lnTo>
                    <a:pt x="40" y="80"/>
                  </a:lnTo>
                  <a:lnTo>
                    <a:pt x="1" y="218"/>
                  </a:lnTo>
                  <a:lnTo>
                    <a:pt x="40" y="11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9"/>
            <p:cNvSpPr/>
            <p:nvPr/>
          </p:nvSpPr>
          <p:spPr>
            <a:xfrm>
              <a:off x="-1602000" y="3297600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9"/>
            <p:cNvSpPr/>
            <p:nvPr/>
          </p:nvSpPr>
          <p:spPr>
            <a:xfrm>
              <a:off x="-1612375" y="3293150"/>
              <a:ext cx="39525" cy="35600"/>
            </a:xfrm>
            <a:custGeom>
              <a:rect b="b" l="l" r="r" t="t"/>
              <a:pathLst>
                <a:path extrusionOk="0" h="1424" w="1581">
                  <a:moveTo>
                    <a:pt x="929" y="60"/>
                  </a:moveTo>
                  <a:lnTo>
                    <a:pt x="909" y="100"/>
                  </a:lnTo>
                  <a:lnTo>
                    <a:pt x="929" y="80"/>
                  </a:lnTo>
                  <a:lnTo>
                    <a:pt x="929" y="60"/>
                  </a:lnTo>
                  <a:close/>
                  <a:moveTo>
                    <a:pt x="376" y="100"/>
                  </a:moveTo>
                  <a:lnTo>
                    <a:pt x="376" y="100"/>
                  </a:lnTo>
                  <a:lnTo>
                    <a:pt x="376" y="100"/>
                  </a:lnTo>
                  <a:close/>
                  <a:moveTo>
                    <a:pt x="870" y="100"/>
                  </a:moveTo>
                  <a:lnTo>
                    <a:pt x="870" y="100"/>
                  </a:lnTo>
                  <a:lnTo>
                    <a:pt x="870" y="100"/>
                  </a:lnTo>
                  <a:close/>
                  <a:moveTo>
                    <a:pt x="474" y="119"/>
                  </a:moveTo>
                  <a:lnTo>
                    <a:pt x="474" y="119"/>
                  </a:lnTo>
                  <a:lnTo>
                    <a:pt x="474" y="119"/>
                  </a:lnTo>
                  <a:close/>
                  <a:moveTo>
                    <a:pt x="415" y="119"/>
                  </a:moveTo>
                  <a:lnTo>
                    <a:pt x="395" y="15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415" y="119"/>
                  </a:lnTo>
                  <a:close/>
                  <a:moveTo>
                    <a:pt x="771" y="139"/>
                  </a:moveTo>
                  <a:lnTo>
                    <a:pt x="751" y="179"/>
                  </a:lnTo>
                  <a:lnTo>
                    <a:pt x="756" y="184"/>
                  </a:lnTo>
                  <a:lnTo>
                    <a:pt x="771" y="139"/>
                  </a:lnTo>
                  <a:close/>
                  <a:moveTo>
                    <a:pt x="633" y="100"/>
                  </a:moveTo>
                  <a:lnTo>
                    <a:pt x="593" y="159"/>
                  </a:lnTo>
                  <a:lnTo>
                    <a:pt x="573" y="218"/>
                  </a:lnTo>
                  <a:lnTo>
                    <a:pt x="534" y="317"/>
                  </a:lnTo>
                  <a:lnTo>
                    <a:pt x="534" y="337"/>
                  </a:lnTo>
                  <a:lnTo>
                    <a:pt x="553" y="337"/>
                  </a:lnTo>
                  <a:lnTo>
                    <a:pt x="573" y="297"/>
                  </a:lnTo>
                  <a:lnTo>
                    <a:pt x="573" y="317"/>
                  </a:lnTo>
                  <a:lnTo>
                    <a:pt x="613" y="198"/>
                  </a:lnTo>
                  <a:lnTo>
                    <a:pt x="633" y="100"/>
                  </a:lnTo>
                  <a:close/>
                  <a:moveTo>
                    <a:pt x="672" y="297"/>
                  </a:moveTo>
                  <a:lnTo>
                    <a:pt x="672" y="337"/>
                  </a:lnTo>
                  <a:lnTo>
                    <a:pt x="692" y="297"/>
                  </a:lnTo>
                  <a:close/>
                  <a:moveTo>
                    <a:pt x="316" y="277"/>
                  </a:moveTo>
                  <a:lnTo>
                    <a:pt x="316" y="317"/>
                  </a:lnTo>
                  <a:lnTo>
                    <a:pt x="316" y="337"/>
                  </a:lnTo>
                  <a:lnTo>
                    <a:pt x="297" y="376"/>
                  </a:lnTo>
                  <a:lnTo>
                    <a:pt x="316" y="277"/>
                  </a:lnTo>
                  <a:close/>
                  <a:moveTo>
                    <a:pt x="158" y="831"/>
                  </a:moveTo>
                  <a:lnTo>
                    <a:pt x="152" y="850"/>
                  </a:lnTo>
                  <a:lnTo>
                    <a:pt x="158" y="850"/>
                  </a:lnTo>
                  <a:lnTo>
                    <a:pt x="158" y="831"/>
                  </a:lnTo>
                  <a:close/>
                  <a:moveTo>
                    <a:pt x="139" y="850"/>
                  </a:moveTo>
                  <a:lnTo>
                    <a:pt x="139" y="890"/>
                  </a:lnTo>
                  <a:lnTo>
                    <a:pt x="152" y="850"/>
                  </a:lnTo>
                  <a:close/>
                  <a:moveTo>
                    <a:pt x="277" y="870"/>
                  </a:moveTo>
                  <a:lnTo>
                    <a:pt x="257" y="890"/>
                  </a:lnTo>
                  <a:lnTo>
                    <a:pt x="277" y="890"/>
                  </a:lnTo>
                  <a:lnTo>
                    <a:pt x="277" y="870"/>
                  </a:lnTo>
                  <a:close/>
                  <a:moveTo>
                    <a:pt x="139" y="890"/>
                  </a:moveTo>
                  <a:lnTo>
                    <a:pt x="132" y="916"/>
                  </a:lnTo>
                  <a:lnTo>
                    <a:pt x="132" y="916"/>
                  </a:lnTo>
                  <a:lnTo>
                    <a:pt x="139" y="910"/>
                  </a:lnTo>
                  <a:lnTo>
                    <a:pt x="139" y="890"/>
                  </a:lnTo>
                  <a:close/>
                  <a:moveTo>
                    <a:pt x="830" y="989"/>
                  </a:moveTo>
                  <a:lnTo>
                    <a:pt x="810" y="1008"/>
                  </a:lnTo>
                  <a:lnTo>
                    <a:pt x="830" y="1008"/>
                  </a:lnTo>
                  <a:lnTo>
                    <a:pt x="830" y="989"/>
                  </a:lnTo>
                  <a:close/>
                  <a:moveTo>
                    <a:pt x="744" y="1324"/>
                  </a:moveTo>
                  <a:lnTo>
                    <a:pt x="731" y="1364"/>
                  </a:lnTo>
                  <a:lnTo>
                    <a:pt x="751" y="1324"/>
                  </a:lnTo>
                  <a:close/>
                  <a:moveTo>
                    <a:pt x="771" y="1384"/>
                  </a:moveTo>
                  <a:lnTo>
                    <a:pt x="771" y="1384"/>
                  </a:lnTo>
                  <a:lnTo>
                    <a:pt x="771" y="1384"/>
                  </a:lnTo>
                  <a:close/>
                  <a:moveTo>
                    <a:pt x="1028" y="1384"/>
                  </a:moveTo>
                  <a:lnTo>
                    <a:pt x="1028" y="1384"/>
                  </a:lnTo>
                  <a:lnTo>
                    <a:pt x="1028" y="1384"/>
                  </a:lnTo>
                  <a:close/>
                  <a:moveTo>
                    <a:pt x="810" y="1"/>
                  </a:moveTo>
                  <a:lnTo>
                    <a:pt x="791" y="100"/>
                  </a:lnTo>
                  <a:lnTo>
                    <a:pt x="771" y="198"/>
                  </a:lnTo>
                  <a:lnTo>
                    <a:pt x="756" y="184"/>
                  </a:lnTo>
                  <a:lnTo>
                    <a:pt x="751" y="198"/>
                  </a:lnTo>
                  <a:lnTo>
                    <a:pt x="712" y="218"/>
                  </a:lnTo>
                  <a:lnTo>
                    <a:pt x="692" y="277"/>
                  </a:lnTo>
                  <a:lnTo>
                    <a:pt x="692" y="356"/>
                  </a:lnTo>
                  <a:lnTo>
                    <a:pt x="672" y="376"/>
                  </a:lnTo>
                  <a:lnTo>
                    <a:pt x="672" y="396"/>
                  </a:lnTo>
                  <a:lnTo>
                    <a:pt x="672" y="435"/>
                  </a:lnTo>
                  <a:lnTo>
                    <a:pt x="652" y="435"/>
                  </a:lnTo>
                  <a:lnTo>
                    <a:pt x="672" y="376"/>
                  </a:lnTo>
                  <a:lnTo>
                    <a:pt x="652" y="356"/>
                  </a:lnTo>
                  <a:lnTo>
                    <a:pt x="633" y="376"/>
                  </a:lnTo>
                  <a:lnTo>
                    <a:pt x="652" y="317"/>
                  </a:lnTo>
                  <a:lnTo>
                    <a:pt x="652" y="297"/>
                  </a:lnTo>
                  <a:lnTo>
                    <a:pt x="672" y="297"/>
                  </a:lnTo>
                  <a:lnTo>
                    <a:pt x="672" y="277"/>
                  </a:lnTo>
                  <a:lnTo>
                    <a:pt x="672" y="218"/>
                  </a:lnTo>
                  <a:lnTo>
                    <a:pt x="652" y="277"/>
                  </a:lnTo>
                  <a:lnTo>
                    <a:pt x="652" y="218"/>
                  </a:lnTo>
                  <a:lnTo>
                    <a:pt x="633" y="198"/>
                  </a:lnTo>
                  <a:lnTo>
                    <a:pt x="613" y="198"/>
                  </a:lnTo>
                  <a:lnTo>
                    <a:pt x="613" y="238"/>
                  </a:lnTo>
                  <a:lnTo>
                    <a:pt x="593" y="337"/>
                  </a:lnTo>
                  <a:lnTo>
                    <a:pt x="573" y="376"/>
                  </a:lnTo>
                  <a:lnTo>
                    <a:pt x="573" y="396"/>
                  </a:lnTo>
                  <a:lnTo>
                    <a:pt x="573" y="435"/>
                  </a:lnTo>
                  <a:lnTo>
                    <a:pt x="593" y="455"/>
                  </a:lnTo>
                  <a:lnTo>
                    <a:pt x="573" y="534"/>
                  </a:lnTo>
                  <a:lnTo>
                    <a:pt x="553" y="613"/>
                  </a:lnTo>
                  <a:lnTo>
                    <a:pt x="514" y="712"/>
                  </a:lnTo>
                  <a:lnTo>
                    <a:pt x="514" y="712"/>
                  </a:lnTo>
                  <a:lnTo>
                    <a:pt x="534" y="594"/>
                  </a:lnTo>
                  <a:lnTo>
                    <a:pt x="514" y="574"/>
                  </a:lnTo>
                  <a:lnTo>
                    <a:pt x="494" y="594"/>
                  </a:lnTo>
                  <a:lnTo>
                    <a:pt x="494" y="633"/>
                  </a:lnTo>
                  <a:lnTo>
                    <a:pt x="514" y="633"/>
                  </a:lnTo>
                  <a:lnTo>
                    <a:pt x="494" y="673"/>
                  </a:lnTo>
                  <a:lnTo>
                    <a:pt x="474" y="712"/>
                  </a:lnTo>
                  <a:lnTo>
                    <a:pt x="455" y="791"/>
                  </a:lnTo>
                  <a:lnTo>
                    <a:pt x="455" y="752"/>
                  </a:lnTo>
                  <a:lnTo>
                    <a:pt x="455" y="692"/>
                  </a:lnTo>
                  <a:lnTo>
                    <a:pt x="455" y="673"/>
                  </a:lnTo>
                  <a:lnTo>
                    <a:pt x="474" y="534"/>
                  </a:lnTo>
                  <a:lnTo>
                    <a:pt x="474" y="554"/>
                  </a:lnTo>
                  <a:lnTo>
                    <a:pt x="514" y="337"/>
                  </a:lnTo>
                  <a:lnTo>
                    <a:pt x="494" y="317"/>
                  </a:lnTo>
                  <a:lnTo>
                    <a:pt x="474" y="317"/>
                  </a:lnTo>
                  <a:lnTo>
                    <a:pt x="494" y="179"/>
                  </a:lnTo>
                  <a:lnTo>
                    <a:pt x="474" y="198"/>
                  </a:lnTo>
                  <a:lnTo>
                    <a:pt x="474" y="179"/>
                  </a:lnTo>
                  <a:lnTo>
                    <a:pt x="474" y="119"/>
                  </a:lnTo>
                  <a:lnTo>
                    <a:pt x="455" y="179"/>
                  </a:lnTo>
                  <a:lnTo>
                    <a:pt x="455" y="258"/>
                  </a:lnTo>
                  <a:lnTo>
                    <a:pt x="435" y="238"/>
                  </a:lnTo>
                  <a:lnTo>
                    <a:pt x="435" y="258"/>
                  </a:lnTo>
                  <a:lnTo>
                    <a:pt x="435" y="277"/>
                  </a:lnTo>
                  <a:lnTo>
                    <a:pt x="455" y="317"/>
                  </a:lnTo>
                  <a:lnTo>
                    <a:pt x="435" y="416"/>
                  </a:lnTo>
                  <a:lnTo>
                    <a:pt x="435" y="435"/>
                  </a:lnTo>
                  <a:lnTo>
                    <a:pt x="435" y="475"/>
                  </a:lnTo>
                  <a:lnTo>
                    <a:pt x="417" y="475"/>
                  </a:lnTo>
                  <a:lnTo>
                    <a:pt x="435" y="317"/>
                  </a:lnTo>
                  <a:lnTo>
                    <a:pt x="415" y="337"/>
                  </a:lnTo>
                  <a:lnTo>
                    <a:pt x="415" y="297"/>
                  </a:lnTo>
                  <a:lnTo>
                    <a:pt x="415" y="258"/>
                  </a:lnTo>
                  <a:lnTo>
                    <a:pt x="415" y="238"/>
                  </a:lnTo>
                  <a:lnTo>
                    <a:pt x="415" y="198"/>
                  </a:lnTo>
                  <a:lnTo>
                    <a:pt x="415" y="17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76" y="218"/>
                  </a:lnTo>
                  <a:lnTo>
                    <a:pt x="376" y="159"/>
                  </a:lnTo>
                  <a:lnTo>
                    <a:pt x="376" y="100"/>
                  </a:lnTo>
                  <a:lnTo>
                    <a:pt x="356" y="159"/>
                  </a:lnTo>
                  <a:lnTo>
                    <a:pt x="356" y="179"/>
                  </a:lnTo>
                  <a:lnTo>
                    <a:pt x="336" y="198"/>
                  </a:lnTo>
                  <a:lnTo>
                    <a:pt x="326" y="228"/>
                  </a:lnTo>
                  <a:lnTo>
                    <a:pt x="336" y="179"/>
                  </a:lnTo>
                  <a:lnTo>
                    <a:pt x="316" y="198"/>
                  </a:lnTo>
                  <a:lnTo>
                    <a:pt x="316" y="179"/>
                  </a:lnTo>
                  <a:lnTo>
                    <a:pt x="297" y="238"/>
                  </a:lnTo>
                  <a:lnTo>
                    <a:pt x="297" y="297"/>
                  </a:lnTo>
                  <a:lnTo>
                    <a:pt x="277" y="317"/>
                  </a:lnTo>
                  <a:lnTo>
                    <a:pt x="277" y="297"/>
                  </a:lnTo>
                  <a:lnTo>
                    <a:pt x="257" y="337"/>
                  </a:lnTo>
                  <a:lnTo>
                    <a:pt x="257" y="376"/>
                  </a:lnTo>
                  <a:lnTo>
                    <a:pt x="237" y="455"/>
                  </a:lnTo>
                  <a:lnTo>
                    <a:pt x="237" y="396"/>
                  </a:lnTo>
                  <a:lnTo>
                    <a:pt x="237" y="317"/>
                  </a:lnTo>
                  <a:lnTo>
                    <a:pt x="257" y="297"/>
                  </a:lnTo>
                  <a:lnTo>
                    <a:pt x="237" y="297"/>
                  </a:lnTo>
                  <a:lnTo>
                    <a:pt x="237" y="179"/>
                  </a:lnTo>
                  <a:lnTo>
                    <a:pt x="218" y="198"/>
                  </a:lnTo>
                  <a:lnTo>
                    <a:pt x="218" y="218"/>
                  </a:lnTo>
                  <a:lnTo>
                    <a:pt x="218" y="238"/>
                  </a:lnTo>
                  <a:lnTo>
                    <a:pt x="218" y="258"/>
                  </a:lnTo>
                  <a:lnTo>
                    <a:pt x="178" y="396"/>
                  </a:lnTo>
                  <a:lnTo>
                    <a:pt x="198" y="376"/>
                  </a:lnTo>
                  <a:lnTo>
                    <a:pt x="218" y="317"/>
                  </a:lnTo>
                  <a:lnTo>
                    <a:pt x="198" y="396"/>
                  </a:lnTo>
                  <a:lnTo>
                    <a:pt x="178" y="455"/>
                  </a:lnTo>
                  <a:lnTo>
                    <a:pt x="158" y="514"/>
                  </a:lnTo>
                  <a:lnTo>
                    <a:pt x="158" y="554"/>
                  </a:lnTo>
                  <a:lnTo>
                    <a:pt x="178" y="534"/>
                  </a:lnTo>
                  <a:lnTo>
                    <a:pt x="198" y="435"/>
                  </a:lnTo>
                  <a:lnTo>
                    <a:pt x="218" y="396"/>
                  </a:lnTo>
                  <a:lnTo>
                    <a:pt x="198" y="455"/>
                  </a:lnTo>
                  <a:lnTo>
                    <a:pt x="218" y="475"/>
                  </a:lnTo>
                  <a:lnTo>
                    <a:pt x="218" y="495"/>
                  </a:lnTo>
                  <a:lnTo>
                    <a:pt x="237" y="554"/>
                  </a:lnTo>
                  <a:lnTo>
                    <a:pt x="237" y="475"/>
                  </a:lnTo>
                  <a:lnTo>
                    <a:pt x="257" y="396"/>
                  </a:lnTo>
                  <a:lnTo>
                    <a:pt x="277" y="376"/>
                  </a:lnTo>
                  <a:lnTo>
                    <a:pt x="277" y="396"/>
                  </a:lnTo>
                  <a:lnTo>
                    <a:pt x="277" y="435"/>
                  </a:lnTo>
                  <a:lnTo>
                    <a:pt x="257" y="475"/>
                  </a:lnTo>
                  <a:lnTo>
                    <a:pt x="237" y="574"/>
                  </a:lnTo>
                  <a:lnTo>
                    <a:pt x="198" y="692"/>
                  </a:lnTo>
                  <a:lnTo>
                    <a:pt x="178" y="771"/>
                  </a:lnTo>
                  <a:lnTo>
                    <a:pt x="158" y="850"/>
                  </a:lnTo>
                  <a:lnTo>
                    <a:pt x="158" y="890"/>
                  </a:lnTo>
                  <a:lnTo>
                    <a:pt x="158" y="910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2" y="916"/>
                  </a:lnTo>
                  <a:lnTo>
                    <a:pt x="132" y="916"/>
                  </a:lnTo>
                  <a:lnTo>
                    <a:pt x="119" y="929"/>
                  </a:lnTo>
                  <a:lnTo>
                    <a:pt x="119" y="910"/>
                  </a:lnTo>
                  <a:lnTo>
                    <a:pt x="139" y="732"/>
                  </a:lnTo>
                  <a:lnTo>
                    <a:pt x="158" y="574"/>
                  </a:lnTo>
                  <a:lnTo>
                    <a:pt x="139" y="554"/>
                  </a:lnTo>
                  <a:lnTo>
                    <a:pt x="139" y="574"/>
                  </a:lnTo>
                  <a:lnTo>
                    <a:pt x="119" y="594"/>
                  </a:lnTo>
                  <a:lnTo>
                    <a:pt x="119" y="594"/>
                  </a:lnTo>
                  <a:lnTo>
                    <a:pt x="158" y="396"/>
                  </a:lnTo>
                  <a:lnTo>
                    <a:pt x="139" y="435"/>
                  </a:lnTo>
                  <a:lnTo>
                    <a:pt x="119" y="495"/>
                  </a:lnTo>
                  <a:lnTo>
                    <a:pt x="119" y="455"/>
                  </a:lnTo>
                  <a:lnTo>
                    <a:pt x="99" y="514"/>
                  </a:lnTo>
                  <a:lnTo>
                    <a:pt x="99" y="495"/>
                  </a:lnTo>
                  <a:lnTo>
                    <a:pt x="79" y="594"/>
                  </a:lnTo>
                  <a:lnTo>
                    <a:pt x="79" y="613"/>
                  </a:lnTo>
                  <a:lnTo>
                    <a:pt x="99" y="594"/>
                  </a:lnTo>
                  <a:lnTo>
                    <a:pt x="79" y="653"/>
                  </a:lnTo>
                  <a:lnTo>
                    <a:pt x="79" y="752"/>
                  </a:lnTo>
                  <a:lnTo>
                    <a:pt x="79" y="771"/>
                  </a:lnTo>
                  <a:lnTo>
                    <a:pt x="60" y="791"/>
                  </a:lnTo>
                  <a:lnTo>
                    <a:pt x="79" y="791"/>
                  </a:lnTo>
                  <a:lnTo>
                    <a:pt x="79" y="811"/>
                  </a:lnTo>
                  <a:lnTo>
                    <a:pt x="99" y="811"/>
                  </a:lnTo>
                  <a:lnTo>
                    <a:pt x="99" y="850"/>
                  </a:lnTo>
                  <a:lnTo>
                    <a:pt x="79" y="969"/>
                  </a:lnTo>
                  <a:lnTo>
                    <a:pt x="60" y="989"/>
                  </a:lnTo>
                  <a:lnTo>
                    <a:pt x="60" y="949"/>
                  </a:lnTo>
                  <a:lnTo>
                    <a:pt x="79" y="870"/>
                  </a:lnTo>
                  <a:lnTo>
                    <a:pt x="60" y="870"/>
                  </a:lnTo>
                  <a:lnTo>
                    <a:pt x="60" y="910"/>
                  </a:lnTo>
                  <a:lnTo>
                    <a:pt x="60" y="929"/>
                  </a:lnTo>
                  <a:lnTo>
                    <a:pt x="40" y="1008"/>
                  </a:lnTo>
                  <a:lnTo>
                    <a:pt x="20" y="1008"/>
                  </a:lnTo>
                  <a:lnTo>
                    <a:pt x="20" y="1028"/>
                  </a:lnTo>
                  <a:lnTo>
                    <a:pt x="0" y="1107"/>
                  </a:lnTo>
                  <a:lnTo>
                    <a:pt x="0" y="1186"/>
                  </a:lnTo>
                  <a:lnTo>
                    <a:pt x="20" y="1087"/>
                  </a:lnTo>
                  <a:lnTo>
                    <a:pt x="20" y="1107"/>
                  </a:lnTo>
                  <a:lnTo>
                    <a:pt x="20" y="1186"/>
                  </a:lnTo>
                  <a:lnTo>
                    <a:pt x="40" y="1147"/>
                  </a:lnTo>
                  <a:lnTo>
                    <a:pt x="40" y="1166"/>
                  </a:lnTo>
                  <a:lnTo>
                    <a:pt x="60" y="1127"/>
                  </a:lnTo>
                  <a:lnTo>
                    <a:pt x="60" y="1087"/>
                  </a:lnTo>
                  <a:lnTo>
                    <a:pt x="79" y="1087"/>
                  </a:lnTo>
                  <a:lnTo>
                    <a:pt x="79" y="1107"/>
                  </a:lnTo>
                  <a:lnTo>
                    <a:pt x="99" y="1068"/>
                  </a:lnTo>
                  <a:lnTo>
                    <a:pt x="99" y="1107"/>
                  </a:lnTo>
                  <a:lnTo>
                    <a:pt x="119" y="1048"/>
                  </a:lnTo>
                  <a:lnTo>
                    <a:pt x="119" y="1068"/>
                  </a:lnTo>
                  <a:lnTo>
                    <a:pt x="139" y="969"/>
                  </a:lnTo>
                  <a:lnTo>
                    <a:pt x="158" y="929"/>
                  </a:lnTo>
                  <a:lnTo>
                    <a:pt x="178" y="929"/>
                  </a:lnTo>
                  <a:lnTo>
                    <a:pt x="158" y="969"/>
                  </a:lnTo>
                  <a:lnTo>
                    <a:pt x="158" y="989"/>
                  </a:lnTo>
                  <a:lnTo>
                    <a:pt x="139" y="1028"/>
                  </a:lnTo>
                  <a:lnTo>
                    <a:pt x="139" y="1068"/>
                  </a:lnTo>
                  <a:lnTo>
                    <a:pt x="158" y="1028"/>
                  </a:lnTo>
                  <a:lnTo>
                    <a:pt x="158" y="1008"/>
                  </a:lnTo>
                  <a:lnTo>
                    <a:pt x="198" y="929"/>
                  </a:lnTo>
                  <a:lnTo>
                    <a:pt x="218" y="910"/>
                  </a:lnTo>
                  <a:lnTo>
                    <a:pt x="237" y="890"/>
                  </a:lnTo>
                  <a:lnTo>
                    <a:pt x="237" y="929"/>
                  </a:lnTo>
                  <a:lnTo>
                    <a:pt x="257" y="831"/>
                  </a:lnTo>
                  <a:lnTo>
                    <a:pt x="277" y="811"/>
                  </a:lnTo>
                  <a:lnTo>
                    <a:pt x="277" y="870"/>
                  </a:lnTo>
                  <a:lnTo>
                    <a:pt x="316" y="791"/>
                  </a:lnTo>
                  <a:lnTo>
                    <a:pt x="316" y="692"/>
                  </a:lnTo>
                  <a:lnTo>
                    <a:pt x="336" y="653"/>
                  </a:lnTo>
                  <a:lnTo>
                    <a:pt x="336" y="673"/>
                  </a:lnTo>
                  <a:lnTo>
                    <a:pt x="336" y="712"/>
                  </a:lnTo>
                  <a:lnTo>
                    <a:pt x="316" y="850"/>
                  </a:lnTo>
                  <a:lnTo>
                    <a:pt x="356" y="771"/>
                  </a:lnTo>
                  <a:lnTo>
                    <a:pt x="336" y="870"/>
                  </a:lnTo>
                  <a:lnTo>
                    <a:pt x="316" y="929"/>
                  </a:lnTo>
                  <a:lnTo>
                    <a:pt x="316" y="890"/>
                  </a:lnTo>
                  <a:lnTo>
                    <a:pt x="297" y="910"/>
                  </a:lnTo>
                  <a:lnTo>
                    <a:pt x="297" y="929"/>
                  </a:lnTo>
                  <a:lnTo>
                    <a:pt x="277" y="929"/>
                  </a:lnTo>
                  <a:lnTo>
                    <a:pt x="277" y="949"/>
                  </a:lnTo>
                  <a:lnTo>
                    <a:pt x="257" y="989"/>
                  </a:lnTo>
                  <a:lnTo>
                    <a:pt x="257" y="1048"/>
                  </a:lnTo>
                  <a:lnTo>
                    <a:pt x="257" y="1087"/>
                  </a:lnTo>
                  <a:lnTo>
                    <a:pt x="277" y="1068"/>
                  </a:lnTo>
                  <a:lnTo>
                    <a:pt x="277" y="1127"/>
                  </a:lnTo>
                  <a:lnTo>
                    <a:pt x="257" y="1186"/>
                  </a:lnTo>
                  <a:lnTo>
                    <a:pt x="237" y="1186"/>
                  </a:lnTo>
                  <a:lnTo>
                    <a:pt x="237" y="1226"/>
                  </a:lnTo>
                  <a:lnTo>
                    <a:pt x="237" y="1245"/>
                  </a:lnTo>
                  <a:lnTo>
                    <a:pt x="257" y="1245"/>
                  </a:lnTo>
                  <a:lnTo>
                    <a:pt x="297" y="1028"/>
                  </a:lnTo>
                  <a:lnTo>
                    <a:pt x="316" y="1008"/>
                  </a:lnTo>
                  <a:lnTo>
                    <a:pt x="336" y="1028"/>
                  </a:lnTo>
                  <a:lnTo>
                    <a:pt x="316" y="1068"/>
                  </a:lnTo>
                  <a:lnTo>
                    <a:pt x="297" y="1166"/>
                  </a:lnTo>
                  <a:lnTo>
                    <a:pt x="316" y="1127"/>
                  </a:lnTo>
                  <a:lnTo>
                    <a:pt x="316" y="1107"/>
                  </a:lnTo>
                  <a:lnTo>
                    <a:pt x="336" y="1127"/>
                  </a:lnTo>
                  <a:lnTo>
                    <a:pt x="336" y="1226"/>
                  </a:lnTo>
                  <a:lnTo>
                    <a:pt x="316" y="1226"/>
                  </a:lnTo>
                  <a:lnTo>
                    <a:pt x="316" y="1265"/>
                  </a:lnTo>
                  <a:lnTo>
                    <a:pt x="297" y="1245"/>
                  </a:lnTo>
                  <a:lnTo>
                    <a:pt x="297" y="1305"/>
                  </a:lnTo>
                  <a:lnTo>
                    <a:pt x="316" y="1305"/>
                  </a:lnTo>
                  <a:lnTo>
                    <a:pt x="316" y="1384"/>
                  </a:lnTo>
                  <a:lnTo>
                    <a:pt x="336" y="1403"/>
                  </a:lnTo>
                  <a:lnTo>
                    <a:pt x="356" y="1384"/>
                  </a:lnTo>
                  <a:lnTo>
                    <a:pt x="376" y="1324"/>
                  </a:lnTo>
                  <a:lnTo>
                    <a:pt x="395" y="1245"/>
                  </a:lnTo>
                  <a:lnTo>
                    <a:pt x="376" y="1344"/>
                  </a:lnTo>
                  <a:lnTo>
                    <a:pt x="395" y="1344"/>
                  </a:lnTo>
                  <a:lnTo>
                    <a:pt x="395" y="1403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35" y="1305"/>
                  </a:lnTo>
                  <a:lnTo>
                    <a:pt x="415" y="1324"/>
                  </a:lnTo>
                  <a:lnTo>
                    <a:pt x="415" y="1285"/>
                  </a:lnTo>
                  <a:lnTo>
                    <a:pt x="435" y="1206"/>
                  </a:lnTo>
                  <a:lnTo>
                    <a:pt x="455" y="1206"/>
                  </a:lnTo>
                  <a:lnTo>
                    <a:pt x="435" y="1265"/>
                  </a:lnTo>
                  <a:lnTo>
                    <a:pt x="435" y="1305"/>
                  </a:lnTo>
                  <a:lnTo>
                    <a:pt x="435" y="1344"/>
                  </a:lnTo>
                  <a:lnTo>
                    <a:pt x="435" y="1403"/>
                  </a:lnTo>
                  <a:lnTo>
                    <a:pt x="474" y="1344"/>
                  </a:lnTo>
                  <a:lnTo>
                    <a:pt x="494" y="1265"/>
                  </a:lnTo>
                  <a:lnTo>
                    <a:pt x="474" y="1305"/>
                  </a:lnTo>
                  <a:lnTo>
                    <a:pt x="494" y="1226"/>
                  </a:lnTo>
                  <a:lnTo>
                    <a:pt x="494" y="1265"/>
                  </a:lnTo>
                  <a:lnTo>
                    <a:pt x="514" y="1305"/>
                  </a:lnTo>
                  <a:lnTo>
                    <a:pt x="494" y="1344"/>
                  </a:lnTo>
                  <a:lnTo>
                    <a:pt x="494" y="1324"/>
                  </a:lnTo>
                  <a:lnTo>
                    <a:pt x="474" y="1364"/>
                  </a:lnTo>
                  <a:lnTo>
                    <a:pt x="474" y="1403"/>
                  </a:lnTo>
                  <a:lnTo>
                    <a:pt x="494" y="1364"/>
                  </a:lnTo>
                  <a:lnTo>
                    <a:pt x="514" y="1344"/>
                  </a:lnTo>
                  <a:lnTo>
                    <a:pt x="514" y="1364"/>
                  </a:lnTo>
                  <a:lnTo>
                    <a:pt x="514" y="1384"/>
                  </a:lnTo>
                  <a:lnTo>
                    <a:pt x="534" y="1403"/>
                  </a:lnTo>
                  <a:lnTo>
                    <a:pt x="553" y="1344"/>
                  </a:lnTo>
                  <a:lnTo>
                    <a:pt x="573" y="1344"/>
                  </a:lnTo>
                  <a:lnTo>
                    <a:pt x="593" y="1206"/>
                  </a:lnTo>
                  <a:lnTo>
                    <a:pt x="593" y="1305"/>
                  </a:lnTo>
                  <a:lnTo>
                    <a:pt x="573" y="1384"/>
                  </a:lnTo>
                  <a:lnTo>
                    <a:pt x="593" y="1344"/>
                  </a:lnTo>
                  <a:lnTo>
                    <a:pt x="593" y="1384"/>
                  </a:lnTo>
                  <a:lnTo>
                    <a:pt x="613" y="1403"/>
                  </a:lnTo>
                  <a:lnTo>
                    <a:pt x="613" y="1384"/>
                  </a:lnTo>
                  <a:lnTo>
                    <a:pt x="633" y="1344"/>
                  </a:lnTo>
                  <a:lnTo>
                    <a:pt x="652" y="1305"/>
                  </a:lnTo>
                  <a:lnTo>
                    <a:pt x="692" y="1285"/>
                  </a:lnTo>
                  <a:lnTo>
                    <a:pt x="652" y="1364"/>
                  </a:lnTo>
                  <a:lnTo>
                    <a:pt x="633" y="1403"/>
                  </a:lnTo>
                  <a:lnTo>
                    <a:pt x="652" y="1423"/>
                  </a:lnTo>
                  <a:lnTo>
                    <a:pt x="672" y="1423"/>
                  </a:lnTo>
                  <a:lnTo>
                    <a:pt x="692" y="1403"/>
                  </a:lnTo>
                  <a:lnTo>
                    <a:pt x="692" y="1324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692" y="1384"/>
                  </a:lnTo>
                  <a:lnTo>
                    <a:pt x="692" y="1384"/>
                  </a:lnTo>
                  <a:lnTo>
                    <a:pt x="731" y="1324"/>
                  </a:lnTo>
                  <a:lnTo>
                    <a:pt x="744" y="1324"/>
                  </a:lnTo>
                  <a:lnTo>
                    <a:pt x="751" y="1305"/>
                  </a:lnTo>
                  <a:lnTo>
                    <a:pt x="771" y="1226"/>
                  </a:lnTo>
                  <a:lnTo>
                    <a:pt x="771" y="1166"/>
                  </a:lnTo>
                  <a:lnTo>
                    <a:pt x="751" y="1206"/>
                  </a:lnTo>
                  <a:lnTo>
                    <a:pt x="731" y="1206"/>
                  </a:lnTo>
                  <a:lnTo>
                    <a:pt x="731" y="1147"/>
                  </a:lnTo>
                  <a:lnTo>
                    <a:pt x="751" y="1087"/>
                  </a:lnTo>
                  <a:lnTo>
                    <a:pt x="751" y="1048"/>
                  </a:lnTo>
                  <a:lnTo>
                    <a:pt x="791" y="949"/>
                  </a:lnTo>
                  <a:lnTo>
                    <a:pt x="810" y="929"/>
                  </a:lnTo>
                  <a:lnTo>
                    <a:pt x="791" y="1008"/>
                  </a:lnTo>
                  <a:lnTo>
                    <a:pt x="771" y="1068"/>
                  </a:lnTo>
                  <a:lnTo>
                    <a:pt x="791" y="1048"/>
                  </a:lnTo>
                  <a:lnTo>
                    <a:pt x="771" y="1147"/>
                  </a:lnTo>
                  <a:lnTo>
                    <a:pt x="791" y="1068"/>
                  </a:lnTo>
                  <a:lnTo>
                    <a:pt x="810" y="989"/>
                  </a:lnTo>
                  <a:lnTo>
                    <a:pt x="810" y="949"/>
                  </a:lnTo>
                  <a:lnTo>
                    <a:pt x="830" y="989"/>
                  </a:lnTo>
                  <a:lnTo>
                    <a:pt x="850" y="969"/>
                  </a:lnTo>
                  <a:lnTo>
                    <a:pt x="850" y="1028"/>
                  </a:lnTo>
                  <a:lnTo>
                    <a:pt x="830" y="1008"/>
                  </a:lnTo>
                  <a:lnTo>
                    <a:pt x="830" y="1048"/>
                  </a:lnTo>
                  <a:lnTo>
                    <a:pt x="810" y="1107"/>
                  </a:lnTo>
                  <a:lnTo>
                    <a:pt x="810" y="1166"/>
                  </a:lnTo>
                  <a:lnTo>
                    <a:pt x="791" y="1226"/>
                  </a:lnTo>
                  <a:lnTo>
                    <a:pt x="771" y="1344"/>
                  </a:lnTo>
                  <a:lnTo>
                    <a:pt x="771" y="1384"/>
                  </a:lnTo>
                  <a:lnTo>
                    <a:pt x="791" y="1344"/>
                  </a:lnTo>
                  <a:lnTo>
                    <a:pt x="810" y="1344"/>
                  </a:lnTo>
                  <a:lnTo>
                    <a:pt x="830" y="1305"/>
                  </a:lnTo>
                  <a:lnTo>
                    <a:pt x="830" y="1364"/>
                  </a:lnTo>
                  <a:lnTo>
                    <a:pt x="850" y="1364"/>
                  </a:lnTo>
                  <a:lnTo>
                    <a:pt x="870" y="1324"/>
                  </a:lnTo>
                  <a:lnTo>
                    <a:pt x="870" y="1384"/>
                  </a:lnTo>
                  <a:lnTo>
                    <a:pt x="870" y="1403"/>
                  </a:lnTo>
                  <a:lnTo>
                    <a:pt x="889" y="1384"/>
                  </a:lnTo>
                  <a:lnTo>
                    <a:pt x="909" y="1344"/>
                  </a:lnTo>
                  <a:lnTo>
                    <a:pt x="949" y="1305"/>
                  </a:lnTo>
                  <a:lnTo>
                    <a:pt x="949" y="1285"/>
                  </a:lnTo>
                  <a:lnTo>
                    <a:pt x="968" y="1305"/>
                  </a:lnTo>
                  <a:lnTo>
                    <a:pt x="949" y="1344"/>
                  </a:lnTo>
                  <a:lnTo>
                    <a:pt x="968" y="1364"/>
                  </a:lnTo>
                  <a:lnTo>
                    <a:pt x="988" y="1305"/>
                  </a:lnTo>
                  <a:lnTo>
                    <a:pt x="988" y="1364"/>
                  </a:lnTo>
                  <a:lnTo>
                    <a:pt x="1008" y="1344"/>
                  </a:lnTo>
                  <a:lnTo>
                    <a:pt x="1008" y="1324"/>
                  </a:lnTo>
                  <a:lnTo>
                    <a:pt x="1028" y="1384"/>
                  </a:lnTo>
                  <a:lnTo>
                    <a:pt x="1047" y="1344"/>
                  </a:lnTo>
                  <a:lnTo>
                    <a:pt x="1067" y="1265"/>
                  </a:lnTo>
                  <a:lnTo>
                    <a:pt x="1047" y="1384"/>
                  </a:lnTo>
                  <a:lnTo>
                    <a:pt x="1126" y="1344"/>
                  </a:lnTo>
                  <a:lnTo>
                    <a:pt x="1205" y="1305"/>
                  </a:lnTo>
                  <a:lnTo>
                    <a:pt x="1186" y="1344"/>
                  </a:lnTo>
                  <a:lnTo>
                    <a:pt x="1205" y="1324"/>
                  </a:lnTo>
                  <a:lnTo>
                    <a:pt x="1245" y="1305"/>
                  </a:lnTo>
                  <a:lnTo>
                    <a:pt x="1265" y="1265"/>
                  </a:lnTo>
                  <a:lnTo>
                    <a:pt x="1284" y="1265"/>
                  </a:lnTo>
                  <a:lnTo>
                    <a:pt x="1304" y="1245"/>
                  </a:lnTo>
                  <a:lnTo>
                    <a:pt x="1324" y="1166"/>
                  </a:lnTo>
                  <a:lnTo>
                    <a:pt x="1324" y="1048"/>
                  </a:lnTo>
                  <a:lnTo>
                    <a:pt x="1344" y="1028"/>
                  </a:lnTo>
                  <a:lnTo>
                    <a:pt x="1344" y="1068"/>
                  </a:lnTo>
                  <a:lnTo>
                    <a:pt x="1344" y="1107"/>
                  </a:lnTo>
                  <a:lnTo>
                    <a:pt x="1344" y="1127"/>
                  </a:lnTo>
                  <a:lnTo>
                    <a:pt x="1324" y="1226"/>
                  </a:lnTo>
                  <a:lnTo>
                    <a:pt x="1304" y="1305"/>
                  </a:lnTo>
                  <a:lnTo>
                    <a:pt x="1344" y="1226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83" y="1265"/>
                  </a:lnTo>
                  <a:lnTo>
                    <a:pt x="1363" y="1305"/>
                  </a:lnTo>
                  <a:lnTo>
                    <a:pt x="1363" y="1285"/>
                  </a:lnTo>
                  <a:lnTo>
                    <a:pt x="1344" y="1285"/>
                  </a:lnTo>
                  <a:lnTo>
                    <a:pt x="1344" y="1305"/>
                  </a:lnTo>
                  <a:lnTo>
                    <a:pt x="1324" y="1344"/>
                  </a:lnTo>
                  <a:lnTo>
                    <a:pt x="1363" y="1324"/>
                  </a:lnTo>
                  <a:lnTo>
                    <a:pt x="1383" y="1324"/>
                  </a:lnTo>
                  <a:lnTo>
                    <a:pt x="1383" y="1285"/>
                  </a:lnTo>
                  <a:lnTo>
                    <a:pt x="1403" y="1245"/>
                  </a:lnTo>
                  <a:lnTo>
                    <a:pt x="1403" y="1265"/>
                  </a:lnTo>
                  <a:lnTo>
                    <a:pt x="1423" y="1206"/>
                  </a:lnTo>
                  <a:lnTo>
                    <a:pt x="1403" y="1285"/>
                  </a:lnTo>
                  <a:lnTo>
                    <a:pt x="1423" y="1226"/>
                  </a:lnTo>
                  <a:lnTo>
                    <a:pt x="1442" y="1226"/>
                  </a:lnTo>
                  <a:lnTo>
                    <a:pt x="1462" y="1245"/>
                  </a:lnTo>
                  <a:lnTo>
                    <a:pt x="1462" y="1285"/>
                  </a:lnTo>
                  <a:lnTo>
                    <a:pt x="1482" y="1265"/>
                  </a:lnTo>
                  <a:lnTo>
                    <a:pt x="1482" y="1305"/>
                  </a:lnTo>
                  <a:lnTo>
                    <a:pt x="1502" y="1324"/>
                  </a:lnTo>
                  <a:lnTo>
                    <a:pt x="1521" y="1324"/>
                  </a:lnTo>
                  <a:lnTo>
                    <a:pt x="1541" y="1364"/>
                  </a:lnTo>
                  <a:lnTo>
                    <a:pt x="1561" y="1324"/>
                  </a:lnTo>
                  <a:lnTo>
                    <a:pt x="1581" y="1285"/>
                  </a:lnTo>
                  <a:lnTo>
                    <a:pt x="1265" y="692"/>
                  </a:lnTo>
                  <a:lnTo>
                    <a:pt x="968" y="179"/>
                  </a:lnTo>
                  <a:lnTo>
                    <a:pt x="949" y="238"/>
                  </a:lnTo>
                  <a:lnTo>
                    <a:pt x="949" y="218"/>
                  </a:lnTo>
                  <a:lnTo>
                    <a:pt x="949" y="159"/>
                  </a:lnTo>
                  <a:lnTo>
                    <a:pt x="929" y="198"/>
                  </a:lnTo>
                  <a:lnTo>
                    <a:pt x="909" y="218"/>
                  </a:lnTo>
                  <a:lnTo>
                    <a:pt x="909" y="258"/>
                  </a:lnTo>
                  <a:lnTo>
                    <a:pt x="889" y="297"/>
                  </a:lnTo>
                  <a:lnTo>
                    <a:pt x="889" y="238"/>
                  </a:lnTo>
                  <a:lnTo>
                    <a:pt x="909" y="198"/>
                  </a:lnTo>
                  <a:lnTo>
                    <a:pt x="909" y="119"/>
                  </a:lnTo>
                  <a:lnTo>
                    <a:pt x="909" y="100"/>
                  </a:lnTo>
                  <a:lnTo>
                    <a:pt x="909" y="80"/>
                  </a:lnTo>
                  <a:lnTo>
                    <a:pt x="909" y="40"/>
                  </a:lnTo>
                  <a:lnTo>
                    <a:pt x="889" y="60"/>
                  </a:lnTo>
                  <a:lnTo>
                    <a:pt x="889" y="119"/>
                  </a:lnTo>
                  <a:lnTo>
                    <a:pt x="870" y="179"/>
                  </a:lnTo>
                  <a:lnTo>
                    <a:pt x="870" y="100"/>
                  </a:lnTo>
                  <a:lnTo>
                    <a:pt x="850" y="139"/>
                  </a:lnTo>
                  <a:lnTo>
                    <a:pt x="830" y="218"/>
                  </a:lnTo>
                  <a:lnTo>
                    <a:pt x="830" y="277"/>
                  </a:lnTo>
                  <a:lnTo>
                    <a:pt x="830" y="317"/>
                  </a:lnTo>
                  <a:lnTo>
                    <a:pt x="830" y="376"/>
                  </a:lnTo>
                  <a:lnTo>
                    <a:pt x="810" y="396"/>
                  </a:lnTo>
                  <a:lnTo>
                    <a:pt x="791" y="297"/>
                  </a:lnTo>
                  <a:lnTo>
                    <a:pt x="830" y="159"/>
                  </a:lnTo>
                  <a:lnTo>
                    <a:pt x="850" y="1"/>
                  </a:lnTo>
                  <a:lnTo>
                    <a:pt x="830" y="21"/>
                  </a:lnTo>
                  <a:lnTo>
                    <a:pt x="810" y="21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9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9"/>
            <p:cNvSpPr/>
            <p:nvPr/>
          </p:nvSpPr>
          <p:spPr>
            <a:xfrm>
              <a:off x="-1607450" y="32995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9"/>
            <p:cNvSpPr/>
            <p:nvPr/>
          </p:nvSpPr>
          <p:spPr>
            <a:xfrm>
              <a:off x="-1360550" y="3908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9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9"/>
            <p:cNvSpPr/>
            <p:nvPr/>
          </p:nvSpPr>
          <p:spPr>
            <a:xfrm>
              <a:off x="-1371900" y="3904975"/>
              <a:ext cx="19275" cy="6950"/>
            </a:xfrm>
            <a:custGeom>
              <a:rect b="b" l="l" r="r" t="t"/>
              <a:pathLst>
                <a:path extrusionOk="0" h="278" w="771">
                  <a:moveTo>
                    <a:pt x="672" y="1"/>
                  </a:moveTo>
                  <a:lnTo>
                    <a:pt x="593" y="21"/>
                  </a:lnTo>
                  <a:lnTo>
                    <a:pt x="613" y="21"/>
                  </a:lnTo>
                  <a:lnTo>
                    <a:pt x="672" y="1"/>
                  </a:lnTo>
                  <a:close/>
                  <a:moveTo>
                    <a:pt x="712" y="21"/>
                  </a:moveTo>
                  <a:lnTo>
                    <a:pt x="705" y="27"/>
                  </a:lnTo>
                  <a:lnTo>
                    <a:pt x="705" y="27"/>
                  </a:lnTo>
                  <a:lnTo>
                    <a:pt x="732" y="40"/>
                  </a:lnTo>
                  <a:lnTo>
                    <a:pt x="732" y="40"/>
                  </a:lnTo>
                  <a:lnTo>
                    <a:pt x="712" y="21"/>
                  </a:lnTo>
                  <a:close/>
                  <a:moveTo>
                    <a:pt x="613" y="1"/>
                  </a:moveTo>
                  <a:lnTo>
                    <a:pt x="514" y="21"/>
                  </a:lnTo>
                  <a:lnTo>
                    <a:pt x="475" y="40"/>
                  </a:lnTo>
                  <a:lnTo>
                    <a:pt x="514" y="40"/>
                  </a:lnTo>
                  <a:lnTo>
                    <a:pt x="593" y="21"/>
                  </a:lnTo>
                  <a:lnTo>
                    <a:pt x="613" y="1"/>
                  </a:lnTo>
                  <a:close/>
                  <a:moveTo>
                    <a:pt x="396" y="60"/>
                  </a:moveTo>
                  <a:lnTo>
                    <a:pt x="415" y="80"/>
                  </a:lnTo>
                  <a:lnTo>
                    <a:pt x="455" y="60"/>
                  </a:lnTo>
                  <a:close/>
                  <a:moveTo>
                    <a:pt x="613" y="100"/>
                  </a:moveTo>
                  <a:lnTo>
                    <a:pt x="593" y="119"/>
                  </a:lnTo>
                  <a:lnTo>
                    <a:pt x="613" y="119"/>
                  </a:lnTo>
                  <a:lnTo>
                    <a:pt x="613" y="100"/>
                  </a:lnTo>
                  <a:close/>
                  <a:moveTo>
                    <a:pt x="99" y="238"/>
                  </a:moveTo>
                  <a:lnTo>
                    <a:pt x="1" y="277"/>
                  </a:lnTo>
                  <a:lnTo>
                    <a:pt x="40" y="277"/>
                  </a:lnTo>
                  <a:lnTo>
                    <a:pt x="99" y="238"/>
                  </a:lnTo>
                  <a:close/>
                  <a:moveTo>
                    <a:pt x="692" y="21"/>
                  </a:moveTo>
                  <a:lnTo>
                    <a:pt x="652" y="40"/>
                  </a:lnTo>
                  <a:lnTo>
                    <a:pt x="514" y="40"/>
                  </a:lnTo>
                  <a:lnTo>
                    <a:pt x="455" y="60"/>
                  </a:lnTo>
                  <a:lnTo>
                    <a:pt x="494" y="60"/>
                  </a:lnTo>
                  <a:lnTo>
                    <a:pt x="455" y="80"/>
                  </a:lnTo>
                  <a:lnTo>
                    <a:pt x="475" y="80"/>
                  </a:lnTo>
                  <a:lnTo>
                    <a:pt x="297" y="139"/>
                  </a:lnTo>
                  <a:lnTo>
                    <a:pt x="159" y="198"/>
                  </a:lnTo>
                  <a:lnTo>
                    <a:pt x="198" y="218"/>
                  </a:lnTo>
                  <a:lnTo>
                    <a:pt x="99" y="238"/>
                  </a:lnTo>
                  <a:lnTo>
                    <a:pt x="80" y="277"/>
                  </a:lnTo>
                  <a:lnTo>
                    <a:pt x="99" y="277"/>
                  </a:lnTo>
                  <a:lnTo>
                    <a:pt x="119" y="258"/>
                  </a:lnTo>
                  <a:lnTo>
                    <a:pt x="198" y="258"/>
                  </a:lnTo>
                  <a:lnTo>
                    <a:pt x="218" y="238"/>
                  </a:lnTo>
                  <a:lnTo>
                    <a:pt x="198" y="238"/>
                  </a:lnTo>
                  <a:lnTo>
                    <a:pt x="257" y="218"/>
                  </a:lnTo>
                  <a:lnTo>
                    <a:pt x="356" y="179"/>
                  </a:lnTo>
                  <a:lnTo>
                    <a:pt x="396" y="179"/>
                  </a:lnTo>
                  <a:lnTo>
                    <a:pt x="396" y="159"/>
                  </a:lnTo>
                  <a:lnTo>
                    <a:pt x="356" y="159"/>
                  </a:lnTo>
                  <a:lnTo>
                    <a:pt x="396" y="139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80"/>
                  </a:lnTo>
                  <a:lnTo>
                    <a:pt x="554" y="100"/>
                  </a:lnTo>
                  <a:lnTo>
                    <a:pt x="534" y="100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494" y="119"/>
                  </a:lnTo>
                  <a:lnTo>
                    <a:pt x="514" y="119"/>
                  </a:lnTo>
                  <a:lnTo>
                    <a:pt x="593" y="100"/>
                  </a:lnTo>
                  <a:lnTo>
                    <a:pt x="613" y="100"/>
                  </a:lnTo>
                  <a:lnTo>
                    <a:pt x="692" y="80"/>
                  </a:lnTo>
                  <a:lnTo>
                    <a:pt x="692" y="60"/>
                  </a:lnTo>
                  <a:lnTo>
                    <a:pt x="771" y="40"/>
                  </a:lnTo>
                  <a:lnTo>
                    <a:pt x="692" y="40"/>
                  </a:lnTo>
                  <a:lnTo>
                    <a:pt x="705" y="27"/>
                  </a:lnTo>
                  <a:lnTo>
                    <a:pt x="705" y="27"/>
                  </a:lnTo>
                  <a:lnTo>
                    <a:pt x="692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9"/>
            <p:cNvSpPr/>
            <p:nvPr/>
          </p:nvSpPr>
          <p:spPr>
            <a:xfrm>
              <a:off x="-1388675" y="3898575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9"/>
            <p:cNvSpPr/>
            <p:nvPr/>
          </p:nvSpPr>
          <p:spPr>
            <a:xfrm>
              <a:off x="-1360050" y="3902525"/>
              <a:ext cx="2500" cy="500"/>
            </a:xfrm>
            <a:custGeom>
              <a:rect b="b" l="l" r="r" t="t"/>
              <a:pathLst>
                <a:path extrusionOk="0" h="20" w="100">
                  <a:moveTo>
                    <a:pt x="99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9"/>
            <p:cNvSpPr/>
            <p:nvPr/>
          </p:nvSpPr>
          <p:spPr>
            <a:xfrm>
              <a:off x="-1356600" y="3901525"/>
              <a:ext cx="2000" cy="525"/>
            </a:xfrm>
            <a:custGeom>
              <a:rect b="b" l="l" r="r" t="t"/>
              <a:pathLst>
                <a:path extrusionOk="0" h="21" w="80">
                  <a:moveTo>
                    <a:pt x="1" y="20"/>
                  </a:moveTo>
                  <a:lnTo>
                    <a:pt x="1" y="2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9"/>
            <p:cNvSpPr/>
            <p:nvPr/>
          </p:nvSpPr>
          <p:spPr>
            <a:xfrm>
              <a:off x="-1395600" y="3860050"/>
              <a:ext cx="43975" cy="52850"/>
            </a:xfrm>
            <a:custGeom>
              <a:rect b="b" l="l" r="r" t="t"/>
              <a:pathLst>
                <a:path extrusionOk="0" h="2114" w="1759">
                  <a:moveTo>
                    <a:pt x="1225" y="573"/>
                  </a:moveTo>
                  <a:lnTo>
                    <a:pt x="1225" y="593"/>
                  </a:lnTo>
                  <a:lnTo>
                    <a:pt x="1284" y="593"/>
                  </a:lnTo>
                  <a:lnTo>
                    <a:pt x="1245" y="573"/>
                  </a:lnTo>
                  <a:close/>
                  <a:moveTo>
                    <a:pt x="60" y="1126"/>
                  </a:moveTo>
                  <a:lnTo>
                    <a:pt x="60" y="1146"/>
                  </a:lnTo>
                  <a:lnTo>
                    <a:pt x="80" y="1126"/>
                  </a:lnTo>
                  <a:close/>
                  <a:moveTo>
                    <a:pt x="80" y="1146"/>
                  </a:moveTo>
                  <a:lnTo>
                    <a:pt x="1" y="1185"/>
                  </a:lnTo>
                  <a:lnTo>
                    <a:pt x="20" y="1185"/>
                  </a:lnTo>
                  <a:lnTo>
                    <a:pt x="1" y="1205"/>
                  </a:lnTo>
                  <a:lnTo>
                    <a:pt x="1" y="1225"/>
                  </a:lnTo>
                  <a:lnTo>
                    <a:pt x="20" y="1205"/>
                  </a:lnTo>
                  <a:lnTo>
                    <a:pt x="60" y="1185"/>
                  </a:lnTo>
                  <a:lnTo>
                    <a:pt x="60" y="1185"/>
                  </a:lnTo>
                  <a:lnTo>
                    <a:pt x="40" y="1205"/>
                  </a:lnTo>
                  <a:lnTo>
                    <a:pt x="139" y="1166"/>
                  </a:lnTo>
                  <a:lnTo>
                    <a:pt x="99" y="1166"/>
                  </a:lnTo>
                  <a:lnTo>
                    <a:pt x="119" y="1146"/>
                  </a:lnTo>
                  <a:close/>
                  <a:moveTo>
                    <a:pt x="1284" y="1205"/>
                  </a:moveTo>
                  <a:lnTo>
                    <a:pt x="1253" y="1213"/>
                  </a:lnTo>
                  <a:lnTo>
                    <a:pt x="1253" y="1213"/>
                  </a:lnTo>
                  <a:lnTo>
                    <a:pt x="1265" y="1225"/>
                  </a:lnTo>
                  <a:lnTo>
                    <a:pt x="1284" y="1205"/>
                  </a:lnTo>
                  <a:close/>
                  <a:moveTo>
                    <a:pt x="218" y="1264"/>
                  </a:moveTo>
                  <a:lnTo>
                    <a:pt x="198" y="1284"/>
                  </a:lnTo>
                  <a:lnTo>
                    <a:pt x="238" y="1264"/>
                  </a:lnTo>
                  <a:close/>
                  <a:moveTo>
                    <a:pt x="1620" y="1363"/>
                  </a:moveTo>
                  <a:lnTo>
                    <a:pt x="1581" y="138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40" y="1363"/>
                  </a:lnTo>
                  <a:close/>
                  <a:moveTo>
                    <a:pt x="1699" y="1403"/>
                  </a:moveTo>
                  <a:lnTo>
                    <a:pt x="1640" y="1423"/>
                  </a:lnTo>
                  <a:lnTo>
                    <a:pt x="1660" y="1423"/>
                  </a:lnTo>
                  <a:lnTo>
                    <a:pt x="1719" y="1403"/>
                  </a:lnTo>
                  <a:close/>
                  <a:moveTo>
                    <a:pt x="376" y="1423"/>
                  </a:moveTo>
                  <a:lnTo>
                    <a:pt x="356" y="1442"/>
                  </a:lnTo>
                  <a:lnTo>
                    <a:pt x="336" y="1442"/>
                  </a:lnTo>
                  <a:lnTo>
                    <a:pt x="376" y="1423"/>
                  </a:lnTo>
                  <a:close/>
                  <a:moveTo>
                    <a:pt x="336" y="1502"/>
                  </a:moveTo>
                  <a:lnTo>
                    <a:pt x="297" y="1521"/>
                  </a:lnTo>
                  <a:lnTo>
                    <a:pt x="317" y="1521"/>
                  </a:lnTo>
                  <a:lnTo>
                    <a:pt x="336" y="1502"/>
                  </a:lnTo>
                  <a:close/>
                  <a:moveTo>
                    <a:pt x="1541" y="1581"/>
                  </a:moveTo>
                  <a:lnTo>
                    <a:pt x="1541" y="1590"/>
                  </a:lnTo>
                  <a:lnTo>
                    <a:pt x="1541" y="1590"/>
                  </a:lnTo>
                  <a:lnTo>
                    <a:pt x="1561" y="1581"/>
                  </a:lnTo>
                  <a:close/>
                  <a:moveTo>
                    <a:pt x="613" y="1640"/>
                  </a:moveTo>
                  <a:lnTo>
                    <a:pt x="633" y="1660"/>
                  </a:lnTo>
                  <a:lnTo>
                    <a:pt x="652" y="1640"/>
                  </a:lnTo>
                  <a:close/>
                  <a:moveTo>
                    <a:pt x="1008" y="1640"/>
                  </a:moveTo>
                  <a:lnTo>
                    <a:pt x="949" y="1660"/>
                  </a:lnTo>
                  <a:lnTo>
                    <a:pt x="968" y="1660"/>
                  </a:lnTo>
                  <a:lnTo>
                    <a:pt x="968" y="1679"/>
                  </a:lnTo>
                  <a:lnTo>
                    <a:pt x="1008" y="1660"/>
                  </a:lnTo>
                  <a:lnTo>
                    <a:pt x="1008" y="1640"/>
                  </a:lnTo>
                  <a:close/>
                  <a:moveTo>
                    <a:pt x="1034" y="1923"/>
                  </a:moveTo>
                  <a:lnTo>
                    <a:pt x="968" y="1956"/>
                  </a:lnTo>
                  <a:lnTo>
                    <a:pt x="889" y="1976"/>
                  </a:lnTo>
                  <a:lnTo>
                    <a:pt x="909" y="1956"/>
                  </a:lnTo>
                  <a:lnTo>
                    <a:pt x="929" y="1936"/>
                  </a:lnTo>
                  <a:lnTo>
                    <a:pt x="968" y="1936"/>
                  </a:lnTo>
                  <a:lnTo>
                    <a:pt x="1034" y="1923"/>
                  </a:lnTo>
                  <a:close/>
                  <a:moveTo>
                    <a:pt x="830" y="2015"/>
                  </a:moveTo>
                  <a:lnTo>
                    <a:pt x="810" y="2035"/>
                  </a:lnTo>
                  <a:lnTo>
                    <a:pt x="830" y="2035"/>
                  </a:lnTo>
                  <a:lnTo>
                    <a:pt x="830" y="2015"/>
                  </a:lnTo>
                  <a:close/>
                  <a:moveTo>
                    <a:pt x="791" y="0"/>
                  </a:moveTo>
                  <a:lnTo>
                    <a:pt x="633" y="198"/>
                  </a:lnTo>
                  <a:lnTo>
                    <a:pt x="475" y="415"/>
                  </a:lnTo>
                  <a:lnTo>
                    <a:pt x="297" y="672"/>
                  </a:lnTo>
                  <a:lnTo>
                    <a:pt x="139" y="968"/>
                  </a:lnTo>
                  <a:lnTo>
                    <a:pt x="178" y="948"/>
                  </a:lnTo>
                  <a:lnTo>
                    <a:pt x="159" y="968"/>
                  </a:lnTo>
                  <a:lnTo>
                    <a:pt x="119" y="968"/>
                  </a:lnTo>
                  <a:lnTo>
                    <a:pt x="99" y="1008"/>
                  </a:lnTo>
                  <a:lnTo>
                    <a:pt x="159" y="1027"/>
                  </a:lnTo>
                  <a:lnTo>
                    <a:pt x="99" y="1047"/>
                  </a:lnTo>
                  <a:lnTo>
                    <a:pt x="40" y="1106"/>
                  </a:lnTo>
                  <a:lnTo>
                    <a:pt x="60" y="1126"/>
                  </a:lnTo>
                  <a:lnTo>
                    <a:pt x="99" y="1106"/>
                  </a:lnTo>
                  <a:lnTo>
                    <a:pt x="159" y="1087"/>
                  </a:lnTo>
                  <a:lnTo>
                    <a:pt x="198" y="1087"/>
                  </a:lnTo>
                  <a:lnTo>
                    <a:pt x="218" y="1106"/>
                  </a:lnTo>
                  <a:lnTo>
                    <a:pt x="238" y="1106"/>
                  </a:lnTo>
                  <a:lnTo>
                    <a:pt x="257" y="1087"/>
                  </a:lnTo>
                  <a:lnTo>
                    <a:pt x="277" y="1087"/>
                  </a:lnTo>
                  <a:lnTo>
                    <a:pt x="277" y="1106"/>
                  </a:lnTo>
                  <a:lnTo>
                    <a:pt x="218" y="1126"/>
                  </a:lnTo>
                  <a:lnTo>
                    <a:pt x="159" y="1146"/>
                  </a:lnTo>
                  <a:lnTo>
                    <a:pt x="198" y="1146"/>
                  </a:lnTo>
                  <a:lnTo>
                    <a:pt x="198" y="1166"/>
                  </a:lnTo>
                  <a:lnTo>
                    <a:pt x="178" y="1166"/>
                  </a:lnTo>
                  <a:lnTo>
                    <a:pt x="99" y="1205"/>
                  </a:lnTo>
                  <a:lnTo>
                    <a:pt x="178" y="1185"/>
                  </a:lnTo>
                  <a:lnTo>
                    <a:pt x="198" y="1185"/>
                  </a:lnTo>
                  <a:lnTo>
                    <a:pt x="159" y="1205"/>
                  </a:lnTo>
                  <a:lnTo>
                    <a:pt x="218" y="1205"/>
                  </a:lnTo>
                  <a:lnTo>
                    <a:pt x="277" y="1185"/>
                  </a:lnTo>
                  <a:lnTo>
                    <a:pt x="356" y="1166"/>
                  </a:lnTo>
                  <a:lnTo>
                    <a:pt x="356" y="1185"/>
                  </a:lnTo>
                  <a:lnTo>
                    <a:pt x="317" y="1205"/>
                  </a:lnTo>
                  <a:lnTo>
                    <a:pt x="356" y="1205"/>
                  </a:lnTo>
                  <a:lnTo>
                    <a:pt x="336" y="1225"/>
                  </a:lnTo>
                  <a:lnTo>
                    <a:pt x="297" y="1245"/>
                  </a:lnTo>
                  <a:lnTo>
                    <a:pt x="297" y="1225"/>
                  </a:lnTo>
                  <a:lnTo>
                    <a:pt x="257" y="1225"/>
                  </a:lnTo>
                  <a:lnTo>
                    <a:pt x="198" y="1245"/>
                  </a:lnTo>
                  <a:lnTo>
                    <a:pt x="178" y="1264"/>
                  </a:lnTo>
                  <a:lnTo>
                    <a:pt x="257" y="1245"/>
                  </a:lnTo>
                  <a:lnTo>
                    <a:pt x="238" y="1264"/>
                  </a:lnTo>
                  <a:lnTo>
                    <a:pt x="257" y="1264"/>
                  </a:lnTo>
                  <a:lnTo>
                    <a:pt x="139" y="1304"/>
                  </a:lnTo>
                  <a:lnTo>
                    <a:pt x="159" y="1304"/>
                  </a:lnTo>
                  <a:lnTo>
                    <a:pt x="139" y="1324"/>
                  </a:lnTo>
                  <a:lnTo>
                    <a:pt x="178" y="1304"/>
                  </a:lnTo>
                  <a:lnTo>
                    <a:pt x="238" y="1304"/>
                  </a:lnTo>
                  <a:lnTo>
                    <a:pt x="218" y="1324"/>
                  </a:lnTo>
                  <a:lnTo>
                    <a:pt x="198" y="1343"/>
                  </a:lnTo>
                  <a:lnTo>
                    <a:pt x="277" y="1324"/>
                  </a:lnTo>
                  <a:lnTo>
                    <a:pt x="238" y="1324"/>
                  </a:lnTo>
                  <a:lnTo>
                    <a:pt x="277" y="1304"/>
                  </a:lnTo>
                  <a:lnTo>
                    <a:pt x="317" y="1304"/>
                  </a:lnTo>
                  <a:lnTo>
                    <a:pt x="336" y="1324"/>
                  </a:lnTo>
                  <a:lnTo>
                    <a:pt x="376" y="1324"/>
                  </a:lnTo>
                  <a:lnTo>
                    <a:pt x="317" y="1343"/>
                  </a:lnTo>
                  <a:lnTo>
                    <a:pt x="238" y="1363"/>
                  </a:lnTo>
                  <a:lnTo>
                    <a:pt x="238" y="1343"/>
                  </a:lnTo>
                  <a:lnTo>
                    <a:pt x="218" y="1363"/>
                  </a:lnTo>
                  <a:lnTo>
                    <a:pt x="277" y="1383"/>
                  </a:lnTo>
                  <a:lnTo>
                    <a:pt x="257" y="1383"/>
                  </a:lnTo>
                  <a:lnTo>
                    <a:pt x="218" y="1423"/>
                  </a:lnTo>
                  <a:lnTo>
                    <a:pt x="257" y="1403"/>
                  </a:lnTo>
                  <a:lnTo>
                    <a:pt x="257" y="1423"/>
                  </a:lnTo>
                  <a:lnTo>
                    <a:pt x="336" y="1403"/>
                  </a:lnTo>
                  <a:lnTo>
                    <a:pt x="336" y="1403"/>
                  </a:lnTo>
                  <a:lnTo>
                    <a:pt x="277" y="1423"/>
                  </a:lnTo>
                  <a:lnTo>
                    <a:pt x="277" y="1442"/>
                  </a:lnTo>
                  <a:lnTo>
                    <a:pt x="238" y="1462"/>
                  </a:lnTo>
                  <a:lnTo>
                    <a:pt x="257" y="1462"/>
                  </a:lnTo>
                  <a:lnTo>
                    <a:pt x="297" y="1452"/>
                  </a:lnTo>
                  <a:lnTo>
                    <a:pt x="297" y="1452"/>
                  </a:lnTo>
                  <a:lnTo>
                    <a:pt x="297" y="1462"/>
                  </a:lnTo>
                  <a:lnTo>
                    <a:pt x="376" y="1462"/>
                  </a:lnTo>
                  <a:lnTo>
                    <a:pt x="396" y="1442"/>
                  </a:lnTo>
                  <a:lnTo>
                    <a:pt x="455" y="1423"/>
                  </a:lnTo>
                  <a:lnTo>
                    <a:pt x="435" y="1442"/>
                  </a:lnTo>
                  <a:lnTo>
                    <a:pt x="396" y="1462"/>
                  </a:lnTo>
                  <a:lnTo>
                    <a:pt x="494" y="1462"/>
                  </a:lnTo>
                  <a:lnTo>
                    <a:pt x="534" y="1442"/>
                  </a:lnTo>
                  <a:lnTo>
                    <a:pt x="475" y="1482"/>
                  </a:lnTo>
                  <a:lnTo>
                    <a:pt x="415" y="1482"/>
                  </a:lnTo>
                  <a:lnTo>
                    <a:pt x="356" y="1521"/>
                  </a:lnTo>
                  <a:lnTo>
                    <a:pt x="356" y="1541"/>
                  </a:lnTo>
                  <a:lnTo>
                    <a:pt x="317" y="1541"/>
                  </a:lnTo>
                  <a:lnTo>
                    <a:pt x="317" y="1561"/>
                  </a:lnTo>
                  <a:lnTo>
                    <a:pt x="435" y="1521"/>
                  </a:lnTo>
                  <a:lnTo>
                    <a:pt x="356" y="1561"/>
                  </a:lnTo>
                  <a:lnTo>
                    <a:pt x="396" y="1561"/>
                  </a:lnTo>
                  <a:lnTo>
                    <a:pt x="475" y="1541"/>
                  </a:lnTo>
                  <a:lnTo>
                    <a:pt x="534" y="1521"/>
                  </a:lnTo>
                  <a:lnTo>
                    <a:pt x="573" y="1521"/>
                  </a:lnTo>
                  <a:lnTo>
                    <a:pt x="613" y="1502"/>
                  </a:lnTo>
                  <a:lnTo>
                    <a:pt x="573" y="1502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13" y="1521"/>
                  </a:lnTo>
                  <a:lnTo>
                    <a:pt x="573" y="1541"/>
                  </a:lnTo>
                  <a:lnTo>
                    <a:pt x="435" y="1581"/>
                  </a:lnTo>
                  <a:lnTo>
                    <a:pt x="277" y="1620"/>
                  </a:lnTo>
                  <a:lnTo>
                    <a:pt x="317" y="1640"/>
                  </a:lnTo>
                  <a:lnTo>
                    <a:pt x="297" y="1660"/>
                  </a:lnTo>
                  <a:lnTo>
                    <a:pt x="396" y="1640"/>
                  </a:lnTo>
                  <a:lnTo>
                    <a:pt x="494" y="1600"/>
                  </a:lnTo>
                  <a:lnTo>
                    <a:pt x="494" y="1620"/>
                  </a:lnTo>
                  <a:lnTo>
                    <a:pt x="455" y="1620"/>
                  </a:lnTo>
                  <a:lnTo>
                    <a:pt x="514" y="1640"/>
                  </a:lnTo>
                  <a:lnTo>
                    <a:pt x="593" y="1640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712" y="1600"/>
                  </a:lnTo>
                  <a:lnTo>
                    <a:pt x="751" y="1600"/>
                  </a:lnTo>
                  <a:lnTo>
                    <a:pt x="692" y="1620"/>
                  </a:lnTo>
                  <a:lnTo>
                    <a:pt x="692" y="1640"/>
                  </a:lnTo>
                  <a:lnTo>
                    <a:pt x="712" y="1640"/>
                  </a:lnTo>
                  <a:lnTo>
                    <a:pt x="652" y="1660"/>
                  </a:lnTo>
                  <a:lnTo>
                    <a:pt x="613" y="1660"/>
                  </a:lnTo>
                  <a:lnTo>
                    <a:pt x="514" y="1699"/>
                  </a:lnTo>
                  <a:lnTo>
                    <a:pt x="554" y="1699"/>
                  </a:lnTo>
                  <a:lnTo>
                    <a:pt x="613" y="1679"/>
                  </a:lnTo>
                  <a:lnTo>
                    <a:pt x="554" y="1719"/>
                  </a:lnTo>
                  <a:lnTo>
                    <a:pt x="554" y="1739"/>
                  </a:lnTo>
                  <a:lnTo>
                    <a:pt x="455" y="1778"/>
                  </a:lnTo>
                  <a:lnTo>
                    <a:pt x="652" y="1778"/>
                  </a:lnTo>
                  <a:lnTo>
                    <a:pt x="692" y="1758"/>
                  </a:lnTo>
                  <a:lnTo>
                    <a:pt x="712" y="1758"/>
                  </a:lnTo>
                  <a:lnTo>
                    <a:pt x="712" y="1739"/>
                  </a:lnTo>
                  <a:lnTo>
                    <a:pt x="652" y="1739"/>
                  </a:lnTo>
                  <a:lnTo>
                    <a:pt x="692" y="1719"/>
                  </a:lnTo>
                  <a:lnTo>
                    <a:pt x="554" y="1758"/>
                  </a:lnTo>
                  <a:lnTo>
                    <a:pt x="573" y="1739"/>
                  </a:lnTo>
                  <a:lnTo>
                    <a:pt x="593" y="1719"/>
                  </a:lnTo>
                  <a:lnTo>
                    <a:pt x="692" y="1699"/>
                  </a:lnTo>
                  <a:lnTo>
                    <a:pt x="771" y="1699"/>
                  </a:lnTo>
                  <a:lnTo>
                    <a:pt x="791" y="1679"/>
                  </a:lnTo>
                  <a:lnTo>
                    <a:pt x="810" y="1660"/>
                  </a:lnTo>
                  <a:lnTo>
                    <a:pt x="889" y="1620"/>
                  </a:lnTo>
                  <a:lnTo>
                    <a:pt x="1028" y="1600"/>
                  </a:lnTo>
                  <a:lnTo>
                    <a:pt x="968" y="1620"/>
                  </a:lnTo>
                  <a:lnTo>
                    <a:pt x="1067" y="1620"/>
                  </a:lnTo>
                  <a:lnTo>
                    <a:pt x="1008" y="1640"/>
                  </a:lnTo>
                  <a:lnTo>
                    <a:pt x="1087" y="1640"/>
                  </a:lnTo>
                  <a:lnTo>
                    <a:pt x="1166" y="1620"/>
                  </a:lnTo>
                  <a:lnTo>
                    <a:pt x="1146" y="1640"/>
                  </a:lnTo>
                  <a:lnTo>
                    <a:pt x="1067" y="1679"/>
                  </a:lnTo>
                  <a:lnTo>
                    <a:pt x="909" y="1719"/>
                  </a:lnTo>
                  <a:lnTo>
                    <a:pt x="949" y="1719"/>
                  </a:lnTo>
                  <a:lnTo>
                    <a:pt x="731" y="1778"/>
                  </a:lnTo>
                  <a:lnTo>
                    <a:pt x="731" y="1798"/>
                  </a:lnTo>
                  <a:lnTo>
                    <a:pt x="731" y="1818"/>
                  </a:lnTo>
                  <a:lnTo>
                    <a:pt x="593" y="1877"/>
                  </a:lnTo>
                  <a:lnTo>
                    <a:pt x="613" y="1877"/>
                  </a:lnTo>
                  <a:lnTo>
                    <a:pt x="554" y="1916"/>
                  </a:lnTo>
                  <a:lnTo>
                    <a:pt x="613" y="1897"/>
                  </a:lnTo>
                  <a:lnTo>
                    <a:pt x="692" y="1857"/>
                  </a:lnTo>
                  <a:lnTo>
                    <a:pt x="672" y="1877"/>
                  </a:lnTo>
                  <a:lnTo>
                    <a:pt x="692" y="1877"/>
                  </a:lnTo>
                  <a:lnTo>
                    <a:pt x="712" y="1857"/>
                  </a:lnTo>
                  <a:lnTo>
                    <a:pt x="751" y="1837"/>
                  </a:lnTo>
                  <a:lnTo>
                    <a:pt x="850" y="1818"/>
                  </a:lnTo>
                  <a:lnTo>
                    <a:pt x="850" y="1798"/>
                  </a:lnTo>
                  <a:lnTo>
                    <a:pt x="889" y="1778"/>
                  </a:lnTo>
                  <a:lnTo>
                    <a:pt x="889" y="1798"/>
                  </a:lnTo>
                  <a:lnTo>
                    <a:pt x="909" y="1798"/>
                  </a:lnTo>
                  <a:lnTo>
                    <a:pt x="751" y="1857"/>
                  </a:lnTo>
                  <a:lnTo>
                    <a:pt x="791" y="1857"/>
                  </a:lnTo>
                  <a:lnTo>
                    <a:pt x="751" y="1877"/>
                  </a:lnTo>
                  <a:lnTo>
                    <a:pt x="712" y="1897"/>
                  </a:lnTo>
                  <a:lnTo>
                    <a:pt x="692" y="1897"/>
                  </a:lnTo>
                  <a:lnTo>
                    <a:pt x="672" y="1916"/>
                  </a:lnTo>
                  <a:lnTo>
                    <a:pt x="633" y="1916"/>
                  </a:lnTo>
                  <a:lnTo>
                    <a:pt x="613" y="1956"/>
                  </a:lnTo>
                  <a:lnTo>
                    <a:pt x="573" y="1956"/>
                  </a:lnTo>
                  <a:lnTo>
                    <a:pt x="573" y="1976"/>
                  </a:lnTo>
                  <a:lnTo>
                    <a:pt x="672" y="1956"/>
                  </a:lnTo>
                  <a:lnTo>
                    <a:pt x="672" y="1956"/>
                  </a:lnTo>
                  <a:lnTo>
                    <a:pt x="633" y="1976"/>
                  </a:lnTo>
                  <a:lnTo>
                    <a:pt x="573" y="2015"/>
                  </a:lnTo>
                  <a:lnTo>
                    <a:pt x="652" y="1976"/>
                  </a:lnTo>
                  <a:lnTo>
                    <a:pt x="652" y="1995"/>
                  </a:lnTo>
                  <a:lnTo>
                    <a:pt x="692" y="1976"/>
                  </a:lnTo>
                  <a:lnTo>
                    <a:pt x="751" y="1976"/>
                  </a:lnTo>
                  <a:lnTo>
                    <a:pt x="791" y="1956"/>
                  </a:lnTo>
                  <a:lnTo>
                    <a:pt x="850" y="1936"/>
                  </a:lnTo>
                  <a:lnTo>
                    <a:pt x="870" y="1936"/>
                  </a:lnTo>
                  <a:lnTo>
                    <a:pt x="870" y="1956"/>
                  </a:lnTo>
                  <a:lnTo>
                    <a:pt x="672" y="2015"/>
                  </a:lnTo>
                  <a:lnTo>
                    <a:pt x="692" y="2015"/>
                  </a:lnTo>
                  <a:lnTo>
                    <a:pt x="672" y="2035"/>
                  </a:lnTo>
                  <a:lnTo>
                    <a:pt x="731" y="2015"/>
                  </a:lnTo>
                  <a:lnTo>
                    <a:pt x="791" y="1995"/>
                  </a:lnTo>
                  <a:lnTo>
                    <a:pt x="810" y="1995"/>
                  </a:lnTo>
                  <a:lnTo>
                    <a:pt x="810" y="2015"/>
                  </a:lnTo>
                  <a:lnTo>
                    <a:pt x="850" y="1995"/>
                  </a:lnTo>
                  <a:lnTo>
                    <a:pt x="949" y="1976"/>
                  </a:lnTo>
                  <a:lnTo>
                    <a:pt x="909" y="1995"/>
                  </a:lnTo>
                  <a:lnTo>
                    <a:pt x="830" y="2035"/>
                  </a:lnTo>
                  <a:lnTo>
                    <a:pt x="712" y="2094"/>
                  </a:lnTo>
                  <a:lnTo>
                    <a:pt x="731" y="2094"/>
                  </a:lnTo>
                  <a:lnTo>
                    <a:pt x="731" y="2114"/>
                  </a:lnTo>
                  <a:lnTo>
                    <a:pt x="751" y="2094"/>
                  </a:lnTo>
                  <a:lnTo>
                    <a:pt x="791" y="2074"/>
                  </a:lnTo>
                  <a:lnTo>
                    <a:pt x="810" y="2074"/>
                  </a:lnTo>
                  <a:lnTo>
                    <a:pt x="929" y="2055"/>
                  </a:lnTo>
                  <a:lnTo>
                    <a:pt x="929" y="2035"/>
                  </a:lnTo>
                  <a:lnTo>
                    <a:pt x="909" y="2055"/>
                  </a:lnTo>
                  <a:lnTo>
                    <a:pt x="850" y="2055"/>
                  </a:lnTo>
                  <a:lnTo>
                    <a:pt x="909" y="2035"/>
                  </a:lnTo>
                  <a:lnTo>
                    <a:pt x="988" y="2015"/>
                  </a:lnTo>
                  <a:lnTo>
                    <a:pt x="1087" y="1995"/>
                  </a:lnTo>
                  <a:lnTo>
                    <a:pt x="1087" y="1976"/>
                  </a:lnTo>
                  <a:lnTo>
                    <a:pt x="1067" y="1995"/>
                  </a:lnTo>
                  <a:lnTo>
                    <a:pt x="968" y="2015"/>
                  </a:lnTo>
                  <a:lnTo>
                    <a:pt x="909" y="2015"/>
                  </a:lnTo>
                  <a:lnTo>
                    <a:pt x="988" y="1995"/>
                  </a:lnTo>
                  <a:lnTo>
                    <a:pt x="988" y="1976"/>
                  </a:lnTo>
                  <a:lnTo>
                    <a:pt x="1008" y="1956"/>
                  </a:lnTo>
                  <a:lnTo>
                    <a:pt x="1042" y="1921"/>
                  </a:lnTo>
                  <a:lnTo>
                    <a:pt x="1042" y="1921"/>
                  </a:lnTo>
                  <a:lnTo>
                    <a:pt x="1067" y="1916"/>
                  </a:lnTo>
                  <a:lnTo>
                    <a:pt x="1186" y="1877"/>
                  </a:lnTo>
                  <a:lnTo>
                    <a:pt x="1284" y="1877"/>
                  </a:lnTo>
                  <a:lnTo>
                    <a:pt x="1324" y="1857"/>
                  </a:lnTo>
                  <a:lnTo>
                    <a:pt x="1383" y="1837"/>
                  </a:lnTo>
                  <a:lnTo>
                    <a:pt x="1423" y="1818"/>
                  </a:lnTo>
                  <a:lnTo>
                    <a:pt x="1403" y="1818"/>
                  </a:lnTo>
                  <a:lnTo>
                    <a:pt x="1462" y="1798"/>
                  </a:lnTo>
                  <a:lnTo>
                    <a:pt x="1521" y="1798"/>
                  </a:lnTo>
                  <a:lnTo>
                    <a:pt x="1541" y="1778"/>
                  </a:lnTo>
                  <a:lnTo>
                    <a:pt x="1502" y="1778"/>
                  </a:lnTo>
                  <a:lnTo>
                    <a:pt x="1403" y="1798"/>
                  </a:lnTo>
                  <a:lnTo>
                    <a:pt x="1403" y="1778"/>
                  </a:lnTo>
                  <a:lnTo>
                    <a:pt x="1363" y="1778"/>
                  </a:lnTo>
                  <a:lnTo>
                    <a:pt x="1363" y="1758"/>
                  </a:lnTo>
                  <a:lnTo>
                    <a:pt x="1304" y="1778"/>
                  </a:lnTo>
                  <a:lnTo>
                    <a:pt x="1265" y="1758"/>
                  </a:lnTo>
                  <a:lnTo>
                    <a:pt x="1344" y="1758"/>
                  </a:lnTo>
                  <a:lnTo>
                    <a:pt x="1344" y="1739"/>
                  </a:lnTo>
                  <a:lnTo>
                    <a:pt x="1304" y="1739"/>
                  </a:lnTo>
                  <a:lnTo>
                    <a:pt x="1225" y="1758"/>
                  </a:lnTo>
                  <a:lnTo>
                    <a:pt x="1126" y="1798"/>
                  </a:lnTo>
                  <a:lnTo>
                    <a:pt x="1107" y="1798"/>
                  </a:lnTo>
                  <a:lnTo>
                    <a:pt x="1146" y="1778"/>
                  </a:lnTo>
                  <a:lnTo>
                    <a:pt x="1146" y="1758"/>
                  </a:lnTo>
                  <a:lnTo>
                    <a:pt x="1126" y="1758"/>
                  </a:lnTo>
                  <a:lnTo>
                    <a:pt x="1284" y="1719"/>
                  </a:lnTo>
                  <a:lnTo>
                    <a:pt x="1186" y="1719"/>
                  </a:lnTo>
                  <a:lnTo>
                    <a:pt x="1284" y="1699"/>
                  </a:lnTo>
                  <a:lnTo>
                    <a:pt x="1324" y="1699"/>
                  </a:lnTo>
                  <a:lnTo>
                    <a:pt x="1344" y="1719"/>
                  </a:lnTo>
                  <a:lnTo>
                    <a:pt x="1363" y="1719"/>
                  </a:lnTo>
                  <a:lnTo>
                    <a:pt x="1383" y="1699"/>
                  </a:lnTo>
                  <a:lnTo>
                    <a:pt x="1423" y="1719"/>
                  </a:lnTo>
                  <a:lnTo>
                    <a:pt x="1482" y="1679"/>
                  </a:lnTo>
                  <a:lnTo>
                    <a:pt x="1521" y="1660"/>
                  </a:lnTo>
                  <a:lnTo>
                    <a:pt x="1502" y="1660"/>
                  </a:lnTo>
                  <a:lnTo>
                    <a:pt x="1600" y="1620"/>
                  </a:lnTo>
                  <a:lnTo>
                    <a:pt x="1620" y="1620"/>
                  </a:lnTo>
                  <a:lnTo>
                    <a:pt x="1620" y="1640"/>
                  </a:lnTo>
                  <a:lnTo>
                    <a:pt x="1640" y="1620"/>
                  </a:lnTo>
                  <a:lnTo>
                    <a:pt x="1660" y="1620"/>
                  </a:lnTo>
                  <a:lnTo>
                    <a:pt x="1660" y="1600"/>
                  </a:lnTo>
                  <a:lnTo>
                    <a:pt x="1442" y="1640"/>
                  </a:lnTo>
                  <a:lnTo>
                    <a:pt x="1423" y="1640"/>
                  </a:lnTo>
                  <a:lnTo>
                    <a:pt x="1423" y="1620"/>
                  </a:lnTo>
                  <a:lnTo>
                    <a:pt x="1482" y="1620"/>
                  </a:lnTo>
                  <a:lnTo>
                    <a:pt x="1561" y="1600"/>
                  </a:lnTo>
                  <a:lnTo>
                    <a:pt x="1541" y="1600"/>
                  </a:lnTo>
                  <a:lnTo>
                    <a:pt x="1541" y="1590"/>
                  </a:lnTo>
                  <a:lnTo>
                    <a:pt x="1541" y="1590"/>
                  </a:lnTo>
                  <a:lnTo>
                    <a:pt x="1521" y="1600"/>
                  </a:lnTo>
                  <a:lnTo>
                    <a:pt x="1521" y="1581"/>
                  </a:lnTo>
                  <a:lnTo>
                    <a:pt x="1600" y="1541"/>
                  </a:lnTo>
                  <a:lnTo>
                    <a:pt x="1600" y="1561"/>
                  </a:lnTo>
                  <a:lnTo>
                    <a:pt x="1640" y="1541"/>
                  </a:lnTo>
                  <a:lnTo>
                    <a:pt x="1640" y="1561"/>
                  </a:lnTo>
                  <a:lnTo>
                    <a:pt x="1699" y="1541"/>
                  </a:lnTo>
                  <a:lnTo>
                    <a:pt x="1699" y="1521"/>
                  </a:lnTo>
                  <a:lnTo>
                    <a:pt x="1680" y="1521"/>
                  </a:lnTo>
                  <a:lnTo>
                    <a:pt x="1759" y="1502"/>
                  </a:lnTo>
                  <a:lnTo>
                    <a:pt x="1739" y="1482"/>
                  </a:lnTo>
                  <a:lnTo>
                    <a:pt x="1759" y="1462"/>
                  </a:lnTo>
                  <a:lnTo>
                    <a:pt x="1739" y="1442"/>
                  </a:lnTo>
                  <a:lnTo>
                    <a:pt x="1680" y="1462"/>
                  </a:lnTo>
                  <a:lnTo>
                    <a:pt x="1581" y="1462"/>
                  </a:lnTo>
                  <a:lnTo>
                    <a:pt x="1699" y="1442"/>
                  </a:lnTo>
                  <a:lnTo>
                    <a:pt x="1680" y="1442"/>
                  </a:lnTo>
                  <a:lnTo>
                    <a:pt x="1699" y="1423"/>
                  </a:lnTo>
                  <a:lnTo>
                    <a:pt x="1739" y="1403"/>
                  </a:lnTo>
                  <a:lnTo>
                    <a:pt x="1680" y="1423"/>
                  </a:lnTo>
                  <a:lnTo>
                    <a:pt x="1620" y="1442"/>
                  </a:lnTo>
                  <a:lnTo>
                    <a:pt x="1561" y="1462"/>
                  </a:lnTo>
                  <a:lnTo>
                    <a:pt x="1541" y="1442"/>
                  </a:lnTo>
                  <a:lnTo>
                    <a:pt x="1600" y="1423"/>
                  </a:lnTo>
                  <a:lnTo>
                    <a:pt x="1640" y="1423"/>
                  </a:lnTo>
                  <a:lnTo>
                    <a:pt x="1660" y="1383"/>
                  </a:lnTo>
                  <a:lnTo>
                    <a:pt x="1719" y="1363"/>
                  </a:lnTo>
                  <a:lnTo>
                    <a:pt x="1660" y="136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20" y="1383"/>
                  </a:lnTo>
                  <a:lnTo>
                    <a:pt x="1541" y="1403"/>
                  </a:lnTo>
                  <a:lnTo>
                    <a:pt x="1561" y="1363"/>
                  </a:lnTo>
                  <a:lnTo>
                    <a:pt x="1600" y="1343"/>
                  </a:lnTo>
                  <a:lnTo>
                    <a:pt x="1660" y="1343"/>
                  </a:lnTo>
                  <a:lnTo>
                    <a:pt x="1660" y="1324"/>
                  </a:lnTo>
                  <a:lnTo>
                    <a:pt x="1640" y="1324"/>
                  </a:lnTo>
                  <a:lnTo>
                    <a:pt x="1660" y="1304"/>
                  </a:lnTo>
                  <a:lnTo>
                    <a:pt x="1680" y="1284"/>
                  </a:lnTo>
                  <a:lnTo>
                    <a:pt x="1600" y="1304"/>
                  </a:lnTo>
                  <a:lnTo>
                    <a:pt x="1521" y="1324"/>
                  </a:lnTo>
                  <a:lnTo>
                    <a:pt x="1561" y="1304"/>
                  </a:lnTo>
                  <a:lnTo>
                    <a:pt x="1600" y="1304"/>
                  </a:lnTo>
                  <a:lnTo>
                    <a:pt x="1600" y="1284"/>
                  </a:lnTo>
                  <a:lnTo>
                    <a:pt x="1620" y="1284"/>
                  </a:lnTo>
                  <a:lnTo>
                    <a:pt x="1600" y="1264"/>
                  </a:lnTo>
                  <a:lnTo>
                    <a:pt x="1600" y="1264"/>
                  </a:lnTo>
                  <a:lnTo>
                    <a:pt x="1640" y="1245"/>
                  </a:lnTo>
                  <a:lnTo>
                    <a:pt x="1581" y="1245"/>
                  </a:lnTo>
                  <a:lnTo>
                    <a:pt x="1640" y="1225"/>
                  </a:lnTo>
                  <a:lnTo>
                    <a:pt x="1640" y="1205"/>
                  </a:lnTo>
                  <a:lnTo>
                    <a:pt x="1502" y="1205"/>
                  </a:lnTo>
                  <a:lnTo>
                    <a:pt x="1600" y="1185"/>
                  </a:lnTo>
                  <a:lnTo>
                    <a:pt x="1620" y="1185"/>
                  </a:lnTo>
                  <a:lnTo>
                    <a:pt x="1660" y="1166"/>
                  </a:lnTo>
                  <a:lnTo>
                    <a:pt x="1640" y="1166"/>
                  </a:lnTo>
                  <a:lnTo>
                    <a:pt x="1640" y="1146"/>
                  </a:lnTo>
                  <a:lnTo>
                    <a:pt x="1600" y="1146"/>
                  </a:lnTo>
                  <a:lnTo>
                    <a:pt x="1541" y="1166"/>
                  </a:lnTo>
                  <a:lnTo>
                    <a:pt x="1521" y="1166"/>
                  </a:lnTo>
                  <a:lnTo>
                    <a:pt x="1541" y="1146"/>
                  </a:lnTo>
                  <a:lnTo>
                    <a:pt x="1521" y="1146"/>
                  </a:lnTo>
                  <a:lnTo>
                    <a:pt x="1502" y="1126"/>
                  </a:lnTo>
                  <a:lnTo>
                    <a:pt x="1561" y="1106"/>
                  </a:lnTo>
                  <a:lnTo>
                    <a:pt x="1482" y="1126"/>
                  </a:lnTo>
                  <a:lnTo>
                    <a:pt x="1403" y="1146"/>
                  </a:lnTo>
                  <a:lnTo>
                    <a:pt x="1363" y="1166"/>
                  </a:lnTo>
                  <a:lnTo>
                    <a:pt x="1403" y="1185"/>
                  </a:lnTo>
                  <a:lnTo>
                    <a:pt x="1423" y="1185"/>
                  </a:lnTo>
                  <a:lnTo>
                    <a:pt x="1363" y="1205"/>
                  </a:lnTo>
                  <a:lnTo>
                    <a:pt x="1304" y="1225"/>
                  </a:lnTo>
                  <a:lnTo>
                    <a:pt x="1265" y="1225"/>
                  </a:lnTo>
                  <a:lnTo>
                    <a:pt x="1245" y="1245"/>
                  </a:lnTo>
                  <a:lnTo>
                    <a:pt x="1166" y="1264"/>
                  </a:lnTo>
                  <a:lnTo>
                    <a:pt x="1126" y="1245"/>
                  </a:lnTo>
                  <a:lnTo>
                    <a:pt x="1205" y="1225"/>
                  </a:lnTo>
                  <a:lnTo>
                    <a:pt x="1253" y="1213"/>
                  </a:lnTo>
                  <a:lnTo>
                    <a:pt x="1253" y="1213"/>
                  </a:lnTo>
                  <a:lnTo>
                    <a:pt x="1245" y="1205"/>
                  </a:lnTo>
                  <a:lnTo>
                    <a:pt x="1324" y="1185"/>
                  </a:lnTo>
                  <a:lnTo>
                    <a:pt x="1265" y="1185"/>
                  </a:lnTo>
                  <a:lnTo>
                    <a:pt x="1186" y="1225"/>
                  </a:lnTo>
                  <a:lnTo>
                    <a:pt x="1146" y="1225"/>
                  </a:lnTo>
                  <a:lnTo>
                    <a:pt x="1166" y="1205"/>
                  </a:lnTo>
                  <a:lnTo>
                    <a:pt x="1186" y="1205"/>
                  </a:lnTo>
                  <a:lnTo>
                    <a:pt x="1146" y="1185"/>
                  </a:lnTo>
                  <a:lnTo>
                    <a:pt x="1205" y="1166"/>
                  </a:lnTo>
                  <a:lnTo>
                    <a:pt x="1205" y="1166"/>
                  </a:lnTo>
                  <a:lnTo>
                    <a:pt x="1186" y="1185"/>
                  </a:lnTo>
                  <a:lnTo>
                    <a:pt x="1225" y="1185"/>
                  </a:lnTo>
                  <a:lnTo>
                    <a:pt x="1284" y="1166"/>
                  </a:lnTo>
                  <a:lnTo>
                    <a:pt x="1344" y="1146"/>
                  </a:lnTo>
                  <a:lnTo>
                    <a:pt x="1403" y="1126"/>
                  </a:lnTo>
                  <a:lnTo>
                    <a:pt x="1521" y="1106"/>
                  </a:lnTo>
                  <a:lnTo>
                    <a:pt x="1521" y="1087"/>
                  </a:lnTo>
                  <a:lnTo>
                    <a:pt x="1541" y="1067"/>
                  </a:lnTo>
                  <a:lnTo>
                    <a:pt x="1502" y="1067"/>
                  </a:lnTo>
                  <a:lnTo>
                    <a:pt x="1502" y="1047"/>
                  </a:lnTo>
                  <a:lnTo>
                    <a:pt x="1502" y="1027"/>
                  </a:lnTo>
                  <a:lnTo>
                    <a:pt x="1442" y="1027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462" y="968"/>
                  </a:lnTo>
                  <a:lnTo>
                    <a:pt x="1403" y="948"/>
                  </a:lnTo>
                  <a:lnTo>
                    <a:pt x="1383" y="948"/>
                  </a:lnTo>
                  <a:lnTo>
                    <a:pt x="1383" y="929"/>
                  </a:lnTo>
                  <a:lnTo>
                    <a:pt x="1442" y="929"/>
                  </a:lnTo>
                  <a:lnTo>
                    <a:pt x="1442" y="909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442" y="889"/>
                  </a:lnTo>
                  <a:lnTo>
                    <a:pt x="1403" y="889"/>
                  </a:lnTo>
                  <a:lnTo>
                    <a:pt x="1442" y="850"/>
                  </a:lnTo>
                  <a:lnTo>
                    <a:pt x="1403" y="850"/>
                  </a:lnTo>
                  <a:lnTo>
                    <a:pt x="1324" y="869"/>
                  </a:lnTo>
                  <a:lnTo>
                    <a:pt x="1423" y="830"/>
                  </a:lnTo>
                  <a:lnTo>
                    <a:pt x="1344" y="790"/>
                  </a:lnTo>
                  <a:lnTo>
                    <a:pt x="1304" y="731"/>
                  </a:lnTo>
                  <a:lnTo>
                    <a:pt x="1324" y="731"/>
                  </a:lnTo>
                  <a:lnTo>
                    <a:pt x="1304" y="711"/>
                  </a:lnTo>
                  <a:lnTo>
                    <a:pt x="1265" y="692"/>
                  </a:lnTo>
                  <a:lnTo>
                    <a:pt x="1225" y="692"/>
                  </a:lnTo>
                  <a:lnTo>
                    <a:pt x="1225" y="672"/>
                  </a:lnTo>
                  <a:lnTo>
                    <a:pt x="1186" y="672"/>
                  </a:lnTo>
                  <a:lnTo>
                    <a:pt x="1107" y="692"/>
                  </a:lnTo>
                  <a:lnTo>
                    <a:pt x="1008" y="731"/>
                  </a:lnTo>
                  <a:lnTo>
                    <a:pt x="988" y="731"/>
                  </a:lnTo>
                  <a:lnTo>
                    <a:pt x="1028" y="711"/>
                  </a:lnTo>
                  <a:lnTo>
                    <a:pt x="1067" y="692"/>
                  </a:lnTo>
                  <a:lnTo>
                    <a:pt x="1067" y="672"/>
                  </a:lnTo>
                  <a:lnTo>
                    <a:pt x="1166" y="652"/>
                  </a:lnTo>
                  <a:lnTo>
                    <a:pt x="1245" y="632"/>
                  </a:lnTo>
                  <a:lnTo>
                    <a:pt x="1166" y="632"/>
                  </a:lnTo>
                  <a:lnTo>
                    <a:pt x="1166" y="613"/>
                  </a:lnTo>
                  <a:lnTo>
                    <a:pt x="1166" y="593"/>
                  </a:lnTo>
                  <a:lnTo>
                    <a:pt x="1205" y="593"/>
                  </a:lnTo>
                  <a:lnTo>
                    <a:pt x="1225" y="573"/>
                  </a:lnTo>
                  <a:lnTo>
                    <a:pt x="1245" y="553"/>
                  </a:lnTo>
                  <a:lnTo>
                    <a:pt x="1245" y="553"/>
                  </a:lnTo>
                  <a:lnTo>
                    <a:pt x="1186" y="573"/>
                  </a:lnTo>
                  <a:lnTo>
                    <a:pt x="1107" y="573"/>
                  </a:lnTo>
                  <a:lnTo>
                    <a:pt x="1186" y="553"/>
                  </a:lnTo>
                  <a:lnTo>
                    <a:pt x="1107" y="553"/>
                  </a:lnTo>
                  <a:lnTo>
                    <a:pt x="1126" y="534"/>
                  </a:lnTo>
                  <a:lnTo>
                    <a:pt x="1186" y="494"/>
                  </a:lnTo>
                  <a:lnTo>
                    <a:pt x="1166" y="494"/>
                  </a:lnTo>
                  <a:lnTo>
                    <a:pt x="1166" y="455"/>
                  </a:lnTo>
                  <a:lnTo>
                    <a:pt x="1166" y="435"/>
                  </a:lnTo>
                  <a:lnTo>
                    <a:pt x="1186" y="415"/>
                  </a:lnTo>
                  <a:lnTo>
                    <a:pt x="1146" y="395"/>
                  </a:lnTo>
                  <a:lnTo>
                    <a:pt x="1087" y="395"/>
                  </a:lnTo>
                  <a:lnTo>
                    <a:pt x="1067" y="415"/>
                  </a:lnTo>
                  <a:lnTo>
                    <a:pt x="1008" y="435"/>
                  </a:lnTo>
                  <a:lnTo>
                    <a:pt x="968" y="435"/>
                  </a:lnTo>
                  <a:lnTo>
                    <a:pt x="1008" y="415"/>
                  </a:lnTo>
                  <a:lnTo>
                    <a:pt x="1047" y="395"/>
                  </a:lnTo>
                  <a:lnTo>
                    <a:pt x="1087" y="376"/>
                  </a:lnTo>
                  <a:lnTo>
                    <a:pt x="1087" y="356"/>
                  </a:lnTo>
                  <a:lnTo>
                    <a:pt x="1126" y="336"/>
                  </a:lnTo>
                  <a:lnTo>
                    <a:pt x="1107" y="336"/>
                  </a:lnTo>
                  <a:lnTo>
                    <a:pt x="1087" y="316"/>
                  </a:lnTo>
                  <a:lnTo>
                    <a:pt x="1126" y="316"/>
                  </a:lnTo>
                  <a:lnTo>
                    <a:pt x="1107" y="297"/>
                  </a:lnTo>
                  <a:lnTo>
                    <a:pt x="1067" y="316"/>
                  </a:lnTo>
                  <a:lnTo>
                    <a:pt x="988" y="316"/>
                  </a:lnTo>
                  <a:lnTo>
                    <a:pt x="1067" y="297"/>
                  </a:lnTo>
                  <a:lnTo>
                    <a:pt x="1008" y="297"/>
                  </a:lnTo>
                  <a:lnTo>
                    <a:pt x="968" y="316"/>
                  </a:lnTo>
                  <a:lnTo>
                    <a:pt x="988" y="297"/>
                  </a:lnTo>
                  <a:lnTo>
                    <a:pt x="850" y="297"/>
                  </a:lnTo>
                  <a:lnTo>
                    <a:pt x="909" y="277"/>
                  </a:lnTo>
                  <a:lnTo>
                    <a:pt x="889" y="277"/>
                  </a:lnTo>
                  <a:lnTo>
                    <a:pt x="988" y="237"/>
                  </a:lnTo>
                  <a:lnTo>
                    <a:pt x="988" y="257"/>
                  </a:lnTo>
                  <a:lnTo>
                    <a:pt x="968" y="257"/>
                  </a:lnTo>
                  <a:lnTo>
                    <a:pt x="949" y="277"/>
                  </a:lnTo>
                  <a:lnTo>
                    <a:pt x="968" y="277"/>
                  </a:lnTo>
                  <a:lnTo>
                    <a:pt x="1028" y="237"/>
                  </a:lnTo>
                  <a:lnTo>
                    <a:pt x="1067" y="218"/>
                  </a:lnTo>
                  <a:lnTo>
                    <a:pt x="1067" y="198"/>
                  </a:lnTo>
                  <a:lnTo>
                    <a:pt x="1047" y="178"/>
                  </a:lnTo>
                  <a:lnTo>
                    <a:pt x="1008" y="158"/>
                  </a:lnTo>
                  <a:lnTo>
                    <a:pt x="988" y="139"/>
                  </a:lnTo>
                  <a:lnTo>
                    <a:pt x="1028" y="99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988" y="40"/>
                  </a:lnTo>
                  <a:lnTo>
                    <a:pt x="929" y="40"/>
                  </a:lnTo>
                  <a:lnTo>
                    <a:pt x="988" y="20"/>
                  </a:lnTo>
                  <a:lnTo>
                    <a:pt x="870" y="20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9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9"/>
            <p:cNvSpPr/>
            <p:nvPr/>
          </p:nvSpPr>
          <p:spPr>
            <a:xfrm>
              <a:off x="-1375850" y="3911900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9"/>
            <p:cNvSpPr/>
            <p:nvPr/>
          </p:nvSpPr>
          <p:spPr>
            <a:xfrm>
              <a:off x="-1318575" y="4000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9"/>
            <p:cNvSpPr/>
            <p:nvPr/>
          </p:nvSpPr>
          <p:spPr>
            <a:xfrm>
              <a:off x="-1317575" y="399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9"/>
            <p:cNvSpPr/>
            <p:nvPr/>
          </p:nvSpPr>
          <p:spPr>
            <a:xfrm>
              <a:off x="-1323500" y="3961275"/>
              <a:ext cx="57300" cy="48900"/>
            </a:xfrm>
            <a:custGeom>
              <a:rect b="b" l="l" r="r" t="t"/>
              <a:pathLst>
                <a:path extrusionOk="0" h="1956" w="2292">
                  <a:moveTo>
                    <a:pt x="1699" y="60"/>
                  </a:moveTo>
                  <a:lnTo>
                    <a:pt x="1699" y="60"/>
                  </a:lnTo>
                  <a:lnTo>
                    <a:pt x="1699" y="60"/>
                  </a:lnTo>
                  <a:close/>
                  <a:moveTo>
                    <a:pt x="1758" y="1"/>
                  </a:moveTo>
                  <a:lnTo>
                    <a:pt x="1758" y="40"/>
                  </a:lnTo>
                  <a:lnTo>
                    <a:pt x="1778" y="60"/>
                  </a:lnTo>
                  <a:lnTo>
                    <a:pt x="1778" y="99"/>
                  </a:lnTo>
                  <a:lnTo>
                    <a:pt x="1798" y="99"/>
                  </a:lnTo>
                  <a:lnTo>
                    <a:pt x="1798" y="60"/>
                  </a:lnTo>
                  <a:lnTo>
                    <a:pt x="1778" y="40"/>
                  </a:lnTo>
                  <a:lnTo>
                    <a:pt x="1778" y="1"/>
                  </a:lnTo>
                  <a:close/>
                  <a:moveTo>
                    <a:pt x="929" y="218"/>
                  </a:moveTo>
                  <a:lnTo>
                    <a:pt x="948" y="257"/>
                  </a:lnTo>
                  <a:lnTo>
                    <a:pt x="948" y="297"/>
                  </a:lnTo>
                  <a:lnTo>
                    <a:pt x="929" y="277"/>
                  </a:lnTo>
                  <a:lnTo>
                    <a:pt x="968" y="376"/>
                  </a:lnTo>
                  <a:lnTo>
                    <a:pt x="968" y="336"/>
                  </a:lnTo>
                  <a:lnTo>
                    <a:pt x="988" y="356"/>
                  </a:lnTo>
                  <a:lnTo>
                    <a:pt x="988" y="317"/>
                  </a:lnTo>
                  <a:lnTo>
                    <a:pt x="948" y="238"/>
                  </a:lnTo>
                  <a:lnTo>
                    <a:pt x="929" y="218"/>
                  </a:lnTo>
                  <a:close/>
                  <a:moveTo>
                    <a:pt x="652" y="415"/>
                  </a:moveTo>
                  <a:lnTo>
                    <a:pt x="652" y="455"/>
                  </a:lnTo>
                  <a:lnTo>
                    <a:pt x="672" y="475"/>
                  </a:lnTo>
                  <a:lnTo>
                    <a:pt x="672" y="455"/>
                  </a:lnTo>
                  <a:lnTo>
                    <a:pt x="652" y="415"/>
                  </a:lnTo>
                  <a:close/>
                  <a:moveTo>
                    <a:pt x="593" y="494"/>
                  </a:moveTo>
                  <a:lnTo>
                    <a:pt x="593" y="514"/>
                  </a:lnTo>
                  <a:lnTo>
                    <a:pt x="613" y="534"/>
                  </a:lnTo>
                  <a:lnTo>
                    <a:pt x="613" y="534"/>
                  </a:lnTo>
                  <a:lnTo>
                    <a:pt x="593" y="494"/>
                  </a:lnTo>
                  <a:close/>
                  <a:moveTo>
                    <a:pt x="652" y="494"/>
                  </a:moveTo>
                  <a:lnTo>
                    <a:pt x="652" y="514"/>
                  </a:lnTo>
                  <a:lnTo>
                    <a:pt x="652" y="534"/>
                  </a:lnTo>
                  <a:lnTo>
                    <a:pt x="672" y="514"/>
                  </a:lnTo>
                  <a:lnTo>
                    <a:pt x="652" y="494"/>
                  </a:lnTo>
                  <a:close/>
                  <a:moveTo>
                    <a:pt x="139" y="751"/>
                  </a:moveTo>
                  <a:lnTo>
                    <a:pt x="139" y="771"/>
                  </a:lnTo>
                  <a:lnTo>
                    <a:pt x="158" y="771"/>
                  </a:lnTo>
                  <a:lnTo>
                    <a:pt x="139" y="751"/>
                  </a:lnTo>
                  <a:close/>
                  <a:moveTo>
                    <a:pt x="79" y="988"/>
                  </a:moveTo>
                  <a:lnTo>
                    <a:pt x="79" y="1008"/>
                  </a:lnTo>
                  <a:lnTo>
                    <a:pt x="99" y="1028"/>
                  </a:lnTo>
                  <a:lnTo>
                    <a:pt x="79" y="988"/>
                  </a:lnTo>
                  <a:close/>
                  <a:moveTo>
                    <a:pt x="2173" y="1047"/>
                  </a:moveTo>
                  <a:lnTo>
                    <a:pt x="2193" y="1087"/>
                  </a:lnTo>
                  <a:lnTo>
                    <a:pt x="2193" y="1047"/>
                  </a:lnTo>
                  <a:close/>
                  <a:moveTo>
                    <a:pt x="415" y="1146"/>
                  </a:moveTo>
                  <a:lnTo>
                    <a:pt x="415" y="1166"/>
                  </a:lnTo>
                  <a:lnTo>
                    <a:pt x="422" y="1166"/>
                  </a:lnTo>
                  <a:lnTo>
                    <a:pt x="415" y="1146"/>
                  </a:lnTo>
                  <a:close/>
                  <a:moveTo>
                    <a:pt x="435" y="1146"/>
                  </a:moveTo>
                  <a:lnTo>
                    <a:pt x="435" y="1166"/>
                  </a:lnTo>
                  <a:lnTo>
                    <a:pt x="422" y="1166"/>
                  </a:lnTo>
                  <a:lnTo>
                    <a:pt x="435" y="1205"/>
                  </a:lnTo>
                  <a:lnTo>
                    <a:pt x="450" y="1191"/>
                  </a:lnTo>
                  <a:lnTo>
                    <a:pt x="435" y="1146"/>
                  </a:lnTo>
                  <a:close/>
                  <a:moveTo>
                    <a:pt x="455" y="1186"/>
                  </a:moveTo>
                  <a:lnTo>
                    <a:pt x="450" y="1191"/>
                  </a:lnTo>
                  <a:lnTo>
                    <a:pt x="455" y="1205"/>
                  </a:lnTo>
                  <a:lnTo>
                    <a:pt x="455" y="1186"/>
                  </a:lnTo>
                  <a:close/>
                  <a:moveTo>
                    <a:pt x="455" y="1205"/>
                  </a:moveTo>
                  <a:lnTo>
                    <a:pt x="455" y="1205"/>
                  </a:lnTo>
                  <a:lnTo>
                    <a:pt x="455" y="1205"/>
                  </a:lnTo>
                  <a:close/>
                  <a:moveTo>
                    <a:pt x="107" y="1186"/>
                  </a:moveTo>
                  <a:lnTo>
                    <a:pt x="119" y="1245"/>
                  </a:lnTo>
                  <a:lnTo>
                    <a:pt x="139" y="1265"/>
                  </a:lnTo>
                  <a:lnTo>
                    <a:pt x="107" y="1186"/>
                  </a:lnTo>
                  <a:close/>
                  <a:moveTo>
                    <a:pt x="1660" y="1344"/>
                  </a:moveTo>
                  <a:lnTo>
                    <a:pt x="1660" y="1344"/>
                  </a:lnTo>
                  <a:lnTo>
                    <a:pt x="1660" y="1344"/>
                  </a:lnTo>
                  <a:close/>
                  <a:moveTo>
                    <a:pt x="845" y="1462"/>
                  </a:moveTo>
                  <a:lnTo>
                    <a:pt x="850" y="1482"/>
                  </a:lnTo>
                  <a:lnTo>
                    <a:pt x="869" y="1561"/>
                  </a:lnTo>
                  <a:lnTo>
                    <a:pt x="869" y="1561"/>
                  </a:lnTo>
                  <a:lnTo>
                    <a:pt x="850" y="1462"/>
                  </a:lnTo>
                  <a:close/>
                  <a:moveTo>
                    <a:pt x="198" y="1581"/>
                  </a:moveTo>
                  <a:lnTo>
                    <a:pt x="208" y="1600"/>
                  </a:lnTo>
                  <a:lnTo>
                    <a:pt x="198" y="1581"/>
                  </a:lnTo>
                  <a:close/>
                  <a:moveTo>
                    <a:pt x="208" y="1600"/>
                  </a:moveTo>
                  <a:lnTo>
                    <a:pt x="208" y="1600"/>
                  </a:lnTo>
                  <a:lnTo>
                    <a:pt x="208" y="1600"/>
                  </a:lnTo>
                  <a:close/>
                  <a:moveTo>
                    <a:pt x="208" y="1600"/>
                  </a:moveTo>
                  <a:lnTo>
                    <a:pt x="218" y="1620"/>
                  </a:lnTo>
                  <a:lnTo>
                    <a:pt x="208" y="1600"/>
                  </a:lnTo>
                  <a:close/>
                  <a:moveTo>
                    <a:pt x="316" y="1719"/>
                  </a:moveTo>
                  <a:lnTo>
                    <a:pt x="316" y="1739"/>
                  </a:lnTo>
                  <a:lnTo>
                    <a:pt x="336" y="1798"/>
                  </a:lnTo>
                  <a:lnTo>
                    <a:pt x="316" y="1719"/>
                  </a:lnTo>
                  <a:close/>
                  <a:moveTo>
                    <a:pt x="395" y="1600"/>
                  </a:moveTo>
                  <a:lnTo>
                    <a:pt x="395" y="1620"/>
                  </a:lnTo>
                  <a:lnTo>
                    <a:pt x="415" y="1699"/>
                  </a:lnTo>
                  <a:lnTo>
                    <a:pt x="435" y="1837"/>
                  </a:lnTo>
                  <a:lnTo>
                    <a:pt x="435" y="1739"/>
                  </a:lnTo>
                  <a:lnTo>
                    <a:pt x="395" y="1600"/>
                  </a:lnTo>
                  <a:close/>
                  <a:moveTo>
                    <a:pt x="711" y="1837"/>
                  </a:moveTo>
                  <a:lnTo>
                    <a:pt x="731" y="1857"/>
                  </a:lnTo>
                  <a:lnTo>
                    <a:pt x="731" y="1837"/>
                  </a:lnTo>
                  <a:close/>
                  <a:moveTo>
                    <a:pt x="60" y="1126"/>
                  </a:moveTo>
                  <a:lnTo>
                    <a:pt x="60" y="1166"/>
                  </a:lnTo>
                  <a:lnTo>
                    <a:pt x="79" y="1245"/>
                  </a:lnTo>
                  <a:lnTo>
                    <a:pt x="60" y="1205"/>
                  </a:lnTo>
                  <a:lnTo>
                    <a:pt x="60" y="1186"/>
                  </a:lnTo>
                  <a:lnTo>
                    <a:pt x="40" y="1186"/>
                  </a:lnTo>
                  <a:lnTo>
                    <a:pt x="40" y="1205"/>
                  </a:lnTo>
                  <a:lnTo>
                    <a:pt x="60" y="1245"/>
                  </a:lnTo>
                  <a:lnTo>
                    <a:pt x="79" y="1344"/>
                  </a:lnTo>
                  <a:lnTo>
                    <a:pt x="99" y="1344"/>
                  </a:lnTo>
                  <a:lnTo>
                    <a:pt x="99" y="1383"/>
                  </a:lnTo>
                  <a:lnTo>
                    <a:pt x="158" y="1482"/>
                  </a:lnTo>
                  <a:lnTo>
                    <a:pt x="158" y="1521"/>
                  </a:lnTo>
                  <a:lnTo>
                    <a:pt x="178" y="1521"/>
                  </a:lnTo>
                  <a:lnTo>
                    <a:pt x="178" y="1482"/>
                  </a:lnTo>
                  <a:lnTo>
                    <a:pt x="198" y="1541"/>
                  </a:lnTo>
                  <a:lnTo>
                    <a:pt x="198" y="1521"/>
                  </a:lnTo>
                  <a:lnTo>
                    <a:pt x="218" y="1581"/>
                  </a:lnTo>
                  <a:lnTo>
                    <a:pt x="218" y="1561"/>
                  </a:lnTo>
                  <a:lnTo>
                    <a:pt x="257" y="1679"/>
                  </a:lnTo>
                  <a:lnTo>
                    <a:pt x="237" y="1679"/>
                  </a:lnTo>
                  <a:lnTo>
                    <a:pt x="237" y="1660"/>
                  </a:lnTo>
                  <a:lnTo>
                    <a:pt x="218" y="1620"/>
                  </a:lnTo>
                  <a:lnTo>
                    <a:pt x="218" y="1620"/>
                  </a:lnTo>
                  <a:lnTo>
                    <a:pt x="218" y="1640"/>
                  </a:lnTo>
                  <a:lnTo>
                    <a:pt x="237" y="1719"/>
                  </a:lnTo>
                  <a:lnTo>
                    <a:pt x="237" y="1739"/>
                  </a:lnTo>
                  <a:lnTo>
                    <a:pt x="257" y="1818"/>
                  </a:lnTo>
                  <a:lnTo>
                    <a:pt x="297" y="1897"/>
                  </a:lnTo>
                  <a:lnTo>
                    <a:pt x="257" y="1798"/>
                  </a:lnTo>
                  <a:lnTo>
                    <a:pt x="257" y="1798"/>
                  </a:lnTo>
                  <a:lnTo>
                    <a:pt x="277" y="1818"/>
                  </a:lnTo>
                  <a:lnTo>
                    <a:pt x="297" y="1897"/>
                  </a:lnTo>
                  <a:lnTo>
                    <a:pt x="297" y="1818"/>
                  </a:lnTo>
                  <a:lnTo>
                    <a:pt x="316" y="1837"/>
                  </a:lnTo>
                  <a:lnTo>
                    <a:pt x="316" y="1818"/>
                  </a:lnTo>
                  <a:lnTo>
                    <a:pt x="297" y="1778"/>
                  </a:lnTo>
                  <a:lnTo>
                    <a:pt x="297" y="1739"/>
                  </a:lnTo>
                  <a:lnTo>
                    <a:pt x="277" y="1640"/>
                  </a:lnTo>
                  <a:lnTo>
                    <a:pt x="297" y="1719"/>
                  </a:lnTo>
                  <a:lnTo>
                    <a:pt x="316" y="1778"/>
                  </a:lnTo>
                  <a:lnTo>
                    <a:pt x="316" y="1758"/>
                  </a:lnTo>
                  <a:lnTo>
                    <a:pt x="297" y="1660"/>
                  </a:lnTo>
                  <a:lnTo>
                    <a:pt x="297" y="1600"/>
                  </a:lnTo>
                  <a:lnTo>
                    <a:pt x="277" y="1581"/>
                  </a:lnTo>
                  <a:lnTo>
                    <a:pt x="277" y="1620"/>
                  </a:lnTo>
                  <a:lnTo>
                    <a:pt x="277" y="1620"/>
                  </a:lnTo>
                  <a:lnTo>
                    <a:pt x="257" y="1581"/>
                  </a:lnTo>
                  <a:lnTo>
                    <a:pt x="257" y="1541"/>
                  </a:lnTo>
                  <a:lnTo>
                    <a:pt x="237" y="1541"/>
                  </a:lnTo>
                  <a:lnTo>
                    <a:pt x="257" y="1600"/>
                  </a:lnTo>
                  <a:lnTo>
                    <a:pt x="257" y="1600"/>
                  </a:lnTo>
                  <a:lnTo>
                    <a:pt x="178" y="1442"/>
                  </a:lnTo>
                  <a:lnTo>
                    <a:pt x="139" y="1284"/>
                  </a:lnTo>
                  <a:lnTo>
                    <a:pt x="119" y="1284"/>
                  </a:lnTo>
                  <a:lnTo>
                    <a:pt x="119" y="1324"/>
                  </a:lnTo>
                  <a:lnTo>
                    <a:pt x="60" y="1126"/>
                  </a:lnTo>
                  <a:close/>
                  <a:moveTo>
                    <a:pt x="297" y="1897"/>
                  </a:moveTo>
                  <a:lnTo>
                    <a:pt x="297" y="1897"/>
                  </a:lnTo>
                  <a:lnTo>
                    <a:pt x="297" y="1897"/>
                  </a:lnTo>
                  <a:close/>
                  <a:moveTo>
                    <a:pt x="652" y="1837"/>
                  </a:moveTo>
                  <a:lnTo>
                    <a:pt x="672" y="1916"/>
                  </a:lnTo>
                  <a:lnTo>
                    <a:pt x="657" y="1840"/>
                  </a:lnTo>
                  <a:lnTo>
                    <a:pt x="652" y="1837"/>
                  </a:lnTo>
                  <a:close/>
                  <a:moveTo>
                    <a:pt x="711" y="1916"/>
                  </a:moveTo>
                  <a:lnTo>
                    <a:pt x="711" y="1916"/>
                  </a:lnTo>
                  <a:lnTo>
                    <a:pt x="711" y="1916"/>
                  </a:lnTo>
                  <a:close/>
                  <a:moveTo>
                    <a:pt x="1482" y="1"/>
                  </a:moveTo>
                  <a:lnTo>
                    <a:pt x="1502" y="60"/>
                  </a:lnTo>
                  <a:lnTo>
                    <a:pt x="1502" y="80"/>
                  </a:lnTo>
                  <a:lnTo>
                    <a:pt x="1482" y="60"/>
                  </a:lnTo>
                  <a:lnTo>
                    <a:pt x="1482" y="20"/>
                  </a:lnTo>
                  <a:lnTo>
                    <a:pt x="1462" y="20"/>
                  </a:lnTo>
                  <a:lnTo>
                    <a:pt x="1442" y="80"/>
                  </a:lnTo>
                  <a:lnTo>
                    <a:pt x="1462" y="159"/>
                  </a:lnTo>
                  <a:lnTo>
                    <a:pt x="1462" y="178"/>
                  </a:lnTo>
                  <a:lnTo>
                    <a:pt x="1442" y="159"/>
                  </a:lnTo>
                  <a:lnTo>
                    <a:pt x="1442" y="198"/>
                  </a:lnTo>
                  <a:lnTo>
                    <a:pt x="1442" y="218"/>
                  </a:lnTo>
                  <a:lnTo>
                    <a:pt x="1423" y="198"/>
                  </a:lnTo>
                  <a:lnTo>
                    <a:pt x="1442" y="139"/>
                  </a:lnTo>
                  <a:lnTo>
                    <a:pt x="1423" y="99"/>
                  </a:lnTo>
                  <a:lnTo>
                    <a:pt x="1403" y="99"/>
                  </a:lnTo>
                  <a:lnTo>
                    <a:pt x="1403" y="80"/>
                  </a:lnTo>
                  <a:lnTo>
                    <a:pt x="1383" y="297"/>
                  </a:lnTo>
                  <a:lnTo>
                    <a:pt x="1403" y="415"/>
                  </a:lnTo>
                  <a:lnTo>
                    <a:pt x="1423" y="514"/>
                  </a:lnTo>
                  <a:lnTo>
                    <a:pt x="1403" y="475"/>
                  </a:lnTo>
                  <a:lnTo>
                    <a:pt x="1383" y="435"/>
                  </a:lnTo>
                  <a:lnTo>
                    <a:pt x="1363" y="356"/>
                  </a:lnTo>
                  <a:lnTo>
                    <a:pt x="1383" y="376"/>
                  </a:lnTo>
                  <a:lnTo>
                    <a:pt x="1344" y="218"/>
                  </a:lnTo>
                  <a:lnTo>
                    <a:pt x="1344" y="139"/>
                  </a:lnTo>
                  <a:lnTo>
                    <a:pt x="1324" y="40"/>
                  </a:lnTo>
                  <a:lnTo>
                    <a:pt x="1304" y="60"/>
                  </a:lnTo>
                  <a:lnTo>
                    <a:pt x="1284" y="80"/>
                  </a:lnTo>
                  <a:lnTo>
                    <a:pt x="1284" y="99"/>
                  </a:lnTo>
                  <a:lnTo>
                    <a:pt x="1265" y="80"/>
                  </a:lnTo>
                  <a:lnTo>
                    <a:pt x="1284" y="159"/>
                  </a:lnTo>
                  <a:lnTo>
                    <a:pt x="1284" y="159"/>
                  </a:lnTo>
                  <a:lnTo>
                    <a:pt x="1265" y="139"/>
                  </a:lnTo>
                  <a:lnTo>
                    <a:pt x="1245" y="80"/>
                  </a:lnTo>
                  <a:lnTo>
                    <a:pt x="1245" y="139"/>
                  </a:lnTo>
                  <a:lnTo>
                    <a:pt x="1245" y="218"/>
                  </a:lnTo>
                  <a:lnTo>
                    <a:pt x="1265" y="297"/>
                  </a:lnTo>
                  <a:lnTo>
                    <a:pt x="1265" y="336"/>
                  </a:lnTo>
                  <a:lnTo>
                    <a:pt x="1245" y="336"/>
                  </a:lnTo>
                  <a:lnTo>
                    <a:pt x="1245" y="297"/>
                  </a:lnTo>
                  <a:lnTo>
                    <a:pt x="1245" y="277"/>
                  </a:lnTo>
                  <a:lnTo>
                    <a:pt x="1225" y="317"/>
                  </a:lnTo>
                  <a:lnTo>
                    <a:pt x="1225" y="257"/>
                  </a:lnTo>
                  <a:lnTo>
                    <a:pt x="1225" y="238"/>
                  </a:lnTo>
                  <a:lnTo>
                    <a:pt x="1225" y="218"/>
                  </a:lnTo>
                  <a:lnTo>
                    <a:pt x="1205" y="238"/>
                  </a:lnTo>
                  <a:lnTo>
                    <a:pt x="1205" y="297"/>
                  </a:lnTo>
                  <a:lnTo>
                    <a:pt x="1185" y="297"/>
                  </a:lnTo>
                  <a:lnTo>
                    <a:pt x="1185" y="198"/>
                  </a:lnTo>
                  <a:lnTo>
                    <a:pt x="1185" y="159"/>
                  </a:lnTo>
                  <a:lnTo>
                    <a:pt x="1205" y="218"/>
                  </a:lnTo>
                  <a:lnTo>
                    <a:pt x="1185" y="139"/>
                  </a:lnTo>
                  <a:lnTo>
                    <a:pt x="1205" y="159"/>
                  </a:lnTo>
                  <a:lnTo>
                    <a:pt x="1225" y="159"/>
                  </a:lnTo>
                  <a:lnTo>
                    <a:pt x="1225" y="99"/>
                  </a:lnTo>
                  <a:lnTo>
                    <a:pt x="1225" y="80"/>
                  </a:lnTo>
                  <a:lnTo>
                    <a:pt x="1205" y="80"/>
                  </a:lnTo>
                  <a:lnTo>
                    <a:pt x="1185" y="99"/>
                  </a:lnTo>
                  <a:lnTo>
                    <a:pt x="1166" y="60"/>
                  </a:lnTo>
                  <a:lnTo>
                    <a:pt x="1166" y="159"/>
                  </a:lnTo>
                  <a:lnTo>
                    <a:pt x="1166" y="198"/>
                  </a:lnTo>
                  <a:lnTo>
                    <a:pt x="1146" y="159"/>
                  </a:lnTo>
                  <a:lnTo>
                    <a:pt x="1146" y="257"/>
                  </a:lnTo>
                  <a:lnTo>
                    <a:pt x="1146" y="297"/>
                  </a:lnTo>
                  <a:lnTo>
                    <a:pt x="1166" y="317"/>
                  </a:lnTo>
                  <a:lnTo>
                    <a:pt x="1166" y="356"/>
                  </a:lnTo>
                  <a:lnTo>
                    <a:pt x="1166" y="396"/>
                  </a:lnTo>
                  <a:lnTo>
                    <a:pt x="1146" y="356"/>
                  </a:lnTo>
                  <a:lnTo>
                    <a:pt x="1126" y="178"/>
                  </a:lnTo>
                  <a:lnTo>
                    <a:pt x="1126" y="159"/>
                  </a:lnTo>
                  <a:lnTo>
                    <a:pt x="1106" y="139"/>
                  </a:lnTo>
                  <a:lnTo>
                    <a:pt x="1106" y="139"/>
                  </a:lnTo>
                  <a:lnTo>
                    <a:pt x="1126" y="257"/>
                  </a:lnTo>
                  <a:lnTo>
                    <a:pt x="1126" y="336"/>
                  </a:lnTo>
                  <a:lnTo>
                    <a:pt x="1106" y="415"/>
                  </a:lnTo>
                  <a:lnTo>
                    <a:pt x="1087" y="336"/>
                  </a:lnTo>
                  <a:lnTo>
                    <a:pt x="1106" y="297"/>
                  </a:lnTo>
                  <a:lnTo>
                    <a:pt x="1106" y="238"/>
                  </a:lnTo>
                  <a:lnTo>
                    <a:pt x="1087" y="159"/>
                  </a:lnTo>
                  <a:lnTo>
                    <a:pt x="1087" y="198"/>
                  </a:lnTo>
                  <a:lnTo>
                    <a:pt x="1087" y="238"/>
                  </a:lnTo>
                  <a:lnTo>
                    <a:pt x="1067" y="198"/>
                  </a:lnTo>
                  <a:lnTo>
                    <a:pt x="1047" y="198"/>
                  </a:lnTo>
                  <a:lnTo>
                    <a:pt x="1047" y="238"/>
                  </a:lnTo>
                  <a:lnTo>
                    <a:pt x="1047" y="277"/>
                  </a:lnTo>
                  <a:lnTo>
                    <a:pt x="1027" y="277"/>
                  </a:lnTo>
                  <a:lnTo>
                    <a:pt x="1027" y="297"/>
                  </a:lnTo>
                  <a:lnTo>
                    <a:pt x="988" y="297"/>
                  </a:lnTo>
                  <a:lnTo>
                    <a:pt x="1008" y="336"/>
                  </a:lnTo>
                  <a:lnTo>
                    <a:pt x="1008" y="317"/>
                  </a:lnTo>
                  <a:lnTo>
                    <a:pt x="1027" y="336"/>
                  </a:lnTo>
                  <a:lnTo>
                    <a:pt x="1047" y="396"/>
                  </a:lnTo>
                  <a:lnTo>
                    <a:pt x="1027" y="435"/>
                  </a:lnTo>
                  <a:lnTo>
                    <a:pt x="1027" y="455"/>
                  </a:lnTo>
                  <a:lnTo>
                    <a:pt x="1008" y="475"/>
                  </a:lnTo>
                  <a:lnTo>
                    <a:pt x="1027" y="494"/>
                  </a:lnTo>
                  <a:lnTo>
                    <a:pt x="1008" y="534"/>
                  </a:lnTo>
                  <a:lnTo>
                    <a:pt x="988" y="455"/>
                  </a:lnTo>
                  <a:lnTo>
                    <a:pt x="968" y="475"/>
                  </a:lnTo>
                  <a:lnTo>
                    <a:pt x="968" y="455"/>
                  </a:lnTo>
                  <a:lnTo>
                    <a:pt x="948" y="455"/>
                  </a:lnTo>
                  <a:lnTo>
                    <a:pt x="948" y="415"/>
                  </a:lnTo>
                  <a:lnTo>
                    <a:pt x="929" y="376"/>
                  </a:lnTo>
                  <a:lnTo>
                    <a:pt x="909" y="396"/>
                  </a:lnTo>
                  <a:lnTo>
                    <a:pt x="909" y="455"/>
                  </a:lnTo>
                  <a:lnTo>
                    <a:pt x="929" y="514"/>
                  </a:lnTo>
                  <a:lnTo>
                    <a:pt x="948" y="573"/>
                  </a:lnTo>
                  <a:lnTo>
                    <a:pt x="929" y="573"/>
                  </a:lnTo>
                  <a:lnTo>
                    <a:pt x="929" y="593"/>
                  </a:lnTo>
                  <a:lnTo>
                    <a:pt x="909" y="593"/>
                  </a:lnTo>
                  <a:lnTo>
                    <a:pt x="889" y="554"/>
                  </a:lnTo>
                  <a:lnTo>
                    <a:pt x="869" y="534"/>
                  </a:lnTo>
                  <a:lnTo>
                    <a:pt x="889" y="514"/>
                  </a:lnTo>
                  <a:lnTo>
                    <a:pt x="889" y="494"/>
                  </a:lnTo>
                  <a:lnTo>
                    <a:pt x="869" y="435"/>
                  </a:lnTo>
                  <a:lnTo>
                    <a:pt x="869" y="455"/>
                  </a:lnTo>
                  <a:lnTo>
                    <a:pt x="850" y="415"/>
                  </a:lnTo>
                  <a:lnTo>
                    <a:pt x="850" y="455"/>
                  </a:lnTo>
                  <a:lnTo>
                    <a:pt x="850" y="475"/>
                  </a:lnTo>
                  <a:lnTo>
                    <a:pt x="830" y="356"/>
                  </a:lnTo>
                  <a:lnTo>
                    <a:pt x="830" y="376"/>
                  </a:lnTo>
                  <a:lnTo>
                    <a:pt x="810" y="376"/>
                  </a:lnTo>
                  <a:lnTo>
                    <a:pt x="810" y="396"/>
                  </a:lnTo>
                  <a:lnTo>
                    <a:pt x="810" y="415"/>
                  </a:lnTo>
                  <a:lnTo>
                    <a:pt x="830" y="396"/>
                  </a:lnTo>
                  <a:lnTo>
                    <a:pt x="830" y="435"/>
                  </a:lnTo>
                  <a:lnTo>
                    <a:pt x="810" y="435"/>
                  </a:lnTo>
                  <a:lnTo>
                    <a:pt x="790" y="415"/>
                  </a:lnTo>
                  <a:lnTo>
                    <a:pt x="790" y="475"/>
                  </a:lnTo>
                  <a:lnTo>
                    <a:pt x="810" y="455"/>
                  </a:lnTo>
                  <a:lnTo>
                    <a:pt x="810" y="494"/>
                  </a:lnTo>
                  <a:lnTo>
                    <a:pt x="810" y="514"/>
                  </a:lnTo>
                  <a:lnTo>
                    <a:pt x="790" y="534"/>
                  </a:lnTo>
                  <a:lnTo>
                    <a:pt x="790" y="554"/>
                  </a:lnTo>
                  <a:lnTo>
                    <a:pt x="771" y="593"/>
                  </a:lnTo>
                  <a:lnTo>
                    <a:pt x="771" y="534"/>
                  </a:lnTo>
                  <a:lnTo>
                    <a:pt x="751" y="455"/>
                  </a:lnTo>
                  <a:lnTo>
                    <a:pt x="771" y="455"/>
                  </a:lnTo>
                  <a:lnTo>
                    <a:pt x="771" y="435"/>
                  </a:lnTo>
                  <a:lnTo>
                    <a:pt x="751" y="435"/>
                  </a:lnTo>
                  <a:lnTo>
                    <a:pt x="731" y="494"/>
                  </a:lnTo>
                  <a:lnTo>
                    <a:pt x="731" y="475"/>
                  </a:lnTo>
                  <a:lnTo>
                    <a:pt x="711" y="415"/>
                  </a:lnTo>
                  <a:lnTo>
                    <a:pt x="692" y="376"/>
                  </a:lnTo>
                  <a:lnTo>
                    <a:pt x="672" y="376"/>
                  </a:lnTo>
                  <a:lnTo>
                    <a:pt x="711" y="455"/>
                  </a:lnTo>
                  <a:lnTo>
                    <a:pt x="692" y="475"/>
                  </a:lnTo>
                  <a:lnTo>
                    <a:pt x="711" y="534"/>
                  </a:lnTo>
                  <a:lnTo>
                    <a:pt x="692" y="494"/>
                  </a:lnTo>
                  <a:lnTo>
                    <a:pt x="672" y="475"/>
                  </a:lnTo>
                  <a:lnTo>
                    <a:pt x="672" y="573"/>
                  </a:lnTo>
                  <a:lnTo>
                    <a:pt x="652" y="534"/>
                  </a:lnTo>
                  <a:lnTo>
                    <a:pt x="652" y="573"/>
                  </a:lnTo>
                  <a:lnTo>
                    <a:pt x="672" y="613"/>
                  </a:lnTo>
                  <a:lnTo>
                    <a:pt x="672" y="652"/>
                  </a:lnTo>
                  <a:lnTo>
                    <a:pt x="652" y="633"/>
                  </a:lnTo>
                  <a:lnTo>
                    <a:pt x="632" y="573"/>
                  </a:lnTo>
                  <a:lnTo>
                    <a:pt x="632" y="633"/>
                  </a:lnTo>
                  <a:lnTo>
                    <a:pt x="632" y="652"/>
                  </a:lnTo>
                  <a:lnTo>
                    <a:pt x="652" y="692"/>
                  </a:lnTo>
                  <a:lnTo>
                    <a:pt x="652" y="731"/>
                  </a:lnTo>
                  <a:lnTo>
                    <a:pt x="613" y="672"/>
                  </a:lnTo>
                  <a:lnTo>
                    <a:pt x="613" y="633"/>
                  </a:lnTo>
                  <a:lnTo>
                    <a:pt x="593" y="573"/>
                  </a:lnTo>
                  <a:lnTo>
                    <a:pt x="593" y="554"/>
                  </a:lnTo>
                  <a:lnTo>
                    <a:pt x="573" y="554"/>
                  </a:lnTo>
                  <a:lnTo>
                    <a:pt x="573" y="494"/>
                  </a:lnTo>
                  <a:lnTo>
                    <a:pt x="553" y="514"/>
                  </a:lnTo>
                  <a:lnTo>
                    <a:pt x="573" y="573"/>
                  </a:lnTo>
                  <a:lnTo>
                    <a:pt x="573" y="633"/>
                  </a:lnTo>
                  <a:lnTo>
                    <a:pt x="553" y="554"/>
                  </a:lnTo>
                  <a:lnTo>
                    <a:pt x="534" y="573"/>
                  </a:lnTo>
                  <a:lnTo>
                    <a:pt x="553" y="593"/>
                  </a:lnTo>
                  <a:lnTo>
                    <a:pt x="573" y="672"/>
                  </a:lnTo>
                  <a:lnTo>
                    <a:pt x="593" y="731"/>
                  </a:lnTo>
                  <a:lnTo>
                    <a:pt x="593" y="771"/>
                  </a:lnTo>
                  <a:lnTo>
                    <a:pt x="613" y="830"/>
                  </a:lnTo>
                  <a:lnTo>
                    <a:pt x="613" y="850"/>
                  </a:lnTo>
                  <a:lnTo>
                    <a:pt x="553" y="771"/>
                  </a:lnTo>
                  <a:lnTo>
                    <a:pt x="534" y="633"/>
                  </a:lnTo>
                  <a:lnTo>
                    <a:pt x="494" y="475"/>
                  </a:lnTo>
                  <a:lnTo>
                    <a:pt x="474" y="514"/>
                  </a:lnTo>
                  <a:lnTo>
                    <a:pt x="455" y="494"/>
                  </a:lnTo>
                  <a:lnTo>
                    <a:pt x="474" y="593"/>
                  </a:lnTo>
                  <a:lnTo>
                    <a:pt x="494" y="692"/>
                  </a:lnTo>
                  <a:lnTo>
                    <a:pt x="474" y="672"/>
                  </a:lnTo>
                  <a:lnTo>
                    <a:pt x="474" y="692"/>
                  </a:lnTo>
                  <a:lnTo>
                    <a:pt x="455" y="731"/>
                  </a:lnTo>
                  <a:lnTo>
                    <a:pt x="474" y="791"/>
                  </a:lnTo>
                  <a:lnTo>
                    <a:pt x="494" y="870"/>
                  </a:lnTo>
                  <a:lnTo>
                    <a:pt x="494" y="889"/>
                  </a:lnTo>
                  <a:lnTo>
                    <a:pt x="494" y="949"/>
                  </a:lnTo>
                  <a:lnTo>
                    <a:pt x="474" y="889"/>
                  </a:lnTo>
                  <a:lnTo>
                    <a:pt x="455" y="870"/>
                  </a:lnTo>
                  <a:lnTo>
                    <a:pt x="455" y="909"/>
                  </a:lnTo>
                  <a:lnTo>
                    <a:pt x="435" y="850"/>
                  </a:lnTo>
                  <a:lnTo>
                    <a:pt x="455" y="830"/>
                  </a:lnTo>
                  <a:lnTo>
                    <a:pt x="455" y="810"/>
                  </a:lnTo>
                  <a:lnTo>
                    <a:pt x="435" y="791"/>
                  </a:lnTo>
                  <a:lnTo>
                    <a:pt x="395" y="692"/>
                  </a:lnTo>
                  <a:lnTo>
                    <a:pt x="415" y="751"/>
                  </a:lnTo>
                  <a:lnTo>
                    <a:pt x="415" y="810"/>
                  </a:lnTo>
                  <a:lnTo>
                    <a:pt x="395" y="751"/>
                  </a:lnTo>
                  <a:lnTo>
                    <a:pt x="356" y="751"/>
                  </a:lnTo>
                  <a:lnTo>
                    <a:pt x="316" y="652"/>
                  </a:lnTo>
                  <a:lnTo>
                    <a:pt x="316" y="731"/>
                  </a:lnTo>
                  <a:lnTo>
                    <a:pt x="316" y="791"/>
                  </a:lnTo>
                  <a:lnTo>
                    <a:pt x="336" y="830"/>
                  </a:lnTo>
                  <a:lnTo>
                    <a:pt x="336" y="889"/>
                  </a:lnTo>
                  <a:lnTo>
                    <a:pt x="356" y="909"/>
                  </a:lnTo>
                  <a:lnTo>
                    <a:pt x="356" y="870"/>
                  </a:lnTo>
                  <a:lnTo>
                    <a:pt x="356" y="830"/>
                  </a:lnTo>
                  <a:lnTo>
                    <a:pt x="376" y="870"/>
                  </a:lnTo>
                  <a:lnTo>
                    <a:pt x="356" y="751"/>
                  </a:lnTo>
                  <a:lnTo>
                    <a:pt x="376" y="791"/>
                  </a:lnTo>
                  <a:lnTo>
                    <a:pt x="395" y="889"/>
                  </a:lnTo>
                  <a:lnTo>
                    <a:pt x="395" y="929"/>
                  </a:lnTo>
                  <a:lnTo>
                    <a:pt x="395" y="949"/>
                  </a:lnTo>
                  <a:lnTo>
                    <a:pt x="415" y="988"/>
                  </a:lnTo>
                  <a:lnTo>
                    <a:pt x="435" y="988"/>
                  </a:lnTo>
                  <a:lnTo>
                    <a:pt x="474" y="1087"/>
                  </a:lnTo>
                  <a:lnTo>
                    <a:pt x="494" y="1225"/>
                  </a:lnTo>
                  <a:lnTo>
                    <a:pt x="474" y="1166"/>
                  </a:lnTo>
                  <a:lnTo>
                    <a:pt x="474" y="1265"/>
                  </a:lnTo>
                  <a:lnTo>
                    <a:pt x="455" y="1205"/>
                  </a:lnTo>
                  <a:lnTo>
                    <a:pt x="455" y="1245"/>
                  </a:lnTo>
                  <a:lnTo>
                    <a:pt x="455" y="1284"/>
                  </a:lnTo>
                  <a:lnTo>
                    <a:pt x="474" y="1344"/>
                  </a:lnTo>
                  <a:lnTo>
                    <a:pt x="474" y="1344"/>
                  </a:lnTo>
                  <a:lnTo>
                    <a:pt x="455" y="1324"/>
                  </a:lnTo>
                  <a:lnTo>
                    <a:pt x="435" y="1265"/>
                  </a:lnTo>
                  <a:lnTo>
                    <a:pt x="415" y="1245"/>
                  </a:lnTo>
                  <a:lnTo>
                    <a:pt x="376" y="1107"/>
                  </a:lnTo>
                  <a:lnTo>
                    <a:pt x="376" y="1146"/>
                  </a:lnTo>
                  <a:lnTo>
                    <a:pt x="336" y="929"/>
                  </a:lnTo>
                  <a:lnTo>
                    <a:pt x="297" y="909"/>
                  </a:lnTo>
                  <a:lnTo>
                    <a:pt x="277" y="929"/>
                  </a:lnTo>
                  <a:lnTo>
                    <a:pt x="297" y="1028"/>
                  </a:lnTo>
                  <a:lnTo>
                    <a:pt x="297" y="1047"/>
                  </a:lnTo>
                  <a:lnTo>
                    <a:pt x="316" y="1087"/>
                  </a:lnTo>
                  <a:lnTo>
                    <a:pt x="297" y="1087"/>
                  </a:lnTo>
                  <a:lnTo>
                    <a:pt x="297" y="1107"/>
                  </a:lnTo>
                  <a:lnTo>
                    <a:pt x="257" y="949"/>
                  </a:lnTo>
                  <a:lnTo>
                    <a:pt x="257" y="968"/>
                  </a:lnTo>
                  <a:lnTo>
                    <a:pt x="218" y="929"/>
                  </a:lnTo>
                  <a:lnTo>
                    <a:pt x="218" y="889"/>
                  </a:lnTo>
                  <a:lnTo>
                    <a:pt x="237" y="889"/>
                  </a:lnTo>
                  <a:lnTo>
                    <a:pt x="277" y="929"/>
                  </a:lnTo>
                  <a:lnTo>
                    <a:pt x="277" y="929"/>
                  </a:lnTo>
                  <a:lnTo>
                    <a:pt x="237" y="771"/>
                  </a:lnTo>
                  <a:lnTo>
                    <a:pt x="237" y="810"/>
                  </a:lnTo>
                  <a:lnTo>
                    <a:pt x="218" y="791"/>
                  </a:lnTo>
                  <a:lnTo>
                    <a:pt x="198" y="731"/>
                  </a:lnTo>
                  <a:lnTo>
                    <a:pt x="218" y="810"/>
                  </a:lnTo>
                  <a:lnTo>
                    <a:pt x="237" y="889"/>
                  </a:lnTo>
                  <a:lnTo>
                    <a:pt x="237" y="889"/>
                  </a:lnTo>
                  <a:lnTo>
                    <a:pt x="218" y="870"/>
                  </a:lnTo>
                  <a:lnTo>
                    <a:pt x="198" y="850"/>
                  </a:lnTo>
                  <a:lnTo>
                    <a:pt x="178" y="830"/>
                  </a:lnTo>
                  <a:lnTo>
                    <a:pt x="178" y="810"/>
                  </a:lnTo>
                  <a:lnTo>
                    <a:pt x="158" y="810"/>
                  </a:lnTo>
                  <a:lnTo>
                    <a:pt x="139" y="771"/>
                  </a:lnTo>
                  <a:lnTo>
                    <a:pt x="158" y="870"/>
                  </a:lnTo>
                  <a:lnTo>
                    <a:pt x="119" y="810"/>
                  </a:lnTo>
                  <a:lnTo>
                    <a:pt x="99" y="751"/>
                  </a:lnTo>
                  <a:lnTo>
                    <a:pt x="119" y="830"/>
                  </a:lnTo>
                  <a:lnTo>
                    <a:pt x="119" y="870"/>
                  </a:lnTo>
                  <a:lnTo>
                    <a:pt x="139" y="929"/>
                  </a:lnTo>
                  <a:lnTo>
                    <a:pt x="158" y="988"/>
                  </a:lnTo>
                  <a:lnTo>
                    <a:pt x="158" y="1008"/>
                  </a:lnTo>
                  <a:lnTo>
                    <a:pt x="178" y="1047"/>
                  </a:lnTo>
                  <a:lnTo>
                    <a:pt x="158" y="1047"/>
                  </a:lnTo>
                  <a:lnTo>
                    <a:pt x="99" y="850"/>
                  </a:lnTo>
                  <a:lnTo>
                    <a:pt x="99" y="870"/>
                  </a:lnTo>
                  <a:lnTo>
                    <a:pt x="79" y="870"/>
                  </a:lnTo>
                  <a:lnTo>
                    <a:pt x="99" y="929"/>
                  </a:lnTo>
                  <a:lnTo>
                    <a:pt x="119" y="968"/>
                  </a:lnTo>
                  <a:lnTo>
                    <a:pt x="119" y="988"/>
                  </a:lnTo>
                  <a:lnTo>
                    <a:pt x="99" y="988"/>
                  </a:lnTo>
                  <a:lnTo>
                    <a:pt x="119" y="1028"/>
                  </a:lnTo>
                  <a:lnTo>
                    <a:pt x="139" y="1146"/>
                  </a:lnTo>
                  <a:lnTo>
                    <a:pt x="119" y="1107"/>
                  </a:lnTo>
                  <a:lnTo>
                    <a:pt x="79" y="1008"/>
                  </a:lnTo>
                  <a:lnTo>
                    <a:pt x="20" y="889"/>
                  </a:lnTo>
                  <a:lnTo>
                    <a:pt x="20" y="909"/>
                  </a:lnTo>
                  <a:lnTo>
                    <a:pt x="0" y="909"/>
                  </a:lnTo>
                  <a:lnTo>
                    <a:pt x="20" y="929"/>
                  </a:lnTo>
                  <a:lnTo>
                    <a:pt x="40" y="968"/>
                  </a:lnTo>
                  <a:lnTo>
                    <a:pt x="40" y="988"/>
                  </a:lnTo>
                  <a:lnTo>
                    <a:pt x="79" y="1107"/>
                  </a:lnTo>
                  <a:lnTo>
                    <a:pt x="79" y="1097"/>
                  </a:lnTo>
                  <a:lnTo>
                    <a:pt x="99" y="1166"/>
                  </a:lnTo>
                  <a:lnTo>
                    <a:pt x="107" y="1186"/>
                  </a:lnTo>
                  <a:lnTo>
                    <a:pt x="107" y="1186"/>
                  </a:lnTo>
                  <a:lnTo>
                    <a:pt x="99" y="1146"/>
                  </a:lnTo>
                  <a:lnTo>
                    <a:pt x="99" y="110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158" y="1186"/>
                  </a:lnTo>
                  <a:lnTo>
                    <a:pt x="178" y="1225"/>
                  </a:lnTo>
                  <a:lnTo>
                    <a:pt x="158" y="1146"/>
                  </a:lnTo>
                  <a:lnTo>
                    <a:pt x="139" y="1067"/>
                  </a:lnTo>
                  <a:lnTo>
                    <a:pt x="158" y="1087"/>
                  </a:lnTo>
                  <a:lnTo>
                    <a:pt x="178" y="1126"/>
                  </a:lnTo>
                  <a:lnTo>
                    <a:pt x="178" y="1166"/>
                  </a:lnTo>
                  <a:lnTo>
                    <a:pt x="198" y="1245"/>
                  </a:lnTo>
                  <a:lnTo>
                    <a:pt x="237" y="1383"/>
                  </a:lnTo>
                  <a:lnTo>
                    <a:pt x="237" y="1462"/>
                  </a:lnTo>
                  <a:lnTo>
                    <a:pt x="257" y="1521"/>
                  </a:lnTo>
                  <a:lnTo>
                    <a:pt x="257" y="1502"/>
                  </a:lnTo>
                  <a:lnTo>
                    <a:pt x="297" y="1581"/>
                  </a:lnTo>
                  <a:lnTo>
                    <a:pt x="316" y="1620"/>
                  </a:lnTo>
                  <a:lnTo>
                    <a:pt x="316" y="1660"/>
                  </a:lnTo>
                  <a:lnTo>
                    <a:pt x="336" y="1699"/>
                  </a:lnTo>
                  <a:lnTo>
                    <a:pt x="336" y="1679"/>
                  </a:lnTo>
                  <a:lnTo>
                    <a:pt x="316" y="1581"/>
                  </a:lnTo>
                  <a:lnTo>
                    <a:pt x="336" y="1581"/>
                  </a:lnTo>
                  <a:lnTo>
                    <a:pt x="336" y="1561"/>
                  </a:lnTo>
                  <a:lnTo>
                    <a:pt x="336" y="1541"/>
                  </a:lnTo>
                  <a:lnTo>
                    <a:pt x="356" y="1561"/>
                  </a:lnTo>
                  <a:lnTo>
                    <a:pt x="336" y="1482"/>
                  </a:lnTo>
                  <a:lnTo>
                    <a:pt x="336" y="1462"/>
                  </a:lnTo>
                  <a:lnTo>
                    <a:pt x="336" y="1442"/>
                  </a:lnTo>
                  <a:lnTo>
                    <a:pt x="356" y="1521"/>
                  </a:lnTo>
                  <a:lnTo>
                    <a:pt x="376" y="1502"/>
                  </a:lnTo>
                  <a:lnTo>
                    <a:pt x="356" y="1403"/>
                  </a:lnTo>
                  <a:lnTo>
                    <a:pt x="316" y="1324"/>
                  </a:lnTo>
                  <a:lnTo>
                    <a:pt x="297" y="1265"/>
                  </a:lnTo>
                  <a:lnTo>
                    <a:pt x="316" y="1304"/>
                  </a:lnTo>
                  <a:lnTo>
                    <a:pt x="336" y="1324"/>
                  </a:lnTo>
                  <a:lnTo>
                    <a:pt x="395" y="1462"/>
                  </a:lnTo>
                  <a:lnTo>
                    <a:pt x="376" y="1363"/>
                  </a:lnTo>
                  <a:lnTo>
                    <a:pt x="415" y="1482"/>
                  </a:lnTo>
                  <a:lnTo>
                    <a:pt x="415" y="1541"/>
                  </a:lnTo>
                  <a:lnTo>
                    <a:pt x="395" y="1521"/>
                  </a:lnTo>
                  <a:lnTo>
                    <a:pt x="395" y="1541"/>
                  </a:lnTo>
                  <a:lnTo>
                    <a:pt x="376" y="1521"/>
                  </a:lnTo>
                  <a:lnTo>
                    <a:pt x="376" y="1521"/>
                  </a:lnTo>
                  <a:lnTo>
                    <a:pt x="395" y="1581"/>
                  </a:lnTo>
                  <a:lnTo>
                    <a:pt x="395" y="1600"/>
                  </a:lnTo>
                  <a:lnTo>
                    <a:pt x="435" y="1679"/>
                  </a:lnTo>
                  <a:lnTo>
                    <a:pt x="474" y="1798"/>
                  </a:lnTo>
                  <a:lnTo>
                    <a:pt x="474" y="1818"/>
                  </a:lnTo>
                  <a:lnTo>
                    <a:pt x="494" y="1837"/>
                  </a:lnTo>
                  <a:lnTo>
                    <a:pt x="455" y="1640"/>
                  </a:lnTo>
                  <a:lnTo>
                    <a:pt x="455" y="1600"/>
                  </a:lnTo>
                  <a:lnTo>
                    <a:pt x="474" y="1620"/>
                  </a:lnTo>
                  <a:lnTo>
                    <a:pt x="474" y="1660"/>
                  </a:lnTo>
                  <a:lnTo>
                    <a:pt x="494" y="1739"/>
                  </a:lnTo>
                  <a:lnTo>
                    <a:pt x="494" y="1719"/>
                  </a:lnTo>
                  <a:lnTo>
                    <a:pt x="514" y="1739"/>
                  </a:lnTo>
                  <a:lnTo>
                    <a:pt x="494" y="1699"/>
                  </a:lnTo>
                  <a:lnTo>
                    <a:pt x="514" y="1719"/>
                  </a:lnTo>
                  <a:lnTo>
                    <a:pt x="553" y="1778"/>
                  </a:lnTo>
                  <a:lnTo>
                    <a:pt x="553" y="1798"/>
                  </a:lnTo>
                  <a:lnTo>
                    <a:pt x="534" y="1778"/>
                  </a:lnTo>
                  <a:lnTo>
                    <a:pt x="534" y="1798"/>
                  </a:lnTo>
                  <a:lnTo>
                    <a:pt x="553" y="1837"/>
                  </a:lnTo>
                  <a:lnTo>
                    <a:pt x="534" y="1837"/>
                  </a:lnTo>
                  <a:lnTo>
                    <a:pt x="553" y="1877"/>
                  </a:lnTo>
                  <a:lnTo>
                    <a:pt x="573" y="1897"/>
                  </a:lnTo>
                  <a:lnTo>
                    <a:pt x="573" y="1857"/>
                  </a:lnTo>
                  <a:lnTo>
                    <a:pt x="593" y="1936"/>
                  </a:lnTo>
                  <a:lnTo>
                    <a:pt x="613" y="1936"/>
                  </a:lnTo>
                  <a:lnTo>
                    <a:pt x="613" y="1956"/>
                  </a:lnTo>
                  <a:lnTo>
                    <a:pt x="632" y="1956"/>
                  </a:lnTo>
                  <a:lnTo>
                    <a:pt x="632" y="1877"/>
                  </a:lnTo>
                  <a:lnTo>
                    <a:pt x="613" y="1778"/>
                  </a:lnTo>
                  <a:lnTo>
                    <a:pt x="652" y="1897"/>
                  </a:lnTo>
                  <a:lnTo>
                    <a:pt x="672" y="1936"/>
                  </a:lnTo>
                  <a:lnTo>
                    <a:pt x="632" y="1818"/>
                  </a:lnTo>
                  <a:lnTo>
                    <a:pt x="632" y="1739"/>
                  </a:lnTo>
                  <a:lnTo>
                    <a:pt x="652" y="1818"/>
                  </a:lnTo>
                  <a:lnTo>
                    <a:pt x="657" y="1840"/>
                  </a:lnTo>
                  <a:lnTo>
                    <a:pt x="692" y="1857"/>
                  </a:lnTo>
                  <a:lnTo>
                    <a:pt x="711" y="1916"/>
                  </a:lnTo>
                  <a:lnTo>
                    <a:pt x="711" y="1857"/>
                  </a:lnTo>
                  <a:lnTo>
                    <a:pt x="692" y="1778"/>
                  </a:lnTo>
                  <a:lnTo>
                    <a:pt x="692" y="1818"/>
                  </a:lnTo>
                  <a:lnTo>
                    <a:pt x="672" y="1739"/>
                  </a:lnTo>
                  <a:lnTo>
                    <a:pt x="672" y="1739"/>
                  </a:lnTo>
                  <a:lnTo>
                    <a:pt x="692" y="1758"/>
                  </a:lnTo>
                  <a:lnTo>
                    <a:pt x="711" y="1798"/>
                  </a:lnTo>
                  <a:lnTo>
                    <a:pt x="731" y="1837"/>
                  </a:lnTo>
                  <a:lnTo>
                    <a:pt x="751" y="1837"/>
                  </a:lnTo>
                  <a:lnTo>
                    <a:pt x="771" y="1877"/>
                  </a:lnTo>
                  <a:lnTo>
                    <a:pt x="771" y="1818"/>
                  </a:lnTo>
                  <a:lnTo>
                    <a:pt x="731" y="1739"/>
                  </a:lnTo>
                  <a:lnTo>
                    <a:pt x="731" y="1739"/>
                  </a:lnTo>
                  <a:lnTo>
                    <a:pt x="751" y="1758"/>
                  </a:lnTo>
                  <a:lnTo>
                    <a:pt x="771" y="1798"/>
                  </a:lnTo>
                  <a:lnTo>
                    <a:pt x="771" y="1818"/>
                  </a:lnTo>
                  <a:lnTo>
                    <a:pt x="790" y="1818"/>
                  </a:lnTo>
                  <a:lnTo>
                    <a:pt x="781" y="1783"/>
                  </a:lnTo>
                  <a:lnTo>
                    <a:pt x="781" y="1783"/>
                  </a:lnTo>
                  <a:lnTo>
                    <a:pt x="810" y="1857"/>
                  </a:lnTo>
                  <a:lnTo>
                    <a:pt x="810" y="1837"/>
                  </a:lnTo>
                  <a:lnTo>
                    <a:pt x="830" y="1857"/>
                  </a:lnTo>
                  <a:lnTo>
                    <a:pt x="830" y="1837"/>
                  </a:lnTo>
                  <a:lnTo>
                    <a:pt x="830" y="1798"/>
                  </a:lnTo>
                  <a:lnTo>
                    <a:pt x="830" y="1739"/>
                  </a:lnTo>
                  <a:lnTo>
                    <a:pt x="850" y="1719"/>
                  </a:lnTo>
                  <a:lnTo>
                    <a:pt x="869" y="1818"/>
                  </a:lnTo>
                  <a:lnTo>
                    <a:pt x="850" y="1837"/>
                  </a:lnTo>
                  <a:lnTo>
                    <a:pt x="869" y="1877"/>
                  </a:lnTo>
                  <a:lnTo>
                    <a:pt x="869" y="1857"/>
                  </a:lnTo>
                  <a:lnTo>
                    <a:pt x="889" y="1857"/>
                  </a:lnTo>
                  <a:lnTo>
                    <a:pt x="889" y="1837"/>
                  </a:lnTo>
                  <a:lnTo>
                    <a:pt x="869" y="1758"/>
                  </a:lnTo>
                  <a:lnTo>
                    <a:pt x="869" y="1739"/>
                  </a:lnTo>
                  <a:lnTo>
                    <a:pt x="889" y="1758"/>
                  </a:lnTo>
                  <a:lnTo>
                    <a:pt x="889" y="1739"/>
                  </a:lnTo>
                  <a:lnTo>
                    <a:pt x="909" y="1719"/>
                  </a:lnTo>
                  <a:lnTo>
                    <a:pt x="889" y="1620"/>
                  </a:lnTo>
                  <a:lnTo>
                    <a:pt x="889" y="1640"/>
                  </a:lnTo>
                  <a:lnTo>
                    <a:pt x="869" y="1581"/>
                  </a:lnTo>
                  <a:lnTo>
                    <a:pt x="869" y="1620"/>
                  </a:lnTo>
                  <a:lnTo>
                    <a:pt x="869" y="1640"/>
                  </a:lnTo>
                  <a:lnTo>
                    <a:pt x="830" y="1581"/>
                  </a:lnTo>
                  <a:lnTo>
                    <a:pt x="830" y="1541"/>
                  </a:lnTo>
                  <a:lnTo>
                    <a:pt x="810" y="1462"/>
                  </a:lnTo>
                  <a:lnTo>
                    <a:pt x="810" y="1383"/>
                  </a:lnTo>
                  <a:lnTo>
                    <a:pt x="810" y="1344"/>
                  </a:lnTo>
                  <a:lnTo>
                    <a:pt x="830" y="1423"/>
                  </a:lnTo>
                  <a:lnTo>
                    <a:pt x="830" y="1462"/>
                  </a:lnTo>
                  <a:lnTo>
                    <a:pt x="845" y="1462"/>
                  </a:lnTo>
                  <a:lnTo>
                    <a:pt x="830" y="1403"/>
                  </a:lnTo>
                  <a:lnTo>
                    <a:pt x="830" y="1363"/>
                  </a:lnTo>
                  <a:lnTo>
                    <a:pt x="850" y="1403"/>
                  </a:lnTo>
                  <a:lnTo>
                    <a:pt x="850" y="1363"/>
                  </a:lnTo>
                  <a:lnTo>
                    <a:pt x="869" y="1423"/>
                  </a:lnTo>
                  <a:lnTo>
                    <a:pt x="869" y="1462"/>
                  </a:lnTo>
                  <a:lnTo>
                    <a:pt x="869" y="1502"/>
                  </a:lnTo>
                  <a:lnTo>
                    <a:pt x="909" y="1620"/>
                  </a:lnTo>
                  <a:lnTo>
                    <a:pt x="929" y="1739"/>
                  </a:lnTo>
                  <a:lnTo>
                    <a:pt x="948" y="1778"/>
                  </a:lnTo>
                  <a:lnTo>
                    <a:pt x="948" y="1739"/>
                  </a:lnTo>
                  <a:lnTo>
                    <a:pt x="968" y="1739"/>
                  </a:lnTo>
                  <a:lnTo>
                    <a:pt x="968" y="1679"/>
                  </a:lnTo>
                  <a:lnTo>
                    <a:pt x="988" y="1739"/>
                  </a:lnTo>
                  <a:lnTo>
                    <a:pt x="1008" y="1679"/>
                  </a:lnTo>
                  <a:lnTo>
                    <a:pt x="1027" y="1758"/>
                  </a:lnTo>
                  <a:lnTo>
                    <a:pt x="1047" y="1758"/>
                  </a:lnTo>
                  <a:lnTo>
                    <a:pt x="1047" y="1699"/>
                  </a:lnTo>
                  <a:lnTo>
                    <a:pt x="1047" y="1640"/>
                  </a:lnTo>
                  <a:lnTo>
                    <a:pt x="1067" y="1640"/>
                  </a:lnTo>
                  <a:lnTo>
                    <a:pt x="1087" y="1679"/>
                  </a:lnTo>
                  <a:lnTo>
                    <a:pt x="1087" y="1640"/>
                  </a:lnTo>
                  <a:lnTo>
                    <a:pt x="1106" y="1699"/>
                  </a:lnTo>
                  <a:lnTo>
                    <a:pt x="1106" y="1679"/>
                  </a:lnTo>
                  <a:lnTo>
                    <a:pt x="1126" y="1640"/>
                  </a:lnTo>
                  <a:lnTo>
                    <a:pt x="1146" y="1699"/>
                  </a:lnTo>
                  <a:lnTo>
                    <a:pt x="1146" y="1660"/>
                  </a:lnTo>
                  <a:lnTo>
                    <a:pt x="1146" y="1581"/>
                  </a:lnTo>
                  <a:lnTo>
                    <a:pt x="1166" y="1679"/>
                  </a:lnTo>
                  <a:lnTo>
                    <a:pt x="1205" y="1620"/>
                  </a:lnTo>
                  <a:lnTo>
                    <a:pt x="1265" y="1581"/>
                  </a:lnTo>
                  <a:lnTo>
                    <a:pt x="1265" y="1600"/>
                  </a:lnTo>
                  <a:lnTo>
                    <a:pt x="1284" y="1581"/>
                  </a:lnTo>
                  <a:lnTo>
                    <a:pt x="1284" y="1541"/>
                  </a:lnTo>
                  <a:lnTo>
                    <a:pt x="1304" y="1502"/>
                  </a:lnTo>
                  <a:lnTo>
                    <a:pt x="1324" y="1502"/>
                  </a:lnTo>
                  <a:lnTo>
                    <a:pt x="1324" y="1462"/>
                  </a:lnTo>
                  <a:lnTo>
                    <a:pt x="1304" y="1403"/>
                  </a:lnTo>
                  <a:lnTo>
                    <a:pt x="1284" y="1284"/>
                  </a:lnTo>
                  <a:lnTo>
                    <a:pt x="1284" y="1265"/>
                  </a:lnTo>
                  <a:lnTo>
                    <a:pt x="1304" y="1304"/>
                  </a:lnTo>
                  <a:lnTo>
                    <a:pt x="1304" y="1344"/>
                  </a:lnTo>
                  <a:lnTo>
                    <a:pt x="1324" y="1363"/>
                  </a:lnTo>
                  <a:lnTo>
                    <a:pt x="1344" y="144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383" y="1521"/>
                  </a:lnTo>
                  <a:lnTo>
                    <a:pt x="1363" y="1581"/>
                  </a:lnTo>
                  <a:lnTo>
                    <a:pt x="1383" y="1541"/>
                  </a:lnTo>
                  <a:lnTo>
                    <a:pt x="1403" y="1541"/>
                  </a:lnTo>
                  <a:lnTo>
                    <a:pt x="1403" y="1482"/>
                  </a:lnTo>
                  <a:lnTo>
                    <a:pt x="1403" y="1462"/>
                  </a:lnTo>
                  <a:lnTo>
                    <a:pt x="1403" y="1403"/>
                  </a:lnTo>
                  <a:lnTo>
                    <a:pt x="1423" y="1502"/>
                  </a:lnTo>
                  <a:lnTo>
                    <a:pt x="1423" y="1442"/>
                  </a:lnTo>
                  <a:lnTo>
                    <a:pt x="1423" y="1423"/>
                  </a:lnTo>
                  <a:lnTo>
                    <a:pt x="1442" y="1423"/>
                  </a:lnTo>
                  <a:lnTo>
                    <a:pt x="1442" y="1442"/>
                  </a:lnTo>
                  <a:lnTo>
                    <a:pt x="1462" y="1502"/>
                  </a:lnTo>
                  <a:lnTo>
                    <a:pt x="1462" y="1462"/>
                  </a:lnTo>
                  <a:lnTo>
                    <a:pt x="1462" y="1442"/>
                  </a:lnTo>
                  <a:lnTo>
                    <a:pt x="1482" y="1482"/>
                  </a:lnTo>
                  <a:lnTo>
                    <a:pt x="1502" y="1502"/>
                  </a:lnTo>
                  <a:lnTo>
                    <a:pt x="1521" y="1502"/>
                  </a:lnTo>
                  <a:lnTo>
                    <a:pt x="1541" y="1521"/>
                  </a:lnTo>
                  <a:lnTo>
                    <a:pt x="1561" y="1482"/>
                  </a:lnTo>
                  <a:lnTo>
                    <a:pt x="1561" y="1423"/>
                  </a:lnTo>
                  <a:lnTo>
                    <a:pt x="1541" y="1403"/>
                  </a:lnTo>
                  <a:lnTo>
                    <a:pt x="1541" y="1344"/>
                  </a:lnTo>
                  <a:lnTo>
                    <a:pt x="1541" y="1324"/>
                  </a:lnTo>
                  <a:lnTo>
                    <a:pt x="1541" y="1304"/>
                  </a:lnTo>
                  <a:lnTo>
                    <a:pt x="1561" y="1344"/>
                  </a:lnTo>
                  <a:lnTo>
                    <a:pt x="1561" y="1383"/>
                  </a:lnTo>
                  <a:lnTo>
                    <a:pt x="1581" y="1423"/>
                  </a:lnTo>
                  <a:lnTo>
                    <a:pt x="1600" y="1423"/>
                  </a:lnTo>
                  <a:lnTo>
                    <a:pt x="1600" y="1462"/>
                  </a:lnTo>
                  <a:lnTo>
                    <a:pt x="1620" y="1442"/>
                  </a:lnTo>
                  <a:lnTo>
                    <a:pt x="1620" y="1482"/>
                  </a:lnTo>
                  <a:lnTo>
                    <a:pt x="1640" y="1462"/>
                  </a:lnTo>
                  <a:lnTo>
                    <a:pt x="1640" y="1423"/>
                  </a:lnTo>
                  <a:lnTo>
                    <a:pt x="1660" y="1324"/>
                  </a:lnTo>
                  <a:lnTo>
                    <a:pt x="1660" y="1344"/>
                  </a:lnTo>
                  <a:lnTo>
                    <a:pt x="1679" y="1265"/>
                  </a:lnTo>
                  <a:lnTo>
                    <a:pt x="1679" y="1205"/>
                  </a:lnTo>
                  <a:lnTo>
                    <a:pt x="1699" y="1265"/>
                  </a:lnTo>
                  <a:lnTo>
                    <a:pt x="1699" y="1324"/>
                  </a:lnTo>
                  <a:lnTo>
                    <a:pt x="1679" y="1324"/>
                  </a:lnTo>
                  <a:lnTo>
                    <a:pt x="1699" y="1403"/>
                  </a:lnTo>
                  <a:lnTo>
                    <a:pt x="1719" y="1423"/>
                  </a:lnTo>
                  <a:lnTo>
                    <a:pt x="1739" y="1442"/>
                  </a:lnTo>
                  <a:lnTo>
                    <a:pt x="1758" y="1423"/>
                  </a:lnTo>
                  <a:lnTo>
                    <a:pt x="1778" y="1403"/>
                  </a:lnTo>
                  <a:lnTo>
                    <a:pt x="1798" y="1383"/>
                  </a:lnTo>
                  <a:lnTo>
                    <a:pt x="1798" y="1363"/>
                  </a:lnTo>
                  <a:lnTo>
                    <a:pt x="1837" y="1423"/>
                  </a:lnTo>
                  <a:lnTo>
                    <a:pt x="1857" y="1403"/>
                  </a:lnTo>
                  <a:lnTo>
                    <a:pt x="1877" y="1403"/>
                  </a:lnTo>
                  <a:lnTo>
                    <a:pt x="1897" y="1344"/>
                  </a:lnTo>
                  <a:lnTo>
                    <a:pt x="1897" y="1403"/>
                  </a:lnTo>
                  <a:lnTo>
                    <a:pt x="1916" y="1304"/>
                  </a:lnTo>
                  <a:lnTo>
                    <a:pt x="1936" y="1265"/>
                  </a:lnTo>
                  <a:lnTo>
                    <a:pt x="1956" y="1225"/>
                  </a:lnTo>
                  <a:lnTo>
                    <a:pt x="1976" y="1186"/>
                  </a:lnTo>
                  <a:lnTo>
                    <a:pt x="1976" y="1205"/>
                  </a:lnTo>
                  <a:lnTo>
                    <a:pt x="1976" y="1245"/>
                  </a:lnTo>
                  <a:lnTo>
                    <a:pt x="1995" y="1265"/>
                  </a:lnTo>
                  <a:lnTo>
                    <a:pt x="1995" y="1166"/>
                  </a:lnTo>
                  <a:lnTo>
                    <a:pt x="1995" y="1107"/>
                  </a:lnTo>
                  <a:lnTo>
                    <a:pt x="1995" y="1067"/>
                  </a:lnTo>
                  <a:lnTo>
                    <a:pt x="2015" y="1047"/>
                  </a:lnTo>
                  <a:lnTo>
                    <a:pt x="2015" y="1067"/>
                  </a:lnTo>
                  <a:lnTo>
                    <a:pt x="2035" y="1008"/>
                  </a:lnTo>
                  <a:lnTo>
                    <a:pt x="2074" y="988"/>
                  </a:lnTo>
                  <a:lnTo>
                    <a:pt x="2114" y="968"/>
                  </a:lnTo>
                  <a:lnTo>
                    <a:pt x="2173" y="988"/>
                  </a:lnTo>
                  <a:lnTo>
                    <a:pt x="2153" y="1047"/>
                  </a:lnTo>
                  <a:lnTo>
                    <a:pt x="2173" y="1028"/>
                  </a:lnTo>
                  <a:lnTo>
                    <a:pt x="2193" y="1047"/>
                  </a:lnTo>
                  <a:lnTo>
                    <a:pt x="2193" y="1028"/>
                  </a:lnTo>
                  <a:lnTo>
                    <a:pt x="2213" y="1067"/>
                  </a:lnTo>
                  <a:lnTo>
                    <a:pt x="2213" y="1087"/>
                  </a:lnTo>
                  <a:lnTo>
                    <a:pt x="2232" y="1126"/>
                  </a:lnTo>
                  <a:lnTo>
                    <a:pt x="2252" y="1146"/>
                  </a:lnTo>
                  <a:lnTo>
                    <a:pt x="2252" y="1126"/>
                  </a:lnTo>
                  <a:lnTo>
                    <a:pt x="2292" y="1265"/>
                  </a:lnTo>
                  <a:lnTo>
                    <a:pt x="2292" y="1186"/>
                  </a:lnTo>
                  <a:lnTo>
                    <a:pt x="2292" y="1166"/>
                  </a:lnTo>
                  <a:lnTo>
                    <a:pt x="2292" y="1126"/>
                  </a:lnTo>
                  <a:lnTo>
                    <a:pt x="2292" y="1107"/>
                  </a:lnTo>
                  <a:lnTo>
                    <a:pt x="2292" y="929"/>
                  </a:lnTo>
                  <a:lnTo>
                    <a:pt x="2272" y="771"/>
                  </a:lnTo>
                  <a:lnTo>
                    <a:pt x="2252" y="771"/>
                  </a:lnTo>
                  <a:lnTo>
                    <a:pt x="2252" y="712"/>
                  </a:lnTo>
                  <a:lnTo>
                    <a:pt x="2252" y="652"/>
                  </a:lnTo>
                  <a:lnTo>
                    <a:pt x="2232" y="652"/>
                  </a:lnTo>
                  <a:lnTo>
                    <a:pt x="2232" y="672"/>
                  </a:lnTo>
                  <a:lnTo>
                    <a:pt x="2213" y="652"/>
                  </a:lnTo>
                  <a:lnTo>
                    <a:pt x="2193" y="593"/>
                  </a:lnTo>
                  <a:lnTo>
                    <a:pt x="2193" y="534"/>
                  </a:lnTo>
                  <a:lnTo>
                    <a:pt x="2193" y="514"/>
                  </a:lnTo>
                  <a:lnTo>
                    <a:pt x="2173" y="534"/>
                  </a:lnTo>
                  <a:lnTo>
                    <a:pt x="2173" y="554"/>
                  </a:lnTo>
                  <a:lnTo>
                    <a:pt x="2153" y="514"/>
                  </a:lnTo>
                  <a:lnTo>
                    <a:pt x="2153" y="475"/>
                  </a:lnTo>
                  <a:lnTo>
                    <a:pt x="2153" y="455"/>
                  </a:lnTo>
                  <a:lnTo>
                    <a:pt x="2134" y="415"/>
                  </a:lnTo>
                  <a:lnTo>
                    <a:pt x="2134" y="494"/>
                  </a:lnTo>
                  <a:lnTo>
                    <a:pt x="2134" y="554"/>
                  </a:lnTo>
                  <a:lnTo>
                    <a:pt x="2114" y="514"/>
                  </a:lnTo>
                  <a:lnTo>
                    <a:pt x="2134" y="435"/>
                  </a:lnTo>
                  <a:lnTo>
                    <a:pt x="2114" y="396"/>
                  </a:lnTo>
                  <a:lnTo>
                    <a:pt x="2094" y="396"/>
                  </a:lnTo>
                  <a:lnTo>
                    <a:pt x="2094" y="356"/>
                  </a:lnTo>
                  <a:lnTo>
                    <a:pt x="2074" y="297"/>
                  </a:lnTo>
                  <a:lnTo>
                    <a:pt x="2074" y="317"/>
                  </a:lnTo>
                  <a:lnTo>
                    <a:pt x="2074" y="356"/>
                  </a:lnTo>
                  <a:lnTo>
                    <a:pt x="2055" y="356"/>
                  </a:lnTo>
                  <a:lnTo>
                    <a:pt x="2055" y="336"/>
                  </a:lnTo>
                  <a:lnTo>
                    <a:pt x="2055" y="317"/>
                  </a:lnTo>
                  <a:lnTo>
                    <a:pt x="2035" y="297"/>
                  </a:lnTo>
                  <a:lnTo>
                    <a:pt x="2035" y="257"/>
                  </a:lnTo>
                  <a:lnTo>
                    <a:pt x="2015" y="218"/>
                  </a:lnTo>
                  <a:lnTo>
                    <a:pt x="2015" y="257"/>
                  </a:lnTo>
                  <a:lnTo>
                    <a:pt x="1995" y="257"/>
                  </a:lnTo>
                  <a:lnTo>
                    <a:pt x="1995" y="356"/>
                  </a:lnTo>
                  <a:lnTo>
                    <a:pt x="1995" y="415"/>
                  </a:lnTo>
                  <a:lnTo>
                    <a:pt x="1995" y="435"/>
                  </a:lnTo>
                  <a:lnTo>
                    <a:pt x="1976" y="336"/>
                  </a:lnTo>
                  <a:lnTo>
                    <a:pt x="1956" y="198"/>
                  </a:lnTo>
                  <a:lnTo>
                    <a:pt x="1956" y="218"/>
                  </a:lnTo>
                  <a:lnTo>
                    <a:pt x="1936" y="218"/>
                  </a:lnTo>
                  <a:lnTo>
                    <a:pt x="1936" y="178"/>
                  </a:lnTo>
                  <a:lnTo>
                    <a:pt x="1936" y="139"/>
                  </a:lnTo>
                  <a:lnTo>
                    <a:pt x="1916" y="99"/>
                  </a:lnTo>
                  <a:lnTo>
                    <a:pt x="1897" y="80"/>
                  </a:lnTo>
                  <a:lnTo>
                    <a:pt x="1897" y="159"/>
                  </a:lnTo>
                  <a:lnTo>
                    <a:pt x="1877" y="119"/>
                  </a:lnTo>
                  <a:lnTo>
                    <a:pt x="1877" y="99"/>
                  </a:lnTo>
                  <a:lnTo>
                    <a:pt x="1857" y="99"/>
                  </a:lnTo>
                  <a:lnTo>
                    <a:pt x="1837" y="60"/>
                  </a:lnTo>
                  <a:lnTo>
                    <a:pt x="1837" y="159"/>
                  </a:lnTo>
                  <a:lnTo>
                    <a:pt x="1818" y="119"/>
                  </a:lnTo>
                  <a:lnTo>
                    <a:pt x="1818" y="238"/>
                  </a:lnTo>
                  <a:lnTo>
                    <a:pt x="1798" y="178"/>
                  </a:lnTo>
                  <a:lnTo>
                    <a:pt x="1778" y="99"/>
                  </a:lnTo>
                  <a:lnTo>
                    <a:pt x="1778" y="119"/>
                  </a:lnTo>
                  <a:lnTo>
                    <a:pt x="1778" y="198"/>
                  </a:lnTo>
                  <a:lnTo>
                    <a:pt x="1758" y="297"/>
                  </a:lnTo>
                  <a:lnTo>
                    <a:pt x="1739" y="238"/>
                  </a:lnTo>
                  <a:lnTo>
                    <a:pt x="1739" y="159"/>
                  </a:lnTo>
                  <a:lnTo>
                    <a:pt x="1719" y="139"/>
                  </a:lnTo>
                  <a:lnTo>
                    <a:pt x="1699" y="60"/>
                  </a:lnTo>
                  <a:lnTo>
                    <a:pt x="1719" y="178"/>
                  </a:lnTo>
                  <a:lnTo>
                    <a:pt x="1699" y="178"/>
                  </a:lnTo>
                  <a:lnTo>
                    <a:pt x="1699" y="159"/>
                  </a:lnTo>
                  <a:lnTo>
                    <a:pt x="1679" y="99"/>
                  </a:lnTo>
                  <a:lnTo>
                    <a:pt x="1660" y="80"/>
                  </a:lnTo>
                  <a:lnTo>
                    <a:pt x="1640" y="60"/>
                  </a:lnTo>
                  <a:lnTo>
                    <a:pt x="1620" y="40"/>
                  </a:lnTo>
                  <a:lnTo>
                    <a:pt x="1620" y="60"/>
                  </a:lnTo>
                  <a:lnTo>
                    <a:pt x="1640" y="178"/>
                  </a:lnTo>
                  <a:lnTo>
                    <a:pt x="1640" y="238"/>
                  </a:lnTo>
                  <a:lnTo>
                    <a:pt x="1620" y="277"/>
                  </a:lnTo>
                  <a:lnTo>
                    <a:pt x="1640" y="297"/>
                  </a:lnTo>
                  <a:lnTo>
                    <a:pt x="1640" y="336"/>
                  </a:lnTo>
                  <a:lnTo>
                    <a:pt x="1620" y="297"/>
                  </a:lnTo>
                  <a:lnTo>
                    <a:pt x="1620" y="238"/>
                  </a:lnTo>
                  <a:lnTo>
                    <a:pt x="1600" y="257"/>
                  </a:lnTo>
                  <a:lnTo>
                    <a:pt x="1600" y="178"/>
                  </a:lnTo>
                  <a:lnTo>
                    <a:pt x="1581" y="139"/>
                  </a:lnTo>
                  <a:lnTo>
                    <a:pt x="1581" y="80"/>
                  </a:lnTo>
                  <a:lnTo>
                    <a:pt x="1561" y="99"/>
                  </a:lnTo>
                  <a:lnTo>
                    <a:pt x="1561" y="20"/>
                  </a:lnTo>
                  <a:lnTo>
                    <a:pt x="1541" y="40"/>
                  </a:lnTo>
                  <a:lnTo>
                    <a:pt x="1541" y="80"/>
                  </a:lnTo>
                  <a:lnTo>
                    <a:pt x="1521" y="2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9"/>
            <p:cNvSpPr/>
            <p:nvPr/>
          </p:nvSpPr>
          <p:spPr>
            <a:xfrm>
              <a:off x="-1317575" y="3999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9"/>
            <p:cNvSpPr/>
            <p:nvPr/>
          </p:nvSpPr>
          <p:spPr>
            <a:xfrm>
              <a:off x="-1297825" y="396720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9"/>
            <p:cNvSpPr/>
            <p:nvPr/>
          </p:nvSpPr>
          <p:spPr>
            <a:xfrm>
              <a:off x="-1322525" y="398597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9"/>
            <p:cNvSpPr/>
            <p:nvPr/>
          </p:nvSpPr>
          <p:spPr>
            <a:xfrm>
              <a:off x="-1189200" y="3983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9"/>
            <p:cNvSpPr/>
            <p:nvPr/>
          </p:nvSpPr>
          <p:spPr>
            <a:xfrm>
              <a:off x="-1161050" y="3983000"/>
              <a:ext cx="1025" cy="2500"/>
            </a:xfrm>
            <a:custGeom>
              <a:rect b="b" l="l" r="r" t="t"/>
              <a:pathLst>
                <a:path extrusionOk="0" h="100" w="41">
                  <a:moveTo>
                    <a:pt x="1" y="1"/>
                  </a:moveTo>
                  <a:lnTo>
                    <a:pt x="1" y="80"/>
                  </a:lnTo>
                  <a:lnTo>
                    <a:pt x="21" y="8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9"/>
            <p:cNvSpPr/>
            <p:nvPr/>
          </p:nvSpPr>
          <p:spPr>
            <a:xfrm>
              <a:off x="-1146725" y="3974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9"/>
            <p:cNvSpPr/>
            <p:nvPr/>
          </p:nvSpPr>
          <p:spPr>
            <a:xfrm>
              <a:off x="-1145250" y="39637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0"/>
                  </a:moveTo>
                  <a:lnTo>
                    <a:pt x="1" y="20"/>
                  </a:lnTo>
                  <a:lnTo>
                    <a:pt x="21" y="2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9"/>
            <p:cNvSpPr/>
            <p:nvPr/>
          </p:nvSpPr>
          <p:spPr>
            <a:xfrm>
              <a:off x="-1144750" y="3964250"/>
              <a:ext cx="4475" cy="5450"/>
            </a:xfrm>
            <a:custGeom>
              <a:rect b="b" l="l" r="r" t="t"/>
              <a:pathLst>
                <a:path extrusionOk="0" h="218" w="179">
                  <a:moveTo>
                    <a:pt x="40" y="79"/>
                  </a:moveTo>
                  <a:lnTo>
                    <a:pt x="40" y="99"/>
                  </a:lnTo>
                  <a:lnTo>
                    <a:pt x="53" y="112"/>
                  </a:lnTo>
                  <a:lnTo>
                    <a:pt x="40" y="79"/>
                  </a:lnTo>
                  <a:close/>
                  <a:moveTo>
                    <a:pt x="1" y="0"/>
                  </a:moveTo>
                  <a:lnTo>
                    <a:pt x="20" y="40"/>
                  </a:lnTo>
                  <a:lnTo>
                    <a:pt x="20" y="59"/>
                  </a:lnTo>
                  <a:lnTo>
                    <a:pt x="40" y="79"/>
                  </a:lnTo>
                  <a:lnTo>
                    <a:pt x="80" y="119"/>
                  </a:lnTo>
                  <a:lnTo>
                    <a:pt x="119" y="119"/>
                  </a:lnTo>
                  <a:lnTo>
                    <a:pt x="99" y="79"/>
                  </a:lnTo>
                  <a:lnTo>
                    <a:pt x="80" y="40"/>
                  </a:lnTo>
                  <a:lnTo>
                    <a:pt x="1" y="0"/>
                  </a:lnTo>
                  <a:close/>
                  <a:moveTo>
                    <a:pt x="53" y="112"/>
                  </a:moveTo>
                  <a:lnTo>
                    <a:pt x="80" y="178"/>
                  </a:lnTo>
                  <a:lnTo>
                    <a:pt x="80" y="138"/>
                  </a:lnTo>
                  <a:lnTo>
                    <a:pt x="60" y="119"/>
                  </a:lnTo>
                  <a:lnTo>
                    <a:pt x="53" y="112"/>
                  </a:lnTo>
                  <a:close/>
                  <a:moveTo>
                    <a:pt x="99" y="40"/>
                  </a:moveTo>
                  <a:lnTo>
                    <a:pt x="119" y="119"/>
                  </a:lnTo>
                  <a:lnTo>
                    <a:pt x="178" y="217"/>
                  </a:lnTo>
                  <a:lnTo>
                    <a:pt x="159" y="119"/>
                  </a:lnTo>
                  <a:lnTo>
                    <a:pt x="159" y="79"/>
                  </a:lnTo>
                  <a:lnTo>
                    <a:pt x="9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9"/>
            <p:cNvSpPr/>
            <p:nvPr/>
          </p:nvSpPr>
          <p:spPr>
            <a:xfrm>
              <a:off x="-1198075" y="3951400"/>
              <a:ext cx="54350" cy="41500"/>
            </a:xfrm>
            <a:custGeom>
              <a:rect b="b" l="l" r="r" t="t"/>
              <a:pathLst>
                <a:path extrusionOk="0" h="1660" w="2174">
                  <a:moveTo>
                    <a:pt x="1008" y="0"/>
                  </a:moveTo>
                  <a:lnTo>
                    <a:pt x="988" y="40"/>
                  </a:lnTo>
                  <a:lnTo>
                    <a:pt x="988" y="60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1008" y="0"/>
                  </a:lnTo>
                  <a:close/>
                  <a:moveTo>
                    <a:pt x="2035" y="850"/>
                  </a:moveTo>
                  <a:lnTo>
                    <a:pt x="2035" y="870"/>
                  </a:lnTo>
                  <a:lnTo>
                    <a:pt x="2055" y="909"/>
                  </a:lnTo>
                  <a:lnTo>
                    <a:pt x="2055" y="889"/>
                  </a:lnTo>
                  <a:lnTo>
                    <a:pt x="2074" y="889"/>
                  </a:lnTo>
                  <a:lnTo>
                    <a:pt x="2035" y="850"/>
                  </a:lnTo>
                  <a:close/>
                  <a:moveTo>
                    <a:pt x="2015" y="870"/>
                  </a:moveTo>
                  <a:lnTo>
                    <a:pt x="2015" y="889"/>
                  </a:lnTo>
                  <a:lnTo>
                    <a:pt x="1995" y="889"/>
                  </a:lnTo>
                  <a:lnTo>
                    <a:pt x="2035" y="929"/>
                  </a:lnTo>
                  <a:lnTo>
                    <a:pt x="2035" y="889"/>
                  </a:lnTo>
                  <a:lnTo>
                    <a:pt x="2015" y="870"/>
                  </a:lnTo>
                  <a:close/>
                  <a:moveTo>
                    <a:pt x="1837" y="988"/>
                  </a:moveTo>
                  <a:lnTo>
                    <a:pt x="1837" y="1008"/>
                  </a:lnTo>
                  <a:lnTo>
                    <a:pt x="1857" y="1008"/>
                  </a:lnTo>
                  <a:lnTo>
                    <a:pt x="1837" y="988"/>
                  </a:lnTo>
                  <a:close/>
                  <a:moveTo>
                    <a:pt x="1600" y="1028"/>
                  </a:moveTo>
                  <a:lnTo>
                    <a:pt x="1620" y="1087"/>
                  </a:lnTo>
                  <a:lnTo>
                    <a:pt x="1620" y="1067"/>
                  </a:lnTo>
                  <a:lnTo>
                    <a:pt x="1600" y="1028"/>
                  </a:lnTo>
                  <a:close/>
                  <a:moveTo>
                    <a:pt x="1640" y="1107"/>
                  </a:moveTo>
                  <a:lnTo>
                    <a:pt x="1640" y="1126"/>
                  </a:lnTo>
                  <a:lnTo>
                    <a:pt x="1640" y="1146"/>
                  </a:lnTo>
                  <a:lnTo>
                    <a:pt x="1620" y="1146"/>
                  </a:lnTo>
                  <a:lnTo>
                    <a:pt x="1620" y="1166"/>
                  </a:lnTo>
                  <a:lnTo>
                    <a:pt x="1660" y="1245"/>
                  </a:lnTo>
                  <a:lnTo>
                    <a:pt x="1660" y="1225"/>
                  </a:lnTo>
                  <a:lnTo>
                    <a:pt x="1679" y="1245"/>
                  </a:lnTo>
                  <a:lnTo>
                    <a:pt x="1699" y="1265"/>
                  </a:lnTo>
                  <a:lnTo>
                    <a:pt x="1699" y="1265"/>
                  </a:lnTo>
                  <a:lnTo>
                    <a:pt x="1679" y="1225"/>
                  </a:lnTo>
                  <a:lnTo>
                    <a:pt x="1679" y="1205"/>
                  </a:lnTo>
                  <a:lnTo>
                    <a:pt x="1640" y="1107"/>
                  </a:lnTo>
                  <a:close/>
                  <a:moveTo>
                    <a:pt x="1344" y="1265"/>
                  </a:moveTo>
                  <a:lnTo>
                    <a:pt x="1344" y="1265"/>
                  </a:lnTo>
                  <a:lnTo>
                    <a:pt x="1344" y="1265"/>
                  </a:lnTo>
                  <a:close/>
                  <a:moveTo>
                    <a:pt x="1482" y="1265"/>
                  </a:moveTo>
                  <a:lnTo>
                    <a:pt x="1482" y="1265"/>
                  </a:lnTo>
                  <a:lnTo>
                    <a:pt x="1482" y="1265"/>
                  </a:lnTo>
                  <a:close/>
                  <a:moveTo>
                    <a:pt x="1541" y="1363"/>
                  </a:moveTo>
                  <a:lnTo>
                    <a:pt x="1541" y="1363"/>
                  </a:lnTo>
                  <a:lnTo>
                    <a:pt x="1541" y="1363"/>
                  </a:lnTo>
                  <a:close/>
                  <a:moveTo>
                    <a:pt x="1383" y="1383"/>
                  </a:moveTo>
                  <a:lnTo>
                    <a:pt x="1403" y="1442"/>
                  </a:lnTo>
                  <a:lnTo>
                    <a:pt x="1442" y="1442"/>
                  </a:lnTo>
                  <a:lnTo>
                    <a:pt x="1462" y="1462"/>
                  </a:lnTo>
                  <a:lnTo>
                    <a:pt x="1462" y="1423"/>
                  </a:lnTo>
                  <a:lnTo>
                    <a:pt x="1442" y="1403"/>
                  </a:lnTo>
                  <a:lnTo>
                    <a:pt x="1423" y="1383"/>
                  </a:lnTo>
                  <a:lnTo>
                    <a:pt x="1423" y="1403"/>
                  </a:lnTo>
                  <a:lnTo>
                    <a:pt x="1403" y="1383"/>
                  </a:lnTo>
                  <a:close/>
                  <a:moveTo>
                    <a:pt x="1223" y="1482"/>
                  </a:moveTo>
                  <a:lnTo>
                    <a:pt x="1225" y="1502"/>
                  </a:lnTo>
                  <a:lnTo>
                    <a:pt x="1225" y="1482"/>
                  </a:lnTo>
                  <a:close/>
                  <a:moveTo>
                    <a:pt x="1080" y="1581"/>
                  </a:moveTo>
                  <a:lnTo>
                    <a:pt x="1087" y="1600"/>
                  </a:lnTo>
                  <a:lnTo>
                    <a:pt x="1087" y="1581"/>
                  </a:lnTo>
                  <a:close/>
                  <a:moveTo>
                    <a:pt x="1107" y="0"/>
                  </a:moveTo>
                  <a:lnTo>
                    <a:pt x="1107" y="40"/>
                  </a:lnTo>
                  <a:lnTo>
                    <a:pt x="1087" y="60"/>
                  </a:lnTo>
                  <a:lnTo>
                    <a:pt x="1087" y="99"/>
                  </a:lnTo>
                  <a:lnTo>
                    <a:pt x="1107" y="159"/>
                  </a:lnTo>
                  <a:lnTo>
                    <a:pt x="1146" y="277"/>
                  </a:lnTo>
                  <a:lnTo>
                    <a:pt x="1146" y="297"/>
                  </a:lnTo>
                  <a:lnTo>
                    <a:pt x="1126" y="257"/>
                  </a:lnTo>
                  <a:lnTo>
                    <a:pt x="1107" y="218"/>
                  </a:lnTo>
                  <a:lnTo>
                    <a:pt x="1087" y="218"/>
                  </a:lnTo>
                  <a:lnTo>
                    <a:pt x="1067" y="119"/>
                  </a:lnTo>
                  <a:lnTo>
                    <a:pt x="1047" y="40"/>
                  </a:lnTo>
                  <a:lnTo>
                    <a:pt x="1047" y="119"/>
                  </a:lnTo>
                  <a:lnTo>
                    <a:pt x="1027" y="119"/>
                  </a:lnTo>
                  <a:lnTo>
                    <a:pt x="1027" y="139"/>
                  </a:lnTo>
                  <a:lnTo>
                    <a:pt x="1008" y="119"/>
                  </a:lnTo>
                  <a:lnTo>
                    <a:pt x="988" y="79"/>
                  </a:lnTo>
                  <a:lnTo>
                    <a:pt x="988" y="60"/>
                  </a:lnTo>
                  <a:lnTo>
                    <a:pt x="968" y="60"/>
                  </a:lnTo>
                  <a:lnTo>
                    <a:pt x="988" y="99"/>
                  </a:lnTo>
                  <a:lnTo>
                    <a:pt x="988" y="139"/>
                  </a:lnTo>
                  <a:lnTo>
                    <a:pt x="988" y="198"/>
                  </a:lnTo>
                  <a:lnTo>
                    <a:pt x="948" y="99"/>
                  </a:lnTo>
                  <a:lnTo>
                    <a:pt x="968" y="159"/>
                  </a:lnTo>
                  <a:lnTo>
                    <a:pt x="968" y="178"/>
                  </a:lnTo>
                  <a:lnTo>
                    <a:pt x="948" y="178"/>
                  </a:lnTo>
                  <a:lnTo>
                    <a:pt x="929" y="159"/>
                  </a:lnTo>
                  <a:lnTo>
                    <a:pt x="909" y="119"/>
                  </a:lnTo>
                  <a:lnTo>
                    <a:pt x="909" y="139"/>
                  </a:lnTo>
                  <a:lnTo>
                    <a:pt x="909" y="178"/>
                  </a:lnTo>
                  <a:lnTo>
                    <a:pt x="889" y="119"/>
                  </a:lnTo>
                  <a:lnTo>
                    <a:pt x="830" y="119"/>
                  </a:lnTo>
                  <a:lnTo>
                    <a:pt x="810" y="99"/>
                  </a:lnTo>
                  <a:lnTo>
                    <a:pt x="810" y="159"/>
                  </a:lnTo>
                  <a:lnTo>
                    <a:pt x="810" y="218"/>
                  </a:lnTo>
                  <a:lnTo>
                    <a:pt x="810" y="238"/>
                  </a:lnTo>
                  <a:lnTo>
                    <a:pt x="850" y="277"/>
                  </a:lnTo>
                  <a:lnTo>
                    <a:pt x="850" y="317"/>
                  </a:lnTo>
                  <a:lnTo>
                    <a:pt x="830" y="336"/>
                  </a:lnTo>
                  <a:lnTo>
                    <a:pt x="810" y="297"/>
                  </a:lnTo>
                  <a:lnTo>
                    <a:pt x="810" y="257"/>
                  </a:lnTo>
                  <a:lnTo>
                    <a:pt x="790" y="218"/>
                  </a:lnTo>
                  <a:lnTo>
                    <a:pt x="771" y="218"/>
                  </a:lnTo>
                  <a:lnTo>
                    <a:pt x="751" y="178"/>
                  </a:lnTo>
                  <a:lnTo>
                    <a:pt x="731" y="218"/>
                  </a:lnTo>
                  <a:lnTo>
                    <a:pt x="711" y="178"/>
                  </a:lnTo>
                  <a:lnTo>
                    <a:pt x="711" y="198"/>
                  </a:lnTo>
                  <a:lnTo>
                    <a:pt x="711" y="238"/>
                  </a:lnTo>
                  <a:lnTo>
                    <a:pt x="731" y="317"/>
                  </a:lnTo>
                  <a:lnTo>
                    <a:pt x="692" y="238"/>
                  </a:lnTo>
                  <a:lnTo>
                    <a:pt x="711" y="336"/>
                  </a:lnTo>
                  <a:lnTo>
                    <a:pt x="692" y="317"/>
                  </a:lnTo>
                  <a:lnTo>
                    <a:pt x="692" y="356"/>
                  </a:lnTo>
                  <a:lnTo>
                    <a:pt x="692" y="396"/>
                  </a:lnTo>
                  <a:lnTo>
                    <a:pt x="711" y="455"/>
                  </a:lnTo>
                  <a:lnTo>
                    <a:pt x="692" y="415"/>
                  </a:lnTo>
                  <a:lnTo>
                    <a:pt x="672" y="396"/>
                  </a:lnTo>
                  <a:lnTo>
                    <a:pt x="632" y="317"/>
                  </a:lnTo>
                  <a:lnTo>
                    <a:pt x="652" y="317"/>
                  </a:lnTo>
                  <a:lnTo>
                    <a:pt x="652" y="336"/>
                  </a:lnTo>
                  <a:lnTo>
                    <a:pt x="672" y="356"/>
                  </a:lnTo>
                  <a:lnTo>
                    <a:pt x="672" y="336"/>
                  </a:lnTo>
                  <a:lnTo>
                    <a:pt x="632" y="277"/>
                  </a:lnTo>
                  <a:lnTo>
                    <a:pt x="613" y="257"/>
                  </a:lnTo>
                  <a:lnTo>
                    <a:pt x="573" y="257"/>
                  </a:lnTo>
                  <a:lnTo>
                    <a:pt x="553" y="297"/>
                  </a:lnTo>
                  <a:lnTo>
                    <a:pt x="534" y="317"/>
                  </a:lnTo>
                  <a:lnTo>
                    <a:pt x="553" y="396"/>
                  </a:lnTo>
                  <a:lnTo>
                    <a:pt x="553" y="396"/>
                  </a:lnTo>
                  <a:lnTo>
                    <a:pt x="534" y="336"/>
                  </a:lnTo>
                  <a:lnTo>
                    <a:pt x="474" y="297"/>
                  </a:lnTo>
                  <a:lnTo>
                    <a:pt x="455" y="297"/>
                  </a:lnTo>
                  <a:lnTo>
                    <a:pt x="435" y="317"/>
                  </a:lnTo>
                  <a:lnTo>
                    <a:pt x="435" y="336"/>
                  </a:lnTo>
                  <a:lnTo>
                    <a:pt x="435" y="376"/>
                  </a:lnTo>
                  <a:lnTo>
                    <a:pt x="395" y="336"/>
                  </a:lnTo>
                  <a:lnTo>
                    <a:pt x="395" y="336"/>
                  </a:lnTo>
                  <a:lnTo>
                    <a:pt x="415" y="415"/>
                  </a:lnTo>
                  <a:lnTo>
                    <a:pt x="395" y="475"/>
                  </a:lnTo>
                  <a:lnTo>
                    <a:pt x="395" y="514"/>
                  </a:lnTo>
                  <a:lnTo>
                    <a:pt x="415" y="633"/>
                  </a:lnTo>
                  <a:lnTo>
                    <a:pt x="395" y="573"/>
                  </a:lnTo>
                  <a:lnTo>
                    <a:pt x="376" y="514"/>
                  </a:lnTo>
                  <a:lnTo>
                    <a:pt x="376" y="554"/>
                  </a:lnTo>
                  <a:lnTo>
                    <a:pt x="376" y="573"/>
                  </a:lnTo>
                  <a:lnTo>
                    <a:pt x="356" y="554"/>
                  </a:lnTo>
                  <a:lnTo>
                    <a:pt x="356" y="514"/>
                  </a:lnTo>
                  <a:lnTo>
                    <a:pt x="336" y="494"/>
                  </a:lnTo>
                  <a:lnTo>
                    <a:pt x="336" y="514"/>
                  </a:lnTo>
                  <a:lnTo>
                    <a:pt x="316" y="494"/>
                  </a:lnTo>
                  <a:lnTo>
                    <a:pt x="356" y="593"/>
                  </a:lnTo>
                  <a:lnTo>
                    <a:pt x="356" y="652"/>
                  </a:lnTo>
                  <a:lnTo>
                    <a:pt x="356" y="692"/>
                  </a:lnTo>
                  <a:lnTo>
                    <a:pt x="336" y="751"/>
                  </a:lnTo>
                  <a:lnTo>
                    <a:pt x="297" y="791"/>
                  </a:lnTo>
                  <a:lnTo>
                    <a:pt x="237" y="810"/>
                  </a:lnTo>
                  <a:lnTo>
                    <a:pt x="198" y="810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58" y="771"/>
                  </a:lnTo>
                  <a:lnTo>
                    <a:pt x="158" y="751"/>
                  </a:lnTo>
                  <a:lnTo>
                    <a:pt x="139" y="731"/>
                  </a:lnTo>
                  <a:lnTo>
                    <a:pt x="139" y="771"/>
                  </a:lnTo>
                  <a:lnTo>
                    <a:pt x="139" y="791"/>
                  </a:lnTo>
                  <a:lnTo>
                    <a:pt x="119" y="751"/>
                  </a:lnTo>
                  <a:lnTo>
                    <a:pt x="99" y="731"/>
                  </a:lnTo>
                  <a:lnTo>
                    <a:pt x="79" y="712"/>
                  </a:lnTo>
                  <a:lnTo>
                    <a:pt x="60" y="692"/>
                  </a:lnTo>
                  <a:lnTo>
                    <a:pt x="60" y="712"/>
                  </a:lnTo>
                  <a:lnTo>
                    <a:pt x="20" y="652"/>
                  </a:lnTo>
                  <a:lnTo>
                    <a:pt x="0" y="593"/>
                  </a:lnTo>
                  <a:lnTo>
                    <a:pt x="0" y="672"/>
                  </a:lnTo>
                  <a:lnTo>
                    <a:pt x="20" y="672"/>
                  </a:lnTo>
                  <a:lnTo>
                    <a:pt x="20" y="712"/>
                  </a:lnTo>
                  <a:lnTo>
                    <a:pt x="20" y="751"/>
                  </a:lnTo>
                  <a:lnTo>
                    <a:pt x="79" y="909"/>
                  </a:lnTo>
                  <a:lnTo>
                    <a:pt x="139" y="1047"/>
                  </a:lnTo>
                  <a:lnTo>
                    <a:pt x="139" y="1067"/>
                  </a:lnTo>
                  <a:lnTo>
                    <a:pt x="158" y="1107"/>
                  </a:lnTo>
                  <a:lnTo>
                    <a:pt x="198" y="1146"/>
                  </a:lnTo>
                  <a:lnTo>
                    <a:pt x="198" y="1126"/>
                  </a:lnTo>
                  <a:lnTo>
                    <a:pt x="218" y="1146"/>
                  </a:lnTo>
                  <a:lnTo>
                    <a:pt x="237" y="1166"/>
                  </a:lnTo>
                  <a:lnTo>
                    <a:pt x="237" y="1146"/>
                  </a:lnTo>
                  <a:lnTo>
                    <a:pt x="257" y="1205"/>
                  </a:lnTo>
                  <a:lnTo>
                    <a:pt x="277" y="1265"/>
                  </a:lnTo>
                  <a:lnTo>
                    <a:pt x="297" y="1284"/>
                  </a:lnTo>
                  <a:lnTo>
                    <a:pt x="297" y="1265"/>
                  </a:lnTo>
                  <a:lnTo>
                    <a:pt x="297" y="1245"/>
                  </a:lnTo>
                  <a:lnTo>
                    <a:pt x="316" y="1265"/>
                  </a:lnTo>
                  <a:lnTo>
                    <a:pt x="336" y="1304"/>
                  </a:lnTo>
                  <a:lnTo>
                    <a:pt x="356" y="1324"/>
                  </a:lnTo>
                  <a:lnTo>
                    <a:pt x="336" y="1284"/>
                  </a:lnTo>
                  <a:lnTo>
                    <a:pt x="336" y="1265"/>
                  </a:lnTo>
                  <a:lnTo>
                    <a:pt x="356" y="1284"/>
                  </a:lnTo>
                  <a:lnTo>
                    <a:pt x="316" y="1205"/>
                  </a:lnTo>
                  <a:lnTo>
                    <a:pt x="316" y="1166"/>
                  </a:lnTo>
                  <a:lnTo>
                    <a:pt x="336" y="1225"/>
                  </a:lnTo>
                  <a:lnTo>
                    <a:pt x="356" y="1265"/>
                  </a:lnTo>
                  <a:lnTo>
                    <a:pt x="376" y="1344"/>
                  </a:lnTo>
                  <a:lnTo>
                    <a:pt x="395" y="1363"/>
                  </a:lnTo>
                  <a:lnTo>
                    <a:pt x="415" y="1363"/>
                  </a:lnTo>
                  <a:lnTo>
                    <a:pt x="415" y="1383"/>
                  </a:lnTo>
                  <a:lnTo>
                    <a:pt x="415" y="1403"/>
                  </a:lnTo>
                  <a:lnTo>
                    <a:pt x="455" y="1462"/>
                  </a:lnTo>
                  <a:lnTo>
                    <a:pt x="455" y="1442"/>
                  </a:lnTo>
                  <a:lnTo>
                    <a:pt x="455" y="1403"/>
                  </a:lnTo>
                  <a:lnTo>
                    <a:pt x="455" y="1383"/>
                  </a:lnTo>
                  <a:lnTo>
                    <a:pt x="474" y="1383"/>
                  </a:lnTo>
                  <a:lnTo>
                    <a:pt x="474" y="1423"/>
                  </a:lnTo>
                  <a:lnTo>
                    <a:pt x="494" y="1423"/>
                  </a:lnTo>
                  <a:lnTo>
                    <a:pt x="514" y="1482"/>
                  </a:lnTo>
                  <a:lnTo>
                    <a:pt x="553" y="1521"/>
                  </a:lnTo>
                  <a:lnTo>
                    <a:pt x="534" y="1482"/>
                  </a:lnTo>
                  <a:lnTo>
                    <a:pt x="553" y="1482"/>
                  </a:lnTo>
                  <a:lnTo>
                    <a:pt x="534" y="1423"/>
                  </a:lnTo>
                  <a:lnTo>
                    <a:pt x="573" y="1482"/>
                  </a:lnTo>
                  <a:lnTo>
                    <a:pt x="573" y="1482"/>
                  </a:lnTo>
                  <a:lnTo>
                    <a:pt x="534" y="1363"/>
                  </a:lnTo>
                  <a:lnTo>
                    <a:pt x="514" y="1324"/>
                  </a:lnTo>
                  <a:lnTo>
                    <a:pt x="514" y="1284"/>
                  </a:lnTo>
                  <a:lnTo>
                    <a:pt x="573" y="1403"/>
                  </a:lnTo>
                  <a:lnTo>
                    <a:pt x="593" y="1462"/>
                  </a:lnTo>
                  <a:lnTo>
                    <a:pt x="613" y="1502"/>
                  </a:lnTo>
                  <a:lnTo>
                    <a:pt x="632" y="1502"/>
                  </a:lnTo>
                  <a:lnTo>
                    <a:pt x="632" y="1521"/>
                  </a:lnTo>
                  <a:lnTo>
                    <a:pt x="652" y="1581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692" y="1541"/>
                  </a:lnTo>
                  <a:lnTo>
                    <a:pt x="711" y="1600"/>
                  </a:lnTo>
                  <a:lnTo>
                    <a:pt x="751" y="1600"/>
                  </a:lnTo>
                  <a:lnTo>
                    <a:pt x="751" y="1581"/>
                  </a:lnTo>
                  <a:lnTo>
                    <a:pt x="751" y="1541"/>
                  </a:lnTo>
                  <a:lnTo>
                    <a:pt x="771" y="1561"/>
                  </a:lnTo>
                  <a:lnTo>
                    <a:pt x="790" y="1620"/>
                  </a:lnTo>
                  <a:lnTo>
                    <a:pt x="771" y="1541"/>
                  </a:lnTo>
                  <a:lnTo>
                    <a:pt x="751" y="1442"/>
                  </a:lnTo>
                  <a:lnTo>
                    <a:pt x="790" y="1502"/>
                  </a:lnTo>
                  <a:lnTo>
                    <a:pt x="810" y="1581"/>
                  </a:lnTo>
                  <a:lnTo>
                    <a:pt x="810" y="1620"/>
                  </a:lnTo>
                  <a:lnTo>
                    <a:pt x="830" y="1620"/>
                  </a:lnTo>
                  <a:lnTo>
                    <a:pt x="814" y="1589"/>
                  </a:lnTo>
                  <a:lnTo>
                    <a:pt x="850" y="1660"/>
                  </a:lnTo>
                  <a:lnTo>
                    <a:pt x="869" y="1660"/>
                  </a:lnTo>
                  <a:lnTo>
                    <a:pt x="850" y="1600"/>
                  </a:lnTo>
                  <a:lnTo>
                    <a:pt x="830" y="1561"/>
                  </a:lnTo>
                  <a:lnTo>
                    <a:pt x="850" y="1640"/>
                  </a:lnTo>
                  <a:lnTo>
                    <a:pt x="850" y="1640"/>
                  </a:lnTo>
                  <a:lnTo>
                    <a:pt x="830" y="1600"/>
                  </a:lnTo>
                  <a:lnTo>
                    <a:pt x="810" y="1561"/>
                  </a:lnTo>
                  <a:lnTo>
                    <a:pt x="810" y="1521"/>
                  </a:lnTo>
                  <a:lnTo>
                    <a:pt x="810" y="1482"/>
                  </a:lnTo>
                  <a:lnTo>
                    <a:pt x="790" y="1383"/>
                  </a:lnTo>
                  <a:lnTo>
                    <a:pt x="830" y="1423"/>
                  </a:lnTo>
                  <a:lnTo>
                    <a:pt x="869" y="1541"/>
                  </a:lnTo>
                  <a:lnTo>
                    <a:pt x="869" y="1521"/>
                  </a:lnTo>
                  <a:lnTo>
                    <a:pt x="909" y="1561"/>
                  </a:lnTo>
                  <a:lnTo>
                    <a:pt x="869" y="1482"/>
                  </a:lnTo>
                  <a:lnTo>
                    <a:pt x="889" y="1462"/>
                  </a:lnTo>
                  <a:lnTo>
                    <a:pt x="889" y="1482"/>
                  </a:lnTo>
                  <a:lnTo>
                    <a:pt x="929" y="1561"/>
                  </a:lnTo>
                  <a:lnTo>
                    <a:pt x="948" y="1561"/>
                  </a:lnTo>
                  <a:lnTo>
                    <a:pt x="968" y="1581"/>
                  </a:lnTo>
                  <a:lnTo>
                    <a:pt x="988" y="1600"/>
                  </a:lnTo>
                  <a:lnTo>
                    <a:pt x="1008" y="1581"/>
                  </a:lnTo>
                  <a:lnTo>
                    <a:pt x="968" y="1502"/>
                  </a:lnTo>
                  <a:lnTo>
                    <a:pt x="988" y="1581"/>
                  </a:lnTo>
                  <a:lnTo>
                    <a:pt x="948" y="1462"/>
                  </a:lnTo>
                  <a:lnTo>
                    <a:pt x="934" y="1373"/>
                  </a:lnTo>
                  <a:lnTo>
                    <a:pt x="948" y="1403"/>
                  </a:lnTo>
                  <a:lnTo>
                    <a:pt x="948" y="1363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04"/>
                  </a:lnTo>
                  <a:lnTo>
                    <a:pt x="948" y="1344"/>
                  </a:lnTo>
                  <a:lnTo>
                    <a:pt x="968" y="1383"/>
                  </a:lnTo>
                  <a:lnTo>
                    <a:pt x="968" y="1363"/>
                  </a:lnTo>
                  <a:lnTo>
                    <a:pt x="968" y="1324"/>
                  </a:lnTo>
                  <a:lnTo>
                    <a:pt x="988" y="1363"/>
                  </a:lnTo>
                  <a:lnTo>
                    <a:pt x="1008" y="1442"/>
                  </a:lnTo>
                  <a:lnTo>
                    <a:pt x="1027" y="1482"/>
                  </a:lnTo>
                  <a:lnTo>
                    <a:pt x="1027" y="1541"/>
                  </a:lnTo>
                  <a:lnTo>
                    <a:pt x="1047" y="1521"/>
                  </a:lnTo>
                  <a:lnTo>
                    <a:pt x="1067" y="1600"/>
                  </a:lnTo>
                  <a:lnTo>
                    <a:pt x="1067" y="1581"/>
                  </a:lnTo>
                  <a:lnTo>
                    <a:pt x="1080" y="1581"/>
                  </a:lnTo>
                  <a:lnTo>
                    <a:pt x="1067" y="1541"/>
                  </a:lnTo>
                  <a:lnTo>
                    <a:pt x="1107" y="1581"/>
                  </a:lnTo>
                  <a:lnTo>
                    <a:pt x="1146" y="1581"/>
                  </a:lnTo>
                  <a:lnTo>
                    <a:pt x="1126" y="1541"/>
                  </a:lnTo>
                  <a:lnTo>
                    <a:pt x="1126" y="1521"/>
                  </a:lnTo>
                  <a:lnTo>
                    <a:pt x="1146" y="1541"/>
                  </a:lnTo>
                  <a:lnTo>
                    <a:pt x="1166" y="1561"/>
                  </a:lnTo>
                  <a:lnTo>
                    <a:pt x="1166" y="1521"/>
                  </a:lnTo>
                  <a:lnTo>
                    <a:pt x="1146" y="1442"/>
                  </a:lnTo>
                  <a:lnTo>
                    <a:pt x="1186" y="1482"/>
                  </a:lnTo>
                  <a:lnTo>
                    <a:pt x="1166" y="1403"/>
                  </a:lnTo>
                  <a:lnTo>
                    <a:pt x="1166" y="1383"/>
                  </a:lnTo>
                  <a:lnTo>
                    <a:pt x="1186" y="1383"/>
                  </a:lnTo>
                  <a:lnTo>
                    <a:pt x="1186" y="1462"/>
                  </a:lnTo>
                  <a:lnTo>
                    <a:pt x="1205" y="1482"/>
                  </a:lnTo>
                  <a:lnTo>
                    <a:pt x="1223" y="1482"/>
                  </a:lnTo>
                  <a:lnTo>
                    <a:pt x="1205" y="1284"/>
                  </a:lnTo>
                  <a:lnTo>
                    <a:pt x="1166" y="1186"/>
                  </a:lnTo>
                  <a:lnTo>
                    <a:pt x="1126" y="1067"/>
                  </a:lnTo>
                  <a:lnTo>
                    <a:pt x="1146" y="1107"/>
                  </a:lnTo>
                  <a:lnTo>
                    <a:pt x="1186" y="1146"/>
                  </a:lnTo>
                  <a:lnTo>
                    <a:pt x="1205" y="1205"/>
                  </a:lnTo>
                  <a:lnTo>
                    <a:pt x="1225" y="1265"/>
                  </a:lnTo>
                  <a:lnTo>
                    <a:pt x="1205" y="1225"/>
                  </a:lnTo>
                  <a:lnTo>
                    <a:pt x="1186" y="1205"/>
                  </a:lnTo>
                  <a:lnTo>
                    <a:pt x="1265" y="1344"/>
                  </a:lnTo>
                  <a:lnTo>
                    <a:pt x="1265" y="1403"/>
                  </a:lnTo>
                  <a:lnTo>
                    <a:pt x="1284" y="1442"/>
                  </a:lnTo>
                  <a:lnTo>
                    <a:pt x="1324" y="1521"/>
                  </a:lnTo>
                  <a:lnTo>
                    <a:pt x="1324" y="1502"/>
                  </a:lnTo>
                  <a:lnTo>
                    <a:pt x="1324" y="1482"/>
                  </a:lnTo>
                  <a:lnTo>
                    <a:pt x="1344" y="1502"/>
                  </a:lnTo>
                  <a:lnTo>
                    <a:pt x="1344" y="148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44" y="1403"/>
                  </a:lnTo>
                  <a:lnTo>
                    <a:pt x="1344" y="1403"/>
                  </a:lnTo>
                  <a:lnTo>
                    <a:pt x="1363" y="1423"/>
                  </a:lnTo>
                  <a:lnTo>
                    <a:pt x="1383" y="1462"/>
                  </a:lnTo>
                  <a:lnTo>
                    <a:pt x="1383" y="1423"/>
                  </a:lnTo>
                  <a:lnTo>
                    <a:pt x="1383" y="1403"/>
                  </a:lnTo>
                  <a:lnTo>
                    <a:pt x="1363" y="1344"/>
                  </a:lnTo>
                  <a:lnTo>
                    <a:pt x="1324" y="1245"/>
                  </a:lnTo>
                  <a:lnTo>
                    <a:pt x="1324" y="1205"/>
                  </a:lnTo>
                  <a:lnTo>
                    <a:pt x="1344" y="1205"/>
                  </a:lnTo>
                  <a:lnTo>
                    <a:pt x="1344" y="1245"/>
                  </a:lnTo>
                  <a:lnTo>
                    <a:pt x="1344" y="1265"/>
                  </a:lnTo>
                  <a:lnTo>
                    <a:pt x="1363" y="1225"/>
                  </a:lnTo>
                  <a:lnTo>
                    <a:pt x="1383" y="1284"/>
                  </a:lnTo>
                  <a:lnTo>
                    <a:pt x="1383" y="1304"/>
                  </a:lnTo>
                  <a:lnTo>
                    <a:pt x="1383" y="1324"/>
                  </a:lnTo>
                  <a:lnTo>
                    <a:pt x="1403" y="1304"/>
                  </a:lnTo>
                  <a:lnTo>
                    <a:pt x="1383" y="1225"/>
                  </a:lnTo>
                  <a:lnTo>
                    <a:pt x="1403" y="1225"/>
                  </a:lnTo>
                  <a:lnTo>
                    <a:pt x="1403" y="1245"/>
                  </a:lnTo>
                  <a:lnTo>
                    <a:pt x="1442" y="1344"/>
                  </a:lnTo>
                  <a:lnTo>
                    <a:pt x="1462" y="1423"/>
                  </a:lnTo>
                  <a:lnTo>
                    <a:pt x="1462" y="1363"/>
                  </a:lnTo>
                  <a:lnTo>
                    <a:pt x="1442" y="1304"/>
                  </a:lnTo>
                  <a:lnTo>
                    <a:pt x="1423" y="1245"/>
                  </a:lnTo>
                  <a:lnTo>
                    <a:pt x="1462" y="1324"/>
                  </a:lnTo>
                  <a:lnTo>
                    <a:pt x="1482" y="1363"/>
                  </a:lnTo>
                  <a:lnTo>
                    <a:pt x="1482" y="1363"/>
                  </a:lnTo>
                  <a:lnTo>
                    <a:pt x="1462" y="1284"/>
                  </a:lnTo>
                  <a:lnTo>
                    <a:pt x="1442" y="1205"/>
                  </a:lnTo>
                  <a:lnTo>
                    <a:pt x="1423" y="1166"/>
                  </a:lnTo>
                  <a:lnTo>
                    <a:pt x="1423" y="1126"/>
                  </a:lnTo>
                  <a:lnTo>
                    <a:pt x="1403" y="1087"/>
                  </a:lnTo>
                  <a:lnTo>
                    <a:pt x="1423" y="1107"/>
                  </a:lnTo>
                  <a:lnTo>
                    <a:pt x="1423" y="1126"/>
                  </a:lnTo>
                  <a:lnTo>
                    <a:pt x="1462" y="1166"/>
                  </a:lnTo>
                  <a:lnTo>
                    <a:pt x="1482" y="1265"/>
                  </a:lnTo>
                  <a:lnTo>
                    <a:pt x="1482" y="1186"/>
                  </a:lnTo>
                  <a:lnTo>
                    <a:pt x="1482" y="1107"/>
                  </a:lnTo>
                  <a:lnTo>
                    <a:pt x="1502" y="1166"/>
                  </a:lnTo>
                  <a:lnTo>
                    <a:pt x="1502" y="1225"/>
                  </a:lnTo>
                  <a:lnTo>
                    <a:pt x="1521" y="1265"/>
                  </a:lnTo>
                  <a:lnTo>
                    <a:pt x="1541" y="1363"/>
                  </a:lnTo>
                  <a:lnTo>
                    <a:pt x="1541" y="1304"/>
                  </a:lnTo>
                  <a:lnTo>
                    <a:pt x="1541" y="1284"/>
                  </a:lnTo>
                  <a:lnTo>
                    <a:pt x="1561" y="1304"/>
                  </a:lnTo>
                  <a:lnTo>
                    <a:pt x="1581" y="1265"/>
                  </a:lnTo>
                  <a:lnTo>
                    <a:pt x="1561" y="1245"/>
                  </a:lnTo>
                  <a:lnTo>
                    <a:pt x="1561" y="1225"/>
                  </a:lnTo>
                  <a:lnTo>
                    <a:pt x="1581" y="1225"/>
                  </a:lnTo>
                  <a:lnTo>
                    <a:pt x="1581" y="1205"/>
                  </a:lnTo>
                  <a:lnTo>
                    <a:pt x="1620" y="1205"/>
                  </a:lnTo>
                  <a:lnTo>
                    <a:pt x="1620" y="1186"/>
                  </a:lnTo>
                  <a:lnTo>
                    <a:pt x="1600" y="1166"/>
                  </a:lnTo>
                  <a:lnTo>
                    <a:pt x="1600" y="1186"/>
                  </a:lnTo>
                  <a:lnTo>
                    <a:pt x="1581" y="1166"/>
                  </a:lnTo>
                  <a:lnTo>
                    <a:pt x="1561" y="1107"/>
                  </a:lnTo>
                  <a:lnTo>
                    <a:pt x="1561" y="1067"/>
                  </a:lnTo>
                  <a:lnTo>
                    <a:pt x="1561" y="1028"/>
                  </a:lnTo>
                  <a:lnTo>
                    <a:pt x="1581" y="1028"/>
                  </a:lnTo>
                  <a:lnTo>
                    <a:pt x="1561" y="1008"/>
                  </a:lnTo>
                  <a:lnTo>
                    <a:pt x="1561" y="968"/>
                  </a:lnTo>
                  <a:lnTo>
                    <a:pt x="1581" y="968"/>
                  </a:lnTo>
                  <a:lnTo>
                    <a:pt x="1600" y="1028"/>
                  </a:lnTo>
                  <a:lnTo>
                    <a:pt x="1620" y="1008"/>
                  </a:lnTo>
                  <a:lnTo>
                    <a:pt x="1620" y="1047"/>
                  </a:lnTo>
                  <a:lnTo>
                    <a:pt x="1640" y="1067"/>
                  </a:lnTo>
                  <a:lnTo>
                    <a:pt x="1640" y="1047"/>
                  </a:lnTo>
                  <a:lnTo>
                    <a:pt x="1640" y="1028"/>
                  </a:lnTo>
                  <a:lnTo>
                    <a:pt x="1660" y="1067"/>
                  </a:lnTo>
                  <a:lnTo>
                    <a:pt x="1660" y="1047"/>
                  </a:lnTo>
                  <a:lnTo>
                    <a:pt x="1679" y="1087"/>
                  </a:lnTo>
                  <a:lnTo>
                    <a:pt x="1679" y="1067"/>
                  </a:lnTo>
                  <a:lnTo>
                    <a:pt x="1679" y="1028"/>
                  </a:lnTo>
                  <a:lnTo>
                    <a:pt x="1660" y="968"/>
                  </a:lnTo>
                  <a:lnTo>
                    <a:pt x="1640" y="909"/>
                  </a:lnTo>
                  <a:lnTo>
                    <a:pt x="1640" y="889"/>
                  </a:lnTo>
                  <a:lnTo>
                    <a:pt x="1660" y="889"/>
                  </a:lnTo>
                  <a:lnTo>
                    <a:pt x="1679" y="929"/>
                  </a:lnTo>
                  <a:lnTo>
                    <a:pt x="1679" y="889"/>
                  </a:lnTo>
                  <a:lnTo>
                    <a:pt x="1699" y="929"/>
                  </a:lnTo>
                  <a:lnTo>
                    <a:pt x="1699" y="909"/>
                  </a:lnTo>
                  <a:lnTo>
                    <a:pt x="1719" y="949"/>
                  </a:lnTo>
                  <a:lnTo>
                    <a:pt x="1699" y="968"/>
                  </a:lnTo>
                  <a:lnTo>
                    <a:pt x="1699" y="988"/>
                  </a:lnTo>
                  <a:lnTo>
                    <a:pt x="1719" y="1047"/>
                  </a:lnTo>
                  <a:lnTo>
                    <a:pt x="1739" y="1067"/>
                  </a:lnTo>
                  <a:lnTo>
                    <a:pt x="1719" y="988"/>
                  </a:lnTo>
                  <a:lnTo>
                    <a:pt x="1719" y="988"/>
                  </a:lnTo>
                  <a:lnTo>
                    <a:pt x="1739" y="1008"/>
                  </a:lnTo>
                  <a:lnTo>
                    <a:pt x="1758" y="1047"/>
                  </a:lnTo>
                  <a:lnTo>
                    <a:pt x="1758" y="1008"/>
                  </a:lnTo>
                  <a:lnTo>
                    <a:pt x="1758" y="988"/>
                  </a:lnTo>
                  <a:lnTo>
                    <a:pt x="1798" y="1087"/>
                  </a:lnTo>
                  <a:lnTo>
                    <a:pt x="1798" y="1067"/>
                  </a:lnTo>
                  <a:lnTo>
                    <a:pt x="1778" y="1028"/>
                  </a:lnTo>
                  <a:lnTo>
                    <a:pt x="1837" y="1028"/>
                  </a:lnTo>
                  <a:lnTo>
                    <a:pt x="1798" y="968"/>
                  </a:lnTo>
                  <a:lnTo>
                    <a:pt x="1798" y="988"/>
                  </a:lnTo>
                  <a:lnTo>
                    <a:pt x="1798" y="1008"/>
                  </a:lnTo>
                  <a:lnTo>
                    <a:pt x="1778" y="968"/>
                  </a:lnTo>
                  <a:lnTo>
                    <a:pt x="1778" y="929"/>
                  </a:lnTo>
                  <a:lnTo>
                    <a:pt x="1798" y="929"/>
                  </a:lnTo>
                  <a:lnTo>
                    <a:pt x="1818" y="909"/>
                  </a:lnTo>
                  <a:lnTo>
                    <a:pt x="1818" y="870"/>
                  </a:lnTo>
                  <a:lnTo>
                    <a:pt x="1837" y="909"/>
                  </a:lnTo>
                  <a:lnTo>
                    <a:pt x="1857" y="988"/>
                  </a:lnTo>
                  <a:lnTo>
                    <a:pt x="1857" y="949"/>
                  </a:lnTo>
                  <a:lnTo>
                    <a:pt x="1877" y="968"/>
                  </a:lnTo>
                  <a:lnTo>
                    <a:pt x="1916" y="1008"/>
                  </a:lnTo>
                  <a:lnTo>
                    <a:pt x="1936" y="1047"/>
                  </a:lnTo>
                  <a:lnTo>
                    <a:pt x="1936" y="1067"/>
                  </a:lnTo>
                  <a:lnTo>
                    <a:pt x="1956" y="1047"/>
                  </a:lnTo>
                  <a:lnTo>
                    <a:pt x="1916" y="968"/>
                  </a:lnTo>
                  <a:lnTo>
                    <a:pt x="1916" y="949"/>
                  </a:lnTo>
                  <a:lnTo>
                    <a:pt x="1936" y="949"/>
                  </a:lnTo>
                  <a:lnTo>
                    <a:pt x="1956" y="988"/>
                  </a:lnTo>
                  <a:lnTo>
                    <a:pt x="1976" y="1008"/>
                  </a:lnTo>
                  <a:lnTo>
                    <a:pt x="1976" y="1008"/>
                  </a:lnTo>
                  <a:lnTo>
                    <a:pt x="1956" y="968"/>
                  </a:lnTo>
                  <a:lnTo>
                    <a:pt x="1946" y="929"/>
                  </a:lnTo>
                  <a:lnTo>
                    <a:pt x="1956" y="929"/>
                  </a:lnTo>
                  <a:lnTo>
                    <a:pt x="1956" y="909"/>
                  </a:lnTo>
                  <a:lnTo>
                    <a:pt x="1956" y="889"/>
                  </a:lnTo>
                  <a:lnTo>
                    <a:pt x="1943" y="916"/>
                  </a:lnTo>
                  <a:lnTo>
                    <a:pt x="1936" y="889"/>
                  </a:lnTo>
                  <a:lnTo>
                    <a:pt x="1916" y="850"/>
                  </a:lnTo>
                  <a:lnTo>
                    <a:pt x="1916" y="850"/>
                  </a:lnTo>
                  <a:lnTo>
                    <a:pt x="1936" y="870"/>
                  </a:lnTo>
                  <a:lnTo>
                    <a:pt x="1936" y="850"/>
                  </a:lnTo>
                  <a:lnTo>
                    <a:pt x="1956" y="889"/>
                  </a:lnTo>
                  <a:lnTo>
                    <a:pt x="1956" y="850"/>
                  </a:lnTo>
                  <a:lnTo>
                    <a:pt x="1936" y="830"/>
                  </a:lnTo>
                  <a:lnTo>
                    <a:pt x="1916" y="771"/>
                  </a:lnTo>
                  <a:lnTo>
                    <a:pt x="1936" y="791"/>
                  </a:lnTo>
                  <a:lnTo>
                    <a:pt x="1956" y="830"/>
                  </a:lnTo>
                  <a:lnTo>
                    <a:pt x="1956" y="791"/>
                  </a:lnTo>
                  <a:lnTo>
                    <a:pt x="1956" y="771"/>
                  </a:lnTo>
                  <a:lnTo>
                    <a:pt x="1936" y="731"/>
                  </a:lnTo>
                  <a:lnTo>
                    <a:pt x="1936" y="692"/>
                  </a:lnTo>
                  <a:lnTo>
                    <a:pt x="1976" y="751"/>
                  </a:lnTo>
                  <a:lnTo>
                    <a:pt x="1995" y="791"/>
                  </a:lnTo>
                  <a:lnTo>
                    <a:pt x="2015" y="850"/>
                  </a:lnTo>
                  <a:lnTo>
                    <a:pt x="2015" y="870"/>
                  </a:lnTo>
                  <a:lnTo>
                    <a:pt x="2035" y="850"/>
                  </a:lnTo>
                  <a:lnTo>
                    <a:pt x="2015" y="791"/>
                  </a:lnTo>
                  <a:lnTo>
                    <a:pt x="2074" y="850"/>
                  </a:lnTo>
                  <a:lnTo>
                    <a:pt x="2055" y="810"/>
                  </a:lnTo>
                  <a:lnTo>
                    <a:pt x="2035" y="731"/>
                  </a:lnTo>
                  <a:lnTo>
                    <a:pt x="2015" y="692"/>
                  </a:lnTo>
                  <a:lnTo>
                    <a:pt x="1995" y="652"/>
                  </a:lnTo>
                  <a:lnTo>
                    <a:pt x="1976" y="593"/>
                  </a:lnTo>
                  <a:lnTo>
                    <a:pt x="1976" y="573"/>
                  </a:lnTo>
                  <a:lnTo>
                    <a:pt x="2035" y="652"/>
                  </a:lnTo>
                  <a:lnTo>
                    <a:pt x="2074" y="771"/>
                  </a:lnTo>
                  <a:lnTo>
                    <a:pt x="2134" y="929"/>
                  </a:lnTo>
                  <a:lnTo>
                    <a:pt x="2153" y="889"/>
                  </a:lnTo>
                  <a:lnTo>
                    <a:pt x="2173" y="889"/>
                  </a:lnTo>
                  <a:lnTo>
                    <a:pt x="2153" y="810"/>
                  </a:lnTo>
                  <a:lnTo>
                    <a:pt x="2114" y="712"/>
                  </a:lnTo>
                  <a:lnTo>
                    <a:pt x="2134" y="712"/>
                  </a:lnTo>
                  <a:lnTo>
                    <a:pt x="2134" y="692"/>
                  </a:lnTo>
                  <a:lnTo>
                    <a:pt x="2134" y="672"/>
                  </a:lnTo>
                  <a:lnTo>
                    <a:pt x="2153" y="672"/>
                  </a:lnTo>
                  <a:lnTo>
                    <a:pt x="2134" y="613"/>
                  </a:lnTo>
                  <a:lnTo>
                    <a:pt x="2094" y="534"/>
                  </a:lnTo>
                  <a:lnTo>
                    <a:pt x="2094" y="514"/>
                  </a:lnTo>
                  <a:lnTo>
                    <a:pt x="2094" y="494"/>
                  </a:lnTo>
                  <a:lnTo>
                    <a:pt x="2094" y="475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9"/>
            <p:cNvSpPr/>
            <p:nvPr/>
          </p:nvSpPr>
          <p:spPr>
            <a:xfrm>
              <a:off x="-1158575" y="3982025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1" y="0"/>
                  </a:moveTo>
                  <a:lnTo>
                    <a:pt x="1" y="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9"/>
            <p:cNvSpPr/>
            <p:nvPr/>
          </p:nvSpPr>
          <p:spPr>
            <a:xfrm>
              <a:off x="-1159550" y="4098050"/>
              <a:ext cx="500" cy="525"/>
            </a:xfrm>
            <a:custGeom>
              <a:rect b="b" l="l" r="r" t="t"/>
              <a:pathLst>
                <a:path extrusionOk="0" h="21" w="20">
                  <a:moveTo>
                    <a:pt x="0" y="21"/>
                  </a:move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9"/>
            <p:cNvSpPr/>
            <p:nvPr/>
          </p:nvSpPr>
          <p:spPr>
            <a:xfrm>
              <a:off x="-1161050" y="409707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100" y="0"/>
                  </a:moveTo>
                  <a:lnTo>
                    <a:pt x="60" y="2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80" y="2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9"/>
            <p:cNvSpPr/>
            <p:nvPr/>
          </p:nvSpPr>
          <p:spPr>
            <a:xfrm>
              <a:off x="-1159075" y="409657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20"/>
                  </a:lnTo>
                  <a:lnTo>
                    <a:pt x="4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9"/>
            <p:cNvSpPr/>
            <p:nvPr/>
          </p:nvSpPr>
          <p:spPr>
            <a:xfrm>
              <a:off x="-1164000" y="4095600"/>
              <a:ext cx="6450" cy="3475"/>
            </a:xfrm>
            <a:custGeom>
              <a:rect b="b" l="l" r="r" t="t"/>
              <a:pathLst>
                <a:path extrusionOk="0" h="139" w="258">
                  <a:moveTo>
                    <a:pt x="257" y="0"/>
                  </a:moveTo>
                  <a:lnTo>
                    <a:pt x="198" y="20"/>
                  </a:lnTo>
                  <a:lnTo>
                    <a:pt x="158" y="40"/>
                  </a:lnTo>
                  <a:lnTo>
                    <a:pt x="237" y="40"/>
                  </a:lnTo>
                  <a:lnTo>
                    <a:pt x="257" y="0"/>
                  </a:lnTo>
                  <a:close/>
                  <a:moveTo>
                    <a:pt x="79" y="40"/>
                  </a:moveTo>
                  <a:lnTo>
                    <a:pt x="0" y="99"/>
                  </a:lnTo>
                  <a:lnTo>
                    <a:pt x="20" y="99"/>
                  </a:lnTo>
                  <a:lnTo>
                    <a:pt x="0" y="138"/>
                  </a:lnTo>
                  <a:lnTo>
                    <a:pt x="40" y="99"/>
                  </a:lnTo>
                  <a:lnTo>
                    <a:pt x="79" y="99"/>
                  </a:lnTo>
                  <a:lnTo>
                    <a:pt x="60" y="119"/>
                  </a:lnTo>
                  <a:lnTo>
                    <a:pt x="139" y="59"/>
                  </a:lnTo>
                  <a:lnTo>
                    <a:pt x="99" y="59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9"/>
            <p:cNvSpPr/>
            <p:nvPr/>
          </p:nvSpPr>
          <p:spPr>
            <a:xfrm>
              <a:off x="-1174375" y="4056575"/>
              <a:ext cx="31625" cy="40025"/>
            </a:xfrm>
            <a:custGeom>
              <a:rect b="b" l="l" r="r" t="t"/>
              <a:pathLst>
                <a:path extrusionOk="0" h="1601" w="1265">
                  <a:moveTo>
                    <a:pt x="1028" y="149"/>
                  </a:moveTo>
                  <a:lnTo>
                    <a:pt x="1028" y="159"/>
                  </a:lnTo>
                  <a:lnTo>
                    <a:pt x="1047" y="159"/>
                  </a:lnTo>
                  <a:lnTo>
                    <a:pt x="1028" y="149"/>
                  </a:lnTo>
                  <a:close/>
                  <a:moveTo>
                    <a:pt x="60" y="573"/>
                  </a:moveTo>
                  <a:lnTo>
                    <a:pt x="40" y="593"/>
                  </a:lnTo>
                  <a:lnTo>
                    <a:pt x="60" y="593"/>
                  </a:lnTo>
                  <a:lnTo>
                    <a:pt x="50" y="603"/>
                  </a:lnTo>
                  <a:lnTo>
                    <a:pt x="50" y="603"/>
                  </a:lnTo>
                  <a:lnTo>
                    <a:pt x="99" y="593"/>
                  </a:lnTo>
                  <a:lnTo>
                    <a:pt x="99" y="573"/>
                  </a:lnTo>
                  <a:close/>
                  <a:moveTo>
                    <a:pt x="50" y="603"/>
                  </a:moveTo>
                  <a:lnTo>
                    <a:pt x="0" y="613"/>
                  </a:lnTo>
                  <a:lnTo>
                    <a:pt x="20" y="613"/>
                  </a:lnTo>
                  <a:lnTo>
                    <a:pt x="0" y="633"/>
                  </a:lnTo>
                  <a:lnTo>
                    <a:pt x="60" y="613"/>
                  </a:lnTo>
                  <a:lnTo>
                    <a:pt x="40" y="613"/>
                  </a:lnTo>
                  <a:lnTo>
                    <a:pt x="50" y="603"/>
                  </a:lnTo>
                  <a:close/>
                  <a:moveTo>
                    <a:pt x="336" y="1344"/>
                  </a:moveTo>
                  <a:lnTo>
                    <a:pt x="257" y="1383"/>
                  </a:lnTo>
                  <a:lnTo>
                    <a:pt x="277" y="1383"/>
                  </a:lnTo>
                  <a:lnTo>
                    <a:pt x="317" y="1364"/>
                  </a:lnTo>
                  <a:lnTo>
                    <a:pt x="336" y="1344"/>
                  </a:lnTo>
                  <a:close/>
                  <a:moveTo>
                    <a:pt x="791" y="1"/>
                  </a:moveTo>
                  <a:lnTo>
                    <a:pt x="791" y="20"/>
                  </a:lnTo>
                  <a:lnTo>
                    <a:pt x="652" y="20"/>
                  </a:lnTo>
                  <a:lnTo>
                    <a:pt x="692" y="40"/>
                  </a:lnTo>
                  <a:lnTo>
                    <a:pt x="672" y="40"/>
                  </a:lnTo>
                  <a:lnTo>
                    <a:pt x="652" y="60"/>
                  </a:lnTo>
                  <a:lnTo>
                    <a:pt x="534" y="60"/>
                  </a:lnTo>
                  <a:lnTo>
                    <a:pt x="514" y="80"/>
                  </a:lnTo>
                  <a:lnTo>
                    <a:pt x="534" y="80"/>
                  </a:lnTo>
                  <a:lnTo>
                    <a:pt x="554" y="99"/>
                  </a:lnTo>
                  <a:lnTo>
                    <a:pt x="534" y="11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415" y="119"/>
                  </a:lnTo>
                  <a:lnTo>
                    <a:pt x="514" y="139"/>
                  </a:lnTo>
                  <a:lnTo>
                    <a:pt x="573" y="139"/>
                  </a:lnTo>
                  <a:lnTo>
                    <a:pt x="554" y="159"/>
                  </a:lnTo>
                  <a:lnTo>
                    <a:pt x="514" y="159"/>
                  </a:lnTo>
                  <a:lnTo>
                    <a:pt x="435" y="139"/>
                  </a:lnTo>
                  <a:lnTo>
                    <a:pt x="415" y="159"/>
                  </a:lnTo>
                  <a:lnTo>
                    <a:pt x="396" y="178"/>
                  </a:lnTo>
                  <a:lnTo>
                    <a:pt x="297" y="178"/>
                  </a:lnTo>
                  <a:lnTo>
                    <a:pt x="317" y="198"/>
                  </a:lnTo>
                  <a:lnTo>
                    <a:pt x="356" y="218"/>
                  </a:lnTo>
                  <a:lnTo>
                    <a:pt x="336" y="218"/>
                  </a:lnTo>
                  <a:lnTo>
                    <a:pt x="336" y="238"/>
                  </a:lnTo>
                  <a:lnTo>
                    <a:pt x="297" y="238"/>
                  </a:lnTo>
                  <a:lnTo>
                    <a:pt x="317" y="257"/>
                  </a:lnTo>
                  <a:lnTo>
                    <a:pt x="238" y="257"/>
                  </a:lnTo>
                  <a:lnTo>
                    <a:pt x="218" y="277"/>
                  </a:lnTo>
                  <a:lnTo>
                    <a:pt x="257" y="277"/>
                  </a:lnTo>
                  <a:lnTo>
                    <a:pt x="257" y="297"/>
                  </a:lnTo>
                  <a:lnTo>
                    <a:pt x="317" y="297"/>
                  </a:lnTo>
                  <a:lnTo>
                    <a:pt x="238" y="317"/>
                  </a:lnTo>
                  <a:lnTo>
                    <a:pt x="435" y="317"/>
                  </a:lnTo>
                  <a:lnTo>
                    <a:pt x="396" y="336"/>
                  </a:lnTo>
                  <a:lnTo>
                    <a:pt x="198" y="336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218" y="376"/>
                  </a:lnTo>
                  <a:lnTo>
                    <a:pt x="139" y="376"/>
                  </a:lnTo>
                  <a:lnTo>
                    <a:pt x="139" y="396"/>
                  </a:lnTo>
                  <a:lnTo>
                    <a:pt x="99" y="415"/>
                  </a:lnTo>
                  <a:lnTo>
                    <a:pt x="79" y="415"/>
                  </a:lnTo>
                  <a:lnTo>
                    <a:pt x="159" y="435"/>
                  </a:lnTo>
                  <a:lnTo>
                    <a:pt x="119" y="455"/>
                  </a:lnTo>
                  <a:lnTo>
                    <a:pt x="99" y="455"/>
                  </a:lnTo>
                  <a:lnTo>
                    <a:pt x="99" y="475"/>
                  </a:lnTo>
                  <a:lnTo>
                    <a:pt x="79" y="494"/>
                  </a:lnTo>
                  <a:lnTo>
                    <a:pt x="99" y="494"/>
                  </a:lnTo>
                  <a:lnTo>
                    <a:pt x="60" y="514"/>
                  </a:lnTo>
                  <a:lnTo>
                    <a:pt x="119" y="514"/>
                  </a:lnTo>
                  <a:lnTo>
                    <a:pt x="119" y="534"/>
                  </a:lnTo>
                  <a:lnTo>
                    <a:pt x="99" y="534"/>
                  </a:lnTo>
                  <a:lnTo>
                    <a:pt x="60" y="554"/>
                  </a:lnTo>
                  <a:lnTo>
                    <a:pt x="238" y="554"/>
                  </a:lnTo>
                  <a:lnTo>
                    <a:pt x="178" y="573"/>
                  </a:lnTo>
                  <a:lnTo>
                    <a:pt x="99" y="593"/>
                  </a:lnTo>
                  <a:lnTo>
                    <a:pt x="119" y="593"/>
                  </a:lnTo>
                  <a:lnTo>
                    <a:pt x="159" y="613"/>
                  </a:lnTo>
                  <a:lnTo>
                    <a:pt x="297" y="613"/>
                  </a:lnTo>
                  <a:lnTo>
                    <a:pt x="257" y="633"/>
                  </a:lnTo>
                  <a:lnTo>
                    <a:pt x="198" y="653"/>
                  </a:lnTo>
                  <a:lnTo>
                    <a:pt x="139" y="653"/>
                  </a:lnTo>
                  <a:lnTo>
                    <a:pt x="159" y="672"/>
                  </a:lnTo>
                  <a:lnTo>
                    <a:pt x="79" y="712"/>
                  </a:lnTo>
                  <a:lnTo>
                    <a:pt x="178" y="692"/>
                  </a:lnTo>
                  <a:lnTo>
                    <a:pt x="198" y="692"/>
                  </a:lnTo>
                  <a:lnTo>
                    <a:pt x="178" y="712"/>
                  </a:lnTo>
                  <a:lnTo>
                    <a:pt x="99" y="732"/>
                  </a:lnTo>
                  <a:lnTo>
                    <a:pt x="99" y="751"/>
                  </a:lnTo>
                  <a:lnTo>
                    <a:pt x="79" y="791"/>
                  </a:lnTo>
                  <a:lnTo>
                    <a:pt x="60" y="811"/>
                  </a:lnTo>
                  <a:lnTo>
                    <a:pt x="79" y="830"/>
                  </a:lnTo>
                  <a:lnTo>
                    <a:pt x="139" y="801"/>
                  </a:lnTo>
                  <a:lnTo>
                    <a:pt x="139" y="801"/>
                  </a:lnTo>
                  <a:lnTo>
                    <a:pt x="198" y="791"/>
                  </a:lnTo>
                  <a:lnTo>
                    <a:pt x="317" y="771"/>
                  </a:lnTo>
                  <a:lnTo>
                    <a:pt x="297" y="791"/>
                  </a:lnTo>
                  <a:lnTo>
                    <a:pt x="257" y="791"/>
                  </a:lnTo>
                  <a:lnTo>
                    <a:pt x="297" y="811"/>
                  </a:lnTo>
                  <a:lnTo>
                    <a:pt x="317" y="791"/>
                  </a:lnTo>
                  <a:lnTo>
                    <a:pt x="356" y="791"/>
                  </a:lnTo>
                  <a:lnTo>
                    <a:pt x="317" y="811"/>
                  </a:lnTo>
                  <a:lnTo>
                    <a:pt x="257" y="830"/>
                  </a:lnTo>
                  <a:lnTo>
                    <a:pt x="336" y="830"/>
                  </a:lnTo>
                  <a:lnTo>
                    <a:pt x="297" y="850"/>
                  </a:lnTo>
                  <a:lnTo>
                    <a:pt x="198" y="850"/>
                  </a:lnTo>
                  <a:lnTo>
                    <a:pt x="159" y="870"/>
                  </a:lnTo>
                  <a:lnTo>
                    <a:pt x="119" y="870"/>
                  </a:lnTo>
                  <a:lnTo>
                    <a:pt x="119" y="890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60" y="929"/>
                  </a:lnTo>
                  <a:lnTo>
                    <a:pt x="119" y="929"/>
                  </a:lnTo>
                  <a:lnTo>
                    <a:pt x="60" y="969"/>
                  </a:lnTo>
                  <a:lnTo>
                    <a:pt x="60" y="1008"/>
                  </a:lnTo>
                  <a:lnTo>
                    <a:pt x="99" y="988"/>
                  </a:lnTo>
                  <a:lnTo>
                    <a:pt x="139" y="988"/>
                  </a:lnTo>
                  <a:lnTo>
                    <a:pt x="99" y="1008"/>
                  </a:lnTo>
                  <a:lnTo>
                    <a:pt x="79" y="1028"/>
                  </a:lnTo>
                  <a:lnTo>
                    <a:pt x="60" y="1028"/>
                  </a:lnTo>
                  <a:lnTo>
                    <a:pt x="79" y="1048"/>
                  </a:lnTo>
                  <a:lnTo>
                    <a:pt x="119" y="1048"/>
                  </a:lnTo>
                  <a:lnTo>
                    <a:pt x="218" y="1028"/>
                  </a:lnTo>
                  <a:lnTo>
                    <a:pt x="218" y="1048"/>
                  </a:lnTo>
                  <a:lnTo>
                    <a:pt x="178" y="1067"/>
                  </a:lnTo>
                  <a:lnTo>
                    <a:pt x="238" y="1048"/>
                  </a:lnTo>
                  <a:lnTo>
                    <a:pt x="277" y="1067"/>
                  </a:lnTo>
                  <a:lnTo>
                    <a:pt x="198" y="1067"/>
                  </a:lnTo>
                  <a:lnTo>
                    <a:pt x="159" y="1087"/>
                  </a:lnTo>
                  <a:lnTo>
                    <a:pt x="159" y="1107"/>
                  </a:lnTo>
                  <a:lnTo>
                    <a:pt x="159" y="1127"/>
                  </a:lnTo>
                  <a:lnTo>
                    <a:pt x="356" y="1107"/>
                  </a:lnTo>
                  <a:lnTo>
                    <a:pt x="475" y="1067"/>
                  </a:lnTo>
                  <a:lnTo>
                    <a:pt x="593" y="1048"/>
                  </a:lnTo>
                  <a:lnTo>
                    <a:pt x="593" y="1048"/>
                  </a:lnTo>
                  <a:lnTo>
                    <a:pt x="534" y="1087"/>
                  </a:lnTo>
                  <a:lnTo>
                    <a:pt x="514" y="1107"/>
                  </a:lnTo>
                  <a:lnTo>
                    <a:pt x="435" y="1127"/>
                  </a:lnTo>
                  <a:lnTo>
                    <a:pt x="396" y="1146"/>
                  </a:lnTo>
                  <a:lnTo>
                    <a:pt x="376" y="1146"/>
                  </a:lnTo>
                  <a:lnTo>
                    <a:pt x="435" y="1127"/>
                  </a:lnTo>
                  <a:lnTo>
                    <a:pt x="435" y="1107"/>
                  </a:lnTo>
                  <a:lnTo>
                    <a:pt x="297" y="1186"/>
                  </a:lnTo>
                  <a:lnTo>
                    <a:pt x="257" y="1186"/>
                  </a:lnTo>
                  <a:lnTo>
                    <a:pt x="297" y="1166"/>
                  </a:lnTo>
                  <a:lnTo>
                    <a:pt x="297" y="1166"/>
                  </a:lnTo>
                  <a:lnTo>
                    <a:pt x="238" y="1186"/>
                  </a:lnTo>
                  <a:lnTo>
                    <a:pt x="218" y="1186"/>
                  </a:lnTo>
                  <a:lnTo>
                    <a:pt x="119" y="1225"/>
                  </a:lnTo>
                  <a:lnTo>
                    <a:pt x="139" y="1245"/>
                  </a:lnTo>
                  <a:lnTo>
                    <a:pt x="159" y="1245"/>
                  </a:lnTo>
                  <a:lnTo>
                    <a:pt x="139" y="1265"/>
                  </a:lnTo>
                  <a:lnTo>
                    <a:pt x="198" y="1265"/>
                  </a:lnTo>
                  <a:lnTo>
                    <a:pt x="178" y="1285"/>
                  </a:lnTo>
                  <a:lnTo>
                    <a:pt x="257" y="1265"/>
                  </a:lnTo>
                  <a:lnTo>
                    <a:pt x="238" y="1285"/>
                  </a:lnTo>
                  <a:lnTo>
                    <a:pt x="198" y="1304"/>
                  </a:lnTo>
                  <a:lnTo>
                    <a:pt x="238" y="1304"/>
                  </a:lnTo>
                  <a:lnTo>
                    <a:pt x="238" y="1324"/>
                  </a:lnTo>
                  <a:lnTo>
                    <a:pt x="317" y="1285"/>
                  </a:lnTo>
                  <a:lnTo>
                    <a:pt x="415" y="1265"/>
                  </a:lnTo>
                  <a:lnTo>
                    <a:pt x="435" y="1265"/>
                  </a:lnTo>
                  <a:lnTo>
                    <a:pt x="455" y="1285"/>
                  </a:lnTo>
                  <a:lnTo>
                    <a:pt x="376" y="1285"/>
                  </a:lnTo>
                  <a:lnTo>
                    <a:pt x="435" y="1304"/>
                  </a:lnTo>
                  <a:lnTo>
                    <a:pt x="376" y="1324"/>
                  </a:lnTo>
                  <a:lnTo>
                    <a:pt x="356" y="1324"/>
                  </a:lnTo>
                  <a:lnTo>
                    <a:pt x="336" y="1344"/>
                  </a:lnTo>
                  <a:lnTo>
                    <a:pt x="356" y="1344"/>
                  </a:lnTo>
                  <a:lnTo>
                    <a:pt x="435" y="1324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17" y="1383"/>
                  </a:lnTo>
                  <a:lnTo>
                    <a:pt x="238" y="1403"/>
                  </a:lnTo>
                  <a:lnTo>
                    <a:pt x="257" y="1383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277" y="1344"/>
                  </a:lnTo>
                  <a:lnTo>
                    <a:pt x="277" y="1324"/>
                  </a:lnTo>
                  <a:lnTo>
                    <a:pt x="218" y="1324"/>
                  </a:lnTo>
                  <a:lnTo>
                    <a:pt x="198" y="1364"/>
                  </a:lnTo>
                  <a:lnTo>
                    <a:pt x="218" y="1383"/>
                  </a:lnTo>
                  <a:lnTo>
                    <a:pt x="178" y="1403"/>
                  </a:lnTo>
                  <a:lnTo>
                    <a:pt x="297" y="1423"/>
                  </a:lnTo>
                  <a:lnTo>
                    <a:pt x="356" y="1383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36" y="1403"/>
                  </a:lnTo>
                  <a:lnTo>
                    <a:pt x="297" y="1443"/>
                  </a:lnTo>
                  <a:lnTo>
                    <a:pt x="376" y="1423"/>
                  </a:lnTo>
                  <a:lnTo>
                    <a:pt x="455" y="1403"/>
                  </a:lnTo>
                  <a:lnTo>
                    <a:pt x="475" y="1383"/>
                  </a:lnTo>
                  <a:lnTo>
                    <a:pt x="534" y="1364"/>
                  </a:lnTo>
                  <a:lnTo>
                    <a:pt x="573" y="1364"/>
                  </a:lnTo>
                  <a:lnTo>
                    <a:pt x="554" y="1383"/>
                  </a:lnTo>
                  <a:lnTo>
                    <a:pt x="534" y="1383"/>
                  </a:lnTo>
                  <a:lnTo>
                    <a:pt x="514" y="1403"/>
                  </a:lnTo>
                  <a:lnTo>
                    <a:pt x="494" y="1423"/>
                  </a:lnTo>
                  <a:lnTo>
                    <a:pt x="317" y="1443"/>
                  </a:lnTo>
                  <a:lnTo>
                    <a:pt x="297" y="1462"/>
                  </a:lnTo>
                  <a:lnTo>
                    <a:pt x="317" y="1462"/>
                  </a:lnTo>
                  <a:lnTo>
                    <a:pt x="297" y="1482"/>
                  </a:lnTo>
                  <a:lnTo>
                    <a:pt x="297" y="1482"/>
                  </a:lnTo>
                  <a:lnTo>
                    <a:pt x="356" y="1462"/>
                  </a:lnTo>
                  <a:lnTo>
                    <a:pt x="396" y="1443"/>
                  </a:lnTo>
                  <a:lnTo>
                    <a:pt x="554" y="1443"/>
                  </a:lnTo>
                  <a:lnTo>
                    <a:pt x="494" y="1462"/>
                  </a:lnTo>
                  <a:lnTo>
                    <a:pt x="435" y="1482"/>
                  </a:lnTo>
                  <a:lnTo>
                    <a:pt x="396" y="1482"/>
                  </a:lnTo>
                  <a:lnTo>
                    <a:pt x="297" y="1522"/>
                  </a:lnTo>
                  <a:lnTo>
                    <a:pt x="356" y="1502"/>
                  </a:lnTo>
                  <a:lnTo>
                    <a:pt x="376" y="1502"/>
                  </a:lnTo>
                  <a:lnTo>
                    <a:pt x="356" y="1522"/>
                  </a:lnTo>
                  <a:lnTo>
                    <a:pt x="356" y="1541"/>
                  </a:lnTo>
                  <a:lnTo>
                    <a:pt x="396" y="1561"/>
                  </a:lnTo>
                  <a:lnTo>
                    <a:pt x="435" y="1541"/>
                  </a:lnTo>
                  <a:lnTo>
                    <a:pt x="455" y="1541"/>
                  </a:lnTo>
                  <a:lnTo>
                    <a:pt x="435" y="1561"/>
                  </a:lnTo>
                  <a:lnTo>
                    <a:pt x="455" y="1561"/>
                  </a:lnTo>
                  <a:lnTo>
                    <a:pt x="455" y="1581"/>
                  </a:lnTo>
                  <a:lnTo>
                    <a:pt x="475" y="1581"/>
                  </a:lnTo>
                  <a:lnTo>
                    <a:pt x="514" y="1561"/>
                  </a:lnTo>
                  <a:lnTo>
                    <a:pt x="554" y="1522"/>
                  </a:lnTo>
                  <a:lnTo>
                    <a:pt x="613" y="1541"/>
                  </a:lnTo>
                  <a:lnTo>
                    <a:pt x="692" y="1541"/>
                  </a:lnTo>
                  <a:lnTo>
                    <a:pt x="830" y="1304"/>
                  </a:lnTo>
                  <a:lnTo>
                    <a:pt x="968" y="1048"/>
                  </a:lnTo>
                  <a:lnTo>
                    <a:pt x="1245" y="396"/>
                  </a:lnTo>
                  <a:lnTo>
                    <a:pt x="1107" y="396"/>
                  </a:lnTo>
                  <a:lnTo>
                    <a:pt x="1166" y="376"/>
                  </a:lnTo>
                  <a:lnTo>
                    <a:pt x="1186" y="376"/>
                  </a:lnTo>
                  <a:lnTo>
                    <a:pt x="1166" y="356"/>
                  </a:lnTo>
                  <a:lnTo>
                    <a:pt x="1245" y="356"/>
                  </a:lnTo>
                  <a:lnTo>
                    <a:pt x="1245" y="336"/>
                  </a:lnTo>
                  <a:lnTo>
                    <a:pt x="1067" y="336"/>
                  </a:lnTo>
                  <a:lnTo>
                    <a:pt x="1047" y="317"/>
                  </a:lnTo>
                  <a:lnTo>
                    <a:pt x="1067" y="317"/>
                  </a:lnTo>
                  <a:lnTo>
                    <a:pt x="1008" y="277"/>
                  </a:lnTo>
                  <a:lnTo>
                    <a:pt x="988" y="238"/>
                  </a:lnTo>
                  <a:lnTo>
                    <a:pt x="968" y="198"/>
                  </a:lnTo>
                  <a:lnTo>
                    <a:pt x="1008" y="139"/>
                  </a:lnTo>
                  <a:lnTo>
                    <a:pt x="1028" y="149"/>
                  </a:lnTo>
                  <a:lnTo>
                    <a:pt x="1028" y="149"/>
                  </a:lnTo>
                  <a:lnTo>
                    <a:pt x="1028" y="139"/>
                  </a:lnTo>
                  <a:lnTo>
                    <a:pt x="1067" y="139"/>
                  </a:lnTo>
                  <a:lnTo>
                    <a:pt x="1087" y="119"/>
                  </a:lnTo>
                  <a:lnTo>
                    <a:pt x="1047" y="119"/>
                  </a:lnTo>
                  <a:lnTo>
                    <a:pt x="1087" y="99"/>
                  </a:lnTo>
                  <a:lnTo>
                    <a:pt x="1087" y="119"/>
                  </a:lnTo>
                  <a:lnTo>
                    <a:pt x="1107" y="99"/>
                  </a:lnTo>
                  <a:lnTo>
                    <a:pt x="1126" y="80"/>
                  </a:lnTo>
                  <a:lnTo>
                    <a:pt x="1146" y="80"/>
                  </a:lnTo>
                  <a:lnTo>
                    <a:pt x="1146" y="60"/>
                  </a:lnTo>
                  <a:lnTo>
                    <a:pt x="1265" y="60"/>
                  </a:lnTo>
                  <a:lnTo>
                    <a:pt x="1205" y="40"/>
                  </a:lnTo>
                  <a:lnTo>
                    <a:pt x="1146" y="40"/>
                  </a:lnTo>
                  <a:lnTo>
                    <a:pt x="1126" y="20"/>
                  </a:lnTo>
                  <a:lnTo>
                    <a:pt x="968" y="1"/>
                  </a:lnTo>
                  <a:close/>
                  <a:moveTo>
                    <a:pt x="475" y="1581"/>
                  </a:moveTo>
                  <a:lnTo>
                    <a:pt x="475" y="1601"/>
                  </a:lnTo>
                  <a:lnTo>
                    <a:pt x="514" y="1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9"/>
            <p:cNvSpPr/>
            <p:nvPr/>
          </p:nvSpPr>
          <p:spPr>
            <a:xfrm>
              <a:off x="-1164000" y="40956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20" y="0"/>
                  </a:moveTo>
                  <a:lnTo>
                    <a:pt x="2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9"/>
            <p:cNvSpPr/>
            <p:nvPr/>
          </p:nvSpPr>
          <p:spPr>
            <a:xfrm>
              <a:off x="-1395600" y="4100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9"/>
            <p:cNvSpPr/>
            <p:nvPr/>
          </p:nvSpPr>
          <p:spPr>
            <a:xfrm>
              <a:off x="-1397075" y="40990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9"/>
            <p:cNvSpPr/>
            <p:nvPr/>
          </p:nvSpPr>
          <p:spPr>
            <a:xfrm>
              <a:off x="-1435600" y="4052125"/>
              <a:ext cx="48425" cy="55350"/>
            </a:xfrm>
            <a:custGeom>
              <a:rect b="b" l="l" r="r" t="t"/>
              <a:pathLst>
                <a:path extrusionOk="0" h="2214" w="1937">
                  <a:moveTo>
                    <a:pt x="652" y="80"/>
                  </a:moveTo>
                  <a:lnTo>
                    <a:pt x="692" y="100"/>
                  </a:lnTo>
                  <a:lnTo>
                    <a:pt x="633" y="80"/>
                  </a:lnTo>
                  <a:close/>
                  <a:moveTo>
                    <a:pt x="1403" y="712"/>
                  </a:moveTo>
                  <a:lnTo>
                    <a:pt x="1403" y="732"/>
                  </a:lnTo>
                  <a:lnTo>
                    <a:pt x="1304" y="732"/>
                  </a:lnTo>
                  <a:lnTo>
                    <a:pt x="1344" y="712"/>
                  </a:lnTo>
                  <a:close/>
                  <a:moveTo>
                    <a:pt x="336" y="831"/>
                  </a:moveTo>
                  <a:lnTo>
                    <a:pt x="277" y="850"/>
                  </a:lnTo>
                  <a:lnTo>
                    <a:pt x="356" y="831"/>
                  </a:lnTo>
                  <a:close/>
                  <a:moveTo>
                    <a:pt x="218" y="969"/>
                  </a:moveTo>
                  <a:lnTo>
                    <a:pt x="198" y="989"/>
                  </a:lnTo>
                  <a:lnTo>
                    <a:pt x="238" y="989"/>
                  </a:lnTo>
                  <a:lnTo>
                    <a:pt x="218" y="969"/>
                  </a:lnTo>
                  <a:close/>
                  <a:moveTo>
                    <a:pt x="80" y="969"/>
                  </a:moveTo>
                  <a:lnTo>
                    <a:pt x="60" y="989"/>
                  </a:lnTo>
                  <a:lnTo>
                    <a:pt x="60" y="1008"/>
                  </a:lnTo>
                  <a:lnTo>
                    <a:pt x="40" y="1028"/>
                  </a:lnTo>
                  <a:lnTo>
                    <a:pt x="139" y="1048"/>
                  </a:lnTo>
                  <a:lnTo>
                    <a:pt x="198" y="1028"/>
                  </a:lnTo>
                  <a:lnTo>
                    <a:pt x="80" y="1028"/>
                  </a:lnTo>
                  <a:lnTo>
                    <a:pt x="99" y="1008"/>
                  </a:lnTo>
                  <a:lnTo>
                    <a:pt x="119" y="1008"/>
                  </a:lnTo>
                  <a:lnTo>
                    <a:pt x="99" y="989"/>
                  </a:lnTo>
                  <a:lnTo>
                    <a:pt x="139" y="989"/>
                  </a:lnTo>
                  <a:lnTo>
                    <a:pt x="139" y="969"/>
                  </a:lnTo>
                  <a:close/>
                  <a:moveTo>
                    <a:pt x="1778" y="1265"/>
                  </a:moveTo>
                  <a:lnTo>
                    <a:pt x="1719" y="1285"/>
                  </a:lnTo>
                  <a:lnTo>
                    <a:pt x="1739" y="1285"/>
                  </a:lnTo>
                  <a:lnTo>
                    <a:pt x="1778" y="1265"/>
                  </a:lnTo>
                  <a:close/>
                  <a:moveTo>
                    <a:pt x="376" y="1285"/>
                  </a:moveTo>
                  <a:lnTo>
                    <a:pt x="317" y="1305"/>
                  </a:lnTo>
                  <a:lnTo>
                    <a:pt x="317" y="1305"/>
                  </a:lnTo>
                  <a:lnTo>
                    <a:pt x="396" y="1285"/>
                  </a:lnTo>
                  <a:close/>
                  <a:moveTo>
                    <a:pt x="297" y="1245"/>
                  </a:moveTo>
                  <a:lnTo>
                    <a:pt x="198" y="1265"/>
                  </a:lnTo>
                  <a:lnTo>
                    <a:pt x="218" y="1265"/>
                  </a:lnTo>
                  <a:lnTo>
                    <a:pt x="218" y="1285"/>
                  </a:lnTo>
                  <a:lnTo>
                    <a:pt x="198" y="1305"/>
                  </a:lnTo>
                  <a:lnTo>
                    <a:pt x="198" y="1305"/>
                  </a:lnTo>
                  <a:lnTo>
                    <a:pt x="238" y="1285"/>
                  </a:lnTo>
                  <a:lnTo>
                    <a:pt x="336" y="1265"/>
                  </a:lnTo>
                  <a:lnTo>
                    <a:pt x="317" y="1265"/>
                  </a:lnTo>
                  <a:lnTo>
                    <a:pt x="336" y="1245"/>
                  </a:lnTo>
                  <a:close/>
                  <a:moveTo>
                    <a:pt x="1522" y="1324"/>
                  </a:moveTo>
                  <a:lnTo>
                    <a:pt x="1443" y="1344"/>
                  </a:lnTo>
                  <a:lnTo>
                    <a:pt x="1443" y="1349"/>
                  </a:lnTo>
                  <a:lnTo>
                    <a:pt x="1443" y="1349"/>
                  </a:lnTo>
                  <a:lnTo>
                    <a:pt x="1462" y="1344"/>
                  </a:lnTo>
                  <a:lnTo>
                    <a:pt x="1522" y="1324"/>
                  </a:lnTo>
                  <a:close/>
                  <a:moveTo>
                    <a:pt x="1482" y="1344"/>
                  </a:moveTo>
                  <a:lnTo>
                    <a:pt x="1443" y="1354"/>
                  </a:lnTo>
                  <a:lnTo>
                    <a:pt x="1443" y="1354"/>
                  </a:lnTo>
                  <a:lnTo>
                    <a:pt x="1443" y="1364"/>
                  </a:lnTo>
                  <a:lnTo>
                    <a:pt x="1482" y="1344"/>
                  </a:lnTo>
                  <a:close/>
                  <a:moveTo>
                    <a:pt x="1443" y="1349"/>
                  </a:moveTo>
                  <a:lnTo>
                    <a:pt x="1383" y="1364"/>
                  </a:lnTo>
                  <a:lnTo>
                    <a:pt x="1324" y="1384"/>
                  </a:lnTo>
                  <a:lnTo>
                    <a:pt x="1324" y="1384"/>
                  </a:lnTo>
                  <a:lnTo>
                    <a:pt x="1403" y="1364"/>
                  </a:lnTo>
                  <a:lnTo>
                    <a:pt x="1443" y="1354"/>
                  </a:lnTo>
                  <a:lnTo>
                    <a:pt x="1443" y="1354"/>
                  </a:lnTo>
                  <a:lnTo>
                    <a:pt x="1443" y="1349"/>
                  </a:lnTo>
                  <a:close/>
                  <a:moveTo>
                    <a:pt x="1798" y="1423"/>
                  </a:moveTo>
                  <a:lnTo>
                    <a:pt x="1786" y="1435"/>
                  </a:lnTo>
                  <a:lnTo>
                    <a:pt x="1786" y="1435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23"/>
                  </a:lnTo>
                  <a:close/>
                  <a:moveTo>
                    <a:pt x="1786" y="1435"/>
                  </a:moveTo>
                  <a:lnTo>
                    <a:pt x="1759" y="1443"/>
                  </a:lnTo>
                  <a:lnTo>
                    <a:pt x="1778" y="1443"/>
                  </a:lnTo>
                  <a:lnTo>
                    <a:pt x="1786" y="1435"/>
                  </a:lnTo>
                  <a:close/>
                  <a:moveTo>
                    <a:pt x="415" y="1443"/>
                  </a:moveTo>
                  <a:lnTo>
                    <a:pt x="396" y="1463"/>
                  </a:lnTo>
                  <a:lnTo>
                    <a:pt x="396" y="1463"/>
                  </a:lnTo>
                  <a:lnTo>
                    <a:pt x="455" y="1443"/>
                  </a:lnTo>
                  <a:close/>
                  <a:moveTo>
                    <a:pt x="1877" y="1443"/>
                  </a:moveTo>
                  <a:lnTo>
                    <a:pt x="1824" y="1456"/>
                  </a:lnTo>
                  <a:lnTo>
                    <a:pt x="1824" y="1456"/>
                  </a:lnTo>
                  <a:lnTo>
                    <a:pt x="1818" y="1463"/>
                  </a:lnTo>
                  <a:lnTo>
                    <a:pt x="1818" y="1463"/>
                  </a:lnTo>
                  <a:lnTo>
                    <a:pt x="1877" y="1443"/>
                  </a:lnTo>
                  <a:close/>
                  <a:moveTo>
                    <a:pt x="415" y="1463"/>
                  </a:moveTo>
                  <a:lnTo>
                    <a:pt x="415" y="1482"/>
                  </a:lnTo>
                  <a:lnTo>
                    <a:pt x="435" y="1489"/>
                  </a:lnTo>
                  <a:lnTo>
                    <a:pt x="435" y="1489"/>
                  </a:lnTo>
                  <a:lnTo>
                    <a:pt x="435" y="1482"/>
                  </a:lnTo>
                  <a:lnTo>
                    <a:pt x="435" y="1463"/>
                  </a:lnTo>
                  <a:close/>
                  <a:moveTo>
                    <a:pt x="435" y="1489"/>
                  </a:moveTo>
                  <a:lnTo>
                    <a:pt x="435" y="150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35" y="1489"/>
                  </a:lnTo>
                  <a:close/>
                  <a:moveTo>
                    <a:pt x="514" y="1640"/>
                  </a:moveTo>
                  <a:lnTo>
                    <a:pt x="475" y="1660"/>
                  </a:lnTo>
                  <a:lnTo>
                    <a:pt x="514" y="1660"/>
                  </a:lnTo>
                  <a:lnTo>
                    <a:pt x="514" y="1640"/>
                  </a:lnTo>
                  <a:close/>
                  <a:moveTo>
                    <a:pt x="1818" y="1640"/>
                  </a:moveTo>
                  <a:lnTo>
                    <a:pt x="1778" y="1660"/>
                  </a:lnTo>
                  <a:lnTo>
                    <a:pt x="1818" y="1640"/>
                  </a:lnTo>
                  <a:close/>
                  <a:moveTo>
                    <a:pt x="1620" y="1719"/>
                  </a:moveTo>
                  <a:lnTo>
                    <a:pt x="1601" y="1739"/>
                  </a:lnTo>
                  <a:lnTo>
                    <a:pt x="1601" y="1739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19"/>
                  </a:lnTo>
                  <a:close/>
                  <a:moveTo>
                    <a:pt x="1778" y="1660"/>
                  </a:moveTo>
                  <a:lnTo>
                    <a:pt x="1739" y="1680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39"/>
                  </a:lnTo>
                  <a:lnTo>
                    <a:pt x="1699" y="1700"/>
                  </a:lnTo>
                  <a:lnTo>
                    <a:pt x="1778" y="1660"/>
                  </a:lnTo>
                  <a:close/>
                  <a:moveTo>
                    <a:pt x="850" y="1846"/>
                  </a:moveTo>
                  <a:lnTo>
                    <a:pt x="771" y="1877"/>
                  </a:lnTo>
                  <a:lnTo>
                    <a:pt x="791" y="1858"/>
                  </a:lnTo>
                  <a:lnTo>
                    <a:pt x="850" y="1846"/>
                  </a:lnTo>
                  <a:close/>
                  <a:moveTo>
                    <a:pt x="1581" y="1897"/>
                  </a:moveTo>
                  <a:lnTo>
                    <a:pt x="1561" y="1907"/>
                  </a:lnTo>
                  <a:lnTo>
                    <a:pt x="1561" y="1907"/>
                  </a:lnTo>
                  <a:lnTo>
                    <a:pt x="1561" y="1917"/>
                  </a:lnTo>
                  <a:lnTo>
                    <a:pt x="1581" y="1897"/>
                  </a:lnTo>
                  <a:close/>
                  <a:moveTo>
                    <a:pt x="1660" y="1858"/>
                  </a:moveTo>
                  <a:lnTo>
                    <a:pt x="1581" y="1897"/>
                  </a:lnTo>
                  <a:lnTo>
                    <a:pt x="1601" y="1917"/>
                  </a:lnTo>
                  <a:lnTo>
                    <a:pt x="1640" y="1897"/>
                  </a:lnTo>
                  <a:lnTo>
                    <a:pt x="1660" y="1877"/>
                  </a:lnTo>
                  <a:lnTo>
                    <a:pt x="1699" y="1858"/>
                  </a:lnTo>
                  <a:close/>
                  <a:moveTo>
                    <a:pt x="1522" y="1956"/>
                  </a:moveTo>
                  <a:lnTo>
                    <a:pt x="1502" y="1976"/>
                  </a:lnTo>
                  <a:lnTo>
                    <a:pt x="1522" y="1976"/>
                  </a:lnTo>
                  <a:lnTo>
                    <a:pt x="1541" y="1956"/>
                  </a:lnTo>
                  <a:close/>
                  <a:moveTo>
                    <a:pt x="731" y="1"/>
                  </a:moveTo>
                  <a:lnTo>
                    <a:pt x="771" y="21"/>
                  </a:lnTo>
                  <a:lnTo>
                    <a:pt x="731" y="21"/>
                  </a:lnTo>
                  <a:lnTo>
                    <a:pt x="751" y="40"/>
                  </a:lnTo>
                  <a:lnTo>
                    <a:pt x="692" y="21"/>
                  </a:lnTo>
                  <a:lnTo>
                    <a:pt x="593" y="21"/>
                  </a:lnTo>
                  <a:lnTo>
                    <a:pt x="613" y="40"/>
                  </a:lnTo>
                  <a:lnTo>
                    <a:pt x="633" y="40"/>
                  </a:lnTo>
                  <a:lnTo>
                    <a:pt x="613" y="60"/>
                  </a:lnTo>
                  <a:lnTo>
                    <a:pt x="554" y="40"/>
                  </a:lnTo>
                  <a:lnTo>
                    <a:pt x="573" y="60"/>
                  </a:lnTo>
                  <a:lnTo>
                    <a:pt x="562" y="72"/>
                  </a:lnTo>
                  <a:lnTo>
                    <a:pt x="562" y="72"/>
                  </a:lnTo>
                  <a:lnTo>
                    <a:pt x="514" y="60"/>
                  </a:lnTo>
                  <a:lnTo>
                    <a:pt x="475" y="80"/>
                  </a:lnTo>
                  <a:lnTo>
                    <a:pt x="475" y="100"/>
                  </a:lnTo>
                  <a:lnTo>
                    <a:pt x="455" y="80"/>
                  </a:lnTo>
                  <a:lnTo>
                    <a:pt x="376" y="80"/>
                  </a:lnTo>
                  <a:lnTo>
                    <a:pt x="376" y="100"/>
                  </a:lnTo>
                  <a:lnTo>
                    <a:pt x="415" y="100"/>
                  </a:lnTo>
                  <a:lnTo>
                    <a:pt x="435" y="119"/>
                  </a:lnTo>
                  <a:lnTo>
                    <a:pt x="376" y="119"/>
                  </a:lnTo>
                  <a:lnTo>
                    <a:pt x="376" y="139"/>
                  </a:lnTo>
                  <a:lnTo>
                    <a:pt x="317" y="139"/>
                  </a:lnTo>
                  <a:lnTo>
                    <a:pt x="317" y="159"/>
                  </a:lnTo>
                  <a:lnTo>
                    <a:pt x="376" y="179"/>
                  </a:lnTo>
                  <a:lnTo>
                    <a:pt x="297" y="179"/>
                  </a:lnTo>
                  <a:lnTo>
                    <a:pt x="415" y="198"/>
                  </a:lnTo>
                  <a:lnTo>
                    <a:pt x="317" y="198"/>
                  </a:lnTo>
                  <a:lnTo>
                    <a:pt x="277" y="21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39" y="238"/>
                  </a:lnTo>
                  <a:lnTo>
                    <a:pt x="198" y="258"/>
                  </a:lnTo>
                  <a:lnTo>
                    <a:pt x="119" y="258"/>
                  </a:lnTo>
                  <a:lnTo>
                    <a:pt x="139" y="277"/>
                  </a:lnTo>
                  <a:lnTo>
                    <a:pt x="119" y="297"/>
                  </a:lnTo>
                  <a:lnTo>
                    <a:pt x="139" y="297"/>
                  </a:lnTo>
                  <a:lnTo>
                    <a:pt x="178" y="317"/>
                  </a:lnTo>
                  <a:lnTo>
                    <a:pt x="159" y="317"/>
                  </a:lnTo>
                  <a:lnTo>
                    <a:pt x="80" y="337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119" y="376"/>
                  </a:lnTo>
                  <a:lnTo>
                    <a:pt x="119" y="376"/>
                  </a:lnTo>
                  <a:lnTo>
                    <a:pt x="139" y="356"/>
                  </a:lnTo>
                  <a:lnTo>
                    <a:pt x="119" y="356"/>
                  </a:lnTo>
                  <a:lnTo>
                    <a:pt x="20" y="376"/>
                  </a:lnTo>
                  <a:lnTo>
                    <a:pt x="40" y="376"/>
                  </a:lnTo>
                  <a:lnTo>
                    <a:pt x="20" y="396"/>
                  </a:lnTo>
                  <a:lnTo>
                    <a:pt x="139" y="396"/>
                  </a:lnTo>
                  <a:lnTo>
                    <a:pt x="60" y="376"/>
                  </a:lnTo>
                  <a:lnTo>
                    <a:pt x="178" y="376"/>
                  </a:lnTo>
                  <a:lnTo>
                    <a:pt x="218" y="396"/>
                  </a:lnTo>
                  <a:lnTo>
                    <a:pt x="317" y="416"/>
                  </a:lnTo>
                  <a:lnTo>
                    <a:pt x="257" y="435"/>
                  </a:lnTo>
                  <a:lnTo>
                    <a:pt x="139" y="416"/>
                  </a:lnTo>
                  <a:lnTo>
                    <a:pt x="178" y="435"/>
                  </a:lnTo>
                  <a:lnTo>
                    <a:pt x="159" y="435"/>
                  </a:lnTo>
                  <a:lnTo>
                    <a:pt x="80" y="455"/>
                  </a:lnTo>
                  <a:lnTo>
                    <a:pt x="198" y="455"/>
                  </a:lnTo>
                  <a:lnTo>
                    <a:pt x="178" y="475"/>
                  </a:lnTo>
                  <a:lnTo>
                    <a:pt x="99" y="475"/>
                  </a:lnTo>
                  <a:lnTo>
                    <a:pt x="99" y="495"/>
                  </a:lnTo>
                  <a:lnTo>
                    <a:pt x="60" y="514"/>
                  </a:lnTo>
                  <a:lnTo>
                    <a:pt x="40" y="534"/>
                  </a:lnTo>
                  <a:lnTo>
                    <a:pt x="60" y="554"/>
                  </a:lnTo>
                  <a:lnTo>
                    <a:pt x="139" y="534"/>
                  </a:lnTo>
                  <a:lnTo>
                    <a:pt x="297" y="534"/>
                  </a:lnTo>
                  <a:lnTo>
                    <a:pt x="277" y="554"/>
                  </a:lnTo>
                  <a:lnTo>
                    <a:pt x="336" y="554"/>
                  </a:lnTo>
                  <a:lnTo>
                    <a:pt x="297" y="574"/>
                  </a:lnTo>
                  <a:lnTo>
                    <a:pt x="257" y="574"/>
                  </a:lnTo>
                  <a:lnTo>
                    <a:pt x="317" y="593"/>
                  </a:lnTo>
                  <a:lnTo>
                    <a:pt x="257" y="593"/>
                  </a:lnTo>
                  <a:lnTo>
                    <a:pt x="178" y="574"/>
                  </a:lnTo>
                  <a:lnTo>
                    <a:pt x="139" y="593"/>
                  </a:lnTo>
                  <a:lnTo>
                    <a:pt x="20" y="593"/>
                  </a:lnTo>
                  <a:lnTo>
                    <a:pt x="20" y="613"/>
                  </a:lnTo>
                  <a:lnTo>
                    <a:pt x="1" y="613"/>
                  </a:lnTo>
                  <a:lnTo>
                    <a:pt x="80" y="633"/>
                  </a:lnTo>
                  <a:lnTo>
                    <a:pt x="20" y="653"/>
                  </a:lnTo>
                  <a:lnTo>
                    <a:pt x="1" y="672"/>
                  </a:lnTo>
                  <a:lnTo>
                    <a:pt x="80" y="672"/>
                  </a:lnTo>
                  <a:lnTo>
                    <a:pt x="60" y="692"/>
                  </a:lnTo>
                  <a:lnTo>
                    <a:pt x="1" y="692"/>
                  </a:lnTo>
                  <a:lnTo>
                    <a:pt x="20" y="712"/>
                  </a:lnTo>
                  <a:lnTo>
                    <a:pt x="60" y="732"/>
                  </a:lnTo>
                  <a:lnTo>
                    <a:pt x="99" y="732"/>
                  </a:lnTo>
                  <a:lnTo>
                    <a:pt x="178" y="751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19" y="751"/>
                  </a:lnTo>
                  <a:lnTo>
                    <a:pt x="80" y="751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277" y="811"/>
                  </a:lnTo>
                  <a:lnTo>
                    <a:pt x="455" y="811"/>
                  </a:lnTo>
                  <a:lnTo>
                    <a:pt x="415" y="831"/>
                  </a:lnTo>
                  <a:lnTo>
                    <a:pt x="336" y="850"/>
                  </a:lnTo>
                  <a:lnTo>
                    <a:pt x="277" y="850"/>
                  </a:lnTo>
                  <a:lnTo>
                    <a:pt x="198" y="870"/>
                  </a:lnTo>
                  <a:lnTo>
                    <a:pt x="139" y="850"/>
                  </a:lnTo>
                  <a:lnTo>
                    <a:pt x="119" y="850"/>
                  </a:lnTo>
                  <a:lnTo>
                    <a:pt x="20" y="870"/>
                  </a:lnTo>
                  <a:lnTo>
                    <a:pt x="80" y="870"/>
                  </a:lnTo>
                  <a:lnTo>
                    <a:pt x="40" y="890"/>
                  </a:lnTo>
                  <a:lnTo>
                    <a:pt x="60" y="910"/>
                  </a:lnTo>
                  <a:lnTo>
                    <a:pt x="80" y="910"/>
                  </a:lnTo>
                  <a:lnTo>
                    <a:pt x="60" y="929"/>
                  </a:lnTo>
                  <a:lnTo>
                    <a:pt x="139" y="910"/>
                  </a:lnTo>
                  <a:lnTo>
                    <a:pt x="139" y="929"/>
                  </a:lnTo>
                  <a:lnTo>
                    <a:pt x="119" y="929"/>
                  </a:lnTo>
                  <a:lnTo>
                    <a:pt x="60" y="949"/>
                  </a:lnTo>
                  <a:lnTo>
                    <a:pt x="317" y="949"/>
                  </a:lnTo>
                  <a:lnTo>
                    <a:pt x="317" y="969"/>
                  </a:lnTo>
                  <a:lnTo>
                    <a:pt x="277" y="969"/>
                  </a:lnTo>
                  <a:lnTo>
                    <a:pt x="297" y="989"/>
                  </a:lnTo>
                  <a:lnTo>
                    <a:pt x="277" y="1008"/>
                  </a:lnTo>
                  <a:lnTo>
                    <a:pt x="257" y="1028"/>
                  </a:lnTo>
                  <a:lnTo>
                    <a:pt x="277" y="1028"/>
                  </a:lnTo>
                  <a:lnTo>
                    <a:pt x="178" y="1048"/>
                  </a:lnTo>
                  <a:lnTo>
                    <a:pt x="139" y="1068"/>
                  </a:lnTo>
                  <a:lnTo>
                    <a:pt x="297" y="1068"/>
                  </a:lnTo>
                  <a:lnTo>
                    <a:pt x="336" y="1048"/>
                  </a:lnTo>
                  <a:lnTo>
                    <a:pt x="396" y="1048"/>
                  </a:lnTo>
                  <a:lnTo>
                    <a:pt x="376" y="1068"/>
                  </a:lnTo>
                  <a:lnTo>
                    <a:pt x="336" y="1087"/>
                  </a:lnTo>
                  <a:lnTo>
                    <a:pt x="159" y="1068"/>
                  </a:lnTo>
                  <a:lnTo>
                    <a:pt x="139" y="1087"/>
                  </a:lnTo>
                  <a:lnTo>
                    <a:pt x="119" y="1107"/>
                  </a:lnTo>
                  <a:lnTo>
                    <a:pt x="218" y="1087"/>
                  </a:lnTo>
                  <a:lnTo>
                    <a:pt x="317" y="1107"/>
                  </a:lnTo>
                  <a:lnTo>
                    <a:pt x="396" y="1127"/>
                  </a:lnTo>
                  <a:lnTo>
                    <a:pt x="178" y="1127"/>
                  </a:lnTo>
                  <a:lnTo>
                    <a:pt x="198" y="1147"/>
                  </a:lnTo>
                  <a:lnTo>
                    <a:pt x="178" y="1147"/>
                  </a:lnTo>
                  <a:lnTo>
                    <a:pt x="178" y="1166"/>
                  </a:lnTo>
                  <a:lnTo>
                    <a:pt x="198" y="1186"/>
                  </a:lnTo>
                  <a:lnTo>
                    <a:pt x="238" y="1166"/>
                  </a:lnTo>
                  <a:lnTo>
                    <a:pt x="257" y="1166"/>
                  </a:lnTo>
                  <a:lnTo>
                    <a:pt x="238" y="1186"/>
                  </a:lnTo>
                  <a:lnTo>
                    <a:pt x="257" y="1186"/>
                  </a:lnTo>
                  <a:lnTo>
                    <a:pt x="238" y="1206"/>
                  </a:lnTo>
                  <a:lnTo>
                    <a:pt x="257" y="1206"/>
                  </a:lnTo>
                  <a:lnTo>
                    <a:pt x="257" y="1226"/>
                  </a:lnTo>
                  <a:lnTo>
                    <a:pt x="297" y="1226"/>
                  </a:lnTo>
                  <a:lnTo>
                    <a:pt x="277" y="1206"/>
                  </a:lnTo>
                  <a:lnTo>
                    <a:pt x="317" y="1206"/>
                  </a:lnTo>
                  <a:lnTo>
                    <a:pt x="356" y="1186"/>
                  </a:lnTo>
                  <a:lnTo>
                    <a:pt x="415" y="1206"/>
                  </a:lnTo>
                  <a:lnTo>
                    <a:pt x="435" y="1206"/>
                  </a:lnTo>
                  <a:lnTo>
                    <a:pt x="455" y="1226"/>
                  </a:lnTo>
                  <a:lnTo>
                    <a:pt x="475" y="1206"/>
                  </a:lnTo>
                  <a:lnTo>
                    <a:pt x="494" y="1206"/>
                  </a:lnTo>
                  <a:lnTo>
                    <a:pt x="494" y="1226"/>
                  </a:lnTo>
                  <a:lnTo>
                    <a:pt x="435" y="1245"/>
                  </a:lnTo>
                  <a:lnTo>
                    <a:pt x="455" y="1265"/>
                  </a:lnTo>
                  <a:lnTo>
                    <a:pt x="435" y="1265"/>
                  </a:lnTo>
                  <a:lnTo>
                    <a:pt x="435" y="1285"/>
                  </a:lnTo>
                  <a:lnTo>
                    <a:pt x="396" y="1285"/>
                  </a:lnTo>
                  <a:lnTo>
                    <a:pt x="336" y="1305"/>
                  </a:lnTo>
                  <a:lnTo>
                    <a:pt x="356" y="1305"/>
                  </a:lnTo>
                  <a:lnTo>
                    <a:pt x="376" y="1324"/>
                  </a:lnTo>
                  <a:lnTo>
                    <a:pt x="415" y="1324"/>
                  </a:lnTo>
                  <a:lnTo>
                    <a:pt x="475" y="1305"/>
                  </a:lnTo>
                  <a:lnTo>
                    <a:pt x="554" y="1285"/>
                  </a:lnTo>
                  <a:lnTo>
                    <a:pt x="554" y="1305"/>
                  </a:lnTo>
                  <a:lnTo>
                    <a:pt x="573" y="1305"/>
                  </a:lnTo>
                  <a:lnTo>
                    <a:pt x="554" y="1324"/>
                  </a:lnTo>
                  <a:lnTo>
                    <a:pt x="573" y="1324"/>
                  </a:lnTo>
                  <a:lnTo>
                    <a:pt x="534" y="1344"/>
                  </a:lnTo>
                  <a:lnTo>
                    <a:pt x="494" y="1364"/>
                  </a:lnTo>
                  <a:lnTo>
                    <a:pt x="494" y="1344"/>
                  </a:lnTo>
                  <a:lnTo>
                    <a:pt x="475" y="1344"/>
                  </a:lnTo>
                  <a:lnTo>
                    <a:pt x="396" y="1364"/>
                  </a:lnTo>
                  <a:lnTo>
                    <a:pt x="376" y="1364"/>
                  </a:lnTo>
                  <a:lnTo>
                    <a:pt x="317" y="1384"/>
                  </a:lnTo>
                  <a:lnTo>
                    <a:pt x="376" y="1384"/>
                  </a:lnTo>
                  <a:lnTo>
                    <a:pt x="415" y="1374"/>
                  </a:lnTo>
                  <a:lnTo>
                    <a:pt x="396" y="1384"/>
                  </a:lnTo>
                  <a:lnTo>
                    <a:pt x="455" y="1384"/>
                  </a:lnTo>
                  <a:lnTo>
                    <a:pt x="336" y="1423"/>
                  </a:lnTo>
                  <a:lnTo>
                    <a:pt x="376" y="1423"/>
                  </a:lnTo>
                  <a:lnTo>
                    <a:pt x="415" y="1403"/>
                  </a:lnTo>
                  <a:lnTo>
                    <a:pt x="415" y="1423"/>
                  </a:lnTo>
                  <a:lnTo>
                    <a:pt x="396" y="1423"/>
                  </a:lnTo>
                  <a:lnTo>
                    <a:pt x="396" y="1443"/>
                  </a:lnTo>
                  <a:lnTo>
                    <a:pt x="415" y="1443"/>
                  </a:lnTo>
                  <a:lnTo>
                    <a:pt x="475" y="1423"/>
                  </a:lnTo>
                  <a:lnTo>
                    <a:pt x="494" y="1423"/>
                  </a:lnTo>
                  <a:lnTo>
                    <a:pt x="514" y="1443"/>
                  </a:lnTo>
                  <a:lnTo>
                    <a:pt x="554" y="1463"/>
                  </a:lnTo>
                  <a:lnTo>
                    <a:pt x="514" y="148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75" y="1502"/>
                  </a:lnTo>
                  <a:lnTo>
                    <a:pt x="455" y="1522"/>
                  </a:lnTo>
                  <a:lnTo>
                    <a:pt x="396" y="1542"/>
                  </a:lnTo>
                  <a:lnTo>
                    <a:pt x="356" y="1561"/>
                  </a:lnTo>
                  <a:lnTo>
                    <a:pt x="435" y="1542"/>
                  </a:lnTo>
                  <a:lnTo>
                    <a:pt x="455" y="1542"/>
                  </a:lnTo>
                  <a:lnTo>
                    <a:pt x="455" y="1561"/>
                  </a:lnTo>
                  <a:lnTo>
                    <a:pt x="475" y="1542"/>
                  </a:lnTo>
                  <a:lnTo>
                    <a:pt x="514" y="1542"/>
                  </a:lnTo>
                  <a:lnTo>
                    <a:pt x="475" y="1561"/>
                  </a:lnTo>
                  <a:lnTo>
                    <a:pt x="435" y="1581"/>
                  </a:lnTo>
                  <a:lnTo>
                    <a:pt x="415" y="1601"/>
                  </a:lnTo>
                  <a:lnTo>
                    <a:pt x="435" y="1601"/>
                  </a:lnTo>
                  <a:lnTo>
                    <a:pt x="455" y="1581"/>
                  </a:lnTo>
                  <a:lnTo>
                    <a:pt x="554" y="1565"/>
                  </a:lnTo>
                  <a:lnTo>
                    <a:pt x="554" y="1581"/>
                  </a:lnTo>
                  <a:lnTo>
                    <a:pt x="593" y="1581"/>
                  </a:lnTo>
                  <a:lnTo>
                    <a:pt x="633" y="1561"/>
                  </a:lnTo>
                  <a:lnTo>
                    <a:pt x="613" y="1581"/>
                  </a:lnTo>
                  <a:lnTo>
                    <a:pt x="554" y="1601"/>
                  </a:lnTo>
                  <a:lnTo>
                    <a:pt x="633" y="1601"/>
                  </a:lnTo>
                  <a:lnTo>
                    <a:pt x="672" y="1581"/>
                  </a:lnTo>
                  <a:lnTo>
                    <a:pt x="731" y="1581"/>
                  </a:lnTo>
                  <a:lnTo>
                    <a:pt x="652" y="1621"/>
                  </a:lnTo>
                  <a:lnTo>
                    <a:pt x="613" y="1621"/>
                  </a:lnTo>
                  <a:lnTo>
                    <a:pt x="554" y="1660"/>
                  </a:lnTo>
                  <a:lnTo>
                    <a:pt x="534" y="1660"/>
                  </a:lnTo>
                  <a:lnTo>
                    <a:pt x="475" y="1680"/>
                  </a:lnTo>
                  <a:lnTo>
                    <a:pt x="514" y="1680"/>
                  </a:lnTo>
                  <a:lnTo>
                    <a:pt x="514" y="1700"/>
                  </a:lnTo>
                  <a:lnTo>
                    <a:pt x="554" y="1680"/>
                  </a:lnTo>
                  <a:lnTo>
                    <a:pt x="613" y="1660"/>
                  </a:lnTo>
                  <a:lnTo>
                    <a:pt x="554" y="1700"/>
                  </a:lnTo>
                  <a:lnTo>
                    <a:pt x="593" y="1700"/>
                  </a:lnTo>
                  <a:lnTo>
                    <a:pt x="672" y="1680"/>
                  </a:lnTo>
                  <a:lnTo>
                    <a:pt x="712" y="1640"/>
                  </a:lnTo>
                  <a:lnTo>
                    <a:pt x="771" y="1640"/>
                  </a:lnTo>
                  <a:lnTo>
                    <a:pt x="810" y="1621"/>
                  </a:lnTo>
                  <a:lnTo>
                    <a:pt x="850" y="1621"/>
                  </a:lnTo>
                  <a:lnTo>
                    <a:pt x="751" y="1680"/>
                  </a:lnTo>
                  <a:lnTo>
                    <a:pt x="633" y="1719"/>
                  </a:lnTo>
                  <a:lnTo>
                    <a:pt x="475" y="1759"/>
                  </a:lnTo>
                  <a:lnTo>
                    <a:pt x="514" y="1779"/>
                  </a:lnTo>
                  <a:lnTo>
                    <a:pt x="494" y="1798"/>
                  </a:lnTo>
                  <a:lnTo>
                    <a:pt x="573" y="1779"/>
                  </a:lnTo>
                  <a:lnTo>
                    <a:pt x="692" y="1739"/>
                  </a:lnTo>
                  <a:lnTo>
                    <a:pt x="672" y="1759"/>
                  </a:lnTo>
                  <a:lnTo>
                    <a:pt x="633" y="1759"/>
                  </a:lnTo>
                  <a:lnTo>
                    <a:pt x="692" y="1779"/>
                  </a:lnTo>
                  <a:lnTo>
                    <a:pt x="731" y="1779"/>
                  </a:lnTo>
                  <a:lnTo>
                    <a:pt x="791" y="1759"/>
                  </a:lnTo>
                  <a:lnTo>
                    <a:pt x="870" y="1739"/>
                  </a:lnTo>
                  <a:lnTo>
                    <a:pt x="890" y="1739"/>
                  </a:lnTo>
                  <a:lnTo>
                    <a:pt x="949" y="1719"/>
                  </a:lnTo>
                  <a:lnTo>
                    <a:pt x="949" y="1739"/>
                  </a:lnTo>
                  <a:lnTo>
                    <a:pt x="890" y="1759"/>
                  </a:lnTo>
                  <a:lnTo>
                    <a:pt x="909" y="1759"/>
                  </a:lnTo>
                  <a:lnTo>
                    <a:pt x="850" y="1779"/>
                  </a:lnTo>
                  <a:lnTo>
                    <a:pt x="810" y="1779"/>
                  </a:lnTo>
                  <a:lnTo>
                    <a:pt x="791" y="1798"/>
                  </a:lnTo>
                  <a:lnTo>
                    <a:pt x="751" y="1818"/>
                  </a:lnTo>
                  <a:lnTo>
                    <a:pt x="751" y="1818"/>
                  </a:lnTo>
                  <a:lnTo>
                    <a:pt x="810" y="1798"/>
                  </a:lnTo>
                  <a:lnTo>
                    <a:pt x="810" y="1798"/>
                  </a:lnTo>
                  <a:lnTo>
                    <a:pt x="751" y="1838"/>
                  </a:lnTo>
                  <a:lnTo>
                    <a:pt x="751" y="1858"/>
                  </a:lnTo>
                  <a:lnTo>
                    <a:pt x="751" y="1877"/>
                  </a:lnTo>
                  <a:lnTo>
                    <a:pt x="672" y="1937"/>
                  </a:lnTo>
                  <a:lnTo>
                    <a:pt x="672" y="1937"/>
                  </a:lnTo>
                  <a:lnTo>
                    <a:pt x="751" y="1917"/>
                  </a:lnTo>
                  <a:lnTo>
                    <a:pt x="791" y="1917"/>
                  </a:lnTo>
                  <a:lnTo>
                    <a:pt x="850" y="1897"/>
                  </a:lnTo>
                  <a:lnTo>
                    <a:pt x="909" y="1877"/>
                  </a:lnTo>
                  <a:lnTo>
                    <a:pt x="909" y="1858"/>
                  </a:lnTo>
                  <a:lnTo>
                    <a:pt x="870" y="1877"/>
                  </a:lnTo>
                  <a:lnTo>
                    <a:pt x="850" y="1877"/>
                  </a:lnTo>
                  <a:lnTo>
                    <a:pt x="868" y="1842"/>
                  </a:lnTo>
                  <a:lnTo>
                    <a:pt x="868" y="1842"/>
                  </a:lnTo>
                  <a:lnTo>
                    <a:pt x="890" y="1838"/>
                  </a:lnTo>
                  <a:lnTo>
                    <a:pt x="929" y="1818"/>
                  </a:lnTo>
                  <a:lnTo>
                    <a:pt x="949" y="1818"/>
                  </a:lnTo>
                  <a:lnTo>
                    <a:pt x="988" y="1798"/>
                  </a:lnTo>
                  <a:lnTo>
                    <a:pt x="988" y="1779"/>
                  </a:lnTo>
                  <a:lnTo>
                    <a:pt x="1087" y="1739"/>
                  </a:lnTo>
                  <a:lnTo>
                    <a:pt x="1225" y="1700"/>
                  </a:lnTo>
                  <a:lnTo>
                    <a:pt x="1225" y="1700"/>
                  </a:lnTo>
                  <a:lnTo>
                    <a:pt x="1166" y="1719"/>
                  </a:lnTo>
                  <a:lnTo>
                    <a:pt x="1245" y="1700"/>
                  </a:lnTo>
                  <a:lnTo>
                    <a:pt x="1146" y="1759"/>
                  </a:lnTo>
                  <a:lnTo>
                    <a:pt x="1166" y="1759"/>
                  </a:lnTo>
                  <a:lnTo>
                    <a:pt x="1166" y="1779"/>
                  </a:lnTo>
                  <a:lnTo>
                    <a:pt x="1206" y="1759"/>
                  </a:lnTo>
                  <a:lnTo>
                    <a:pt x="1186" y="1739"/>
                  </a:lnTo>
                  <a:lnTo>
                    <a:pt x="1225" y="1719"/>
                  </a:lnTo>
                  <a:lnTo>
                    <a:pt x="1225" y="1739"/>
                  </a:lnTo>
                  <a:lnTo>
                    <a:pt x="1265" y="1719"/>
                  </a:lnTo>
                  <a:lnTo>
                    <a:pt x="1344" y="1700"/>
                  </a:lnTo>
                  <a:lnTo>
                    <a:pt x="1344" y="1700"/>
                  </a:lnTo>
                  <a:lnTo>
                    <a:pt x="1324" y="1719"/>
                  </a:lnTo>
                  <a:lnTo>
                    <a:pt x="1245" y="1759"/>
                  </a:lnTo>
                  <a:lnTo>
                    <a:pt x="1107" y="1818"/>
                  </a:lnTo>
                  <a:lnTo>
                    <a:pt x="1146" y="1818"/>
                  </a:lnTo>
                  <a:lnTo>
                    <a:pt x="949" y="1877"/>
                  </a:lnTo>
                  <a:lnTo>
                    <a:pt x="929" y="1917"/>
                  </a:lnTo>
                  <a:lnTo>
                    <a:pt x="929" y="1937"/>
                  </a:lnTo>
                  <a:lnTo>
                    <a:pt x="810" y="1996"/>
                  </a:lnTo>
                  <a:lnTo>
                    <a:pt x="830" y="1996"/>
                  </a:lnTo>
                  <a:lnTo>
                    <a:pt x="830" y="2016"/>
                  </a:lnTo>
                  <a:lnTo>
                    <a:pt x="909" y="1996"/>
                  </a:lnTo>
                  <a:lnTo>
                    <a:pt x="909" y="1976"/>
                  </a:lnTo>
                  <a:lnTo>
                    <a:pt x="949" y="1956"/>
                  </a:lnTo>
                  <a:lnTo>
                    <a:pt x="1048" y="1917"/>
                  </a:lnTo>
                  <a:lnTo>
                    <a:pt x="1048" y="1897"/>
                  </a:lnTo>
                  <a:lnTo>
                    <a:pt x="1107" y="1897"/>
                  </a:lnTo>
                  <a:lnTo>
                    <a:pt x="969" y="1956"/>
                  </a:lnTo>
                  <a:lnTo>
                    <a:pt x="988" y="1956"/>
                  </a:lnTo>
                  <a:lnTo>
                    <a:pt x="969" y="1996"/>
                  </a:lnTo>
                  <a:lnTo>
                    <a:pt x="929" y="2016"/>
                  </a:lnTo>
                  <a:lnTo>
                    <a:pt x="890" y="2016"/>
                  </a:lnTo>
                  <a:lnTo>
                    <a:pt x="890" y="2035"/>
                  </a:lnTo>
                  <a:lnTo>
                    <a:pt x="870" y="2035"/>
                  </a:lnTo>
                  <a:lnTo>
                    <a:pt x="850" y="2055"/>
                  </a:lnTo>
                  <a:lnTo>
                    <a:pt x="850" y="2075"/>
                  </a:lnTo>
                  <a:lnTo>
                    <a:pt x="810" y="2095"/>
                  </a:lnTo>
                  <a:lnTo>
                    <a:pt x="909" y="2075"/>
                  </a:lnTo>
                  <a:lnTo>
                    <a:pt x="850" y="2114"/>
                  </a:lnTo>
                  <a:lnTo>
                    <a:pt x="791" y="2154"/>
                  </a:lnTo>
                  <a:lnTo>
                    <a:pt x="791" y="2154"/>
                  </a:lnTo>
                  <a:lnTo>
                    <a:pt x="870" y="2114"/>
                  </a:lnTo>
                  <a:lnTo>
                    <a:pt x="890" y="2114"/>
                  </a:lnTo>
                  <a:lnTo>
                    <a:pt x="909" y="2095"/>
                  </a:lnTo>
                  <a:lnTo>
                    <a:pt x="969" y="2075"/>
                  </a:lnTo>
                  <a:lnTo>
                    <a:pt x="1028" y="2055"/>
                  </a:lnTo>
                  <a:lnTo>
                    <a:pt x="1048" y="2055"/>
                  </a:lnTo>
                  <a:lnTo>
                    <a:pt x="890" y="2134"/>
                  </a:lnTo>
                  <a:lnTo>
                    <a:pt x="929" y="2134"/>
                  </a:lnTo>
                  <a:lnTo>
                    <a:pt x="909" y="2154"/>
                  </a:lnTo>
                  <a:lnTo>
                    <a:pt x="909" y="2154"/>
                  </a:lnTo>
                  <a:lnTo>
                    <a:pt x="969" y="2114"/>
                  </a:lnTo>
                  <a:lnTo>
                    <a:pt x="1028" y="2095"/>
                  </a:lnTo>
                  <a:lnTo>
                    <a:pt x="1067" y="2095"/>
                  </a:lnTo>
                  <a:lnTo>
                    <a:pt x="1166" y="2035"/>
                  </a:lnTo>
                  <a:lnTo>
                    <a:pt x="1146" y="2075"/>
                  </a:lnTo>
                  <a:lnTo>
                    <a:pt x="1048" y="2114"/>
                  </a:lnTo>
                  <a:lnTo>
                    <a:pt x="1067" y="2114"/>
                  </a:lnTo>
                  <a:lnTo>
                    <a:pt x="1028" y="2134"/>
                  </a:lnTo>
                  <a:lnTo>
                    <a:pt x="1048" y="2134"/>
                  </a:lnTo>
                  <a:lnTo>
                    <a:pt x="949" y="2213"/>
                  </a:lnTo>
                  <a:lnTo>
                    <a:pt x="988" y="2193"/>
                  </a:lnTo>
                  <a:lnTo>
                    <a:pt x="969" y="2213"/>
                  </a:lnTo>
                  <a:lnTo>
                    <a:pt x="988" y="2213"/>
                  </a:lnTo>
                  <a:lnTo>
                    <a:pt x="1028" y="2174"/>
                  </a:lnTo>
                  <a:lnTo>
                    <a:pt x="1048" y="2174"/>
                  </a:lnTo>
                  <a:lnTo>
                    <a:pt x="1097" y="2144"/>
                  </a:lnTo>
                  <a:lnTo>
                    <a:pt x="1097" y="2144"/>
                  </a:lnTo>
                  <a:lnTo>
                    <a:pt x="1087" y="2154"/>
                  </a:lnTo>
                  <a:lnTo>
                    <a:pt x="1206" y="2075"/>
                  </a:lnTo>
                  <a:lnTo>
                    <a:pt x="1304" y="2035"/>
                  </a:lnTo>
                  <a:lnTo>
                    <a:pt x="1285" y="2035"/>
                  </a:lnTo>
                  <a:lnTo>
                    <a:pt x="1186" y="2075"/>
                  </a:lnTo>
                  <a:lnTo>
                    <a:pt x="1146" y="2095"/>
                  </a:lnTo>
                  <a:lnTo>
                    <a:pt x="1206" y="2055"/>
                  </a:lnTo>
                  <a:lnTo>
                    <a:pt x="1225" y="2035"/>
                  </a:lnTo>
                  <a:lnTo>
                    <a:pt x="1265" y="1996"/>
                  </a:lnTo>
                  <a:lnTo>
                    <a:pt x="1186" y="2016"/>
                  </a:lnTo>
                  <a:lnTo>
                    <a:pt x="1133" y="2042"/>
                  </a:lnTo>
                  <a:lnTo>
                    <a:pt x="1133" y="2042"/>
                  </a:lnTo>
                  <a:lnTo>
                    <a:pt x="1146" y="2016"/>
                  </a:lnTo>
                  <a:lnTo>
                    <a:pt x="1186" y="2016"/>
                  </a:lnTo>
                  <a:lnTo>
                    <a:pt x="1265" y="1976"/>
                  </a:lnTo>
                  <a:lnTo>
                    <a:pt x="1383" y="1917"/>
                  </a:lnTo>
                  <a:lnTo>
                    <a:pt x="1482" y="1897"/>
                  </a:lnTo>
                  <a:lnTo>
                    <a:pt x="1541" y="1877"/>
                  </a:lnTo>
                  <a:lnTo>
                    <a:pt x="1561" y="1877"/>
                  </a:lnTo>
                  <a:lnTo>
                    <a:pt x="1601" y="1858"/>
                  </a:lnTo>
                  <a:lnTo>
                    <a:pt x="1640" y="1838"/>
                  </a:lnTo>
                  <a:lnTo>
                    <a:pt x="1640" y="1838"/>
                  </a:lnTo>
                  <a:lnTo>
                    <a:pt x="1620" y="1858"/>
                  </a:lnTo>
                  <a:lnTo>
                    <a:pt x="1601" y="1858"/>
                  </a:lnTo>
                  <a:lnTo>
                    <a:pt x="1462" y="1956"/>
                  </a:lnTo>
                  <a:lnTo>
                    <a:pt x="1324" y="2035"/>
                  </a:lnTo>
                  <a:lnTo>
                    <a:pt x="1364" y="2035"/>
                  </a:lnTo>
                  <a:lnTo>
                    <a:pt x="1186" y="2134"/>
                  </a:lnTo>
                  <a:lnTo>
                    <a:pt x="1225" y="2114"/>
                  </a:lnTo>
                  <a:lnTo>
                    <a:pt x="1285" y="2095"/>
                  </a:lnTo>
                  <a:lnTo>
                    <a:pt x="1245" y="2114"/>
                  </a:lnTo>
                  <a:lnTo>
                    <a:pt x="1225" y="2114"/>
                  </a:lnTo>
                  <a:lnTo>
                    <a:pt x="1225" y="2134"/>
                  </a:lnTo>
                  <a:lnTo>
                    <a:pt x="1245" y="2134"/>
                  </a:lnTo>
                  <a:lnTo>
                    <a:pt x="1304" y="2114"/>
                  </a:lnTo>
                  <a:lnTo>
                    <a:pt x="1285" y="2114"/>
                  </a:lnTo>
                  <a:lnTo>
                    <a:pt x="1383" y="2075"/>
                  </a:lnTo>
                  <a:lnTo>
                    <a:pt x="1364" y="2075"/>
                  </a:lnTo>
                  <a:lnTo>
                    <a:pt x="1383" y="2055"/>
                  </a:lnTo>
                  <a:lnTo>
                    <a:pt x="1364" y="2055"/>
                  </a:lnTo>
                  <a:lnTo>
                    <a:pt x="1423" y="2035"/>
                  </a:lnTo>
                  <a:lnTo>
                    <a:pt x="1522" y="1956"/>
                  </a:lnTo>
                  <a:lnTo>
                    <a:pt x="1561" y="1937"/>
                  </a:lnTo>
                  <a:lnTo>
                    <a:pt x="1541" y="1917"/>
                  </a:lnTo>
                  <a:lnTo>
                    <a:pt x="1561" y="1907"/>
                  </a:lnTo>
                  <a:lnTo>
                    <a:pt x="1561" y="1907"/>
                  </a:lnTo>
                  <a:lnTo>
                    <a:pt x="1561" y="1897"/>
                  </a:lnTo>
                  <a:lnTo>
                    <a:pt x="1680" y="1838"/>
                  </a:lnTo>
                  <a:lnTo>
                    <a:pt x="1699" y="1858"/>
                  </a:lnTo>
                  <a:lnTo>
                    <a:pt x="1739" y="1838"/>
                  </a:lnTo>
                  <a:lnTo>
                    <a:pt x="1818" y="1798"/>
                  </a:lnTo>
                  <a:lnTo>
                    <a:pt x="1877" y="1759"/>
                  </a:lnTo>
                  <a:lnTo>
                    <a:pt x="1818" y="1779"/>
                  </a:lnTo>
                  <a:lnTo>
                    <a:pt x="1857" y="1759"/>
                  </a:lnTo>
                  <a:lnTo>
                    <a:pt x="1818" y="1759"/>
                  </a:lnTo>
                  <a:lnTo>
                    <a:pt x="1778" y="1779"/>
                  </a:lnTo>
                  <a:lnTo>
                    <a:pt x="1739" y="1798"/>
                  </a:lnTo>
                  <a:lnTo>
                    <a:pt x="1640" y="1818"/>
                  </a:lnTo>
                  <a:lnTo>
                    <a:pt x="1640" y="1818"/>
                  </a:lnTo>
                  <a:lnTo>
                    <a:pt x="1778" y="1779"/>
                  </a:lnTo>
                  <a:lnTo>
                    <a:pt x="1798" y="1759"/>
                  </a:lnTo>
                  <a:lnTo>
                    <a:pt x="1778" y="1759"/>
                  </a:lnTo>
                  <a:lnTo>
                    <a:pt x="1719" y="1779"/>
                  </a:lnTo>
                  <a:lnTo>
                    <a:pt x="1739" y="1759"/>
                  </a:lnTo>
                  <a:lnTo>
                    <a:pt x="1660" y="1798"/>
                  </a:lnTo>
                  <a:lnTo>
                    <a:pt x="1601" y="1818"/>
                  </a:lnTo>
                  <a:lnTo>
                    <a:pt x="1601" y="1838"/>
                  </a:lnTo>
                  <a:lnTo>
                    <a:pt x="1620" y="1818"/>
                  </a:lnTo>
                  <a:lnTo>
                    <a:pt x="1660" y="1818"/>
                  </a:lnTo>
                  <a:lnTo>
                    <a:pt x="1581" y="1858"/>
                  </a:lnTo>
                  <a:lnTo>
                    <a:pt x="1522" y="1877"/>
                  </a:lnTo>
                  <a:lnTo>
                    <a:pt x="1581" y="1838"/>
                  </a:lnTo>
                  <a:lnTo>
                    <a:pt x="1601" y="1818"/>
                  </a:lnTo>
                  <a:lnTo>
                    <a:pt x="1581" y="1818"/>
                  </a:lnTo>
                  <a:lnTo>
                    <a:pt x="1640" y="1798"/>
                  </a:lnTo>
                  <a:lnTo>
                    <a:pt x="1660" y="1798"/>
                  </a:lnTo>
                  <a:lnTo>
                    <a:pt x="1739" y="1739"/>
                  </a:lnTo>
                  <a:lnTo>
                    <a:pt x="1680" y="1759"/>
                  </a:lnTo>
                  <a:lnTo>
                    <a:pt x="1660" y="1779"/>
                  </a:lnTo>
                  <a:lnTo>
                    <a:pt x="1680" y="1779"/>
                  </a:lnTo>
                  <a:lnTo>
                    <a:pt x="1581" y="1798"/>
                  </a:lnTo>
                  <a:lnTo>
                    <a:pt x="1541" y="1798"/>
                  </a:lnTo>
                  <a:lnTo>
                    <a:pt x="1561" y="1779"/>
                  </a:lnTo>
                  <a:lnTo>
                    <a:pt x="1482" y="1818"/>
                  </a:lnTo>
                  <a:lnTo>
                    <a:pt x="1462" y="1798"/>
                  </a:lnTo>
                  <a:lnTo>
                    <a:pt x="1522" y="1779"/>
                  </a:lnTo>
                  <a:lnTo>
                    <a:pt x="1502" y="1779"/>
                  </a:lnTo>
                  <a:lnTo>
                    <a:pt x="1403" y="1798"/>
                  </a:lnTo>
                  <a:lnTo>
                    <a:pt x="1324" y="1858"/>
                  </a:lnTo>
                  <a:lnTo>
                    <a:pt x="1285" y="1877"/>
                  </a:lnTo>
                  <a:lnTo>
                    <a:pt x="1285" y="1877"/>
                  </a:lnTo>
                  <a:lnTo>
                    <a:pt x="1304" y="1858"/>
                  </a:lnTo>
                  <a:lnTo>
                    <a:pt x="1344" y="1838"/>
                  </a:lnTo>
                  <a:lnTo>
                    <a:pt x="1344" y="1818"/>
                  </a:lnTo>
                  <a:lnTo>
                    <a:pt x="1324" y="1818"/>
                  </a:lnTo>
                  <a:lnTo>
                    <a:pt x="1462" y="1759"/>
                  </a:lnTo>
                  <a:lnTo>
                    <a:pt x="1383" y="1779"/>
                  </a:lnTo>
                  <a:lnTo>
                    <a:pt x="1383" y="1779"/>
                  </a:lnTo>
                  <a:lnTo>
                    <a:pt x="1482" y="1739"/>
                  </a:lnTo>
                  <a:lnTo>
                    <a:pt x="1522" y="1719"/>
                  </a:lnTo>
                  <a:lnTo>
                    <a:pt x="1502" y="1739"/>
                  </a:lnTo>
                  <a:lnTo>
                    <a:pt x="1541" y="1739"/>
                  </a:lnTo>
                  <a:lnTo>
                    <a:pt x="1522" y="1759"/>
                  </a:lnTo>
                  <a:lnTo>
                    <a:pt x="1581" y="1739"/>
                  </a:lnTo>
                  <a:lnTo>
                    <a:pt x="1601" y="1739"/>
                  </a:lnTo>
                  <a:lnTo>
                    <a:pt x="1660" y="1680"/>
                  </a:lnTo>
                  <a:lnTo>
                    <a:pt x="1778" y="1621"/>
                  </a:lnTo>
                  <a:lnTo>
                    <a:pt x="1818" y="1621"/>
                  </a:lnTo>
                  <a:lnTo>
                    <a:pt x="1818" y="1601"/>
                  </a:lnTo>
                  <a:lnTo>
                    <a:pt x="1620" y="1680"/>
                  </a:lnTo>
                  <a:lnTo>
                    <a:pt x="1601" y="1680"/>
                  </a:lnTo>
                  <a:lnTo>
                    <a:pt x="1601" y="1660"/>
                  </a:lnTo>
                  <a:lnTo>
                    <a:pt x="1739" y="1621"/>
                  </a:lnTo>
                  <a:lnTo>
                    <a:pt x="1699" y="1621"/>
                  </a:lnTo>
                  <a:lnTo>
                    <a:pt x="1719" y="1601"/>
                  </a:lnTo>
                  <a:lnTo>
                    <a:pt x="1719" y="1601"/>
                  </a:lnTo>
                  <a:lnTo>
                    <a:pt x="1680" y="1621"/>
                  </a:lnTo>
                  <a:lnTo>
                    <a:pt x="1699" y="1601"/>
                  </a:lnTo>
                  <a:lnTo>
                    <a:pt x="1759" y="1561"/>
                  </a:lnTo>
                  <a:lnTo>
                    <a:pt x="1778" y="1561"/>
                  </a:lnTo>
                  <a:lnTo>
                    <a:pt x="1759" y="1581"/>
                  </a:lnTo>
                  <a:lnTo>
                    <a:pt x="1778" y="1581"/>
                  </a:lnTo>
                  <a:lnTo>
                    <a:pt x="1818" y="1561"/>
                  </a:lnTo>
                  <a:lnTo>
                    <a:pt x="1857" y="1542"/>
                  </a:lnTo>
                  <a:lnTo>
                    <a:pt x="1857" y="1532"/>
                  </a:lnTo>
                  <a:lnTo>
                    <a:pt x="1857" y="1532"/>
                  </a:lnTo>
                  <a:lnTo>
                    <a:pt x="1917" y="1502"/>
                  </a:lnTo>
                  <a:lnTo>
                    <a:pt x="1897" y="1502"/>
                  </a:lnTo>
                  <a:lnTo>
                    <a:pt x="1917" y="1482"/>
                  </a:lnTo>
                  <a:lnTo>
                    <a:pt x="1936" y="1463"/>
                  </a:lnTo>
                  <a:lnTo>
                    <a:pt x="1917" y="1463"/>
                  </a:lnTo>
                  <a:lnTo>
                    <a:pt x="1857" y="1482"/>
                  </a:lnTo>
                  <a:lnTo>
                    <a:pt x="1759" y="1502"/>
                  </a:lnTo>
                  <a:lnTo>
                    <a:pt x="1857" y="1463"/>
                  </a:lnTo>
                  <a:lnTo>
                    <a:pt x="1897" y="1443"/>
                  </a:lnTo>
                  <a:lnTo>
                    <a:pt x="1798" y="1482"/>
                  </a:lnTo>
                  <a:lnTo>
                    <a:pt x="1719" y="1502"/>
                  </a:lnTo>
                  <a:lnTo>
                    <a:pt x="1719" y="1502"/>
                  </a:lnTo>
                  <a:lnTo>
                    <a:pt x="1798" y="1463"/>
                  </a:lnTo>
                  <a:lnTo>
                    <a:pt x="1824" y="1456"/>
                  </a:lnTo>
                  <a:lnTo>
                    <a:pt x="1824" y="1456"/>
                  </a:lnTo>
                  <a:lnTo>
                    <a:pt x="1838" y="1443"/>
                  </a:lnTo>
                  <a:lnTo>
                    <a:pt x="1897" y="1403"/>
                  </a:lnTo>
                  <a:lnTo>
                    <a:pt x="1897" y="1403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43"/>
                  </a:lnTo>
                  <a:lnTo>
                    <a:pt x="1719" y="1463"/>
                  </a:lnTo>
                  <a:lnTo>
                    <a:pt x="1739" y="1443"/>
                  </a:lnTo>
                  <a:lnTo>
                    <a:pt x="1778" y="1423"/>
                  </a:lnTo>
                  <a:lnTo>
                    <a:pt x="1818" y="1403"/>
                  </a:lnTo>
                  <a:lnTo>
                    <a:pt x="1818" y="1403"/>
                  </a:lnTo>
                  <a:lnTo>
                    <a:pt x="1798" y="1423"/>
                  </a:lnTo>
                  <a:lnTo>
                    <a:pt x="1877" y="1403"/>
                  </a:lnTo>
                  <a:lnTo>
                    <a:pt x="1818" y="1403"/>
                  </a:lnTo>
                  <a:lnTo>
                    <a:pt x="1818" y="1384"/>
                  </a:lnTo>
                  <a:lnTo>
                    <a:pt x="1838" y="1384"/>
                  </a:lnTo>
                  <a:lnTo>
                    <a:pt x="1838" y="1364"/>
                  </a:lnTo>
                  <a:lnTo>
                    <a:pt x="1778" y="1384"/>
                  </a:lnTo>
                  <a:lnTo>
                    <a:pt x="1699" y="1423"/>
                  </a:lnTo>
                  <a:lnTo>
                    <a:pt x="1759" y="1384"/>
                  </a:lnTo>
                  <a:lnTo>
                    <a:pt x="1778" y="1384"/>
                  </a:lnTo>
                  <a:lnTo>
                    <a:pt x="1798" y="1364"/>
                  </a:lnTo>
                  <a:lnTo>
                    <a:pt x="1778" y="1364"/>
                  </a:lnTo>
                  <a:lnTo>
                    <a:pt x="1818" y="1344"/>
                  </a:lnTo>
                  <a:lnTo>
                    <a:pt x="1759" y="1344"/>
                  </a:lnTo>
                  <a:lnTo>
                    <a:pt x="1818" y="1324"/>
                  </a:lnTo>
                  <a:lnTo>
                    <a:pt x="1680" y="1324"/>
                  </a:lnTo>
                  <a:lnTo>
                    <a:pt x="1778" y="1305"/>
                  </a:lnTo>
                  <a:lnTo>
                    <a:pt x="1818" y="1305"/>
                  </a:lnTo>
                  <a:lnTo>
                    <a:pt x="1838" y="1285"/>
                  </a:lnTo>
                  <a:lnTo>
                    <a:pt x="1818" y="1285"/>
                  </a:lnTo>
                  <a:lnTo>
                    <a:pt x="1838" y="1265"/>
                  </a:lnTo>
                  <a:lnTo>
                    <a:pt x="1719" y="1305"/>
                  </a:lnTo>
                  <a:lnTo>
                    <a:pt x="1719" y="1285"/>
                  </a:lnTo>
                  <a:lnTo>
                    <a:pt x="1699" y="1285"/>
                  </a:lnTo>
                  <a:lnTo>
                    <a:pt x="1739" y="1265"/>
                  </a:lnTo>
                  <a:lnTo>
                    <a:pt x="1680" y="1265"/>
                  </a:lnTo>
                  <a:lnTo>
                    <a:pt x="1601" y="1305"/>
                  </a:lnTo>
                  <a:lnTo>
                    <a:pt x="1601" y="1285"/>
                  </a:lnTo>
                  <a:lnTo>
                    <a:pt x="1561" y="1305"/>
                  </a:lnTo>
                  <a:lnTo>
                    <a:pt x="1581" y="1324"/>
                  </a:lnTo>
                  <a:lnTo>
                    <a:pt x="1601" y="1324"/>
                  </a:lnTo>
                  <a:lnTo>
                    <a:pt x="1561" y="1344"/>
                  </a:lnTo>
                  <a:lnTo>
                    <a:pt x="1482" y="1364"/>
                  </a:lnTo>
                  <a:lnTo>
                    <a:pt x="1443" y="1384"/>
                  </a:lnTo>
                  <a:lnTo>
                    <a:pt x="1364" y="1403"/>
                  </a:lnTo>
                  <a:lnTo>
                    <a:pt x="1324" y="1384"/>
                  </a:lnTo>
                  <a:lnTo>
                    <a:pt x="1344" y="1364"/>
                  </a:lnTo>
                  <a:lnTo>
                    <a:pt x="1364" y="1344"/>
                  </a:lnTo>
                  <a:lnTo>
                    <a:pt x="1344" y="1344"/>
                  </a:lnTo>
                  <a:lnTo>
                    <a:pt x="1403" y="1324"/>
                  </a:lnTo>
                  <a:lnTo>
                    <a:pt x="1482" y="1324"/>
                  </a:lnTo>
                  <a:lnTo>
                    <a:pt x="1601" y="1285"/>
                  </a:lnTo>
                  <a:lnTo>
                    <a:pt x="1719" y="1245"/>
                  </a:lnTo>
                  <a:lnTo>
                    <a:pt x="1699" y="1245"/>
                  </a:lnTo>
                  <a:lnTo>
                    <a:pt x="1739" y="1226"/>
                  </a:lnTo>
                  <a:lnTo>
                    <a:pt x="1660" y="1226"/>
                  </a:lnTo>
                  <a:lnTo>
                    <a:pt x="1719" y="1206"/>
                  </a:lnTo>
                  <a:lnTo>
                    <a:pt x="1699" y="1186"/>
                  </a:lnTo>
                  <a:lnTo>
                    <a:pt x="1660" y="1186"/>
                  </a:lnTo>
                  <a:lnTo>
                    <a:pt x="1719" y="1166"/>
                  </a:lnTo>
                  <a:lnTo>
                    <a:pt x="1719" y="1147"/>
                  </a:lnTo>
                  <a:lnTo>
                    <a:pt x="1601" y="1147"/>
                  </a:lnTo>
                  <a:lnTo>
                    <a:pt x="1601" y="1127"/>
                  </a:lnTo>
                  <a:lnTo>
                    <a:pt x="1620" y="1127"/>
                  </a:lnTo>
                  <a:lnTo>
                    <a:pt x="1660" y="1107"/>
                  </a:lnTo>
                  <a:lnTo>
                    <a:pt x="1620" y="1107"/>
                  </a:lnTo>
                  <a:lnTo>
                    <a:pt x="1680" y="1068"/>
                  </a:lnTo>
                  <a:lnTo>
                    <a:pt x="1620" y="1068"/>
                  </a:lnTo>
                  <a:lnTo>
                    <a:pt x="1541" y="1087"/>
                  </a:lnTo>
                  <a:lnTo>
                    <a:pt x="1541" y="1087"/>
                  </a:lnTo>
                  <a:lnTo>
                    <a:pt x="1660" y="1048"/>
                  </a:lnTo>
                  <a:lnTo>
                    <a:pt x="1601" y="1028"/>
                  </a:lnTo>
                  <a:lnTo>
                    <a:pt x="1561" y="989"/>
                  </a:lnTo>
                  <a:lnTo>
                    <a:pt x="1581" y="989"/>
                  </a:lnTo>
                  <a:lnTo>
                    <a:pt x="1561" y="969"/>
                  </a:lnTo>
                  <a:lnTo>
                    <a:pt x="1522" y="949"/>
                  </a:lnTo>
                  <a:lnTo>
                    <a:pt x="1482" y="949"/>
                  </a:lnTo>
                  <a:lnTo>
                    <a:pt x="1482" y="929"/>
                  </a:lnTo>
                  <a:lnTo>
                    <a:pt x="1383" y="929"/>
                  </a:lnTo>
                  <a:lnTo>
                    <a:pt x="1265" y="969"/>
                  </a:lnTo>
                  <a:lnTo>
                    <a:pt x="1245" y="949"/>
                  </a:lnTo>
                  <a:lnTo>
                    <a:pt x="1285" y="949"/>
                  </a:lnTo>
                  <a:lnTo>
                    <a:pt x="1344" y="929"/>
                  </a:lnTo>
                  <a:lnTo>
                    <a:pt x="1423" y="910"/>
                  </a:lnTo>
                  <a:lnTo>
                    <a:pt x="1443" y="910"/>
                  </a:lnTo>
                  <a:lnTo>
                    <a:pt x="1443" y="890"/>
                  </a:lnTo>
                  <a:lnTo>
                    <a:pt x="1462" y="870"/>
                  </a:lnTo>
                  <a:lnTo>
                    <a:pt x="1482" y="870"/>
                  </a:lnTo>
                  <a:lnTo>
                    <a:pt x="1482" y="890"/>
                  </a:lnTo>
                  <a:lnTo>
                    <a:pt x="1561" y="890"/>
                  </a:lnTo>
                  <a:lnTo>
                    <a:pt x="1522" y="870"/>
                  </a:lnTo>
                  <a:lnTo>
                    <a:pt x="1522" y="850"/>
                  </a:lnTo>
                  <a:lnTo>
                    <a:pt x="1423" y="850"/>
                  </a:lnTo>
                  <a:lnTo>
                    <a:pt x="1403" y="831"/>
                  </a:lnTo>
                  <a:lnTo>
                    <a:pt x="1482" y="811"/>
                  </a:lnTo>
                  <a:lnTo>
                    <a:pt x="1443" y="811"/>
                  </a:lnTo>
                  <a:lnTo>
                    <a:pt x="1423" y="791"/>
                  </a:lnTo>
                  <a:lnTo>
                    <a:pt x="1482" y="791"/>
                  </a:lnTo>
                  <a:lnTo>
                    <a:pt x="1482" y="771"/>
                  </a:lnTo>
                  <a:lnTo>
                    <a:pt x="1482" y="751"/>
                  </a:lnTo>
                  <a:lnTo>
                    <a:pt x="1522" y="751"/>
                  </a:lnTo>
                  <a:lnTo>
                    <a:pt x="1482" y="732"/>
                  </a:lnTo>
                  <a:lnTo>
                    <a:pt x="1403" y="712"/>
                  </a:lnTo>
                  <a:lnTo>
                    <a:pt x="1423" y="712"/>
                  </a:lnTo>
                  <a:lnTo>
                    <a:pt x="1423" y="692"/>
                  </a:lnTo>
                  <a:lnTo>
                    <a:pt x="1462" y="692"/>
                  </a:lnTo>
                  <a:lnTo>
                    <a:pt x="1443" y="672"/>
                  </a:lnTo>
                  <a:lnTo>
                    <a:pt x="1482" y="672"/>
                  </a:lnTo>
                  <a:lnTo>
                    <a:pt x="1462" y="653"/>
                  </a:lnTo>
                  <a:lnTo>
                    <a:pt x="1423" y="653"/>
                  </a:lnTo>
                  <a:lnTo>
                    <a:pt x="1324" y="633"/>
                  </a:lnTo>
                  <a:lnTo>
                    <a:pt x="1344" y="633"/>
                  </a:lnTo>
                  <a:lnTo>
                    <a:pt x="1324" y="613"/>
                  </a:lnTo>
                  <a:lnTo>
                    <a:pt x="1225" y="613"/>
                  </a:lnTo>
                  <a:lnTo>
                    <a:pt x="1265" y="593"/>
                  </a:lnTo>
                  <a:lnTo>
                    <a:pt x="1324" y="593"/>
                  </a:lnTo>
                  <a:lnTo>
                    <a:pt x="1324" y="613"/>
                  </a:lnTo>
                  <a:lnTo>
                    <a:pt x="1403" y="593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23" y="534"/>
                  </a:lnTo>
                  <a:lnTo>
                    <a:pt x="1403" y="514"/>
                  </a:lnTo>
                  <a:lnTo>
                    <a:pt x="1383" y="514"/>
                  </a:lnTo>
                  <a:lnTo>
                    <a:pt x="1443" y="495"/>
                  </a:lnTo>
                  <a:lnTo>
                    <a:pt x="1443" y="475"/>
                  </a:lnTo>
                  <a:lnTo>
                    <a:pt x="1443" y="455"/>
                  </a:lnTo>
                  <a:lnTo>
                    <a:pt x="1423" y="435"/>
                  </a:lnTo>
                  <a:lnTo>
                    <a:pt x="1383" y="435"/>
                  </a:lnTo>
                  <a:lnTo>
                    <a:pt x="1443" y="416"/>
                  </a:lnTo>
                  <a:lnTo>
                    <a:pt x="1344" y="416"/>
                  </a:lnTo>
                  <a:lnTo>
                    <a:pt x="1304" y="376"/>
                  </a:lnTo>
                  <a:lnTo>
                    <a:pt x="1265" y="356"/>
                  </a:lnTo>
                  <a:lnTo>
                    <a:pt x="1146" y="337"/>
                  </a:lnTo>
                  <a:lnTo>
                    <a:pt x="1206" y="337"/>
                  </a:lnTo>
                  <a:lnTo>
                    <a:pt x="1265" y="356"/>
                  </a:lnTo>
                  <a:lnTo>
                    <a:pt x="1225" y="337"/>
                  </a:lnTo>
                  <a:lnTo>
                    <a:pt x="1285" y="337"/>
                  </a:lnTo>
                  <a:lnTo>
                    <a:pt x="1304" y="317"/>
                  </a:lnTo>
                  <a:lnTo>
                    <a:pt x="1206" y="317"/>
                  </a:lnTo>
                  <a:lnTo>
                    <a:pt x="1146" y="297"/>
                  </a:lnTo>
                  <a:lnTo>
                    <a:pt x="1107" y="297"/>
                  </a:lnTo>
                  <a:lnTo>
                    <a:pt x="1107" y="277"/>
                  </a:lnTo>
                  <a:lnTo>
                    <a:pt x="1107" y="277"/>
                  </a:lnTo>
                  <a:lnTo>
                    <a:pt x="1067" y="238"/>
                  </a:lnTo>
                  <a:lnTo>
                    <a:pt x="1048" y="198"/>
                  </a:lnTo>
                  <a:lnTo>
                    <a:pt x="1048" y="159"/>
                  </a:lnTo>
                  <a:lnTo>
                    <a:pt x="1067" y="139"/>
                  </a:lnTo>
                  <a:lnTo>
                    <a:pt x="1107" y="139"/>
                  </a:lnTo>
                  <a:lnTo>
                    <a:pt x="1127" y="119"/>
                  </a:lnTo>
                  <a:lnTo>
                    <a:pt x="1107" y="100"/>
                  </a:lnTo>
                  <a:lnTo>
                    <a:pt x="1206" y="100"/>
                  </a:lnTo>
                  <a:lnTo>
                    <a:pt x="1225" y="80"/>
                  </a:lnTo>
                  <a:lnTo>
                    <a:pt x="1344" y="80"/>
                  </a:lnTo>
                  <a:lnTo>
                    <a:pt x="1265" y="60"/>
                  </a:lnTo>
                  <a:lnTo>
                    <a:pt x="1225" y="40"/>
                  </a:lnTo>
                  <a:lnTo>
                    <a:pt x="1206" y="40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9"/>
            <p:cNvSpPr/>
            <p:nvPr/>
          </p:nvSpPr>
          <p:spPr>
            <a:xfrm>
              <a:off x="-1397075" y="40990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0" y="0"/>
                  </a:moveTo>
                  <a:lnTo>
                    <a:pt x="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9"/>
            <p:cNvSpPr/>
            <p:nvPr/>
          </p:nvSpPr>
          <p:spPr>
            <a:xfrm>
              <a:off x="-1430175" y="40822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9"/>
            <p:cNvSpPr/>
            <p:nvPr/>
          </p:nvSpPr>
          <p:spPr>
            <a:xfrm>
              <a:off x="-1409425" y="4106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9"/>
            <p:cNvSpPr/>
            <p:nvPr/>
          </p:nvSpPr>
          <p:spPr>
            <a:xfrm>
              <a:off x="-1243500" y="413657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9"/>
            <p:cNvSpPr/>
            <p:nvPr/>
          </p:nvSpPr>
          <p:spPr>
            <a:xfrm>
              <a:off x="-1245000" y="4137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9"/>
            <p:cNvSpPr/>
            <p:nvPr/>
          </p:nvSpPr>
          <p:spPr>
            <a:xfrm>
              <a:off x="-1295850" y="4123725"/>
              <a:ext cx="53850" cy="43975"/>
            </a:xfrm>
            <a:custGeom>
              <a:rect b="b" l="l" r="r" t="t"/>
              <a:pathLst>
                <a:path extrusionOk="0" h="1759" w="2154">
                  <a:moveTo>
                    <a:pt x="1699" y="100"/>
                  </a:moveTo>
                  <a:lnTo>
                    <a:pt x="1699" y="139"/>
                  </a:lnTo>
                  <a:lnTo>
                    <a:pt x="1709" y="100"/>
                  </a:lnTo>
                  <a:close/>
                  <a:moveTo>
                    <a:pt x="1976" y="179"/>
                  </a:moveTo>
                  <a:lnTo>
                    <a:pt x="1956" y="278"/>
                  </a:lnTo>
                  <a:lnTo>
                    <a:pt x="1943" y="370"/>
                  </a:lnTo>
                  <a:lnTo>
                    <a:pt x="1956" y="317"/>
                  </a:lnTo>
                  <a:lnTo>
                    <a:pt x="1976" y="179"/>
                  </a:lnTo>
                  <a:close/>
                  <a:moveTo>
                    <a:pt x="1943" y="370"/>
                  </a:moveTo>
                  <a:lnTo>
                    <a:pt x="1936" y="396"/>
                  </a:lnTo>
                  <a:lnTo>
                    <a:pt x="1936" y="416"/>
                  </a:lnTo>
                  <a:lnTo>
                    <a:pt x="1943" y="370"/>
                  </a:lnTo>
                  <a:close/>
                  <a:moveTo>
                    <a:pt x="2045" y="455"/>
                  </a:moveTo>
                  <a:lnTo>
                    <a:pt x="2035" y="475"/>
                  </a:lnTo>
                  <a:lnTo>
                    <a:pt x="2035" y="495"/>
                  </a:lnTo>
                  <a:lnTo>
                    <a:pt x="2045" y="455"/>
                  </a:lnTo>
                  <a:close/>
                  <a:moveTo>
                    <a:pt x="2035" y="495"/>
                  </a:moveTo>
                  <a:lnTo>
                    <a:pt x="2022" y="534"/>
                  </a:lnTo>
                  <a:lnTo>
                    <a:pt x="2035" y="534"/>
                  </a:lnTo>
                  <a:lnTo>
                    <a:pt x="2035" y="495"/>
                  </a:lnTo>
                  <a:close/>
                  <a:moveTo>
                    <a:pt x="2134" y="198"/>
                  </a:moveTo>
                  <a:lnTo>
                    <a:pt x="2114" y="258"/>
                  </a:lnTo>
                  <a:lnTo>
                    <a:pt x="2114" y="238"/>
                  </a:lnTo>
                  <a:lnTo>
                    <a:pt x="2114" y="218"/>
                  </a:lnTo>
                  <a:lnTo>
                    <a:pt x="2094" y="258"/>
                  </a:lnTo>
                  <a:lnTo>
                    <a:pt x="2094" y="297"/>
                  </a:lnTo>
                  <a:lnTo>
                    <a:pt x="2074" y="337"/>
                  </a:lnTo>
                  <a:lnTo>
                    <a:pt x="2074" y="297"/>
                  </a:lnTo>
                  <a:lnTo>
                    <a:pt x="2074" y="278"/>
                  </a:lnTo>
                  <a:lnTo>
                    <a:pt x="2055" y="337"/>
                  </a:lnTo>
                  <a:lnTo>
                    <a:pt x="2055" y="317"/>
                  </a:lnTo>
                  <a:lnTo>
                    <a:pt x="2035" y="396"/>
                  </a:lnTo>
                  <a:lnTo>
                    <a:pt x="2015" y="455"/>
                  </a:lnTo>
                  <a:lnTo>
                    <a:pt x="2035" y="475"/>
                  </a:lnTo>
                  <a:lnTo>
                    <a:pt x="2035" y="455"/>
                  </a:lnTo>
                  <a:lnTo>
                    <a:pt x="2055" y="416"/>
                  </a:lnTo>
                  <a:lnTo>
                    <a:pt x="2045" y="455"/>
                  </a:lnTo>
                  <a:lnTo>
                    <a:pt x="2055" y="436"/>
                  </a:lnTo>
                  <a:lnTo>
                    <a:pt x="2055" y="475"/>
                  </a:lnTo>
                  <a:lnTo>
                    <a:pt x="2055" y="653"/>
                  </a:lnTo>
                  <a:lnTo>
                    <a:pt x="2035" y="811"/>
                  </a:lnTo>
                  <a:lnTo>
                    <a:pt x="2055" y="791"/>
                  </a:lnTo>
                  <a:lnTo>
                    <a:pt x="2042" y="923"/>
                  </a:lnTo>
                  <a:lnTo>
                    <a:pt x="2042" y="923"/>
                  </a:lnTo>
                  <a:lnTo>
                    <a:pt x="2055" y="870"/>
                  </a:lnTo>
                  <a:lnTo>
                    <a:pt x="2055" y="910"/>
                  </a:lnTo>
                  <a:lnTo>
                    <a:pt x="2055" y="929"/>
                  </a:lnTo>
                  <a:lnTo>
                    <a:pt x="2074" y="870"/>
                  </a:lnTo>
                  <a:lnTo>
                    <a:pt x="2074" y="890"/>
                  </a:lnTo>
                  <a:lnTo>
                    <a:pt x="2094" y="791"/>
                  </a:lnTo>
                  <a:lnTo>
                    <a:pt x="2094" y="771"/>
                  </a:lnTo>
                  <a:lnTo>
                    <a:pt x="2074" y="791"/>
                  </a:lnTo>
                  <a:lnTo>
                    <a:pt x="2094" y="732"/>
                  </a:lnTo>
                  <a:lnTo>
                    <a:pt x="2094" y="613"/>
                  </a:lnTo>
                  <a:lnTo>
                    <a:pt x="2094" y="594"/>
                  </a:lnTo>
                  <a:lnTo>
                    <a:pt x="2094" y="574"/>
                  </a:lnTo>
                  <a:lnTo>
                    <a:pt x="2074" y="613"/>
                  </a:lnTo>
                  <a:lnTo>
                    <a:pt x="2074" y="574"/>
                  </a:lnTo>
                  <a:lnTo>
                    <a:pt x="2074" y="554"/>
                  </a:lnTo>
                  <a:lnTo>
                    <a:pt x="2074" y="534"/>
                  </a:lnTo>
                  <a:lnTo>
                    <a:pt x="2094" y="416"/>
                  </a:lnTo>
                  <a:lnTo>
                    <a:pt x="2114" y="396"/>
                  </a:lnTo>
                  <a:lnTo>
                    <a:pt x="2094" y="436"/>
                  </a:lnTo>
                  <a:lnTo>
                    <a:pt x="2094" y="515"/>
                  </a:lnTo>
                  <a:lnTo>
                    <a:pt x="2114" y="475"/>
                  </a:lnTo>
                  <a:lnTo>
                    <a:pt x="2114" y="455"/>
                  </a:lnTo>
                  <a:lnTo>
                    <a:pt x="2134" y="376"/>
                  </a:lnTo>
                  <a:lnTo>
                    <a:pt x="2134" y="357"/>
                  </a:lnTo>
                  <a:lnTo>
                    <a:pt x="2153" y="278"/>
                  </a:lnTo>
                  <a:lnTo>
                    <a:pt x="2153" y="198"/>
                  </a:lnTo>
                  <a:lnTo>
                    <a:pt x="2134" y="278"/>
                  </a:lnTo>
                  <a:lnTo>
                    <a:pt x="2134" y="258"/>
                  </a:lnTo>
                  <a:lnTo>
                    <a:pt x="2134" y="198"/>
                  </a:lnTo>
                  <a:close/>
                  <a:moveTo>
                    <a:pt x="1815" y="935"/>
                  </a:moveTo>
                  <a:lnTo>
                    <a:pt x="1810" y="981"/>
                  </a:lnTo>
                  <a:lnTo>
                    <a:pt x="1798" y="969"/>
                  </a:lnTo>
                  <a:lnTo>
                    <a:pt x="1815" y="935"/>
                  </a:lnTo>
                  <a:close/>
                  <a:moveTo>
                    <a:pt x="2042" y="923"/>
                  </a:moveTo>
                  <a:lnTo>
                    <a:pt x="2035" y="949"/>
                  </a:lnTo>
                  <a:lnTo>
                    <a:pt x="2035" y="989"/>
                  </a:lnTo>
                  <a:lnTo>
                    <a:pt x="2042" y="923"/>
                  </a:lnTo>
                  <a:close/>
                  <a:moveTo>
                    <a:pt x="1947" y="898"/>
                  </a:moveTo>
                  <a:lnTo>
                    <a:pt x="1936" y="989"/>
                  </a:lnTo>
                  <a:lnTo>
                    <a:pt x="1936" y="949"/>
                  </a:lnTo>
                  <a:lnTo>
                    <a:pt x="1936" y="910"/>
                  </a:lnTo>
                  <a:lnTo>
                    <a:pt x="1947" y="898"/>
                  </a:lnTo>
                  <a:close/>
                  <a:moveTo>
                    <a:pt x="2035" y="989"/>
                  </a:moveTo>
                  <a:lnTo>
                    <a:pt x="2035" y="989"/>
                  </a:lnTo>
                  <a:lnTo>
                    <a:pt x="2035" y="989"/>
                  </a:lnTo>
                  <a:close/>
                  <a:moveTo>
                    <a:pt x="1995" y="989"/>
                  </a:moveTo>
                  <a:lnTo>
                    <a:pt x="1988" y="1044"/>
                  </a:lnTo>
                  <a:lnTo>
                    <a:pt x="1995" y="1028"/>
                  </a:lnTo>
                  <a:lnTo>
                    <a:pt x="1995" y="989"/>
                  </a:lnTo>
                  <a:close/>
                  <a:moveTo>
                    <a:pt x="1620" y="1127"/>
                  </a:moveTo>
                  <a:lnTo>
                    <a:pt x="1620" y="114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20" y="1127"/>
                  </a:lnTo>
                  <a:close/>
                  <a:moveTo>
                    <a:pt x="1818" y="1127"/>
                  </a:moveTo>
                  <a:lnTo>
                    <a:pt x="1808" y="1137"/>
                  </a:lnTo>
                  <a:lnTo>
                    <a:pt x="1818" y="1147"/>
                  </a:lnTo>
                  <a:lnTo>
                    <a:pt x="1818" y="1127"/>
                  </a:lnTo>
                  <a:close/>
                  <a:moveTo>
                    <a:pt x="1995" y="1166"/>
                  </a:moveTo>
                  <a:lnTo>
                    <a:pt x="1976" y="1186"/>
                  </a:lnTo>
                  <a:lnTo>
                    <a:pt x="1976" y="1206"/>
                  </a:lnTo>
                  <a:lnTo>
                    <a:pt x="1995" y="1166"/>
                  </a:lnTo>
                  <a:close/>
                  <a:moveTo>
                    <a:pt x="1857" y="1226"/>
                  </a:moveTo>
                  <a:lnTo>
                    <a:pt x="1857" y="1226"/>
                  </a:lnTo>
                  <a:lnTo>
                    <a:pt x="1857" y="1226"/>
                  </a:lnTo>
                  <a:close/>
                  <a:moveTo>
                    <a:pt x="1719" y="1087"/>
                  </a:moveTo>
                  <a:lnTo>
                    <a:pt x="1699" y="1107"/>
                  </a:lnTo>
                  <a:lnTo>
                    <a:pt x="1679" y="1226"/>
                  </a:lnTo>
                  <a:lnTo>
                    <a:pt x="1679" y="1324"/>
                  </a:lnTo>
                  <a:lnTo>
                    <a:pt x="1699" y="1245"/>
                  </a:lnTo>
                  <a:lnTo>
                    <a:pt x="1719" y="1206"/>
                  </a:lnTo>
                  <a:lnTo>
                    <a:pt x="1719" y="1087"/>
                  </a:lnTo>
                  <a:close/>
                  <a:moveTo>
                    <a:pt x="1482" y="1344"/>
                  </a:moveTo>
                  <a:lnTo>
                    <a:pt x="1482" y="1344"/>
                  </a:lnTo>
                  <a:lnTo>
                    <a:pt x="1482" y="1344"/>
                  </a:lnTo>
                  <a:close/>
                  <a:moveTo>
                    <a:pt x="277" y="1285"/>
                  </a:moveTo>
                  <a:lnTo>
                    <a:pt x="277" y="1305"/>
                  </a:lnTo>
                  <a:lnTo>
                    <a:pt x="277" y="1324"/>
                  </a:lnTo>
                  <a:lnTo>
                    <a:pt x="297" y="1384"/>
                  </a:lnTo>
                  <a:lnTo>
                    <a:pt x="277" y="1285"/>
                  </a:lnTo>
                  <a:close/>
                  <a:moveTo>
                    <a:pt x="1344" y="1364"/>
                  </a:moveTo>
                  <a:lnTo>
                    <a:pt x="1330" y="1403"/>
                  </a:lnTo>
                  <a:lnTo>
                    <a:pt x="1344" y="1403"/>
                  </a:lnTo>
                  <a:lnTo>
                    <a:pt x="1344" y="1364"/>
                  </a:lnTo>
                  <a:close/>
                  <a:moveTo>
                    <a:pt x="1442" y="1364"/>
                  </a:moveTo>
                  <a:lnTo>
                    <a:pt x="1462" y="1403"/>
                  </a:lnTo>
                  <a:lnTo>
                    <a:pt x="1462" y="1384"/>
                  </a:lnTo>
                  <a:lnTo>
                    <a:pt x="1442" y="1364"/>
                  </a:lnTo>
                  <a:close/>
                  <a:moveTo>
                    <a:pt x="1304" y="1403"/>
                  </a:moveTo>
                  <a:lnTo>
                    <a:pt x="1324" y="1423"/>
                  </a:lnTo>
                  <a:lnTo>
                    <a:pt x="1330" y="1403"/>
                  </a:lnTo>
                  <a:close/>
                  <a:moveTo>
                    <a:pt x="1482" y="1344"/>
                  </a:moveTo>
                  <a:lnTo>
                    <a:pt x="1462" y="1423"/>
                  </a:lnTo>
                  <a:lnTo>
                    <a:pt x="1482" y="1403"/>
                  </a:lnTo>
                  <a:lnTo>
                    <a:pt x="1482" y="1384"/>
                  </a:lnTo>
                  <a:lnTo>
                    <a:pt x="1482" y="1344"/>
                  </a:lnTo>
                  <a:close/>
                  <a:moveTo>
                    <a:pt x="1265" y="1443"/>
                  </a:moveTo>
                  <a:lnTo>
                    <a:pt x="1265" y="1463"/>
                  </a:lnTo>
                  <a:lnTo>
                    <a:pt x="1284" y="1482"/>
                  </a:lnTo>
                  <a:lnTo>
                    <a:pt x="1265" y="1443"/>
                  </a:lnTo>
                  <a:close/>
                  <a:moveTo>
                    <a:pt x="988" y="1522"/>
                  </a:moveTo>
                  <a:lnTo>
                    <a:pt x="968" y="1542"/>
                  </a:lnTo>
                  <a:lnTo>
                    <a:pt x="988" y="1561"/>
                  </a:lnTo>
                  <a:lnTo>
                    <a:pt x="988" y="1542"/>
                  </a:lnTo>
                  <a:lnTo>
                    <a:pt x="988" y="1522"/>
                  </a:lnTo>
                  <a:close/>
                  <a:moveTo>
                    <a:pt x="1166" y="1423"/>
                  </a:moveTo>
                  <a:lnTo>
                    <a:pt x="1146" y="1443"/>
                  </a:lnTo>
                  <a:lnTo>
                    <a:pt x="1146" y="1482"/>
                  </a:lnTo>
                  <a:lnTo>
                    <a:pt x="1166" y="1581"/>
                  </a:lnTo>
                  <a:lnTo>
                    <a:pt x="1186" y="1601"/>
                  </a:lnTo>
                  <a:lnTo>
                    <a:pt x="1186" y="1601"/>
                  </a:lnTo>
                  <a:lnTo>
                    <a:pt x="1166" y="1561"/>
                  </a:lnTo>
                  <a:lnTo>
                    <a:pt x="1166" y="1522"/>
                  </a:lnTo>
                  <a:lnTo>
                    <a:pt x="1186" y="1542"/>
                  </a:lnTo>
                  <a:lnTo>
                    <a:pt x="1166" y="1443"/>
                  </a:lnTo>
                  <a:lnTo>
                    <a:pt x="1166" y="1423"/>
                  </a:lnTo>
                  <a:close/>
                  <a:moveTo>
                    <a:pt x="949" y="1423"/>
                  </a:moveTo>
                  <a:lnTo>
                    <a:pt x="968" y="1443"/>
                  </a:lnTo>
                  <a:lnTo>
                    <a:pt x="968" y="1463"/>
                  </a:lnTo>
                  <a:lnTo>
                    <a:pt x="988" y="1522"/>
                  </a:lnTo>
                  <a:lnTo>
                    <a:pt x="988" y="1463"/>
                  </a:lnTo>
                  <a:lnTo>
                    <a:pt x="1008" y="1502"/>
                  </a:lnTo>
                  <a:lnTo>
                    <a:pt x="1008" y="1621"/>
                  </a:lnTo>
                  <a:lnTo>
                    <a:pt x="988" y="1561"/>
                  </a:lnTo>
                  <a:lnTo>
                    <a:pt x="988" y="1561"/>
                  </a:lnTo>
                  <a:lnTo>
                    <a:pt x="1008" y="1640"/>
                  </a:lnTo>
                  <a:lnTo>
                    <a:pt x="988" y="1621"/>
                  </a:lnTo>
                  <a:lnTo>
                    <a:pt x="968" y="1621"/>
                  </a:lnTo>
                  <a:lnTo>
                    <a:pt x="968" y="1640"/>
                  </a:lnTo>
                  <a:lnTo>
                    <a:pt x="949" y="1463"/>
                  </a:lnTo>
                  <a:lnTo>
                    <a:pt x="949" y="1423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1521" y="1"/>
                  </a:moveTo>
                  <a:lnTo>
                    <a:pt x="1502" y="40"/>
                  </a:lnTo>
                  <a:lnTo>
                    <a:pt x="1482" y="119"/>
                  </a:lnTo>
                  <a:lnTo>
                    <a:pt x="1462" y="119"/>
                  </a:lnTo>
                  <a:lnTo>
                    <a:pt x="1462" y="80"/>
                  </a:lnTo>
                  <a:lnTo>
                    <a:pt x="1442" y="139"/>
                  </a:lnTo>
                  <a:lnTo>
                    <a:pt x="1442" y="218"/>
                  </a:lnTo>
                  <a:lnTo>
                    <a:pt x="1462" y="278"/>
                  </a:lnTo>
                  <a:lnTo>
                    <a:pt x="1462" y="238"/>
                  </a:lnTo>
                  <a:lnTo>
                    <a:pt x="1482" y="218"/>
                  </a:lnTo>
                  <a:lnTo>
                    <a:pt x="1482" y="278"/>
                  </a:lnTo>
                  <a:lnTo>
                    <a:pt x="1482" y="357"/>
                  </a:lnTo>
                  <a:lnTo>
                    <a:pt x="1482" y="396"/>
                  </a:lnTo>
                  <a:lnTo>
                    <a:pt x="1482" y="495"/>
                  </a:lnTo>
                  <a:lnTo>
                    <a:pt x="1462" y="515"/>
                  </a:lnTo>
                  <a:lnTo>
                    <a:pt x="1462" y="436"/>
                  </a:lnTo>
                  <a:lnTo>
                    <a:pt x="1462" y="396"/>
                  </a:lnTo>
                  <a:lnTo>
                    <a:pt x="1462" y="297"/>
                  </a:lnTo>
                  <a:lnTo>
                    <a:pt x="1442" y="376"/>
                  </a:lnTo>
                  <a:lnTo>
                    <a:pt x="1442" y="436"/>
                  </a:lnTo>
                  <a:lnTo>
                    <a:pt x="1423" y="436"/>
                  </a:lnTo>
                  <a:lnTo>
                    <a:pt x="1423" y="455"/>
                  </a:lnTo>
                  <a:lnTo>
                    <a:pt x="1423" y="495"/>
                  </a:lnTo>
                  <a:lnTo>
                    <a:pt x="1403" y="416"/>
                  </a:lnTo>
                  <a:lnTo>
                    <a:pt x="1423" y="436"/>
                  </a:lnTo>
                  <a:lnTo>
                    <a:pt x="1423" y="396"/>
                  </a:lnTo>
                  <a:lnTo>
                    <a:pt x="1423" y="357"/>
                  </a:lnTo>
                  <a:lnTo>
                    <a:pt x="1423" y="297"/>
                  </a:lnTo>
                  <a:lnTo>
                    <a:pt x="1423" y="218"/>
                  </a:lnTo>
                  <a:lnTo>
                    <a:pt x="1442" y="100"/>
                  </a:lnTo>
                  <a:lnTo>
                    <a:pt x="1423" y="100"/>
                  </a:lnTo>
                  <a:lnTo>
                    <a:pt x="1423" y="60"/>
                  </a:lnTo>
                  <a:lnTo>
                    <a:pt x="1403" y="100"/>
                  </a:lnTo>
                  <a:lnTo>
                    <a:pt x="1383" y="159"/>
                  </a:lnTo>
                  <a:lnTo>
                    <a:pt x="1383" y="100"/>
                  </a:lnTo>
                  <a:lnTo>
                    <a:pt x="1363" y="100"/>
                  </a:lnTo>
                  <a:lnTo>
                    <a:pt x="1344" y="139"/>
                  </a:lnTo>
                  <a:lnTo>
                    <a:pt x="1344" y="80"/>
                  </a:lnTo>
                  <a:lnTo>
                    <a:pt x="1324" y="60"/>
                  </a:lnTo>
                  <a:lnTo>
                    <a:pt x="1324" y="80"/>
                  </a:lnTo>
                  <a:lnTo>
                    <a:pt x="1304" y="119"/>
                  </a:lnTo>
                  <a:lnTo>
                    <a:pt x="1284" y="179"/>
                  </a:lnTo>
                  <a:lnTo>
                    <a:pt x="1265" y="179"/>
                  </a:lnTo>
                  <a:lnTo>
                    <a:pt x="1265" y="139"/>
                  </a:lnTo>
                  <a:lnTo>
                    <a:pt x="1245" y="119"/>
                  </a:lnTo>
                  <a:lnTo>
                    <a:pt x="1245" y="159"/>
                  </a:lnTo>
                  <a:lnTo>
                    <a:pt x="1225" y="119"/>
                  </a:lnTo>
                  <a:lnTo>
                    <a:pt x="1225" y="139"/>
                  </a:lnTo>
                  <a:lnTo>
                    <a:pt x="1205" y="159"/>
                  </a:lnTo>
                  <a:lnTo>
                    <a:pt x="1205" y="100"/>
                  </a:lnTo>
                  <a:lnTo>
                    <a:pt x="1186" y="100"/>
                  </a:lnTo>
                  <a:lnTo>
                    <a:pt x="1186" y="139"/>
                  </a:lnTo>
                  <a:lnTo>
                    <a:pt x="1166" y="218"/>
                  </a:lnTo>
                  <a:lnTo>
                    <a:pt x="1166" y="119"/>
                  </a:lnTo>
                  <a:lnTo>
                    <a:pt x="1107" y="179"/>
                  </a:lnTo>
                  <a:lnTo>
                    <a:pt x="1047" y="218"/>
                  </a:lnTo>
                  <a:lnTo>
                    <a:pt x="1047" y="179"/>
                  </a:lnTo>
                  <a:lnTo>
                    <a:pt x="1028" y="198"/>
                  </a:lnTo>
                  <a:lnTo>
                    <a:pt x="1008" y="238"/>
                  </a:lnTo>
                  <a:lnTo>
                    <a:pt x="988" y="278"/>
                  </a:lnTo>
                  <a:lnTo>
                    <a:pt x="968" y="317"/>
                  </a:lnTo>
                  <a:lnTo>
                    <a:pt x="968" y="376"/>
                  </a:lnTo>
                  <a:lnTo>
                    <a:pt x="988" y="495"/>
                  </a:lnTo>
                  <a:lnTo>
                    <a:pt x="988" y="515"/>
                  </a:lnTo>
                  <a:lnTo>
                    <a:pt x="968" y="475"/>
                  </a:lnTo>
                  <a:lnTo>
                    <a:pt x="968" y="436"/>
                  </a:lnTo>
                  <a:lnTo>
                    <a:pt x="968" y="416"/>
                  </a:lnTo>
                  <a:lnTo>
                    <a:pt x="949" y="317"/>
                  </a:lnTo>
                  <a:lnTo>
                    <a:pt x="929" y="297"/>
                  </a:lnTo>
                  <a:lnTo>
                    <a:pt x="929" y="317"/>
                  </a:lnTo>
                  <a:lnTo>
                    <a:pt x="909" y="317"/>
                  </a:lnTo>
                  <a:lnTo>
                    <a:pt x="909" y="297"/>
                  </a:lnTo>
                  <a:lnTo>
                    <a:pt x="909" y="258"/>
                  </a:lnTo>
                  <a:lnTo>
                    <a:pt x="929" y="238"/>
                  </a:lnTo>
                  <a:lnTo>
                    <a:pt x="929" y="198"/>
                  </a:lnTo>
                  <a:lnTo>
                    <a:pt x="909" y="238"/>
                  </a:lnTo>
                  <a:lnTo>
                    <a:pt x="889" y="238"/>
                  </a:lnTo>
                  <a:lnTo>
                    <a:pt x="889" y="278"/>
                  </a:lnTo>
                  <a:lnTo>
                    <a:pt x="889" y="297"/>
                  </a:lnTo>
                  <a:lnTo>
                    <a:pt x="870" y="376"/>
                  </a:lnTo>
                  <a:lnTo>
                    <a:pt x="870" y="357"/>
                  </a:lnTo>
                  <a:lnTo>
                    <a:pt x="850" y="357"/>
                  </a:lnTo>
                  <a:lnTo>
                    <a:pt x="830" y="337"/>
                  </a:lnTo>
                  <a:lnTo>
                    <a:pt x="830" y="278"/>
                  </a:lnTo>
                  <a:lnTo>
                    <a:pt x="810" y="297"/>
                  </a:lnTo>
                  <a:lnTo>
                    <a:pt x="810" y="278"/>
                  </a:lnTo>
                  <a:lnTo>
                    <a:pt x="771" y="278"/>
                  </a:lnTo>
                  <a:lnTo>
                    <a:pt x="751" y="258"/>
                  </a:lnTo>
                  <a:lnTo>
                    <a:pt x="751" y="238"/>
                  </a:lnTo>
                  <a:lnTo>
                    <a:pt x="731" y="278"/>
                  </a:lnTo>
                  <a:lnTo>
                    <a:pt x="712" y="357"/>
                  </a:lnTo>
                  <a:lnTo>
                    <a:pt x="731" y="357"/>
                  </a:lnTo>
                  <a:lnTo>
                    <a:pt x="731" y="416"/>
                  </a:lnTo>
                  <a:lnTo>
                    <a:pt x="731" y="455"/>
                  </a:lnTo>
                  <a:lnTo>
                    <a:pt x="712" y="416"/>
                  </a:lnTo>
                  <a:lnTo>
                    <a:pt x="712" y="376"/>
                  </a:lnTo>
                  <a:lnTo>
                    <a:pt x="692" y="337"/>
                  </a:lnTo>
                  <a:lnTo>
                    <a:pt x="672" y="297"/>
                  </a:lnTo>
                  <a:lnTo>
                    <a:pt x="672" y="317"/>
                  </a:lnTo>
                  <a:lnTo>
                    <a:pt x="652" y="376"/>
                  </a:lnTo>
                  <a:lnTo>
                    <a:pt x="652" y="337"/>
                  </a:lnTo>
                  <a:lnTo>
                    <a:pt x="652" y="297"/>
                  </a:lnTo>
                  <a:lnTo>
                    <a:pt x="633" y="278"/>
                  </a:lnTo>
                  <a:lnTo>
                    <a:pt x="633" y="297"/>
                  </a:lnTo>
                  <a:lnTo>
                    <a:pt x="633" y="337"/>
                  </a:lnTo>
                  <a:lnTo>
                    <a:pt x="613" y="455"/>
                  </a:lnTo>
                  <a:lnTo>
                    <a:pt x="613" y="495"/>
                  </a:lnTo>
                  <a:lnTo>
                    <a:pt x="593" y="554"/>
                  </a:lnTo>
                  <a:lnTo>
                    <a:pt x="593" y="495"/>
                  </a:lnTo>
                  <a:lnTo>
                    <a:pt x="573" y="475"/>
                  </a:lnTo>
                  <a:lnTo>
                    <a:pt x="573" y="436"/>
                  </a:lnTo>
                  <a:lnTo>
                    <a:pt x="593" y="455"/>
                  </a:lnTo>
                  <a:lnTo>
                    <a:pt x="593" y="436"/>
                  </a:lnTo>
                  <a:lnTo>
                    <a:pt x="573" y="357"/>
                  </a:lnTo>
                  <a:lnTo>
                    <a:pt x="554" y="337"/>
                  </a:lnTo>
                  <a:lnTo>
                    <a:pt x="514" y="337"/>
                  </a:lnTo>
                  <a:lnTo>
                    <a:pt x="494" y="376"/>
                  </a:lnTo>
                  <a:lnTo>
                    <a:pt x="475" y="376"/>
                  </a:lnTo>
                  <a:lnTo>
                    <a:pt x="475" y="396"/>
                  </a:lnTo>
                  <a:lnTo>
                    <a:pt x="435" y="357"/>
                  </a:lnTo>
                  <a:lnTo>
                    <a:pt x="396" y="357"/>
                  </a:lnTo>
                  <a:lnTo>
                    <a:pt x="376" y="376"/>
                  </a:lnTo>
                  <a:lnTo>
                    <a:pt x="376" y="416"/>
                  </a:lnTo>
                  <a:lnTo>
                    <a:pt x="356" y="376"/>
                  </a:lnTo>
                  <a:lnTo>
                    <a:pt x="356" y="455"/>
                  </a:lnTo>
                  <a:lnTo>
                    <a:pt x="336" y="515"/>
                  </a:lnTo>
                  <a:lnTo>
                    <a:pt x="336" y="554"/>
                  </a:lnTo>
                  <a:lnTo>
                    <a:pt x="336" y="673"/>
                  </a:lnTo>
                  <a:lnTo>
                    <a:pt x="317" y="613"/>
                  </a:lnTo>
                  <a:lnTo>
                    <a:pt x="297" y="594"/>
                  </a:lnTo>
                  <a:lnTo>
                    <a:pt x="297" y="534"/>
                  </a:lnTo>
                  <a:lnTo>
                    <a:pt x="277" y="515"/>
                  </a:lnTo>
                  <a:lnTo>
                    <a:pt x="277" y="534"/>
                  </a:lnTo>
                  <a:lnTo>
                    <a:pt x="297" y="613"/>
                  </a:lnTo>
                  <a:lnTo>
                    <a:pt x="297" y="673"/>
                  </a:lnTo>
                  <a:lnTo>
                    <a:pt x="297" y="692"/>
                  </a:lnTo>
                  <a:lnTo>
                    <a:pt x="297" y="712"/>
                  </a:lnTo>
                  <a:lnTo>
                    <a:pt x="257" y="771"/>
                  </a:lnTo>
                  <a:lnTo>
                    <a:pt x="238" y="811"/>
                  </a:lnTo>
                  <a:lnTo>
                    <a:pt x="198" y="831"/>
                  </a:lnTo>
                  <a:lnTo>
                    <a:pt x="159" y="811"/>
                  </a:lnTo>
                  <a:lnTo>
                    <a:pt x="159" y="791"/>
                  </a:lnTo>
                  <a:lnTo>
                    <a:pt x="139" y="791"/>
                  </a:lnTo>
                  <a:lnTo>
                    <a:pt x="139" y="771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119" y="791"/>
                  </a:lnTo>
                  <a:lnTo>
                    <a:pt x="99" y="752"/>
                  </a:lnTo>
                  <a:lnTo>
                    <a:pt x="99" y="732"/>
                  </a:lnTo>
                  <a:lnTo>
                    <a:pt x="79" y="732"/>
                  </a:lnTo>
                  <a:lnTo>
                    <a:pt x="60" y="712"/>
                  </a:lnTo>
                  <a:lnTo>
                    <a:pt x="60" y="692"/>
                  </a:lnTo>
                  <a:lnTo>
                    <a:pt x="40" y="712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20" y="712"/>
                  </a:lnTo>
                  <a:lnTo>
                    <a:pt x="20" y="732"/>
                  </a:lnTo>
                  <a:lnTo>
                    <a:pt x="60" y="890"/>
                  </a:lnTo>
                  <a:lnTo>
                    <a:pt x="119" y="1048"/>
                  </a:lnTo>
                  <a:lnTo>
                    <a:pt x="139" y="1107"/>
                  </a:lnTo>
                  <a:lnTo>
                    <a:pt x="178" y="1166"/>
                  </a:lnTo>
                  <a:lnTo>
                    <a:pt x="159" y="1127"/>
                  </a:lnTo>
                  <a:lnTo>
                    <a:pt x="159" y="1127"/>
                  </a:lnTo>
                  <a:lnTo>
                    <a:pt x="178" y="1147"/>
                  </a:lnTo>
                  <a:lnTo>
                    <a:pt x="198" y="1186"/>
                  </a:lnTo>
                  <a:lnTo>
                    <a:pt x="198" y="1147"/>
                  </a:lnTo>
                  <a:lnTo>
                    <a:pt x="218" y="1206"/>
                  </a:lnTo>
                  <a:lnTo>
                    <a:pt x="238" y="1285"/>
                  </a:lnTo>
                  <a:lnTo>
                    <a:pt x="238" y="1265"/>
                  </a:lnTo>
                  <a:lnTo>
                    <a:pt x="238" y="1245"/>
                  </a:lnTo>
                  <a:lnTo>
                    <a:pt x="257" y="1285"/>
                  </a:lnTo>
                  <a:lnTo>
                    <a:pt x="257" y="1324"/>
                  </a:lnTo>
                  <a:lnTo>
                    <a:pt x="277" y="1305"/>
                  </a:lnTo>
                  <a:lnTo>
                    <a:pt x="257" y="1226"/>
                  </a:lnTo>
                  <a:lnTo>
                    <a:pt x="257" y="1186"/>
                  </a:lnTo>
                  <a:lnTo>
                    <a:pt x="277" y="1226"/>
                  </a:lnTo>
                  <a:lnTo>
                    <a:pt x="297" y="1285"/>
                  </a:lnTo>
                  <a:lnTo>
                    <a:pt x="297" y="1364"/>
                  </a:lnTo>
                  <a:lnTo>
                    <a:pt x="317" y="1384"/>
                  </a:lnTo>
                  <a:lnTo>
                    <a:pt x="336" y="1384"/>
                  </a:lnTo>
                  <a:lnTo>
                    <a:pt x="336" y="1423"/>
                  </a:lnTo>
                  <a:lnTo>
                    <a:pt x="356" y="1482"/>
                  </a:lnTo>
                  <a:lnTo>
                    <a:pt x="356" y="1443"/>
                  </a:lnTo>
                  <a:lnTo>
                    <a:pt x="356" y="1423"/>
                  </a:lnTo>
                  <a:lnTo>
                    <a:pt x="376" y="1443"/>
                  </a:lnTo>
                  <a:lnTo>
                    <a:pt x="376" y="1463"/>
                  </a:lnTo>
                  <a:lnTo>
                    <a:pt x="396" y="1522"/>
                  </a:lnTo>
                  <a:lnTo>
                    <a:pt x="415" y="1561"/>
                  </a:lnTo>
                  <a:lnTo>
                    <a:pt x="415" y="1522"/>
                  </a:lnTo>
                  <a:lnTo>
                    <a:pt x="415" y="1463"/>
                  </a:lnTo>
                  <a:lnTo>
                    <a:pt x="435" y="1522"/>
                  </a:lnTo>
                  <a:lnTo>
                    <a:pt x="415" y="1423"/>
                  </a:lnTo>
                  <a:lnTo>
                    <a:pt x="396" y="1344"/>
                  </a:lnTo>
                  <a:lnTo>
                    <a:pt x="435" y="1443"/>
                  </a:lnTo>
                  <a:lnTo>
                    <a:pt x="455" y="1561"/>
                  </a:lnTo>
                  <a:lnTo>
                    <a:pt x="455" y="1502"/>
                  </a:lnTo>
                  <a:lnTo>
                    <a:pt x="475" y="1542"/>
                  </a:lnTo>
                  <a:lnTo>
                    <a:pt x="475" y="1581"/>
                  </a:lnTo>
                  <a:lnTo>
                    <a:pt x="494" y="1640"/>
                  </a:lnTo>
                  <a:lnTo>
                    <a:pt x="494" y="1621"/>
                  </a:lnTo>
                  <a:lnTo>
                    <a:pt x="514" y="1660"/>
                  </a:lnTo>
                  <a:lnTo>
                    <a:pt x="514" y="1621"/>
                  </a:lnTo>
                  <a:lnTo>
                    <a:pt x="534" y="1700"/>
                  </a:lnTo>
                  <a:lnTo>
                    <a:pt x="534" y="1660"/>
                  </a:lnTo>
                  <a:lnTo>
                    <a:pt x="554" y="1680"/>
                  </a:lnTo>
                  <a:lnTo>
                    <a:pt x="554" y="1660"/>
                  </a:lnTo>
                  <a:lnTo>
                    <a:pt x="573" y="1700"/>
                  </a:lnTo>
                  <a:lnTo>
                    <a:pt x="573" y="1700"/>
                  </a:lnTo>
                  <a:lnTo>
                    <a:pt x="554" y="1621"/>
                  </a:lnTo>
                  <a:lnTo>
                    <a:pt x="573" y="1640"/>
                  </a:lnTo>
                  <a:lnTo>
                    <a:pt x="593" y="1700"/>
                  </a:lnTo>
                  <a:lnTo>
                    <a:pt x="554" y="1522"/>
                  </a:lnTo>
                  <a:lnTo>
                    <a:pt x="573" y="1581"/>
                  </a:lnTo>
                  <a:lnTo>
                    <a:pt x="593" y="1660"/>
                  </a:lnTo>
                  <a:lnTo>
                    <a:pt x="613" y="1759"/>
                  </a:lnTo>
                  <a:lnTo>
                    <a:pt x="613" y="1739"/>
                  </a:lnTo>
                  <a:lnTo>
                    <a:pt x="633" y="1759"/>
                  </a:lnTo>
                  <a:lnTo>
                    <a:pt x="633" y="1759"/>
                  </a:lnTo>
                  <a:lnTo>
                    <a:pt x="613" y="1660"/>
                  </a:lnTo>
                  <a:lnTo>
                    <a:pt x="613" y="1700"/>
                  </a:lnTo>
                  <a:lnTo>
                    <a:pt x="593" y="1640"/>
                  </a:lnTo>
                  <a:lnTo>
                    <a:pt x="593" y="1561"/>
                  </a:lnTo>
                  <a:lnTo>
                    <a:pt x="593" y="1463"/>
                  </a:lnTo>
                  <a:lnTo>
                    <a:pt x="613" y="1522"/>
                  </a:lnTo>
                  <a:lnTo>
                    <a:pt x="633" y="1640"/>
                  </a:lnTo>
                  <a:lnTo>
                    <a:pt x="633" y="1621"/>
                  </a:lnTo>
                  <a:lnTo>
                    <a:pt x="652" y="1700"/>
                  </a:lnTo>
                  <a:lnTo>
                    <a:pt x="633" y="1601"/>
                  </a:lnTo>
                  <a:lnTo>
                    <a:pt x="652" y="1581"/>
                  </a:lnTo>
                  <a:lnTo>
                    <a:pt x="652" y="1601"/>
                  </a:lnTo>
                  <a:lnTo>
                    <a:pt x="672" y="1660"/>
                  </a:lnTo>
                  <a:lnTo>
                    <a:pt x="672" y="1680"/>
                  </a:lnTo>
                  <a:lnTo>
                    <a:pt x="692" y="1700"/>
                  </a:lnTo>
                  <a:lnTo>
                    <a:pt x="712" y="1719"/>
                  </a:lnTo>
                  <a:lnTo>
                    <a:pt x="712" y="1700"/>
                  </a:lnTo>
                  <a:lnTo>
                    <a:pt x="672" y="1463"/>
                  </a:lnTo>
                  <a:lnTo>
                    <a:pt x="692" y="1482"/>
                  </a:lnTo>
                  <a:lnTo>
                    <a:pt x="692" y="1463"/>
                  </a:lnTo>
                  <a:lnTo>
                    <a:pt x="712" y="1522"/>
                  </a:lnTo>
                  <a:lnTo>
                    <a:pt x="712" y="1581"/>
                  </a:lnTo>
                  <a:lnTo>
                    <a:pt x="731" y="1680"/>
                  </a:lnTo>
                  <a:lnTo>
                    <a:pt x="751" y="1660"/>
                  </a:lnTo>
                  <a:lnTo>
                    <a:pt x="751" y="1739"/>
                  </a:lnTo>
                  <a:lnTo>
                    <a:pt x="771" y="1739"/>
                  </a:lnTo>
                  <a:lnTo>
                    <a:pt x="771" y="1680"/>
                  </a:lnTo>
                  <a:lnTo>
                    <a:pt x="791" y="1739"/>
                  </a:lnTo>
                  <a:lnTo>
                    <a:pt x="810" y="1759"/>
                  </a:lnTo>
                  <a:lnTo>
                    <a:pt x="810" y="1759"/>
                  </a:lnTo>
                  <a:lnTo>
                    <a:pt x="791" y="1700"/>
                  </a:lnTo>
                  <a:lnTo>
                    <a:pt x="791" y="1680"/>
                  </a:lnTo>
                  <a:lnTo>
                    <a:pt x="810" y="1700"/>
                  </a:lnTo>
                  <a:lnTo>
                    <a:pt x="810" y="1739"/>
                  </a:lnTo>
                  <a:lnTo>
                    <a:pt x="830" y="1739"/>
                  </a:lnTo>
                  <a:lnTo>
                    <a:pt x="830" y="1700"/>
                  </a:lnTo>
                  <a:lnTo>
                    <a:pt x="810" y="1601"/>
                  </a:lnTo>
                  <a:lnTo>
                    <a:pt x="830" y="1601"/>
                  </a:lnTo>
                  <a:lnTo>
                    <a:pt x="830" y="1621"/>
                  </a:lnTo>
                  <a:lnTo>
                    <a:pt x="850" y="1680"/>
                  </a:lnTo>
                  <a:lnTo>
                    <a:pt x="850" y="1660"/>
                  </a:lnTo>
                  <a:lnTo>
                    <a:pt x="870" y="1680"/>
                  </a:lnTo>
                  <a:lnTo>
                    <a:pt x="870" y="1463"/>
                  </a:lnTo>
                  <a:lnTo>
                    <a:pt x="830" y="1245"/>
                  </a:lnTo>
                  <a:lnTo>
                    <a:pt x="850" y="1285"/>
                  </a:lnTo>
                  <a:lnTo>
                    <a:pt x="870" y="1324"/>
                  </a:lnTo>
                  <a:lnTo>
                    <a:pt x="889" y="1403"/>
                  </a:lnTo>
                  <a:lnTo>
                    <a:pt x="889" y="1463"/>
                  </a:lnTo>
                  <a:lnTo>
                    <a:pt x="870" y="1403"/>
                  </a:lnTo>
                  <a:lnTo>
                    <a:pt x="909" y="1542"/>
                  </a:lnTo>
                  <a:lnTo>
                    <a:pt x="909" y="1601"/>
                  </a:lnTo>
                  <a:lnTo>
                    <a:pt x="889" y="1561"/>
                  </a:lnTo>
                  <a:lnTo>
                    <a:pt x="909" y="1640"/>
                  </a:lnTo>
                  <a:lnTo>
                    <a:pt x="909" y="1719"/>
                  </a:lnTo>
                  <a:lnTo>
                    <a:pt x="929" y="1719"/>
                  </a:lnTo>
                  <a:lnTo>
                    <a:pt x="929" y="1700"/>
                  </a:lnTo>
                  <a:lnTo>
                    <a:pt x="949" y="1680"/>
                  </a:lnTo>
                  <a:lnTo>
                    <a:pt x="949" y="1640"/>
                  </a:lnTo>
                  <a:lnTo>
                    <a:pt x="968" y="1680"/>
                  </a:lnTo>
                  <a:lnTo>
                    <a:pt x="988" y="1700"/>
                  </a:lnTo>
                  <a:lnTo>
                    <a:pt x="1008" y="1700"/>
                  </a:lnTo>
                  <a:lnTo>
                    <a:pt x="1008" y="1719"/>
                  </a:lnTo>
                  <a:lnTo>
                    <a:pt x="1028" y="1621"/>
                  </a:lnTo>
                  <a:lnTo>
                    <a:pt x="1008" y="1482"/>
                  </a:lnTo>
                  <a:lnTo>
                    <a:pt x="1028" y="1581"/>
                  </a:lnTo>
                  <a:lnTo>
                    <a:pt x="1047" y="1621"/>
                  </a:lnTo>
                  <a:lnTo>
                    <a:pt x="1028" y="1542"/>
                  </a:lnTo>
                  <a:lnTo>
                    <a:pt x="1028" y="1463"/>
                  </a:lnTo>
                  <a:lnTo>
                    <a:pt x="1028" y="1423"/>
                  </a:lnTo>
                  <a:lnTo>
                    <a:pt x="1028" y="1384"/>
                  </a:lnTo>
                  <a:lnTo>
                    <a:pt x="1047" y="1423"/>
                  </a:lnTo>
                  <a:lnTo>
                    <a:pt x="1047" y="1443"/>
                  </a:lnTo>
                  <a:lnTo>
                    <a:pt x="1067" y="1384"/>
                  </a:lnTo>
                  <a:lnTo>
                    <a:pt x="1067" y="1502"/>
                  </a:lnTo>
                  <a:lnTo>
                    <a:pt x="1067" y="1640"/>
                  </a:lnTo>
                  <a:lnTo>
                    <a:pt x="1087" y="1561"/>
                  </a:lnTo>
                  <a:lnTo>
                    <a:pt x="1087" y="1601"/>
                  </a:lnTo>
                  <a:lnTo>
                    <a:pt x="1107" y="1581"/>
                  </a:lnTo>
                  <a:lnTo>
                    <a:pt x="1107" y="1542"/>
                  </a:lnTo>
                  <a:lnTo>
                    <a:pt x="1126" y="1522"/>
                  </a:lnTo>
                  <a:lnTo>
                    <a:pt x="1146" y="1502"/>
                  </a:lnTo>
                  <a:lnTo>
                    <a:pt x="1126" y="1482"/>
                  </a:lnTo>
                  <a:lnTo>
                    <a:pt x="1126" y="1403"/>
                  </a:lnTo>
                  <a:lnTo>
                    <a:pt x="1126" y="1364"/>
                  </a:lnTo>
                  <a:lnTo>
                    <a:pt x="1146" y="1324"/>
                  </a:lnTo>
                  <a:lnTo>
                    <a:pt x="1146" y="1305"/>
                  </a:lnTo>
                  <a:lnTo>
                    <a:pt x="1146" y="1285"/>
                  </a:lnTo>
                  <a:lnTo>
                    <a:pt x="1166" y="1344"/>
                  </a:lnTo>
                  <a:lnTo>
                    <a:pt x="1166" y="1384"/>
                  </a:lnTo>
                  <a:lnTo>
                    <a:pt x="1186" y="1364"/>
                  </a:lnTo>
                  <a:lnTo>
                    <a:pt x="1186" y="1403"/>
                  </a:lnTo>
                  <a:lnTo>
                    <a:pt x="1186" y="1423"/>
                  </a:lnTo>
                  <a:lnTo>
                    <a:pt x="1205" y="1384"/>
                  </a:lnTo>
                  <a:lnTo>
                    <a:pt x="1205" y="1364"/>
                  </a:lnTo>
                  <a:lnTo>
                    <a:pt x="1205" y="1305"/>
                  </a:lnTo>
                  <a:lnTo>
                    <a:pt x="1205" y="1245"/>
                  </a:lnTo>
                  <a:lnTo>
                    <a:pt x="1225" y="1226"/>
                  </a:lnTo>
                  <a:lnTo>
                    <a:pt x="1245" y="1285"/>
                  </a:lnTo>
                  <a:lnTo>
                    <a:pt x="1245" y="1324"/>
                  </a:lnTo>
                  <a:lnTo>
                    <a:pt x="1245" y="1364"/>
                  </a:lnTo>
                  <a:lnTo>
                    <a:pt x="1265" y="1423"/>
                  </a:lnTo>
                  <a:lnTo>
                    <a:pt x="1265" y="1443"/>
                  </a:lnTo>
                  <a:lnTo>
                    <a:pt x="1284" y="1403"/>
                  </a:lnTo>
                  <a:lnTo>
                    <a:pt x="1284" y="1423"/>
                  </a:lnTo>
                  <a:lnTo>
                    <a:pt x="1304" y="1423"/>
                  </a:lnTo>
                  <a:lnTo>
                    <a:pt x="1304" y="1403"/>
                  </a:lnTo>
                  <a:lnTo>
                    <a:pt x="1284" y="1344"/>
                  </a:lnTo>
                  <a:lnTo>
                    <a:pt x="1304" y="1324"/>
                  </a:lnTo>
                  <a:lnTo>
                    <a:pt x="1324" y="1305"/>
                  </a:lnTo>
                  <a:lnTo>
                    <a:pt x="1324" y="1265"/>
                  </a:lnTo>
                  <a:lnTo>
                    <a:pt x="1344" y="1324"/>
                  </a:lnTo>
                  <a:lnTo>
                    <a:pt x="1344" y="1364"/>
                  </a:lnTo>
                  <a:lnTo>
                    <a:pt x="1363" y="1443"/>
                  </a:lnTo>
                  <a:lnTo>
                    <a:pt x="1363" y="1403"/>
                  </a:lnTo>
                  <a:lnTo>
                    <a:pt x="1383" y="1403"/>
                  </a:lnTo>
                  <a:lnTo>
                    <a:pt x="1383" y="1423"/>
                  </a:lnTo>
                  <a:lnTo>
                    <a:pt x="1403" y="1463"/>
                  </a:lnTo>
                  <a:lnTo>
                    <a:pt x="1403" y="1423"/>
                  </a:lnTo>
                  <a:lnTo>
                    <a:pt x="1403" y="1403"/>
                  </a:lnTo>
                  <a:lnTo>
                    <a:pt x="1403" y="1364"/>
                  </a:lnTo>
                  <a:lnTo>
                    <a:pt x="1423" y="1305"/>
                  </a:lnTo>
                  <a:lnTo>
                    <a:pt x="1403" y="1344"/>
                  </a:lnTo>
                  <a:lnTo>
                    <a:pt x="1403" y="1305"/>
                  </a:lnTo>
                  <a:lnTo>
                    <a:pt x="1423" y="1305"/>
                  </a:lnTo>
                  <a:lnTo>
                    <a:pt x="1423" y="1245"/>
                  </a:lnTo>
                  <a:lnTo>
                    <a:pt x="1442" y="1324"/>
                  </a:lnTo>
                  <a:lnTo>
                    <a:pt x="1442" y="1245"/>
                  </a:lnTo>
                  <a:lnTo>
                    <a:pt x="1442" y="1226"/>
                  </a:lnTo>
                  <a:lnTo>
                    <a:pt x="1462" y="1147"/>
                  </a:lnTo>
                  <a:lnTo>
                    <a:pt x="1462" y="1226"/>
                  </a:lnTo>
                  <a:lnTo>
                    <a:pt x="1462" y="1265"/>
                  </a:lnTo>
                  <a:lnTo>
                    <a:pt x="1462" y="1324"/>
                  </a:lnTo>
                  <a:lnTo>
                    <a:pt x="1462" y="1344"/>
                  </a:lnTo>
                  <a:lnTo>
                    <a:pt x="1482" y="1344"/>
                  </a:lnTo>
                  <a:lnTo>
                    <a:pt x="1482" y="1265"/>
                  </a:lnTo>
                  <a:lnTo>
                    <a:pt x="1502" y="1344"/>
                  </a:lnTo>
                  <a:lnTo>
                    <a:pt x="1502" y="1305"/>
                  </a:lnTo>
                  <a:lnTo>
                    <a:pt x="1502" y="1226"/>
                  </a:lnTo>
                  <a:lnTo>
                    <a:pt x="1502" y="1166"/>
                  </a:lnTo>
                  <a:lnTo>
                    <a:pt x="1502" y="1127"/>
                  </a:lnTo>
                  <a:lnTo>
                    <a:pt x="1502" y="1068"/>
                  </a:lnTo>
                  <a:lnTo>
                    <a:pt x="1521" y="1048"/>
                  </a:lnTo>
                  <a:lnTo>
                    <a:pt x="1521" y="1147"/>
                  </a:lnTo>
                  <a:lnTo>
                    <a:pt x="1521" y="1285"/>
                  </a:lnTo>
                  <a:lnTo>
                    <a:pt x="1521" y="1443"/>
                  </a:lnTo>
                  <a:lnTo>
                    <a:pt x="1541" y="1423"/>
                  </a:lnTo>
                  <a:lnTo>
                    <a:pt x="1541" y="1443"/>
                  </a:lnTo>
                  <a:lnTo>
                    <a:pt x="1561" y="1344"/>
                  </a:lnTo>
                  <a:lnTo>
                    <a:pt x="1561" y="1285"/>
                  </a:lnTo>
                  <a:lnTo>
                    <a:pt x="1581" y="1245"/>
                  </a:lnTo>
                  <a:lnTo>
                    <a:pt x="1600" y="1206"/>
                  </a:lnTo>
                  <a:lnTo>
                    <a:pt x="1600" y="1068"/>
                  </a:lnTo>
                  <a:lnTo>
                    <a:pt x="1620" y="1048"/>
                  </a:lnTo>
                  <a:lnTo>
                    <a:pt x="1620" y="989"/>
                  </a:lnTo>
                  <a:lnTo>
                    <a:pt x="1640" y="989"/>
                  </a:lnTo>
                  <a:lnTo>
                    <a:pt x="1620" y="1048"/>
                  </a:lnTo>
                  <a:lnTo>
                    <a:pt x="1640" y="1068"/>
                  </a:lnTo>
                  <a:lnTo>
                    <a:pt x="1640" y="108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40" y="1147"/>
                  </a:lnTo>
                  <a:lnTo>
                    <a:pt x="1660" y="1206"/>
                  </a:lnTo>
                  <a:lnTo>
                    <a:pt x="1679" y="1226"/>
                  </a:lnTo>
                  <a:lnTo>
                    <a:pt x="1679" y="1186"/>
                  </a:lnTo>
                  <a:lnTo>
                    <a:pt x="1679" y="1087"/>
                  </a:lnTo>
                  <a:lnTo>
                    <a:pt x="1699" y="1008"/>
                  </a:lnTo>
                  <a:lnTo>
                    <a:pt x="1699" y="969"/>
                  </a:lnTo>
                  <a:lnTo>
                    <a:pt x="1679" y="969"/>
                  </a:lnTo>
                  <a:lnTo>
                    <a:pt x="1679" y="870"/>
                  </a:lnTo>
                  <a:lnTo>
                    <a:pt x="1699" y="732"/>
                  </a:lnTo>
                  <a:lnTo>
                    <a:pt x="1699" y="791"/>
                  </a:lnTo>
                  <a:lnTo>
                    <a:pt x="1719" y="712"/>
                  </a:lnTo>
                  <a:lnTo>
                    <a:pt x="1719" y="831"/>
                  </a:lnTo>
                  <a:lnTo>
                    <a:pt x="1739" y="831"/>
                  </a:lnTo>
                  <a:lnTo>
                    <a:pt x="1739" y="850"/>
                  </a:lnTo>
                  <a:lnTo>
                    <a:pt x="1758" y="831"/>
                  </a:lnTo>
                  <a:lnTo>
                    <a:pt x="1739" y="771"/>
                  </a:lnTo>
                  <a:lnTo>
                    <a:pt x="1739" y="732"/>
                  </a:lnTo>
                  <a:lnTo>
                    <a:pt x="1758" y="732"/>
                  </a:lnTo>
                  <a:lnTo>
                    <a:pt x="1758" y="692"/>
                  </a:lnTo>
                  <a:lnTo>
                    <a:pt x="1758" y="613"/>
                  </a:lnTo>
                  <a:lnTo>
                    <a:pt x="1778" y="653"/>
                  </a:lnTo>
                  <a:lnTo>
                    <a:pt x="1778" y="732"/>
                  </a:lnTo>
                  <a:lnTo>
                    <a:pt x="1758" y="870"/>
                  </a:lnTo>
                  <a:lnTo>
                    <a:pt x="1758" y="870"/>
                  </a:lnTo>
                  <a:lnTo>
                    <a:pt x="1778" y="850"/>
                  </a:lnTo>
                  <a:lnTo>
                    <a:pt x="1778" y="850"/>
                  </a:lnTo>
                  <a:lnTo>
                    <a:pt x="1739" y="1068"/>
                  </a:lnTo>
                  <a:lnTo>
                    <a:pt x="1758" y="1087"/>
                  </a:lnTo>
                  <a:lnTo>
                    <a:pt x="1778" y="1087"/>
                  </a:lnTo>
                  <a:lnTo>
                    <a:pt x="1778" y="1226"/>
                  </a:lnTo>
                  <a:lnTo>
                    <a:pt x="1798" y="1285"/>
                  </a:lnTo>
                  <a:lnTo>
                    <a:pt x="1798" y="1226"/>
                  </a:lnTo>
                  <a:lnTo>
                    <a:pt x="1798" y="1147"/>
                  </a:lnTo>
                  <a:lnTo>
                    <a:pt x="1808" y="1137"/>
                  </a:lnTo>
                  <a:lnTo>
                    <a:pt x="1798" y="1127"/>
                  </a:lnTo>
                  <a:lnTo>
                    <a:pt x="1798" y="1087"/>
                  </a:lnTo>
                  <a:lnTo>
                    <a:pt x="1818" y="1048"/>
                  </a:lnTo>
                  <a:lnTo>
                    <a:pt x="1837" y="1107"/>
                  </a:lnTo>
                  <a:lnTo>
                    <a:pt x="1818" y="1166"/>
                  </a:lnTo>
                  <a:lnTo>
                    <a:pt x="1818" y="1206"/>
                  </a:lnTo>
                  <a:lnTo>
                    <a:pt x="1818" y="1226"/>
                  </a:lnTo>
                  <a:lnTo>
                    <a:pt x="1837" y="1245"/>
                  </a:lnTo>
                  <a:lnTo>
                    <a:pt x="1837" y="1285"/>
                  </a:lnTo>
                  <a:lnTo>
                    <a:pt x="1857" y="1186"/>
                  </a:lnTo>
                  <a:lnTo>
                    <a:pt x="1857" y="1226"/>
                  </a:lnTo>
                  <a:lnTo>
                    <a:pt x="1877" y="1186"/>
                  </a:lnTo>
                  <a:lnTo>
                    <a:pt x="1897" y="1127"/>
                  </a:lnTo>
                  <a:lnTo>
                    <a:pt x="1897" y="1087"/>
                  </a:lnTo>
                  <a:lnTo>
                    <a:pt x="1897" y="1048"/>
                  </a:lnTo>
                  <a:lnTo>
                    <a:pt x="1916" y="1008"/>
                  </a:lnTo>
                  <a:lnTo>
                    <a:pt x="1897" y="1226"/>
                  </a:lnTo>
                  <a:lnTo>
                    <a:pt x="1916" y="1087"/>
                  </a:lnTo>
                  <a:lnTo>
                    <a:pt x="1936" y="1087"/>
                  </a:lnTo>
                  <a:lnTo>
                    <a:pt x="1936" y="1048"/>
                  </a:lnTo>
                  <a:lnTo>
                    <a:pt x="1956" y="949"/>
                  </a:lnTo>
                  <a:lnTo>
                    <a:pt x="1976" y="989"/>
                  </a:lnTo>
                  <a:lnTo>
                    <a:pt x="1956" y="1087"/>
                  </a:lnTo>
                  <a:lnTo>
                    <a:pt x="1956" y="1107"/>
                  </a:lnTo>
                  <a:lnTo>
                    <a:pt x="1976" y="1087"/>
                  </a:lnTo>
                  <a:lnTo>
                    <a:pt x="1956" y="1206"/>
                  </a:lnTo>
                  <a:lnTo>
                    <a:pt x="1976" y="1186"/>
                  </a:lnTo>
                  <a:lnTo>
                    <a:pt x="1976" y="1147"/>
                  </a:lnTo>
                  <a:lnTo>
                    <a:pt x="1976" y="1127"/>
                  </a:lnTo>
                  <a:lnTo>
                    <a:pt x="1988" y="1044"/>
                  </a:lnTo>
                  <a:lnTo>
                    <a:pt x="1976" y="1068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76" y="989"/>
                  </a:lnTo>
                  <a:lnTo>
                    <a:pt x="1976" y="989"/>
                  </a:lnTo>
                  <a:lnTo>
                    <a:pt x="1995" y="929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95" y="949"/>
                  </a:lnTo>
                  <a:lnTo>
                    <a:pt x="2015" y="850"/>
                  </a:lnTo>
                  <a:lnTo>
                    <a:pt x="2015" y="831"/>
                  </a:lnTo>
                  <a:lnTo>
                    <a:pt x="1995" y="929"/>
                  </a:lnTo>
                  <a:lnTo>
                    <a:pt x="1976" y="890"/>
                  </a:lnTo>
                  <a:lnTo>
                    <a:pt x="1956" y="831"/>
                  </a:lnTo>
                  <a:lnTo>
                    <a:pt x="1976" y="692"/>
                  </a:lnTo>
                  <a:lnTo>
                    <a:pt x="2015" y="613"/>
                  </a:lnTo>
                  <a:lnTo>
                    <a:pt x="2015" y="554"/>
                  </a:lnTo>
                  <a:lnTo>
                    <a:pt x="2022" y="534"/>
                  </a:lnTo>
                  <a:lnTo>
                    <a:pt x="2015" y="534"/>
                  </a:lnTo>
                  <a:lnTo>
                    <a:pt x="2015" y="475"/>
                  </a:lnTo>
                  <a:lnTo>
                    <a:pt x="2015" y="455"/>
                  </a:lnTo>
                  <a:lnTo>
                    <a:pt x="1995" y="475"/>
                  </a:lnTo>
                  <a:lnTo>
                    <a:pt x="2015" y="416"/>
                  </a:lnTo>
                  <a:lnTo>
                    <a:pt x="2015" y="396"/>
                  </a:lnTo>
                  <a:lnTo>
                    <a:pt x="2035" y="357"/>
                  </a:lnTo>
                  <a:lnTo>
                    <a:pt x="2035" y="317"/>
                  </a:lnTo>
                  <a:lnTo>
                    <a:pt x="2015" y="357"/>
                  </a:lnTo>
                  <a:lnTo>
                    <a:pt x="2015" y="376"/>
                  </a:lnTo>
                  <a:lnTo>
                    <a:pt x="1995" y="455"/>
                  </a:lnTo>
                  <a:lnTo>
                    <a:pt x="1976" y="455"/>
                  </a:lnTo>
                  <a:lnTo>
                    <a:pt x="1956" y="475"/>
                  </a:lnTo>
                  <a:lnTo>
                    <a:pt x="1956" y="455"/>
                  </a:lnTo>
                  <a:lnTo>
                    <a:pt x="1936" y="554"/>
                  </a:lnTo>
                  <a:lnTo>
                    <a:pt x="1916" y="574"/>
                  </a:lnTo>
                  <a:lnTo>
                    <a:pt x="1936" y="495"/>
                  </a:lnTo>
                  <a:lnTo>
                    <a:pt x="1916" y="495"/>
                  </a:lnTo>
                  <a:lnTo>
                    <a:pt x="1916" y="515"/>
                  </a:lnTo>
                  <a:lnTo>
                    <a:pt x="1877" y="613"/>
                  </a:lnTo>
                  <a:lnTo>
                    <a:pt x="1897" y="712"/>
                  </a:lnTo>
                  <a:lnTo>
                    <a:pt x="1877" y="752"/>
                  </a:lnTo>
                  <a:lnTo>
                    <a:pt x="1877" y="732"/>
                  </a:lnTo>
                  <a:lnTo>
                    <a:pt x="1877" y="692"/>
                  </a:lnTo>
                  <a:lnTo>
                    <a:pt x="1877" y="534"/>
                  </a:lnTo>
                  <a:lnTo>
                    <a:pt x="1857" y="633"/>
                  </a:lnTo>
                  <a:lnTo>
                    <a:pt x="1857" y="515"/>
                  </a:lnTo>
                  <a:lnTo>
                    <a:pt x="1877" y="475"/>
                  </a:lnTo>
                  <a:lnTo>
                    <a:pt x="1897" y="495"/>
                  </a:lnTo>
                  <a:lnTo>
                    <a:pt x="1897" y="475"/>
                  </a:lnTo>
                  <a:lnTo>
                    <a:pt x="1916" y="475"/>
                  </a:lnTo>
                  <a:lnTo>
                    <a:pt x="1916" y="436"/>
                  </a:lnTo>
                  <a:lnTo>
                    <a:pt x="1936" y="416"/>
                  </a:lnTo>
                  <a:lnTo>
                    <a:pt x="1916" y="337"/>
                  </a:lnTo>
                  <a:lnTo>
                    <a:pt x="1916" y="317"/>
                  </a:lnTo>
                  <a:lnTo>
                    <a:pt x="1916" y="198"/>
                  </a:lnTo>
                  <a:lnTo>
                    <a:pt x="1936" y="198"/>
                  </a:lnTo>
                  <a:lnTo>
                    <a:pt x="1936" y="179"/>
                  </a:lnTo>
                  <a:lnTo>
                    <a:pt x="1936" y="159"/>
                  </a:lnTo>
                  <a:lnTo>
                    <a:pt x="1916" y="159"/>
                  </a:lnTo>
                  <a:lnTo>
                    <a:pt x="1877" y="357"/>
                  </a:lnTo>
                  <a:lnTo>
                    <a:pt x="1877" y="396"/>
                  </a:lnTo>
                  <a:lnTo>
                    <a:pt x="1857" y="376"/>
                  </a:lnTo>
                  <a:lnTo>
                    <a:pt x="1877" y="317"/>
                  </a:lnTo>
                  <a:lnTo>
                    <a:pt x="1877" y="238"/>
                  </a:lnTo>
                  <a:lnTo>
                    <a:pt x="1857" y="278"/>
                  </a:lnTo>
                  <a:lnTo>
                    <a:pt x="1857" y="258"/>
                  </a:lnTo>
                  <a:lnTo>
                    <a:pt x="1837" y="179"/>
                  </a:lnTo>
                  <a:lnTo>
                    <a:pt x="1877" y="179"/>
                  </a:lnTo>
                  <a:lnTo>
                    <a:pt x="1877" y="139"/>
                  </a:lnTo>
                  <a:lnTo>
                    <a:pt x="1877" y="100"/>
                  </a:lnTo>
                  <a:lnTo>
                    <a:pt x="1857" y="100"/>
                  </a:lnTo>
                  <a:lnTo>
                    <a:pt x="1857" y="21"/>
                  </a:lnTo>
                  <a:lnTo>
                    <a:pt x="1837" y="1"/>
                  </a:lnTo>
                  <a:lnTo>
                    <a:pt x="1818" y="21"/>
                  </a:lnTo>
                  <a:lnTo>
                    <a:pt x="1798" y="60"/>
                  </a:lnTo>
                  <a:lnTo>
                    <a:pt x="1778" y="60"/>
                  </a:lnTo>
                  <a:lnTo>
                    <a:pt x="1778" y="119"/>
                  </a:lnTo>
                  <a:lnTo>
                    <a:pt x="1758" y="198"/>
                  </a:lnTo>
                  <a:lnTo>
                    <a:pt x="1739" y="198"/>
                  </a:lnTo>
                  <a:lnTo>
                    <a:pt x="1758" y="100"/>
                  </a:lnTo>
                  <a:lnTo>
                    <a:pt x="1739" y="60"/>
                  </a:lnTo>
                  <a:lnTo>
                    <a:pt x="1739" y="1"/>
                  </a:lnTo>
                  <a:lnTo>
                    <a:pt x="1719" y="60"/>
                  </a:lnTo>
                  <a:lnTo>
                    <a:pt x="1709" y="100"/>
                  </a:lnTo>
                  <a:lnTo>
                    <a:pt x="1719" y="100"/>
                  </a:lnTo>
                  <a:lnTo>
                    <a:pt x="1699" y="179"/>
                  </a:lnTo>
                  <a:lnTo>
                    <a:pt x="1699" y="159"/>
                  </a:lnTo>
                  <a:lnTo>
                    <a:pt x="1679" y="100"/>
                  </a:lnTo>
                  <a:lnTo>
                    <a:pt x="1699" y="80"/>
                  </a:lnTo>
                  <a:lnTo>
                    <a:pt x="1699" y="60"/>
                  </a:lnTo>
                  <a:lnTo>
                    <a:pt x="1699" y="40"/>
                  </a:lnTo>
                  <a:lnTo>
                    <a:pt x="1679" y="40"/>
                  </a:lnTo>
                  <a:lnTo>
                    <a:pt x="1679" y="60"/>
                  </a:lnTo>
                  <a:lnTo>
                    <a:pt x="1660" y="60"/>
                  </a:lnTo>
                  <a:lnTo>
                    <a:pt x="1660" y="40"/>
                  </a:lnTo>
                  <a:lnTo>
                    <a:pt x="1660" y="21"/>
                  </a:lnTo>
                  <a:lnTo>
                    <a:pt x="1640" y="80"/>
                  </a:lnTo>
                  <a:lnTo>
                    <a:pt x="1620" y="80"/>
                  </a:lnTo>
                  <a:lnTo>
                    <a:pt x="1600" y="218"/>
                  </a:lnTo>
                  <a:lnTo>
                    <a:pt x="1600" y="119"/>
                  </a:lnTo>
                  <a:lnTo>
                    <a:pt x="1600" y="80"/>
                  </a:lnTo>
                  <a:lnTo>
                    <a:pt x="1581" y="40"/>
                  </a:lnTo>
                  <a:lnTo>
                    <a:pt x="1561" y="80"/>
                  </a:lnTo>
                  <a:lnTo>
                    <a:pt x="1541" y="119"/>
                  </a:lnTo>
                  <a:lnTo>
                    <a:pt x="1521" y="159"/>
                  </a:lnTo>
                  <a:lnTo>
                    <a:pt x="1541" y="60"/>
                  </a:lnTo>
                  <a:lnTo>
                    <a:pt x="1541" y="21"/>
                  </a:lnTo>
                  <a:lnTo>
                    <a:pt x="1541" y="1"/>
                  </a:lnTo>
                  <a:lnTo>
                    <a:pt x="1521" y="21"/>
                  </a:lnTo>
                  <a:lnTo>
                    <a:pt x="1521" y="1"/>
                  </a:lnTo>
                  <a:close/>
                  <a:moveTo>
                    <a:pt x="613" y="1759"/>
                  </a:moveTo>
                  <a:lnTo>
                    <a:pt x="613" y="1759"/>
                  </a:lnTo>
                  <a:lnTo>
                    <a:pt x="613" y="17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9"/>
            <p:cNvSpPr/>
            <p:nvPr/>
          </p:nvSpPr>
          <p:spPr>
            <a:xfrm>
              <a:off x="-1245000" y="41370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9"/>
            <p:cNvSpPr/>
            <p:nvPr/>
          </p:nvSpPr>
          <p:spPr>
            <a:xfrm>
              <a:off x="-1267700" y="41622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9"/>
            <p:cNvSpPr/>
            <p:nvPr/>
          </p:nvSpPr>
          <p:spPr>
            <a:xfrm>
              <a:off x="-1246475" y="41514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9"/>
            <p:cNvSpPr/>
            <p:nvPr/>
          </p:nvSpPr>
          <p:spPr>
            <a:xfrm>
              <a:off x="-1245000" y="4279275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9"/>
            <p:cNvSpPr/>
            <p:nvPr/>
          </p:nvSpPr>
          <p:spPr>
            <a:xfrm>
              <a:off x="-1226225" y="4308925"/>
              <a:ext cx="525" cy="0"/>
            </a:xfrm>
            <a:custGeom>
              <a:rect b="b" l="l" r="r" t="t"/>
              <a:pathLst>
                <a:path extrusionOk="0" h="0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514" name="Shape 2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5" name="Google Shape;2515;p10"/>
          <p:cNvSpPr/>
          <p:nvPr>
            <p:ph idx="2" type="pic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516" name="Google Shape;2516;p10"/>
          <p:cNvSpPr txBox="1"/>
          <p:nvPr>
            <p:ph type="title"/>
          </p:nvPr>
        </p:nvSpPr>
        <p:spPr>
          <a:xfrm>
            <a:off x="3082075" y="3592925"/>
            <a:ext cx="5348700" cy="1006500"/>
          </a:xfrm>
          <a:prstGeom prst="rect">
            <a:avLst/>
          </a:prstGeom>
          <a:solidFill>
            <a:schemeClr val="accent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2517" name="Shape 2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8" name="Google Shape;2518;p11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2519" name="Google Shape;2519;p11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11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11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11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11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11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11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11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11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11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11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11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11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11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11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11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11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11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11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11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11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11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11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11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11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11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11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11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11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11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11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11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11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11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11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11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11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11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11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11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11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11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11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11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11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11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11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11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11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11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11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11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11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11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11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11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11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11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11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11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11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11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11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11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11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11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11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11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11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11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11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11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11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11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11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11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11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11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11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11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11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11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11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11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11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11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11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11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11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11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11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11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11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11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11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11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11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11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11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11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11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11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11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11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11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11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11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11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11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11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11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11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11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11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11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11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11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36" name="Google Shape;2636;p11"/>
          <p:cNvSpPr txBox="1"/>
          <p:nvPr>
            <p:ph hasCustomPrompt="1" type="title"/>
          </p:nvPr>
        </p:nvSpPr>
        <p:spPr>
          <a:xfrm>
            <a:off x="1394246" y="1829050"/>
            <a:ext cx="6357300" cy="11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637" name="Google Shape;2637;p11"/>
          <p:cNvSpPr txBox="1"/>
          <p:nvPr>
            <p:ph idx="1" type="subTitle"/>
          </p:nvPr>
        </p:nvSpPr>
        <p:spPr>
          <a:xfrm>
            <a:off x="1391850" y="2948750"/>
            <a:ext cx="6360300" cy="365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638" name="Google Shape;2638;p11"/>
          <p:cNvSpPr/>
          <p:nvPr/>
        </p:nvSpPr>
        <p:spPr>
          <a:xfrm rot="-5400000">
            <a:off x="2302741" y="-680239"/>
            <a:ext cx="4538517" cy="6503979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39" name="Google Shape;2639;p11"/>
          <p:cNvGrpSpPr/>
          <p:nvPr/>
        </p:nvGrpSpPr>
        <p:grpSpPr>
          <a:xfrm rot="1746615">
            <a:off x="3943591" y="4254957"/>
            <a:ext cx="1047275" cy="979617"/>
            <a:chOff x="-252624" y="1601574"/>
            <a:chExt cx="1047258" cy="979600"/>
          </a:xfrm>
        </p:grpSpPr>
        <p:sp>
          <p:nvSpPr>
            <p:cNvPr id="2640" name="Google Shape;2640;p11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11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11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11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11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11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11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11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11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11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11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11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11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3" name="Google Shape;2653;p11"/>
          <p:cNvGrpSpPr/>
          <p:nvPr/>
        </p:nvGrpSpPr>
        <p:grpSpPr>
          <a:xfrm rot="10800000">
            <a:off x="-262192" y="4034075"/>
            <a:ext cx="1363145" cy="1433258"/>
            <a:chOff x="8529150" y="-173700"/>
            <a:chExt cx="1669089" cy="1754724"/>
          </a:xfrm>
        </p:grpSpPr>
        <p:sp>
          <p:nvSpPr>
            <p:cNvPr id="2654" name="Google Shape;2654;p11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11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11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11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11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11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11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11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11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11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11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11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11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11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11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11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11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11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11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11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11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11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11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11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11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11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11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11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11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11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11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11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11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11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11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11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11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11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11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11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11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11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6" name="Google Shape;2696;p11"/>
          <p:cNvGrpSpPr/>
          <p:nvPr/>
        </p:nvGrpSpPr>
        <p:grpSpPr>
          <a:xfrm rot="10800000">
            <a:off x="-340873" y="1095833"/>
            <a:ext cx="925639" cy="688028"/>
            <a:chOff x="8588925" y="2091476"/>
            <a:chExt cx="925639" cy="688028"/>
          </a:xfrm>
        </p:grpSpPr>
        <p:sp>
          <p:nvSpPr>
            <p:cNvPr id="2697" name="Google Shape;2697;p11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11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11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11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11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11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11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11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11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11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11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11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11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11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1" name="Google Shape;2711;p11"/>
          <p:cNvGrpSpPr/>
          <p:nvPr/>
        </p:nvGrpSpPr>
        <p:grpSpPr>
          <a:xfrm rot="10800000">
            <a:off x="8526702" y="2788729"/>
            <a:ext cx="898165" cy="766770"/>
            <a:chOff x="-252625" y="2918525"/>
            <a:chExt cx="898165" cy="766770"/>
          </a:xfrm>
        </p:grpSpPr>
        <p:sp>
          <p:nvSpPr>
            <p:cNvPr id="2712" name="Google Shape;2712;p11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11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11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11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11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11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11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11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11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11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11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11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11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11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11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11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11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11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11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11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11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11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11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11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11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11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11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11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11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11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11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11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11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11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11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11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8" name="Google Shape;2748;p11"/>
          <p:cNvGrpSpPr/>
          <p:nvPr/>
        </p:nvGrpSpPr>
        <p:grpSpPr>
          <a:xfrm rot="10800000">
            <a:off x="-227370" y="-77202"/>
            <a:ext cx="1294621" cy="1350901"/>
            <a:chOff x="8465725" y="2863051"/>
            <a:chExt cx="1956212" cy="2041561"/>
          </a:xfrm>
        </p:grpSpPr>
        <p:sp>
          <p:nvSpPr>
            <p:cNvPr id="2749" name="Google Shape;2749;p11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11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11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11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11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11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11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11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11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11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11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11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11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11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11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11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11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11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11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11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11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11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11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11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11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11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11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11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11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11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11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11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11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11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11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11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11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11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11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11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11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11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11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11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93" name="Google Shape;2793;p11"/>
          <p:cNvGrpSpPr/>
          <p:nvPr/>
        </p:nvGrpSpPr>
        <p:grpSpPr>
          <a:xfrm rot="10800000">
            <a:off x="7778562" y="3885614"/>
            <a:ext cx="1646313" cy="1753805"/>
            <a:chOff x="-2092800" y="-1252032"/>
            <a:chExt cx="1956171" cy="2083646"/>
          </a:xfrm>
        </p:grpSpPr>
        <p:sp>
          <p:nvSpPr>
            <p:cNvPr id="2794" name="Google Shape;2794;p11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11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11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11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11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11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11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11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11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11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11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11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11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11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11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11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11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11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11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11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11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11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11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11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11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11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11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11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11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11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11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11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11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11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11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11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11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11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11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11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11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11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11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11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11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11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11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11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11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43" name="Google Shape;2843;p11"/>
          <p:cNvGrpSpPr/>
          <p:nvPr/>
        </p:nvGrpSpPr>
        <p:grpSpPr>
          <a:xfrm rot="10800000">
            <a:off x="-18265" y="3065179"/>
            <a:ext cx="679382" cy="871990"/>
            <a:chOff x="8619938" y="2813305"/>
            <a:chExt cx="679382" cy="871990"/>
          </a:xfrm>
        </p:grpSpPr>
        <p:sp>
          <p:nvSpPr>
            <p:cNvPr id="2844" name="Google Shape;2844;p11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11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11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11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11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11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11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11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11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11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11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11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11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11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11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11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11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11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11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11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11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11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11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11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11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11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11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11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72" name="Google Shape;2872;p11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2873" name="Google Shape;2873;p11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11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75" name="Google Shape;2875;p11"/>
          <p:cNvGrpSpPr/>
          <p:nvPr/>
        </p:nvGrpSpPr>
        <p:grpSpPr>
          <a:xfrm rot="10800000">
            <a:off x="7477155" y="-441745"/>
            <a:ext cx="1973759" cy="1718179"/>
            <a:chOff x="-1914575" y="2967750"/>
            <a:chExt cx="1540675" cy="1341175"/>
          </a:xfrm>
        </p:grpSpPr>
        <p:sp>
          <p:nvSpPr>
            <p:cNvPr id="2876" name="Google Shape;2876;p11"/>
            <p:cNvSpPr/>
            <p:nvPr/>
          </p:nvSpPr>
          <p:spPr>
            <a:xfrm>
              <a:off x="-484050" y="3675375"/>
              <a:ext cx="53850" cy="59775"/>
            </a:xfrm>
            <a:custGeom>
              <a:rect b="b" l="l" r="r" t="t"/>
              <a:pathLst>
                <a:path extrusionOk="0" h="2391" w="2154">
                  <a:moveTo>
                    <a:pt x="1186" y="0"/>
                  </a:moveTo>
                  <a:lnTo>
                    <a:pt x="1048" y="20"/>
                  </a:lnTo>
                  <a:lnTo>
                    <a:pt x="890" y="59"/>
                  </a:lnTo>
                  <a:lnTo>
                    <a:pt x="712" y="119"/>
                  </a:lnTo>
                  <a:lnTo>
                    <a:pt x="534" y="217"/>
                  </a:lnTo>
                  <a:lnTo>
                    <a:pt x="356" y="356"/>
                  </a:lnTo>
                  <a:lnTo>
                    <a:pt x="258" y="435"/>
                  </a:lnTo>
                  <a:lnTo>
                    <a:pt x="179" y="533"/>
                  </a:lnTo>
                  <a:lnTo>
                    <a:pt x="119" y="632"/>
                  </a:lnTo>
                  <a:lnTo>
                    <a:pt x="60" y="751"/>
                  </a:lnTo>
                  <a:lnTo>
                    <a:pt x="40" y="889"/>
                  </a:lnTo>
                  <a:lnTo>
                    <a:pt x="1" y="1007"/>
                  </a:lnTo>
                  <a:lnTo>
                    <a:pt x="1" y="1146"/>
                  </a:lnTo>
                  <a:lnTo>
                    <a:pt x="1" y="1264"/>
                  </a:lnTo>
                  <a:lnTo>
                    <a:pt x="21" y="1402"/>
                  </a:lnTo>
                  <a:lnTo>
                    <a:pt x="60" y="1521"/>
                  </a:lnTo>
                  <a:lnTo>
                    <a:pt x="119" y="1639"/>
                  </a:lnTo>
                  <a:lnTo>
                    <a:pt x="179" y="1758"/>
                  </a:lnTo>
                  <a:lnTo>
                    <a:pt x="258" y="1857"/>
                  </a:lnTo>
                  <a:lnTo>
                    <a:pt x="356" y="1956"/>
                  </a:lnTo>
                  <a:lnTo>
                    <a:pt x="475" y="2054"/>
                  </a:lnTo>
                  <a:lnTo>
                    <a:pt x="593" y="2133"/>
                  </a:lnTo>
                  <a:lnTo>
                    <a:pt x="732" y="2212"/>
                  </a:lnTo>
                  <a:lnTo>
                    <a:pt x="890" y="2272"/>
                  </a:lnTo>
                  <a:lnTo>
                    <a:pt x="1048" y="2331"/>
                  </a:lnTo>
                  <a:lnTo>
                    <a:pt x="1225" y="2370"/>
                  </a:lnTo>
                  <a:lnTo>
                    <a:pt x="1403" y="2390"/>
                  </a:lnTo>
                  <a:lnTo>
                    <a:pt x="1561" y="2370"/>
                  </a:lnTo>
                  <a:lnTo>
                    <a:pt x="1680" y="2331"/>
                  </a:lnTo>
                  <a:lnTo>
                    <a:pt x="1798" y="2272"/>
                  </a:lnTo>
                  <a:lnTo>
                    <a:pt x="1897" y="2193"/>
                  </a:lnTo>
                  <a:lnTo>
                    <a:pt x="1956" y="2094"/>
                  </a:lnTo>
                  <a:lnTo>
                    <a:pt x="2016" y="1995"/>
                  </a:lnTo>
                  <a:lnTo>
                    <a:pt x="2075" y="1877"/>
                  </a:lnTo>
                  <a:lnTo>
                    <a:pt x="2134" y="1659"/>
                  </a:lnTo>
                  <a:lnTo>
                    <a:pt x="2154" y="1462"/>
                  </a:lnTo>
                  <a:lnTo>
                    <a:pt x="2154" y="1264"/>
                  </a:lnTo>
                  <a:lnTo>
                    <a:pt x="2035" y="1304"/>
                  </a:lnTo>
                  <a:lnTo>
                    <a:pt x="1897" y="1323"/>
                  </a:lnTo>
                  <a:lnTo>
                    <a:pt x="1739" y="1343"/>
                  </a:lnTo>
                  <a:lnTo>
                    <a:pt x="1561" y="1363"/>
                  </a:lnTo>
                  <a:lnTo>
                    <a:pt x="1383" y="1323"/>
                  </a:lnTo>
                  <a:lnTo>
                    <a:pt x="1304" y="1304"/>
                  </a:lnTo>
                  <a:lnTo>
                    <a:pt x="1225" y="1244"/>
                  </a:lnTo>
                  <a:lnTo>
                    <a:pt x="1146" y="1205"/>
                  </a:lnTo>
                  <a:lnTo>
                    <a:pt x="1087" y="1126"/>
                  </a:lnTo>
                  <a:lnTo>
                    <a:pt x="1048" y="1047"/>
                  </a:lnTo>
                  <a:lnTo>
                    <a:pt x="1008" y="968"/>
                  </a:lnTo>
                  <a:lnTo>
                    <a:pt x="988" y="770"/>
                  </a:lnTo>
                  <a:lnTo>
                    <a:pt x="988" y="593"/>
                  </a:lnTo>
                  <a:lnTo>
                    <a:pt x="1028" y="395"/>
                  </a:lnTo>
                  <a:lnTo>
                    <a:pt x="1067" y="237"/>
                  </a:lnTo>
                  <a:lnTo>
                    <a:pt x="1127" y="119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11"/>
            <p:cNvSpPr/>
            <p:nvPr/>
          </p:nvSpPr>
          <p:spPr>
            <a:xfrm>
              <a:off x="-1182275" y="2967750"/>
              <a:ext cx="808375" cy="740725"/>
            </a:xfrm>
            <a:custGeom>
              <a:rect b="b" l="l" r="r" t="t"/>
              <a:pathLst>
                <a:path extrusionOk="0" h="29629" w="32335">
                  <a:moveTo>
                    <a:pt x="2706" y="0"/>
                  </a:moveTo>
                  <a:lnTo>
                    <a:pt x="2529" y="20"/>
                  </a:lnTo>
                  <a:lnTo>
                    <a:pt x="2331" y="40"/>
                  </a:lnTo>
                  <a:lnTo>
                    <a:pt x="1956" y="139"/>
                  </a:lnTo>
                  <a:lnTo>
                    <a:pt x="1581" y="277"/>
                  </a:lnTo>
                  <a:lnTo>
                    <a:pt x="1245" y="395"/>
                  </a:lnTo>
                  <a:lnTo>
                    <a:pt x="968" y="514"/>
                  </a:lnTo>
                  <a:lnTo>
                    <a:pt x="731" y="632"/>
                  </a:lnTo>
                  <a:lnTo>
                    <a:pt x="0" y="7309"/>
                  </a:lnTo>
                  <a:lnTo>
                    <a:pt x="4958" y="10943"/>
                  </a:lnTo>
                  <a:lnTo>
                    <a:pt x="10034" y="14637"/>
                  </a:lnTo>
                  <a:lnTo>
                    <a:pt x="15881" y="18844"/>
                  </a:lnTo>
                  <a:lnTo>
                    <a:pt x="18864" y="20957"/>
                  </a:lnTo>
                  <a:lnTo>
                    <a:pt x="21767" y="23012"/>
                  </a:lnTo>
                  <a:lnTo>
                    <a:pt x="24473" y="24888"/>
                  </a:lnTo>
                  <a:lnTo>
                    <a:pt x="26922" y="26547"/>
                  </a:lnTo>
                  <a:lnTo>
                    <a:pt x="28009" y="27278"/>
                  </a:lnTo>
                  <a:lnTo>
                    <a:pt x="29016" y="27930"/>
                  </a:lnTo>
                  <a:lnTo>
                    <a:pt x="29885" y="28483"/>
                  </a:lnTo>
                  <a:lnTo>
                    <a:pt x="30636" y="28937"/>
                  </a:lnTo>
                  <a:lnTo>
                    <a:pt x="31248" y="29293"/>
                  </a:lnTo>
                  <a:lnTo>
                    <a:pt x="31722" y="29530"/>
                  </a:lnTo>
                  <a:lnTo>
                    <a:pt x="31900" y="29589"/>
                  </a:lnTo>
                  <a:lnTo>
                    <a:pt x="32038" y="29628"/>
                  </a:lnTo>
                  <a:lnTo>
                    <a:pt x="32157" y="29628"/>
                  </a:lnTo>
                  <a:lnTo>
                    <a:pt x="32176" y="29609"/>
                  </a:lnTo>
                  <a:lnTo>
                    <a:pt x="32256" y="29411"/>
                  </a:lnTo>
                  <a:lnTo>
                    <a:pt x="32295" y="29194"/>
                  </a:lnTo>
                  <a:lnTo>
                    <a:pt x="32335" y="28996"/>
                  </a:lnTo>
                  <a:lnTo>
                    <a:pt x="32335" y="28799"/>
                  </a:lnTo>
                  <a:lnTo>
                    <a:pt x="32315" y="28582"/>
                  </a:lnTo>
                  <a:lnTo>
                    <a:pt x="32256" y="28384"/>
                  </a:lnTo>
                  <a:lnTo>
                    <a:pt x="32196" y="28187"/>
                  </a:lnTo>
                  <a:lnTo>
                    <a:pt x="32137" y="27969"/>
                  </a:lnTo>
                  <a:lnTo>
                    <a:pt x="32038" y="27792"/>
                  </a:lnTo>
                  <a:lnTo>
                    <a:pt x="31939" y="27594"/>
                  </a:lnTo>
                  <a:lnTo>
                    <a:pt x="31722" y="27238"/>
                  </a:lnTo>
                  <a:lnTo>
                    <a:pt x="31485" y="26942"/>
                  </a:lnTo>
                  <a:lnTo>
                    <a:pt x="31248" y="26685"/>
                  </a:lnTo>
                  <a:lnTo>
                    <a:pt x="31090" y="26547"/>
                  </a:lnTo>
                  <a:lnTo>
                    <a:pt x="30833" y="26369"/>
                  </a:lnTo>
                  <a:lnTo>
                    <a:pt x="30162" y="25915"/>
                  </a:lnTo>
                  <a:lnTo>
                    <a:pt x="29293" y="25362"/>
                  </a:lnTo>
                  <a:lnTo>
                    <a:pt x="28364" y="24809"/>
                  </a:lnTo>
                  <a:lnTo>
                    <a:pt x="26685" y="23802"/>
                  </a:lnTo>
                  <a:lnTo>
                    <a:pt x="25935" y="23367"/>
                  </a:lnTo>
                  <a:lnTo>
                    <a:pt x="26824" y="21096"/>
                  </a:lnTo>
                  <a:lnTo>
                    <a:pt x="27614" y="19061"/>
                  </a:lnTo>
                  <a:lnTo>
                    <a:pt x="28364" y="17185"/>
                  </a:lnTo>
                  <a:lnTo>
                    <a:pt x="28443" y="16967"/>
                  </a:lnTo>
                  <a:lnTo>
                    <a:pt x="28483" y="16770"/>
                  </a:lnTo>
                  <a:lnTo>
                    <a:pt x="28503" y="16572"/>
                  </a:lnTo>
                  <a:lnTo>
                    <a:pt x="28503" y="16355"/>
                  </a:lnTo>
                  <a:lnTo>
                    <a:pt x="28463" y="16158"/>
                  </a:lnTo>
                  <a:lnTo>
                    <a:pt x="28424" y="15960"/>
                  </a:lnTo>
                  <a:lnTo>
                    <a:pt x="28364" y="15762"/>
                  </a:lnTo>
                  <a:lnTo>
                    <a:pt x="28266" y="15545"/>
                  </a:lnTo>
                  <a:lnTo>
                    <a:pt x="28167" y="15348"/>
                  </a:lnTo>
                  <a:lnTo>
                    <a:pt x="28048" y="15150"/>
                  </a:lnTo>
                  <a:lnTo>
                    <a:pt x="27910" y="14972"/>
                  </a:lnTo>
                  <a:lnTo>
                    <a:pt x="27752" y="14775"/>
                  </a:lnTo>
                  <a:lnTo>
                    <a:pt x="27416" y="14400"/>
                  </a:lnTo>
                  <a:lnTo>
                    <a:pt x="27041" y="14024"/>
                  </a:lnTo>
                  <a:lnTo>
                    <a:pt x="26626" y="13689"/>
                  </a:lnTo>
                  <a:lnTo>
                    <a:pt x="26192" y="13353"/>
                  </a:lnTo>
                  <a:lnTo>
                    <a:pt x="25737" y="13037"/>
                  </a:lnTo>
                  <a:lnTo>
                    <a:pt x="25283" y="12740"/>
                  </a:lnTo>
                  <a:lnTo>
                    <a:pt x="24848" y="12464"/>
                  </a:lnTo>
                  <a:lnTo>
                    <a:pt x="24394" y="12207"/>
                  </a:lnTo>
                  <a:lnTo>
                    <a:pt x="23604" y="11773"/>
                  </a:lnTo>
                  <a:lnTo>
                    <a:pt x="23071" y="11476"/>
                  </a:lnTo>
                  <a:lnTo>
                    <a:pt x="22202" y="10982"/>
                  </a:lnTo>
                  <a:lnTo>
                    <a:pt x="19693" y="9541"/>
                  </a:lnTo>
                  <a:lnTo>
                    <a:pt x="12899" y="5570"/>
                  </a:lnTo>
                  <a:lnTo>
                    <a:pt x="9383" y="3536"/>
                  </a:lnTo>
                  <a:lnTo>
                    <a:pt x="6301" y="1778"/>
                  </a:lnTo>
                  <a:lnTo>
                    <a:pt x="5057" y="1067"/>
                  </a:lnTo>
                  <a:lnTo>
                    <a:pt x="4050" y="514"/>
                  </a:lnTo>
                  <a:lnTo>
                    <a:pt x="3358" y="158"/>
                  </a:lnTo>
                  <a:lnTo>
                    <a:pt x="3141" y="60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11"/>
            <p:cNvSpPr/>
            <p:nvPr/>
          </p:nvSpPr>
          <p:spPr>
            <a:xfrm>
              <a:off x="-1370425" y="2977625"/>
              <a:ext cx="991100" cy="806900"/>
            </a:xfrm>
            <a:custGeom>
              <a:rect b="b" l="l" r="r" t="t"/>
              <a:pathLst>
                <a:path extrusionOk="0" h="32276" w="39644">
                  <a:moveTo>
                    <a:pt x="36858" y="28068"/>
                  </a:moveTo>
                  <a:lnTo>
                    <a:pt x="36977" y="28108"/>
                  </a:lnTo>
                  <a:lnTo>
                    <a:pt x="37075" y="28147"/>
                  </a:lnTo>
                  <a:lnTo>
                    <a:pt x="37174" y="28206"/>
                  </a:lnTo>
                  <a:lnTo>
                    <a:pt x="37273" y="28266"/>
                  </a:lnTo>
                  <a:lnTo>
                    <a:pt x="37352" y="28345"/>
                  </a:lnTo>
                  <a:lnTo>
                    <a:pt x="37431" y="28424"/>
                  </a:lnTo>
                  <a:lnTo>
                    <a:pt x="37490" y="28522"/>
                  </a:lnTo>
                  <a:lnTo>
                    <a:pt x="37530" y="28621"/>
                  </a:lnTo>
                  <a:lnTo>
                    <a:pt x="37550" y="28740"/>
                  </a:lnTo>
                  <a:lnTo>
                    <a:pt x="37569" y="28957"/>
                  </a:lnTo>
                  <a:lnTo>
                    <a:pt x="37550" y="29154"/>
                  </a:lnTo>
                  <a:lnTo>
                    <a:pt x="37490" y="29332"/>
                  </a:lnTo>
                  <a:lnTo>
                    <a:pt x="37411" y="29510"/>
                  </a:lnTo>
                  <a:lnTo>
                    <a:pt x="37313" y="29648"/>
                  </a:lnTo>
                  <a:lnTo>
                    <a:pt x="37194" y="29747"/>
                  </a:lnTo>
                  <a:lnTo>
                    <a:pt x="37056" y="29826"/>
                  </a:lnTo>
                  <a:lnTo>
                    <a:pt x="36898" y="29866"/>
                  </a:lnTo>
                  <a:lnTo>
                    <a:pt x="36759" y="29885"/>
                  </a:lnTo>
                  <a:lnTo>
                    <a:pt x="36621" y="29866"/>
                  </a:lnTo>
                  <a:lnTo>
                    <a:pt x="36483" y="29826"/>
                  </a:lnTo>
                  <a:lnTo>
                    <a:pt x="36384" y="29806"/>
                  </a:lnTo>
                  <a:lnTo>
                    <a:pt x="36226" y="29727"/>
                  </a:lnTo>
                  <a:lnTo>
                    <a:pt x="36167" y="29688"/>
                  </a:lnTo>
                  <a:lnTo>
                    <a:pt x="36048" y="29569"/>
                  </a:lnTo>
                  <a:lnTo>
                    <a:pt x="35950" y="29431"/>
                  </a:lnTo>
                  <a:lnTo>
                    <a:pt x="35851" y="29273"/>
                  </a:lnTo>
                  <a:lnTo>
                    <a:pt x="35811" y="29174"/>
                  </a:lnTo>
                  <a:lnTo>
                    <a:pt x="35792" y="29056"/>
                  </a:lnTo>
                  <a:lnTo>
                    <a:pt x="35772" y="28957"/>
                  </a:lnTo>
                  <a:lnTo>
                    <a:pt x="35772" y="28838"/>
                  </a:lnTo>
                  <a:lnTo>
                    <a:pt x="35792" y="28720"/>
                  </a:lnTo>
                  <a:lnTo>
                    <a:pt x="35831" y="28601"/>
                  </a:lnTo>
                  <a:lnTo>
                    <a:pt x="35910" y="28483"/>
                  </a:lnTo>
                  <a:lnTo>
                    <a:pt x="36009" y="28364"/>
                  </a:lnTo>
                  <a:lnTo>
                    <a:pt x="36127" y="28266"/>
                  </a:lnTo>
                  <a:lnTo>
                    <a:pt x="36246" y="28187"/>
                  </a:lnTo>
                  <a:lnTo>
                    <a:pt x="36364" y="28127"/>
                  </a:lnTo>
                  <a:lnTo>
                    <a:pt x="36483" y="28088"/>
                  </a:lnTo>
                  <a:lnTo>
                    <a:pt x="36601" y="28068"/>
                  </a:lnTo>
                  <a:close/>
                  <a:moveTo>
                    <a:pt x="8949" y="0"/>
                  </a:moveTo>
                  <a:lnTo>
                    <a:pt x="8731" y="40"/>
                  </a:lnTo>
                  <a:lnTo>
                    <a:pt x="8514" y="99"/>
                  </a:lnTo>
                  <a:lnTo>
                    <a:pt x="8317" y="178"/>
                  </a:lnTo>
                  <a:lnTo>
                    <a:pt x="8119" y="277"/>
                  </a:lnTo>
                  <a:lnTo>
                    <a:pt x="7902" y="395"/>
                  </a:lnTo>
                  <a:lnTo>
                    <a:pt x="7704" y="553"/>
                  </a:lnTo>
                  <a:lnTo>
                    <a:pt x="7487" y="771"/>
                  </a:lnTo>
                  <a:lnTo>
                    <a:pt x="7210" y="1106"/>
                  </a:lnTo>
                  <a:lnTo>
                    <a:pt x="6894" y="1502"/>
                  </a:lnTo>
                  <a:lnTo>
                    <a:pt x="6559" y="1995"/>
                  </a:lnTo>
                  <a:lnTo>
                    <a:pt x="5808" y="3121"/>
                  </a:lnTo>
                  <a:lnTo>
                    <a:pt x="5038" y="4346"/>
                  </a:lnTo>
                  <a:lnTo>
                    <a:pt x="4307" y="5511"/>
                  </a:lnTo>
                  <a:lnTo>
                    <a:pt x="3695" y="6519"/>
                  </a:lnTo>
                  <a:lnTo>
                    <a:pt x="3122" y="7486"/>
                  </a:lnTo>
                  <a:lnTo>
                    <a:pt x="2964" y="7802"/>
                  </a:lnTo>
                  <a:lnTo>
                    <a:pt x="2529" y="8672"/>
                  </a:lnTo>
                  <a:lnTo>
                    <a:pt x="1956" y="9916"/>
                  </a:lnTo>
                  <a:lnTo>
                    <a:pt x="1621" y="10627"/>
                  </a:lnTo>
                  <a:lnTo>
                    <a:pt x="1305" y="11378"/>
                  </a:lnTo>
                  <a:lnTo>
                    <a:pt x="989" y="12148"/>
                  </a:lnTo>
                  <a:lnTo>
                    <a:pt x="692" y="12918"/>
                  </a:lnTo>
                  <a:lnTo>
                    <a:pt x="435" y="13669"/>
                  </a:lnTo>
                  <a:lnTo>
                    <a:pt x="238" y="14360"/>
                  </a:lnTo>
                  <a:lnTo>
                    <a:pt x="159" y="14676"/>
                  </a:lnTo>
                  <a:lnTo>
                    <a:pt x="80" y="14992"/>
                  </a:lnTo>
                  <a:lnTo>
                    <a:pt x="40" y="15288"/>
                  </a:lnTo>
                  <a:lnTo>
                    <a:pt x="21" y="15545"/>
                  </a:lnTo>
                  <a:lnTo>
                    <a:pt x="1" y="15782"/>
                  </a:lnTo>
                  <a:lnTo>
                    <a:pt x="21" y="16000"/>
                  </a:lnTo>
                  <a:lnTo>
                    <a:pt x="80" y="16177"/>
                  </a:lnTo>
                  <a:lnTo>
                    <a:pt x="139" y="16316"/>
                  </a:lnTo>
                  <a:lnTo>
                    <a:pt x="277" y="16474"/>
                  </a:lnTo>
                  <a:lnTo>
                    <a:pt x="495" y="16671"/>
                  </a:lnTo>
                  <a:lnTo>
                    <a:pt x="791" y="16928"/>
                  </a:lnTo>
                  <a:lnTo>
                    <a:pt x="1186" y="17224"/>
                  </a:lnTo>
                  <a:lnTo>
                    <a:pt x="2154" y="17935"/>
                  </a:lnTo>
                  <a:lnTo>
                    <a:pt x="3398" y="18785"/>
                  </a:lnTo>
                  <a:lnTo>
                    <a:pt x="4820" y="19733"/>
                  </a:lnTo>
                  <a:lnTo>
                    <a:pt x="6401" y="20760"/>
                  </a:lnTo>
                  <a:lnTo>
                    <a:pt x="9837" y="22952"/>
                  </a:lnTo>
                  <a:lnTo>
                    <a:pt x="13314" y="25125"/>
                  </a:lnTo>
                  <a:lnTo>
                    <a:pt x="16494" y="27080"/>
                  </a:lnTo>
                  <a:lnTo>
                    <a:pt x="20385" y="29490"/>
                  </a:lnTo>
                  <a:lnTo>
                    <a:pt x="21175" y="29984"/>
                  </a:lnTo>
                  <a:lnTo>
                    <a:pt x="22024" y="30537"/>
                  </a:lnTo>
                  <a:lnTo>
                    <a:pt x="22894" y="31070"/>
                  </a:lnTo>
                  <a:lnTo>
                    <a:pt x="23328" y="31327"/>
                  </a:lnTo>
                  <a:lnTo>
                    <a:pt x="23743" y="31564"/>
                  </a:lnTo>
                  <a:lnTo>
                    <a:pt x="24177" y="31762"/>
                  </a:lnTo>
                  <a:lnTo>
                    <a:pt x="24592" y="31939"/>
                  </a:lnTo>
                  <a:lnTo>
                    <a:pt x="25007" y="32098"/>
                  </a:lnTo>
                  <a:lnTo>
                    <a:pt x="25402" y="32196"/>
                  </a:lnTo>
                  <a:lnTo>
                    <a:pt x="25777" y="32256"/>
                  </a:lnTo>
                  <a:lnTo>
                    <a:pt x="25955" y="32275"/>
                  </a:lnTo>
                  <a:lnTo>
                    <a:pt x="26133" y="32275"/>
                  </a:lnTo>
                  <a:lnTo>
                    <a:pt x="26311" y="32256"/>
                  </a:lnTo>
                  <a:lnTo>
                    <a:pt x="26469" y="32216"/>
                  </a:lnTo>
                  <a:lnTo>
                    <a:pt x="26627" y="32177"/>
                  </a:lnTo>
                  <a:lnTo>
                    <a:pt x="26785" y="32117"/>
                  </a:lnTo>
                  <a:lnTo>
                    <a:pt x="26943" y="32019"/>
                  </a:lnTo>
                  <a:lnTo>
                    <a:pt x="27081" y="31939"/>
                  </a:lnTo>
                  <a:lnTo>
                    <a:pt x="27397" y="31702"/>
                  </a:lnTo>
                  <a:lnTo>
                    <a:pt x="27713" y="31406"/>
                  </a:lnTo>
                  <a:lnTo>
                    <a:pt x="28029" y="31070"/>
                  </a:lnTo>
                  <a:lnTo>
                    <a:pt x="28345" y="30715"/>
                  </a:lnTo>
                  <a:lnTo>
                    <a:pt x="28641" y="30320"/>
                  </a:lnTo>
                  <a:lnTo>
                    <a:pt x="28938" y="29925"/>
                  </a:lnTo>
                  <a:lnTo>
                    <a:pt x="29214" y="29530"/>
                  </a:lnTo>
                  <a:lnTo>
                    <a:pt x="29708" y="28779"/>
                  </a:lnTo>
                  <a:lnTo>
                    <a:pt x="30103" y="28127"/>
                  </a:lnTo>
                  <a:lnTo>
                    <a:pt x="30459" y="27515"/>
                  </a:lnTo>
                  <a:lnTo>
                    <a:pt x="32750" y="29194"/>
                  </a:lnTo>
                  <a:lnTo>
                    <a:pt x="34468" y="30438"/>
                  </a:lnTo>
                  <a:lnTo>
                    <a:pt x="35535" y="31189"/>
                  </a:lnTo>
                  <a:lnTo>
                    <a:pt x="35792" y="31367"/>
                  </a:lnTo>
                  <a:lnTo>
                    <a:pt x="36127" y="31525"/>
                  </a:lnTo>
                  <a:lnTo>
                    <a:pt x="36285" y="31604"/>
                  </a:lnTo>
                  <a:lnTo>
                    <a:pt x="36483" y="31663"/>
                  </a:lnTo>
                  <a:lnTo>
                    <a:pt x="36680" y="31702"/>
                  </a:lnTo>
                  <a:lnTo>
                    <a:pt x="36878" y="31742"/>
                  </a:lnTo>
                  <a:lnTo>
                    <a:pt x="37075" y="31762"/>
                  </a:lnTo>
                  <a:lnTo>
                    <a:pt x="37510" y="31762"/>
                  </a:lnTo>
                  <a:lnTo>
                    <a:pt x="37727" y="31702"/>
                  </a:lnTo>
                  <a:lnTo>
                    <a:pt x="37945" y="31643"/>
                  </a:lnTo>
                  <a:lnTo>
                    <a:pt x="38162" y="31544"/>
                  </a:lnTo>
                  <a:lnTo>
                    <a:pt x="38379" y="31426"/>
                  </a:lnTo>
                  <a:lnTo>
                    <a:pt x="38596" y="31268"/>
                  </a:lnTo>
                  <a:lnTo>
                    <a:pt x="38794" y="31090"/>
                  </a:lnTo>
                  <a:lnTo>
                    <a:pt x="38972" y="30893"/>
                  </a:lnTo>
                  <a:lnTo>
                    <a:pt x="39130" y="30675"/>
                  </a:lnTo>
                  <a:lnTo>
                    <a:pt x="39248" y="30438"/>
                  </a:lnTo>
                  <a:lnTo>
                    <a:pt x="39367" y="30201"/>
                  </a:lnTo>
                  <a:lnTo>
                    <a:pt x="39465" y="29964"/>
                  </a:lnTo>
                  <a:lnTo>
                    <a:pt x="39525" y="29708"/>
                  </a:lnTo>
                  <a:lnTo>
                    <a:pt x="39584" y="29470"/>
                  </a:lnTo>
                  <a:lnTo>
                    <a:pt x="39623" y="29214"/>
                  </a:lnTo>
                  <a:lnTo>
                    <a:pt x="39643" y="28977"/>
                  </a:lnTo>
                  <a:lnTo>
                    <a:pt x="39643" y="28759"/>
                  </a:lnTo>
                  <a:lnTo>
                    <a:pt x="39623" y="28542"/>
                  </a:lnTo>
                  <a:lnTo>
                    <a:pt x="39604" y="28345"/>
                  </a:lnTo>
                  <a:lnTo>
                    <a:pt x="39564" y="28167"/>
                  </a:lnTo>
                  <a:lnTo>
                    <a:pt x="39525" y="28009"/>
                  </a:lnTo>
                  <a:lnTo>
                    <a:pt x="39446" y="27871"/>
                  </a:lnTo>
                  <a:lnTo>
                    <a:pt x="39406" y="27811"/>
                  </a:lnTo>
                  <a:lnTo>
                    <a:pt x="39327" y="27713"/>
                  </a:lnTo>
                  <a:lnTo>
                    <a:pt x="39070" y="27515"/>
                  </a:lnTo>
                  <a:lnTo>
                    <a:pt x="38735" y="27258"/>
                  </a:lnTo>
                  <a:lnTo>
                    <a:pt x="38300" y="26942"/>
                  </a:lnTo>
                  <a:lnTo>
                    <a:pt x="37273" y="26271"/>
                  </a:lnTo>
                  <a:lnTo>
                    <a:pt x="36127" y="25560"/>
                  </a:lnTo>
                  <a:lnTo>
                    <a:pt x="35002" y="24868"/>
                  </a:lnTo>
                  <a:lnTo>
                    <a:pt x="34034" y="24276"/>
                  </a:lnTo>
                  <a:lnTo>
                    <a:pt x="33086" y="23723"/>
                  </a:lnTo>
                  <a:lnTo>
                    <a:pt x="33441" y="23051"/>
                  </a:lnTo>
                  <a:lnTo>
                    <a:pt x="34231" y="21451"/>
                  </a:lnTo>
                  <a:lnTo>
                    <a:pt x="34685" y="20464"/>
                  </a:lnTo>
                  <a:lnTo>
                    <a:pt x="35120" y="19476"/>
                  </a:lnTo>
                  <a:lnTo>
                    <a:pt x="35515" y="18548"/>
                  </a:lnTo>
                  <a:lnTo>
                    <a:pt x="35673" y="18113"/>
                  </a:lnTo>
                  <a:lnTo>
                    <a:pt x="35811" y="17738"/>
                  </a:lnTo>
                  <a:lnTo>
                    <a:pt x="35890" y="17382"/>
                  </a:lnTo>
                  <a:lnTo>
                    <a:pt x="35930" y="17066"/>
                  </a:lnTo>
                  <a:lnTo>
                    <a:pt x="35930" y="16750"/>
                  </a:lnTo>
                  <a:lnTo>
                    <a:pt x="35890" y="16474"/>
                  </a:lnTo>
                  <a:lnTo>
                    <a:pt x="35831" y="16217"/>
                  </a:lnTo>
                  <a:lnTo>
                    <a:pt x="35732" y="15960"/>
                  </a:lnTo>
                  <a:lnTo>
                    <a:pt x="35594" y="15723"/>
                  </a:lnTo>
                  <a:lnTo>
                    <a:pt x="35456" y="15506"/>
                  </a:lnTo>
                  <a:lnTo>
                    <a:pt x="35278" y="15308"/>
                  </a:lnTo>
                  <a:lnTo>
                    <a:pt x="35081" y="15111"/>
                  </a:lnTo>
                  <a:lnTo>
                    <a:pt x="34883" y="14933"/>
                  </a:lnTo>
                  <a:lnTo>
                    <a:pt x="34666" y="14755"/>
                  </a:lnTo>
                  <a:lnTo>
                    <a:pt x="34231" y="14439"/>
                  </a:lnTo>
                  <a:lnTo>
                    <a:pt x="33797" y="14143"/>
                  </a:lnTo>
                  <a:lnTo>
                    <a:pt x="32592" y="13373"/>
                  </a:lnTo>
                  <a:lnTo>
                    <a:pt x="30103" y="11812"/>
                  </a:lnTo>
                  <a:lnTo>
                    <a:pt x="26745" y="9758"/>
                  </a:lnTo>
                  <a:lnTo>
                    <a:pt x="22953" y="7427"/>
                  </a:lnTo>
                  <a:lnTo>
                    <a:pt x="19141" y="5096"/>
                  </a:lnTo>
                  <a:lnTo>
                    <a:pt x="15704" y="3042"/>
                  </a:lnTo>
                  <a:lnTo>
                    <a:pt x="13077" y="1482"/>
                  </a:lnTo>
                  <a:lnTo>
                    <a:pt x="12188" y="988"/>
                  </a:lnTo>
                  <a:lnTo>
                    <a:pt x="11655" y="711"/>
                  </a:lnTo>
                  <a:lnTo>
                    <a:pt x="11003" y="435"/>
                  </a:lnTo>
                  <a:lnTo>
                    <a:pt x="10430" y="218"/>
                  </a:lnTo>
                  <a:lnTo>
                    <a:pt x="10153" y="139"/>
                  </a:lnTo>
                  <a:lnTo>
                    <a:pt x="9897" y="79"/>
                  </a:lnTo>
                  <a:lnTo>
                    <a:pt x="9640" y="20"/>
                  </a:lnTo>
                  <a:lnTo>
                    <a:pt x="94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11"/>
            <p:cNvSpPr/>
            <p:nvPr/>
          </p:nvSpPr>
          <p:spPr>
            <a:xfrm>
              <a:off x="-1246975" y="3112925"/>
              <a:ext cx="4975" cy="3475"/>
            </a:xfrm>
            <a:custGeom>
              <a:rect b="b" l="l" r="r" t="t"/>
              <a:pathLst>
                <a:path extrusionOk="0" h="139" w="199">
                  <a:moveTo>
                    <a:pt x="198" y="0"/>
                  </a:moveTo>
                  <a:lnTo>
                    <a:pt x="1" y="139"/>
                  </a:lnTo>
                  <a:lnTo>
                    <a:pt x="1" y="139"/>
                  </a:lnTo>
                  <a:lnTo>
                    <a:pt x="80" y="99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11"/>
            <p:cNvSpPr/>
            <p:nvPr/>
          </p:nvSpPr>
          <p:spPr>
            <a:xfrm>
              <a:off x="-1235125" y="3112925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11"/>
            <p:cNvSpPr/>
            <p:nvPr/>
          </p:nvSpPr>
          <p:spPr>
            <a:xfrm>
              <a:off x="-905750" y="3252175"/>
              <a:ext cx="3975" cy="1025"/>
            </a:xfrm>
            <a:custGeom>
              <a:rect b="b" l="l" r="r" t="t"/>
              <a:pathLst>
                <a:path extrusionOk="0" h="41" w="159">
                  <a:moveTo>
                    <a:pt x="1" y="1"/>
                  </a:moveTo>
                  <a:lnTo>
                    <a:pt x="99" y="40"/>
                  </a:lnTo>
                  <a:lnTo>
                    <a:pt x="159" y="40"/>
                  </a:lnTo>
                  <a:lnTo>
                    <a:pt x="6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11"/>
            <p:cNvSpPr/>
            <p:nvPr/>
          </p:nvSpPr>
          <p:spPr>
            <a:xfrm>
              <a:off x="-582300" y="3332175"/>
              <a:ext cx="1000" cy="525"/>
            </a:xfrm>
            <a:custGeom>
              <a:rect b="b" l="l" r="r" t="t"/>
              <a:pathLst>
                <a:path extrusionOk="0" h="21" w="40">
                  <a:moveTo>
                    <a:pt x="0" y="0"/>
                  </a:move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11"/>
            <p:cNvSpPr/>
            <p:nvPr/>
          </p:nvSpPr>
          <p:spPr>
            <a:xfrm>
              <a:off x="-1286950" y="3160825"/>
              <a:ext cx="2000" cy="2500"/>
            </a:xfrm>
            <a:custGeom>
              <a:rect b="b" l="l" r="r" t="t"/>
              <a:pathLst>
                <a:path extrusionOk="0" h="100" w="80">
                  <a:moveTo>
                    <a:pt x="59" y="0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79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11"/>
            <p:cNvSpPr/>
            <p:nvPr/>
          </p:nvSpPr>
          <p:spPr>
            <a:xfrm>
              <a:off x="-968950" y="3215150"/>
              <a:ext cx="1000" cy="500"/>
            </a:xfrm>
            <a:custGeom>
              <a:rect b="b" l="l" r="r" t="t"/>
              <a:pathLst>
                <a:path extrusionOk="0" h="20" w="40">
                  <a:moveTo>
                    <a:pt x="40" y="0"/>
                  </a:moveTo>
                  <a:lnTo>
                    <a:pt x="4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11"/>
            <p:cNvSpPr/>
            <p:nvPr/>
          </p:nvSpPr>
          <p:spPr>
            <a:xfrm>
              <a:off x="-1299300" y="3366250"/>
              <a:ext cx="1500" cy="2000"/>
            </a:xfrm>
            <a:custGeom>
              <a:rect b="b" l="l" r="r" t="t"/>
              <a:pathLst>
                <a:path extrusionOk="0" h="80" w="60">
                  <a:moveTo>
                    <a:pt x="59" y="79"/>
                  </a:moveTo>
                  <a:lnTo>
                    <a:pt x="59" y="7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" y="79"/>
                  </a:lnTo>
                  <a:lnTo>
                    <a:pt x="59" y="79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11"/>
            <p:cNvSpPr/>
            <p:nvPr/>
          </p:nvSpPr>
          <p:spPr>
            <a:xfrm>
              <a:off x="-621825" y="3419575"/>
              <a:ext cx="1525" cy="525"/>
            </a:xfrm>
            <a:custGeom>
              <a:rect b="b" l="l" r="r" t="t"/>
              <a:pathLst>
                <a:path extrusionOk="0" h="21" w="61">
                  <a:moveTo>
                    <a:pt x="60" y="0"/>
                  </a:moveTo>
                  <a:lnTo>
                    <a:pt x="6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11"/>
            <p:cNvSpPr/>
            <p:nvPr/>
          </p:nvSpPr>
          <p:spPr>
            <a:xfrm>
              <a:off x="-1302275" y="316575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11"/>
            <p:cNvSpPr/>
            <p:nvPr/>
          </p:nvSpPr>
          <p:spPr>
            <a:xfrm>
              <a:off x="-1336825" y="3072925"/>
              <a:ext cx="793050" cy="646900"/>
            </a:xfrm>
            <a:custGeom>
              <a:rect b="b" l="l" r="r" t="t"/>
              <a:pathLst>
                <a:path extrusionOk="0" h="25876" w="31722">
                  <a:moveTo>
                    <a:pt x="3773" y="889"/>
                  </a:moveTo>
                  <a:lnTo>
                    <a:pt x="3733" y="909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889"/>
                  </a:lnTo>
                  <a:close/>
                  <a:moveTo>
                    <a:pt x="13115" y="3971"/>
                  </a:moveTo>
                  <a:lnTo>
                    <a:pt x="13115" y="3971"/>
                  </a:lnTo>
                  <a:lnTo>
                    <a:pt x="13115" y="3971"/>
                  </a:lnTo>
                  <a:close/>
                  <a:moveTo>
                    <a:pt x="13115" y="3971"/>
                  </a:moveTo>
                  <a:lnTo>
                    <a:pt x="13135" y="3990"/>
                  </a:lnTo>
                  <a:lnTo>
                    <a:pt x="13135" y="3990"/>
                  </a:lnTo>
                  <a:lnTo>
                    <a:pt x="13115" y="3971"/>
                  </a:lnTo>
                  <a:close/>
                  <a:moveTo>
                    <a:pt x="0" y="7566"/>
                  </a:moveTo>
                  <a:lnTo>
                    <a:pt x="20" y="7803"/>
                  </a:lnTo>
                  <a:lnTo>
                    <a:pt x="79" y="7980"/>
                  </a:lnTo>
                  <a:lnTo>
                    <a:pt x="158" y="8119"/>
                  </a:lnTo>
                  <a:lnTo>
                    <a:pt x="237" y="8217"/>
                  </a:lnTo>
                  <a:lnTo>
                    <a:pt x="395" y="8375"/>
                  </a:lnTo>
                  <a:lnTo>
                    <a:pt x="564" y="8525"/>
                  </a:lnTo>
                  <a:lnTo>
                    <a:pt x="564" y="8525"/>
                  </a:lnTo>
                  <a:lnTo>
                    <a:pt x="553" y="8494"/>
                  </a:lnTo>
                  <a:lnTo>
                    <a:pt x="454" y="8237"/>
                  </a:lnTo>
                  <a:lnTo>
                    <a:pt x="494" y="8237"/>
                  </a:lnTo>
                  <a:lnTo>
                    <a:pt x="296" y="8079"/>
                  </a:lnTo>
                  <a:lnTo>
                    <a:pt x="316" y="8277"/>
                  </a:lnTo>
                  <a:lnTo>
                    <a:pt x="217" y="8138"/>
                  </a:lnTo>
                  <a:lnTo>
                    <a:pt x="119" y="7941"/>
                  </a:lnTo>
                  <a:lnTo>
                    <a:pt x="20" y="7724"/>
                  </a:lnTo>
                  <a:lnTo>
                    <a:pt x="0" y="7566"/>
                  </a:lnTo>
                  <a:close/>
                  <a:moveTo>
                    <a:pt x="564" y="8525"/>
                  </a:moveTo>
                  <a:lnTo>
                    <a:pt x="576" y="8562"/>
                  </a:lnTo>
                  <a:lnTo>
                    <a:pt x="573" y="8533"/>
                  </a:lnTo>
                  <a:lnTo>
                    <a:pt x="564" y="8525"/>
                  </a:lnTo>
                  <a:close/>
                  <a:moveTo>
                    <a:pt x="4800" y="13432"/>
                  </a:moveTo>
                  <a:lnTo>
                    <a:pt x="4820" y="13452"/>
                  </a:lnTo>
                  <a:lnTo>
                    <a:pt x="4820" y="13447"/>
                  </a:lnTo>
                  <a:lnTo>
                    <a:pt x="4800" y="13432"/>
                  </a:lnTo>
                  <a:close/>
                  <a:moveTo>
                    <a:pt x="29253" y="16000"/>
                  </a:moveTo>
                  <a:lnTo>
                    <a:pt x="29253" y="16059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53" y="16000"/>
                  </a:lnTo>
                  <a:close/>
                  <a:moveTo>
                    <a:pt x="9501" y="988"/>
                  </a:moveTo>
                  <a:lnTo>
                    <a:pt x="9481" y="1028"/>
                  </a:lnTo>
                  <a:lnTo>
                    <a:pt x="9422" y="1067"/>
                  </a:lnTo>
                  <a:lnTo>
                    <a:pt x="9303" y="1087"/>
                  </a:lnTo>
                  <a:lnTo>
                    <a:pt x="9481" y="1126"/>
                  </a:lnTo>
                  <a:lnTo>
                    <a:pt x="9600" y="1186"/>
                  </a:lnTo>
                  <a:lnTo>
                    <a:pt x="9639" y="1205"/>
                  </a:lnTo>
                  <a:lnTo>
                    <a:pt x="9659" y="1245"/>
                  </a:lnTo>
                  <a:lnTo>
                    <a:pt x="9442" y="1265"/>
                  </a:lnTo>
                  <a:lnTo>
                    <a:pt x="9343" y="1284"/>
                  </a:lnTo>
                  <a:lnTo>
                    <a:pt x="9244" y="1324"/>
                  </a:lnTo>
                  <a:lnTo>
                    <a:pt x="9442" y="1383"/>
                  </a:lnTo>
                  <a:lnTo>
                    <a:pt x="9442" y="1403"/>
                  </a:lnTo>
                  <a:lnTo>
                    <a:pt x="9442" y="1423"/>
                  </a:lnTo>
                  <a:lnTo>
                    <a:pt x="9422" y="1442"/>
                  </a:lnTo>
                  <a:lnTo>
                    <a:pt x="9402" y="1462"/>
                  </a:lnTo>
                  <a:lnTo>
                    <a:pt x="9422" y="1502"/>
                  </a:lnTo>
                  <a:lnTo>
                    <a:pt x="9461" y="1541"/>
                  </a:lnTo>
                  <a:lnTo>
                    <a:pt x="9461" y="1482"/>
                  </a:lnTo>
                  <a:lnTo>
                    <a:pt x="9521" y="1462"/>
                  </a:lnTo>
                  <a:lnTo>
                    <a:pt x="9679" y="1462"/>
                  </a:lnTo>
                  <a:lnTo>
                    <a:pt x="9876" y="1521"/>
                  </a:lnTo>
                  <a:lnTo>
                    <a:pt x="10093" y="1561"/>
                  </a:lnTo>
                  <a:lnTo>
                    <a:pt x="10074" y="1581"/>
                  </a:lnTo>
                  <a:lnTo>
                    <a:pt x="10054" y="1600"/>
                  </a:lnTo>
                  <a:lnTo>
                    <a:pt x="9995" y="1600"/>
                  </a:lnTo>
                  <a:lnTo>
                    <a:pt x="9916" y="1581"/>
                  </a:lnTo>
                  <a:lnTo>
                    <a:pt x="9837" y="1581"/>
                  </a:lnTo>
                  <a:lnTo>
                    <a:pt x="9975" y="1719"/>
                  </a:lnTo>
                  <a:lnTo>
                    <a:pt x="10093" y="1798"/>
                  </a:lnTo>
                  <a:lnTo>
                    <a:pt x="10232" y="1837"/>
                  </a:lnTo>
                  <a:lnTo>
                    <a:pt x="10350" y="1857"/>
                  </a:lnTo>
                  <a:lnTo>
                    <a:pt x="10508" y="1877"/>
                  </a:lnTo>
                  <a:lnTo>
                    <a:pt x="10666" y="1897"/>
                  </a:lnTo>
                  <a:lnTo>
                    <a:pt x="10844" y="1936"/>
                  </a:lnTo>
                  <a:lnTo>
                    <a:pt x="11022" y="2035"/>
                  </a:lnTo>
                  <a:lnTo>
                    <a:pt x="10883" y="2035"/>
                  </a:lnTo>
                  <a:lnTo>
                    <a:pt x="10982" y="2055"/>
                  </a:lnTo>
                  <a:lnTo>
                    <a:pt x="11061" y="2114"/>
                  </a:lnTo>
                  <a:lnTo>
                    <a:pt x="11199" y="2213"/>
                  </a:lnTo>
                  <a:lnTo>
                    <a:pt x="11318" y="2312"/>
                  </a:lnTo>
                  <a:lnTo>
                    <a:pt x="11377" y="2331"/>
                  </a:lnTo>
                  <a:lnTo>
                    <a:pt x="11456" y="2331"/>
                  </a:lnTo>
                  <a:lnTo>
                    <a:pt x="11496" y="2391"/>
                  </a:lnTo>
                  <a:lnTo>
                    <a:pt x="11535" y="2450"/>
                  </a:lnTo>
                  <a:lnTo>
                    <a:pt x="11535" y="2529"/>
                  </a:lnTo>
                  <a:lnTo>
                    <a:pt x="11535" y="2588"/>
                  </a:lnTo>
                  <a:lnTo>
                    <a:pt x="11555" y="2628"/>
                  </a:lnTo>
                  <a:lnTo>
                    <a:pt x="11614" y="2687"/>
                  </a:lnTo>
                  <a:lnTo>
                    <a:pt x="11713" y="2766"/>
                  </a:lnTo>
                  <a:lnTo>
                    <a:pt x="11713" y="2726"/>
                  </a:lnTo>
                  <a:lnTo>
                    <a:pt x="11733" y="2707"/>
                  </a:lnTo>
                  <a:lnTo>
                    <a:pt x="11772" y="2707"/>
                  </a:lnTo>
                  <a:lnTo>
                    <a:pt x="11832" y="2746"/>
                  </a:lnTo>
                  <a:lnTo>
                    <a:pt x="11911" y="2805"/>
                  </a:lnTo>
                  <a:lnTo>
                    <a:pt x="11990" y="2865"/>
                  </a:lnTo>
                  <a:lnTo>
                    <a:pt x="12069" y="2904"/>
                  </a:lnTo>
                  <a:lnTo>
                    <a:pt x="12148" y="2924"/>
                  </a:lnTo>
                  <a:lnTo>
                    <a:pt x="12167" y="2924"/>
                  </a:lnTo>
                  <a:lnTo>
                    <a:pt x="12207" y="2904"/>
                  </a:lnTo>
                  <a:lnTo>
                    <a:pt x="12365" y="3200"/>
                  </a:lnTo>
                  <a:lnTo>
                    <a:pt x="12444" y="3200"/>
                  </a:lnTo>
                  <a:lnTo>
                    <a:pt x="12523" y="3181"/>
                  </a:lnTo>
                  <a:lnTo>
                    <a:pt x="12622" y="3102"/>
                  </a:lnTo>
                  <a:lnTo>
                    <a:pt x="12661" y="3062"/>
                  </a:lnTo>
                  <a:lnTo>
                    <a:pt x="12740" y="3062"/>
                  </a:lnTo>
                  <a:lnTo>
                    <a:pt x="12839" y="3102"/>
                  </a:lnTo>
                  <a:lnTo>
                    <a:pt x="12977" y="3220"/>
                  </a:lnTo>
                  <a:lnTo>
                    <a:pt x="13056" y="3339"/>
                  </a:lnTo>
                  <a:lnTo>
                    <a:pt x="13076" y="3398"/>
                  </a:lnTo>
                  <a:lnTo>
                    <a:pt x="13076" y="3437"/>
                  </a:lnTo>
                  <a:lnTo>
                    <a:pt x="13056" y="3457"/>
                  </a:lnTo>
                  <a:lnTo>
                    <a:pt x="13036" y="3497"/>
                  </a:lnTo>
                  <a:lnTo>
                    <a:pt x="12977" y="3516"/>
                  </a:lnTo>
                  <a:lnTo>
                    <a:pt x="12898" y="3556"/>
                  </a:lnTo>
                  <a:lnTo>
                    <a:pt x="12839" y="3595"/>
                  </a:lnTo>
                  <a:lnTo>
                    <a:pt x="12819" y="3615"/>
                  </a:lnTo>
                  <a:lnTo>
                    <a:pt x="12819" y="3655"/>
                  </a:lnTo>
                  <a:lnTo>
                    <a:pt x="12819" y="3694"/>
                  </a:lnTo>
                  <a:lnTo>
                    <a:pt x="12839" y="3734"/>
                  </a:lnTo>
                  <a:lnTo>
                    <a:pt x="13017" y="3753"/>
                  </a:lnTo>
                  <a:lnTo>
                    <a:pt x="13135" y="3990"/>
                  </a:lnTo>
                  <a:lnTo>
                    <a:pt x="13214" y="4069"/>
                  </a:lnTo>
                  <a:lnTo>
                    <a:pt x="13333" y="4168"/>
                  </a:lnTo>
                  <a:lnTo>
                    <a:pt x="13412" y="4287"/>
                  </a:lnTo>
                  <a:lnTo>
                    <a:pt x="13412" y="4326"/>
                  </a:lnTo>
                  <a:lnTo>
                    <a:pt x="13412" y="4346"/>
                  </a:lnTo>
                  <a:lnTo>
                    <a:pt x="13352" y="4346"/>
                  </a:lnTo>
                  <a:lnTo>
                    <a:pt x="13293" y="4306"/>
                  </a:lnTo>
                  <a:lnTo>
                    <a:pt x="13214" y="4267"/>
                  </a:lnTo>
                  <a:lnTo>
                    <a:pt x="13175" y="4247"/>
                  </a:lnTo>
                  <a:lnTo>
                    <a:pt x="13214" y="4287"/>
                  </a:lnTo>
                  <a:lnTo>
                    <a:pt x="13273" y="4326"/>
                  </a:lnTo>
                  <a:lnTo>
                    <a:pt x="13392" y="4464"/>
                  </a:lnTo>
                  <a:lnTo>
                    <a:pt x="13668" y="4820"/>
                  </a:lnTo>
                  <a:lnTo>
                    <a:pt x="13826" y="4978"/>
                  </a:lnTo>
                  <a:lnTo>
                    <a:pt x="14004" y="5136"/>
                  </a:lnTo>
                  <a:lnTo>
                    <a:pt x="14103" y="5195"/>
                  </a:lnTo>
                  <a:lnTo>
                    <a:pt x="14202" y="5235"/>
                  </a:lnTo>
                  <a:lnTo>
                    <a:pt x="14281" y="5255"/>
                  </a:lnTo>
                  <a:lnTo>
                    <a:pt x="14380" y="5255"/>
                  </a:lnTo>
                  <a:lnTo>
                    <a:pt x="14518" y="5373"/>
                  </a:lnTo>
                  <a:lnTo>
                    <a:pt x="14656" y="5511"/>
                  </a:lnTo>
                  <a:lnTo>
                    <a:pt x="14755" y="5610"/>
                  </a:lnTo>
                  <a:lnTo>
                    <a:pt x="14775" y="5650"/>
                  </a:lnTo>
                  <a:lnTo>
                    <a:pt x="14755" y="5689"/>
                  </a:lnTo>
                  <a:lnTo>
                    <a:pt x="14854" y="5689"/>
                  </a:lnTo>
                  <a:lnTo>
                    <a:pt x="14972" y="5748"/>
                  </a:lnTo>
                  <a:lnTo>
                    <a:pt x="15249" y="5887"/>
                  </a:lnTo>
                  <a:lnTo>
                    <a:pt x="15505" y="6045"/>
                  </a:lnTo>
                  <a:lnTo>
                    <a:pt x="15624" y="6104"/>
                  </a:lnTo>
                  <a:lnTo>
                    <a:pt x="15742" y="6124"/>
                  </a:lnTo>
                  <a:lnTo>
                    <a:pt x="15723" y="6143"/>
                  </a:lnTo>
                  <a:lnTo>
                    <a:pt x="15742" y="6183"/>
                  </a:lnTo>
                  <a:lnTo>
                    <a:pt x="15802" y="6242"/>
                  </a:lnTo>
                  <a:lnTo>
                    <a:pt x="15900" y="6321"/>
                  </a:lnTo>
                  <a:lnTo>
                    <a:pt x="16019" y="6361"/>
                  </a:lnTo>
                  <a:lnTo>
                    <a:pt x="15960" y="6321"/>
                  </a:lnTo>
                  <a:lnTo>
                    <a:pt x="15940" y="6282"/>
                  </a:lnTo>
                  <a:lnTo>
                    <a:pt x="15940" y="6262"/>
                  </a:lnTo>
                  <a:lnTo>
                    <a:pt x="15960" y="6242"/>
                  </a:lnTo>
                  <a:lnTo>
                    <a:pt x="16039" y="6222"/>
                  </a:lnTo>
                  <a:lnTo>
                    <a:pt x="16157" y="6203"/>
                  </a:lnTo>
                  <a:lnTo>
                    <a:pt x="16216" y="6282"/>
                  </a:lnTo>
                  <a:lnTo>
                    <a:pt x="16315" y="6341"/>
                  </a:lnTo>
                  <a:lnTo>
                    <a:pt x="16513" y="6459"/>
                  </a:lnTo>
                  <a:lnTo>
                    <a:pt x="16612" y="6519"/>
                  </a:lnTo>
                  <a:lnTo>
                    <a:pt x="16691" y="6578"/>
                  </a:lnTo>
                  <a:lnTo>
                    <a:pt x="16750" y="6637"/>
                  </a:lnTo>
                  <a:lnTo>
                    <a:pt x="16750" y="6716"/>
                  </a:lnTo>
                  <a:lnTo>
                    <a:pt x="16849" y="6716"/>
                  </a:lnTo>
                  <a:lnTo>
                    <a:pt x="16908" y="6696"/>
                  </a:lnTo>
                  <a:lnTo>
                    <a:pt x="16967" y="6677"/>
                  </a:lnTo>
                  <a:lnTo>
                    <a:pt x="16987" y="6637"/>
                  </a:lnTo>
                  <a:lnTo>
                    <a:pt x="17046" y="6578"/>
                  </a:lnTo>
                  <a:lnTo>
                    <a:pt x="17105" y="6499"/>
                  </a:lnTo>
                  <a:lnTo>
                    <a:pt x="17165" y="6558"/>
                  </a:lnTo>
                  <a:lnTo>
                    <a:pt x="17224" y="6637"/>
                  </a:lnTo>
                  <a:lnTo>
                    <a:pt x="17382" y="6775"/>
                  </a:lnTo>
                  <a:lnTo>
                    <a:pt x="17441" y="6854"/>
                  </a:lnTo>
                  <a:lnTo>
                    <a:pt x="17500" y="6933"/>
                  </a:lnTo>
                  <a:lnTo>
                    <a:pt x="17500" y="6993"/>
                  </a:lnTo>
                  <a:lnTo>
                    <a:pt x="17481" y="7013"/>
                  </a:lnTo>
                  <a:lnTo>
                    <a:pt x="17461" y="7032"/>
                  </a:lnTo>
                  <a:lnTo>
                    <a:pt x="17362" y="6953"/>
                  </a:lnTo>
                  <a:lnTo>
                    <a:pt x="17244" y="6874"/>
                  </a:lnTo>
                  <a:lnTo>
                    <a:pt x="17184" y="6854"/>
                  </a:lnTo>
                  <a:lnTo>
                    <a:pt x="17125" y="6854"/>
                  </a:lnTo>
                  <a:lnTo>
                    <a:pt x="17105" y="6914"/>
                  </a:lnTo>
                  <a:lnTo>
                    <a:pt x="17184" y="6993"/>
                  </a:lnTo>
                  <a:lnTo>
                    <a:pt x="17244" y="6993"/>
                  </a:lnTo>
                  <a:lnTo>
                    <a:pt x="17303" y="6973"/>
                  </a:lnTo>
                  <a:lnTo>
                    <a:pt x="17342" y="6973"/>
                  </a:lnTo>
                  <a:lnTo>
                    <a:pt x="17402" y="7013"/>
                  </a:lnTo>
                  <a:lnTo>
                    <a:pt x="17402" y="7052"/>
                  </a:lnTo>
                  <a:lnTo>
                    <a:pt x="17421" y="7111"/>
                  </a:lnTo>
                  <a:lnTo>
                    <a:pt x="17421" y="7171"/>
                  </a:lnTo>
                  <a:lnTo>
                    <a:pt x="17421" y="7210"/>
                  </a:lnTo>
                  <a:lnTo>
                    <a:pt x="17402" y="7210"/>
                  </a:lnTo>
                  <a:lnTo>
                    <a:pt x="17619" y="7348"/>
                  </a:lnTo>
                  <a:lnTo>
                    <a:pt x="17876" y="7566"/>
                  </a:lnTo>
                  <a:lnTo>
                    <a:pt x="17816" y="7467"/>
                  </a:lnTo>
                  <a:lnTo>
                    <a:pt x="17797" y="7427"/>
                  </a:lnTo>
                  <a:lnTo>
                    <a:pt x="17895" y="7427"/>
                  </a:lnTo>
                  <a:lnTo>
                    <a:pt x="18014" y="7447"/>
                  </a:lnTo>
                  <a:lnTo>
                    <a:pt x="18034" y="7447"/>
                  </a:lnTo>
                  <a:lnTo>
                    <a:pt x="18034" y="7427"/>
                  </a:lnTo>
                  <a:lnTo>
                    <a:pt x="18014" y="7388"/>
                  </a:lnTo>
                  <a:lnTo>
                    <a:pt x="17639" y="7309"/>
                  </a:lnTo>
                  <a:lnTo>
                    <a:pt x="17560" y="7250"/>
                  </a:lnTo>
                  <a:lnTo>
                    <a:pt x="17500" y="7210"/>
                  </a:lnTo>
                  <a:lnTo>
                    <a:pt x="17500" y="7171"/>
                  </a:lnTo>
                  <a:lnTo>
                    <a:pt x="17520" y="7151"/>
                  </a:lnTo>
                  <a:lnTo>
                    <a:pt x="17560" y="7111"/>
                  </a:lnTo>
                  <a:lnTo>
                    <a:pt x="17560" y="7092"/>
                  </a:lnTo>
                  <a:lnTo>
                    <a:pt x="17560" y="7052"/>
                  </a:lnTo>
                  <a:lnTo>
                    <a:pt x="17737" y="7151"/>
                  </a:lnTo>
                  <a:lnTo>
                    <a:pt x="17895" y="7210"/>
                  </a:lnTo>
                  <a:lnTo>
                    <a:pt x="18034" y="7250"/>
                  </a:lnTo>
                  <a:lnTo>
                    <a:pt x="18152" y="7269"/>
                  </a:lnTo>
                  <a:lnTo>
                    <a:pt x="18429" y="7329"/>
                  </a:lnTo>
                  <a:lnTo>
                    <a:pt x="18606" y="7368"/>
                  </a:lnTo>
                  <a:lnTo>
                    <a:pt x="18843" y="7467"/>
                  </a:lnTo>
                  <a:lnTo>
                    <a:pt x="19081" y="7645"/>
                  </a:lnTo>
                  <a:lnTo>
                    <a:pt x="19278" y="7783"/>
                  </a:lnTo>
                  <a:lnTo>
                    <a:pt x="19179" y="7743"/>
                  </a:lnTo>
                  <a:lnTo>
                    <a:pt x="19120" y="7743"/>
                  </a:lnTo>
                  <a:lnTo>
                    <a:pt x="19081" y="7763"/>
                  </a:lnTo>
                  <a:lnTo>
                    <a:pt x="19041" y="7803"/>
                  </a:lnTo>
                  <a:lnTo>
                    <a:pt x="19041" y="7842"/>
                  </a:lnTo>
                  <a:lnTo>
                    <a:pt x="19041" y="7882"/>
                  </a:lnTo>
                  <a:lnTo>
                    <a:pt x="19081" y="7921"/>
                  </a:lnTo>
                  <a:lnTo>
                    <a:pt x="19120" y="7961"/>
                  </a:lnTo>
                  <a:lnTo>
                    <a:pt x="19298" y="8000"/>
                  </a:lnTo>
                  <a:lnTo>
                    <a:pt x="19436" y="8040"/>
                  </a:lnTo>
                  <a:lnTo>
                    <a:pt x="19594" y="8099"/>
                  </a:lnTo>
                  <a:lnTo>
                    <a:pt x="19713" y="8178"/>
                  </a:lnTo>
                  <a:lnTo>
                    <a:pt x="19950" y="8336"/>
                  </a:lnTo>
                  <a:lnTo>
                    <a:pt x="20068" y="8415"/>
                  </a:lnTo>
                  <a:lnTo>
                    <a:pt x="20206" y="8474"/>
                  </a:lnTo>
                  <a:lnTo>
                    <a:pt x="20206" y="8474"/>
                  </a:lnTo>
                  <a:lnTo>
                    <a:pt x="20108" y="8415"/>
                  </a:lnTo>
                  <a:lnTo>
                    <a:pt x="20068" y="8375"/>
                  </a:lnTo>
                  <a:lnTo>
                    <a:pt x="20048" y="8356"/>
                  </a:lnTo>
                  <a:lnTo>
                    <a:pt x="20048" y="8316"/>
                  </a:lnTo>
                  <a:lnTo>
                    <a:pt x="20088" y="8296"/>
                  </a:lnTo>
                  <a:lnTo>
                    <a:pt x="20127" y="8277"/>
                  </a:lnTo>
                  <a:lnTo>
                    <a:pt x="20226" y="8257"/>
                  </a:lnTo>
                  <a:lnTo>
                    <a:pt x="20443" y="8277"/>
                  </a:lnTo>
                  <a:lnTo>
                    <a:pt x="20562" y="8296"/>
                  </a:lnTo>
                  <a:lnTo>
                    <a:pt x="20621" y="8316"/>
                  </a:lnTo>
                  <a:lnTo>
                    <a:pt x="20641" y="8356"/>
                  </a:lnTo>
                  <a:lnTo>
                    <a:pt x="20641" y="8435"/>
                  </a:lnTo>
                  <a:lnTo>
                    <a:pt x="20680" y="8474"/>
                  </a:lnTo>
                  <a:lnTo>
                    <a:pt x="20740" y="8533"/>
                  </a:lnTo>
                  <a:lnTo>
                    <a:pt x="21115" y="8612"/>
                  </a:lnTo>
                  <a:lnTo>
                    <a:pt x="21411" y="8691"/>
                  </a:lnTo>
                  <a:lnTo>
                    <a:pt x="21984" y="8869"/>
                  </a:lnTo>
                  <a:lnTo>
                    <a:pt x="22241" y="8948"/>
                  </a:lnTo>
                  <a:lnTo>
                    <a:pt x="22498" y="9007"/>
                  </a:lnTo>
                  <a:lnTo>
                    <a:pt x="22774" y="9047"/>
                  </a:lnTo>
                  <a:lnTo>
                    <a:pt x="23051" y="9067"/>
                  </a:lnTo>
                  <a:lnTo>
                    <a:pt x="23051" y="9067"/>
                  </a:lnTo>
                  <a:lnTo>
                    <a:pt x="22735" y="8830"/>
                  </a:lnTo>
                  <a:lnTo>
                    <a:pt x="22577" y="8968"/>
                  </a:lnTo>
                  <a:lnTo>
                    <a:pt x="22517" y="8909"/>
                  </a:lnTo>
                  <a:lnTo>
                    <a:pt x="22498" y="8849"/>
                  </a:lnTo>
                  <a:lnTo>
                    <a:pt x="22517" y="8770"/>
                  </a:lnTo>
                  <a:lnTo>
                    <a:pt x="22557" y="8731"/>
                  </a:lnTo>
                  <a:lnTo>
                    <a:pt x="22636" y="8672"/>
                  </a:lnTo>
                  <a:lnTo>
                    <a:pt x="22715" y="8612"/>
                  </a:lnTo>
                  <a:lnTo>
                    <a:pt x="22873" y="8553"/>
                  </a:lnTo>
                  <a:lnTo>
                    <a:pt x="22912" y="8573"/>
                  </a:lnTo>
                  <a:lnTo>
                    <a:pt x="22972" y="8593"/>
                  </a:lnTo>
                  <a:lnTo>
                    <a:pt x="23110" y="8632"/>
                  </a:lnTo>
                  <a:lnTo>
                    <a:pt x="23209" y="8691"/>
                  </a:lnTo>
                  <a:lnTo>
                    <a:pt x="23228" y="8711"/>
                  </a:lnTo>
                  <a:lnTo>
                    <a:pt x="23169" y="8731"/>
                  </a:lnTo>
                  <a:lnTo>
                    <a:pt x="23643" y="8731"/>
                  </a:lnTo>
                  <a:lnTo>
                    <a:pt x="23604" y="8711"/>
                  </a:lnTo>
                  <a:lnTo>
                    <a:pt x="23564" y="8691"/>
                  </a:lnTo>
                  <a:lnTo>
                    <a:pt x="23465" y="8652"/>
                  </a:lnTo>
                  <a:lnTo>
                    <a:pt x="23446" y="8632"/>
                  </a:lnTo>
                  <a:lnTo>
                    <a:pt x="23426" y="8612"/>
                  </a:lnTo>
                  <a:lnTo>
                    <a:pt x="23446" y="8612"/>
                  </a:lnTo>
                  <a:lnTo>
                    <a:pt x="23505" y="8593"/>
                  </a:lnTo>
                  <a:lnTo>
                    <a:pt x="23663" y="8652"/>
                  </a:lnTo>
                  <a:lnTo>
                    <a:pt x="23821" y="8731"/>
                  </a:lnTo>
                  <a:lnTo>
                    <a:pt x="23880" y="8770"/>
                  </a:lnTo>
                  <a:lnTo>
                    <a:pt x="23900" y="8790"/>
                  </a:lnTo>
                  <a:lnTo>
                    <a:pt x="23880" y="8810"/>
                  </a:lnTo>
                  <a:lnTo>
                    <a:pt x="23801" y="8830"/>
                  </a:lnTo>
                  <a:lnTo>
                    <a:pt x="23979" y="8869"/>
                  </a:lnTo>
                  <a:lnTo>
                    <a:pt x="24236" y="8869"/>
                  </a:lnTo>
                  <a:lnTo>
                    <a:pt x="24295" y="8849"/>
                  </a:lnTo>
                  <a:lnTo>
                    <a:pt x="24315" y="8830"/>
                  </a:lnTo>
                  <a:lnTo>
                    <a:pt x="24315" y="8790"/>
                  </a:lnTo>
                  <a:lnTo>
                    <a:pt x="24433" y="8810"/>
                  </a:lnTo>
                  <a:lnTo>
                    <a:pt x="24473" y="8849"/>
                  </a:lnTo>
                  <a:lnTo>
                    <a:pt x="24453" y="8869"/>
                  </a:lnTo>
                  <a:lnTo>
                    <a:pt x="24394" y="8909"/>
                  </a:lnTo>
                  <a:lnTo>
                    <a:pt x="24236" y="8968"/>
                  </a:lnTo>
                  <a:lnTo>
                    <a:pt x="24058" y="9007"/>
                  </a:lnTo>
                  <a:lnTo>
                    <a:pt x="24157" y="9047"/>
                  </a:lnTo>
                  <a:lnTo>
                    <a:pt x="24216" y="9067"/>
                  </a:lnTo>
                  <a:lnTo>
                    <a:pt x="24256" y="9106"/>
                  </a:lnTo>
                  <a:lnTo>
                    <a:pt x="24275" y="9146"/>
                  </a:lnTo>
                  <a:lnTo>
                    <a:pt x="24275" y="9185"/>
                  </a:lnTo>
                  <a:lnTo>
                    <a:pt x="24256" y="9205"/>
                  </a:lnTo>
                  <a:lnTo>
                    <a:pt x="24196" y="9244"/>
                  </a:lnTo>
                  <a:lnTo>
                    <a:pt x="24611" y="9304"/>
                  </a:lnTo>
                  <a:lnTo>
                    <a:pt x="24552" y="9323"/>
                  </a:lnTo>
                  <a:lnTo>
                    <a:pt x="24512" y="9363"/>
                  </a:lnTo>
                  <a:lnTo>
                    <a:pt x="24453" y="9403"/>
                  </a:lnTo>
                  <a:lnTo>
                    <a:pt x="24394" y="9422"/>
                  </a:lnTo>
                  <a:lnTo>
                    <a:pt x="24493" y="9462"/>
                  </a:lnTo>
                  <a:lnTo>
                    <a:pt x="24769" y="9462"/>
                  </a:lnTo>
                  <a:lnTo>
                    <a:pt x="24848" y="9482"/>
                  </a:lnTo>
                  <a:lnTo>
                    <a:pt x="24927" y="9482"/>
                  </a:lnTo>
                  <a:lnTo>
                    <a:pt x="24986" y="9521"/>
                  </a:lnTo>
                  <a:lnTo>
                    <a:pt x="25065" y="9580"/>
                  </a:lnTo>
                  <a:lnTo>
                    <a:pt x="25184" y="9462"/>
                  </a:lnTo>
                  <a:lnTo>
                    <a:pt x="25539" y="9620"/>
                  </a:lnTo>
                  <a:lnTo>
                    <a:pt x="25757" y="9719"/>
                  </a:lnTo>
                  <a:lnTo>
                    <a:pt x="26231" y="9936"/>
                  </a:lnTo>
                  <a:lnTo>
                    <a:pt x="26191" y="9817"/>
                  </a:lnTo>
                  <a:lnTo>
                    <a:pt x="26330" y="9817"/>
                  </a:lnTo>
                  <a:lnTo>
                    <a:pt x="26409" y="9857"/>
                  </a:lnTo>
                  <a:lnTo>
                    <a:pt x="26468" y="9916"/>
                  </a:lnTo>
                  <a:lnTo>
                    <a:pt x="26507" y="9975"/>
                  </a:lnTo>
                  <a:lnTo>
                    <a:pt x="26547" y="10035"/>
                  </a:lnTo>
                  <a:lnTo>
                    <a:pt x="26586" y="10114"/>
                  </a:lnTo>
                  <a:lnTo>
                    <a:pt x="26665" y="10173"/>
                  </a:lnTo>
                  <a:lnTo>
                    <a:pt x="26784" y="10252"/>
                  </a:lnTo>
                  <a:lnTo>
                    <a:pt x="26942" y="10311"/>
                  </a:lnTo>
                  <a:lnTo>
                    <a:pt x="27060" y="10351"/>
                  </a:lnTo>
                  <a:lnTo>
                    <a:pt x="27120" y="10370"/>
                  </a:lnTo>
                  <a:lnTo>
                    <a:pt x="27159" y="10351"/>
                  </a:lnTo>
                  <a:lnTo>
                    <a:pt x="27199" y="10331"/>
                  </a:lnTo>
                  <a:lnTo>
                    <a:pt x="27238" y="10291"/>
                  </a:lnTo>
                  <a:lnTo>
                    <a:pt x="27317" y="10351"/>
                  </a:lnTo>
                  <a:lnTo>
                    <a:pt x="27337" y="10410"/>
                  </a:lnTo>
                  <a:lnTo>
                    <a:pt x="27337" y="10469"/>
                  </a:lnTo>
                  <a:lnTo>
                    <a:pt x="27317" y="10528"/>
                  </a:lnTo>
                  <a:lnTo>
                    <a:pt x="27436" y="10548"/>
                  </a:lnTo>
                  <a:lnTo>
                    <a:pt x="27554" y="10607"/>
                  </a:lnTo>
                  <a:lnTo>
                    <a:pt x="27613" y="10667"/>
                  </a:lnTo>
                  <a:lnTo>
                    <a:pt x="27633" y="10706"/>
                  </a:lnTo>
                  <a:lnTo>
                    <a:pt x="27653" y="10765"/>
                  </a:lnTo>
                  <a:lnTo>
                    <a:pt x="27653" y="10825"/>
                  </a:lnTo>
                  <a:lnTo>
                    <a:pt x="27436" y="10647"/>
                  </a:lnTo>
                  <a:lnTo>
                    <a:pt x="27416" y="10686"/>
                  </a:lnTo>
                  <a:lnTo>
                    <a:pt x="27396" y="10726"/>
                  </a:lnTo>
                  <a:lnTo>
                    <a:pt x="27436" y="10825"/>
                  </a:lnTo>
                  <a:lnTo>
                    <a:pt x="27475" y="10923"/>
                  </a:lnTo>
                  <a:lnTo>
                    <a:pt x="27475" y="10963"/>
                  </a:lnTo>
                  <a:lnTo>
                    <a:pt x="27455" y="11002"/>
                  </a:lnTo>
                  <a:lnTo>
                    <a:pt x="27495" y="11042"/>
                  </a:lnTo>
                  <a:lnTo>
                    <a:pt x="27515" y="11101"/>
                  </a:lnTo>
                  <a:lnTo>
                    <a:pt x="27574" y="11200"/>
                  </a:lnTo>
                  <a:lnTo>
                    <a:pt x="27613" y="11338"/>
                  </a:lnTo>
                  <a:lnTo>
                    <a:pt x="27673" y="11595"/>
                  </a:lnTo>
                  <a:lnTo>
                    <a:pt x="27771" y="11852"/>
                  </a:lnTo>
                  <a:lnTo>
                    <a:pt x="27870" y="12089"/>
                  </a:lnTo>
                  <a:lnTo>
                    <a:pt x="28008" y="12326"/>
                  </a:lnTo>
                  <a:lnTo>
                    <a:pt x="28166" y="12523"/>
                  </a:lnTo>
                  <a:lnTo>
                    <a:pt x="28324" y="12681"/>
                  </a:lnTo>
                  <a:lnTo>
                    <a:pt x="28305" y="12583"/>
                  </a:lnTo>
                  <a:lnTo>
                    <a:pt x="28344" y="12523"/>
                  </a:lnTo>
                  <a:lnTo>
                    <a:pt x="28384" y="12484"/>
                  </a:lnTo>
                  <a:lnTo>
                    <a:pt x="28443" y="12464"/>
                  </a:lnTo>
                  <a:lnTo>
                    <a:pt x="28542" y="12484"/>
                  </a:lnTo>
                  <a:lnTo>
                    <a:pt x="28641" y="12543"/>
                  </a:lnTo>
                  <a:lnTo>
                    <a:pt x="28917" y="12721"/>
                  </a:lnTo>
                  <a:lnTo>
                    <a:pt x="28897" y="12721"/>
                  </a:lnTo>
                  <a:lnTo>
                    <a:pt x="28897" y="12741"/>
                  </a:lnTo>
                  <a:lnTo>
                    <a:pt x="28917" y="12820"/>
                  </a:lnTo>
                  <a:lnTo>
                    <a:pt x="29055" y="13017"/>
                  </a:lnTo>
                  <a:lnTo>
                    <a:pt x="29194" y="13195"/>
                  </a:lnTo>
                  <a:lnTo>
                    <a:pt x="29253" y="13274"/>
                  </a:lnTo>
                  <a:lnTo>
                    <a:pt x="29273" y="13353"/>
                  </a:lnTo>
                  <a:lnTo>
                    <a:pt x="29233" y="13373"/>
                  </a:lnTo>
                  <a:lnTo>
                    <a:pt x="29213" y="13412"/>
                  </a:lnTo>
                  <a:lnTo>
                    <a:pt x="29194" y="13511"/>
                  </a:lnTo>
                  <a:lnTo>
                    <a:pt x="29174" y="13550"/>
                  </a:lnTo>
                  <a:lnTo>
                    <a:pt x="29154" y="13570"/>
                  </a:lnTo>
                  <a:lnTo>
                    <a:pt x="29115" y="13570"/>
                  </a:lnTo>
                  <a:lnTo>
                    <a:pt x="29055" y="13531"/>
                  </a:lnTo>
                  <a:lnTo>
                    <a:pt x="29075" y="13373"/>
                  </a:lnTo>
                  <a:lnTo>
                    <a:pt x="29055" y="13333"/>
                  </a:lnTo>
                  <a:lnTo>
                    <a:pt x="29036" y="13294"/>
                  </a:lnTo>
                  <a:lnTo>
                    <a:pt x="29016" y="13254"/>
                  </a:lnTo>
                  <a:lnTo>
                    <a:pt x="28957" y="13215"/>
                  </a:lnTo>
                  <a:lnTo>
                    <a:pt x="28976" y="13353"/>
                  </a:lnTo>
                  <a:lnTo>
                    <a:pt x="29016" y="13511"/>
                  </a:lnTo>
                  <a:lnTo>
                    <a:pt x="29016" y="13570"/>
                  </a:lnTo>
                  <a:lnTo>
                    <a:pt x="29016" y="13629"/>
                  </a:lnTo>
                  <a:lnTo>
                    <a:pt x="28996" y="13728"/>
                  </a:lnTo>
                  <a:lnTo>
                    <a:pt x="28858" y="13728"/>
                  </a:lnTo>
                  <a:lnTo>
                    <a:pt x="28838" y="13708"/>
                  </a:lnTo>
                  <a:lnTo>
                    <a:pt x="28897" y="13689"/>
                  </a:lnTo>
                  <a:lnTo>
                    <a:pt x="28937" y="13649"/>
                  </a:lnTo>
                  <a:lnTo>
                    <a:pt x="28838" y="13610"/>
                  </a:lnTo>
                  <a:lnTo>
                    <a:pt x="28779" y="13610"/>
                  </a:lnTo>
                  <a:lnTo>
                    <a:pt x="28759" y="13629"/>
                  </a:lnTo>
                  <a:lnTo>
                    <a:pt x="28759" y="13649"/>
                  </a:lnTo>
                  <a:lnTo>
                    <a:pt x="28739" y="13708"/>
                  </a:lnTo>
                  <a:lnTo>
                    <a:pt x="28739" y="13748"/>
                  </a:lnTo>
                  <a:lnTo>
                    <a:pt x="28720" y="13807"/>
                  </a:lnTo>
                  <a:lnTo>
                    <a:pt x="28660" y="13866"/>
                  </a:lnTo>
                  <a:lnTo>
                    <a:pt x="28680" y="13866"/>
                  </a:lnTo>
                  <a:lnTo>
                    <a:pt x="28700" y="13886"/>
                  </a:lnTo>
                  <a:lnTo>
                    <a:pt x="28720" y="13886"/>
                  </a:lnTo>
                  <a:lnTo>
                    <a:pt x="28759" y="13847"/>
                  </a:lnTo>
                  <a:lnTo>
                    <a:pt x="28720" y="13906"/>
                  </a:lnTo>
                  <a:lnTo>
                    <a:pt x="28720" y="13965"/>
                  </a:lnTo>
                  <a:lnTo>
                    <a:pt x="28739" y="14024"/>
                  </a:lnTo>
                  <a:lnTo>
                    <a:pt x="28799" y="14104"/>
                  </a:lnTo>
                  <a:lnTo>
                    <a:pt x="28838" y="14202"/>
                  </a:lnTo>
                  <a:lnTo>
                    <a:pt x="28878" y="14321"/>
                  </a:lnTo>
                  <a:lnTo>
                    <a:pt x="28878" y="14439"/>
                  </a:lnTo>
                  <a:lnTo>
                    <a:pt x="28858" y="14499"/>
                  </a:lnTo>
                  <a:lnTo>
                    <a:pt x="28838" y="14558"/>
                  </a:lnTo>
                  <a:lnTo>
                    <a:pt x="28858" y="14538"/>
                  </a:lnTo>
                  <a:lnTo>
                    <a:pt x="28897" y="14499"/>
                  </a:lnTo>
                  <a:lnTo>
                    <a:pt x="28957" y="14499"/>
                  </a:lnTo>
                  <a:lnTo>
                    <a:pt x="28976" y="14538"/>
                  </a:lnTo>
                  <a:lnTo>
                    <a:pt x="28996" y="14578"/>
                  </a:lnTo>
                  <a:lnTo>
                    <a:pt x="29016" y="14696"/>
                  </a:lnTo>
                  <a:lnTo>
                    <a:pt x="29016" y="14775"/>
                  </a:lnTo>
                  <a:lnTo>
                    <a:pt x="28996" y="14834"/>
                  </a:lnTo>
                  <a:lnTo>
                    <a:pt x="28976" y="14874"/>
                  </a:lnTo>
                  <a:lnTo>
                    <a:pt x="28917" y="14953"/>
                  </a:lnTo>
                  <a:lnTo>
                    <a:pt x="28878" y="15032"/>
                  </a:lnTo>
                  <a:lnTo>
                    <a:pt x="28897" y="15091"/>
                  </a:lnTo>
                  <a:lnTo>
                    <a:pt x="28937" y="15170"/>
                  </a:lnTo>
                  <a:lnTo>
                    <a:pt x="28957" y="15368"/>
                  </a:lnTo>
                  <a:lnTo>
                    <a:pt x="28976" y="15545"/>
                  </a:lnTo>
                  <a:lnTo>
                    <a:pt x="28976" y="15585"/>
                  </a:lnTo>
                  <a:lnTo>
                    <a:pt x="28996" y="15644"/>
                  </a:lnTo>
                  <a:lnTo>
                    <a:pt x="29036" y="15664"/>
                  </a:lnTo>
                  <a:lnTo>
                    <a:pt x="29075" y="15624"/>
                  </a:lnTo>
                  <a:lnTo>
                    <a:pt x="29134" y="15605"/>
                  </a:lnTo>
                  <a:lnTo>
                    <a:pt x="29174" y="15565"/>
                  </a:lnTo>
                  <a:lnTo>
                    <a:pt x="29233" y="15565"/>
                  </a:lnTo>
                  <a:lnTo>
                    <a:pt x="29273" y="15585"/>
                  </a:lnTo>
                  <a:lnTo>
                    <a:pt x="29312" y="15664"/>
                  </a:lnTo>
                  <a:lnTo>
                    <a:pt x="29371" y="15763"/>
                  </a:lnTo>
                  <a:lnTo>
                    <a:pt x="29391" y="15842"/>
                  </a:lnTo>
                  <a:lnTo>
                    <a:pt x="29391" y="15940"/>
                  </a:lnTo>
                  <a:lnTo>
                    <a:pt x="29391" y="16039"/>
                  </a:lnTo>
                  <a:lnTo>
                    <a:pt x="29371" y="16237"/>
                  </a:lnTo>
                  <a:lnTo>
                    <a:pt x="29371" y="16335"/>
                  </a:lnTo>
                  <a:lnTo>
                    <a:pt x="29371" y="16434"/>
                  </a:lnTo>
                  <a:lnTo>
                    <a:pt x="29332" y="16494"/>
                  </a:lnTo>
                  <a:lnTo>
                    <a:pt x="29312" y="16513"/>
                  </a:lnTo>
                  <a:lnTo>
                    <a:pt x="29292" y="16494"/>
                  </a:lnTo>
                  <a:lnTo>
                    <a:pt x="29292" y="16454"/>
                  </a:lnTo>
                  <a:lnTo>
                    <a:pt x="29273" y="16375"/>
                  </a:lnTo>
                  <a:lnTo>
                    <a:pt x="29273" y="16158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73" y="16415"/>
                  </a:lnTo>
                  <a:lnTo>
                    <a:pt x="29273" y="16849"/>
                  </a:lnTo>
                  <a:lnTo>
                    <a:pt x="29233" y="16908"/>
                  </a:lnTo>
                  <a:lnTo>
                    <a:pt x="29213" y="16928"/>
                  </a:lnTo>
                  <a:lnTo>
                    <a:pt x="29174" y="16908"/>
                  </a:lnTo>
                  <a:lnTo>
                    <a:pt x="29154" y="16849"/>
                  </a:lnTo>
                  <a:lnTo>
                    <a:pt x="29154" y="16671"/>
                  </a:lnTo>
                  <a:lnTo>
                    <a:pt x="29154" y="16474"/>
                  </a:lnTo>
                  <a:lnTo>
                    <a:pt x="29115" y="16612"/>
                  </a:lnTo>
                  <a:lnTo>
                    <a:pt x="29095" y="16731"/>
                  </a:lnTo>
                  <a:lnTo>
                    <a:pt x="29095" y="16869"/>
                  </a:lnTo>
                  <a:lnTo>
                    <a:pt x="29095" y="16987"/>
                  </a:lnTo>
                  <a:lnTo>
                    <a:pt x="29115" y="17106"/>
                  </a:lnTo>
                  <a:lnTo>
                    <a:pt x="29134" y="17205"/>
                  </a:lnTo>
                  <a:lnTo>
                    <a:pt x="29174" y="17303"/>
                  </a:lnTo>
                  <a:lnTo>
                    <a:pt x="29213" y="17343"/>
                  </a:lnTo>
                  <a:lnTo>
                    <a:pt x="29174" y="17481"/>
                  </a:lnTo>
                  <a:lnTo>
                    <a:pt x="29154" y="17600"/>
                  </a:lnTo>
                  <a:lnTo>
                    <a:pt x="29134" y="17718"/>
                  </a:lnTo>
                  <a:lnTo>
                    <a:pt x="29075" y="17856"/>
                  </a:lnTo>
                  <a:lnTo>
                    <a:pt x="29055" y="17777"/>
                  </a:lnTo>
                  <a:lnTo>
                    <a:pt x="29016" y="17718"/>
                  </a:lnTo>
                  <a:lnTo>
                    <a:pt x="28917" y="17619"/>
                  </a:lnTo>
                  <a:lnTo>
                    <a:pt x="28878" y="17560"/>
                  </a:lnTo>
                  <a:lnTo>
                    <a:pt x="28838" y="17501"/>
                  </a:lnTo>
                  <a:lnTo>
                    <a:pt x="28799" y="17422"/>
                  </a:lnTo>
                  <a:lnTo>
                    <a:pt x="28799" y="17323"/>
                  </a:lnTo>
                  <a:lnTo>
                    <a:pt x="28818" y="17185"/>
                  </a:lnTo>
                  <a:lnTo>
                    <a:pt x="28858" y="17145"/>
                  </a:lnTo>
                  <a:lnTo>
                    <a:pt x="28878" y="17145"/>
                  </a:lnTo>
                  <a:lnTo>
                    <a:pt x="28917" y="17185"/>
                  </a:lnTo>
                  <a:lnTo>
                    <a:pt x="28937" y="17224"/>
                  </a:lnTo>
                  <a:lnTo>
                    <a:pt x="28976" y="17244"/>
                  </a:lnTo>
                  <a:lnTo>
                    <a:pt x="28996" y="17244"/>
                  </a:lnTo>
                  <a:lnTo>
                    <a:pt x="29016" y="17224"/>
                  </a:lnTo>
                  <a:lnTo>
                    <a:pt x="29036" y="17106"/>
                  </a:lnTo>
                  <a:lnTo>
                    <a:pt x="28897" y="17066"/>
                  </a:lnTo>
                  <a:lnTo>
                    <a:pt x="28937" y="16987"/>
                  </a:lnTo>
                  <a:lnTo>
                    <a:pt x="28937" y="16928"/>
                  </a:lnTo>
                  <a:lnTo>
                    <a:pt x="28937" y="16810"/>
                  </a:lnTo>
                  <a:lnTo>
                    <a:pt x="28917" y="16671"/>
                  </a:lnTo>
                  <a:lnTo>
                    <a:pt x="28917" y="16533"/>
                  </a:lnTo>
                  <a:lnTo>
                    <a:pt x="28937" y="16494"/>
                  </a:lnTo>
                  <a:lnTo>
                    <a:pt x="28957" y="16513"/>
                  </a:lnTo>
                  <a:lnTo>
                    <a:pt x="28976" y="16632"/>
                  </a:lnTo>
                  <a:lnTo>
                    <a:pt x="29016" y="16158"/>
                  </a:lnTo>
                  <a:lnTo>
                    <a:pt x="29016" y="16039"/>
                  </a:lnTo>
                  <a:lnTo>
                    <a:pt x="28996" y="15940"/>
                  </a:lnTo>
                  <a:lnTo>
                    <a:pt x="28957" y="15822"/>
                  </a:lnTo>
                  <a:lnTo>
                    <a:pt x="28917" y="15723"/>
                  </a:lnTo>
                  <a:lnTo>
                    <a:pt x="28878" y="15921"/>
                  </a:lnTo>
                  <a:lnTo>
                    <a:pt x="28858" y="16118"/>
                  </a:lnTo>
                  <a:lnTo>
                    <a:pt x="28838" y="16533"/>
                  </a:lnTo>
                  <a:lnTo>
                    <a:pt x="28838" y="16711"/>
                  </a:lnTo>
                  <a:lnTo>
                    <a:pt x="28818" y="16889"/>
                  </a:lnTo>
                  <a:lnTo>
                    <a:pt x="28779" y="17027"/>
                  </a:lnTo>
                  <a:lnTo>
                    <a:pt x="28759" y="17066"/>
                  </a:lnTo>
                  <a:lnTo>
                    <a:pt x="28720" y="17106"/>
                  </a:lnTo>
                  <a:lnTo>
                    <a:pt x="28759" y="17580"/>
                  </a:lnTo>
                  <a:lnTo>
                    <a:pt x="28779" y="18054"/>
                  </a:lnTo>
                  <a:lnTo>
                    <a:pt x="28799" y="18034"/>
                  </a:lnTo>
                  <a:lnTo>
                    <a:pt x="28838" y="18014"/>
                  </a:lnTo>
                  <a:lnTo>
                    <a:pt x="28917" y="17955"/>
                  </a:lnTo>
                  <a:lnTo>
                    <a:pt x="28957" y="17935"/>
                  </a:lnTo>
                  <a:lnTo>
                    <a:pt x="28996" y="17935"/>
                  </a:lnTo>
                  <a:lnTo>
                    <a:pt x="29036" y="17955"/>
                  </a:lnTo>
                  <a:lnTo>
                    <a:pt x="29055" y="18034"/>
                  </a:lnTo>
                  <a:lnTo>
                    <a:pt x="28976" y="18074"/>
                  </a:lnTo>
                  <a:lnTo>
                    <a:pt x="28917" y="18133"/>
                  </a:lnTo>
                  <a:lnTo>
                    <a:pt x="28818" y="18271"/>
                  </a:lnTo>
                  <a:lnTo>
                    <a:pt x="28700" y="18469"/>
                  </a:lnTo>
                  <a:lnTo>
                    <a:pt x="28621" y="18686"/>
                  </a:lnTo>
                  <a:lnTo>
                    <a:pt x="28660" y="18686"/>
                  </a:lnTo>
                  <a:lnTo>
                    <a:pt x="28680" y="18706"/>
                  </a:lnTo>
                  <a:lnTo>
                    <a:pt x="28720" y="18745"/>
                  </a:lnTo>
                  <a:lnTo>
                    <a:pt x="28720" y="18844"/>
                  </a:lnTo>
                  <a:lnTo>
                    <a:pt x="28720" y="18943"/>
                  </a:lnTo>
                  <a:lnTo>
                    <a:pt x="28720" y="19042"/>
                  </a:lnTo>
                  <a:lnTo>
                    <a:pt x="28720" y="19121"/>
                  </a:lnTo>
                  <a:lnTo>
                    <a:pt x="28759" y="19160"/>
                  </a:lnTo>
                  <a:lnTo>
                    <a:pt x="28799" y="19160"/>
                  </a:lnTo>
                  <a:lnTo>
                    <a:pt x="28799" y="19081"/>
                  </a:lnTo>
                  <a:lnTo>
                    <a:pt x="28818" y="19042"/>
                  </a:lnTo>
                  <a:lnTo>
                    <a:pt x="28838" y="19002"/>
                  </a:lnTo>
                  <a:lnTo>
                    <a:pt x="28858" y="18963"/>
                  </a:lnTo>
                  <a:lnTo>
                    <a:pt x="28917" y="18923"/>
                  </a:lnTo>
                  <a:lnTo>
                    <a:pt x="28957" y="18903"/>
                  </a:lnTo>
                  <a:lnTo>
                    <a:pt x="28937" y="19022"/>
                  </a:lnTo>
                  <a:lnTo>
                    <a:pt x="28937" y="19081"/>
                  </a:lnTo>
                  <a:lnTo>
                    <a:pt x="28957" y="19101"/>
                  </a:lnTo>
                  <a:lnTo>
                    <a:pt x="28996" y="19101"/>
                  </a:lnTo>
                  <a:lnTo>
                    <a:pt x="29055" y="19121"/>
                  </a:lnTo>
                  <a:lnTo>
                    <a:pt x="29055" y="19140"/>
                  </a:lnTo>
                  <a:lnTo>
                    <a:pt x="29055" y="19200"/>
                  </a:lnTo>
                  <a:lnTo>
                    <a:pt x="28976" y="19358"/>
                  </a:lnTo>
                  <a:lnTo>
                    <a:pt x="28937" y="19437"/>
                  </a:lnTo>
                  <a:lnTo>
                    <a:pt x="28897" y="19476"/>
                  </a:lnTo>
                  <a:lnTo>
                    <a:pt x="28878" y="19456"/>
                  </a:lnTo>
                  <a:lnTo>
                    <a:pt x="28858" y="19456"/>
                  </a:lnTo>
                  <a:lnTo>
                    <a:pt x="28818" y="19476"/>
                  </a:lnTo>
                  <a:lnTo>
                    <a:pt x="28759" y="19535"/>
                  </a:lnTo>
                  <a:lnTo>
                    <a:pt x="28680" y="19693"/>
                  </a:lnTo>
                  <a:lnTo>
                    <a:pt x="28641" y="19338"/>
                  </a:lnTo>
                  <a:lnTo>
                    <a:pt x="28621" y="19101"/>
                  </a:lnTo>
                  <a:lnTo>
                    <a:pt x="28621" y="18844"/>
                  </a:lnTo>
                  <a:lnTo>
                    <a:pt x="28581" y="18844"/>
                  </a:lnTo>
                  <a:lnTo>
                    <a:pt x="28561" y="18884"/>
                  </a:lnTo>
                  <a:lnTo>
                    <a:pt x="28522" y="19002"/>
                  </a:lnTo>
                  <a:lnTo>
                    <a:pt x="28482" y="19160"/>
                  </a:lnTo>
                  <a:lnTo>
                    <a:pt x="28443" y="19219"/>
                  </a:lnTo>
                  <a:lnTo>
                    <a:pt x="28482" y="19219"/>
                  </a:lnTo>
                  <a:lnTo>
                    <a:pt x="28502" y="19239"/>
                  </a:lnTo>
                  <a:lnTo>
                    <a:pt x="28522" y="19279"/>
                  </a:lnTo>
                  <a:lnTo>
                    <a:pt x="28561" y="19338"/>
                  </a:lnTo>
                  <a:lnTo>
                    <a:pt x="28581" y="19338"/>
                  </a:lnTo>
                  <a:lnTo>
                    <a:pt x="28601" y="19298"/>
                  </a:lnTo>
                  <a:lnTo>
                    <a:pt x="28542" y="19693"/>
                  </a:lnTo>
                  <a:lnTo>
                    <a:pt x="28463" y="20088"/>
                  </a:lnTo>
                  <a:lnTo>
                    <a:pt x="28403" y="20306"/>
                  </a:lnTo>
                  <a:lnTo>
                    <a:pt x="28344" y="20503"/>
                  </a:lnTo>
                  <a:lnTo>
                    <a:pt x="28265" y="20720"/>
                  </a:lnTo>
                  <a:lnTo>
                    <a:pt x="28166" y="20918"/>
                  </a:lnTo>
                  <a:lnTo>
                    <a:pt x="28127" y="20859"/>
                  </a:lnTo>
                  <a:lnTo>
                    <a:pt x="28127" y="20799"/>
                  </a:lnTo>
                  <a:lnTo>
                    <a:pt x="28127" y="20661"/>
                  </a:lnTo>
                  <a:lnTo>
                    <a:pt x="28206" y="20365"/>
                  </a:lnTo>
                  <a:lnTo>
                    <a:pt x="28226" y="20207"/>
                  </a:lnTo>
                  <a:lnTo>
                    <a:pt x="28245" y="20088"/>
                  </a:lnTo>
                  <a:lnTo>
                    <a:pt x="28226" y="20029"/>
                  </a:lnTo>
                  <a:lnTo>
                    <a:pt x="28186" y="19990"/>
                  </a:lnTo>
                  <a:lnTo>
                    <a:pt x="28147" y="19970"/>
                  </a:lnTo>
                  <a:lnTo>
                    <a:pt x="28087" y="19970"/>
                  </a:lnTo>
                  <a:lnTo>
                    <a:pt x="28048" y="20148"/>
                  </a:lnTo>
                  <a:lnTo>
                    <a:pt x="28048" y="20266"/>
                  </a:lnTo>
                  <a:lnTo>
                    <a:pt x="28048" y="20365"/>
                  </a:lnTo>
                  <a:lnTo>
                    <a:pt x="28028" y="20404"/>
                  </a:lnTo>
                  <a:lnTo>
                    <a:pt x="27989" y="20483"/>
                  </a:lnTo>
                  <a:lnTo>
                    <a:pt x="27910" y="20523"/>
                  </a:lnTo>
                  <a:lnTo>
                    <a:pt x="27831" y="20602"/>
                  </a:lnTo>
                  <a:lnTo>
                    <a:pt x="27771" y="20701"/>
                  </a:lnTo>
                  <a:lnTo>
                    <a:pt x="27692" y="20799"/>
                  </a:lnTo>
                  <a:lnTo>
                    <a:pt x="27554" y="21056"/>
                  </a:lnTo>
                  <a:lnTo>
                    <a:pt x="27475" y="21175"/>
                  </a:lnTo>
                  <a:lnTo>
                    <a:pt x="27396" y="21293"/>
                  </a:lnTo>
                  <a:lnTo>
                    <a:pt x="27554" y="21214"/>
                  </a:lnTo>
                  <a:lnTo>
                    <a:pt x="27534" y="21274"/>
                  </a:lnTo>
                  <a:lnTo>
                    <a:pt x="27495" y="21333"/>
                  </a:lnTo>
                  <a:lnTo>
                    <a:pt x="27396" y="21451"/>
                  </a:lnTo>
                  <a:lnTo>
                    <a:pt x="27179" y="21649"/>
                  </a:lnTo>
                  <a:lnTo>
                    <a:pt x="27179" y="21590"/>
                  </a:lnTo>
                  <a:lnTo>
                    <a:pt x="27100" y="21748"/>
                  </a:lnTo>
                  <a:lnTo>
                    <a:pt x="27060" y="21748"/>
                  </a:lnTo>
                  <a:lnTo>
                    <a:pt x="27021" y="21807"/>
                  </a:lnTo>
                  <a:lnTo>
                    <a:pt x="26962" y="21886"/>
                  </a:lnTo>
                  <a:lnTo>
                    <a:pt x="26764" y="22064"/>
                  </a:lnTo>
                  <a:lnTo>
                    <a:pt x="26547" y="22222"/>
                  </a:lnTo>
                  <a:lnTo>
                    <a:pt x="26349" y="22399"/>
                  </a:lnTo>
                  <a:lnTo>
                    <a:pt x="26369" y="22419"/>
                  </a:lnTo>
                  <a:lnTo>
                    <a:pt x="26409" y="22399"/>
                  </a:lnTo>
                  <a:lnTo>
                    <a:pt x="26527" y="22320"/>
                  </a:lnTo>
                  <a:lnTo>
                    <a:pt x="26646" y="22202"/>
                  </a:lnTo>
                  <a:lnTo>
                    <a:pt x="26764" y="22103"/>
                  </a:lnTo>
                  <a:lnTo>
                    <a:pt x="26942" y="22044"/>
                  </a:lnTo>
                  <a:lnTo>
                    <a:pt x="26981" y="22024"/>
                  </a:lnTo>
                  <a:lnTo>
                    <a:pt x="27021" y="22044"/>
                  </a:lnTo>
                  <a:lnTo>
                    <a:pt x="27041" y="22064"/>
                  </a:lnTo>
                  <a:lnTo>
                    <a:pt x="27041" y="22103"/>
                  </a:lnTo>
                  <a:lnTo>
                    <a:pt x="26804" y="22320"/>
                  </a:lnTo>
                  <a:lnTo>
                    <a:pt x="26606" y="22538"/>
                  </a:lnTo>
                  <a:lnTo>
                    <a:pt x="26389" y="22755"/>
                  </a:lnTo>
                  <a:lnTo>
                    <a:pt x="26251" y="22854"/>
                  </a:lnTo>
                  <a:lnTo>
                    <a:pt x="26092" y="22952"/>
                  </a:lnTo>
                  <a:lnTo>
                    <a:pt x="26092" y="22952"/>
                  </a:lnTo>
                  <a:lnTo>
                    <a:pt x="26251" y="22913"/>
                  </a:lnTo>
                  <a:lnTo>
                    <a:pt x="26211" y="22972"/>
                  </a:lnTo>
                  <a:lnTo>
                    <a:pt x="26152" y="23012"/>
                  </a:lnTo>
                  <a:lnTo>
                    <a:pt x="26033" y="23091"/>
                  </a:lnTo>
                  <a:lnTo>
                    <a:pt x="25717" y="23229"/>
                  </a:lnTo>
                  <a:lnTo>
                    <a:pt x="25599" y="23249"/>
                  </a:lnTo>
                  <a:lnTo>
                    <a:pt x="25579" y="23229"/>
                  </a:lnTo>
                  <a:lnTo>
                    <a:pt x="25559" y="23209"/>
                  </a:lnTo>
                  <a:lnTo>
                    <a:pt x="25579" y="23170"/>
                  </a:lnTo>
                  <a:lnTo>
                    <a:pt x="25638" y="23110"/>
                  </a:lnTo>
                  <a:lnTo>
                    <a:pt x="25717" y="23012"/>
                  </a:lnTo>
                  <a:lnTo>
                    <a:pt x="25737" y="22992"/>
                  </a:lnTo>
                  <a:lnTo>
                    <a:pt x="25717" y="22972"/>
                  </a:lnTo>
                  <a:lnTo>
                    <a:pt x="25658" y="22972"/>
                  </a:lnTo>
                  <a:lnTo>
                    <a:pt x="25717" y="22913"/>
                  </a:lnTo>
                  <a:lnTo>
                    <a:pt x="25776" y="22873"/>
                  </a:lnTo>
                  <a:lnTo>
                    <a:pt x="25895" y="22794"/>
                  </a:lnTo>
                  <a:lnTo>
                    <a:pt x="25954" y="22755"/>
                  </a:lnTo>
                  <a:lnTo>
                    <a:pt x="26013" y="22715"/>
                  </a:lnTo>
                  <a:lnTo>
                    <a:pt x="26033" y="22676"/>
                  </a:lnTo>
                  <a:lnTo>
                    <a:pt x="26033" y="22617"/>
                  </a:lnTo>
                  <a:lnTo>
                    <a:pt x="25875" y="22597"/>
                  </a:lnTo>
                  <a:lnTo>
                    <a:pt x="25717" y="22577"/>
                  </a:lnTo>
                  <a:lnTo>
                    <a:pt x="25678" y="22636"/>
                  </a:lnTo>
                  <a:lnTo>
                    <a:pt x="25599" y="22676"/>
                  </a:lnTo>
                  <a:lnTo>
                    <a:pt x="25441" y="22715"/>
                  </a:lnTo>
                  <a:lnTo>
                    <a:pt x="25302" y="22735"/>
                  </a:lnTo>
                  <a:lnTo>
                    <a:pt x="25243" y="22735"/>
                  </a:lnTo>
                  <a:lnTo>
                    <a:pt x="25184" y="22755"/>
                  </a:lnTo>
                  <a:lnTo>
                    <a:pt x="25362" y="22794"/>
                  </a:lnTo>
                  <a:lnTo>
                    <a:pt x="25362" y="22834"/>
                  </a:lnTo>
                  <a:lnTo>
                    <a:pt x="25342" y="22873"/>
                  </a:lnTo>
                  <a:lnTo>
                    <a:pt x="25322" y="22873"/>
                  </a:lnTo>
                  <a:lnTo>
                    <a:pt x="25283" y="22893"/>
                  </a:lnTo>
                  <a:lnTo>
                    <a:pt x="25144" y="22873"/>
                  </a:lnTo>
                  <a:lnTo>
                    <a:pt x="25302" y="23051"/>
                  </a:lnTo>
                  <a:lnTo>
                    <a:pt x="25381" y="23031"/>
                  </a:lnTo>
                  <a:lnTo>
                    <a:pt x="25460" y="22992"/>
                  </a:lnTo>
                  <a:lnTo>
                    <a:pt x="25579" y="22893"/>
                  </a:lnTo>
                  <a:lnTo>
                    <a:pt x="25618" y="22854"/>
                  </a:lnTo>
                  <a:lnTo>
                    <a:pt x="25678" y="22814"/>
                  </a:lnTo>
                  <a:lnTo>
                    <a:pt x="25737" y="22794"/>
                  </a:lnTo>
                  <a:lnTo>
                    <a:pt x="25816" y="22794"/>
                  </a:lnTo>
                  <a:lnTo>
                    <a:pt x="25618" y="22952"/>
                  </a:lnTo>
                  <a:lnTo>
                    <a:pt x="25520" y="23091"/>
                  </a:lnTo>
                  <a:lnTo>
                    <a:pt x="25460" y="23150"/>
                  </a:lnTo>
                  <a:lnTo>
                    <a:pt x="25381" y="23209"/>
                  </a:lnTo>
                  <a:lnTo>
                    <a:pt x="25283" y="23268"/>
                  </a:lnTo>
                  <a:lnTo>
                    <a:pt x="25105" y="23328"/>
                  </a:lnTo>
                  <a:lnTo>
                    <a:pt x="25105" y="23308"/>
                  </a:lnTo>
                  <a:lnTo>
                    <a:pt x="25105" y="23288"/>
                  </a:lnTo>
                  <a:lnTo>
                    <a:pt x="25144" y="23268"/>
                  </a:lnTo>
                  <a:lnTo>
                    <a:pt x="25204" y="23249"/>
                  </a:lnTo>
                  <a:lnTo>
                    <a:pt x="25243" y="23189"/>
                  </a:lnTo>
                  <a:lnTo>
                    <a:pt x="25243" y="23189"/>
                  </a:lnTo>
                  <a:lnTo>
                    <a:pt x="25164" y="23209"/>
                  </a:lnTo>
                  <a:lnTo>
                    <a:pt x="25105" y="23229"/>
                  </a:lnTo>
                  <a:lnTo>
                    <a:pt x="24967" y="23288"/>
                  </a:lnTo>
                  <a:lnTo>
                    <a:pt x="24888" y="23328"/>
                  </a:lnTo>
                  <a:lnTo>
                    <a:pt x="24809" y="23367"/>
                  </a:lnTo>
                  <a:lnTo>
                    <a:pt x="24730" y="23387"/>
                  </a:lnTo>
                  <a:lnTo>
                    <a:pt x="24611" y="23387"/>
                  </a:lnTo>
                  <a:lnTo>
                    <a:pt x="24749" y="23328"/>
                  </a:lnTo>
                  <a:lnTo>
                    <a:pt x="24848" y="23249"/>
                  </a:lnTo>
                  <a:lnTo>
                    <a:pt x="24868" y="23209"/>
                  </a:lnTo>
                  <a:lnTo>
                    <a:pt x="24868" y="23170"/>
                  </a:lnTo>
                  <a:lnTo>
                    <a:pt x="24848" y="23130"/>
                  </a:lnTo>
                  <a:lnTo>
                    <a:pt x="24789" y="23110"/>
                  </a:lnTo>
                  <a:lnTo>
                    <a:pt x="24670" y="23288"/>
                  </a:lnTo>
                  <a:lnTo>
                    <a:pt x="24591" y="23288"/>
                  </a:lnTo>
                  <a:lnTo>
                    <a:pt x="24572" y="23249"/>
                  </a:lnTo>
                  <a:lnTo>
                    <a:pt x="24552" y="23229"/>
                  </a:lnTo>
                  <a:lnTo>
                    <a:pt x="24473" y="23229"/>
                  </a:lnTo>
                  <a:lnTo>
                    <a:pt x="24453" y="23249"/>
                  </a:lnTo>
                  <a:lnTo>
                    <a:pt x="24453" y="23308"/>
                  </a:lnTo>
                  <a:lnTo>
                    <a:pt x="24453" y="23328"/>
                  </a:lnTo>
                  <a:lnTo>
                    <a:pt x="24433" y="23347"/>
                  </a:lnTo>
                  <a:lnTo>
                    <a:pt x="24394" y="23367"/>
                  </a:lnTo>
                  <a:lnTo>
                    <a:pt x="24295" y="23367"/>
                  </a:lnTo>
                  <a:lnTo>
                    <a:pt x="24216" y="23328"/>
                  </a:lnTo>
                  <a:lnTo>
                    <a:pt x="24196" y="23308"/>
                  </a:lnTo>
                  <a:lnTo>
                    <a:pt x="24196" y="23288"/>
                  </a:lnTo>
                  <a:lnTo>
                    <a:pt x="24038" y="23288"/>
                  </a:lnTo>
                  <a:lnTo>
                    <a:pt x="23979" y="23308"/>
                  </a:lnTo>
                  <a:lnTo>
                    <a:pt x="23900" y="23347"/>
                  </a:lnTo>
                  <a:lnTo>
                    <a:pt x="23841" y="23387"/>
                  </a:lnTo>
                  <a:lnTo>
                    <a:pt x="23742" y="23407"/>
                  </a:lnTo>
                  <a:lnTo>
                    <a:pt x="23841" y="23407"/>
                  </a:lnTo>
                  <a:lnTo>
                    <a:pt x="23900" y="23446"/>
                  </a:lnTo>
                  <a:lnTo>
                    <a:pt x="23940" y="23486"/>
                  </a:lnTo>
                  <a:lnTo>
                    <a:pt x="23959" y="23525"/>
                  </a:lnTo>
                  <a:lnTo>
                    <a:pt x="23940" y="23585"/>
                  </a:lnTo>
                  <a:lnTo>
                    <a:pt x="23900" y="23624"/>
                  </a:lnTo>
                  <a:lnTo>
                    <a:pt x="23821" y="23644"/>
                  </a:lnTo>
                  <a:lnTo>
                    <a:pt x="23722" y="23664"/>
                  </a:lnTo>
                  <a:lnTo>
                    <a:pt x="23169" y="23604"/>
                  </a:lnTo>
                  <a:lnTo>
                    <a:pt x="23051" y="23565"/>
                  </a:lnTo>
                  <a:lnTo>
                    <a:pt x="22952" y="23525"/>
                  </a:lnTo>
                  <a:lnTo>
                    <a:pt x="22853" y="23466"/>
                  </a:lnTo>
                  <a:lnTo>
                    <a:pt x="22754" y="23367"/>
                  </a:lnTo>
                  <a:lnTo>
                    <a:pt x="22537" y="23387"/>
                  </a:lnTo>
                  <a:lnTo>
                    <a:pt x="22577" y="23367"/>
                  </a:lnTo>
                  <a:lnTo>
                    <a:pt x="22577" y="23328"/>
                  </a:lnTo>
                  <a:lnTo>
                    <a:pt x="22478" y="23268"/>
                  </a:lnTo>
                  <a:lnTo>
                    <a:pt x="22320" y="23209"/>
                  </a:lnTo>
                  <a:lnTo>
                    <a:pt x="22201" y="23150"/>
                  </a:lnTo>
                  <a:lnTo>
                    <a:pt x="22221" y="23130"/>
                  </a:lnTo>
                  <a:lnTo>
                    <a:pt x="22300" y="23130"/>
                  </a:lnTo>
                  <a:lnTo>
                    <a:pt x="22517" y="23209"/>
                  </a:lnTo>
                  <a:lnTo>
                    <a:pt x="22636" y="23229"/>
                  </a:lnTo>
                  <a:lnTo>
                    <a:pt x="22735" y="23249"/>
                  </a:lnTo>
                  <a:lnTo>
                    <a:pt x="22833" y="23229"/>
                  </a:lnTo>
                  <a:lnTo>
                    <a:pt x="22853" y="23189"/>
                  </a:lnTo>
                  <a:lnTo>
                    <a:pt x="22873" y="23150"/>
                  </a:lnTo>
                  <a:lnTo>
                    <a:pt x="22754" y="23091"/>
                  </a:lnTo>
                  <a:lnTo>
                    <a:pt x="22754" y="23051"/>
                  </a:lnTo>
                  <a:lnTo>
                    <a:pt x="22754" y="23031"/>
                  </a:lnTo>
                  <a:lnTo>
                    <a:pt x="22794" y="22992"/>
                  </a:lnTo>
                  <a:lnTo>
                    <a:pt x="22873" y="22972"/>
                  </a:lnTo>
                  <a:lnTo>
                    <a:pt x="22794" y="22952"/>
                  </a:lnTo>
                  <a:lnTo>
                    <a:pt x="22735" y="22952"/>
                  </a:lnTo>
                  <a:lnTo>
                    <a:pt x="22695" y="22992"/>
                  </a:lnTo>
                  <a:lnTo>
                    <a:pt x="22675" y="23012"/>
                  </a:lnTo>
                  <a:lnTo>
                    <a:pt x="22636" y="23110"/>
                  </a:lnTo>
                  <a:lnTo>
                    <a:pt x="22596" y="23130"/>
                  </a:lnTo>
                  <a:lnTo>
                    <a:pt x="22557" y="23170"/>
                  </a:lnTo>
                  <a:lnTo>
                    <a:pt x="22537" y="23130"/>
                  </a:lnTo>
                  <a:lnTo>
                    <a:pt x="22498" y="23091"/>
                  </a:lnTo>
                  <a:lnTo>
                    <a:pt x="22379" y="23012"/>
                  </a:lnTo>
                  <a:lnTo>
                    <a:pt x="22320" y="22972"/>
                  </a:lnTo>
                  <a:lnTo>
                    <a:pt x="22280" y="22933"/>
                  </a:lnTo>
                  <a:lnTo>
                    <a:pt x="22280" y="22893"/>
                  </a:lnTo>
                  <a:lnTo>
                    <a:pt x="22340" y="22873"/>
                  </a:lnTo>
                  <a:lnTo>
                    <a:pt x="22261" y="22834"/>
                  </a:lnTo>
                  <a:lnTo>
                    <a:pt x="22201" y="22814"/>
                  </a:lnTo>
                  <a:lnTo>
                    <a:pt x="21964" y="22814"/>
                  </a:lnTo>
                  <a:lnTo>
                    <a:pt x="21925" y="22794"/>
                  </a:lnTo>
                  <a:lnTo>
                    <a:pt x="21866" y="22755"/>
                  </a:lnTo>
                  <a:lnTo>
                    <a:pt x="21964" y="22676"/>
                  </a:lnTo>
                  <a:lnTo>
                    <a:pt x="22004" y="22636"/>
                  </a:lnTo>
                  <a:lnTo>
                    <a:pt x="22043" y="22577"/>
                  </a:lnTo>
                  <a:lnTo>
                    <a:pt x="21984" y="22577"/>
                  </a:lnTo>
                  <a:lnTo>
                    <a:pt x="21925" y="22518"/>
                  </a:lnTo>
                  <a:lnTo>
                    <a:pt x="21826" y="22399"/>
                  </a:lnTo>
                  <a:lnTo>
                    <a:pt x="21826" y="22419"/>
                  </a:lnTo>
                  <a:lnTo>
                    <a:pt x="21806" y="22439"/>
                  </a:lnTo>
                  <a:lnTo>
                    <a:pt x="21767" y="22459"/>
                  </a:lnTo>
                  <a:lnTo>
                    <a:pt x="21767" y="22478"/>
                  </a:lnTo>
                  <a:lnTo>
                    <a:pt x="21767" y="22498"/>
                  </a:lnTo>
                  <a:lnTo>
                    <a:pt x="21866" y="22538"/>
                  </a:lnTo>
                  <a:lnTo>
                    <a:pt x="21806" y="22557"/>
                  </a:lnTo>
                  <a:lnTo>
                    <a:pt x="21747" y="22538"/>
                  </a:lnTo>
                  <a:lnTo>
                    <a:pt x="21609" y="22439"/>
                  </a:lnTo>
                  <a:lnTo>
                    <a:pt x="21510" y="22340"/>
                  </a:lnTo>
                  <a:lnTo>
                    <a:pt x="21451" y="22320"/>
                  </a:lnTo>
                  <a:lnTo>
                    <a:pt x="21431" y="22320"/>
                  </a:lnTo>
                  <a:lnTo>
                    <a:pt x="21431" y="22281"/>
                  </a:lnTo>
                  <a:lnTo>
                    <a:pt x="21411" y="22222"/>
                  </a:lnTo>
                  <a:lnTo>
                    <a:pt x="21372" y="22162"/>
                  </a:lnTo>
                  <a:lnTo>
                    <a:pt x="21313" y="22083"/>
                  </a:lnTo>
                  <a:lnTo>
                    <a:pt x="21174" y="21945"/>
                  </a:lnTo>
                  <a:lnTo>
                    <a:pt x="21115" y="21866"/>
                  </a:lnTo>
                  <a:lnTo>
                    <a:pt x="21095" y="21787"/>
                  </a:lnTo>
                  <a:lnTo>
                    <a:pt x="21016" y="21846"/>
                  </a:lnTo>
                  <a:lnTo>
                    <a:pt x="21016" y="21886"/>
                  </a:lnTo>
                  <a:lnTo>
                    <a:pt x="21016" y="21906"/>
                  </a:lnTo>
                  <a:lnTo>
                    <a:pt x="21056" y="21965"/>
                  </a:lnTo>
                  <a:lnTo>
                    <a:pt x="21135" y="22004"/>
                  </a:lnTo>
                  <a:lnTo>
                    <a:pt x="21194" y="22044"/>
                  </a:lnTo>
                  <a:lnTo>
                    <a:pt x="21253" y="22103"/>
                  </a:lnTo>
                  <a:lnTo>
                    <a:pt x="21273" y="22123"/>
                  </a:lnTo>
                  <a:lnTo>
                    <a:pt x="21273" y="22162"/>
                  </a:lnTo>
                  <a:lnTo>
                    <a:pt x="21273" y="22202"/>
                  </a:lnTo>
                  <a:lnTo>
                    <a:pt x="21253" y="22241"/>
                  </a:lnTo>
                  <a:lnTo>
                    <a:pt x="21135" y="22162"/>
                  </a:lnTo>
                  <a:lnTo>
                    <a:pt x="21036" y="22064"/>
                  </a:lnTo>
                  <a:lnTo>
                    <a:pt x="20917" y="21925"/>
                  </a:lnTo>
                  <a:lnTo>
                    <a:pt x="20858" y="21846"/>
                  </a:lnTo>
                  <a:lnTo>
                    <a:pt x="20819" y="21767"/>
                  </a:lnTo>
                  <a:lnTo>
                    <a:pt x="20700" y="21590"/>
                  </a:lnTo>
                  <a:lnTo>
                    <a:pt x="20700" y="21570"/>
                  </a:lnTo>
                  <a:lnTo>
                    <a:pt x="20680" y="21530"/>
                  </a:lnTo>
                  <a:lnTo>
                    <a:pt x="20641" y="21432"/>
                  </a:lnTo>
                  <a:lnTo>
                    <a:pt x="20582" y="21254"/>
                  </a:lnTo>
                  <a:lnTo>
                    <a:pt x="20522" y="21096"/>
                  </a:lnTo>
                  <a:lnTo>
                    <a:pt x="20463" y="20918"/>
                  </a:lnTo>
                  <a:lnTo>
                    <a:pt x="20404" y="20740"/>
                  </a:lnTo>
                  <a:lnTo>
                    <a:pt x="20345" y="20562"/>
                  </a:lnTo>
                  <a:lnTo>
                    <a:pt x="20325" y="20306"/>
                  </a:lnTo>
                  <a:lnTo>
                    <a:pt x="20345" y="20167"/>
                  </a:lnTo>
                  <a:lnTo>
                    <a:pt x="20364" y="20128"/>
                  </a:lnTo>
                  <a:lnTo>
                    <a:pt x="20384" y="20148"/>
                  </a:lnTo>
                  <a:lnTo>
                    <a:pt x="20463" y="20227"/>
                  </a:lnTo>
                  <a:lnTo>
                    <a:pt x="20503" y="20227"/>
                  </a:lnTo>
                  <a:lnTo>
                    <a:pt x="20522" y="20207"/>
                  </a:lnTo>
                  <a:lnTo>
                    <a:pt x="20542" y="20167"/>
                  </a:lnTo>
                  <a:lnTo>
                    <a:pt x="20661" y="20681"/>
                  </a:lnTo>
                  <a:lnTo>
                    <a:pt x="20700" y="20898"/>
                  </a:lnTo>
                  <a:lnTo>
                    <a:pt x="20740" y="21056"/>
                  </a:lnTo>
                  <a:lnTo>
                    <a:pt x="20819" y="21392"/>
                  </a:lnTo>
                  <a:lnTo>
                    <a:pt x="20858" y="21530"/>
                  </a:lnTo>
                  <a:lnTo>
                    <a:pt x="20898" y="21570"/>
                  </a:lnTo>
                  <a:lnTo>
                    <a:pt x="20937" y="21609"/>
                  </a:lnTo>
                  <a:lnTo>
                    <a:pt x="20898" y="21511"/>
                  </a:lnTo>
                  <a:lnTo>
                    <a:pt x="20878" y="21471"/>
                  </a:lnTo>
                  <a:lnTo>
                    <a:pt x="20858" y="21432"/>
                  </a:lnTo>
                  <a:lnTo>
                    <a:pt x="20838" y="21293"/>
                  </a:lnTo>
                  <a:lnTo>
                    <a:pt x="20759" y="21036"/>
                  </a:lnTo>
                  <a:lnTo>
                    <a:pt x="20720" y="20918"/>
                  </a:lnTo>
                  <a:lnTo>
                    <a:pt x="20700" y="20760"/>
                  </a:lnTo>
                  <a:lnTo>
                    <a:pt x="20562" y="20167"/>
                  </a:lnTo>
                  <a:lnTo>
                    <a:pt x="20463" y="19674"/>
                  </a:lnTo>
                  <a:lnTo>
                    <a:pt x="20364" y="19674"/>
                  </a:lnTo>
                  <a:lnTo>
                    <a:pt x="20246" y="19693"/>
                  </a:lnTo>
                  <a:lnTo>
                    <a:pt x="20068" y="19753"/>
                  </a:lnTo>
                  <a:lnTo>
                    <a:pt x="19792" y="19772"/>
                  </a:lnTo>
                  <a:lnTo>
                    <a:pt x="19594" y="19753"/>
                  </a:lnTo>
                  <a:lnTo>
                    <a:pt x="19416" y="19713"/>
                  </a:lnTo>
                  <a:lnTo>
                    <a:pt x="19239" y="19674"/>
                  </a:lnTo>
                  <a:lnTo>
                    <a:pt x="19041" y="19634"/>
                  </a:lnTo>
                  <a:lnTo>
                    <a:pt x="18824" y="19595"/>
                  </a:lnTo>
                  <a:lnTo>
                    <a:pt x="18527" y="19575"/>
                  </a:lnTo>
                  <a:lnTo>
                    <a:pt x="18448" y="19595"/>
                  </a:lnTo>
                  <a:lnTo>
                    <a:pt x="18409" y="19575"/>
                  </a:lnTo>
                  <a:lnTo>
                    <a:pt x="18310" y="19595"/>
                  </a:lnTo>
                  <a:lnTo>
                    <a:pt x="18350" y="19654"/>
                  </a:lnTo>
                  <a:lnTo>
                    <a:pt x="18369" y="19713"/>
                  </a:lnTo>
                  <a:lnTo>
                    <a:pt x="18429" y="19753"/>
                  </a:lnTo>
                  <a:lnTo>
                    <a:pt x="18606" y="19772"/>
                  </a:lnTo>
                  <a:lnTo>
                    <a:pt x="18508" y="19792"/>
                  </a:lnTo>
                  <a:lnTo>
                    <a:pt x="18409" y="19792"/>
                  </a:lnTo>
                  <a:lnTo>
                    <a:pt x="18290" y="19772"/>
                  </a:lnTo>
                  <a:lnTo>
                    <a:pt x="18053" y="19753"/>
                  </a:lnTo>
                  <a:lnTo>
                    <a:pt x="18034" y="19772"/>
                  </a:lnTo>
                  <a:lnTo>
                    <a:pt x="18034" y="19792"/>
                  </a:lnTo>
                  <a:lnTo>
                    <a:pt x="18093" y="19832"/>
                  </a:lnTo>
                  <a:lnTo>
                    <a:pt x="18132" y="19851"/>
                  </a:lnTo>
                  <a:lnTo>
                    <a:pt x="18132" y="19871"/>
                  </a:lnTo>
                  <a:lnTo>
                    <a:pt x="18113" y="19891"/>
                  </a:lnTo>
                  <a:lnTo>
                    <a:pt x="18053" y="19891"/>
                  </a:lnTo>
                  <a:lnTo>
                    <a:pt x="17915" y="19851"/>
                  </a:lnTo>
                  <a:lnTo>
                    <a:pt x="17856" y="19812"/>
                  </a:lnTo>
                  <a:lnTo>
                    <a:pt x="17856" y="19792"/>
                  </a:lnTo>
                  <a:lnTo>
                    <a:pt x="17856" y="19753"/>
                  </a:lnTo>
                  <a:lnTo>
                    <a:pt x="17737" y="19753"/>
                  </a:lnTo>
                  <a:lnTo>
                    <a:pt x="17619" y="19713"/>
                  </a:lnTo>
                  <a:lnTo>
                    <a:pt x="17540" y="19674"/>
                  </a:lnTo>
                  <a:lnTo>
                    <a:pt x="17500" y="19614"/>
                  </a:lnTo>
                  <a:lnTo>
                    <a:pt x="17441" y="19575"/>
                  </a:lnTo>
                  <a:lnTo>
                    <a:pt x="17382" y="19535"/>
                  </a:lnTo>
                  <a:lnTo>
                    <a:pt x="17283" y="19535"/>
                  </a:lnTo>
                  <a:lnTo>
                    <a:pt x="17125" y="19555"/>
                  </a:lnTo>
                  <a:lnTo>
                    <a:pt x="17165" y="19575"/>
                  </a:lnTo>
                  <a:lnTo>
                    <a:pt x="17224" y="19595"/>
                  </a:lnTo>
                  <a:lnTo>
                    <a:pt x="17283" y="19595"/>
                  </a:lnTo>
                  <a:lnTo>
                    <a:pt x="17362" y="19634"/>
                  </a:lnTo>
                  <a:lnTo>
                    <a:pt x="17362" y="19654"/>
                  </a:lnTo>
                  <a:lnTo>
                    <a:pt x="17342" y="19693"/>
                  </a:lnTo>
                  <a:lnTo>
                    <a:pt x="17303" y="19713"/>
                  </a:lnTo>
                  <a:lnTo>
                    <a:pt x="17244" y="19753"/>
                  </a:lnTo>
                  <a:lnTo>
                    <a:pt x="17086" y="19772"/>
                  </a:lnTo>
                  <a:lnTo>
                    <a:pt x="16908" y="19772"/>
                  </a:lnTo>
                  <a:lnTo>
                    <a:pt x="16928" y="19753"/>
                  </a:lnTo>
                  <a:lnTo>
                    <a:pt x="16908" y="19733"/>
                  </a:lnTo>
                  <a:lnTo>
                    <a:pt x="16849" y="19693"/>
                  </a:lnTo>
                  <a:lnTo>
                    <a:pt x="16730" y="19674"/>
                  </a:lnTo>
                  <a:lnTo>
                    <a:pt x="16631" y="19634"/>
                  </a:lnTo>
                  <a:lnTo>
                    <a:pt x="16631" y="19595"/>
                  </a:lnTo>
                  <a:lnTo>
                    <a:pt x="16651" y="19575"/>
                  </a:lnTo>
                  <a:lnTo>
                    <a:pt x="16789" y="19614"/>
                  </a:lnTo>
                  <a:lnTo>
                    <a:pt x="16947" y="19654"/>
                  </a:lnTo>
                  <a:lnTo>
                    <a:pt x="17007" y="19654"/>
                  </a:lnTo>
                  <a:lnTo>
                    <a:pt x="17066" y="19634"/>
                  </a:lnTo>
                  <a:lnTo>
                    <a:pt x="16710" y="19516"/>
                  </a:lnTo>
                  <a:lnTo>
                    <a:pt x="16770" y="19555"/>
                  </a:lnTo>
                  <a:lnTo>
                    <a:pt x="16335" y="19535"/>
                  </a:lnTo>
                  <a:lnTo>
                    <a:pt x="16335" y="19535"/>
                  </a:lnTo>
                  <a:lnTo>
                    <a:pt x="16414" y="19555"/>
                  </a:lnTo>
                  <a:lnTo>
                    <a:pt x="16473" y="19595"/>
                  </a:lnTo>
                  <a:lnTo>
                    <a:pt x="16473" y="19614"/>
                  </a:lnTo>
                  <a:lnTo>
                    <a:pt x="16473" y="19654"/>
                  </a:lnTo>
                  <a:lnTo>
                    <a:pt x="16434" y="19674"/>
                  </a:lnTo>
                  <a:lnTo>
                    <a:pt x="16394" y="19693"/>
                  </a:lnTo>
                  <a:lnTo>
                    <a:pt x="16276" y="19693"/>
                  </a:lnTo>
                  <a:lnTo>
                    <a:pt x="16078" y="19595"/>
                  </a:lnTo>
                  <a:lnTo>
                    <a:pt x="15920" y="19476"/>
                  </a:lnTo>
                  <a:lnTo>
                    <a:pt x="15861" y="19437"/>
                  </a:lnTo>
                  <a:lnTo>
                    <a:pt x="15841" y="19377"/>
                  </a:lnTo>
                  <a:lnTo>
                    <a:pt x="15821" y="19338"/>
                  </a:lnTo>
                  <a:lnTo>
                    <a:pt x="15841" y="19279"/>
                  </a:lnTo>
                  <a:lnTo>
                    <a:pt x="15841" y="19279"/>
                  </a:lnTo>
                  <a:lnTo>
                    <a:pt x="15802" y="19318"/>
                  </a:lnTo>
                  <a:lnTo>
                    <a:pt x="15663" y="19318"/>
                  </a:lnTo>
                  <a:lnTo>
                    <a:pt x="15565" y="19279"/>
                  </a:lnTo>
                  <a:lnTo>
                    <a:pt x="15367" y="19200"/>
                  </a:lnTo>
                  <a:lnTo>
                    <a:pt x="15170" y="19101"/>
                  </a:lnTo>
                  <a:lnTo>
                    <a:pt x="15170" y="19101"/>
                  </a:lnTo>
                  <a:lnTo>
                    <a:pt x="15249" y="19160"/>
                  </a:lnTo>
                  <a:lnTo>
                    <a:pt x="15268" y="19219"/>
                  </a:lnTo>
                  <a:lnTo>
                    <a:pt x="15268" y="19239"/>
                  </a:lnTo>
                  <a:lnTo>
                    <a:pt x="15150" y="19239"/>
                  </a:lnTo>
                  <a:lnTo>
                    <a:pt x="15051" y="19219"/>
                  </a:lnTo>
                  <a:lnTo>
                    <a:pt x="14913" y="19042"/>
                  </a:lnTo>
                  <a:lnTo>
                    <a:pt x="14775" y="18864"/>
                  </a:lnTo>
                  <a:lnTo>
                    <a:pt x="14873" y="18923"/>
                  </a:lnTo>
                  <a:lnTo>
                    <a:pt x="14952" y="18923"/>
                  </a:lnTo>
                  <a:lnTo>
                    <a:pt x="14952" y="18903"/>
                  </a:lnTo>
                  <a:lnTo>
                    <a:pt x="14933" y="18864"/>
                  </a:lnTo>
                  <a:lnTo>
                    <a:pt x="14873" y="18745"/>
                  </a:lnTo>
                  <a:lnTo>
                    <a:pt x="14873" y="18706"/>
                  </a:lnTo>
                  <a:lnTo>
                    <a:pt x="14893" y="18686"/>
                  </a:lnTo>
                  <a:lnTo>
                    <a:pt x="15051" y="18686"/>
                  </a:lnTo>
                  <a:lnTo>
                    <a:pt x="15110" y="18725"/>
                  </a:lnTo>
                  <a:lnTo>
                    <a:pt x="15189" y="18765"/>
                  </a:lnTo>
                  <a:lnTo>
                    <a:pt x="15466" y="18982"/>
                  </a:lnTo>
                  <a:lnTo>
                    <a:pt x="15367" y="18844"/>
                  </a:lnTo>
                  <a:lnTo>
                    <a:pt x="15249" y="18765"/>
                  </a:lnTo>
                  <a:lnTo>
                    <a:pt x="15150" y="18706"/>
                  </a:lnTo>
                  <a:lnTo>
                    <a:pt x="15031" y="18666"/>
                  </a:lnTo>
                  <a:lnTo>
                    <a:pt x="14913" y="18627"/>
                  </a:lnTo>
                  <a:lnTo>
                    <a:pt x="14814" y="18587"/>
                  </a:lnTo>
                  <a:lnTo>
                    <a:pt x="14696" y="18508"/>
                  </a:lnTo>
                  <a:lnTo>
                    <a:pt x="14656" y="18469"/>
                  </a:lnTo>
                  <a:lnTo>
                    <a:pt x="14617" y="18409"/>
                  </a:lnTo>
                  <a:lnTo>
                    <a:pt x="14656" y="18370"/>
                  </a:lnTo>
                  <a:lnTo>
                    <a:pt x="14696" y="18350"/>
                  </a:lnTo>
                  <a:lnTo>
                    <a:pt x="14775" y="18370"/>
                  </a:lnTo>
                  <a:lnTo>
                    <a:pt x="14854" y="18429"/>
                  </a:lnTo>
                  <a:lnTo>
                    <a:pt x="14834" y="18409"/>
                  </a:lnTo>
                  <a:lnTo>
                    <a:pt x="14794" y="18370"/>
                  </a:lnTo>
                  <a:lnTo>
                    <a:pt x="14656" y="18311"/>
                  </a:lnTo>
                  <a:lnTo>
                    <a:pt x="14498" y="18212"/>
                  </a:lnTo>
                  <a:lnTo>
                    <a:pt x="14419" y="18153"/>
                  </a:lnTo>
                  <a:lnTo>
                    <a:pt x="14360" y="18054"/>
                  </a:lnTo>
                  <a:lnTo>
                    <a:pt x="14360" y="18133"/>
                  </a:lnTo>
                  <a:lnTo>
                    <a:pt x="14360" y="18212"/>
                  </a:lnTo>
                  <a:lnTo>
                    <a:pt x="14340" y="18251"/>
                  </a:lnTo>
                  <a:lnTo>
                    <a:pt x="14301" y="18251"/>
                  </a:lnTo>
                  <a:lnTo>
                    <a:pt x="14241" y="18232"/>
                  </a:lnTo>
                  <a:lnTo>
                    <a:pt x="14162" y="18192"/>
                  </a:lnTo>
                  <a:lnTo>
                    <a:pt x="14064" y="17975"/>
                  </a:lnTo>
                  <a:lnTo>
                    <a:pt x="13925" y="17758"/>
                  </a:lnTo>
                  <a:lnTo>
                    <a:pt x="13787" y="17639"/>
                  </a:lnTo>
                  <a:lnTo>
                    <a:pt x="13668" y="17560"/>
                  </a:lnTo>
                  <a:lnTo>
                    <a:pt x="13550" y="17560"/>
                  </a:lnTo>
                  <a:lnTo>
                    <a:pt x="13491" y="17580"/>
                  </a:lnTo>
                  <a:lnTo>
                    <a:pt x="13313" y="17580"/>
                  </a:lnTo>
                  <a:lnTo>
                    <a:pt x="13155" y="17521"/>
                  </a:lnTo>
                  <a:lnTo>
                    <a:pt x="13293" y="17659"/>
                  </a:lnTo>
                  <a:lnTo>
                    <a:pt x="13412" y="17797"/>
                  </a:lnTo>
                  <a:lnTo>
                    <a:pt x="13372" y="17817"/>
                  </a:lnTo>
                  <a:lnTo>
                    <a:pt x="13333" y="17817"/>
                  </a:lnTo>
                  <a:lnTo>
                    <a:pt x="13254" y="17777"/>
                  </a:lnTo>
                  <a:lnTo>
                    <a:pt x="13056" y="17679"/>
                  </a:lnTo>
                  <a:lnTo>
                    <a:pt x="12938" y="17639"/>
                  </a:lnTo>
                  <a:lnTo>
                    <a:pt x="12859" y="17600"/>
                  </a:lnTo>
                  <a:lnTo>
                    <a:pt x="12760" y="17600"/>
                  </a:lnTo>
                  <a:lnTo>
                    <a:pt x="12740" y="17639"/>
                  </a:lnTo>
                  <a:lnTo>
                    <a:pt x="12918" y="17698"/>
                  </a:lnTo>
                  <a:lnTo>
                    <a:pt x="13096" y="17738"/>
                  </a:lnTo>
                  <a:lnTo>
                    <a:pt x="13273" y="17817"/>
                  </a:lnTo>
                  <a:lnTo>
                    <a:pt x="13372" y="17856"/>
                  </a:lnTo>
                  <a:lnTo>
                    <a:pt x="13451" y="17935"/>
                  </a:lnTo>
                  <a:lnTo>
                    <a:pt x="13431" y="17995"/>
                  </a:lnTo>
                  <a:lnTo>
                    <a:pt x="13392" y="17995"/>
                  </a:lnTo>
                  <a:lnTo>
                    <a:pt x="13333" y="17975"/>
                  </a:lnTo>
                  <a:lnTo>
                    <a:pt x="13234" y="17916"/>
                  </a:lnTo>
                  <a:lnTo>
                    <a:pt x="13036" y="17837"/>
                  </a:lnTo>
                  <a:lnTo>
                    <a:pt x="12957" y="17797"/>
                  </a:lnTo>
                  <a:lnTo>
                    <a:pt x="12878" y="17797"/>
                  </a:lnTo>
                  <a:lnTo>
                    <a:pt x="12582" y="17619"/>
                  </a:lnTo>
                  <a:lnTo>
                    <a:pt x="12424" y="17540"/>
                  </a:lnTo>
                  <a:lnTo>
                    <a:pt x="12108" y="17323"/>
                  </a:lnTo>
                  <a:lnTo>
                    <a:pt x="12128" y="17284"/>
                  </a:lnTo>
                  <a:lnTo>
                    <a:pt x="12167" y="17244"/>
                  </a:lnTo>
                  <a:lnTo>
                    <a:pt x="12246" y="17205"/>
                  </a:lnTo>
                  <a:lnTo>
                    <a:pt x="12365" y="17165"/>
                  </a:lnTo>
                  <a:lnTo>
                    <a:pt x="12503" y="17145"/>
                  </a:lnTo>
                  <a:lnTo>
                    <a:pt x="12641" y="17126"/>
                  </a:lnTo>
                  <a:lnTo>
                    <a:pt x="12760" y="17086"/>
                  </a:lnTo>
                  <a:lnTo>
                    <a:pt x="12799" y="17066"/>
                  </a:lnTo>
                  <a:lnTo>
                    <a:pt x="12859" y="17027"/>
                  </a:lnTo>
                  <a:lnTo>
                    <a:pt x="12878" y="16987"/>
                  </a:lnTo>
                  <a:lnTo>
                    <a:pt x="12878" y="16928"/>
                  </a:lnTo>
                  <a:lnTo>
                    <a:pt x="12424" y="16810"/>
                  </a:lnTo>
                  <a:lnTo>
                    <a:pt x="12029" y="16731"/>
                  </a:lnTo>
                  <a:lnTo>
                    <a:pt x="11891" y="16671"/>
                  </a:lnTo>
                  <a:lnTo>
                    <a:pt x="11753" y="16612"/>
                  </a:lnTo>
                  <a:lnTo>
                    <a:pt x="11634" y="16533"/>
                  </a:lnTo>
                  <a:lnTo>
                    <a:pt x="11535" y="16454"/>
                  </a:lnTo>
                  <a:lnTo>
                    <a:pt x="11417" y="16434"/>
                  </a:lnTo>
                  <a:lnTo>
                    <a:pt x="11318" y="16415"/>
                  </a:lnTo>
                  <a:lnTo>
                    <a:pt x="11239" y="16434"/>
                  </a:lnTo>
                  <a:lnTo>
                    <a:pt x="11180" y="16454"/>
                  </a:lnTo>
                  <a:lnTo>
                    <a:pt x="11140" y="16494"/>
                  </a:lnTo>
                  <a:lnTo>
                    <a:pt x="11101" y="16553"/>
                  </a:lnTo>
                  <a:lnTo>
                    <a:pt x="11081" y="16652"/>
                  </a:lnTo>
                  <a:lnTo>
                    <a:pt x="10982" y="16612"/>
                  </a:lnTo>
                  <a:lnTo>
                    <a:pt x="10903" y="16553"/>
                  </a:lnTo>
                  <a:lnTo>
                    <a:pt x="10785" y="16434"/>
                  </a:lnTo>
                  <a:lnTo>
                    <a:pt x="10785" y="16434"/>
                  </a:lnTo>
                  <a:lnTo>
                    <a:pt x="10982" y="16474"/>
                  </a:lnTo>
                  <a:lnTo>
                    <a:pt x="10666" y="16335"/>
                  </a:lnTo>
                  <a:lnTo>
                    <a:pt x="10370" y="16177"/>
                  </a:lnTo>
                  <a:lnTo>
                    <a:pt x="10074" y="16000"/>
                  </a:lnTo>
                  <a:lnTo>
                    <a:pt x="9738" y="15763"/>
                  </a:lnTo>
                  <a:lnTo>
                    <a:pt x="9639" y="15723"/>
                  </a:lnTo>
                  <a:lnTo>
                    <a:pt x="9560" y="15703"/>
                  </a:lnTo>
                  <a:lnTo>
                    <a:pt x="9521" y="15723"/>
                  </a:lnTo>
                  <a:lnTo>
                    <a:pt x="9481" y="15743"/>
                  </a:lnTo>
                  <a:lnTo>
                    <a:pt x="9461" y="15782"/>
                  </a:lnTo>
                  <a:lnTo>
                    <a:pt x="9461" y="15822"/>
                  </a:lnTo>
                  <a:lnTo>
                    <a:pt x="9461" y="15940"/>
                  </a:lnTo>
                  <a:lnTo>
                    <a:pt x="9145" y="15743"/>
                  </a:lnTo>
                  <a:lnTo>
                    <a:pt x="9185" y="15802"/>
                  </a:lnTo>
                  <a:lnTo>
                    <a:pt x="9106" y="15822"/>
                  </a:lnTo>
                  <a:lnTo>
                    <a:pt x="9046" y="15802"/>
                  </a:lnTo>
                  <a:lnTo>
                    <a:pt x="8967" y="15782"/>
                  </a:lnTo>
                  <a:lnTo>
                    <a:pt x="8888" y="15723"/>
                  </a:lnTo>
                  <a:lnTo>
                    <a:pt x="8730" y="15624"/>
                  </a:lnTo>
                  <a:lnTo>
                    <a:pt x="8592" y="15506"/>
                  </a:lnTo>
                  <a:lnTo>
                    <a:pt x="8592" y="15486"/>
                  </a:lnTo>
                  <a:lnTo>
                    <a:pt x="8770" y="15486"/>
                  </a:lnTo>
                  <a:lnTo>
                    <a:pt x="8632" y="15348"/>
                  </a:lnTo>
                  <a:lnTo>
                    <a:pt x="8474" y="15249"/>
                  </a:lnTo>
                  <a:lnTo>
                    <a:pt x="8296" y="15150"/>
                  </a:lnTo>
                  <a:lnTo>
                    <a:pt x="8158" y="15091"/>
                  </a:lnTo>
                  <a:lnTo>
                    <a:pt x="8217" y="15052"/>
                  </a:lnTo>
                  <a:lnTo>
                    <a:pt x="8375" y="15052"/>
                  </a:lnTo>
                  <a:lnTo>
                    <a:pt x="8434" y="15091"/>
                  </a:lnTo>
                  <a:lnTo>
                    <a:pt x="8513" y="15131"/>
                  </a:lnTo>
                  <a:lnTo>
                    <a:pt x="8592" y="15190"/>
                  </a:lnTo>
                  <a:lnTo>
                    <a:pt x="8592" y="15210"/>
                  </a:lnTo>
                  <a:lnTo>
                    <a:pt x="8592" y="15249"/>
                  </a:lnTo>
                  <a:lnTo>
                    <a:pt x="8987" y="15427"/>
                  </a:lnTo>
                  <a:lnTo>
                    <a:pt x="8829" y="15348"/>
                  </a:lnTo>
                  <a:lnTo>
                    <a:pt x="8711" y="15249"/>
                  </a:lnTo>
                  <a:lnTo>
                    <a:pt x="8592" y="15150"/>
                  </a:lnTo>
                  <a:lnTo>
                    <a:pt x="8533" y="15071"/>
                  </a:lnTo>
                  <a:lnTo>
                    <a:pt x="8474" y="14973"/>
                  </a:lnTo>
                  <a:lnTo>
                    <a:pt x="8454" y="14894"/>
                  </a:lnTo>
                  <a:lnTo>
                    <a:pt x="8454" y="14834"/>
                  </a:lnTo>
                  <a:lnTo>
                    <a:pt x="8474" y="14775"/>
                  </a:lnTo>
                  <a:lnTo>
                    <a:pt x="8355" y="14736"/>
                  </a:lnTo>
                  <a:lnTo>
                    <a:pt x="8316" y="14736"/>
                  </a:lnTo>
                  <a:lnTo>
                    <a:pt x="8316" y="14795"/>
                  </a:lnTo>
                  <a:lnTo>
                    <a:pt x="8355" y="14854"/>
                  </a:lnTo>
                  <a:lnTo>
                    <a:pt x="8395" y="14894"/>
                  </a:lnTo>
                  <a:lnTo>
                    <a:pt x="8395" y="14933"/>
                  </a:lnTo>
                  <a:lnTo>
                    <a:pt x="8335" y="14933"/>
                  </a:lnTo>
                  <a:lnTo>
                    <a:pt x="8197" y="14854"/>
                  </a:lnTo>
                  <a:lnTo>
                    <a:pt x="8098" y="14736"/>
                  </a:lnTo>
                  <a:lnTo>
                    <a:pt x="8000" y="14617"/>
                  </a:lnTo>
                  <a:lnTo>
                    <a:pt x="7782" y="14439"/>
                  </a:lnTo>
                  <a:lnTo>
                    <a:pt x="7565" y="14281"/>
                  </a:lnTo>
                  <a:lnTo>
                    <a:pt x="7348" y="14143"/>
                  </a:lnTo>
                  <a:lnTo>
                    <a:pt x="7150" y="14005"/>
                  </a:lnTo>
                  <a:lnTo>
                    <a:pt x="6992" y="13866"/>
                  </a:lnTo>
                  <a:lnTo>
                    <a:pt x="6933" y="13787"/>
                  </a:lnTo>
                  <a:lnTo>
                    <a:pt x="6874" y="13708"/>
                  </a:lnTo>
                  <a:lnTo>
                    <a:pt x="6834" y="13610"/>
                  </a:lnTo>
                  <a:lnTo>
                    <a:pt x="6795" y="13491"/>
                  </a:lnTo>
                  <a:lnTo>
                    <a:pt x="6538" y="13412"/>
                  </a:lnTo>
                  <a:lnTo>
                    <a:pt x="6222" y="13294"/>
                  </a:lnTo>
                  <a:lnTo>
                    <a:pt x="5906" y="13136"/>
                  </a:lnTo>
                  <a:lnTo>
                    <a:pt x="5748" y="13037"/>
                  </a:lnTo>
                  <a:lnTo>
                    <a:pt x="5570" y="12938"/>
                  </a:lnTo>
                  <a:lnTo>
                    <a:pt x="5550" y="12958"/>
                  </a:lnTo>
                  <a:lnTo>
                    <a:pt x="5491" y="12958"/>
                  </a:lnTo>
                  <a:lnTo>
                    <a:pt x="5373" y="12899"/>
                  </a:lnTo>
                  <a:lnTo>
                    <a:pt x="5313" y="12879"/>
                  </a:lnTo>
                  <a:lnTo>
                    <a:pt x="5274" y="12859"/>
                  </a:lnTo>
                  <a:lnTo>
                    <a:pt x="5234" y="12859"/>
                  </a:lnTo>
                  <a:lnTo>
                    <a:pt x="5195" y="12899"/>
                  </a:lnTo>
                  <a:lnTo>
                    <a:pt x="5254" y="12978"/>
                  </a:lnTo>
                  <a:lnTo>
                    <a:pt x="5333" y="13057"/>
                  </a:lnTo>
                  <a:lnTo>
                    <a:pt x="5471" y="13175"/>
                  </a:lnTo>
                  <a:lnTo>
                    <a:pt x="5649" y="13254"/>
                  </a:lnTo>
                  <a:lnTo>
                    <a:pt x="5807" y="13333"/>
                  </a:lnTo>
                  <a:lnTo>
                    <a:pt x="5985" y="13412"/>
                  </a:lnTo>
                  <a:lnTo>
                    <a:pt x="6123" y="13491"/>
                  </a:lnTo>
                  <a:lnTo>
                    <a:pt x="6242" y="13590"/>
                  </a:lnTo>
                  <a:lnTo>
                    <a:pt x="6301" y="13669"/>
                  </a:lnTo>
                  <a:lnTo>
                    <a:pt x="6340" y="13748"/>
                  </a:lnTo>
                  <a:lnTo>
                    <a:pt x="6419" y="13768"/>
                  </a:lnTo>
                  <a:lnTo>
                    <a:pt x="6538" y="13768"/>
                  </a:lnTo>
                  <a:lnTo>
                    <a:pt x="6558" y="13748"/>
                  </a:lnTo>
                  <a:lnTo>
                    <a:pt x="6637" y="13708"/>
                  </a:lnTo>
                  <a:lnTo>
                    <a:pt x="6657" y="13689"/>
                  </a:lnTo>
                  <a:lnTo>
                    <a:pt x="6696" y="13689"/>
                  </a:lnTo>
                  <a:lnTo>
                    <a:pt x="6834" y="13768"/>
                  </a:lnTo>
                  <a:lnTo>
                    <a:pt x="6933" y="13866"/>
                  </a:lnTo>
                  <a:lnTo>
                    <a:pt x="7012" y="13945"/>
                  </a:lnTo>
                  <a:lnTo>
                    <a:pt x="7012" y="13985"/>
                  </a:lnTo>
                  <a:lnTo>
                    <a:pt x="7012" y="14005"/>
                  </a:lnTo>
                  <a:lnTo>
                    <a:pt x="6874" y="13965"/>
                  </a:lnTo>
                  <a:lnTo>
                    <a:pt x="6775" y="13945"/>
                  </a:lnTo>
                  <a:lnTo>
                    <a:pt x="6696" y="13965"/>
                  </a:lnTo>
                  <a:lnTo>
                    <a:pt x="6637" y="13985"/>
                  </a:lnTo>
                  <a:lnTo>
                    <a:pt x="6577" y="14005"/>
                  </a:lnTo>
                  <a:lnTo>
                    <a:pt x="6498" y="13985"/>
                  </a:lnTo>
                  <a:lnTo>
                    <a:pt x="6380" y="13945"/>
                  </a:lnTo>
                  <a:lnTo>
                    <a:pt x="6202" y="13847"/>
                  </a:lnTo>
                  <a:lnTo>
                    <a:pt x="6222" y="13906"/>
                  </a:lnTo>
                  <a:lnTo>
                    <a:pt x="6281" y="13965"/>
                  </a:lnTo>
                  <a:lnTo>
                    <a:pt x="6459" y="14123"/>
                  </a:lnTo>
                  <a:lnTo>
                    <a:pt x="6657" y="14262"/>
                  </a:lnTo>
                  <a:lnTo>
                    <a:pt x="6834" y="14400"/>
                  </a:lnTo>
                  <a:lnTo>
                    <a:pt x="6775" y="14420"/>
                  </a:lnTo>
                  <a:lnTo>
                    <a:pt x="6775" y="14479"/>
                  </a:lnTo>
                  <a:lnTo>
                    <a:pt x="6795" y="14538"/>
                  </a:lnTo>
                  <a:lnTo>
                    <a:pt x="6854" y="14637"/>
                  </a:lnTo>
                  <a:lnTo>
                    <a:pt x="6676" y="14617"/>
                  </a:lnTo>
                  <a:lnTo>
                    <a:pt x="6479" y="14558"/>
                  </a:lnTo>
                  <a:lnTo>
                    <a:pt x="6281" y="14499"/>
                  </a:lnTo>
                  <a:lnTo>
                    <a:pt x="6103" y="14459"/>
                  </a:lnTo>
                  <a:lnTo>
                    <a:pt x="6123" y="14459"/>
                  </a:lnTo>
                  <a:lnTo>
                    <a:pt x="6143" y="14439"/>
                  </a:lnTo>
                  <a:lnTo>
                    <a:pt x="6143" y="14400"/>
                  </a:lnTo>
                  <a:lnTo>
                    <a:pt x="6143" y="14380"/>
                  </a:lnTo>
                  <a:lnTo>
                    <a:pt x="6143" y="14360"/>
                  </a:lnTo>
                  <a:lnTo>
                    <a:pt x="6163" y="14360"/>
                  </a:lnTo>
                  <a:lnTo>
                    <a:pt x="5511" y="14123"/>
                  </a:lnTo>
                  <a:lnTo>
                    <a:pt x="5452" y="14005"/>
                  </a:lnTo>
                  <a:lnTo>
                    <a:pt x="5432" y="13906"/>
                  </a:lnTo>
                  <a:lnTo>
                    <a:pt x="5432" y="13886"/>
                  </a:lnTo>
                  <a:lnTo>
                    <a:pt x="5471" y="13847"/>
                  </a:lnTo>
                  <a:lnTo>
                    <a:pt x="5531" y="13847"/>
                  </a:lnTo>
                  <a:lnTo>
                    <a:pt x="5412" y="13748"/>
                  </a:lnTo>
                  <a:lnTo>
                    <a:pt x="5294" y="13649"/>
                  </a:lnTo>
                  <a:lnTo>
                    <a:pt x="5017" y="13471"/>
                  </a:lnTo>
                  <a:lnTo>
                    <a:pt x="4899" y="13392"/>
                  </a:lnTo>
                  <a:lnTo>
                    <a:pt x="4820" y="13313"/>
                  </a:lnTo>
                  <a:lnTo>
                    <a:pt x="4780" y="13254"/>
                  </a:lnTo>
                  <a:lnTo>
                    <a:pt x="4780" y="13215"/>
                  </a:lnTo>
                  <a:lnTo>
                    <a:pt x="4780" y="13195"/>
                  </a:lnTo>
                  <a:lnTo>
                    <a:pt x="4681" y="13116"/>
                  </a:lnTo>
                  <a:lnTo>
                    <a:pt x="4622" y="13096"/>
                  </a:lnTo>
                  <a:lnTo>
                    <a:pt x="4622" y="13136"/>
                  </a:lnTo>
                  <a:lnTo>
                    <a:pt x="4662" y="13195"/>
                  </a:lnTo>
                  <a:lnTo>
                    <a:pt x="4760" y="13333"/>
                  </a:lnTo>
                  <a:lnTo>
                    <a:pt x="4820" y="13392"/>
                  </a:lnTo>
                  <a:lnTo>
                    <a:pt x="4820" y="13447"/>
                  </a:lnTo>
                  <a:lnTo>
                    <a:pt x="5195" y="13728"/>
                  </a:lnTo>
                  <a:lnTo>
                    <a:pt x="5175" y="13748"/>
                  </a:lnTo>
                  <a:lnTo>
                    <a:pt x="5155" y="13768"/>
                  </a:lnTo>
                  <a:lnTo>
                    <a:pt x="5116" y="13768"/>
                  </a:lnTo>
                  <a:lnTo>
                    <a:pt x="5096" y="13748"/>
                  </a:lnTo>
                  <a:lnTo>
                    <a:pt x="5017" y="13689"/>
                  </a:lnTo>
                  <a:lnTo>
                    <a:pt x="4938" y="13629"/>
                  </a:lnTo>
                  <a:lnTo>
                    <a:pt x="4839" y="13531"/>
                  </a:lnTo>
                  <a:lnTo>
                    <a:pt x="4741" y="13471"/>
                  </a:lnTo>
                  <a:lnTo>
                    <a:pt x="4662" y="13432"/>
                  </a:lnTo>
                  <a:lnTo>
                    <a:pt x="4622" y="13432"/>
                  </a:lnTo>
                  <a:lnTo>
                    <a:pt x="4583" y="13452"/>
                  </a:lnTo>
                  <a:lnTo>
                    <a:pt x="4523" y="13491"/>
                  </a:lnTo>
                  <a:lnTo>
                    <a:pt x="4405" y="13491"/>
                  </a:lnTo>
                  <a:lnTo>
                    <a:pt x="4365" y="13471"/>
                  </a:lnTo>
                  <a:lnTo>
                    <a:pt x="4267" y="13373"/>
                  </a:lnTo>
                  <a:lnTo>
                    <a:pt x="4187" y="13234"/>
                  </a:lnTo>
                  <a:lnTo>
                    <a:pt x="4010" y="12938"/>
                  </a:lnTo>
                  <a:lnTo>
                    <a:pt x="3911" y="12800"/>
                  </a:lnTo>
                  <a:lnTo>
                    <a:pt x="3871" y="12741"/>
                  </a:lnTo>
                  <a:lnTo>
                    <a:pt x="3812" y="12701"/>
                  </a:lnTo>
                  <a:lnTo>
                    <a:pt x="4306" y="12741"/>
                  </a:lnTo>
                  <a:lnTo>
                    <a:pt x="4010" y="12563"/>
                  </a:lnTo>
                  <a:lnTo>
                    <a:pt x="4168" y="12563"/>
                  </a:lnTo>
                  <a:lnTo>
                    <a:pt x="4306" y="12543"/>
                  </a:lnTo>
                  <a:lnTo>
                    <a:pt x="4464" y="12523"/>
                  </a:lnTo>
                  <a:lnTo>
                    <a:pt x="4563" y="12543"/>
                  </a:lnTo>
                  <a:lnTo>
                    <a:pt x="4681" y="12563"/>
                  </a:lnTo>
                  <a:lnTo>
                    <a:pt x="4681" y="12563"/>
                  </a:lnTo>
                  <a:lnTo>
                    <a:pt x="4405" y="12306"/>
                  </a:lnTo>
                  <a:lnTo>
                    <a:pt x="4128" y="12010"/>
                  </a:lnTo>
                  <a:lnTo>
                    <a:pt x="3871" y="11733"/>
                  </a:lnTo>
                  <a:lnTo>
                    <a:pt x="3674" y="11536"/>
                  </a:lnTo>
                  <a:lnTo>
                    <a:pt x="3674" y="11437"/>
                  </a:lnTo>
                  <a:lnTo>
                    <a:pt x="3713" y="11358"/>
                  </a:lnTo>
                  <a:lnTo>
                    <a:pt x="3753" y="11299"/>
                  </a:lnTo>
                  <a:lnTo>
                    <a:pt x="3832" y="11259"/>
                  </a:lnTo>
                  <a:lnTo>
                    <a:pt x="3674" y="11160"/>
                  </a:lnTo>
                  <a:lnTo>
                    <a:pt x="3575" y="11062"/>
                  </a:lnTo>
                  <a:lnTo>
                    <a:pt x="3496" y="10943"/>
                  </a:lnTo>
                  <a:lnTo>
                    <a:pt x="3437" y="10825"/>
                  </a:lnTo>
                  <a:lnTo>
                    <a:pt x="3358" y="10588"/>
                  </a:lnTo>
                  <a:lnTo>
                    <a:pt x="3318" y="10469"/>
                  </a:lnTo>
                  <a:lnTo>
                    <a:pt x="3239" y="10351"/>
                  </a:lnTo>
                  <a:lnTo>
                    <a:pt x="3160" y="10272"/>
                  </a:lnTo>
                  <a:lnTo>
                    <a:pt x="3141" y="10272"/>
                  </a:lnTo>
                  <a:lnTo>
                    <a:pt x="3121" y="10291"/>
                  </a:lnTo>
                  <a:lnTo>
                    <a:pt x="3121" y="10351"/>
                  </a:lnTo>
                  <a:lnTo>
                    <a:pt x="3141" y="10430"/>
                  </a:lnTo>
                  <a:lnTo>
                    <a:pt x="3160" y="10528"/>
                  </a:lnTo>
                  <a:lnTo>
                    <a:pt x="3160" y="10588"/>
                  </a:lnTo>
                  <a:lnTo>
                    <a:pt x="3160" y="10607"/>
                  </a:lnTo>
                  <a:lnTo>
                    <a:pt x="3141" y="10627"/>
                  </a:lnTo>
                  <a:lnTo>
                    <a:pt x="3101" y="10627"/>
                  </a:lnTo>
                  <a:lnTo>
                    <a:pt x="3062" y="10607"/>
                  </a:lnTo>
                  <a:lnTo>
                    <a:pt x="3062" y="10548"/>
                  </a:lnTo>
                  <a:lnTo>
                    <a:pt x="3022" y="10489"/>
                  </a:lnTo>
                  <a:lnTo>
                    <a:pt x="2963" y="10390"/>
                  </a:lnTo>
                  <a:lnTo>
                    <a:pt x="2805" y="10212"/>
                  </a:lnTo>
                  <a:lnTo>
                    <a:pt x="2844" y="10272"/>
                  </a:lnTo>
                  <a:lnTo>
                    <a:pt x="2884" y="10331"/>
                  </a:lnTo>
                  <a:lnTo>
                    <a:pt x="2983" y="10528"/>
                  </a:lnTo>
                  <a:lnTo>
                    <a:pt x="3220" y="11002"/>
                  </a:lnTo>
                  <a:lnTo>
                    <a:pt x="3220" y="11002"/>
                  </a:lnTo>
                  <a:lnTo>
                    <a:pt x="3160" y="10943"/>
                  </a:lnTo>
                  <a:lnTo>
                    <a:pt x="3121" y="10904"/>
                  </a:lnTo>
                  <a:lnTo>
                    <a:pt x="3081" y="10884"/>
                  </a:lnTo>
                  <a:lnTo>
                    <a:pt x="3042" y="10884"/>
                  </a:lnTo>
                  <a:lnTo>
                    <a:pt x="2963" y="10904"/>
                  </a:lnTo>
                  <a:lnTo>
                    <a:pt x="2884" y="10904"/>
                  </a:lnTo>
                  <a:lnTo>
                    <a:pt x="3101" y="11239"/>
                  </a:lnTo>
                  <a:lnTo>
                    <a:pt x="3042" y="11239"/>
                  </a:lnTo>
                  <a:lnTo>
                    <a:pt x="2983" y="11220"/>
                  </a:lnTo>
                  <a:lnTo>
                    <a:pt x="2923" y="11160"/>
                  </a:lnTo>
                  <a:lnTo>
                    <a:pt x="2864" y="11062"/>
                  </a:lnTo>
                  <a:lnTo>
                    <a:pt x="2746" y="10884"/>
                  </a:lnTo>
                  <a:lnTo>
                    <a:pt x="2686" y="10805"/>
                  </a:lnTo>
                  <a:lnTo>
                    <a:pt x="2627" y="10746"/>
                  </a:lnTo>
                  <a:lnTo>
                    <a:pt x="2726" y="10746"/>
                  </a:lnTo>
                  <a:lnTo>
                    <a:pt x="2805" y="10726"/>
                  </a:lnTo>
                  <a:lnTo>
                    <a:pt x="2864" y="10706"/>
                  </a:lnTo>
                  <a:lnTo>
                    <a:pt x="2983" y="10706"/>
                  </a:lnTo>
                  <a:lnTo>
                    <a:pt x="2805" y="10489"/>
                  </a:lnTo>
                  <a:lnTo>
                    <a:pt x="2627" y="10252"/>
                  </a:lnTo>
                  <a:lnTo>
                    <a:pt x="2568" y="10114"/>
                  </a:lnTo>
                  <a:lnTo>
                    <a:pt x="2509" y="9975"/>
                  </a:lnTo>
                  <a:lnTo>
                    <a:pt x="2469" y="9857"/>
                  </a:lnTo>
                  <a:lnTo>
                    <a:pt x="2449" y="9738"/>
                  </a:lnTo>
                  <a:lnTo>
                    <a:pt x="2449" y="9679"/>
                  </a:lnTo>
                  <a:lnTo>
                    <a:pt x="2469" y="9679"/>
                  </a:lnTo>
                  <a:lnTo>
                    <a:pt x="2528" y="9719"/>
                  </a:lnTo>
                  <a:lnTo>
                    <a:pt x="2588" y="9798"/>
                  </a:lnTo>
                  <a:lnTo>
                    <a:pt x="2667" y="9877"/>
                  </a:lnTo>
                  <a:lnTo>
                    <a:pt x="2667" y="9837"/>
                  </a:lnTo>
                  <a:lnTo>
                    <a:pt x="2667" y="9778"/>
                  </a:lnTo>
                  <a:lnTo>
                    <a:pt x="2588" y="9679"/>
                  </a:lnTo>
                  <a:lnTo>
                    <a:pt x="2528" y="9600"/>
                  </a:lnTo>
                  <a:lnTo>
                    <a:pt x="2528" y="9541"/>
                  </a:lnTo>
                  <a:lnTo>
                    <a:pt x="2548" y="9501"/>
                  </a:lnTo>
                  <a:lnTo>
                    <a:pt x="2588" y="9501"/>
                  </a:lnTo>
                  <a:lnTo>
                    <a:pt x="2607" y="9521"/>
                  </a:lnTo>
                  <a:lnTo>
                    <a:pt x="2647" y="9600"/>
                  </a:lnTo>
                  <a:lnTo>
                    <a:pt x="2686" y="9679"/>
                  </a:lnTo>
                  <a:lnTo>
                    <a:pt x="2726" y="9758"/>
                  </a:lnTo>
                  <a:lnTo>
                    <a:pt x="2627" y="9541"/>
                  </a:lnTo>
                  <a:lnTo>
                    <a:pt x="2548" y="9323"/>
                  </a:lnTo>
                  <a:lnTo>
                    <a:pt x="2469" y="9106"/>
                  </a:lnTo>
                  <a:lnTo>
                    <a:pt x="2410" y="8889"/>
                  </a:lnTo>
                  <a:lnTo>
                    <a:pt x="2430" y="8889"/>
                  </a:lnTo>
                  <a:lnTo>
                    <a:pt x="2449" y="8909"/>
                  </a:lnTo>
                  <a:lnTo>
                    <a:pt x="2509" y="8988"/>
                  </a:lnTo>
                  <a:lnTo>
                    <a:pt x="2548" y="9106"/>
                  </a:lnTo>
                  <a:lnTo>
                    <a:pt x="2588" y="9205"/>
                  </a:lnTo>
                  <a:lnTo>
                    <a:pt x="2548" y="9027"/>
                  </a:lnTo>
                  <a:lnTo>
                    <a:pt x="2469" y="8849"/>
                  </a:lnTo>
                  <a:lnTo>
                    <a:pt x="2351" y="8691"/>
                  </a:lnTo>
                  <a:lnTo>
                    <a:pt x="2153" y="8514"/>
                  </a:lnTo>
                  <a:lnTo>
                    <a:pt x="2153" y="8277"/>
                  </a:lnTo>
                  <a:lnTo>
                    <a:pt x="2173" y="8059"/>
                  </a:lnTo>
                  <a:lnTo>
                    <a:pt x="2193" y="7980"/>
                  </a:lnTo>
                  <a:lnTo>
                    <a:pt x="2232" y="7941"/>
                  </a:lnTo>
                  <a:lnTo>
                    <a:pt x="2272" y="7901"/>
                  </a:lnTo>
                  <a:lnTo>
                    <a:pt x="2311" y="7921"/>
                  </a:lnTo>
                  <a:lnTo>
                    <a:pt x="2252" y="7862"/>
                  </a:lnTo>
                  <a:lnTo>
                    <a:pt x="2212" y="7862"/>
                  </a:lnTo>
                  <a:lnTo>
                    <a:pt x="2173" y="7882"/>
                  </a:lnTo>
                  <a:lnTo>
                    <a:pt x="2133" y="7901"/>
                  </a:lnTo>
                  <a:lnTo>
                    <a:pt x="2114" y="7763"/>
                  </a:lnTo>
                  <a:lnTo>
                    <a:pt x="2094" y="7664"/>
                  </a:lnTo>
                  <a:lnTo>
                    <a:pt x="2054" y="7566"/>
                  </a:lnTo>
                  <a:lnTo>
                    <a:pt x="2015" y="7506"/>
                  </a:lnTo>
                  <a:lnTo>
                    <a:pt x="1916" y="7368"/>
                  </a:lnTo>
                  <a:lnTo>
                    <a:pt x="1896" y="7289"/>
                  </a:lnTo>
                  <a:lnTo>
                    <a:pt x="1896" y="7210"/>
                  </a:lnTo>
                  <a:lnTo>
                    <a:pt x="1758" y="7408"/>
                  </a:lnTo>
                  <a:lnTo>
                    <a:pt x="1798" y="7269"/>
                  </a:lnTo>
                  <a:lnTo>
                    <a:pt x="1798" y="7190"/>
                  </a:lnTo>
                  <a:lnTo>
                    <a:pt x="1758" y="7171"/>
                  </a:lnTo>
                  <a:lnTo>
                    <a:pt x="1718" y="7151"/>
                  </a:lnTo>
                  <a:lnTo>
                    <a:pt x="1679" y="7131"/>
                  </a:lnTo>
                  <a:lnTo>
                    <a:pt x="1659" y="7092"/>
                  </a:lnTo>
                  <a:lnTo>
                    <a:pt x="1639" y="7032"/>
                  </a:lnTo>
                  <a:lnTo>
                    <a:pt x="1679" y="6914"/>
                  </a:lnTo>
                  <a:lnTo>
                    <a:pt x="1778" y="6953"/>
                  </a:lnTo>
                  <a:lnTo>
                    <a:pt x="1877" y="6973"/>
                  </a:lnTo>
                  <a:lnTo>
                    <a:pt x="1975" y="6953"/>
                  </a:lnTo>
                  <a:lnTo>
                    <a:pt x="2094" y="6933"/>
                  </a:lnTo>
                  <a:lnTo>
                    <a:pt x="2054" y="6894"/>
                  </a:lnTo>
                  <a:lnTo>
                    <a:pt x="2035" y="6854"/>
                  </a:lnTo>
                  <a:lnTo>
                    <a:pt x="2054" y="6756"/>
                  </a:lnTo>
                  <a:lnTo>
                    <a:pt x="2094" y="6637"/>
                  </a:lnTo>
                  <a:lnTo>
                    <a:pt x="2133" y="6519"/>
                  </a:lnTo>
                  <a:lnTo>
                    <a:pt x="2094" y="6519"/>
                  </a:lnTo>
                  <a:lnTo>
                    <a:pt x="2074" y="6499"/>
                  </a:lnTo>
                  <a:lnTo>
                    <a:pt x="2035" y="6380"/>
                  </a:lnTo>
                  <a:lnTo>
                    <a:pt x="2035" y="6341"/>
                  </a:lnTo>
                  <a:lnTo>
                    <a:pt x="1995" y="6321"/>
                  </a:lnTo>
                  <a:lnTo>
                    <a:pt x="1975" y="6321"/>
                  </a:lnTo>
                  <a:lnTo>
                    <a:pt x="1916" y="6380"/>
                  </a:lnTo>
                  <a:lnTo>
                    <a:pt x="1916" y="6242"/>
                  </a:lnTo>
                  <a:lnTo>
                    <a:pt x="1936" y="6124"/>
                  </a:lnTo>
                  <a:lnTo>
                    <a:pt x="2015" y="5946"/>
                  </a:lnTo>
                  <a:lnTo>
                    <a:pt x="2074" y="5768"/>
                  </a:lnTo>
                  <a:lnTo>
                    <a:pt x="2094" y="5689"/>
                  </a:lnTo>
                  <a:lnTo>
                    <a:pt x="2094" y="5571"/>
                  </a:lnTo>
                  <a:lnTo>
                    <a:pt x="2054" y="5590"/>
                  </a:lnTo>
                  <a:lnTo>
                    <a:pt x="2035" y="5571"/>
                  </a:lnTo>
                  <a:lnTo>
                    <a:pt x="2035" y="5452"/>
                  </a:lnTo>
                  <a:lnTo>
                    <a:pt x="2035" y="5334"/>
                  </a:lnTo>
                  <a:lnTo>
                    <a:pt x="1995" y="5294"/>
                  </a:lnTo>
                  <a:lnTo>
                    <a:pt x="1956" y="5314"/>
                  </a:lnTo>
                  <a:lnTo>
                    <a:pt x="2035" y="5195"/>
                  </a:lnTo>
                  <a:lnTo>
                    <a:pt x="2094" y="5077"/>
                  </a:lnTo>
                  <a:lnTo>
                    <a:pt x="2173" y="4998"/>
                  </a:lnTo>
                  <a:lnTo>
                    <a:pt x="2252" y="4939"/>
                  </a:lnTo>
                  <a:lnTo>
                    <a:pt x="2311" y="4919"/>
                  </a:lnTo>
                  <a:lnTo>
                    <a:pt x="2370" y="4899"/>
                  </a:lnTo>
                  <a:lnTo>
                    <a:pt x="2430" y="4919"/>
                  </a:lnTo>
                  <a:lnTo>
                    <a:pt x="2449" y="4958"/>
                  </a:lnTo>
                  <a:lnTo>
                    <a:pt x="2331" y="5136"/>
                  </a:lnTo>
                  <a:lnTo>
                    <a:pt x="2311" y="5215"/>
                  </a:lnTo>
                  <a:lnTo>
                    <a:pt x="2311" y="5255"/>
                  </a:lnTo>
                  <a:lnTo>
                    <a:pt x="2351" y="5255"/>
                  </a:lnTo>
                  <a:lnTo>
                    <a:pt x="2489" y="4958"/>
                  </a:lnTo>
                  <a:lnTo>
                    <a:pt x="2647" y="4662"/>
                  </a:lnTo>
                  <a:lnTo>
                    <a:pt x="2864" y="4484"/>
                  </a:lnTo>
                  <a:lnTo>
                    <a:pt x="2983" y="4425"/>
                  </a:lnTo>
                  <a:lnTo>
                    <a:pt x="3081" y="4425"/>
                  </a:lnTo>
                  <a:lnTo>
                    <a:pt x="3101" y="4326"/>
                  </a:lnTo>
                  <a:lnTo>
                    <a:pt x="3141" y="4247"/>
                  </a:lnTo>
                  <a:lnTo>
                    <a:pt x="3220" y="4148"/>
                  </a:lnTo>
                  <a:lnTo>
                    <a:pt x="3299" y="4069"/>
                  </a:lnTo>
                  <a:lnTo>
                    <a:pt x="3378" y="3990"/>
                  </a:lnTo>
                  <a:lnTo>
                    <a:pt x="3437" y="3911"/>
                  </a:lnTo>
                  <a:lnTo>
                    <a:pt x="3476" y="3832"/>
                  </a:lnTo>
                  <a:lnTo>
                    <a:pt x="3476" y="3734"/>
                  </a:lnTo>
                  <a:lnTo>
                    <a:pt x="3457" y="3813"/>
                  </a:lnTo>
                  <a:lnTo>
                    <a:pt x="3417" y="3892"/>
                  </a:lnTo>
                  <a:lnTo>
                    <a:pt x="3378" y="3951"/>
                  </a:lnTo>
                  <a:lnTo>
                    <a:pt x="3318" y="3990"/>
                  </a:lnTo>
                  <a:lnTo>
                    <a:pt x="3220" y="4050"/>
                  </a:lnTo>
                  <a:lnTo>
                    <a:pt x="3141" y="4089"/>
                  </a:lnTo>
                  <a:lnTo>
                    <a:pt x="3180" y="3990"/>
                  </a:lnTo>
                  <a:lnTo>
                    <a:pt x="3141" y="4030"/>
                  </a:lnTo>
                  <a:lnTo>
                    <a:pt x="3101" y="3635"/>
                  </a:lnTo>
                  <a:lnTo>
                    <a:pt x="3042" y="3694"/>
                  </a:lnTo>
                  <a:lnTo>
                    <a:pt x="3002" y="3734"/>
                  </a:lnTo>
                  <a:lnTo>
                    <a:pt x="3002" y="3773"/>
                  </a:lnTo>
                  <a:lnTo>
                    <a:pt x="3022" y="3813"/>
                  </a:lnTo>
                  <a:lnTo>
                    <a:pt x="3042" y="3872"/>
                  </a:lnTo>
                  <a:lnTo>
                    <a:pt x="3062" y="3931"/>
                  </a:lnTo>
                  <a:lnTo>
                    <a:pt x="3022" y="4010"/>
                  </a:lnTo>
                  <a:lnTo>
                    <a:pt x="2963" y="4109"/>
                  </a:lnTo>
                  <a:lnTo>
                    <a:pt x="2904" y="4129"/>
                  </a:lnTo>
                  <a:lnTo>
                    <a:pt x="2864" y="4129"/>
                  </a:lnTo>
                  <a:lnTo>
                    <a:pt x="2825" y="4089"/>
                  </a:lnTo>
                  <a:lnTo>
                    <a:pt x="2825" y="4050"/>
                  </a:lnTo>
                  <a:lnTo>
                    <a:pt x="2825" y="3911"/>
                  </a:lnTo>
                  <a:lnTo>
                    <a:pt x="2864" y="3753"/>
                  </a:lnTo>
                  <a:lnTo>
                    <a:pt x="2904" y="3615"/>
                  </a:lnTo>
                  <a:lnTo>
                    <a:pt x="2923" y="3497"/>
                  </a:lnTo>
                  <a:lnTo>
                    <a:pt x="2923" y="3457"/>
                  </a:lnTo>
                  <a:lnTo>
                    <a:pt x="2904" y="3437"/>
                  </a:lnTo>
                  <a:lnTo>
                    <a:pt x="2864" y="3437"/>
                  </a:lnTo>
                  <a:lnTo>
                    <a:pt x="2805" y="3457"/>
                  </a:lnTo>
                  <a:lnTo>
                    <a:pt x="2746" y="3536"/>
                  </a:lnTo>
                  <a:lnTo>
                    <a:pt x="2706" y="3595"/>
                  </a:lnTo>
                  <a:lnTo>
                    <a:pt x="2686" y="3655"/>
                  </a:lnTo>
                  <a:lnTo>
                    <a:pt x="2686" y="3714"/>
                  </a:lnTo>
                  <a:lnTo>
                    <a:pt x="2726" y="3852"/>
                  </a:lnTo>
                  <a:lnTo>
                    <a:pt x="2726" y="3931"/>
                  </a:lnTo>
                  <a:lnTo>
                    <a:pt x="2706" y="4010"/>
                  </a:lnTo>
                  <a:lnTo>
                    <a:pt x="2706" y="4010"/>
                  </a:lnTo>
                  <a:lnTo>
                    <a:pt x="2746" y="3971"/>
                  </a:lnTo>
                  <a:lnTo>
                    <a:pt x="2746" y="3971"/>
                  </a:lnTo>
                  <a:lnTo>
                    <a:pt x="2528" y="4504"/>
                  </a:lnTo>
                  <a:lnTo>
                    <a:pt x="2489" y="4484"/>
                  </a:lnTo>
                  <a:lnTo>
                    <a:pt x="2489" y="4464"/>
                  </a:lnTo>
                  <a:lnTo>
                    <a:pt x="2469" y="4385"/>
                  </a:lnTo>
                  <a:lnTo>
                    <a:pt x="2469" y="4287"/>
                  </a:lnTo>
                  <a:lnTo>
                    <a:pt x="2232" y="4662"/>
                  </a:lnTo>
                  <a:lnTo>
                    <a:pt x="2035" y="4919"/>
                  </a:lnTo>
                  <a:lnTo>
                    <a:pt x="1837" y="5195"/>
                  </a:lnTo>
                  <a:lnTo>
                    <a:pt x="1718" y="5393"/>
                  </a:lnTo>
                  <a:lnTo>
                    <a:pt x="1600" y="5610"/>
                  </a:lnTo>
                  <a:lnTo>
                    <a:pt x="1679" y="5590"/>
                  </a:lnTo>
                  <a:lnTo>
                    <a:pt x="1778" y="5590"/>
                  </a:lnTo>
                  <a:lnTo>
                    <a:pt x="1837" y="5630"/>
                  </a:lnTo>
                  <a:lnTo>
                    <a:pt x="1857" y="5669"/>
                  </a:lnTo>
                  <a:lnTo>
                    <a:pt x="1877" y="5748"/>
                  </a:lnTo>
                  <a:lnTo>
                    <a:pt x="1857" y="5847"/>
                  </a:lnTo>
                  <a:lnTo>
                    <a:pt x="1857" y="5926"/>
                  </a:lnTo>
                  <a:lnTo>
                    <a:pt x="1837" y="5985"/>
                  </a:lnTo>
                  <a:lnTo>
                    <a:pt x="1758" y="6064"/>
                  </a:lnTo>
                  <a:lnTo>
                    <a:pt x="1699" y="6143"/>
                  </a:lnTo>
                  <a:lnTo>
                    <a:pt x="1659" y="6203"/>
                  </a:lnTo>
                  <a:lnTo>
                    <a:pt x="1639" y="6262"/>
                  </a:lnTo>
                  <a:lnTo>
                    <a:pt x="1620" y="6163"/>
                  </a:lnTo>
                  <a:lnTo>
                    <a:pt x="1600" y="6064"/>
                  </a:lnTo>
                  <a:lnTo>
                    <a:pt x="1600" y="6025"/>
                  </a:lnTo>
                  <a:lnTo>
                    <a:pt x="1600" y="5966"/>
                  </a:lnTo>
                  <a:lnTo>
                    <a:pt x="1620" y="5926"/>
                  </a:lnTo>
                  <a:lnTo>
                    <a:pt x="1679" y="5867"/>
                  </a:lnTo>
                  <a:lnTo>
                    <a:pt x="1501" y="5827"/>
                  </a:lnTo>
                  <a:lnTo>
                    <a:pt x="1501" y="5630"/>
                  </a:lnTo>
                  <a:lnTo>
                    <a:pt x="1462" y="5492"/>
                  </a:lnTo>
                  <a:lnTo>
                    <a:pt x="1422" y="5294"/>
                  </a:lnTo>
                  <a:lnTo>
                    <a:pt x="1402" y="5195"/>
                  </a:lnTo>
                  <a:lnTo>
                    <a:pt x="1402" y="5077"/>
                  </a:lnTo>
                  <a:lnTo>
                    <a:pt x="1442" y="4899"/>
                  </a:lnTo>
                  <a:lnTo>
                    <a:pt x="1541" y="4642"/>
                  </a:lnTo>
                  <a:lnTo>
                    <a:pt x="1521" y="4603"/>
                  </a:lnTo>
                  <a:lnTo>
                    <a:pt x="1521" y="4504"/>
                  </a:lnTo>
                  <a:lnTo>
                    <a:pt x="1560" y="4385"/>
                  </a:lnTo>
                  <a:lnTo>
                    <a:pt x="1620" y="4247"/>
                  </a:lnTo>
                  <a:lnTo>
                    <a:pt x="1758" y="3951"/>
                  </a:lnTo>
                  <a:lnTo>
                    <a:pt x="1857" y="3793"/>
                  </a:lnTo>
                  <a:lnTo>
                    <a:pt x="1956" y="3655"/>
                  </a:lnTo>
                  <a:lnTo>
                    <a:pt x="1758" y="3773"/>
                  </a:lnTo>
                  <a:lnTo>
                    <a:pt x="1758" y="3773"/>
                  </a:lnTo>
                  <a:lnTo>
                    <a:pt x="1778" y="3635"/>
                  </a:lnTo>
                  <a:lnTo>
                    <a:pt x="1817" y="3556"/>
                  </a:lnTo>
                  <a:lnTo>
                    <a:pt x="1857" y="3536"/>
                  </a:lnTo>
                  <a:lnTo>
                    <a:pt x="1896" y="3516"/>
                  </a:lnTo>
                  <a:lnTo>
                    <a:pt x="1936" y="3516"/>
                  </a:lnTo>
                  <a:lnTo>
                    <a:pt x="1995" y="3477"/>
                  </a:lnTo>
                  <a:lnTo>
                    <a:pt x="2054" y="3378"/>
                  </a:lnTo>
                  <a:lnTo>
                    <a:pt x="2133" y="3200"/>
                  </a:lnTo>
                  <a:lnTo>
                    <a:pt x="2390" y="3141"/>
                  </a:lnTo>
                  <a:lnTo>
                    <a:pt x="2528" y="3121"/>
                  </a:lnTo>
                  <a:lnTo>
                    <a:pt x="2647" y="3102"/>
                  </a:lnTo>
                  <a:lnTo>
                    <a:pt x="2765" y="3102"/>
                  </a:lnTo>
                  <a:lnTo>
                    <a:pt x="2844" y="3141"/>
                  </a:lnTo>
                  <a:lnTo>
                    <a:pt x="2864" y="3181"/>
                  </a:lnTo>
                  <a:lnTo>
                    <a:pt x="2884" y="3220"/>
                  </a:lnTo>
                  <a:lnTo>
                    <a:pt x="2884" y="3260"/>
                  </a:lnTo>
                  <a:lnTo>
                    <a:pt x="2884" y="3319"/>
                  </a:lnTo>
                  <a:lnTo>
                    <a:pt x="2983" y="3220"/>
                  </a:lnTo>
                  <a:lnTo>
                    <a:pt x="3062" y="3141"/>
                  </a:lnTo>
                  <a:lnTo>
                    <a:pt x="3180" y="2963"/>
                  </a:lnTo>
                  <a:lnTo>
                    <a:pt x="3279" y="2786"/>
                  </a:lnTo>
                  <a:lnTo>
                    <a:pt x="3437" y="2608"/>
                  </a:lnTo>
                  <a:lnTo>
                    <a:pt x="3516" y="2608"/>
                  </a:lnTo>
                  <a:lnTo>
                    <a:pt x="3575" y="2628"/>
                  </a:lnTo>
                  <a:lnTo>
                    <a:pt x="3595" y="2667"/>
                  </a:lnTo>
                  <a:lnTo>
                    <a:pt x="3595" y="2726"/>
                  </a:lnTo>
                  <a:lnTo>
                    <a:pt x="3595" y="2825"/>
                  </a:lnTo>
                  <a:lnTo>
                    <a:pt x="3615" y="2884"/>
                  </a:lnTo>
                  <a:lnTo>
                    <a:pt x="3654" y="2924"/>
                  </a:lnTo>
                  <a:lnTo>
                    <a:pt x="3792" y="2786"/>
                  </a:lnTo>
                  <a:lnTo>
                    <a:pt x="3871" y="2647"/>
                  </a:lnTo>
                  <a:lnTo>
                    <a:pt x="3891" y="2588"/>
                  </a:lnTo>
                  <a:lnTo>
                    <a:pt x="3891" y="2529"/>
                  </a:lnTo>
                  <a:lnTo>
                    <a:pt x="3871" y="2509"/>
                  </a:lnTo>
                  <a:lnTo>
                    <a:pt x="3812" y="2509"/>
                  </a:lnTo>
                  <a:lnTo>
                    <a:pt x="4029" y="2391"/>
                  </a:lnTo>
                  <a:lnTo>
                    <a:pt x="4247" y="2292"/>
                  </a:lnTo>
                  <a:lnTo>
                    <a:pt x="4227" y="2312"/>
                  </a:lnTo>
                  <a:lnTo>
                    <a:pt x="4187" y="2351"/>
                  </a:lnTo>
                  <a:lnTo>
                    <a:pt x="4069" y="2450"/>
                  </a:lnTo>
                  <a:lnTo>
                    <a:pt x="4207" y="2351"/>
                  </a:lnTo>
                  <a:lnTo>
                    <a:pt x="4365" y="2232"/>
                  </a:lnTo>
                  <a:lnTo>
                    <a:pt x="4484" y="2094"/>
                  </a:lnTo>
                  <a:lnTo>
                    <a:pt x="4563" y="1995"/>
                  </a:lnTo>
                  <a:lnTo>
                    <a:pt x="4484" y="2055"/>
                  </a:lnTo>
                  <a:lnTo>
                    <a:pt x="4425" y="2094"/>
                  </a:lnTo>
                  <a:lnTo>
                    <a:pt x="4385" y="2114"/>
                  </a:lnTo>
                  <a:lnTo>
                    <a:pt x="4523" y="1976"/>
                  </a:lnTo>
                  <a:lnTo>
                    <a:pt x="4662" y="1857"/>
                  </a:lnTo>
                  <a:lnTo>
                    <a:pt x="4839" y="1699"/>
                  </a:lnTo>
                  <a:lnTo>
                    <a:pt x="5037" y="1699"/>
                  </a:lnTo>
                  <a:lnTo>
                    <a:pt x="5175" y="1660"/>
                  </a:lnTo>
                  <a:lnTo>
                    <a:pt x="5313" y="1620"/>
                  </a:lnTo>
                  <a:lnTo>
                    <a:pt x="5412" y="1541"/>
                  </a:lnTo>
                  <a:lnTo>
                    <a:pt x="5531" y="1502"/>
                  </a:lnTo>
                  <a:lnTo>
                    <a:pt x="5629" y="1482"/>
                  </a:lnTo>
                  <a:lnTo>
                    <a:pt x="5708" y="1482"/>
                  </a:lnTo>
                  <a:lnTo>
                    <a:pt x="5807" y="1502"/>
                  </a:lnTo>
                  <a:lnTo>
                    <a:pt x="5926" y="1482"/>
                  </a:lnTo>
                  <a:lnTo>
                    <a:pt x="6044" y="1462"/>
                  </a:lnTo>
                  <a:lnTo>
                    <a:pt x="6163" y="1403"/>
                  </a:lnTo>
                  <a:lnTo>
                    <a:pt x="6202" y="1344"/>
                  </a:lnTo>
                  <a:lnTo>
                    <a:pt x="6242" y="1304"/>
                  </a:lnTo>
                  <a:lnTo>
                    <a:pt x="6340" y="1245"/>
                  </a:lnTo>
                  <a:lnTo>
                    <a:pt x="6459" y="1205"/>
                  </a:lnTo>
                  <a:lnTo>
                    <a:pt x="6577" y="1186"/>
                  </a:lnTo>
                  <a:lnTo>
                    <a:pt x="6736" y="1166"/>
                  </a:lnTo>
                  <a:lnTo>
                    <a:pt x="6874" y="1146"/>
                  </a:lnTo>
                  <a:lnTo>
                    <a:pt x="7012" y="1087"/>
                  </a:lnTo>
                  <a:lnTo>
                    <a:pt x="7131" y="988"/>
                  </a:lnTo>
                  <a:lnTo>
                    <a:pt x="7111" y="1028"/>
                  </a:lnTo>
                  <a:lnTo>
                    <a:pt x="7111" y="1067"/>
                  </a:lnTo>
                  <a:lnTo>
                    <a:pt x="7131" y="1067"/>
                  </a:lnTo>
                  <a:lnTo>
                    <a:pt x="7150" y="1087"/>
                  </a:lnTo>
                  <a:lnTo>
                    <a:pt x="7210" y="1087"/>
                  </a:lnTo>
                  <a:lnTo>
                    <a:pt x="7289" y="1107"/>
                  </a:lnTo>
                  <a:lnTo>
                    <a:pt x="7407" y="1107"/>
                  </a:lnTo>
                  <a:lnTo>
                    <a:pt x="7407" y="1126"/>
                  </a:lnTo>
                  <a:lnTo>
                    <a:pt x="7407" y="1166"/>
                  </a:lnTo>
                  <a:lnTo>
                    <a:pt x="7328" y="1225"/>
                  </a:lnTo>
                  <a:lnTo>
                    <a:pt x="7407" y="1245"/>
                  </a:lnTo>
                  <a:lnTo>
                    <a:pt x="7526" y="1225"/>
                  </a:lnTo>
                  <a:lnTo>
                    <a:pt x="7842" y="1146"/>
                  </a:lnTo>
                  <a:lnTo>
                    <a:pt x="8000" y="1087"/>
                  </a:lnTo>
                  <a:lnTo>
                    <a:pt x="8177" y="1067"/>
                  </a:lnTo>
                  <a:lnTo>
                    <a:pt x="8335" y="1067"/>
                  </a:lnTo>
                  <a:lnTo>
                    <a:pt x="8454" y="1107"/>
                  </a:lnTo>
                  <a:lnTo>
                    <a:pt x="8414" y="1166"/>
                  </a:lnTo>
                  <a:lnTo>
                    <a:pt x="8395" y="1186"/>
                  </a:lnTo>
                  <a:lnTo>
                    <a:pt x="8355" y="1205"/>
                  </a:lnTo>
                  <a:lnTo>
                    <a:pt x="8493" y="1186"/>
                  </a:lnTo>
                  <a:lnTo>
                    <a:pt x="8572" y="1186"/>
                  </a:lnTo>
                  <a:lnTo>
                    <a:pt x="8651" y="1205"/>
                  </a:lnTo>
                  <a:lnTo>
                    <a:pt x="8691" y="1225"/>
                  </a:lnTo>
                  <a:lnTo>
                    <a:pt x="8790" y="1284"/>
                  </a:lnTo>
                  <a:lnTo>
                    <a:pt x="8849" y="1324"/>
                  </a:lnTo>
                  <a:lnTo>
                    <a:pt x="8948" y="1324"/>
                  </a:lnTo>
                  <a:lnTo>
                    <a:pt x="8948" y="1166"/>
                  </a:lnTo>
                  <a:lnTo>
                    <a:pt x="8987" y="1146"/>
                  </a:lnTo>
                  <a:lnTo>
                    <a:pt x="9027" y="1146"/>
                  </a:lnTo>
                  <a:lnTo>
                    <a:pt x="9086" y="1186"/>
                  </a:lnTo>
                  <a:lnTo>
                    <a:pt x="9145" y="1205"/>
                  </a:lnTo>
                  <a:lnTo>
                    <a:pt x="9165" y="1225"/>
                  </a:lnTo>
                  <a:lnTo>
                    <a:pt x="9205" y="1225"/>
                  </a:lnTo>
                  <a:lnTo>
                    <a:pt x="9126" y="1186"/>
                  </a:lnTo>
                  <a:lnTo>
                    <a:pt x="9066" y="1146"/>
                  </a:lnTo>
                  <a:lnTo>
                    <a:pt x="9027" y="1087"/>
                  </a:lnTo>
                  <a:lnTo>
                    <a:pt x="9027" y="1047"/>
                  </a:lnTo>
                  <a:lnTo>
                    <a:pt x="9046" y="1028"/>
                  </a:lnTo>
                  <a:lnTo>
                    <a:pt x="9284" y="988"/>
                  </a:lnTo>
                  <a:close/>
                  <a:moveTo>
                    <a:pt x="8197" y="1"/>
                  </a:moveTo>
                  <a:lnTo>
                    <a:pt x="8079" y="20"/>
                  </a:lnTo>
                  <a:lnTo>
                    <a:pt x="7960" y="60"/>
                  </a:lnTo>
                  <a:lnTo>
                    <a:pt x="7861" y="99"/>
                  </a:lnTo>
                  <a:lnTo>
                    <a:pt x="7743" y="139"/>
                  </a:lnTo>
                  <a:lnTo>
                    <a:pt x="7624" y="139"/>
                  </a:lnTo>
                  <a:lnTo>
                    <a:pt x="7466" y="99"/>
                  </a:lnTo>
                  <a:lnTo>
                    <a:pt x="7545" y="60"/>
                  </a:lnTo>
                  <a:lnTo>
                    <a:pt x="7071" y="139"/>
                  </a:lnTo>
                  <a:lnTo>
                    <a:pt x="6637" y="178"/>
                  </a:lnTo>
                  <a:lnTo>
                    <a:pt x="6439" y="238"/>
                  </a:lnTo>
                  <a:lnTo>
                    <a:pt x="6222" y="297"/>
                  </a:lnTo>
                  <a:lnTo>
                    <a:pt x="6005" y="376"/>
                  </a:lnTo>
                  <a:lnTo>
                    <a:pt x="5787" y="514"/>
                  </a:lnTo>
                  <a:lnTo>
                    <a:pt x="5491" y="613"/>
                  </a:lnTo>
                  <a:lnTo>
                    <a:pt x="5294" y="652"/>
                  </a:lnTo>
                  <a:lnTo>
                    <a:pt x="5116" y="672"/>
                  </a:lnTo>
                  <a:lnTo>
                    <a:pt x="4879" y="731"/>
                  </a:lnTo>
                  <a:lnTo>
                    <a:pt x="4800" y="810"/>
                  </a:lnTo>
                  <a:lnTo>
                    <a:pt x="4721" y="889"/>
                  </a:lnTo>
                  <a:lnTo>
                    <a:pt x="4622" y="1028"/>
                  </a:lnTo>
                  <a:lnTo>
                    <a:pt x="4583" y="1126"/>
                  </a:lnTo>
                  <a:lnTo>
                    <a:pt x="4563" y="1166"/>
                  </a:lnTo>
                  <a:lnTo>
                    <a:pt x="4701" y="1087"/>
                  </a:lnTo>
                  <a:lnTo>
                    <a:pt x="4760" y="1087"/>
                  </a:lnTo>
                  <a:lnTo>
                    <a:pt x="4760" y="1126"/>
                  </a:lnTo>
                  <a:lnTo>
                    <a:pt x="4721" y="1166"/>
                  </a:lnTo>
                  <a:lnTo>
                    <a:pt x="4662" y="1245"/>
                  </a:lnTo>
                  <a:lnTo>
                    <a:pt x="4504" y="1403"/>
                  </a:lnTo>
                  <a:lnTo>
                    <a:pt x="4365" y="1581"/>
                  </a:lnTo>
                  <a:lnTo>
                    <a:pt x="4464" y="1581"/>
                  </a:lnTo>
                  <a:lnTo>
                    <a:pt x="4543" y="1620"/>
                  </a:lnTo>
                  <a:lnTo>
                    <a:pt x="4721" y="1679"/>
                  </a:lnTo>
                  <a:lnTo>
                    <a:pt x="4820" y="1699"/>
                  </a:lnTo>
                  <a:lnTo>
                    <a:pt x="4741" y="1739"/>
                  </a:lnTo>
                  <a:lnTo>
                    <a:pt x="4681" y="1778"/>
                  </a:lnTo>
                  <a:lnTo>
                    <a:pt x="4543" y="1798"/>
                  </a:lnTo>
                  <a:lnTo>
                    <a:pt x="4484" y="1818"/>
                  </a:lnTo>
                  <a:lnTo>
                    <a:pt x="4405" y="1837"/>
                  </a:lnTo>
                  <a:lnTo>
                    <a:pt x="4326" y="1877"/>
                  </a:lnTo>
                  <a:lnTo>
                    <a:pt x="4247" y="1956"/>
                  </a:lnTo>
                  <a:lnTo>
                    <a:pt x="4247" y="1916"/>
                  </a:lnTo>
                  <a:lnTo>
                    <a:pt x="4267" y="1857"/>
                  </a:lnTo>
                  <a:lnTo>
                    <a:pt x="4326" y="1778"/>
                  </a:lnTo>
                  <a:lnTo>
                    <a:pt x="4425" y="1739"/>
                  </a:lnTo>
                  <a:lnTo>
                    <a:pt x="4306" y="1739"/>
                  </a:lnTo>
                  <a:lnTo>
                    <a:pt x="4207" y="1778"/>
                  </a:lnTo>
                  <a:lnTo>
                    <a:pt x="4010" y="1837"/>
                  </a:lnTo>
                  <a:lnTo>
                    <a:pt x="3852" y="1897"/>
                  </a:lnTo>
                  <a:lnTo>
                    <a:pt x="3773" y="1916"/>
                  </a:lnTo>
                  <a:lnTo>
                    <a:pt x="3713" y="1916"/>
                  </a:lnTo>
                  <a:lnTo>
                    <a:pt x="3792" y="1877"/>
                  </a:lnTo>
                  <a:lnTo>
                    <a:pt x="3871" y="1837"/>
                  </a:lnTo>
                  <a:lnTo>
                    <a:pt x="3970" y="1739"/>
                  </a:lnTo>
                  <a:lnTo>
                    <a:pt x="4029" y="1660"/>
                  </a:lnTo>
                  <a:lnTo>
                    <a:pt x="4069" y="1600"/>
                  </a:lnTo>
                  <a:lnTo>
                    <a:pt x="3891" y="1699"/>
                  </a:lnTo>
                  <a:lnTo>
                    <a:pt x="3694" y="1837"/>
                  </a:lnTo>
                  <a:lnTo>
                    <a:pt x="3536" y="1995"/>
                  </a:lnTo>
                  <a:lnTo>
                    <a:pt x="3437" y="2114"/>
                  </a:lnTo>
                  <a:lnTo>
                    <a:pt x="3358" y="2114"/>
                  </a:lnTo>
                  <a:lnTo>
                    <a:pt x="3259" y="2153"/>
                  </a:lnTo>
                  <a:lnTo>
                    <a:pt x="3160" y="2232"/>
                  </a:lnTo>
                  <a:lnTo>
                    <a:pt x="3081" y="2331"/>
                  </a:lnTo>
                  <a:lnTo>
                    <a:pt x="3002" y="2410"/>
                  </a:lnTo>
                  <a:lnTo>
                    <a:pt x="2943" y="2470"/>
                  </a:lnTo>
                  <a:lnTo>
                    <a:pt x="2904" y="2489"/>
                  </a:lnTo>
                  <a:lnTo>
                    <a:pt x="2904" y="2470"/>
                  </a:lnTo>
                  <a:lnTo>
                    <a:pt x="2884" y="2391"/>
                  </a:lnTo>
                  <a:lnTo>
                    <a:pt x="2884" y="2430"/>
                  </a:lnTo>
                  <a:lnTo>
                    <a:pt x="2864" y="2470"/>
                  </a:lnTo>
                  <a:lnTo>
                    <a:pt x="2785" y="2588"/>
                  </a:lnTo>
                  <a:lnTo>
                    <a:pt x="2686" y="2707"/>
                  </a:lnTo>
                  <a:lnTo>
                    <a:pt x="2568" y="2805"/>
                  </a:lnTo>
                  <a:lnTo>
                    <a:pt x="2548" y="2766"/>
                  </a:lnTo>
                  <a:lnTo>
                    <a:pt x="2568" y="2707"/>
                  </a:lnTo>
                  <a:lnTo>
                    <a:pt x="2627" y="2529"/>
                  </a:lnTo>
                  <a:lnTo>
                    <a:pt x="2726" y="2351"/>
                  </a:lnTo>
                  <a:lnTo>
                    <a:pt x="2805" y="2173"/>
                  </a:lnTo>
                  <a:lnTo>
                    <a:pt x="2963" y="1976"/>
                  </a:lnTo>
                  <a:lnTo>
                    <a:pt x="3062" y="1897"/>
                  </a:lnTo>
                  <a:lnTo>
                    <a:pt x="3081" y="1877"/>
                  </a:lnTo>
                  <a:lnTo>
                    <a:pt x="3101" y="1897"/>
                  </a:lnTo>
                  <a:lnTo>
                    <a:pt x="3081" y="1956"/>
                  </a:lnTo>
                  <a:lnTo>
                    <a:pt x="3042" y="2134"/>
                  </a:lnTo>
                  <a:lnTo>
                    <a:pt x="3042" y="2193"/>
                  </a:lnTo>
                  <a:lnTo>
                    <a:pt x="3101" y="2193"/>
                  </a:lnTo>
                  <a:lnTo>
                    <a:pt x="3338" y="1956"/>
                  </a:lnTo>
                  <a:lnTo>
                    <a:pt x="3595" y="1739"/>
                  </a:lnTo>
                  <a:lnTo>
                    <a:pt x="3575" y="1739"/>
                  </a:lnTo>
                  <a:lnTo>
                    <a:pt x="3575" y="1699"/>
                  </a:lnTo>
                  <a:lnTo>
                    <a:pt x="3595" y="1640"/>
                  </a:lnTo>
                  <a:lnTo>
                    <a:pt x="3595" y="1620"/>
                  </a:lnTo>
                  <a:lnTo>
                    <a:pt x="3555" y="1620"/>
                  </a:lnTo>
                  <a:lnTo>
                    <a:pt x="3496" y="1660"/>
                  </a:lnTo>
                  <a:lnTo>
                    <a:pt x="3378" y="1739"/>
                  </a:lnTo>
                  <a:lnTo>
                    <a:pt x="3417" y="1640"/>
                  </a:lnTo>
                  <a:lnTo>
                    <a:pt x="3476" y="1541"/>
                  </a:lnTo>
                  <a:lnTo>
                    <a:pt x="3575" y="1442"/>
                  </a:lnTo>
                  <a:lnTo>
                    <a:pt x="3674" y="1344"/>
                  </a:lnTo>
                  <a:lnTo>
                    <a:pt x="3792" y="1265"/>
                  </a:lnTo>
                  <a:lnTo>
                    <a:pt x="3931" y="1186"/>
                  </a:lnTo>
                  <a:lnTo>
                    <a:pt x="4069" y="1107"/>
                  </a:lnTo>
                  <a:lnTo>
                    <a:pt x="4207" y="1067"/>
                  </a:lnTo>
                  <a:lnTo>
                    <a:pt x="4227" y="1047"/>
                  </a:lnTo>
                  <a:lnTo>
                    <a:pt x="4207" y="1047"/>
                  </a:lnTo>
                  <a:lnTo>
                    <a:pt x="4128" y="1067"/>
                  </a:lnTo>
                  <a:lnTo>
                    <a:pt x="3931" y="1146"/>
                  </a:lnTo>
                  <a:lnTo>
                    <a:pt x="4010" y="1028"/>
                  </a:lnTo>
                  <a:lnTo>
                    <a:pt x="4069" y="889"/>
                  </a:lnTo>
                  <a:lnTo>
                    <a:pt x="4069" y="830"/>
                  </a:lnTo>
                  <a:lnTo>
                    <a:pt x="4049" y="810"/>
                  </a:lnTo>
                  <a:lnTo>
                    <a:pt x="4029" y="810"/>
                  </a:lnTo>
                  <a:lnTo>
                    <a:pt x="3911" y="830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909"/>
                  </a:lnTo>
                  <a:lnTo>
                    <a:pt x="3713" y="988"/>
                  </a:lnTo>
                  <a:lnTo>
                    <a:pt x="3694" y="1028"/>
                  </a:lnTo>
                  <a:lnTo>
                    <a:pt x="3694" y="1047"/>
                  </a:lnTo>
                  <a:lnTo>
                    <a:pt x="3733" y="1067"/>
                  </a:lnTo>
                  <a:lnTo>
                    <a:pt x="3832" y="1047"/>
                  </a:lnTo>
                  <a:lnTo>
                    <a:pt x="3615" y="1166"/>
                  </a:lnTo>
                  <a:lnTo>
                    <a:pt x="3358" y="1304"/>
                  </a:lnTo>
                  <a:lnTo>
                    <a:pt x="3259" y="1344"/>
                  </a:lnTo>
                  <a:lnTo>
                    <a:pt x="3180" y="1363"/>
                  </a:lnTo>
                  <a:lnTo>
                    <a:pt x="3160" y="1344"/>
                  </a:lnTo>
                  <a:lnTo>
                    <a:pt x="3141" y="1324"/>
                  </a:lnTo>
                  <a:lnTo>
                    <a:pt x="3160" y="1265"/>
                  </a:lnTo>
                  <a:lnTo>
                    <a:pt x="2963" y="1462"/>
                  </a:lnTo>
                  <a:lnTo>
                    <a:pt x="2765" y="1699"/>
                  </a:lnTo>
                  <a:lnTo>
                    <a:pt x="2449" y="2114"/>
                  </a:lnTo>
                  <a:lnTo>
                    <a:pt x="2430" y="2094"/>
                  </a:lnTo>
                  <a:lnTo>
                    <a:pt x="2430" y="2074"/>
                  </a:lnTo>
                  <a:lnTo>
                    <a:pt x="2469" y="1995"/>
                  </a:lnTo>
                  <a:lnTo>
                    <a:pt x="2548" y="1916"/>
                  </a:lnTo>
                  <a:lnTo>
                    <a:pt x="2607" y="1818"/>
                  </a:lnTo>
                  <a:lnTo>
                    <a:pt x="2351" y="2134"/>
                  </a:lnTo>
                  <a:lnTo>
                    <a:pt x="2114" y="2450"/>
                  </a:lnTo>
                  <a:lnTo>
                    <a:pt x="2331" y="2351"/>
                  </a:lnTo>
                  <a:lnTo>
                    <a:pt x="2193" y="2509"/>
                  </a:lnTo>
                  <a:lnTo>
                    <a:pt x="2094" y="2647"/>
                  </a:lnTo>
                  <a:lnTo>
                    <a:pt x="2015" y="2805"/>
                  </a:lnTo>
                  <a:lnTo>
                    <a:pt x="1956" y="2963"/>
                  </a:lnTo>
                  <a:lnTo>
                    <a:pt x="1857" y="3279"/>
                  </a:lnTo>
                  <a:lnTo>
                    <a:pt x="1817" y="3418"/>
                  </a:lnTo>
                  <a:lnTo>
                    <a:pt x="1758" y="3576"/>
                  </a:lnTo>
                  <a:lnTo>
                    <a:pt x="1718" y="3516"/>
                  </a:lnTo>
                  <a:lnTo>
                    <a:pt x="1718" y="3437"/>
                  </a:lnTo>
                  <a:lnTo>
                    <a:pt x="1738" y="3358"/>
                  </a:lnTo>
                  <a:lnTo>
                    <a:pt x="1758" y="3260"/>
                  </a:lnTo>
                  <a:lnTo>
                    <a:pt x="1936" y="2845"/>
                  </a:lnTo>
                  <a:lnTo>
                    <a:pt x="1837" y="2884"/>
                  </a:lnTo>
                  <a:lnTo>
                    <a:pt x="1778" y="2924"/>
                  </a:lnTo>
                  <a:lnTo>
                    <a:pt x="1758" y="2983"/>
                  </a:lnTo>
                  <a:lnTo>
                    <a:pt x="1758" y="3042"/>
                  </a:lnTo>
                  <a:lnTo>
                    <a:pt x="1758" y="3102"/>
                  </a:lnTo>
                  <a:lnTo>
                    <a:pt x="1738" y="3181"/>
                  </a:lnTo>
                  <a:lnTo>
                    <a:pt x="1718" y="3279"/>
                  </a:lnTo>
                  <a:lnTo>
                    <a:pt x="1639" y="3398"/>
                  </a:lnTo>
                  <a:lnTo>
                    <a:pt x="1600" y="3418"/>
                  </a:lnTo>
                  <a:lnTo>
                    <a:pt x="1560" y="3418"/>
                  </a:lnTo>
                  <a:lnTo>
                    <a:pt x="1521" y="3398"/>
                  </a:lnTo>
                  <a:lnTo>
                    <a:pt x="1501" y="3378"/>
                  </a:lnTo>
                  <a:lnTo>
                    <a:pt x="1442" y="3753"/>
                  </a:lnTo>
                  <a:lnTo>
                    <a:pt x="1402" y="3773"/>
                  </a:lnTo>
                  <a:lnTo>
                    <a:pt x="1383" y="3773"/>
                  </a:lnTo>
                  <a:lnTo>
                    <a:pt x="1383" y="3734"/>
                  </a:lnTo>
                  <a:lnTo>
                    <a:pt x="1343" y="3911"/>
                  </a:lnTo>
                  <a:lnTo>
                    <a:pt x="1343" y="4010"/>
                  </a:lnTo>
                  <a:lnTo>
                    <a:pt x="1363" y="4050"/>
                  </a:lnTo>
                  <a:lnTo>
                    <a:pt x="1383" y="4089"/>
                  </a:lnTo>
                  <a:lnTo>
                    <a:pt x="1402" y="4129"/>
                  </a:lnTo>
                  <a:lnTo>
                    <a:pt x="1383" y="4208"/>
                  </a:lnTo>
                  <a:lnTo>
                    <a:pt x="1343" y="4346"/>
                  </a:lnTo>
                  <a:lnTo>
                    <a:pt x="1264" y="4563"/>
                  </a:lnTo>
                  <a:lnTo>
                    <a:pt x="1343" y="4445"/>
                  </a:lnTo>
                  <a:lnTo>
                    <a:pt x="1402" y="4326"/>
                  </a:lnTo>
                  <a:lnTo>
                    <a:pt x="1442" y="4247"/>
                  </a:lnTo>
                  <a:lnTo>
                    <a:pt x="1442" y="4168"/>
                  </a:lnTo>
                  <a:lnTo>
                    <a:pt x="1481" y="4010"/>
                  </a:lnTo>
                  <a:lnTo>
                    <a:pt x="1521" y="3911"/>
                  </a:lnTo>
                  <a:lnTo>
                    <a:pt x="1580" y="3793"/>
                  </a:lnTo>
                  <a:lnTo>
                    <a:pt x="1659" y="3793"/>
                  </a:lnTo>
                  <a:lnTo>
                    <a:pt x="1659" y="3832"/>
                  </a:lnTo>
                  <a:lnTo>
                    <a:pt x="1659" y="3911"/>
                  </a:lnTo>
                  <a:lnTo>
                    <a:pt x="1639" y="4030"/>
                  </a:lnTo>
                  <a:lnTo>
                    <a:pt x="1560" y="4267"/>
                  </a:lnTo>
                  <a:lnTo>
                    <a:pt x="1541" y="4366"/>
                  </a:lnTo>
                  <a:lnTo>
                    <a:pt x="1541" y="4445"/>
                  </a:lnTo>
                  <a:lnTo>
                    <a:pt x="1442" y="4563"/>
                  </a:lnTo>
                  <a:lnTo>
                    <a:pt x="1363" y="4642"/>
                  </a:lnTo>
                  <a:lnTo>
                    <a:pt x="1205" y="4761"/>
                  </a:lnTo>
                  <a:lnTo>
                    <a:pt x="1126" y="4840"/>
                  </a:lnTo>
                  <a:lnTo>
                    <a:pt x="1067" y="4939"/>
                  </a:lnTo>
                  <a:lnTo>
                    <a:pt x="1007" y="5057"/>
                  </a:lnTo>
                  <a:lnTo>
                    <a:pt x="968" y="5235"/>
                  </a:lnTo>
                  <a:lnTo>
                    <a:pt x="988" y="5136"/>
                  </a:lnTo>
                  <a:lnTo>
                    <a:pt x="988" y="5057"/>
                  </a:lnTo>
                  <a:lnTo>
                    <a:pt x="948" y="4998"/>
                  </a:lnTo>
                  <a:lnTo>
                    <a:pt x="948" y="4978"/>
                  </a:lnTo>
                  <a:lnTo>
                    <a:pt x="948" y="4919"/>
                  </a:lnTo>
                  <a:lnTo>
                    <a:pt x="1047" y="4682"/>
                  </a:lnTo>
                  <a:lnTo>
                    <a:pt x="1047" y="4603"/>
                  </a:lnTo>
                  <a:lnTo>
                    <a:pt x="1047" y="4563"/>
                  </a:lnTo>
                  <a:lnTo>
                    <a:pt x="1027" y="4583"/>
                  </a:lnTo>
                  <a:lnTo>
                    <a:pt x="988" y="4622"/>
                  </a:lnTo>
                  <a:lnTo>
                    <a:pt x="889" y="4741"/>
                  </a:lnTo>
                  <a:lnTo>
                    <a:pt x="849" y="4781"/>
                  </a:lnTo>
                  <a:lnTo>
                    <a:pt x="790" y="4800"/>
                  </a:lnTo>
                  <a:lnTo>
                    <a:pt x="790" y="4840"/>
                  </a:lnTo>
                  <a:lnTo>
                    <a:pt x="810" y="4860"/>
                  </a:lnTo>
                  <a:lnTo>
                    <a:pt x="869" y="4899"/>
                  </a:lnTo>
                  <a:lnTo>
                    <a:pt x="889" y="4919"/>
                  </a:lnTo>
                  <a:lnTo>
                    <a:pt x="889" y="4958"/>
                  </a:lnTo>
                  <a:lnTo>
                    <a:pt x="869" y="5037"/>
                  </a:lnTo>
                  <a:lnTo>
                    <a:pt x="810" y="5136"/>
                  </a:lnTo>
                  <a:lnTo>
                    <a:pt x="790" y="5116"/>
                  </a:lnTo>
                  <a:lnTo>
                    <a:pt x="770" y="5452"/>
                  </a:lnTo>
                  <a:lnTo>
                    <a:pt x="751" y="5788"/>
                  </a:lnTo>
                  <a:lnTo>
                    <a:pt x="711" y="5906"/>
                  </a:lnTo>
                  <a:lnTo>
                    <a:pt x="672" y="6025"/>
                  </a:lnTo>
                  <a:lnTo>
                    <a:pt x="632" y="6262"/>
                  </a:lnTo>
                  <a:lnTo>
                    <a:pt x="612" y="6499"/>
                  </a:lnTo>
                  <a:lnTo>
                    <a:pt x="612" y="6756"/>
                  </a:lnTo>
                  <a:lnTo>
                    <a:pt x="612" y="6993"/>
                  </a:lnTo>
                  <a:lnTo>
                    <a:pt x="612" y="7210"/>
                  </a:lnTo>
                  <a:lnTo>
                    <a:pt x="593" y="7388"/>
                  </a:lnTo>
                  <a:lnTo>
                    <a:pt x="553" y="7566"/>
                  </a:lnTo>
                  <a:lnTo>
                    <a:pt x="711" y="7467"/>
                  </a:lnTo>
                  <a:lnTo>
                    <a:pt x="751" y="7763"/>
                  </a:lnTo>
                  <a:lnTo>
                    <a:pt x="790" y="8079"/>
                  </a:lnTo>
                  <a:lnTo>
                    <a:pt x="849" y="8356"/>
                  </a:lnTo>
                  <a:lnTo>
                    <a:pt x="909" y="8593"/>
                  </a:lnTo>
                  <a:lnTo>
                    <a:pt x="909" y="8593"/>
                  </a:lnTo>
                  <a:lnTo>
                    <a:pt x="869" y="8553"/>
                  </a:lnTo>
                  <a:lnTo>
                    <a:pt x="849" y="8533"/>
                  </a:lnTo>
                  <a:lnTo>
                    <a:pt x="770" y="8395"/>
                  </a:lnTo>
                  <a:lnTo>
                    <a:pt x="731" y="8237"/>
                  </a:lnTo>
                  <a:lnTo>
                    <a:pt x="672" y="8059"/>
                  </a:lnTo>
                  <a:lnTo>
                    <a:pt x="711" y="8296"/>
                  </a:lnTo>
                  <a:lnTo>
                    <a:pt x="751" y="8533"/>
                  </a:lnTo>
                  <a:lnTo>
                    <a:pt x="830" y="8751"/>
                  </a:lnTo>
                  <a:lnTo>
                    <a:pt x="909" y="8948"/>
                  </a:lnTo>
                  <a:lnTo>
                    <a:pt x="988" y="9126"/>
                  </a:lnTo>
                  <a:lnTo>
                    <a:pt x="1086" y="9304"/>
                  </a:lnTo>
                  <a:lnTo>
                    <a:pt x="1205" y="9462"/>
                  </a:lnTo>
                  <a:lnTo>
                    <a:pt x="1304" y="9600"/>
                  </a:lnTo>
                  <a:lnTo>
                    <a:pt x="1304" y="9383"/>
                  </a:lnTo>
                  <a:lnTo>
                    <a:pt x="1304" y="9244"/>
                  </a:lnTo>
                  <a:lnTo>
                    <a:pt x="1284" y="8928"/>
                  </a:lnTo>
                  <a:lnTo>
                    <a:pt x="1383" y="9027"/>
                  </a:lnTo>
                  <a:lnTo>
                    <a:pt x="1442" y="9146"/>
                  </a:lnTo>
                  <a:lnTo>
                    <a:pt x="1462" y="9244"/>
                  </a:lnTo>
                  <a:lnTo>
                    <a:pt x="1462" y="9343"/>
                  </a:lnTo>
                  <a:lnTo>
                    <a:pt x="1462" y="9442"/>
                  </a:lnTo>
                  <a:lnTo>
                    <a:pt x="1462" y="9580"/>
                  </a:lnTo>
                  <a:lnTo>
                    <a:pt x="1521" y="9699"/>
                  </a:lnTo>
                  <a:lnTo>
                    <a:pt x="1600" y="9857"/>
                  </a:lnTo>
                  <a:lnTo>
                    <a:pt x="1560" y="9877"/>
                  </a:lnTo>
                  <a:lnTo>
                    <a:pt x="1442" y="9877"/>
                  </a:lnTo>
                  <a:lnTo>
                    <a:pt x="1402" y="9857"/>
                  </a:lnTo>
                  <a:lnTo>
                    <a:pt x="1383" y="9877"/>
                  </a:lnTo>
                  <a:lnTo>
                    <a:pt x="1343" y="9896"/>
                  </a:lnTo>
                  <a:lnTo>
                    <a:pt x="1304" y="9956"/>
                  </a:lnTo>
                  <a:lnTo>
                    <a:pt x="1442" y="10094"/>
                  </a:lnTo>
                  <a:lnTo>
                    <a:pt x="1580" y="10272"/>
                  </a:lnTo>
                  <a:lnTo>
                    <a:pt x="1718" y="10469"/>
                  </a:lnTo>
                  <a:lnTo>
                    <a:pt x="1778" y="10548"/>
                  </a:lnTo>
                  <a:lnTo>
                    <a:pt x="1857" y="10607"/>
                  </a:lnTo>
                  <a:lnTo>
                    <a:pt x="1817" y="10667"/>
                  </a:lnTo>
                  <a:lnTo>
                    <a:pt x="1778" y="10686"/>
                  </a:lnTo>
                  <a:lnTo>
                    <a:pt x="1699" y="10686"/>
                  </a:lnTo>
                  <a:lnTo>
                    <a:pt x="1639" y="10667"/>
                  </a:lnTo>
                  <a:lnTo>
                    <a:pt x="1541" y="10588"/>
                  </a:lnTo>
                  <a:lnTo>
                    <a:pt x="1462" y="10489"/>
                  </a:lnTo>
                  <a:lnTo>
                    <a:pt x="1363" y="10351"/>
                  </a:lnTo>
                  <a:lnTo>
                    <a:pt x="1264" y="10193"/>
                  </a:lnTo>
                  <a:lnTo>
                    <a:pt x="1244" y="10035"/>
                  </a:lnTo>
                  <a:lnTo>
                    <a:pt x="1185" y="9877"/>
                  </a:lnTo>
                  <a:lnTo>
                    <a:pt x="1027" y="9600"/>
                  </a:lnTo>
                  <a:lnTo>
                    <a:pt x="948" y="9442"/>
                  </a:lnTo>
                  <a:lnTo>
                    <a:pt x="889" y="9304"/>
                  </a:lnTo>
                  <a:lnTo>
                    <a:pt x="849" y="9165"/>
                  </a:lnTo>
                  <a:lnTo>
                    <a:pt x="849" y="9027"/>
                  </a:lnTo>
                  <a:lnTo>
                    <a:pt x="810" y="9264"/>
                  </a:lnTo>
                  <a:lnTo>
                    <a:pt x="711" y="8988"/>
                  </a:lnTo>
                  <a:lnTo>
                    <a:pt x="632" y="8731"/>
                  </a:lnTo>
                  <a:lnTo>
                    <a:pt x="576" y="8562"/>
                  </a:lnTo>
                  <a:lnTo>
                    <a:pt x="593" y="8731"/>
                  </a:lnTo>
                  <a:lnTo>
                    <a:pt x="593" y="8909"/>
                  </a:lnTo>
                  <a:lnTo>
                    <a:pt x="593" y="9205"/>
                  </a:lnTo>
                  <a:lnTo>
                    <a:pt x="593" y="9343"/>
                  </a:lnTo>
                  <a:lnTo>
                    <a:pt x="612" y="9462"/>
                  </a:lnTo>
                  <a:lnTo>
                    <a:pt x="652" y="9580"/>
                  </a:lnTo>
                  <a:lnTo>
                    <a:pt x="731" y="9699"/>
                  </a:lnTo>
                  <a:lnTo>
                    <a:pt x="711" y="9738"/>
                  </a:lnTo>
                  <a:lnTo>
                    <a:pt x="691" y="9778"/>
                  </a:lnTo>
                  <a:lnTo>
                    <a:pt x="672" y="9896"/>
                  </a:lnTo>
                  <a:lnTo>
                    <a:pt x="652" y="9936"/>
                  </a:lnTo>
                  <a:lnTo>
                    <a:pt x="632" y="9956"/>
                  </a:lnTo>
                  <a:lnTo>
                    <a:pt x="593" y="9936"/>
                  </a:lnTo>
                  <a:lnTo>
                    <a:pt x="533" y="9877"/>
                  </a:lnTo>
                  <a:lnTo>
                    <a:pt x="454" y="9679"/>
                  </a:lnTo>
                  <a:lnTo>
                    <a:pt x="395" y="9501"/>
                  </a:lnTo>
                  <a:lnTo>
                    <a:pt x="356" y="9383"/>
                  </a:lnTo>
                  <a:lnTo>
                    <a:pt x="336" y="9363"/>
                  </a:lnTo>
                  <a:lnTo>
                    <a:pt x="296" y="9343"/>
                  </a:lnTo>
                  <a:lnTo>
                    <a:pt x="336" y="9521"/>
                  </a:lnTo>
                  <a:lnTo>
                    <a:pt x="356" y="9640"/>
                  </a:lnTo>
                  <a:lnTo>
                    <a:pt x="395" y="9798"/>
                  </a:lnTo>
                  <a:lnTo>
                    <a:pt x="494" y="10054"/>
                  </a:lnTo>
                  <a:lnTo>
                    <a:pt x="573" y="10074"/>
                  </a:lnTo>
                  <a:lnTo>
                    <a:pt x="652" y="10133"/>
                  </a:lnTo>
                  <a:lnTo>
                    <a:pt x="830" y="10272"/>
                  </a:lnTo>
                  <a:lnTo>
                    <a:pt x="1244" y="10627"/>
                  </a:lnTo>
                  <a:lnTo>
                    <a:pt x="1422" y="10864"/>
                  </a:lnTo>
                  <a:lnTo>
                    <a:pt x="1600" y="11101"/>
                  </a:lnTo>
                  <a:lnTo>
                    <a:pt x="1738" y="11358"/>
                  </a:lnTo>
                  <a:lnTo>
                    <a:pt x="1857" y="11575"/>
                  </a:lnTo>
                  <a:lnTo>
                    <a:pt x="1679" y="11378"/>
                  </a:lnTo>
                  <a:lnTo>
                    <a:pt x="1501" y="11220"/>
                  </a:lnTo>
                  <a:lnTo>
                    <a:pt x="1422" y="11180"/>
                  </a:lnTo>
                  <a:lnTo>
                    <a:pt x="1363" y="11141"/>
                  </a:lnTo>
                  <a:lnTo>
                    <a:pt x="1304" y="11141"/>
                  </a:lnTo>
                  <a:lnTo>
                    <a:pt x="1284" y="11180"/>
                  </a:lnTo>
                  <a:lnTo>
                    <a:pt x="1363" y="11239"/>
                  </a:lnTo>
                  <a:lnTo>
                    <a:pt x="1422" y="11338"/>
                  </a:lnTo>
                  <a:lnTo>
                    <a:pt x="1541" y="11536"/>
                  </a:lnTo>
                  <a:lnTo>
                    <a:pt x="1580" y="11615"/>
                  </a:lnTo>
                  <a:lnTo>
                    <a:pt x="1620" y="11674"/>
                  </a:lnTo>
                  <a:lnTo>
                    <a:pt x="1639" y="11694"/>
                  </a:lnTo>
                  <a:lnTo>
                    <a:pt x="1659" y="11694"/>
                  </a:lnTo>
                  <a:lnTo>
                    <a:pt x="1699" y="11654"/>
                  </a:lnTo>
                  <a:lnTo>
                    <a:pt x="1896" y="11951"/>
                  </a:lnTo>
                  <a:lnTo>
                    <a:pt x="2114" y="12267"/>
                  </a:lnTo>
                  <a:lnTo>
                    <a:pt x="2212" y="12405"/>
                  </a:lnTo>
                  <a:lnTo>
                    <a:pt x="2272" y="12523"/>
                  </a:lnTo>
                  <a:lnTo>
                    <a:pt x="2311" y="12642"/>
                  </a:lnTo>
                  <a:lnTo>
                    <a:pt x="2311" y="12681"/>
                  </a:lnTo>
                  <a:lnTo>
                    <a:pt x="2291" y="12721"/>
                  </a:lnTo>
                  <a:lnTo>
                    <a:pt x="2173" y="12602"/>
                  </a:lnTo>
                  <a:lnTo>
                    <a:pt x="2074" y="12504"/>
                  </a:lnTo>
                  <a:lnTo>
                    <a:pt x="1896" y="12267"/>
                  </a:lnTo>
                  <a:lnTo>
                    <a:pt x="1738" y="12030"/>
                  </a:lnTo>
                  <a:lnTo>
                    <a:pt x="1659" y="11911"/>
                  </a:lnTo>
                  <a:lnTo>
                    <a:pt x="1560" y="11812"/>
                  </a:lnTo>
                  <a:lnTo>
                    <a:pt x="1600" y="11872"/>
                  </a:lnTo>
                  <a:lnTo>
                    <a:pt x="1620" y="11931"/>
                  </a:lnTo>
                  <a:lnTo>
                    <a:pt x="1600" y="11970"/>
                  </a:lnTo>
                  <a:lnTo>
                    <a:pt x="1560" y="11970"/>
                  </a:lnTo>
                  <a:lnTo>
                    <a:pt x="1284" y="11536"/>
                  </a:lnTo>
                  <a:lnTo>
                    <a:pt x="1284" y="11536"/>
                  </a:lnTo>
                  <a:lnTo>
                    <a:pt x="1402" y="11891"/>
                  </a:lnTo>
                  <a:lnTo>
                    <a:pt x="1481" y="12049"/>
                  </a:lnTo>
                  <a:lnTo>
                    <a:pt x="1659" y="12286"/>
                  </a:lnTo>
                  <a:lnTo>
                    <a:pt x="1659" y="12227"/>
                  </a:lnTo>
                  <a:lnTo>
                    <a:pt x="1659" y="12207"/>
                  </a:lnTo>
                  <a:lnTo>
                    <a:pt x="1679" y="12207"/>
                  </a:lnTo>
                  <a:lnTo>
                    <a:pt x="1936" y="12523"/>
                  </a:lnTo>
                  <a:lnTo>
                    <a:pt x="1817" y="12642"/>
                  </a:lnTo>
                  <a:lnTo>
                    <a:pt x="1936" y="12760"/>
                  </a:lnTo>
                  <a:lnTo>
                    <a:pt x="2054" y="12899"/>
                  </a:lnTo>
                  <a:lnTo>
                    <a:pt x="2331" y="13254"/>
                  </a:lnTo>
                  <a:lnTo>
                    <a:pt x="2489" y="13452"/>
                  </a:lnTo>
                  <a:lnTo>
                    <a:pt x="2647" y="13629"/>
                  </a:lnTo>
                  <a:lnTo>
                    <a:pt x="2844" y="13787"/>
                  </a:lnTo>
                  <a:lnTo>
                    <a:pt x="3042" y="13945"/>
                  </a:lnTo>
                  <a:lnTo>
                    <a:pt x="3042" y="13945"/>
                  </a:lnTo>
                  <a:lnTo>
                    <a:pt x="2983" y="13926"/>
                  </a:lnTo>
                  <a:lnTo>
                    <a:pt x="2983" y="13926"/>
                  </a:lnTo>
                  <a:lnTo>
                    <a:pt x="3121" y="14044"/>
                  </a:lnTo>
                  <a:lnTo>
                    <a:pt x="3239" y="14123"/>
                  </a:lnTo>
                  <a:lnTo>
                    <a:pt x="3378" y="14163"/>
                  </a:lnTo>
                  <a:lnTo>
                    <a:pt x="3496" y="14183"/>
                  </a:lnTo>
                  <a:lnTo>
                    <a:pt x="3634" y="14202"/>
                  </a:lnTo>
                  <a:lnTo>
                    <a:pt x="3753" y="14242"/>
                  </a:lnTo>
                  <a:lnTo>
                    <a:pt x="3911" y="14301"/>
                  </a:lnTo>
                  <a:lnTo>
                    <a:pt x="4069" y="14400"/>
                  </a:lnTo>
                  <a:lnTo>
                    <a:pt x="3970" y="14380"/>
                  </a:lnTo>
                  <a:lnTo>
                    <a:pt x="3950" y="14400"/>
                  </a:lnTo>
                  <a:lnTo>
                    <a:pt x="3911" y="14420"/>
                  </a:lnTo>
                  <a:lnTo>
                    <a:pt x="3891" y="14479"/>
                  </a:lnTo>
                  <a:lnTo>
                    <a:pt x="3871" y="14538"/>
                  </a:lnTo>
                  <a:lnTo>
                    <a:pt x="3970" y="14578"/>
                  </a:lnTo>
                  <a:lnTo>
                    <a:pt x="4049" y="14637"/>
                  </a:lnTo>
                  <a:lnTo>
                    <a:pt x="4168" y="14755"/>
                  </a:lnTo>
                  <a:lnTo>
                    <a:pt x="4247" y="14894"/>
                  </a:lnTo>
                  <a:lnTo>
                    <a:pt x="4385" y="15052"/>
                  </a:lnTo>
                  <a:lnTo>
                    <a:pt x="4326" y="14973"/>
                  </a:lnTo>
                  <a:lnTo>
                    <a:pt x="4346" y="14933"/>
                  </a:lnTo>
                  <a:lnTo>
                    <a:pt x="4365" y="14913"/>
                  </a:lnTo>
                  <a:lnTo>
                    <a:pt x="4523" y="14913"/>
                  </a:lnTo>
                  <a:lnTo>
                    <a:pt x="4543" y="14894"/>
                  </a:lnTo>
                  <a:lnTo>
                    <a:pt x="4504" y="14854"/>
                  </a:lnTo>
                  <a:lnTo>
                    <a:pt x="4523" y="14815"/>
                  </a:lnTo>
                  <a:lnTo>
                    <a:pt x="4642" y="14815"/>
                  </a:lnTo>
                  <a:lnTo>
                    <a:pt x="4721" y="14854"/>
                  </a:lnTo>
                  <a:lnTo>
                    <a:pt x="4839" y="14894"/>
                  </a:lnTo>
                  <a:lnTo>
                    <a:pt x="5076" y="15052"/>
                  </a:lnTo>
                  <a:lnTo>
                    <a:pt x="5274" y="15210"/>
                  </a:lnTo>
                  <a:lnTo>
                    <a:pt x="5254" y="15249"/>
                  </a:lnTo>
                  <a:lnTo>
                    <a:pt x="5234" y="15269"/>
                  </a:lnTo>
                  <a:lnTo>
                    <a:pt x="5155" y="15269"/>
                  </a:lnTo>
                  <a:lnTo>
                    <a:pt x="5037" y="15229"/>
                  </a:lnTo>
                  <a:lnTo>
                    <a:pt x="4899" y="15150"/>
                  </a:lnTo>
                  <a:lnTo>
                    <a:pt x="4780" y="15111"/>
                  </a:lnTo>
                  <a:lnTo>
                    <a:pt x="4701" y="15071"/>
                  </a:lnTo>
                  <a:lnTo>
                    <a:pt x="4662" y="15091"/>
                  </a:lnTo>
                  <a:lnTo>
                    <a:pt x="4662" y="15111"/>
                  </a:lnTo>
                  <a:lnTo>
                    <a:pt x="4662" y="15150"/>
                  </a:lnTo>
                  <a:lnTo>
                    <a:pt x="4701" y="15229"/>
                  </a:lnTo>
                  <a:lnTo>
                    <a:pt x="4780" y="15289"/>
                  </a:lnTo>
                  <a:lnTo>
                    <a:pt x="4839" y="15328"/>
                  </a:lnTo>
                  <a:lnTo>
                    <a:pt x="4958" y="15328"/>
                  </a:lnTo>
                  <a:lnTo>
                    <a:pt x="4958" y="15289"/>
                  </a:lnTo>
                  <a:lnTo>
                    <a:pt x="4938" y="15249"/>
                  </a:lnTo>
                  <a:lnTo>
                    <a:pt x="4899" y="15190"/>
                  </a:lnTo>
                  <a:lnTo>
                    <a:pt x="5373" y="15585"/>
                  </a:lnTo>
                  <a:lnTo>
                    <a:pt x="5590" y="15802"/>
                  </a:lnTo>
                  <a:lnTo>
                    <a:pt x="5669" y="15901"/>
                  </a:lnTo>
                  <a:lnTo>
                    <a:pt x="5748" y="16000"/>
                  </a:lnTo>
                  <a:lnTo>
                    <a:pt x="5886" y="16039"/>
                  </a:lnTo>
                  <a:lnTo>
                    <a:pt x="6005" y="16079"/>
                  </a:lnTo>
                  <a:lnTo>
                    <a:pt x="6202" y="16158"/>
                  </a:lnTo>
                  <a:lnTo>
                    <a:pt x="6380" y="16217"/>
                  </a:lnTo>
                  <a:lnTo>
                    <a:pt x="6597" y="16217"/>
                  </a:lnTo>
                  <a:lnTo>
                    <a:pt x="6538" y="16177"/>
                  </a:lnTo>
                  <a:lnTo>
                    <a:pt x="6479" y="16177"/>
                  </a:lnTo>
                  <a:lnTo>
                    <a:pt x="6360" y="16158"/>
                  </a:lnTo>
                  <a:lnTo>
                    <a:pt x="6301" y="16138"/>
                  </a:lnTo>
                  <a:lnTo>
                    <a:pt x="6261" y="16118"/>
                  </a:lnTo>
                  <a:lnTo>
                    <a:pt x="6202" y="16079"/>
                  </a:lnTo>
                  <a:lnTo>
                    <a:pt x="6123" y="16000"/>
                  </a:lnTo>
                  <a:lnTo>
                    <a:pt x="6479" y="16039"/>
                  </a:lnTo>
                  <a:lnTo>
                    <a:pt x="6597" y="16118"/>
                  </a:lnTo>
                  <a:lnTo>
                    <a:pt x="6696" y="16197"/>
                  </a:lnTo>
                  <a:lnTo>
                    <a:pt x="6874" y="16395"/>
                  </a:lnTo>
                  <a:lnTo>
                    <a:pt x="7032" y="16553"/>
                  </a:lnTo>
                  <a:lnTo>
                    <a:pt x="7190" y="16711"/>
                  </a:lnTo>
                  <a:lnTo>
                    <a:pt x="7190" y="16711"/>
                  </a:lnTo>
                  <a:lnTo>
                    <a:pt x="6913" y="16612"/>
                  </a:lnTo>
                  <a:lnTo>
                    <a:pt x="6953" y="16592"/>
                  </a:lnTo>
                  <a:lnTo>
                    <a:pt x="6894" y="16573"/>
                  </a:lnTo>
                  <a:lnTo>
                    <a:pt x="6834" y="16553"/>
                  </a:lnTo>
                  <a:lnTo>
                    <a:pt x="6696" y="16494"/>
                  </a:lnTo>
                  <a:lnTo>
                    <a:pt x="6577" y="16454"/>
                  </a:lnTo>
                  <a:lnTo>
                    <a:pt x="6518" y="16454"/>
                  </a:lnTo>
                  <a:lnTo>
                    <a:pt x="6498" y="16474"/>
                  </a:lnTo>
                  <a:lnTo>
                    <a:pt x="6617" y="16494"/>
                  </a:lnTo>
                  <a:lnTo>
                    <a:pt x="6696" y="16533"/>
                  </a:lnTo>
                  <a:lnTo>
                    <a:pt x="6854" y="16632"/>
                  </a:lnTo>
                  <a:lnTo>
                    <a:pt x="7012" y="16731"/>
                  </a:lnTo>
                  <a:lnTo>
                    <a:pt x="7111" y="16790"/>
                  </a:lnTo>
                  <a:lnTo>
                    <a:pt x="7229" y="16829"/>
                  </a:lnTo>
                  <a:lnTo>
                    <a:pt x="7190" y="16829"/>
                  </a:lnTo>
                  <a:lnTo>
                    <a:pt x="7387" y="16928"/>
                  </a:lnTo>
                  <a:lnTo>
                    <a:pt x="7545" y="17047"/>
                  </a:lnTo>
                  <a:lnTo>
                    <a:pt x="7684" y="17165"/>
                  </a:lnTo>
                  <a:lnTo>
                    <a:pt x="7802" y="17303"/>
                  </a:lnTo>
                  <a:lnTo>
                    <a:pt x="7921" y="17402"/>
                  </a:lnTo>
                  <a:lnTo>
                    <a:pt x="8039" y="17501"/>
                  </a:lnTo>
                  <a:lnTo>
                    <a:pt x="8177" y="17540"/>
                  </a:lnTo>
                  <a:lnTo>
                    <a:pt x="8256" y="17560"/>
                  </a:lnTo>
                  <a:lnTo>
                    <a:pt x="8335" y="17560"/>
                  </a:lnTo>
                  <a:lnTo>
                    <a:pt x="8276" y="17481"/>
                  </a:lnTo>
                  <a:lnTo>
                    <a:pt x="8217" y="17402"/>
                  </a:lnTo>
                  <a:lnTo>
                    <a:pt x="8217" y="17303"/>
                  </a:lnTo>
                  <a:lnTo>
                    <a:pt x="8217" y="17284"/>
                  </a:lnTo>
                  <a:lnTo>
                    <a:pt x="8237" y="17264"/>
                  </a:lnTo>
                  <a:lnTo>
                    <a:pt x="8276" y="17323"/>
                  </a:lnTo>
                  <a:lnTo>
                    <a:pt x="8316" y="17382"/>
                  </a:lnTo>
                  <a:lnTo>
                    <a:pt x="8434" y="17481"/>
                  </a:lnTo>
                  <a:lnTo>
                    <a:pt x="8533" y="17580"/>
                  </a:lnTo>
                  <a:lnTo>
                    <a:pt x="8553" y="17619"/>
                  </a:lnTo>
                  <a:lnTo>
                    <a:pt x="8533" y="17659"/>
                  </a:lnTo>
                  <a:lnTo>
                    <a:pt x="8434" y="17619"/>
                  </a:lnTo>
                  <a:lnTo>
                    <a:pt x="8750" y="17876"/>
                  </a:lnTo>
                  <a:lnTo>
                    <a:pt x="8869" y="17975"/>
                  </a:lnTo>
                  <a:lnTo>
                    <a:pt x="8967" y="18014"/>
                  </a:lnTo>
                  <a:lnTo>
                    <a:pt x="9046" y="17975"/>
                  </a:lnTo>
                  <a:lnTo>
                    <a:pt x="9106" y="17935"/>
                  </a:lnTo>
                  <a:lnTo>
                    <a:pt x="9145" y="17935"/>
                  </a:lnTo>
                  <a:lnTo>
                    <a:pt x="9185" y="17916"/>
                  </a:lnTo>
                  <a:lnTo>
                    <a:pt x="9244" y="17935"/>
                  </a:lnTo>
                  <a:lnTo>
                    <a:pt x="9323" y="17955"/>
                  </a:lnTo>
                  <a:lnTo>
                    <a:pt x="9461" y="18093"/>
                  </a:lnTo>
                  <a:lnTo>
                    <a:pt x="9481" y="18133"/>
                  </a:lnTo>
                  <a:lnTo>
                    <a:pt x="9481" y="18153"/>
                  </a:lnTo>
                  <a:lnTo>
                    <a:pt x="9461" y="18172"/>
                  </a:lnTo>
                  <a:lnTo>
                    <a:pt x="9442" y="18192"/>
                  </a:lnTo>
                  <a:lnTo>
                    <a:pt x="9284" y="18192"/>
                  </a:lnTo>
                  <a:lnTo>
                    <a:pt x="9224" y="18212"/>
                  </a:lnTo>
                  <a:lnTo>
                    <a:pt x="9205" y="18232"/>
                  </a:lnTo>
                  <a:lnTo>
                    <a:pt x="9205" y="18271"/>
                  </a:lnTo>
                  <a:lnTo>
                    <a:pt x="9224" y="18311"/>
                  </a:lnTo>
                  <a:lnTo>
                    <a:pt x="9264" y="18350"/>
                  </a:lnTo>
                  <a:lnTo>
                    <a:pt x="9876" y="18607"/>
                  </a:lnTo>
                  <a:lnTo>
                    <a:pt x="9955" y="18785"/>
                  </a:lnTo>
                  <a:lnTo>
                    <a:pt x="10113" y="18884"/>
                  </a:lnTo>
                  <a:lnTo>
                    <a:pt x="10271" y="18982"/>
                  </a:lnTo>
                  <a:lnTo>
                    <a:pt x="10449" y="19061"/>
                  </a:lnTo>
                  <a:lnTo>
                    <a:pt x="10627" y="19121"/>
                  </a:lnTo>
                  <a:lnTo>
                    <a:pt x="10982" y="19239"/>
                  </a:lnTo>
                  <a:lnTo>
                    <a:pt x="11338" y="19318"/>
                  </a:lnTo>
                  <a:lnTo>
                    <a:pt x="11911" y="19377"/>
                  </a:lnTo>
                  <a:lnTo>
                    <a:pt x="12108" y="19417"/>
                  </a:lnTo>
                  <a:lnTo>
                    <a:pt x="12227" y="19456"/>
                  </a:lnTo>
                  <a:lnTo>
                    <a:pt x="12187" y="19516"/>
                  </a:lnTo>
                  <a:lnTo>
                    <a:pt x="12148" y="19535"/>
                  </a:lnTo>
                  <a:lnTo>
                    <a:pt x="12088" y="19555"/>
                  </a:lnTo>
                  <a:lnTo>
                    <a:pt x="12029" y="19575"/>
                  </a:lnTo>
                  <a:lnTo>
                    <a:pt x="11851" y="19555"/>
                  </a:lnTo>
                  <a:lnTo>
                    <a:pt x="11674" y="19516"/>
                  </a:lnTo>
                  <a:lnTo>
                    <a:pt x="11753" y="19595"/>
                  </a:lnTo>
                  <a:lnTo>
                    <a:pt x="11832" y="19634"/>
                  </a:lnTo>
                  <a:lnTo>
                    <a:pt x="11970" y="19674"/>
                  </a:lnTo>
                  <a:lnTo>
                    <a:pt x="12069" y="19693"/>
                  </a:lnTo>
                  <a:lnTo>
                    <a:pt x="12088" y="19693"/>
                  </a:lnTo>
                  <a:lnTo>
                    <a:pt x="12088" y="19733"/>
                  </a:lnTo>
                  <a:lnTo>
                    <a:pt x="12167" y="19772"/>
                  </a:lnTo>
                  <a:lnTo>
                    <a:pt x="12286" y="19812"/>
                  </a:lnTo>
                  <a:lnTo>
                    <a:pt x="12404" y="19832"/>
                  </a:lnTo>
                  <a:lnTo>
                    <a:pt x="12444" y="19812"/>
                  </a:lnTo>
                  <a:lnTo>
                    <a:pt x="12464" y="19772"/>
                  </a:lnTo>
                  <a:lnTo>
                    <a:pt x="12562" y="19851"/>
                  </a:lnTo>
                  <a:lnTo>
                    <a:pt x="12641" y="19930"/>
                  </a:lnTo>
                  <a:lnTo>
                    <a:pt x="12661" y="19990"/>
                  </a:lnTo>
                  <a:lnTo>
                    <a:pt x="12681" y="20029"/>
                  </a:lnTo>
                  <a:lnTo>
                    <a:pt x="12681" y="20069"/>
                  </a:lnTo>
                  <a:lnTo>
                    <a:pt x="12661" y="20088"/>
                  </a:lnTo>
                  <a:lnTo>
                    <a:pt x="12641" y="20108"/>
                  </a:lnTo>
                  <a:lnTo>
                    <a:pt x="12641" y="20128"/>
                  </a:lnTo>
                  <a:lnTo>
                    <a:pt x="12740" y="20148"/>
                  </a:lnTo>
                  <a:lnTo>
                    <a:pt x="12859" y="20207"/>
                  </a:lnTo>
                  <a:lnTo>
                    <a:pt x="12997" y="20286"/>
                  </a:lnTo>
                  <a:lnTo>
                    <a:pt x="13135" y="20385"/>
                  </a:lnTo>
                  <a:lnTo>
                    <a:pt x="13412" y="20602"/>
                  </a:lnTo>
                  <a:lnTo>
                    <a:pt x="13570" y="20701"/>
                  </a:lnTo>
                  <a:lnTo>
                    <a:pt x="13708" y="20780"/>
                  </a:lnTo>
                  <a:lnTo>
                    <a:pt x="13668" y="20878"/>
                  </a:lnTo>
                  <a:lnTo>
                    <a:pt x="13965" y="20997"/>
                  </a:lnTo>
                  <a:lnTo>
                    <a:pt x="14261" y="21116"/>
                  </a:lnTo>
                  <a:lnTo>
                    <a:pt x="14261" y="21116"/>
                  </a:lnTo>
                  <a:lnTo>
                    <a:pt x="14222" y="21076"/>
                  </a:lnTo>
                  <a:lnTo>
                    <a:pt x="14222" y="21056"/>
                  </a:lnTo>
                  <a:lnTo>
                    <a:pt x="14222" y="21036"/>
                  </a:lnTo>
                  <a:lnTo>
                    <a:pt x="14241" y="21017"/>
                  </a:lnTo>
                  <a:lnTo>
                    <a:pt x="14301" y="20997"/>
                  </a:lnTo>
                  <a:lnTo>
                    <a:pt x="14340" y="20957"/>
                  </a:lnTo>
                  <a:lnTo>
                    <a:pt x="14478" y="21036"/>
                  </a:lnTo>
                  <a:lnTo>
                    <a:pt x="14478" y="21036"/>
                  </a:lnTo>
                  <a:lnTo>
                    <a:pt x="14399" y="20938"/>
                  </a:lnTo>
                  <a:lnTo>
                    <a:pt x="14301" y="20859"/>
                  </a:lnTo>
                  <a:lnTo>
                    <a:pt x="14123" y="20720"/>
                  </a:lnTo>
                  <a:lnTo>
                    <a:pt x="13905" y="20582"/>
                  </a:lnTo>
                  <a:lnTo>
                    <a:pt x="13668" y="20464"/>
                  </a:lnTo>
                  <a:lnTo>
                    <a:pt x="13451" y="20325"/>
                  </a:lnTo>
                  <a:lnTo>
                    <a:pt x="13234" y="20187"/>
                  </a:lnTo>
                  <a:lnTo>
                    <a:pt x="13155" y="20088"/>
                  </a:lnTo>
                  <a:lnTo>
                    <a:pt x="13076" y="19990"/>
                  </a:lnTo>
                  <a:lnTo>
                    <a:pt x="12997" y="19891"/>
                  </a:lnTo>
                  <a:lnTo>
                    <a:pt x="12957" y="19772"/>
                  </a:lnTo>
                  <a:lnTo>
                    <a:pt x="12997" y="19792"/>
                  </a:lnTo>
                  <a:lnTo>
                    <a:pt x="13036" y="19792"/>
                  </a:lnTo>
                  <a:lnTo>
                    <a:pt x="13036" y="19772"/>
                  </a:lnTo>
                  <a:lnTo>
                    <a:pt x="13036" y="19753"/>
                  </a:lnTo>
                  <a:lnTo>
                    <a:pt x="13056" y="19733"/>
                  </a:lnTo>
                  <a:lnTo>
                    <a:pt x="13096" y="19733"/>
                  </a:lnTo>
                  <a:lnTo>
                    <a:pt x="13135" y="19753"/>
                  </a:lnTo>
                  <a:lnTo>
                    <a:pt x="13234" y="19871"/>
                  </a:lnTo>
                  <a:lnTo>
                    <a:pt x="13254" y="19911"/>
                  </a:lnTo>
                  <a:lnTo>
                    <a:pt x="13254" y="19930"/>
                  </a:lnTo>
                  <a:lnTo>
                    <a:pt x="13451" y="19950"/>
                  </a:lnTo>
                  <a:lnTo>
                    <a:pt x="13471" y="19950"/>
                  </a:lnTo>
                  <a:lnTo>
                    <a:pt x="13471" y="19930"/>
                  </a:lnTo>
                  <a:lnTo>
                    <a:pt x="13352" y="19832"/>
                  </a:lnTo>
                  <a:lnTo>
                    <a:pt x="13392" y="19812"/>
                  </a:lnTo>
                  <a:lnTo>
                    <a:pt x="13431" y="19792"/>
                  </a:lnTo>
                  <a:lnTo>
                    <a:pt x="13530" y="19812"/>
                  </a:lnTo>
                  <a:lnTo>
                    <a:pt x="13649" y="19851"/>
                  </a:lnTo>
                  <a:lnTo>
                    <a:pt x="13767" y="19930"/>
                  </a:lnTo>
                  <a:lnTo>
                    <a:pt x="14064" y="20108"/>
                  </a:lnTo>
                  <a:lnTo>
                    <a:pt x="14222" y="20207"/>
                  </a:lnTo>
                  <a:lnTo>
                    <a:pt x="14380" y="20286"/>
                  </a:lnTo>
                  <a:lnTo>
                    <a:pt x="14419" y="20365"/>
                  </a:lnTo>
                  <a:lnTo>
                    <a:pt x="14419" y="20385"/>
                  </a:lnTo>
                  <a:lnTo>
                    <a:pt x="14399" y="20404"/>
                  </a:lnTo>
                  <a:lnTo>
                    <a:pt x="14320" y="20404"/>
                  </a:lnTo>
                  <a:lnTo>
                    <a:pt x="14222" y="20385"/>
                  </a:lnTo>
                  <a:lnTo>
                    <a:pt x="13965" y="20306"/>
                  </a:lnTo>
                  <a:lnTo>
                    <a:pt x="13846" y="20246"/>
                  </a:lnTo>
                  <a:lnTo>
                    <a:pt x="13747" y="20227"/>
                  </a:lnTo>
                  <a:lnTo>
                    <a:pt x="13747" y="20227"/>
                  </a:lnTo>
                  <a:lnTo>
                    <a:pt x="13866" y="20286"/>
                  </a:lnTo>
                  <a:lnTo>
                    <a:pt x="13985" y="20325"/>
                  </a:lnTo>
                  <a:lnTo>
                    <a:pt x="14103" y="20404"/>
                  </a:lnTo>
                  <a:lnTo>
                    <a:pt x="14222" y="20503"/>
                  </a:lnTo>
                  <a:lnTo>
                    <a:pt x="14083" y="20602"/>
                  </a:lnTo>
                  <a:lnTo>
                    <a:pt x="14261" y="20681"/>
                  </a:lnTo>
                  <a:lnTo>
                    <a:pt x="14360" y="20701"/>
                  </a:lnTo>
                  <a:lnTo>
                    <a:pt x="14419" y="20701"/>
                  </a:lnTo>
                  <a:lnTo>
                    <a:pt x="14439" y="20681"/>
                  </a:lnTo>
                  <a:lnTo>
                    <a:pt x="14439" y="20582"/>
                  </a:lnTo>
                  <a:lnTo>
                    <a:pt x="14459" y="20543"/>
                  </a:lnTo>
                  <a:lnTo>
                    <a:pt x="14518" y="20503"/>
                  </a:lnTo>
                  <a:lnTo>
                    <a:pt x="14597" y="20483"/>
                  </a:lnTo>
                  <a:lnTo>
                    <a:pt x="14696" y="20503"/>
                  </a:lnTo>
                  <a:lnTo>
                    <a:pt x="14775" y="20562"/>
                  </a:lnTo>
                  <a:lnTo>
                    <a:pt x="14854" y="20622"/>
                  </a:lnTo>
                  <a:lnTo>
                    <a:pt x="15012" y="20760"/>
                  </a:lnTo>
                  <a:lnTo>
                    <a:pt x="15071" y="20799"/>
                  </a:lnTo>
                  <a:lnTo>
                    <a:pt x="15130" y="20839"/>
                  </a:lnTo>
                  <a:lnTo>
                    <a:pt x="15130" y="20839"/>
                  </a:lnTo>
                  <a:lnTo>
                    <a:pt x="14952" y="20799"/>
                  </a:lnTo>
                  <a:lnTo>
                    <a:pt x="15091" y="20878"/>
                  </a:lnTo>
                  <a:lnTo>
                    <a:pt x="15209" y="20938"/>
                  </a:lnTo>
                  <a:lnTo>
                    <a:pt x="15328" y="20977"/>
                  </a:lnTo>
                  <a:lnTo>
                    <a:pt x="15426" y="20997"/>
                  </a:lnTo>
                  <a:lnTo>
                    <a:pt x="15644" y="21036"/>
                  </a:lnTo>
                  <a:lnTo>
                    <a:pt x="15762" y="21056"/>
                  </a:lnTo>
                  <a:lnTo>
                    <a:pt x="15900" y="21116"/>
                  </a:lnTo>
                  <a:lnTo>
                    <a:pt x="16039" y="21293"/>
                  </a:lnTo>
                  <a:lnTo>
                    <a:pt x="15881" y="21195"/>
                  </a:lnTo>
                  <a:lnTo>
                    <a:pt x="15742" y="21155"/>
                  </a:lnTo>
                  <a:lnTo>
                    <a:pt x="15604" y="21135"/>
                  </a:lnTo>
                  <a:lnTo>
                    <a:pt x="15486" y="21135"/>
                  </a:lnTo>
                  <a:lnTo>
                    <a:pt x="15387" y="21155"/>
                  </a:lnTo>
                  <a:lnTo>
                    <a:pt x="15288" y="21155"/>
                  </a:lnTo>
                  <a:lnTo>
                    <a:pt x="15189" y="21135"/>
                  </a:lnTo>
                  <a:lnTo>
                    <a:pt x="15091" y="21076"/>
                  </a:lnTo>
                  <a:lnTo>
                    <a:pt x="15091" y="21076"/>
                  </a:lnTo>
                  <a:lnTo>
                    <a:pt x="15268" y="21214"/>
                  </a:lnTo>
                  <a:lnTo>
                    <a:pt x="15308" y="21274"/>
                  </a:lnTo>
                  <a:lnTo>
                    <a:pt x="15308" y="21313"/>
                  </a:lnTo>
                  <a:lnTo>
                    <a:pt x="15308" y="21333"/>
                  </a:lnTo>
                  <a:lnTo>
                    <a:pt x="15268" y="21353"/>
                  </a:lnTo>
                  <a:lnTo>
                    <a:pt x="15150" y="21372"/>
                  </a:lnTo>
                  <a:lnTo>
                    <a:pt x="14992" y="21372"/>
                  </a:lnTo>
                  <a:lnTo>
                    <a:pt x="14794" y="21353"/>
                  </a:lnTo>
                  <a:lnTo>
                    <a:pt x="14498" y="21313"/>
                  </a:lnTo>
                  <a:lnTo>
                    <a:pt x="14735" y="21432"/>
                  </a:lnTo>
                  <a:lnTo>
                    <a:pt x="14933" y="21530"/>
                  </a:lnTo>
                  <a:lnTo>
                    <a:pt x="15110" y="21649"/>
                  </a:lnTo>
                  <a:lnTo>
                    <a:pt x="15249" y="21767"/>
                  </a:lnTo>
                  <a:lnTo>
                    <a:pt x="15466" y="21787"/>
                  </a:lnTo>
                  <a:lnTo>
                    <a:pt x="15663" y="21827"/>
                  </a:lnTo>
                  <a:lnTo>
                    <a:pt x="16039" y="21985"/>
                  </a:lnTo>
                  <a:lnTo>
                    <a:pt x="16236" y="22044"/>
                  </a:lnTo>
                  <a:lnTo>
                    <a:pt x="16414" y="22083"/>
                  </a:lnTo>
                  <a:lnTo>
                    <a:pt x="16612" y="22103"/>
                  </a:lnTo>
                  <a:lnTo>
                    <a:pt x="16730" y="22103"/>
                  </a:lnTo>
                  <a:lnTo>
                    <a:pt x="16829" y="22083"/>
                  </a:lnTo>
                  <a:lnTo>
                    <a:pt x="16888" y="22103"/>
                  </a:lnTo>
                  <a:lnTo>
                    <a:pt x="16888" y="22123"/>
                  </a:lnTo>
                  <a:lnTo>
                    <a:pt x="16868" y="22143"/>
                  </a:lnTo>
                  <a:lnTo>
                    <a:pt x="16829" y="22143"/>
                  </a:lnTo>
                  <a:lnTo>
                    <a:pt x="16750" y="22162"/>
                  </a:lnTo>
                  <a:lnTo>
                    <a:pt x="16770" y="22182"/>
                  </a:lnTo>
                  <a:lnTo>
                    <a:pt x="16849" y="22202"/>
                  </a:lnTo>
                  <a:lnTo>
                    <a:pt x="17244" y="22281"/>
                  </a:lnTo>
                  <a:lnTo>
                    <a:pt x="17461" y="22320"/>
                  </a:lnTo>
                  <a:lnTo>
                    <a:pt x="17658" y="22340"/>
                  </a:lnTo>
                  <a:lnTo>
                    <a:pt x="18073" y="22340"/>
                  </a:lnTo>
                  <a:lnTo>
                    <a:pt x="18271" y="22320"/>
                  </a:lnTo>
                  <a:lnTo>
                    <a:pt x="18310" y="22281"/>
                  </a:lnTo>
                  <a:lnTo>
                    <a:pt x="18330" y="22301"/>
                  </a:lnTo>
                  <a:lnTo>
                    <a:pt x="18330" y="22340"/>
                  </a:lnTo>
                  <a:lnTo>
                    <a:pt x="18310" y="22439"/>
                  </a:lnTo>
                  <a:lnTo>
                    <a:pt x="18330" y="22459"/>
                  </a:lnTo>
                  <a:lnTo>
                    <a:pt x="18350" y="22459"/>
                  </a:lnTo>
                  <a:lnTo>
                    <a:pt x="18389" y="22439"/>
                  </a:lnTo>
                  <a:lnTo>
                    <a:pt x="18508" y="22439"/>
                  </a:lnTo>
                  <a:lnTo>
                    <a:pt x="18567" y="22498"/>
                  </a:lnTo>
                  <a:lnTo>
                    <a:pt x="18606" y="22538"/>
                  </a:lnTo>
                  <a:lnTo>
                    <a:pt x="18685" y="22656"/>
                  </a:lnTo>
                  <a:lnTo>
                    <a:pt x="18883" y="22972"/>
                  </a:lnTo>
                  <a:lnTo>
                    <a:pt x="19120" y="23308"/>
                  </a:lnTo>
                  <a:lnTo>
                    <a:pt x="19397" y="23683"/>
                  </a:lnTo>
                  <a:lnTo>
                    <a:pt x="19160" y="23545"/>
                  </a:lnTo>
                  <a:lnTo>
                    <a:pt x="19160" y="23545"/>
                  </a:lnTo>
                  <a:lnTo>
                    <a:pt x="19318" y="23743"/>
                  </a:lnTo>
                  <a:lnTo>
                    <a:pt x="19456" y="23940"/>
                  </a:lnTo>
                  <a:lnTo>
                    <a:pt x="19614" y="24059"/>
                  </a:lnTo>
                  <a:lnTo>
                    <a:pt x="19693" y="24098"/>
                  </a:lnTo>
                  <a:lnTo>
                    <a:pt x="19772" y="24118"/>
                  </a:lnTo>
                  <a:lnTo>
                    <a:pt x="19811" y="24217"/>
                  </a:lnTo>
                  <a:lnTo>
                    <a:pt x="19871" y="24315"/>
                  </a:lnTo>
                  <a:lnTo>
                    <a:pt x="19950" y="24394"/>
                  </a:lnTo>
                  <a:lnTo>
                    <a:pt x="20029" y="24473"/>
                  </a:lnTo>
                  <a:lnTo>
                    <a:pt x="20266" y="24631"/>
                  </a:lnTo>
                  <a:lnTo>
                    <a:pt x="20503" y="24770"/>
                  </a:lnTo>
                  <a:lnTo>
                    <a:pt x="20759" y="24908"/>
                  </a:lnTo>
                  <a:lnTo>
                    <a:pt x="21016" y="25046"/>
                  </a:lnTo>
                  <a:lnTo>
                    <a:pt x="21233" y="25184"/>
                  </a:lnTo>
                  <a:lnTo>
                    <a:pt x="21332" y="25283"/>
                  </a:lnTo>
                  <a:lnTo>
                    <a:pt x="21411" y="25362"/>
                  </a:lnTo>
                  <a:lnTo>
                    <a:pt x="21629" y="25461"/>
                  </a:lnTo>
                  <a:lnTo>
                    <a:pt x="21826" y="25540"/>
                  </a:lnTo>
                  <a:lnTo>
                    <a:pt x="21984" y="25560"/>
                  </a:lnTo>
                  <a:lnTo>
                    <a:pt x="22122" y="25560"/>
                  </a:lnTo>
                  <a:lnTo>
                    <a:pt x="22399" y="25540"/>
                  </a:lnTo>
                  <a:lnTo>
                    <a:pt x="22557" y="25540"/>
                  </a:lnTo>
                  <a:lnTo>
                    <a:pt x="22754" y="25579"/>
                  </a:lnTo>
                  <a:lnTo>
                    <a:pt x="22715" y="25619"/>
                  </a:lnTo>
                  <a:lnTo>
                    <a:pt x="22675" y="25678"/>
                  </a:lnTo>
                  <a:lnTo>
                    <a:pt x="22675" y="25718"/>
                  </a:lnTo>
                  <a:lnTo>
                    <a:pt x="22675" y="25737"/>
                  </a:lnTo>
                  <a:lnTo>
                    <a:pt x="22735" y="25777"/>
                  </a:lnTo>
                  <a:lnTo>
                    <a:pt x="22814" y="25816"/>
                  </a:lnTo>
                  <a:lnTo>
                    <a:pt x="23169" y="25856"/>
                  </a:lnTo>
                  <a:lnTo>
                    <a:pt x="23525" y="25876"/>
                  </a:lnTo>
                  <a:lnTo>
                    <a:pt x="23880" y="25876"/>
                  </a:lnTo>
                  <a:lnTo>
                    <a:pt x="24236" y="25856"/>
                  </a:lnTo>
                  <a:lnTo>
                    <a:pt x="24572" y="25816"/>
                  </a:lnTo>
                  <a:lnTo>
                    <a:pt x="24907" y="25777"/>
                  </a:lnTo>
                  <a:lnTo>
                    <a:pt x="25243" y="25718"/>
                  </a:lnTo>
                  <a:lnTo>
                    <a:pt x="25559" y="25619"/>
                  </a:lnTo>
                  <a:lnTo>
                    <a:pt x="25895" y="25520"/>
                  </a:lnTo>
                  <a:lnTo>
                    <a:pt x="26211" y="25421"/>
                  </a:lnTo>
                  <a:lnTo>
                    <a:pt x="26527" y="25283"/>
                  </a:lnTo>
                  <a:lnTo>
                    <a:pt x="26823" y="25145"/>
                  </a:lnTo>
                  <a:lnTo>
                    <a:pt x="27139" y="24987"/>
                  </a:lnTo>
                  <a:lnTo>
                    <a:pt x="27436" y="24809"/>
                  </a:lnTo>
                  <a:lnTo>
                    <a:pt x="27732" y="24612"/>
                  </a:lnTo>
                  <a:lnTo>
                    <a:pt x="28028" y="24394"/>
                  </a:lnTo>
                  <a:lnTo>
                    <a:pt x="28008" y="24434"/>
                  </a:lnTo>
                  <a:lnTo>
                    <a:pt x="27989" y="24473"/>
                  </a:lnTo>
                  <a:lnTo>
                    <a:pt x="27910" y="24533"/>
                  </a:lnTo>
                  <a:lnTo>
                    <a:pt x="28107" y="24394"/>
                  </a:lnTo>
                  <a:lnTo>
                    <a:pt x="28305" y="24256"/>
                  </a:lnTo>
                  <a:lnTo>
                    <a:pt x="28641" y="23940"/>
                  </a:lnTo>
                  <a:lnTo>
                    <a:pt x="28937" y="23604"/>
                  </a:lnTo>
                  <a:lnTo>
                    <a:pt x="29233" y="23249"/>
                  </a:lnTo>
                  <a:lnTo>
                    <a:pt x="29470" y="22913"/>
                  </a:lnTo>
                  <a:lnTo>
                    <a:pt x="29707" y="22557"/>
                  </a:lnTo>
                  <a:lnTo>
                    <a:pt x="30161" y="21925"/>
                  </a:lnTo>
                  <a:lnTo>
                    <a:pt x="30240" y="21728"/>
                  </a:lnTo>
                  <a:lnTo>
                    <a:pt x="30319" y="21511"/>
                  </a:lnTo>
                  <a:lnTo>
                    <a:pt x="30339" y="21412"/>
                  </a:lnTo>
                  <a:lnTo>
                    <a:pt x="30339" y="21333"/>
                  </a:lnTo>
                  <a:lnTo>
                    <a:pt x="30319" y="21293"/>
                  </a:lnTo>
                  <a:lnTo>
                    <a:pt x="30260" y="21313"/>
                  </a:lnTo>
                  <a:lnTo>
                    <a:pt x="30221" y="21372"/>
                  </a:lnTo>
                  <a:lnTo>
                    <a:pt x="30181" y="21412"/>
                  </a:lnTo>
                  <a:lnTo>
                    <a:pt x="30122" y="21432"/>
                  </a:lnTo>
                  <a:lnTo>
                    <a:pt x="30082" y="21451"/>
                  </a:lnTo>
                  <a:lnTo>
                    <a:pt x="29984" y="21432"/>
                  </a:lnTo>
                  <a:lnTo>
                    <a:pt x="29924" y="21392"/>
                  </a:lnTo>
                  <a:lnTo>
                    <a:pt x="30023" y="21155"/>
                  </a:lnTo>
                  <a:lnTo>
                    <a:pt x="30102" y="21017"/>
                  </a:lnTo>
                  <a:lnTo>
                    <a:pt x="30181" y="20938"/>
                  </a:lnTo>
                  <a:lnTo>
                    <a:pt x="30240" y="20898"/>
                  </a:lnTo>
                  <a:lnTo>
                    <a:pt x="30319" y="20878"/>
                  </a:lnTo>
                  <a:lnTo>
                    <a:pt x="30379" y="20839"/>
                  </a:lnTo>
                  <a:lnTo>
                    <a:pt x="30438" y="20740"/>
                  </a:lnTo>
                  <a:lnTo>
                    <a:pt x="30517" y="20602"/>
                  </a:lnTo>
                  <a:lnTo>
                    <a:pt x="30596" y="20582"/>
                  </a:lnTo>
                  <a:lnTo>
                    <a:pt x="30616" y="20602"/>
                  </a:lnTo>
                  <a:lnTo>
                    <a:pt x="30635" y="20622"/>
                  </a:lnTo>
                  <a:lnTo>
                    <a:pt x="30635" y="20681"/>
                  </a:lnTo>
                  <a:lnTo>
                    <a:pt x="30635" y="20760"/>
                  </a:lnTo>
                  <a:lnTo>
                    <a:pt x="30616" y="20938"/>
                  </a:lnTo>
                  <a:lnTo>
                    <a:pt x="30635" y="21017"/>
                  </a:lnTo>
                  <a:lnTo>
                    <a:pt x="30655" y="21056"/>
                  </a:lnTo>
                  <a:lnTo>
                    <a:pt x="30675" y="21076"/>
                  </a:lnTo>
                  <a:lnTo>
                    <a:pt x="30793" y="20641"/>
                  </a:lnTo>
                  <a:lnTo>
                    <a:pt x="30872" y="20227"/>
                  </a:lnTo>
                  <a:lnTo>
                    <a:pt x="30951" y="20069"/>
                  </a:lnTo>
                  <a:lnTo>
                    <a:pt x="31011" y="19911"/>
                  </a:lnTo>
                  <a:lnTo>
                    <a:pt x="31110" y="19575"/>
                  </a:lnTo>
                  <a:lnTo>
                    <a:pt x="31189" y="19259"/>
                  </a:lnTo>
                  <a:lnTo>
                    <a:pt x="31248" y="19101"/>
                  </a:lnTo>
                  <a:lnTo>
                    <a:pt x="31289" y="19005"/>
                  </a:lnTo>
                  <a:lnTo>
                    <a:pt x="31289" y="19005"/>
                  </a:lnTo>
                  <a:lnTo>
                    <a:pt x="31307" y="19042"/>
                  </a:lnTo>
                  <a:lnTo>
                    <a:pt x="31327" y="19101"/>
                  </a:lnTo>
                  <a:lnTo>
                    <a:pt x="31347" y="19140"/>
                  </a:lnTo>
                  <a:lnTo>
                    <a:pt x="31347" y="19180"/>
                  </a:lnTo>
                  <a:lnTo>
                    <a:pt x="31347" y="19239"/>
                  </a:lnTo>
                  <a:lnTo>
                    <a:pt x="31287" y="19338"/>
                  </a:lnTo>
                  <a:lnTo>
                    <a:pt x="31287" y="19298"/>
                  </a:lnTo>
                  <a:lnTo>
                    <a:pt x="31268" y="19259"/>
                  </a:lnTo>
                  <a:lnTo>
                    <a:pt x="31208" y="19476"/>
                  </a:lnTo>
                  <a:lnTo>
                    <a:pt x="31189" y="19614"/>
                  </a:lnTo>
                  <a:lnTo>
                    <a:pt x="31189" y="19713"/>
                  </a:lnTo>
                  <a:lnTo>
                    <a:pt x="31189" y="19792"/>
                  </a:lnTo>
                  <a:lnTo>
                    <a:pt x="31189" y="19950"/>
                  </a:lnTo>
                  <a:lnTo>
                    <a:pt x="31169" y="20088"/>
                  </a:lnTo>
                  <a:lnTo>
                    <a:pt x="31129" y="20266"/>
                  </a:lnTo>
                  <a:lnTo>
                    <a:pt x="31228" y="19832"/>
                  </a:lnTo>
                  <a:lnTo>
                    <a:pt x="31347" y="19377"/>
                  </a:lnTo>
                  <a:lnTo>
                    <a:pt x="31445" y="18923"/>
                  </a:lnTo>
                  <a:lnTo>
                    <a:pt x="31544" y="18528"/>
                  </a:lnTo>
                  <a:lnTo>
                    <a:pt x="31485" y="18528"/>
                  </a:lnTo>
                  <a:lnTo>
                    <a:pt x="31465" y="18488"/>
                  </a:lnTo>
                  <a:lnTo>
                    <a:pt x="31465" y="18429"/>
                  </a:lnTo>
                  <a:lnTo>
                    <a:pt x="31465" y="18350"/>
                  </a:lnTo>
                  <a:lnTo>
                    <a:pt x="31485" y="18153"/>
                  </a:lnTo>
                  <a:lnTo>
                    <a:pt x="31485" y="18054"/>
                  </a:lnTo>
                  <a:lnTo>
                    <a:pt x="31465" y="17995"/>
                  </a:lnTo>
                  <a:lnTo>
                    <a:pt x="31485" y="17955"/>
                  </a:lnTo>
                  <a:lnTo>
                    <a:pt x="31465" y="17935"/>
                  </a:lnTo>
                  <a:lnTo>
                    <a:pt x="31445" y="17916"/>
                  </a:lnTo>
                  <a:lnTo>
                    <a:pt x="31426" y="17797"/>
                  </a:lnTo>
                  <a:lnTo>
                    <a:pt x="31406" y="17560"/>
                  </a:lnTo>
                  <a:lnTo>
                    <a:pt x="31603" y="17481"/>
                  </a:lnTo>
                  <a:lnTo>
                    <a:pt x="31603" y="17422"/>
                  </a:lnTo>
                  <a:lnTo>
                    <a:pt x="31584" y="17382"/>
                  </a:lnTo>
                  <a:lnTo>
                    <a:pt x="31564" y="17382"/>
                  </a:lnTo>
                  <a:lnTo>
                    <a:pt x="31544" y="17402"/>
                  </a:lnTo>
                  <a:lnTo>
                    <a:pt x="31524" y="17402"/>
                  </a:lnTo>
                  <a:lnTo>
                    <a:pt x="31505" y="17363"/>
                  </a:lnTo>
                  <a:lnTo>
                    <a:pt x="31505" y="17303"/>
                  </a:lnTo>
                  <a:lnTo>
                    <a:pt x="31505" y="16987"/>
                  </a:lnTo>
                  <a:lnTo>
                    <a:pt x="31544" y="16533"/>
                  </a:lnTo>
                  <a:lnTo>
                    <a:pt x="31564" y="16316"/>
                  </a:lnTo>
                  <a:lnTo>
                    <a:pt x="31603" y="16138"/>
                  </a:lnTo>
                  <a:lnTo>
                    <a:pt x="31663" y="16000"/>
                  </a:lnTo>
                  <a:lnTo>
                    <a:pt x="31682" y="15960"/>
                  </a:lnTo>
                  <a:lnTo>
                    <a:pt x="31722" y="15921"/>
                  </a:lnTo>
                  <a:lnTo>
                    <a:pt x="31702" y="15703"/>
                  </a:lnTo>
                  <a:lnTo>
                    <a:pt x="31663" y="15526"/>
                  </a:lnTo>
                  <a:lnTo>
                    <a:pt x="31623" y="15348"/>
                  </a:lnTo>
                  <a:lnTo>
                    <a:pt x="31623" y="15131"/>
                  </a:lnTo>
                  <a:lnTo>
                    <a:pt x="31663" y="15150"/>
                  </a:lnTo>
                  <a:lnTo>
                    <a:pt x="31682" y="15190"/>
                  </a:lnTo>
                  <a:lnTo>
                    <a:pt x="31722" y="15249"/>
                  </a:lnTo>
                  <a:lnTo>
                    <a:pt x="31722" y="14953"/>
                  </a:lnTo>
                  <a:lnTo>
                    <a:pt x="31722" y="14657"/>
                  </a:lnTo>
                  <a:lnTo>
                    <a:pt x="31702" y="14321"/>
                  </a:lnTo>
                  <a:lnTo>
                    <a:pt x="31682" y="13965"/>
                  </a:lnTo>
                  <a:lnTo>
                    <a:pt x="31623" y="13590"/>
                  </a:lnTo>
                  <a:lnTo>
                    <a:pt x="31544" y="13195"/>
                  </a:lnTo>
                  <a:lnTo>
                    <a:pt x="31426" y="12800"/>
                  </a:lnTo>
                  <a:lnTo>
                    <a:pt x="31268" y="12385"/>
                  </a:lnTo>
                  <a:lnTo>
                    <a:pt x="31070" y="12109"/>
                  </a:lnTo>
                  <a:lnTo>
                    <a:pt x="30853" y="11872"/>
                  </a:lnTo>
                  <a:lnTo>
                    <a:pt x="30675" y="11714"/>
                  </a:lnTo>
                  <a:lnTo>
                    <a:pt x="30517" y="11595"/>
                  </a:lnTo>
                  <a:lnTo>
                    <a:pt x="30458" y="11536"/>
                  </a:lnTo>
                  <a:lnTo>
                    <a:pt x="30418" y="11516"/>
                  </a:lnTo>
                  <a:lnTo>
                    <a:pt x="30359" y="11496"/>
                  </a:lnTo>
                  <a:lnTo>
                    <a:pt x="30221" y="11457"/>
                  </a:lnTo>
                  <a:lnTo>
                    <a:pt x="30260" y="11496"/>
                  </a:lnTo>
                  <a:lnTo>
                    <a:pt x="30280" y="11555"/>
                  </a:lnTo>
                  <a:lnTo>
                    <a:pt x="30280" y="11595"/>
                  </a:lnTo>
                  <a:lnTo>
                    <a:pt x="30260" y="11615"/>
                  </a:lnTo>
                  <a:lnTo>
                    <a:pt x="30240" y="11634"/>
                  </a:lnTo>
                  <a:lnTo>
                    <a:pt x="30122" y="11634"/>
                  </a:lnTo>
                  <a:lnTo>
                    <a:pt x="30082" y="11595"/>
                  </a:lnTo>
                  <a:lnTo>
                    <a:pt x="30003" y="11476"/>
                  </a:lnTo>
                  <a:lnTo>
                    <a:pt x="29964" y="11437"/>
                  </a:lnTo>
                  <a:lnTo>
                    <a:pt x="30003" y="11417"/>
                  </a:lnTo>
                  <a:lnTo>
                    <a:pt x="30023" y="11378"/>
                  </a:lnTo>
                  <a:lnTo>
                    <a:pt x="30043" y="11299"/>
                  </a:lnTo>
                  <a:lnTo>
                    <a:pt x="30043" y="11279"/>
                  </a:lnTo>
                  <a:lnTo>
                    <a:pt x="30082" y="11279"/>
                  </a:lnTo>
                  <a:lnTo>
                    <a:pt x="30102" y="11338"/>
                  </a:lnTo>
                  <a:lnTo>
                    <a:pt x="30161" y="11279"/>
                  </a:lnTo>
                  <a:lnTo>
                    <a:pt x="30181" y="11239"/>
                  </a:lnTo>
                  <a:lnTo>
                    <a:pt x="30201" y="11200"/>
                  </a:lnTo>
                  <a:lnTo>
                    <a:pt x="30181" y="11160"/>
                  </a:lnTo>
                  <a:lnTo>
                    <a:pt x="30181" y="11002"/>
                  </a:lnTo>
                  <a:lnTo>
                    <a:pt x="30122" y="10588"/>
                  </a:lnTo>
                  <a:lnTo>
                    <a:pt x="30142" y="10430"/>
                  </a:lnTo>
                  <a:lnTo>
                    <a:pt x="30142" y="10390"/>
                  </a:lnTo>
                  <a:lnTo>
                    <a:pt x="30181" y="10370"/>
                  </a:lnTo>
                  <a:lnTo>
                    <a:pt x="30142" y="10272"/>
                  </a:lnTo>
                  <a:lnTo>
                    <a:pt x="30082" y="10133"/>
                  </a:lnTo>
                  <a:lnTo>
                    <a:pt x="30023" y="9936"/>
                  </a:lnTo>
                  <a:lnTo>
                    <a:pt x="29924" y="9738"/>
                  </a:lnTo>
                  <a:lnTo>
                    <a:pt x="29826" y="9541"/>
                  </a:lnTo>
                  <a:lnTo>
                    <a:pt x="29707" y="9363"/>
                  </a:lnTo>
                  <a:lnTo>
                    <a:pt x="29589" y="9205"/>
                  </a:lnTo>
                  <a:lnTo>
                    <a:pt x="29470" y="9106"/>
                  </a:lnTo>
                  <a:lnTo>
                    <a:pt x="29470" y="9086"/>
                  </a:lnTo>
                  <a:lnTo>
                    <a:pt x="29490" y="9086"/>
                  </a:lnTo>
                  <a:lnTo>
                    <a:pt x="29529" y="9106"/>
                  </a:lnTo>
                  <a:lnTo>
                    <a:pt x="29648" y="9244"/>
                  </a:lnTo>
                  <a:lnTo>
                    <a:pt x="29766" y="9403"/>
                  </a:lnTo>
                  <a:lnTo>
                    <a:pt x="29806" y="9442"/>
                  </a:lnTo>
                  <a:lnTo>
                    <a:pt x="29845" y="9462"/>
                  </a:lnTo>
                  <a:lnTo>
                    <a:pt x="29727" y="9284"/>
                  </a:lnTo>
                  <a:lnTo>
                    <a:pt x="29589" y="9106"/>
                  </a:lnTo>
                  <a:lnTo>
                    <a:pt x="29648" y="9067"/>
                  </a:lnTo>
                  <a:lnTo>
                    <a:pt x="29490" y="8849"/>
                  </a:lnTo>
                  <a:lnTo>
                    <a:pt x="29352" y="8691"/>
                  </a:lnTo>
                  <a:lnTo>
                    <a:pt x="29213" y="8573"/>
                  </a:lnTo>
                  <a:lnTo>
                    <a:pt x="29075" y="8494"/>
                  </a:lnTo>
                  <a:lnTo>
                    <a:pt x="28818" y="8375"/>
                  </a:lnTo>
                  <a:lnTo>
                    <a:pt x="28700" y="8336"/>
                  </a:lnTo>
                  <a:lnTo>
                    <a:pt x="28561" y="8257"/>
                  </a:lnTo>
                  <a:lnTo>
                    <a:pt x="28581" y="8237"/>
                  </a:lnTo>
                  <a:lnTo>
                    <a:pt x="28344" y="8099"/>
                  </a:lnTo>
                  <a:lnTo>
                    <a:pt x="28344" y="8099"/>
                  </a:lnTo>
                  <a:lnTo>
                    <a:pt x="28720" y="8158"/>
                  </a:lnTo>
                  <a:lnTo>
                    <a:pt x="28581" y="8079"/>
                  </a:lnTo>
                  <a:lnTo>
                    <a:pt x="28443" y="8000"/>
                  </a:lnTo>
                  <a:lnTo>
                    <a:pt x="28186" y="7901"/>
                  </a:lnTo>
                  <a:lnTo>
                    <a:pt x="27910" y="7803"/>
                  </a:lnTo>
                  <a:lnTo>
                    <a:pt x="27594" y="7684"/>
                  </a:lnTo>
                  <a:lnTo>
                    <a:pt x="27574" y="7605"/>
                  </a:lnTo>
                  <a:lnTo>
                    <a:pt x="27297" y="7546"/>
                  </a:lnTo>
                  <a:lnTo>
                    <a:pt x="27357" y="7546"/>
                  </a:lnTo>
                  <a:lnTo>
                    <a:pt x="27357" y="7526"/>
                  </a:lnTo>
                  <a:lnTo>
                    <a:pt x="27357" y="7506"/>
                  </a:lnTo>
                  <a:lnTo>
                    <a:pt x="27218" y="7506"/>
                  </a:lnTo>
                  <a:lnTo>
                    <a:pt x="27080" y="7487"/>
                  </a:lnTo>
                  <a:lnTo>
                    <a:pt x="26764" y="7427"/>
                  </a:lnTo>
                  <a:lnTo>
                    <a:pt x="26468" y="7368"/>
                  </a:lnTo>
                  <a:lnTo>
                    <a:pt x="26349" y="7348"/>
                  </a:lnTo>
                  <a:lnTo>
                    <a:pt x="26231" y="7368"/>
                  </a:lnTo>
                  <a:lnTo>
                    <a:pt x="26172" y="7348"/>
                  </a:lnTo>
                  <a:lnTo>
                    <a:pt x="26112" y="7289"/>
                  </a:lnTo>
                  <a:lnTo>
                    <a:pt x="26013" y="7210"/>
                  </a:lnTo>
                  <a:lnTo>
                    <a:pt x="25954" y="7171"/>
                  </a:lnTo>
                  <a:lnTo>
                    <a:pt x="25895" y="7131"/>
                  </a:lnTo>
                  <a:lnTo>
                    <a:pt x="25816" y="7131"/>
                  </a:lnTo>
                  <a:lnTo>
                    <a:pt x="25717" y="7151"/>
                  </a:lnTo>
                  <a:lnTo>
                    <a:pt x="25816" y="6953"/>
                  </a:lnTo>
                  <a:lnTo>
                    <a:pt x="25994" y="6993"/>
                  </a:lnTo>
                  <a:lnTo>
                    <a:pt x="26092" y="7032"/>
                  </a:lnTo>
                  <a:lnTo>
                    <a:pt x="26152" y="7072"/>
                  </a:lnTo>
                  <a:lnTo>
                    <a:pt x="26191" y="7111"/>
                  </a:lnTo>
                  <a:lnTo>
                    <a:pt x="26231" y="7151"/>
                  </a:lnTo>
                  <a:lnTo>
                    <a:pt x="26310" y="7171"/>
                  </a:lnTo>
                  <a:lnTo>
                    <a:pt x="26428" y="7210"/>
                  </a:lnTo>
                  <a:lnTo>
                    <a:pt x="26606" y="7250"/>
                  </a:lnTo>
                  <a:lnTo>
                    <a:pt x="26527" y="7171"/>
                  </a:lnTo>
                  <a:lnTo>
                    <a:pt x="26428" y="7111"/>
                  </a:lnTo>
                  <a:lnTo>
                    <a:pt x="26191" y="6973"/>
                  </a:lnTo>
                  <a:lnTo>
                    <a:pt x="25875" y="6854"/>
                  </a:lnTo>
                  <a:lnTo>
                    <a:pt x="25539" y="6736"/>
                  </a:lnTo>
                  <a:lnTo>
                    <a:pt x="25204" y="6657"/>
                  </a:lnTo>
                  <a:lnTo>
                    <a:pt x="24848" y="6598"/>
                  </a:lnTo>
                  <a:lnTo>
                    <a:pt x="24216" y="6479"/>
                  </a:lnTo>
                  <a:lnTo>
                    <a:pt x="23959" y="6459"/>
                  </a:lnTo>
                  <a:lnTo>
                    <a:pt x="23683" y="6420"/>
                  </a:lnTo>
                  <a:lnTo>
                    <a:pt x="23110" y="6321"/>
                  </a:lnTo>
                  <a:lnTo>
                    <a:pt x="22853" y="6282"/>
                  </a:lnTo>
                  <a:lnTo>
                    <a:pt x="22616" y="6262"/>
                  </a:lnTo>
                  <a:lnTo>
                    <a:pt x="22399" y="6262"/>
                  </a:lnTo>
                  <a:lnTo>
                    <a:pt x="22320" y="6301"/>
                  </a:lnTo>
                  <a:lnTo>
                    <a:pt x="22261" y="6341"/>
                  </a:lnTo>
                  <a:lnTo>
                    <a:pt x="22261" y="6341"/>
                  </a:lnTo>
                  <a:lnTo>
                    <a:pt x="22340" y="6222"/>
                  </a:lnTo>
                  <a:lnTo>
                    <a:pt x="21332" y="5926"/>
                  </a:lnTo>
                  <a:lnTo>
                    <a:pt x="21016" y="5867"/>
                  </a:lnTo>
                  <a:lnTo>
                    <a:pt x="20740" y="5808"/>
                  </a:lnTo>
                  <a:lnTo>
                    <a:pt x="20463" y="5729"/>
                  </a:lnTo>
                  <a:lnTo>
                    <a:pt x="20226" y="5630"/>
                  </a:lnTo>
                  <a:lnTo>
                    <a:pt x="19811" y="5452"/>
                  </a:lnTo>
                  <a:lnTo>
                    <a:pt x="19594" y="5353"/>
                  </a:lnTo>
                  <a:lnTo>
                    <a:pt x="19357" y="5274"/>
                  </a:lnTo>
                  <a:lnTo>
                    <a:pt x="19258" y="5077"/>
                  </a:lnTo>
                  <a:lnTo>
                    <a:pt x="19100" y="5057"/>
                  </a:lnTo>
                  <a:lnTo>
                    <a:pt x="18942" y="4998"/>
                  </a:lnTo>
                  <a:lnTo>
                    <a:pt x="18547" y="4820"/>
                  </a:lnTo>
                  <a:lnTo>
                    <a:pt x="18113" y="4622"/>
                  </a:lnTo>
                  <a:lnTo>
                    <a:pt x="17678" y="4445"/>
                  </a:lnTo>
                  <a:lnTo>
                    <a:pt x="17263" y="4287"/>
                  </a:lnTo>
                  <a:lnTo>
                    <a:pt x="16888" y="4188"/>
                  </a:lnTo>
                  <a:lnTo>
                    <a:pt x="16710" y="4148"/>
                  </a:lnTo>
                  <a:lnTo>
                    <a:pt x="16552" y="4129"/>
                  </a:lnTo>
                  <a:lnTo>
                    <a:pt x="16434" y="4129"/>
                  </a:lnTo>
                  <a:lnTo>
                    <a:pt x="16295" y="4148"/>
                  </a:lnTo>
                  <a:lnTo>
                    <a:pt x="16236" y="4069"/>
                  </a:lnTo>
                  <a:lnTo>
                    <a:pt x="16216" y="4030"/>
                  </a:lnTo>
                  <a:lnTo>
                    <a:pt x="16236" y="4010"/>
                  </a:lnTo>
                  <a:lnTo>
                    <a:pt x="16295" y="3990"/>
                  </a:lnTo>
                  <a:lnTo>
                    <a:pt x="16434" y="4010"/>
                  </a:lnTo>
                  <a:lnTo>
                    <a:pt x="16552" y="4010"/>
                  </a:lnTo>
                  <a:lnTo>
                    <a:pt x="16454" y="3951"/>
                  </a:lnTo>
                  <a:lnTo>
                    <a:pt x="16315" y="3911"/>
                  </a:lnTo>
                  <a:lnTo>
                    <a:pt x="16058" y="3852"/>
                  </a:lnTo>
                  <a:lnTo>
                    <a:pt x="15920" y="3813"/>
                  </a:lnTo>
                  <a:lnTo>
                    <a:pt x="15821" y="3753"/>
                  </a:lnTo>
                  <a:lnTo>
                    <a:pt x="15723" y="3674"/>
                  </a:lnTo>
                  <a:lnTo>
                    <a:pt x="15683" y="3635"/>
                  </a:lnTo>
                  <a:lnTo>
                    <a:pt x="15663" y="3576"/>
                  </a:lnTo>
                  <a:lnTo>
                    <a:pt x="15742" y="3576"/>
                  </a:lnTo>
                  <a:lnTo>
                    <a:pt x="15841" y="3615"/>
                  </a:lnTo>
                  <a:lnTo>
                    <a:pt x="15900" y="3635"/>
                  </a:lnTo>
                  <a:lnTo>
                    <a:pt x="15920" y="3635"/>
                  </a:lnTo>
                  <a:lnTo>
                    <a:pt x="15881" y="3595"/>
                  </a:lnTo>
                  <a:lnTo>
                    <a:pt x="15841" y="3536"/>
                  </a:lnTo>
                  <a:lnTo>
                    <a:pt x="15802" y="3497"/>
                  </a:lnTo>
                  <a:lnTo>
                    <a:pt x="15703" y="3477"/>
                  </a:lnTo>
                  <a:lnTo>
                    <a:pt x="15644" y="3457"/>
                  </a:lnTo>
                  <a:lnTo>
                    <a:pt x="15604" y="3437"/>
                  </a:lnTo>
                  <a:lnTo>
                    <a:pt x="15545" y="3398"/>
                  </a:lnTo>
                  <a:lnTo>
                    <a:pt x="15505" y="3319"/>
                  </a:lnTo>
                  <a:lnTo>
                    <a:pt x="15486" y="3378"/>
                  </a:lnTo>
                  <a:lnTo>
                    <a:pt x="15446" y="3398"/>
                  </a:lnTo>
                  <a:lnTo>
                    <a:pt x="15367" y="3398"/>
                  </a:lnTo>
                  <a:lnTo>
                    <a:pt x="15268" y="3378"/>
                  </a:lnTo>
                  <a:lnTo>
                    <a:pt x="15150" y="3319"/>
                  </a:lnTo>
                  <a:lnTo>
                    <a:pt x="15031" y="3260"/>
                  </a:lnTo>
                  <a:lnTo>
                    <a:pt x="14913" y="3200"/>
                  </a:lnTo>
                  <a:lnTo>
                    <a:pt x="14794" y="3121"/>
                  </a:lnTo>
                  <a:lnTo>
                    <a:pt x="14834" y="3161"/>
                  </a:lnTo>
                  <a:lnTo>
                    <a:pt x="14854" y="3200"/>
                  </a:lnTo>
                  <a:lnTo>
                    <a:pt x="14834" y="3220"/>
                  </a:lnTo>
                  <a:lnTo>
                    <a:pt x="14814" y="3220"/>
                  </a:lnTo>
                  <a:lnTo>
                    <a:pt x="14735" y="3181"/>
                  </a:lnTo>
                  <a:lnTo>
                    <a:pt x="14538" y="3023"/>
                  </a:lnTo>
                  <a:lnTo>
                    <a:pt x="14597" y="3023"/>
                  </a:lnTo>
                  <a:lnTo>
                    <a:pt x="14044" y="2568"/>
                  </a:lnTo>
                  <a:lnTo>
                    <a:pt x="13451" y="2094"/>
                  </a:lnTo>
                  <a:lnTo>
                    <a:pt x="13135" y="1857"/>
                  </a:lnTo>
                  <a:lnTo>
                    <a:pt x="12819" y="1640"/>
                  </a:lnTo>
                  <a:lnTo>
                    <a:pt x="12483" y="1423"/>
                  </a:lnTo>
                  <a:lnTo>
                    <a:pt x="12128" y="1225"/>
                  </a:lnTo>
                  <a:lnTo>
                    <a:pt x="11772" y="1028"/>
                  </a:lnTo>
                  <a:lnTo>
                    <a:pt x="11417" y="870"/>
                  </a:lnTo>
                  <a:lnTo>
                    <a:pt x="11041" y="712"/>
                  </a:lnTo>
                  <a:lnTo>
                    <a:pt x="10666" y="554"/>
                  </a:lnTo>
                  <a:lnTo>
                    <a:pt x="10291" y="435"/>
                  </a:lnTo>
                  <a:lnTo>
                    <a:pt x="9916" y="336"/>
                  </a:lnTo>
                  <a:lnTo>
                    <a:pt x="9521" y="238"/>
                  </a:lnTo>
                  <a:lnTo>
                    <a:pt x="9126" y="178"/>
                  </a:lnTo>
                  <a:lnTo>
                    <a:pt x="9521" y="139"/>
                  </a:lnTo>
                  <a:lnTo>
                    <a:pt x="9264" y="139"/>
                  </a:lnTo>
                  <a:lnTo>
                    <a:pt x="8967" y="99"/>
                  </a:lnTo>
                  <a:lnTo>
                    <a:pt x="8513" y="60"/>
                  </a:lnTo>
                  <a:lnTo>
                    <a:pt x="8553" y="40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11"/>
            <p:cNvSpPr/>
            <p:nvPr/>
          </p:nvSpPr>
          <p:spPr>
            <a:xfrm>
              <a:off x="-1287950" y="3163300"/>
              <a:ext cx="2000" cy="1000"/>
            </a:xfrm>
            <a:custGeom>
              <a:rect b="b" l="l" r="r" t="t"/>
              <a:pathLst>
                <a:path extrusionOk="0" h="40" w="80">
                  <a:moveTo>
                    <a:pt x="40" y="0"/>
                  </a:moveTo>
                  <a:lnTo>
                    <a:pt x="1" y="40"/>
                  </a:lnTo>
                  <a:lnTo>
                    <a:pt x="1" y="4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11"/>
            <p:cNvSpPr/>
            <p:nvPr/>
          </p:nvSpPr>
          <p:spPr>
            <a:xfrm>
              <a:off x="-660325" y="3614625"/>
              <a:ext cx="525" cy="2000"/>
            </a:xfrm>
            <a:custGeom>
              <a:rect b="b" l="l" r="r" t="t"/>
              <a:pathLst>
                <a:path extrusionOk="0" h="80" w="21">
                  <a:moveTo>
                    <a:pt x="20" y="1"/>
                  </a:moveTo>
                  <a:lnTo>
                    <a:pt x="0" y="40"/>
                  </a:lnTo>
                  <a:lnTo>
                    <a:pt x="0" y="80"/>
                  </a:lnTo>
                  <a:lnTo>
                    <a:pt x="20" y="4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11"/>
            <p:cNvSpPr/>
            <p:nvPr/>
          </p:nvSpPr>
          <p:spPr>
            <a:xfrm>
              <a:off x="-785750" y="363635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1"/>
                  </a:move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11"/>
            <p:cNvSpPr/>
            <p:nvPr/>
          </p:nvSpPr>
          <p:spPr>
            <a:xfrm>
              <a:off x="-1257325" y="3169700"/>
              <a:ext cx="1000" cy="3000"/>
            </a:xfrm>
            <a:custGeom>
              <a:rect b="b" l="l" r="r" t="t"/>
              <a:pathLst>
                <a:path extrusionOk="0" h="120" w="40">
                  <a:moveTo>
                    <a:pt x="40" y="1"/>
                  </a:moveTo>
                  <a:lnTo>
                    <a:pt x="0" y="119"/>
                  </a:lnTo>
                  <a:lnTo>
                    <a:pt x="20" y="6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11"/>
            <p:cNvSpPr/>
            <p:nvPr/>
          </p:nvSpPr>
          <p:spPr>
            <a:xfrm>
              <a:off x="-831175" y="3371675"/>
              <a:ext cx="278525" cy="333350"/>
            </a:xfrm>
            <a:custGeom>
              <a:rect b="b" l="l" r="r" t="t"/>
              <a:pathLst>
                <a:path extrusionOk="0" h="13334" w="11141">
                  <a:moveTo>
                    <a:pt x="7980" y="1"/>
                  </a:moveTo>
                  <a:lnTo>
                    <a:pt x="7684" y="20"/>
                  </a:lnTo>
                  <a:lnTo>
                    <a:pt x="7387" y="40"/>
                  </a:lnTo>
                  <a:lnTo>
                    <a:pt x="7052" y="99"/>
                  </a:lnTo>
                  <a:lnTo>
                    <a:pt x="6716" y="159"/>
                  </a:lnTo>
                  <a:lnTo>
                    <a:pt x="6360" y="257"/>
                  </a:lnTo>
                  <a:lnTo>
                    <a:pt x="6005" y="396"/>
                  </a:lnTo>
                  <a:lnTo>
                    <a:pt x="5649" y="554"/>
                  </a:lnTo>
                  <a:lnTo>
                    <a:pt x="5294" y="771"/>
                  </a:lnTo>
                  <a:lnTo>
                    <a:pt x="4958" y="1028"/>
                  </a:lnTo>
                  <a:lnTo>
                    <a:pt x="4800" y="1166"/>
                  </a:lnTo>
                  <a:lnTo>
                    <a:pt x="4642" y="1324"/>
                  </a:lnTo>
                  <a:lnTo>
                    <a:pt x="4326" y="1679"/>
                  </a:lnTo>
                  <a:lnTo>
                    <a:pt x="3970" y="2154"/>
                  </a:lnTo>
                  <a:lnTo>
                    <a:pt x="3595" y="2687"/>
                  </a:lnTo>
                  <a:lnTo>
                    <a:pt x="3220" y="3299"/>
                  </a:lnTo>
                  <a:lnTo>
                    <a:pt x="2825" y="3951"/>
                  </a:lnTo>
                  <a:lnTo>
                    <a:pt x="2430" y="4623"/>
                  </a:lnTo>
                  <a:lnTo>
                    <a:pt x="2035" y="5334"/>
                  </a:lnTo>
                  <a:lnTo>
                    <a:pt x="1679" y="6045"/>
                  </a:lnTo>
                  <a:lnTo>
                    <a:pt x="1324" y="6736"/>
                  </a:lnTo>
                  <a:lnTo>
                    <a:pt x="1007" y="7408"/>
                  </a:lnTo>
                  <a:lnTo>
                    <a:pt x="711" y="8040"/>
                  </a:lnTo>
                  <a:lnTo>
                    <a:pt x="454" y="8612"/>
                  </a:lnTo>
                  <a:lnTo>
                    <a:pt x="257" y="9126"/>
                  </a:lnTo>
                  <a:lnTo>
                    <a:pt x="119" y="9561"/>
                  </a:lnTo>
                  <a:lnTo>
                    <a:pt x="20" y="9877"/>
                  </a:lnTo>
                  <a:lnTo>
                    <a:pt x="0" y="9995"/>
                  </a:lnTo>
                  <a:lnTo>
                    <a:pt x="0" y="10094"/>
                  </a:lnTo>
                  <a:lnTo>
                    <a:pt x="59" y="10410"/>
                  </a:lnTo>
                  <a:lnTo>
                    <a:pt x="138" y="10765"/>
                  </a:lnTo>
                  <a:lnTo>
                    <a:pt x="257" y="11121"/>
                  </a:lnTo>
                  <a:lnTo>
                    <a:pt x="336" y="11299"/>
                  </a:lnTo>
                  <a:lnTo>
                    <a:pt x="435" y="11496"/>
                  </a:lnTo>
                  <a:lnTo>
                    <a:pt x="553" y="11674"/>
                  </a:lnTo>
                  <a:lnTo>
                    <a:pt x="672" y="11852"/>
                  </a:lnTo>
                  <a:lnTo>
                    <a:pt x="830" y="12030"/>
                  </a:lnTo>
                  <a:lnTo>
                    <a:pt x="1007" y="12207"/>
                  </a:lnTo>
                  <a:lnTo>
                    <a:pt x="1205" y="12365"/>
                  </a:lnTo>
                  <a:lnTo>
                    <a:pt x="1422" y="12523"/>
                  </a:lnTo>
                  <a:lnTo>
                    <a:pt x="1659" y="12681"/>
                  </a:lnTo>
                  <a:lnTo>
                    <a:pt x="1936" y="12839"/>
                  </a:lnTo>
                  <a:lnTo>
                    <a:pt x="2212" y="12958"/>
                  </a:lnTo>
                  <a:lnTo>
                    <a:pt x="2489" y="13076"/>
                  </a:lnTo>
                  <a:lnTo>
                    <a:pt x="2746" y="13175"/>
                  </a:lnTo>
                  <a:lnTo>
                    <a:pt x="3002" y="13254"/>
                  </a:lnTo>
                  <a:lnTo>
                    <a:pt x="3259" y="13294"/>
                  </a:lnTo>
                  <a:lnTo>
                    <a:pt x="3536" y="13333"/>
                  </a:lnTo>
                  <a:lnTo>
                    <a:pt x="4069" y="13333"/>
                  </a:lnTo>
                  <a:lnTo>
                    <a:pt x="4346" y="13294"/>
                  </a:lnTo>
                  <a:lnTo>
                    <a:pt x="4642" y="13234"/>
                  </a:lnTo>
                  <a:lnTo>
                    <a:pt x="4958" y="13155"/>
                  </a:lnTo>
                  <a:lnTo>
                    <a:pt x="5294" y="13037"/>
                  </a:lnTo>
                  <a:lnTo>
                    <a:pt x="5629" y="12918"/>
                  </a:lnTo>
                  <a:lnTo>
                    <a:pt x="6005" y="12741"/>
                  </a:lnTo>
                  <a:lnTo>
                    <a:pt x="6834" y="12346"/>
                  </a:lnTo>
                  <a:lnTo>
                    <a:pt x="7170" y="12168"/>
                  </a:lnTo>
                  <a:lnTo>
                    <a:pt x="7486" y="11931"/>
                  </a:lnTo>
                  <a:lnTo>
                    <a:pt x="7782" y="11674"/>
                  </a:lnTo>
                  <a:lnTo>
                    <a:pt x="8059" y="11397"/>
                  </a:lnTo>
                  <a:lnTo>
                    <a:pt x="8316" y="11081"/>
                  </a:lnTo>
                  <a:lnTo>
                    <a:pt x="8553" y="10746"/>
                  </a:lnTo>
                  <a:lnTo>
                    <a:pt x="8790" y="10410"/>
                  </a:lnTo>
                  <a:lnTo>
                    <a:pt x="8987" y="10035"/>
                  </a:lnTo>
                  <a:lnTo>
                    <a:pt x="9205" y="9659"/>
                  </a:lnTo>
                  <a:lnTo>
                    <a:pt x="9402" y="9264"/>
                  </a:lnTo>
                  <a:lnTo>
                    <a:pt x="9758" y="8474"/>
                  </a:lnTo>
                  <a:lnTo>
                    <a:pt x="10469" y="6874"/>
                  </a:lnTo>
                  <a:lnTo>
                    <a:pt x="10627" y="6479"/>
                  </a:lnTo>
                  <a:lnTo>
                    <a:pt x="10765" y="6084"/>
                  </a:lnTo>
                  <a:lnTo>
                    <a:pt x="10884" y="5689"/>
                  </a:lnTo>
                  <a:lnTo>
                    <a:pt x="10982" y="5314"/>
                  </a:lnTo>
                  <a:lnTo>
                    <a:pt x="11042" y="4939"/>
                  </a:lnTo>
                  <a:lnTo>
                    <a:pt x="11101" y="4563"/>
                  </a:lnTo>
                  <a:lnTo>
                    <a:pt x="11121" y="4188"/>
                  </a:lnTo>
                  <a:lnTo>
                    <a:pt x="11140" y="3832"/>
                  </a:lnTo>
                  <a:lnTo>
                    <a:pt x="11140" y="3497"/>
                  </a:lnTo>
                  <a:lnTo>
                    <a:pt x="11121" y="3161"/>
                  </a:lnTo>
                  <a:lnTo>
                    <a:pt x="11081" y="2845"/>
                  </a:lnTo>
                  <a:lnTo>
                    <a:pt x="11022" y="2549"/>
                  </a:lnTo>
                  <a:lnTo>
                    <a:pt x="10963" y="2252"/>
                  </a:lnTo>
                  <a:lnTo>
                    <a:pt x="10903" y="1976"/>
                  </a:lnTo>
                  <a:lnTo>
                    <a:pt x="10804" y="1719"/>
                  </a:lnTo>
                  <a:lnTo>
                    <a:pt x="10725" y="1502"/>
                  </a:lnTo>
                  <a:lnTo>
                    <a:pt x="10607" y="1284"/>
                  </a:lnTo>
                  <a:lnTo>
                    <a:pt x="10488" y="1087"/>
                  </a:lnTo>
                  <a:lnTo>
                    <a:pt x="10350" y="929"/>
                  </a:lnTo>
                  <a:lnTo>
                    <a:pt x="10212" y="771"/>
                  </a:lnTo>
                  <a:lnTo>
                    <a:pt x="10074" y="633"/>
                  </a:lnTo>
                  <a:lnTo>
                    <a:pt x="9916" y="514"/>
                  </a:lnTo>
                  <a:lnTo>
                    <a:pt x="9758" y="415"/>
                  </a:lnTo>
                  <a:lnTo>
                    <a:pt x="9600" y="336"/>
                  </a:lnTo>
                  <a:lnTo>
                    <a:pt x="9323" y="198"/>
                  </a:lnTo>
                  <a:lnTo>
                    <a:pt x="9086" y="119"/>
                  </a:lnTo>
                  <a:lnTo>
                    <a:pt x="8869" y="60"/>
                  </a:lnTo>
                  <a:lnTo>
                    <a:pt x="8770" y="40"/>
                  </a:lnTo>
                  <a:lnTo>
                    <a:pt x="8454" y="20"/>
                  </a:lnTo>
                  <a:lnTo>
                    <a:pt x="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11"/>
            <p:cNvSpPr/>
            <p:nvPr/>
          </p:nvSpPr>
          <p:spPr>
            <a:xfrm>
              <a:off x="-813400" y="3369700"/>
              <a:ext cx="247400" cy="321500"/>
            </a:xfrm>
            <a:custGeom>
              <a:rect b="b" l="l" r="r" t="t"/>
              <a:pathLst>
                <a:path extrusionOk="0" h="12860" w="9896">
                  <a:moveTo>
                    <a:pt x="6044" y="1"/>
                  </a:moveTo>
                  <a:lnTo>
                    <a:pt x="5827" y="20"/>
                  </a:lnTo>
                  <a:lnTo>
                    <a:pt x="5709" y="40"/>
                  </a:lnTo>
                  <a:lnTo>
                    <a:pt x="5590" y="99"/>
                  </a:lnTo>
                  <a:lnTo>
                    <a:pt x="5472" y="159"/>
                  </a:lnTo>
                  <a:lnTo>
                    <a:pt x="5333" y="238"/>
                  </a:lnTo>
                  <a:lnTo>
                    <a:pt x="5057" y="455"/>
                  </a:lnTo>
                  <a:lnTo>
                    <a:pt x="4760" y="731"/>
                  </a:lnTo>
                  <a:lnTo>
                    <a:pt x="4464" y="1067"/>
                  </a:lnTo>
                  <a:lnTo>
                    <a:pt x="4148" y="1442"/>
                  </a:lnTo>
                  <a:lnTo>
                    <a:pt x="3832" y="1837"/>
                  </a:lnTo>
                  <a:lnTo>
                    <a:pt x="3496" y="2272"/>
                  </a:lnTo>
                  <a:lnTo>
                    <a:pt x="2884" y="3181"/>
                  </a:lnTo>
                  <a:lnTo>
                    <a:pt x="2291" y="4089"/>
                  </a:lnTo>
                  <a:lnTo>
                    <a:pt x="1798" y="4919"/>
                  </a:lnTo>
                  <a:lnTo>
                    <a:pt x="1403" y="5610"/>
                  </a:lnTo>
                  <a:lnTo>
                    <a:pt x="1225" y="5926"/>
                  </a:lnTo>
                  <a:lnTo>
                    <a:pt x="1067" y="6262"/>
                  </a:lnTo>
                  <a:lnTo>
                    <a:pt x="909" y="6637"/>
                  </a:lnTo>
                  <a:lnTo>
                    <a:pt x="751" y="6993"/>
                  </a:lnTo>
                  <a:lnTo>
                    <a:pt x="613" y="7388"/>
                  </a:lnTo>
                  <a:lnTo>
                    <a:pt x="494" y="7783"/>
                  </a:lnTo>
                  <a:lnTo>
                    <a:pt x="376" y="8178"/>
                  </a:lnTo>
                  <a:lnTo>
                    <a:pt x="257" y="8573"/>
                  </a:lnTo>
                  <a:lnTo>
                    <a:pt x="178" y="8948"/>
                  </a:lnTo>
                  <a:lnTo>
                    <a:pt x="99" y="9343"/>
                  </a:lnTo>
                  <a:lnTo>
                    <a:pt x="40" y="9699"/>
                  </a:lnTo>
                  <a:lnTo>
                    <a:pt x="0" y="10054"/>
                  </a:lnTo>
                  <a:lnTo>
                    <a:pt x="0" y="10390"/>
                  </a:lnTo>
                  <a:lnTo>
                    <a:pt x="0" y="10706"/>
                  </a:lnTo>
                  <a:lnTo>
                    <a:pt x="40" y="10983"/>
                  </a:lnTo>
                  <a:lnTo>
                    <a:pt x="99" y="11220"/>
                  </a:lnTo>
                  <a:lnTo>
                    <a:pt x="138" y="11338"/>
                  </a:lnTo>
                  <a:lnTo>
                    <a:pt x="178" y="11457"/>
                  </a:lnTo>
                  <a:lnTo>
                    <a:pt x="336" y="11694"/>
                  </a:lnTo>
                  <a:lnTo>
                    <a:pt x="534" y="11911"/>
                  </a:lnTo>
                  <a:lnTo>
                    <a:pt x="751" y="12109"/>
                  </a:lnTo>
                  <a:lnTo>
                    <a:pt x="1027" y="12286"/>
                  </a:lnTo>
                  <a:lnTo>
                    <a:pt x="1343" y="12464"/>
                  </a:lnTo>
                  <a:lnTo>
                    <a:pt x="1679" y="12602"/>
                  </a:lnTo>
                  <a:lnTo>
                    <a:pt x="2035" y="12721"/>
                  </a:lnTo>
                  <a:lnTo>
                    <a:pt x="2430" y="12800"/>
                  </a:lnTo>
                  <a:lnTo>
                    <a:pt x="2845" y="12859"/>
                  </a:lnTo>
                  <a:lnTo>
                    <a:pt x="3259" y="12859"/>
                  </a:lnTo>
                  <a:lnTo>
                    <a:pt x="3694" y="12820"/>
                  </a:lnTo>
                  <a:lnTo>
                    <a:pt x="3911" y="12780"/>
                  </a:lnTo>
                  <a:lnTo>
                    <a:pt x="4128" y="12741"/>
                  </a:lnTo>
                  <a:lnTo>
                    <a:pt x="4365" y="12681"/>
                  </a:lnTo>
                  <a:lnTo>
                    <a:pt x="4583" y="12602"/>
                  </a:lnTo>
                  <a:lnTo>
                    <a:pt x="4820" y="12523"/>
                  </a:lnTo>
                  <a:lnTo>
                    <a:pt x="5037" y="12425"/>
                  </a:lnTo>
                  <a:lnTo>
                    <a:pt x="5254" y="12306"/>
                  </a:lnTo>
                  <a:lnTo>
                    <a:pt x="5491" y="12168"/>
                  </a:lnTo>
                  <a:lnTo>
                    <a:pt x="5709" y="12030"/>
                  </a:lnTo>
                  <a:lnTo>
                    <a:pt x="5926" y="11872"/>
                  </a:lnTo>
                  <a:lnTo>
                    <a:pt x="6321" y="11536"/>
                  </a:lnTo>
                  <a:lnTo>
                    <a:pt x="6716" y="11160"/>
                  </a:lnTo>
                  <a:lnTo>
                    <a:pt x="7071" y="10765"/>
                  </a:lnTo>
                  <a:lnTo>
                    <a:pt x="7387" y="10351"/>
                  </a:lnTo>
                  <a:lnTo>
                    <a:pt x="7704" y="9916"/>
                  </a:lnTo>
                  <a:lnTo>
                    <a:pt x="8000" y="9462"/>
                  </a:lnTo>
                  <a:lnTo>
                    <a:pt x="8257" y="9007"/>
                  </a:lnTo>
                  <a:lnTo>
                    <a:pt x="8494" y="8533"/>
                  </a:lnTo>
                  <a:lnTo>
                    <a:pt x="8731" y="8059"/>
                  </a:lnTo>
                  <a:lnTo>
                    <a:pt x="8928" y="7585"/>
                  </a:lnTo>
                  <a:lnTo>
                    <a:pt x="9106" y="7131"/>
                  </a:lnTo>
                  <a:lnTo>
                    <a:pt x="9284" y="6677"/>
                  </a:lnTo>
                  <a:lnTo>
                    <a:pt x="9422" y="6242"/>
                  </a:lnTo>
                  <a:lnTo>
                    <a:pt x="9659" y="5452"/>
                  </a:lnTo>
                  <a:lnTo>
                    <a:pt x="9758" y="5077"/>
                  </a:lnTo>
                  <a:lnTo>
                    <a:pt x="9817" y="4702"/>
                  </a:lnTo>
                  <a:lnTo>
                    <a:pt x="9876" y="4326"/>
                  </a:lnTo>
                  <a:lnTo>
                    <a:pt x="9896" y="3971"/>
                  </a:lnTo>
                  <a:lnTo>
                    <a:pt x="9896" y="3615"/>
                  </a:lnTo>
                  <a:lnTo>
                    <a:pt x="9876" y="3260"/>
                  </a:lnTo>
                  <a:lnTo>
                    <a:pt x="9817" y="2944"/>
                  </a:lnTo>
                  <a:lnTo>
                    <a:pt x="9758" y="2608"/>
                  </a:lnTo>
                  <a:lnTo>
                    <a:pt x="9659" y="2312"/>
                  </a:lnTo>
                  <a:lnTo>
                    <a:pt x="9540" y="2015"/>
                  </a:lnTo>
                  <a:lnTo>
                    <a:pt x="9402" y="1739"/>
                  </a:lnTo>
                  <a:lnTo>
                    <a:pt x="9244" y="1482"/>
                  </a:lnTo>
                  <a:lnTo>
                    <a:pt x="9066" y="1245"/>
                  </a:lnTo>
                  <a:lnTo>
                    <a:pt x="8869" y="1028"/>
                  </a:lnTo>
                  <a:lnTo>
                    <a:pt x="8632" y="830"/>
                  </a:lnTo>
                  <a:lnTo>
                    <a:pt x="8375" y="672"/>
                  </a:lnTo>
                  <a:lnTo>
                    <a:pt x="8118" y="534"/>
                  </a:lnTo>
                  <a:lnTo>
                    <a:pt x="7862" y="415"/>
                  </a:lnTo>
                  <a:lnTo>
                    <a:pt x="7624" y="317"/>
                  </a:lnTo>
                  <a:lnTo>
                    <a:pt x="7387" y="218"/>
                  </a:lnTo>
                  <a:lnTo>
                    <a:pt x="6953" y="99"/>
                  </a:lnTo>
                  <a:lnTo>
                    <a:pt x="6578" y="40"/>
                  </a:lnTo>
                  <a:lnTo>
                    <a:pt x="6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11"/>
            <p:cNvSpPr/>
            <p:nvPr/>
          </p:nvSpPr>
          <p:spPr>
            <a:xfrm>
              <a:off x="-836625" y="3276375"/>
              <a:ext cx="241000" cy="352600"/>
            </a:xfrm>
            <a:custGeom>
              <a:rect b="b" l="l" r="r" t="t"/>
              <a:pathLst>
                <a:path extrusionOk="0" h="14104" w="9640">
                  <a:moveTo>
                    <a:pt x="6025" y="0"/>
                  </a:moveTo>
                  <a:lnTo>
                    <a:pt x="5887" y="20"/>
                  </a:lnTo>
                  <a:lnTo>
                    <a:pt x="5729" y="40"/>
                  </a:lnTo>
                  <a:lnTo>
                    <a:pt x="5591" y="79"/>
                  </a:lnTo>
                  <a:lnTo>
                    <a:pt x="5354" y="158"/>
                  </a:lnTo>
                  <a:lnTo>
                    <a:pt x="5176" y="277"/>
                  </a:lnTo>
                  <a:lnTo>
                    <a:pt x="5018" y="395"/>
                  </a:lnTo>
                  <a:lnTo>
                    <a:pt x="4919" y="514"/>
                  </a:lnTo>
                  <a:lnTo>
                    <a:pt x="4840" y="613"/>
                  </a:lnTo>
                  <a:lnTo>
                    <a:pt x="4781" y="711"/>
                  </a:lnTo>
                  <a:lnTo>
                    <a:pt x="4030" y="2114"/>
                  </a:lnTo>
                  <a:lnTo>
                    <a:pt x="3260" y="3595"/>
                  </a:lnTo>
                  <a:lnTo>
                    <a:pt x="2371" y="5353"/>
                  </a:lnTo>
                  <a:lnTo>
                    <a:pt x="1937" y="6282"/>
                  </a:lnTo>
                  <a:lnTo>
                    <a:pt x="1502" y="7190"/>
                  </a:lnTo>
                  <a:lnTo>
                    <a:pt x="1087" y="8079"/>
                  </a:lnTo>
                  <a:lnTo>
                    <a:pt x="732" y="8928"/>
                  </a:lnTo>
                  <a:lnTo>
                    <a:pt x="435" y="9699"/>
                  </a:lnTo>
                  <a:lnTo>
                    <a:pt x="198" y="10370"/>
                  </a:lnTo>
                  <a:lnTo>
                    <a:pt x="119" y="10647"/>
                  </a:lnTo>
                  <a:lnTo>
                    <a:pt x="60" y="10904"/>
                  </a:lnTo>
                  <a:lnTo>
                    <a:pt x="21" y="11141"/>
                  </a:lnTo>
                  <a:lnTo>
                    <a:pt x="1" y="11318"/>
                  </a:lnTo>
                  <a:lnTo>
                    <a:pt x="21" y="11634"/>
                  </a:lnTo>
                  <a:lnTo>
                    <a:pt x="60" y="11911"/>
                  </a:lnTo>
                  <a:lnTo>
                    <a:pt x="119" y="12168"/>
                  </a:lnTo>
                  <a:lnTo>
                    <a:pt x="198" y="12405"/>
                  </a:lnTo>
                  <a:lnTo>
                    <a:pt x="297" y="12602"/>
                  </a:lnTo>
                  <a:lnTo>
                    <a:pt x="396" y="12780"/>
                  </a:lnTo>
                  <a:lnTo>
                    <a:pt x="514" y="12938"/>
                  </a:lnTo>
                  <a:lnTo>
                    <a:pt x="653" y="13096"/>
                  </a:lnTo>
                  <a:lnTo>
                    <a:pt x="791" y="13215"/>
                  </a:lnTo>
                  <a:lnTo>
                    <a:pt x="949" y="13333"/>
                  </a:lnTo>
                  <a:lnTo>
                    <a:pt x="1107" y="13432"/>
                  </a:lnTo>
                  <a:lnTo>
                    <a:pt x="1265" y="13531"/>
                  </a:lnTo>
                  <a:lnTo>
                    <a:pt x="1601" y="13708"/>
                  </a:lnTo>
                  <a:lnTo>
                    <a:pt x="1937" y="13847"/>
                  </a:lnTo>
                  <a:lnTo>
                    <a:pt x="2114" y="13926"/>
                  </a:lnTo>
                  <a:lnTo>
                    <a:pt x="2312" y="13985"/>
                  </a:lnTo>
                  <a:lnTo>
                    <a:pt x="2509" y="14044"/>
                  </a:lnTo>
                  <a:lnTo>
                    <a:pt x="2727" y="14084"/>
                  </a:lnTo>
                  <a:lnTo>
                    <a:pt x="2964" y="14103"/>
                  </a:lnTo>
                  <a:lnTo>
                    <a:pt x="3477" y="14103"/>
                  </a:lnTo>
                  <a:lnTo>
                    <a:pt x="3734" y="14064"/>
                  </a:lnTo>
                  <a:lnTo>
                    <a:pt x="4011" y="14024"/>
                  </a:lnTo>
                  <a:lnTo>
                    <a:pt x="4287" y="13945"/>
                  </a:lnTo>
                  <a:lnTo>
                    <a:pt x="4583" y="13847"/>
                  </a:lnTo>
                  <a:lnTo>
                    <a:pt x="4880" y="13728"/>
                  </a:lnTo>
                  <a:lnTo>
                    <a:pt x="5176" y="13570"/>
                  </a:lnTo>
                  <a:lnTo>
                    <a:pt x="5472" y="13392"/>
                  </a:lnTo>
                  <a:lnTo>
                    <a:pt x="5768" y="13195"/>
                  </a:lnTo>
                  <a:lnTo>
                    <a:pt x="6065" y="12958"/>
                  </a:lnTo>
                  <a:lnTo>
                    <a:pt x="6361" y="12681"/>
                  </a:lnTo>
                  <a:lnTo>
                    <a:pt x="6618" y="12405"/>
                  </a:lnTo>
                  <a:lnTo>
                    <a:pt x="6875" y="12108"/>
                  </a:lnTo>
                  <a:lnTo>
                    <a:pt x="7131" y="11792"/>
                  </a:lnTo>
                  <a:lnTo>
                    <a:pt x="7368" y="11457"/>
                  </a:lnTo>
                  <a:lnTo>
                    <a:pt x="7586" y="11121"/>
                  </a:lnTo>
                  <a:lnTo>
                    <a:pt x="7783" y="10765"/>
                  </a:lnTo>
                  <a:lnTo>
                    <a:pt x="7981" y="10390"/>
                  </a:lnTo>
                  <a:lnTo>
                    <a:pt x="8178" y="10015"/>
                  </a:lnTo>
                  <a:lnTo>
                    <a:pt x="8356" y="9620"/>
                  </a:lnTo>
                  <a:lnTo>
                    <a:pt x="8692" y="8810"/>
                  </a:lnTo>
                  <a:lnTo>
                    <a:pt x="9008" y="7980"/>
                  </a:lnTo>
                  <a:lnTo>
                    <a:pt x="9304" y="7111"/>
                  </a:lnTo>
                  <a:lnTo>
                    <a:pt x="9442" y="6677"/>
                  </a:lnTo>
                  <a:lnTo>
                    <a:pt x="9541" y="6262"/>
                  </a:lnTo>
                  <a:lnTo>
                    <a:pt x="9600" y="5867"/>
                  </a:lnTo>
                  <a:lnTo>
                    <a:pt x="9640" y="5472"/>
                  </a:lnTo>
                  <a:lnTo>
                    <a:pt x="9640" y="5096"/>
                  </a:lnTo>
                  <a:lnTo>
                    <a:pt x="9620" y="4721"/>
                  </a:lnTo>
                  <a:lnTo>
                    <a:pt x="9581" y="4385"/>
                  </a:lnTo>
                  <a:lnTo>
                    <a:pt x="9502" y="4030"/>
                  </a:lnTo>
                  <a:lnTo>
                    <a:pt x="9423" y="3714"/>
                  </a:lnTo>
                  <a:lnTo>
                    <a:pt x="9324" y="3378"/>
                  </a:lnTo>
                  <a:lnTo>
                    <a:pt x="9205" y="3082"/>
                  </a:lnTo>
                  <a:lnTo>
                    <a:pt x="9087" y="2785"/>
                  </a:lnTo>
                  <a:lnTo>
                    <a:pt x="8949" y="2489"/>
                  </a:lnTo>
                  <a:lnTo>
                    <a:pt x="8791" y="2213"/>
                  </a:lnTo>
                  <a:lnTo>
                    <a:pt x="8474" y="1699"/>
                  </a:lnTo>
                  <a:lnTo>
                    <a:pt x="8316" y="1462"/>
                  </a:lnTo>
                  <a:lnTo>
                    <a:pt x="8158" y="1245"/>
                  </a:lnTo>
                  <a:lnTo>
                    <a:pt x="8000" y="1047"/>
                  </a:lnTo>
                  <a:lnTo>
                    <a:pt x="7823" y="869"/>
                  </a:lnTo>
                  <a:lnTo>
                    <a:pt x="7665" y="711"/>
                  </a:lnTo>
                  <a:lnTo>
                    <a:pt x="7507" y="553"/>
                  </a:lnTo>
                  <a:lnTo>
                    <a:pt x="7329" y="435"/>
                  </a:lnTo>
                  <a:lnTo>
                    <a:pt x="7171" y="316"/>
                  </a:lnTo>
                  <a:lnTo>
                    <a:pt x="7013" y="237"/>
                  </a:lnTo>
                  <a:lnTo>
                    <a:pt x="6835" y="158"/>
                  </a:lnTo>
                  <a:lnTo>
                    <a:pt x="6677" y="99"/>
                  </a:lnTo>
                  <a:lnTo>
                    <a:pt x="6519" y="60"/>
                  </a:lnTo>
                  <a:lnTo>
                    <a:pt x="6361" y="20"/>
                  </a:lnTo>
                  <a:lnTo>
                    <a:pt x="6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11"/>
            <p:cNvSpPr/>
            <p:nvPr/>
          </p:nvSpPr>
          <p:spPr>
            <a:xfrm>
              <a:off x="-826250" y="3285750"/>
              <a:ext cx="215325" cy="330875"/>
            </a:xfrm>
            <a:custGeom>
              <a:rect b="b" l="l" r="r" t="t"/>
              <a:pathLst>
                <a:path extrusionOk="0" h="13235" w="8613">
                  <a:moveTo>
                    <a:pt x="5511" y="1"/>
                  </a:moveTo>
                  <a:lnTo>
                    <a:pt x="5353" y="20"/>
                  </a:lnTo>
                  <a:lnTo>
                    <a:pt x="5215" y="60"/>
                  </a:lnTo>
                  <a:lnTo>
                    <a:pt x="5097" y="99"/>
                  </a:lnTo>
                  <a:lnTo>
                    <a:pt x="4998" y="139"/>
                  </a:lnTo>
                  <a:lnTo>
                    <a:pt x="4899" y="198"/>
                  </a:lnTo>
                  <a:lnTo>
                    <a:pt x="4820" y="277"/>
                  </a:lnTo>
                  <a:lnTo>
                    <a:pt x="4682" y="396"/>
                  </a:lnTo>
                  <a:lnTo>
                    <a:pt x="4603" y="514"/>
                  </a:lnTo>
                  <a:lnTo>
                    <a:pt x="4544" y="652"/>
                  </a:lnTo>
                  <a:lnTo>
                    <a:pt x="4050" y="1541"/>
                  </a:lnTo>
                  <a:lnTo>
                    <a:pt x="2884" y="3615"/>
                  </a:lnTo>
                  <a:lnTo>
                    <a:pt x="2213" y="4820"/>
                  </a:lnTo>
                  <a:lnTo>
                    <a:pt x="1601" y="5986"/>
                  </a:lnTo>
                  <a:lnTo>
                    <a:pt x="1087" y="6973"/>
                  </a:lnTo>
                  <a:lnTo>
                    <a:pt x="890" y="7388"/>
                  </a:lnTo>
                  <a:lnTo>
                    <a:pt x="751" y="7724"/>
                  </a:lnTo>
                  <a:lnTo>
                    <a:pt x="534" y="8297"/>
                  </a:lnTo>
                  <a:lnTo>
                    <a:pt x="336" y="8889"/>
                  </a:lnTo>
                  <a:lnTo>
                    <a:pt x="178" y="9501"/>
                  </a:lnTo>
                  <a:lnTo>
                    <a:pt x="60" y="10074"/>
                  </a:lnTo>
                  <a:lnTo>
                    <a:pt x="20" y="10351"/>
                  </a:lnTo>
                  <a:lnTo>
                    <a:pt x="1" y="10627"/>
                  </a:lnTo>
                  <a:lnTo>
                    <a:pt x="1" y="10884"/>
                  </a:lnTo>
                  <a:lnTo>
                    <a:pt x="20" y="11141"/>
                  </a:lnTo>
                  <a:lnTo>
                    <a:pt x="40" y="11378"/>
                  </a:lnTo>
                  <a:lnTo>
                    <a:pt x="99" y="11595"/>
                  </a:lnTo>
                  <a:lnTo>
                    <a:pt x="159" y="11773"/>
                  </a:lnTo>
                  <a:lnTo>
                    <a:pt x="257" y="11951"/>
                  </a:lnTo>
                  <a:lnTo>
                    <a:pt x="376" y="12128"/>
                  </a:lnTo>
                  <a:lnTo>
                    <a:pt x="534" y="12286"/>
                  </a:lnTo>
                  <a:lnTo>
                    <a:pt x="712" y="12444"/>
                  </a:lnTo>
                  <a:lnTo>
                    <a:pt x="909" y="12603"/>
                  </a:lnTo>
                  <a:lnTo>
                    <a:pt x="1127" y="12741"/>
                  </a:lnTo>
                  <a:lnTo>
                    <a:pt x="1364" y="12859"/>
                  </a:lnTo>
                  <a:lnTo>
                    <a:pt x="1640" y="12978"/>
                  </a:lnTo>
                  <a:lnTo>
                    <a:pt x="1917" y="13077"/>
                  </a:lnTo>
                  <a:lnTo>
                    <a:pt x="2213" y="13156"/>
                  </a:lnTo>
                  <a:lnTo>
                    <a:pt x="2509" y="13195"/>
                  </a:lnTo>
                  <a:lnTo>
                    <a:pt x="2825" y="13235"/>
                  </a:lnTo>
                  <a:lnTo>
                    <a:pt x="3141" y="13215"/>
                  </a:lnTo>
                  <a:lnTo>
                    <a:pt x="3477" y="13195"/>
                  </a:lnTo>
                  <a:lnTo>
                    <a:pt x="3813" y="13116"/>
                  </a:lnTo>
                  <a:lnTo>
                    <a:pt x="4168" y="12998"/>
                  </a:lnTo>
                  <a:lnTo>
                    <a:pt x="4504" y="12859"/>
                  </a:lnTo>
                  <a:lnTo>
                    <a:pt x="4840" y="12662"/>
                  </a:lnTo>
                  <a:lnTo>
                    <a:pt x="5156" y="12444"/>
                  </a:lnTo>
                  <a:lnTo>
                    <a:pt x="5452" y="12188"/>
                  </a:lnTo>
                  <a:lnTo>
                    <a:pt x="5729" y="11931"/>
                  </a:lnTo>
                  <a:lnTo>
                    <a:pt x="5986" y="11635"/>
                  </a:lnTo>
                  <a:lnTo>
                    <a:pt x="6223" y="11319"/>
                  </a:lnTo>
                  <a:lnTo>
                    <a:pt x="6440" y="11003"/>
                  </a:lnTo>
                  <a:lnTo>
                    <a:pt x="6657" y="10667"/>
                  </a:lnTo>
                  <a:lnTo>
                    <a:pt x="6855" y="10331"/>
                  </a:lnTo>
                  <a:lnTo>
                    <a:pt x="7032" y="9975"/>
                  </a:lnTo>
                  <a:lnTo>
                    <a:pt x="7368" y="9284"/>
                  </a:lnTo>
                  <a:lnTo>
                    <a:pt x="7645" y="8632"/>
                  </a:lnTo>
                  <a:lnTo>
                    <a:pt x="7901" y="8020"/>
                  </a:lnTo>
                  <a:lnTo>
                    <a:pt x="8119" y="7427"/>
                  </a:lnTo>
                  <a:lnTo>
                    <a:pt x="8297" y="6815"/>
                  </a:lnTo>
                  <a:lnTo>
                    <a:pt x="8455" y="6183"/>
                  </a:lnTo>
                  <a:lnTo>
                    <a:pt x="8514" y="5867"/>
                  </a:lnTo>
                  <a:lnTo>
                    <a:pt x="8553" y="5551"/>
                  </a:lnTo>
                  <a:lnTo>
                    <a:pt x="8593" y="5215"/>
                  </a:lnTo>
                  <a:lnTo>
                    <a:pt x="8613" y="4899"/>
                  </a:lnTo>
                  <a:lnTo>
                    <a:pt x="8613" y="4583"/>
                  </a:lnTo>
                  <a:lnTo>
                    <a:pt x="8613" y="4267"/>
                  </a:lnTo>
                  <a:lnTo>
                    <a:pt x="8573" y="3971"/>
                  </a:lnTo>
                  <a:lnTo>
                    <a:pt x="8534" y="3655"/>
                  </a:lnTo>
                  <a:lnTo>
                    <a:pt x="8474" y="3339"/>
                  </a:lnTo>
                  <a:lnTo>
                    <a:pt x="8395" y="3042"/>
                  </a:lnTo>
                  <a:lnTo>
                    <a:pt x="8297" y="2746"/>
                  </a:lnTo>
                  <a:lnTo>
                    <a:pt x="8198" y="2470"/>
                  </a:lnTo>
                  <a:lnTo>
                    <a:pt x="8079" y="2193"/>
                  </a:lnTo>
                  <a:lnTo>
                    <a:pt x="7961" y="1936"/>
                  </a:lnTo>
                  <a:lnTo>
                    <a:pt x="7822" y="1680"/>
                  </a:lnTo>
                  <a:lnTo>
                    <a:pt x="7664" y="1443"/>
                  </a:lnTo>
                  <a:lnTo>
                    <a:pt x="7506" y="1225"/>
                  </a:lnTo>
                  <a:lnTo>
                    <a:pt x="7348" y="1028"/>
                  </a:lnTo>
                  <a:lnTo>
                    <a:pt x="7190" y="830"/>
                  </a:lnTo>
                  <a:lnTo>
                    <a:pt x="7013" y="652"/>
                  </a:lnTo>
                  <a:lnTo>
                    <a:pt x="6835" y="494"/>
                  </a:lnTo>
                  <a:lnTo>
                    <a:pt x="6657" y="376"/>
                  </a:lnTo>
                  <a:lnTo>
                    <a:pt x="6460" y="257"/>
                  </a:lnTo>
                  <a:lnTo>
                    <a:pt x="6262" y="159"/>
                  </a:lnTo>
                  <a:lnTo>
                    <a:pt x="6065" y="80"/>
                  </a:lnTo>
                  <a:lnTo>
                    <a:pt x="5867" y="40"/>
                  </a:lnTo>
                  <a:lnTo>
                    <a:pt x="5689" y="20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11"/>
            <p:cNvSpPr/>
            <p:nvPr/>
          </p:nvSpPr>
          <p:spPr>
            <a:xfrm>
              <a:off x="-911675" y="3264025"/>
              <a:ext cx="249900" cy="354575"/>
            </a:xfrm>
            <a:custGeom>
              <a:rect b="b" l="l" r="r" t="t"/>
              <a:pathLst>
                <a:path extrusionOk="0" h="14183" w="9996">
                  <a:moveTo>
                    <a:pt x="5808" y="1"/>
                  </a:moveTo>
                  <a:lnTo>
                    <a:pt x="5689" y="20"/>
                  </a:lnTo>
                  <a:lnTo>
                    <a:pt x="5571" y="40"/>
                  </a:lnTo>
                  <a:lnTo>
                    <a:pt x="5452" y="99"/>
                  </a:lnTo>
                  <a:lnTo>
                    <a:pt x="5215" y="198"/>
                  </a:lnTo>
                  <a:lnTo>
                    <a:pt x="5018" y="336"/>
                  </a:lnTo>
                  <a:lnTo>
                    <a:pt x="4860" y="494"/>
                  </a:lnTo>
                  <a:lnTo>
                    <a:pt x="4721" y="613"/>
                  </a:lnTo>
                  <a:lnTo>
                    <a:pt x="4623" y="731"/>
                  </a:lnTo>
                  <a:lnTo>
                    <a:pt x="4010" y="1956"/>
                  </a:lnTo>
                  <a:lnTo>
                    <a:pt x="2647" y="4741"/>
                  </a:lnTo>
                  <a:lnTo>
                    <a:pt x="1877" y="6341"/>
                  </a:lnTo>
                  <a:lnTo>
                    <a:pt x="1166" y="7862"/>
                  </a:lnTo>
                  <a:lnTo>
                    <a:pt x="593" y="9146"/>
                  </a:lnTo>
                  <a:lnTo>
                    <a:pt x="396" y="9659"/>
                  </a:lnTo>
                  <a:lnTo>
                    <a:pt x="257" y="10054"/>
                  </a:lnTo>
                  <a:lnTo>
                    <a:pt x="178" y="10370"/>
                  </a:lnTo>
                  <a:lnTo>
                    <a:pt x="99" y="10686"/>
                  </a:lnTo>
                  <a:lnTo>
                    <a:pt x="40" y="10983"/>
                  </a:lnTo>
                  <a:lnTo>
                    <a:pt x="20" y="11259"/>
                  </a:lnTo>
                  <a:lnTo>
                    <a:pt x="1" y="11516"/>
                  </a:lnTo>
                  <a:lnTo>
                    <a:pt x="1" y="11773"/>
                  </a:lnTo>
                  <a:lnTo>
                    <a:pt x="20" y="12010"/>
                  </a:lnTo>
                  <a:lnTo>
                    <a:pt x="60" y="12227"/>
                  </a:lnTo>
                  <a:lnTo>
                    <a:pt x="139" y="12444"/>
                  </a:lnTo>
                  <a:lnTo>
                    <a:pt x="218" y="12642"/>
                  </a:lnTo>
                  <a:lnTo>
                    <a:pt x="317" y="12839"/>
                  </a:lnTo>
                  <a:lnTo>
                    <a:pt x="435" y="13017"/>
                  </a:lnTo>
                  <a:lnTo>
                    <a:pt x="573" y="13175"/>
                  </a:lnTo>
                  <a:lnTo>
                    <a:pt x="731" y="13333"/>
                  </a:lnTo>
                  <a:lnTo>
                    <a:pt x="929" y="13491"/>
                  </a:lnTo>
                  <a:lnTo>
                    <a:pt x="1126" y="13630"/>
                  </a:lnTo>
                  <a:lnTo>
                    <a:pt x="1344" y="13748"/>
                  </a:lnTo>
                  <a:lnTo>
                    <a:pt x="1581" y="13867"/>
                  </a:lnTo>
                  <a:lnTo>
                    <a:pt x="1837" y="13965"/>
                  </a:lnTo>
                  <a:lnTo>
                    <a:pt x="2114" y="14044"/>
                  </a:lnTo>
                  <a:lnTo>
                    <a:pt x="2391" y="14104"/>
                  </a:lnTo>
                  <a:lnTo>
                    <a:pt x="2687" y="14163"/>
                  </a:lnTo>
                  <a:lnTo>
                    <a:pt x="2983" y="14183"/>
                  </a:lnTo>
                  <a:lnTo>
                    <a:pt x="3279" y="14183"/>
                  </a:lnTo>
                  <a:lnTo>
                    <a:pt x="3615" y="14163"/>
                  </a:lnTo>
                  <a:lnTo>
                    <a:pt x="3931" y="14104"/>
                  </a:lnTo>
                  <a:lnTo>
                    <a:pt x="4247" y="14044"/>
                  </a:lnTo>
                  <a:lnTo>
                    <a:pt x="4583" y="13946"/>
                  </a:lnTo>
                  <a:lnTo>
                    <a:pt x="4919" y="13807"/>
                  </a:lnTo>
                  <a:lnTo>
                    <a:pt x="5255" y="13649"/>
                  </a:lnTo>
                  <a:lnTo>
                    <a:pt x="5590" y="13452"/>
                  </a:lnTo>
                  <a:lnTo>
                    <a:pt x="5906" y="13234"/>
                  </a:lnTo>
                  <a:lnTo>
                    <a:pt x="6242" y="12997"/>
                  </a:lnTo>
                  <a:lnTo>
                    <a:pt x="6538" y="12721"/>
                  </a:lnTo>
                  <a:lnTo>
                    <a:pt x="6815" y="12444"/>
                  </a:lnTo>
                  <a:lnTo>
                    <a:pt x="7092" y="12148"/>
                  </a:lnTo>
                  <a:lnTo>
                    <a:pt x="7348" y="11832"/>
                  </a:lnTo>
                  <a:lnTo>
                    <a:pt x="7585" y="11516"/>
                  </a:lnTo>
                  <a:lnTo>
                    <a:pt x="7822" y="11161"/>
                  </a:lnTo>
                  <a:lnTo>
                    <a:pt x="8040" y="10805"/>
                  </a:lnTo>
                  <a:lnTo>
                    <a:pt x="8257" y="10449"/>
                  </a:lnTo>
                  <a:lnTo>
                    <a:pt x="8454" y="10074"/>
                  </a:lnTo>
                  <a:lnTo>
                    <a:pt x="8830" y="9284"/>
                  </a:lnTo>
                  <a:lnTo>
                    <a:pt x="9185" y="8454"/>
                  </a:lnTo>
                  <a:lnTo>
                    <a:pt x="9521" y="7585"/>
                  </a:lnTo>
                  <a:lnTo>
                    <a:pt x="9679" y="7131"/>
                  </a:lnTo>
                  <a:lnTo>
                    <a:pt x="9798" y="6697"/>
                  </a:lnTo>
                  <a:lnTo>
                    <a:pt x="9896" y="6282"/>
                  </a:lnTo>
                  <a:lnTo>
                    <a:pt x="9956" y="5867"/>
                  </a:lnTo>
                  <a:lnTo>
                    <a:pt x="9995" y="5472"/>
                  </a:lnTo>
                  <a:lnTo>
                    <a:pt x="9995" y="5077"/>
                  </a:lnTo>
                  <a:lnTo>
                    <a:pt x="9975" y="4682"/>
                  </a:lnTo>
                  <a:lnTo>
                    <a:pt x="9936" y="4307"/>
                  </a:lnTo>
                  <a:lnTo>
                    <a:pt x="9877" y="3951"/>
                  </a:lnTo>
                  <a:lnTo>
                    <a:pt x="9798" y="3595"/>
                  </a:lnTo>
                  <a:lnTo>
                    <a:pt x="9679" y="3260"/>
                  </a:lnTo>
                  <a:lnTo>
                    <a:pt x="9541" y="2924"/>
                  </a:lnTo>
                  <a:lnTo>
                    <a:pt x="9403" y="2608"/>
                  </a:lnTo>
                  <a:lnTo>
                    <a:pt x="9225" y="2292"/>
                  </a:lnTo>
                  <a:lnTo>
                    <a:pt x="9027" y="1996"/>
                  </a:lnTo>
                  <a:lnTo>
                    <a:pt x="8830" y="1719"/>
                  </a:lnTo>
                  <a:lnTo>
                    <a:pt x="8612" y="1462"/>
                  </a:lnTo>
                  <a:lnTo>
                    <a:pt x="8395" y="1225"/>
                  </a:lnTo>
                  <a:lnTo>
                    <a:pt x="8178" y="1028"/>
                  </a:lnTo>
                  <a:lnTo>
                    <a:pt x="7961" y="830"/>
                  </a:lnTo>
                  <a:lnTo>
                    <a:pt x="7763" y="692"/>
                  </a:lnTo>
                  <a:lnTo>
                    <a:pt x="7566" y="554"/>
                  </a:lnTo>
                  <a:lnTo>
                    <a:pt x="7368" y="435"/>
                  </a:lnTo>
                  <a:lnTo>
                    <a:pt x="7190" y="336"/>
                  </a:lnTo>
                  <a:lnTo>
                    <a:pt x="6835" y="198"/>
                  </a:lnTo>
                  <a:lnTo>
                    <a:pt x="6499" y="99"/>
                  </a:lnTo>
                  <a:lnTo>
                    <a:pt x="6203" y="40"/>
                  </a:lnTo>
                  <a:lnTo>
                    <a:pt x="5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11"/>
            <p:cNvSpPr/>
            <p:nvPr/>
          </p:nvSpPr>
          <p:spPr>
            <a:xfrm>
              <a:off x="-899325" y="3276875"/>
              <a:ext cx="221250" cy="328400"/>
            </a:xfrm>
            <a:custGeom>
              <a:rect b="b" l="l" r="r" t="t"/>
              <a:pathLst>
                <a:path extrusionOk="0" h="13136" w="8850">
                  <a:moveTo>
                    <a:pt x="5274" y="0"/>
                  </a:moveTo>
                  <a:lnTo>
                    <a:pt x="5136" y="40"/>
                  </a:lnTo>
                  <a:lnTo>
                    <a:pt x="5017" y="79"/>
                  </a:lnTo>
                  <a:lnTo>
                    <a:pt x="4899" y="138"/>
                  </a:lnTo>
                  <a:lnTo>
                    <a:pt x="4721" y="257"/>
                  </a:lnTo>
                  <a:lnTo>
                    <a:pt x="4583" y="375"/>
                  </a:lnTo>
                  <a:lnTo>
                    <a:pt x="4464" y="494"/>
                  </a:lnTo>
                  <a:lnTo>
                    <a:pt x="4385" y="612"/>
                  </a:lnTo>
                  <a:lnTo>
                    <a:pt x="3773" y="1936"/>
                  </a:lnTo>
                  <a:lnTo>
                    <a:pt x="2390" y="4938"/>
                  </a:lnTo>
                  <a:lnTo>
                    <a:pt x="1620" y="6597"/>
                  </a:lnTo>
                  <a:lnTo>
                    <a:pt x="929" y="8118"/>
                  </a:lnTo>
                  <a:lnTo>
                    <a:pt x="415" y="9323"/>
                  </a:lnTo>
                  <a:lnTo>
                    <a:pt x="237" y="9758"/>
                  </a:lnTo>
                  <a:lnTo>
                    <a:pt x="139" y="10034"/>
                  </a:lnTo>
                  <a:lnTo>
                    <a:pt x="79" y="10232"/>
                  </a:lnTo>
                  <a:lnTo>
                    <a:pt x="40" y="10429"/>
                  </a:lnTo>
                  <a:lnTo>
                    <a:pt x="20" y="10647"/>
                  </a:lnTo>
                  <a:lnTo>
                    <a:pt x="0" y="10844"/>
                  </a:lnTo>
                  <a:lnTo>
                    <a:pt x="0" y="11061"/>
                  </a:lnTo>
                  <a:lnTo>
                    <a:pt x="20" y="11259"/>
                  </a:lnTo>
                  <a:lnTo>
                    <a:pt x="40" y="11456"/>
                  </a:lnTo>
                  <a:lnTo>
                    <a:pt x="79" y="11654"/>
                  </a:lnTo>
                  <a:lnTo>
                    <a:pt x="139" y="11851"/>
                  </a:lnTo>
                  <a:lnTo>
                    <a:pt x="218" y="12029"/>
                  </a:lnTo>
                  <a:lnTo>
                    <a:pt x="297" y="12187"/>
                  </a:lnTo>
                  <a:lnTo>
                    <a:pt x="415" y="12345"/>
                  </a:lnTo>
                  <a:lnTo>
                    <a:pt x="534" y="12483"/>
                  </a:lnTo>
                  <a:lnTo>
                    <a:pt x="672" y="12622"/>
                  </a:lnTo>
                  <a:lnTo>
                    <a:pt x="850" y="12720"/>
                  </a:lnTo>
                  <a:lnTo>
                    <a:pt x="1027" y="12799"/>
                  </a:lnTo>
                  <a:lnTo>
                    <a:pt x="1423" y="12938"/>
                  </a:lnTo>
                  <a:lnTo>
                    <a:pt x="1877" y="13037"/>
                  </a:lnTo>
                  <a:lnTo>
                    <a:pt x="2351" y="13116"/>
                  </a:lnTo>
                  <a:lnTo>
                    <a:pt x="2845" y="13135"/>
                  </a:lnTo>
                  <a:lnTo>
                    <a:pt x="3101" y="13135"/>
                  </a:lnTo>
                  <a:lnTo>
                    <a:pt x="3338" y="13116"/>
                  </a:lnTo>
                  <a:lnTo>
                    <a:pt x="3575" y="13076"/>
                  </a:lnTo>
                  <a:lnTo>
                    <a:pt x="3813" y="13017"/>
                  </a:lnTo>
                  <a:lnTo>
                    <a:pt x="4050" y="12958"/>
                  </a:lnTo>
                  <a:lnTo>
                    <a:pt x="4287" y="12878"/>
                  </a:lnTo>
                  <a:lnTo>
                    <a:pt x="4504" y="12799"/>
                  </a:lnTo>
                  <a:lnTo>
                    <a:pt x="4721" y="12681"/>
                  </a:lnTo>
                  <a:lnTo>
                    <a:pt x="4919" y="12543"/>
                  </a:lnTo>
                  <a:lnTo>
                    <a:pt x="5136" y="12385"/>
                  </a:lnTo>
                  <a:lnTo>
                    <a:pt x="5353" y="12227"/>
                  </a:lnTo>
                  <a:lnTo>
                    <a:pt x="5570" y="12029"/>
                  </a:lnTo>
                  <a:lnTo>
                    <a:pt x="5807" y="11812"/>
                  </a:lnTo>
                  <a:lnTo>
                    <a:pt x="6025" y="11575"/>
                  </a:lnTo>
                  <a:lnTo>
                    <a:pt x="6262" y="11318"/>
                  </a:lnTo>
                  <a:lnTo>
                    <a:pt x="6479" y="11042"/>
                  </a:lnTo>
                  <a:lnTo>
                    <a:pt x="6696" y="10745"/>
                  </a:lnTo>
                  <a:lnTo>
                    <a:pt x="6914" y="10429"/>
                  </a:lnTo>
                  <a:lnTo>
                    <a:pt x="7111" y="10113"/>
                  </a:lnTo>
                  <a:lnTo>
                    <a:pt x="7328" y="9758"/>
                  </a:lnTo>
                  <a:lnTo>
                    <a:pt x="7506" y="9402"/>
                  </a:lnTo>
                  <a:lnTo>
                    <a:pt x="7684" y="9027"/>
                  </a:lnTo>
                  <a:lnTo>
                    <a:pt x="7862" y="8632"/>
                  </a:lnTo>
                  <a:lnTo>
                    <a:pt x="8020" y="8217"/>
                  </a:lnTo>
                  <a:lnTo>
                    <a:pt x="8276" y="7447"/>
                  </a:lnTo>
                  <a:lnTo>
                    <a:pt x="8494" y="6736"/>
                  </a:lnTo>
                  <a:lnTo>
                    <a:pt x="8672" y="6104"/>
                  </a:lnTo>
                  <a:lnTo>
                    <a:pt x="8770" y="5491"/>
                  </a:lnTo>
                  <a:lnTo>
                    <a:pt x="8810" y="5195"/>
                  </a:lnTo>
                  <a:lnTo>
                    <a:pt x="8849" y="4918"/>
                  </a:lnTo>
                  <a:lnTo>
                    <a:pt x="8849" y="4622"/>
                  </a:lnTo>
                  <a:lnTo>
                    <a:pt x="8849" y="4326"/>
                  </a:lnTo>
                  <a:lnTo>
                    <a:pt x="8830" y="4030"/>
                  </a:lnTo>
                  <a:lnTo>
                    <a:pt x="8810" y="3733"/>
                  </a:lnTo>
                  <a:lnTo>
                    <a:pt x="8691" y="3081"/>
                  </a:lnTo>
                  <a:lnTo>
                    <a:pt x="8612" y="2765"/>
                  </a:lnTo>
                  <a:lnTo>
                    <a:pt x="8513" y="2449"/>
                  </a:lnTo>
                  <a:lnTo>
                    <a:pt x="8375" y="2153"/>
                  </a:lnTo>
                  <a:lnTo>
                    <a:pt x="8217" y="1877"/>
                  </a:lnTo>
                  <a:lnTo>
                    <a:pt x="8039" y="1620"/>
                  </a:lnTo>
                  <a:lnTo>
                    <a:pt x="7842" y="1363"/>
                  </a:lnTo>
                  <a:lnTo>
                    <a:pt x="7625" y="1146"/>
                  </a:lnTo>
                  <a:lnTo>
                    <a:pt x="7407" y="928"/>
                  </a:lnTo>
                  <a:lnTo>
                    <a:pt x="7190" y="751"/>
                  </a:lnTo>
                  <a:lnTo>
                    <a:pt x="6973" y="593"/>
                  </a:lnTo>
                  <a:lnTo>
                    <a:pt x="6736" y="435"/>
                  </a:lnTo>
                  <a:lnTo>
                    <a:pt x="6519" y="316"/>
                  </a:lnTo>
                  <a:lnTo>
                    <a:pt x="6301" y="198"/>
                  </a:lnTo>
                  <a:lnTo>
                    <a:pt x="6084" y="119"/>
                  </a:lnTo>
                  <a:lnTo>
                    <a:pt x="5906" y="59"/>
                  </a:lnTo>
                  <a:lnTo>
                    <a:pt x="5728" y="2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11"/>
            <p:cNvSpPr/>
            <p:nvPr/>
          </p:nvSpPr>
          <p:spPr>
            <a:xfrm>
              <a:off x="-1012900" y="3249225"/>
              <a:ext cx="277050" cy="358025"/>
            </a:xfrm>
            <a:custGeom>
              <a:rect b="b" l="l" r="r" t="t"/>
              <a:pathLst>
                <a:path extrusionOk="0" h="14321" w="11082">
                  <a:moveTo>
                    <a:pt x="6894" y="0"/>
                  </a:moveTo>
                  <a:lnTo>
                    <a:pt x="6716" y="20"/>
                  </a:lnTo>
                  <a:lnTo>
                    <a:pt x="6538" y="59"/>
                  </a:lnTo>
                  <a:lnTo>
                    <a:pt x="6440" y="119"/>
                  </a:lnTo>
                  <a:lnTo>
                    <a:pt x="6321" y="217"/>
                  </a:lnTo>
                  <a:lnTo>
                    <a:pt x="6183" y="356"/>
                  </a:lnTo>
                  <a:lnTo>
                    <a:pt x="6025" y="533"/>
                  </a:lnTo>
                  <a:lnTo>
                    <a:pt x="5669" y="1007"/>
                  </a:lnTo>
                  <a:lnTo>
                    <a:pt x="5254" y="1620"/>
                  </a:lnTo>
                  <a:lnTo>
                    <a:pt x="4780" y="2311"/>
                  </a:lnTo>
                  <a:lnTo>
                    <a:pt x="4287" y="3081"/>
                  </a:lnTo>
                  <a:lnTo>
                    <a:pt x="3279" y="4741"/>
                  </a:lnTo>
                  <a:lnTo>
                    <a:pt x="2311" y="6400"/>
                  </a:lnTo>
                  <a:lnTo>
                    <a:pt x="1482" y="7822"/>
                  </a:lnTo>
                  <a:lnTo>
                    <a:pt x="711" y="9204"/>
                  </a:lnTo>
                  <a:lnTo>
                    <a:pt x="652" y="9264"/>
                  </a:lnTo>
                  <a:lnTo>
                    <a:pt x="514" y="9461"/>
                  </a:lnTo>
                  <a:lnTo>
                    <a:pt x="336" y="9758"/>
                  </a:lnTo>
                  <a:lnTo>
                    <a:pt x="257" y="9935"/>
                  </a:lnTo>
                  <a:lnTo>
                    <a:pt x="178" y="10133"/>
                  </a:lnTo>
                  <a:lnTo>
                    <a:pt x="99" y="10350"/>
                  </a:lnTo>
                  <a:lnTo>
                    <a:pt x="40" y="10587"/>
                  </a:lnTo>
                  <a:lnTo>
                    <a:pt x="20" y="10844"/>
                  </a:lnTo>
                  <a:lnTo>
                    <a:pt x="0" y="11101"/>
                  </a:lnTo>
                  <a:lnTo>
                    <a:pt x="20" y="11357"/>
                  </a:lnTo>
                  <a:lnTo>
                    <a:pt x="79" y="11634"/>
                  </a:lnTo>
                  <a:lnTo>
                    <a:pt x="178" y="11930"/>
                  </a:lnTo>
                  <a:lnTo>
                    <a:pt x="316" y="12207"/>
                  </a:lnTo>
                  <a:lnTo>
                    <a:pt x="514" y="12483"/>
                  </a:lnTo>
                  <a:lnTo>
                    <a:pt x="711" y="12720"/>
                  </a:lnTo>
                  <a:lnTo>
                    <a:pt x="948" y="12957"/>
                  </a:lnTo>
                  <a:lnTo>
                    <a:pt x="1186" y="13155"/>
                  </a:lnTo>
                  <a:lnTo>
                    <a:pt x="1462" y="13352"/>
                  </a:lnTo>
                  <a:lnTo>
                    <a:pt x="1739" y="13530"/>
                  </a:lnTo>
                  <a:lnTo>
                    <a:pt x="2035" y="13668"/>
                  </a:lnTo>
                  <a:lnTo>
                    <a:pt x="2331" y="13807"/>
                  </a:lnTo>
                  <a:lnTo>
                    <a:pt x="2627" y="13925"/>
                  </a:lnTo>
                  <a:lnTo>
                    <a:pt x="2924" y="14024"/>
                  </a:lnTo>
                  <a:lnTo>
                    <a:pt x="3220" y="14103"/>
                  </a:lnTo>
                  <a:lnTo>
                    <a:pt x="3516" y="14182"/>
                  </a:lnTo>
                  <a:lnTo>
                    <a:pt x="3793" y="14241"/>
                  </a:lnTo>
                  <a:lnTo>
                    <a:pt x="4069" y="14281"/>
                  </a:lnTo>
                  <a:lnTo>
                    <a:pt x="4563" y="14320"/>
                  </a:lnTo>
                  <a:lnTo>
                    <a:pt x="4780" y="14320"/>
                  </a:lnTo>
                  <a:lnTo>
                    <a:pt x="5017" y="14301"/>
                  </a:lnTo>
                  <a:lnTo>
                    <a:pt x="5235" y="14281"/>
                  </a:lnTo>
                  <a:lnTo>
                    <a:pt x="5452" y="14241"/>
                  </a:lnTo>
                  <a:lnTo>
                    <a:pt x="5669" y="14162"/>
                  </a:lnTo>
                  <a:lnTo>
                    <a:pt x="5886" y="14103"/>
                  </a:lnTo>
                  <a:lnTo>
                    <a:pt x="6104" y="14004"/>
                  </a:lnTo>
                  <a:lnTo>
                    <a:pt x="6301" y="13905"/>
                  </a:lnTo>
                  <a:lnTo>
                    <a:pt x="6499" y="13787"/>
                  </a:lnTo>
                  <a:lnTo>
                    <a:pt x="6696" y="13649"/>
                  </a:lnTo>
                  <a:lnTo>
                    <a:pt x="6894" y="13510"/>
                  </a:lnTo>
                  <a:lnTo>
                    <a:pt x="7072" y="13352"/>
                  </a:lnTo>
                  <a:lnTo>
                    <a:pt x="7249" y="13194"/>
                  </a:lnTo>
                  <a:lnTo>
                    <a:pt x="7407" y="13017"/>
                  </a:lnTo>
                  <a:lnTo>
                    <a:pt x="7565" y="12819"/>
                  </a:lnTo>
                  <a:lnTo>
                    <a:pt x="7723" y="12622"/>
                  </a:lnTo>
                  <a:lnTo>
                    <a:pt x="8079" y="12128"/>
                  </a:lnTo>
                  <a:lnTo>
                    <a:pt x="8514" y="11456"/>
                  </a:lnTo>
                  <a:lnTo>
                    <a:pt x="8988" y="10646"/>
                  </a:lnTo>
                  <a:lnTo>
                    <a:pt x="9481" y="9738"/>
                  </a:lnTo>
                  <a:lnTo>
                    <a:pt x="9955" y="8809"/>
                  </a:lnTo>
                  <a:lnTo>
                    <a:pt x="10173" y="8335"/>
                  </a:lnTo>
                  <a:lnTo>
                    <a:pt x="10370" y="7881"/>
                  </a:lnTo>
                  <a:lnTo>
                    <a:pt x="10548" y="7427"/>
                  </a:lnTo>
                  <a:lnTo>
                    <a:pt x="10706" y="6992"/>
                  </a:lnTo>
                  <a:lnTo>
                    <a:pt x="10825" y="6577"/>
                  </a:lnTo>
                  <a:lnTo>
                    <a:pt x="10923" y="6202"/>
                  </a:lnTo>
                  <a:lnTo>
                    <a:pt x="10983" y="5847"/>
                  </a:lnTo>
                  <a:lnTo>
                    <a:pt x="11022" y="5491"/>
                  </a:lnTo>
                  <a:lnTo>
                    <a:pt x="11062" y="5155"/>
                  </a:lnTo>
                  <a:lnTo>
                    <a:pt x="11081" y="4839"/>
                  </a:lnTo>
                  <a:lnTo>
                    <a:pt x="11081" y="4523"/>
                  </a:lnTo>
                  <a:lnTo>
                    <a:pt x="11062" y="4227"/>
                  </a:lnTo>
                  <a:lnTo>
                    <a:pt x="11022" y="3950"/>
                  </a:lnTo>
                  <a:lnTo>
                    <a:pt x="10983" y="3674"/>
                  </a:lnTo>
                  <a:lnTo>
                    <a:pt x="10923" y="3397"/>
                  </a:lnTo>
                  <a:lnTo>
                    <a:pt x="10844" y="3141"/>
                  </a:lnTo>
                  <a:lnTo>
                    <a:pt x="10745" y="2904"/>
                  </a:lnTo>
                  <a:lnTo>
                    <a:pt x="10627" y="2647"/>
                  </a:lnTo>
                  <a:lnTo>
                    <a:pt x="10489" y="2410"/>
                  </a:lnTo>
                  <a:lnTo>
                    <a:pt x="10331" y="2192"/>
                  </a:lnTo>
                  <a:lnTo>
                    <a:pt x="10153" y="1955"/>
                  </a:lnTo>
                  <a:lnTo>
                    <a:pt x="9975" y="1738"/>
                  </a:lnTo>
                  <a:lnTo>
                    <a:pt x="9541" y="1323"/>
                  </a:lnTo>
                  <a:lnTo>
                    <a:pt x="9106" y="948"/>
                  </a:lnTo>
                  <a:lnTo>
                    <a:pt x="8869" y="770"/>
                  </a:lnTo>
                  <a:lnTo>
                    <a:pt x="8632" y="612"/>
                  </a:lnTo>
                  <a:lnTo>
                    <a:pt x="8415" y="474"/>
                  </a:lnTo>
                  <a:lnTo>
                    <a:pt x="8178" y="356"/>
                  </a:lnTo>
                  <a:lnTo>
                    <a:pt x="7941" y="237"/>
                  </a:lnTo>
                  <a:lnTo>
                    <a:pt x="7723" y="158"/>
                  </a:lnTo>
                  <a:lnTo>
                    <a:pt x="7506" y="79"/>
                  </a:lnTo>
                  <a:lnTo>
                    <a:pt x="7289" y="40"/>
                  </a:lnTo>
                  <a:lnTo>
                    <a:pt x="7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11"/>
            <p:cNvSpPr/>
            <p:nvPr/>
          </p:nvSpPr>
          <p:spPr>
            <a:xfrm>
              <a:off x="-1298325" y="3095150"/>
              <a:ext cx="417775" cy="434075"/>
            </a:xfrm>
            <a:custGeom>
              <a:rect b="b" l="l" r="r" t="t"/>
              <a:pathLst>
                <a:path extrusionOk="0" h="17363" w="16711">
                  <a:moveTo>
                    <a:pt x="6973" y="0"/>
                  </a:moveTo>
                  <a:lnTo>
                    <a:pt x="6519" y="40"/>
                  </a:lnTo>
                  <a:lnTo>
                    <a:pt x="6084" y="119"/>
                  </a:lnTo>
                  <a:lnTo>
                    <a:pt x="5630" y="218"/>
                  </a:lnTo>
                  <a:lnTo>
                    <a:pt x="5196" y="356"/>
                  </a:lnTo>
                  <a:lnTo>
                    <a:pt x="4781" y="514"/>
                  </a:lnTo>
                  <a:lnTo>
                    <a:pt x="4366" y="711"/>
                  </a:lnTo>
                  <a:lnTo>
                    <a:pt x="3971" y="929"/>
                  </a:lnTo>
                  <a:lnTo>
                    <a:pt x="3596" y="1166"/>
                  </a:lnTo>
                  <a:lnTo>
                    <a:pt x="3240" y="1442"/>
                  </a:lnTo>
                  <a:lnTo>
                    <a:pt x="2904" y="1739"/>
                  </a:lnTo>
                  <a:lnTo>
                    <a:pt x="2588" y="2055"/>
                  </a:lnTo>
                  <a:lnTo>
                    <a:pt x="2292" y="2390"/>
                  </a:lnTo>
                  <a:lnTo>
                    <a:pt x="1996" y="2766"/>
                  </a:lnTo>
                  <a:lnTo>
                    <a:pt x="1719" y="3161"/>
                  </a:lnTo>
                  <a:lnTo>
                    <a:pt x="1443" y="3575"/>
                  </a:lnTo>
                  <a:lnTo>
                    <a:pt x="1206" y="4010"/>
                  </a:lnTo>
                  <a:lnTo>
                    <a:pt x="969" y="4445"/>
                  </a:lnTo>
                  <a:lnTo>
                    <a:pt x="751" y="4899"/>
                  </a:lnTo>
                  <a:lnTo>
                    <a:pt x="574" y="5353"/>
                  </a:lnTo>
                  <a:lnTo>
                    <a:pt x="396" y="5807"/>
                  </a:lnTo>
                  <a:lnTo>
                    <a:pt x="258" y="6282"/>
                  </a:lnTo>
                  <a:lnTo>
                    <a:pt x="159" y="6756"/>
                  </a:lnTo>
                  <a:lnTo>
                    <a:pt x="80" y="7210"/>
                  </a:lnTo>
                  <a:lnTo>
                    <a:pt x="20" y="7664"/>
                  </a:lnTo>
                  <a:lnTo>
                    <a:pt x="1" y="8118"/>
                  </a:lnTo>
                  <a:lnTo>
                    <a:pt x="20" y="8553"/>
                  </a:lnTo>
                  <a:lnTo>
                    <a:pt x="60" y="8751"/>
                  </a:lnTo>
                  <a:lnTo>
                    <a:pt x="99" y="8968"/>
                  </a:lnTo>
                  <a:lnTo>
                    <a:pt x="159" y="9185"/>
                  </a:lnTo>
                  <a:lnTo>
                    <a:pt x="238" y="9402"/>
                  </a:lnTo>
                  <a:lnTo>
                    <a:pt x="337" y="9620"/>
                  </a:lnTo>
                  <a:lnTo>
                    <a:pt x="435" y="9837"/>
                  </a:lnTo>
                  <a:lnTo>
                    <a:pt x="692" y="10271"/>
                  </a:lnTo>
                  <a:lnTo>
                    <a:pt x="1008" y="10686"/>
                  </a:lnTo>
                  <a:lnTo>
                    <a:pt x="1344" y="11121"/>
                  </a:lnTo>
                  <a:lnTo>
                    <a:pt x="1719" y="11536"/>
                  </a:lnTo>
                  <a:lnTo>
                    <a:pt x="2134" y="11950"/>
                  </a:lnTo>
                  <a:lnTo>
                    <a:pt x="2568" y="12345"/>
                  </a:lnTo>
                  <a:lnTo>
                    <a:pt x="3023" y="12740"/>
                  </a:lnTo>
                  <a:lnTo>
                    <a:pt x="3477" y="13116"/>
                  </a:lnTo>
                  <a:lnTo>
                    <a:pt x="3931" y="13491"/>
                  </a:lnTo>
                  <a:lnTo>
                    <a:pt x="4840" y="14182"/>
                  </a:lnTo>
                  <a:lnTo>
                    <a:pt x="5670" y="14795"/>
                  </a:lnTo>
                  <a:lnTo>
                    <a:pt x="7131" y="15861"/>
                  </a:lnTo>
                  <a:lnTo>
                    <a:pt x="8277" y="16711"/>
                  </a:lnTo>
                  <a:lnTo>
                    <a:pt x="8731" y="17027"/>
                  </a:lnTo>
                  <a:lnTo>
                    <a:pt x="9067" y="17244"/>
                  </a:lnTo>
                  <a:lnTo>
                    <a:pt x="9304" y="17362"/>
                  </a:lnTo>
                  <a:lnTo>
                    <a:pt x="9403" y="17362"/>
                  </a:lnTo>
                  <a:lnTo>
                    <a:pt x="11161" y="14360"/>
                  </a:lnTo>
                  <a:lnTo>
                    <a:pt x="12504" y="12049"/>
                  </a:lnTo>
                  <a:lnTo>
                    <a:pt x="13709" y="9995"/>
                  </a:lnTo>
                  <a:lnTo>
                    <a:pt x="14933" y="7921"/>
                  </a:lnTo>
                  <a:lnTo>
                    <a:pt x="16711" y="4919"/>
                  </a:lnTo>
                  <a:lnTo>
                    <a:pt x="15822" y="4326"/>
                  </a:lnTo>
                  <a:lnTo>
                    <a:pt x="13847" y="3062"/>
                  </a:lnTo>
                  <a:lnTo>
                    <a:pt x="12682" y="2331"/>
                  </a:lnTo>
                  <a:lnTo>
                    <a:pt x="11516" y="1620"/>
                  </a:lnTo>
                  <a:lnTo>
                    <a:pt x="10450" y="988"/>
                  </a:lnTo>
                  <a:lnTo>
                    <a:pt x="9975" y="731"/>
                  </a:lnTo>
                  <a:lnTo>
                    <a:pt x="9561" y="514"/>
                  </a:lnTo>
                  <a:lnTo>
                    <a:pt x="9146" y="336"/>
                  </a:lnTo>
                  <a:lnTo>
                    <a:pt x="8731" y="198"/>
                  </a:lnTo>
                  <a:lnTo>
                    <a:pt x="8297" y="99"/>
                  </a:lnTo>
                  <a:lnTo>
                    <a:pt x="7862" y="40"/>
                  </a:lnTo>
                  <a:lnTo>
                    <a:pt x="7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11"/>
            <p:cNvSpPr/>
            <p:nvPr/>
          </p:nvSpPr>
          <p:spPr>
            <a:xfrm>
              <a:off x="-880575" y="32181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A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11"/>
            <p:cNvSpPr/>
            <p:nvPr/>
          </p:nvSpPr>
          <p:spPr>
            <a:xfrm>
              <a:off x="-1510150" y="3967200"/>
              <a:ext cx="345675" cy="325450"/>
            </a:xfrm>
            <a:custGeom>
              <a:rect b="b" l="l" r="r" t="t"/>
              <a:pathLst>
                <a:path extrusionOk="0" h="13018" w="13827">
                  <a:moveTo>
                    <a:pt x="3872" y="1"/>
                  </a:moveTo>
                  <a:lnTo>
                    <a:pt x="3259" y="1047"/>
                  </a:lnTo>
                  <a:lnTo>
                    <a:pt x="1896" y="3378"/>
                  </a:lnTo>
                  <a:lnTo>
                    <a:pt x="1185" y="4623"/>
                  </a:lnTo>
                  <a:lnTo>
                    <a:pt x="573" y="5748"/>
                  </a:lnTo>
                  <a:lnTo>
                    <a:pt x="138" y="6558"/>
                  </a:lnTo>
                  <a:lnTo>
                    <a:pt x="20" y="6815"/>
                  </a:lnTo>
                  <a:lnTo>
                    <a:pt x="0" y="6894"/>
                  </a:lnTo>
                  <a:lnTo>
                    <a:pt x="0" y="6934"/>
                  </a:lnTo>
                  <a:lnTo>
                    <a:pt x="20" y="6973"/>
                  </a:lnTo>
                  <a:lnTo>
                    <a:pt x="119" y="7052"/>
                  </a:lnTo>
                  <a:lnTo>
                    <a:pt x="494" y="7289"/>
                  </a:lnTo>
                  <a:lnTo>
                    <a:pt x="1758" y="8040"/>
                  </a:lnTo>
                  <a:lnTo>
                    <a:pt x="3536" y="9047"/>
                  </a:lnTo>
                  <a:lnTo>
                    <a:pt x="5570" y="10193"/>
                  </a:lnTo>
                  <a:lnTo>
                    <a:pt x="7624" y="11299"/>
                  </a:lnTo>
                  <a:lnTo>
                    <a:pt x="8572" y="11793"/>
                  </a:lnTo>
                  <a:lnTo>
                    <a:pt x="9442" y="12227"/>
                  </a:lnTo>
                  <a:lnTo>
                    <a:pt x="10172" y="12583"/>
                  </a:lnTo>
                  <a:lnTo>
                    <a:pt x="10745" y="12839"/>
                  </a:lnTo>
                  <a:lnTo>
                    <a:pt x="11140" y="12997"/>
                  </a:lnTo>
                  <a:lnTo>
                    <a:pt x="11259" y="13017"/>
                  </a:lnTo>
                  <a:lnTo>
                    <a:pt x="11318" y="13017"/>
                  </a:lnTo>
                  <a:lnTo>
                    <a:pt x="11397" y="12859"/>
                  </a:lnTo>
                  <a:lnTo>
                    <a:pt x="11516" y="12563"/>
                  </a:lnTo>
                  <a:lnTo>
                    <a:pt x="11832" y="11556"/>
                  </a:lnTo>
                  <a:lnTo>
                    <a:pt x="12246" y="10193"/>
                  </a:lnTo>
                  <a:lnTo>
                    <a:pt x="12681" y="8672"/>
                  </a:lnTo>
                  <a:lnTo>
                    <a:pt x="13491" y="5827"/>
                  </a:lnTo>
                  <a:lnTo>
                    <a:pt x="13827" y="4544"/>
                  </a:lnTo>
                  <a:lnTo>
                    <a:pt x="3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11"/>
            <p:cNvSpPr/>
            <p:nvPr/>
          </p:nvSpPr>
          <p:spPr>
            <a:xfrm>
              <a:off x="-1914575" y="3337100"/>
              <a:ext cx="321475" cy="387675"/>
            </a:xfrm>
            <a:custGeom>
              <a:rect b="b" l="l" r="r" t="t"/>
              <a:pathLst>
                <a:path extrusionOk="0" h="15507" w="12859">
                  <a:moveTo>
                    <a:pt x="8632" y="1"/>
                  </a:moveTo>
                  <a:lnTo>
                    <a:pt x="5985" y="1028"/>
                  </a:lnTo>
                  <a:lnTo>
                    <a:pt x="5017" y="1423"/>
                  </a:lnTo>
                  <a:lnTo>
                    <a:pt x="4978" y="1443"/>
                  </a:lnTo>
                  <a:lnTo>
                    <a:pt x="4859" y="1482"/>
                  </a:lnTo>
                  <a:lnTo>
                    <a:pt x="4820" y="1502"/>
                  </a:lnTo>
                  <a:lnTo>
                    <a:pt x="4780" y="1502"/>
                  </a:lnTo>
                  <a:lnTo>
                    <a:pt x="4780" y="1522"/>
                  </a:lnTo>
                  <a:lnTo>
                    <a:pt x="4760" y="1522"/>
                  </a:lnTo>
                  <a:lnTo>
                    <a:pt x="4721" y="1542"/>
                  </a:lnTo>
                  <a:lnTo>
                    <a:pt x="4701" y="1542"/>
                  </a:lnTo>
                  <a:lnTo>
                    <a:pt x="4662" y="1561"/>
                  </a:lnTo>
                  <a:lnTo>
                    <a:pt x="4642" y="1561"/>
                  </a:lnTo>
                  <a:lnTo>
                    <a:pt x="3437" y="2055"/>
                  </a:lnTo>
                  <a:lnTo>
                    <a:pt x="2351" y="2509"/>
                  </a:lnTo>
                  <a:lnTo>
                    <a:pt x="1482" y="2885"/>
                  </a:lnTo>
                  <a:lnTo>
                    <a:pt x="1166" y="3043"/>
                  </a:lnTo>
                  <a:lnTo>
                    <a:pt x="948" y="3141"/>
                  </a:lnTo>
                  <a:lnTo>
                    <a:pt x="0" y="3695"/>
                  </a:lnTo>
                  <a:lnTo>
                    <a:pt x="534" y="4959"/>
                  </a:lnTo>
                  <a:lnTo>
                    <a:pt x="553" y="4978"/>
                  </a:lnTo>
                  <a:lnTo>
                    <a:pt x="1047" y="6164"/>
                  </a:lnTo>
                  <a:lnTo>
                    <a:pt x="1067" y="6183"/>
                  </a:lnTo>
                  <a:lnTo>
                    <a:pt x="1087" y="6243"/>
                  </a:lnTo>
                  <a:lnTo>
                    <a:pt x="1087" y="6262"/>
                  </a:lnTo>
                  <a:lnTo>
                    <a:pt x="1106" y="6282"/>
                  </a:lnTo>
                  <a:lnTo>
                    <a:pt x="3358" y="11516"/>
                  </a:lnTo>
                  <a:lnTo>
                    <a:pt x="3733" y="12405"/>
                  </a:lnTo>
                  <a:lnTo>
                    <a:pt x="3733" y="12425"/>
                  </a:lnTo>
                  <a:lnTo>
                    <a:pt x="3753" y="12445"/>
                  </a:lnTo>
                  <a:lnTo>
                    <a:pt x="3832" y="12622"/>
                  </a:lnTo>
                  <a:lnTo>
                    <a:pt x="3832" y="12642"/>
                  </a:lnTo>
                  <a:lnTo>
                    <a:pt x="3832" y="12662"/>
                  </a:lnTo>
                  <a:lnTo>
                    <a:pt x="3852" y="12682"/>
                  </a:lnTo>
                  <a:lnTo>
                    <a:pt x="3852" y="12701"/>
                  </a:lnTo>
                  <a:lnTo>
                    <a:pt x="3872" y="12741"/>
                  </a:lnTo>
                  <a:lnTo>
                    <a:pt x="3891" y="12761"/>
                  </a:lnTo>
                  <a:lnTo>
                    <a:pt x="3911" y="12800"/>
                  </a:lnTo>
                  <a:lnTo>
                    <a:pt x="4741" y="14677"/>
                  </a:lnTo>
                  <a:lnTo>
                    <a:pt x="4997" y="15249"/>
                  </a:lnTo>
                  <a:lnTo>
                    <a:pt x="5136" y="15506"/>
                  </a:lnTo>
                  <a:lnTo>
                    <a:pt x="5175" y="15506"/>
                  </a:lnTo>
                  <a:lnTo>
                    <a:pt x="5274" y="15487"/>
                  </a:lnTo>
                  <a:lnTo>
                    <a:pt x="5412" y="15408"/>
                  </a:lnTo>
                  <a:lnTo>
                    <a:pt x="5570" y="15309"/>
                  </a:lnTo>
                  <a:lnTo>
                    <a:pt x="6025" y="15032"/>
                  </a:lnTo>
                  <a:lnTo>
                    <a:pt x="6578" y="14637"/>
                  </a:lnTo>
                  <a:lnTo>
                    <a:pt x="7921" y="13610"/>
                  </a:lnTo>
                  <a:lnTo>
                    <a:pt x="9422" y="12445"/>
                  </a:lnTo>
                  <a:lnTo>
                    <a:pt x="9442" y="12445"/>
                  </a:lnTo>
                  <a:lnTo>
                    <a:pt x="10291" y="11753"/>
                  </a:lnTo>
                  <a:lnTo>
                    <a:pt x="10331" y="11734"/>
                  </a:lnTo>
                  <a:lnTo>
                    <a:pt x="12859" y="9699"/>
                  </a:lnTo>
                  <a:lnTo>
                    <a:pt x="86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11"/>
            <p:cNvSpPr/>
            <p:nvPr/>
          </p:nvSpPr>
          <p:spPr>
            <a:xfrm>
              <a:off x="-1617800" y="3222550"/>
              <a:ext cx="250375" cy="293825"/>
            </a:xfrm>
            <a:custGeom>
              <a:rect b="b" l="l" r="r" t="t"/>
              <a:pathLst>
                <a:path extrusionOk="0" h="11753" w="10015">
                  <a:moveTo>
                    <a:pt x="6222" y="0"/>
                  </a:moveTo>
                  <a:lnTo>
                    <a:pt x="1640" y="2252"/>
                  </a:lnTo>
                  <a:lnTo>
                    <a:pt x="0" y="3062"/>
                  </a:lnTo>
                  <a:lnTo>
                    <a:pt x="1087" y="5511"/>
                  </a:lnTo>
                  <a:lnTo>
                    <a:pt x="1126" y="5630"/>
                  </a:lnTo>
                  <a:lnTo>
                    <a:pt x="1146" y="5649"/>
                  </a:lnTo>
                  <a:lnTo>
                    <a:pt x="1166" y="5709"/>
                  </a:lnTo>
                  <a:lnTo>
                    <a:pt x="1659" y="6835"/>
                  </a:lnTo>
                  <a:lnTo>
                    <a:pt x="1719" y="6953"/>
                  </a:lnTo>
                  <a:lnTo>
                    <a:pt x="1778" y="7111"/>
                  </a:lnTo>
                  <a:lnTo>
                    <a:pt x="1837" y="7230"/>
                  </a:lnTo>
                  <a:lnTo>
                    <a:pt x="1975" y="7565"/>
                  </a:lnTo>
                  <a:lnTo>
                    <a:pt x="2114" y="7862"/>
                  </a:lnTo>
                  <a:lnTo>
                    <a:pt x="2133" y="7881"/>
                  </a:lnTo>
                  <a:lnTo>
                    <a:pt x="2153" y="7960"/>
                  </a:lnTo>
                  <a:lnTo>
                    <a:pt x="2153" y="7980"/>
                  </a:lnTo>
                  <a:lnTo>
                    <a:pt x="2212" y="8079"/>
                  </a:lnTo>
                  <a:lnTo>
                    <a:pt x="2212" y="8119"/>
                  </a:lnTo>
                  <a:lnTo>
                    <a:pt x="2232" y="8158"/>
                  </a:lnTo>
                  <a:lnTo>
                    <a:pt x="2252" y="8158"/>
                  </a:lnTo>
                  <a:lnTo>
                    <a:pt x="2410" y="8553"/>
                  </a:lnTo>
                  <a:lnTo>
                    <a:pt x="2430" y="8573"/>
                  </a:lnTo>
                  <a:lnTo>
                    <a:pt x="2509" y="8751"/>
                  </a:lnTo>
                  <a:lnTo>
                    <a:pt x="2528" y="8810"/>
                  </a:lnTo>
                  <a:lnTo>
                    <a:pt x="2825" y="9481"/>
                  </a:lnTo>
                  <a:lnTo>
                    <a:pt x="2864" y="9560"/>
                  </a:lnTo>
                  <a:lnTo>
                    <a:pt x="3812" y="11753"/>
                  </a:lnTo>
                  <a:lnTo>
                    <a:pt x="4326" y="11457"/>
                  </a:lnTo>
                  <a:lnTo>
                    <a:pt x="6321" y="10271"/>
                  </a:lnTo>
                  <a:lnTo>
                    <a:pt x="10014" y="8059"/>
                  </a:lnTo>
                  <a:lnTo>
                    <a:pt x="622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11"/>
            <p:cNvSpPr/>
            <p:nvPr/>
          </p:nvSpPr>
          <p:spPr>
            <a:xfrm>
              <a:off x="-1048450" y="3187975"/>
              <a:ext cx="209875" cy="360025"/>
            </a:xfrm>
            <a:custGeom>
              <a:rect b="b" l="l" r="r" t="t"/>
              <a:pathLst>
                <a:path extrusionOk="0" h="14401" w="8395">
                  <a:moveTo>
                    <a:pt x="8237" y="1"/>
                  </a:moveTo>
                  <a:lnTo>
                    <a:pt x="8197" y="40"/>
                  </a:lnTo>
                  <a:lnTo>
                    <a:pt x="8099" y="139"/>
                  </a:lnTo>
                  <a:lnTo>
                    <a:pt x="7822" y="574"/>
                  </a:lnTo>
                  <a:lnTo>
                    <a:pt x="7388" y="1245"/>
                  </a:lnTo>
                  <a:lnTo>
                    <a:pt x="6854" y="2134"/>
                  </a:lnTo>
                  <a:lnTo>
                    <a:pt x="5531" y="4346"/>
                  </a:lnTo>
                  <a:lnTo>
                    <a:pt x="4030" y="6894"/>
                  </a:lnTo>
                  <a:lnTo>
                    <a:pt x="1264" y="11654"/>
                  </a:lnTo>
                  <a:lnTo>
                    <a:pt x="0" y="13807"/>
                  </a:lnTo>
                  <a:lnTo>
                    <a:pt x="257" y="14400"/>
                  </a:lnTo>
                  <a:lnTo>
                    <a:pt x="8375" y="179"/>
                  </a:lnTo>
                  <a:lnTo>
                    <a:pt x="8395" y="159"/>
                  </a:lnTo>
                  <a:lnTo>
                    <a:pt x="8395" y="100"/>
                  </a:lnTo>
                  <a:lnTo>
                    <a:pt x="8375" y="80"/>
                  </a:lnTo>
                  <a:lnTo>
                    <a:pt x="8355" y="40"/>
                  </a:lnTo>
                  <a:lnTo>
                    <a:pt x="8316" y="20"/>
                  </a:lnTo>
                  <a:lnTo>
                    <a:pt x="82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11"/>
            <p:cNvSpPr/>
            <p:nvPr/>
          </p:nvSpPr>
          <p:spPr>
            <a:xfrm>
              <a:off x="-1273625" y="3541050"/>
              <a:ext cx="185200" cy="231625"/>
            </a:xfrm>
            <a:custGeom>
              <a:rect b="b" l="l" r="r" t="t"/>
              <a:pathLst>
                <a:path extrusionOk="0" h="9265" w="7408">
                  <a:moveTo>
                    <a:pt x="6242" y="0"/>
                  </a:moveTo>
                  <a:lnTo>
                    <a:pt x="6084" y="20"/>
                  </a:lnTo>
                  <a:lnTo>
                    <a:pt x="5906" y="60"/>
                  </a:lnTo>
                  <a:lnTo>
                    <a:pt x="5728" y="119"/>
                  </a:lnTo>
                  <a:lnTo>
                    <a:pt x="5531" y="198"/>
                  </a:lnTo>
                  <a:lnTo>
                    <a:pt x="5096" y="376"/>
                  </a:lnTo>
                  <a:lnTo>
                    <a:pt x="4662" y="633"/>
                  </a:lnTo>
                  <a:lnTo>
                    <a:pt x="4543" y="692"/>
                  </a:lnTo>
                  <a:lnTo>
                    <a:pt x="4148" y="949"/>
                  </a:lnTo>
                  <a:lnTo>
                    <a:pt x="3733" y="1225"/>
                  </a:lnTo>
                  <a:lnTo>
                    <a:pt x="3299" y="1541"/>
                  </a:lnTo>
                  <a:lnTo>
                    <a:pt x="2884" y="1877"/>
                  </a:lnTo>
                  <a:lnTo>
                    <a:pt x="2627" y="2094"/>
                  </a:lnTo>
                  <a:lnTo>
                    <a:pt x="2371" y="2331"/>
                  </a:lnTo>
                  <a:lnTo>
                    <a:pt x="2134" y="2568"/>
                  </a:lnTo>
                  <a:lnTo>
                    <a:pt x="1916" y="2805"/>
                  </a:lnTo>
                  <a:lnTo>
                    <a:pt x="1719" y="3062"/>
                  </a:lnTo>
                  <a:lnTo>
                    <a:pt x="1521" y="3319"/>
                  </a:lnTo>
                  <a:lnTo>
                    <a:pt x="1166" y="3832"/>
                  </a:lnTo>
                  <a:lnTo>
                    <a:pt x="869" y="4346"/>
                  </a:lnTo>
                  <a:lnTo>
                    <a:pt x="593" y="4860"/>
                  </a:lnTo>
                  <a:lnTo>
                    <a:pt x="395" y="5353"/>
                  </a:lnTo>
                  <a:lnTo>
                    <a:pt x="218" y="5847"/>
                  </a:lnTo>
                  <a:lnTo>
                    <a:pt x="139" y="6104"/>
                  </a:lnTo>
                  <a:lnTo>
                    <a:pt x="99" y="6361"/>
                  </a:lnTo>
                  <a:lnTo>
                    <a:pt x="60" y="6637"/>
                  </a:lnTo>
                  <a:lnTo>
                    <a:pt x="20" y="6914"/>
                  </a:lnTo>
                  <a:lnTo>
                    <a:pt x="0" y="7487"/>
                  </a:lnTo>
                  <a:lnTo>
                    <a:pt x="20" y="8040"/>
                  </a:lnTo>
                  <a:lnTo>
                    <a:pt x="60" y="8514"/>
                  </a:lnTo>
                  <a:lnTo>
                    <a:pt x="99" y="8909"/>
                  </a:lnTo>
                  <a:lnTo>
                    <a:pt x="139" y="9264"/>
                  </a:lnTo>
                  <a:lnTo>
                    <a:pt x="909" y="8652"/>
                  </a:lnTo>
                  <a:lnTo>
                    <a:pt x="1699" y="8020"/>
                  </a:lnTo>
                  <a:lnTo>
                    <a:pt x="2588" y="7289"/>
                  </a:lnTo>
                  <a:lnTo>
                    <a:pt x="3477" y="6519"/>
                  </a:lnTo>
                  <a:lnTo>
                    <a:pt x="3891" y="6163"/>
                  </a:lnTo>
                  <a:lnTo>
                    <a:pt x="4247" y="5827"/>
                  </a:lnTo>
                  <a:lnTo>
                    <a:pt x="4563" y="5511"/>
                  </a:lnTo>
                  <a:lnTo>
                    <a:pt x="4780" y="5255"/>
                  </a:lnTo>
                  <a:lnTo>
                    <a:pt x="4919" y="5057"/>
                  </a:lnTo>
                  <a:lnTo>
                    <a:pt x="4958" y="4978"/>
                  </a:lnTo>
                  <a:lnTo>
                    <a:pt x="4958" y="4919"/>
                  </a:lnTo>
                  <a:lnTo>
                    <a:pt x="4938" y="4721"/>
                  </a:lnTo>
                  <a:lnTo>
                    <a:pt x="4938" y="4524"/>
                  </a:lnTo>
                  <a:lnTo>
                    <a:pt x="4958" y="4346"/>
                  </a:lnTo>
                  <a:lnTo>
                    <a:pt x="5017" y="4168"/>
                  </a:lnTo>
                  <a:lnTo>
                    <a:pt x="5116" y="3990"/>
                  </a:lnTo>
                  <a:lnTo>
                    <a:pt x="5215" y="3852"/>
                  </a:lnTo>
                  <a:lnTo>
                    <a:pt x="5333" y="3694"/>
                  </a:lnTo>
                  <a:lnTo>
                    <a:pt x="5452" y="3556"/>
                  </a:lnTo>
                  <a:lnTo>
                    <a:pt x="5768" y="3279"/>
                  </a:lnTo>
                  <a:lnTo>
                    <a:pt x="6084" y="3042"/>
                  </a:lnTo>
                  <a:lnTo>
                    <a:pt x="6400" y="2805"/>
                  </a:lnTo>
                  <a:lnTo>
                    <a:pt x="6696" y="2568"/>
                  </a:lnTo>
                  <a:lnTo>
                    <a:pt x="6914" y="2371"/>
                  </a:lnTo>
                  <a:lnTo>
                    <a:pt x="7072" y="2173"/>
                  </a:lnTo>
                  <a:lnTo>
                    <a:pt x="7210" y="1976"/>
                  </a:lnTo>
                  <a:lnTo>
                    <a:pt x="7309" y="1778"/>
                  </a:lnTo>
                  <a:lnTo>
                    <a:pt x="7368" y="1581"/>
                  </a:lnTo>
                  <a:lnTo>
                    <a:pt x="7407" y="1383"/>
                  </a:lnTo>
                  <a:lnTo>
                    <a:pt x="7407" y="1205"/>
                  </a:lnTo>
                  <a:lnTo>
                    <a:pt x="7388" y="1008"/>
                  </a:lnTo>
                  <a:lnTo>
                    <a:pt x="7348" y="850"/>
                  </a:lnTo>
                  <a:lnTo>
                    <a:pt x="7269" y="672"/>
                  </a:lnTo>
                  <a:lnTo>
                    <a:pt x="7190" y="534"/>
                  </a:lnTo>
                  <a:lnTo>
                    <a:pt x="7091" y="396"/>
                  </a:lnTo>
                  <a:lnTo>
                    <a:pt x="6993" y="277"/>
                  </a:lnTo>
                  <a:lnTo>
                    <a:pt x="6874" y="178"/>
                  </a:lnTo>
                  <a:lnTo>
                    <a:pt x="6756" y="99"/>
                  </a:lnTo>
                  <a:lnTo>
                    <a:pt x="6617" y="40"/>
                  </a:lnTo>
                  <a:lnTo>
                    <a:pt x="6479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11"/>
            <p:cNvSpPr/>
            <p:nvPr/>
          </p:nvSpPr>
          <p:spPr>
            <a:xfrm>
              <a:off x="-1191650" y="3522275"/>
              <a:ext cx="165925" cy="240025"/>
            </a:xfrm>
            <a:custGeom>
              <a:rect b="b" l="l" r="r" t="t"/>
              <a:pathLst>
                <a:path extrusionOk="0" h="9601" w="6637">
                  <a:moveTo>
                    <a:pt x="5570" y="1"/>
                  </a:moveTo>
                  <a:lnTo>
                    <a:pt x="5531" y="21"/>
                  </a:lnTo>
                  <a:lnTo>
                    <a:pt x="5412" y="119"/>
                  </a:lnTo>
                  <a:lnTo>
                    <a:pt x="5215" y="396"/>
                  </a:lnTo>
                  <a:lnTo>
                    <a:pt x="4543" y="1344"/>
                  </a:lnTo>
                  <a:lnTo>
                    <a:pt x="3654" y="2667"/>
                  </a:lnTo>
                  <a:lnTo>
                    <a:pt x="2667" y="4208"/>
                  </a:lnTo>
                  <a:lnTo>
                    <a:pt x="1679" y="5749"/>
                  </a:lnTo>
                  <a:lnTo>
                    <a:pt x="830" y="7131"/>
                  </a:lnTo>
                  <a:lnTo>
                    <a:pt x="237" y="8159"/>
                  </a:lnTo>
                  <a:lnTo>
                    <a:pt x="59" y="8475"/>
                  </a:lnTo>
                  <a:lnTo>
                    <a:pt x="20" y="8573"/>
                  </a:lnTo>
                  <a:lnTo>
                    <a:pt x="0" y="8652"/>
                  </a:lnTo>
                  <a:lnTo>
                    <a:pt x="20" y="8731"/>
                  </a:lnTo>
                  <a:lnTo>
                    <a:pt x="40" y="8810"/>
                  </a:lnTo>
                  <a:lnTo>
                    <a:pt x="79" y="8889"/>
                  </a:lnTo>
                  <a:lnTo>
                    <a:pt x="138" y="8968"/>
                  </a:lnTo>
                  <a:lnTo>
                    <a:pt x="296" y="9126"/>
                  </a:lnTo>
                  <a:lnTo>
                    <a:pt x="474" y="9265"/>
                  </a:lnTo>
                  <a:lnTo>
                    <a:pt x="672" y="9383"/>
                  </a:lnTo>
                  <a:lnTo>
                    <a:pt x="869" y="9482"/>
                  </a:lnTo>
                  <a:lnTo>
                    <a:pt x="1027" y="9561"/>
                  </a:lnTo>
                  <a:lnTo>
                    <a:pt x="1146" y="9600"/>
                  </a:lnTo>
                  <a:lnTo>
                    <a:pt x="1185" y="9581"/>
                  </a:lnTo>
                  <a:lnTo>
                    <a:pt x="1264" y="9521"/>
                  </a:lnTo>
                  <a:lnTo>
                    <a:pt x="1462" y="9265"/>
                  </a:lnTo>
                  <a:lnTo>
                    <a:pt x="1738" y="8870"/>
                  </a:lnTo>
                  <a:lnTo>
                    <a:pt x="2094" y="8336"/>
                  </a:lnTo>
                  <a:lnTo>
                    <a:pt x="2963" y="6993"/>
                  </a:lnTo>
                  <a:lnTo>
                    <a:pt x="3931" y="5433"/>
                  </a:lnTo>
                  <a:lnTo>
                    <a:pt x="4899" y="3853"/>
                  </a:lnTo>
                  <a:lnTo>
                    <a:pt x="5748" y="2450"/>
                  </a:lnTo>
                  <a:lnTo>
                    <a:pt x="6360" y="1423"/>
                  </a:lnTo>
                  <a:lnTo>
                    <a:pt x="6617" y="929"/>
                  </a:lnTo>
                  <a:lnTo>
                    <a:pt x="6637" y="870"/>
                  </a:lnTo>
                  <a:lnTo>
                    <a:pt x="6617" y="791"/>
                  </a:lnTo>
                  <a:lnTo>
                    <a:pt x="6578" y="712"/>
                  </a:lnTo>
                  <a:lnTo>
                    <a:pt x="6538" y="633"/>
                  </a:lnTo>
                  <a:lnTo>
                    <a:pt x="6380" y="455"/>
                  </a:lnTo>
                  <a:lnTo>
                    <a:pt x="6202" y="317"/>
                  </a:lnTo>
                  <a:lnTo>
                    <a:pt x="5985" y="179"/>
                  </a:lnTo>
                  <a:lnTo>
                    <a:pt x="5788" y="80"/>
                  </a:lnTo>
                  <a:lnTo>
                    <a:pt x="5629" y="21"/>
                  </a:lnTo>
                  <a:lnTo>
                    <a:pt x="5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11"/>
            <p:cNvSpPr/>
            <p:nvPr/>
          </p:nvSpPr>
          <p:spPr>
            <a:xfrm>
              <a:off x="-1258325" y="3556850"/>
              <a:ext cx="279025" cy="311125"/>
            </a:xfrm>
            <a:custGeom>
              <a:rect b="b" l="l" r="r" t="t"/>
              <a:pathLst>
                <a:path extrusionOk="0" h="12445" w="11161">
                  <a:moveTo>
                    <a:pt x="9087" y="1"/>
                  </a:moveTo>
                  <a:lnTo>
                    <a:pt x="9008" y="40"/>
                  </a:lnTo>
                  <a:lnTo>
                    <a:pt x="8948" y="60"/>
                  </a:lnTo>
                  <a:lnTo>
                    <a:pt x="8850" y="159"/>
                  </a:lnTo>
                  <a:lnTo>
                    <a:pt x="8751" y="257"/>
                  </a:lnTo>
                  <a:lnTo>
                    <a:pt x="8692" y="376"/>
                  </a:lnTo>
                  <a:lnTo>
                    <a:pt x="8632" y="514"/>
                  </a:lnTo>
                  <a:lnTo>
                    <a:pt x="8514" y="810"/>
                  </a:lnTo>
                  <a:lnTo>
                    <a:pt x="8375" y="1146"/>
                  </a:lnTo>
                  <a:lnTo>
                    <a:pt x="8138" y="1640"/>
                  </a:lnTo>
                  <a:lnTo>
                    <a:pt x="7822" y="2252"/>
                  </a:lnTo>
                  <a:lnTo>
                    <a:pt x="7487" y="2805"/>
                  </a:lnTo>
                  <a:lnTo>
                    <a:pt x="7348" y="3003"/>
                  </a:lnTo>
                  <a:lnTo>
                    <a:pt x="7269" y="3121"/>
                  </a:lnTo>
                  <a:lnTo>
                    <a:pt x="7092" y="3279"/>
                  </a:lnTo>
                  <a:lnTo>
                    <a:pt x="6855" y="3437"/>
                  </a:lnTo>
                  <a:lnTo>
                    <a:pt x="6558" y="3615"/>
                  </a:lnTo>
                  <a:lnTo>
                    <a:pt x="6163" y="3813"/>
                  </a:lnTo>
                  <a:lnTo>
                    <a:pt x="5827" y="3951"/>
                  </a:lnTo>
                  <a:lnTo>
                    <a:pt x="5551" y="4030"/>
                  </a:lnTo>
                  <a:lnTo>
                    <a:pt x="5294" y="4089"/>
                  </a:lnTo>
                  <a:lnTo>
                    <a:pt x="5097" y="4109"/>
                  </a:lnTo>
                  <a:lnTo>
                    <a:pt x="4919" y="4089"/>
                  </a:lnTo>
                  <a:lnTo>
                    <a:pt x="4781" y="4050"/>
                  </a:lnTo>
                  <a:lnTo>
                    <a:pt x="4662" y="3990"/>
                  </a:lnTo>
                  <a:lnTo>
                    <a:pt x="4583" y="3931"/>
                  </a:lnTo>
                  <a:lnTo>
                    <a:pt x="4504" y="3852"/>
                  </a:lnTo>
                  <a:lnTo>
                    <a:pt x="4465" y="3773"/>
                  </a:lnTo>
                  <a:lnTo>
                    <a:pt x="4445" y="3674"/>
                  </a:lnTo>
                  <a:lnTo>
                    <a:pt x="4425" y="3595"/>
                  </a:lnTo>
                  <a:lnTo>
                    <a:pt x="4405" y="3477"/>
                  </a:lnTo>
                  <a:lnTo>
                    <a:pt x="4425" y="3418"/>
                  </a:lnTo>
                  <a:lnTo>
                    <a:pt x="2233" y="5610"/>
                  </a:lnTo>
                  <a:lnTo>
                    <a:pt x="731" y="7151"/>
                  </a:lnTo>
                  <a:lnTo>
                    <a:pt x="218" y="7684"/>
                  </a:lnTo>
                  <a:lnTo>
                    <a:pt x="60" y="7862"/>
                  </a:lnTo>
                  <a:lnTo>
                    <a:pt x="1" y="7941"/>
                  </a:lnTo>
                  <a:lnTo>
                    <a:pt x="1" y="7961"/>
                  </a:lnTo>
                  <a:lnTo>
                    <a:pt x="40" y="8020"/>
                  </a:lnTo>
                  <a:lnTo>
                    <a:pt x="198" y="8178"/>
                  </a:lnTo>
                  <a:lnTo>
                    <a:pt x="810" y="8711"/>
                  </a:lnTo>
                  <a:lnTo>
                    <a:pt x="1699" y="9422"/>
                  </a:lnTo>
                  <a:lnTo>
                    <a:pt x="2746" y="10212"/>
                  </a:lnTo>
                  <a:lnTo>
                    <a:pt x="4721" y="11714"/>
                  </a:lnTo>
                  <a:lnTo>
                    <a:pt x="5709" y="12425"/>
                  </a:lnTo>
                  <a:lnTo>
                    <a:pt x="5788" y="12444"/>
                  </a:lnTo>
                  <a:lnTo>
                    <a:pt x="5887" y="12425"/>
                  </a:lnTo>
                  <a:lnTo>
                    <a:pt x="6223" y="12326"/>
                  </a:lnTo>
                  <a:lnTo>
                    <a:pt x="6677" y="12128"/>
                  </a:lnTo>
                  <a:lnTo>
                    <a:pt x="7190" y="11891"/>
                  </a:lnTo>
                  <a:lnTo>
                    <a:pt x="7743" y="11615"/>
                  </a:lnTo>
                  <a:lnTo>
                    <a:pt x="8296" y="11299"/>
                  </a:lnTo>
                  <a:lnTo>
                    <a:pt x="8810" y="11002"/>
                  </a:lnTo>
                  <a:lnTo>
                    <a:pt x="9225" y="10706"/>
                  </a:lnTo>
                  <a:lnTo>
                    <a:pt x="9758" y="10272"/>
                  </a:lnTo>
                  <a:lnTo>
                    <a:pt x="9936" y="10114"/>
                  </a:lnTo>
                  <a:lnTo>
                    <a:pt x="10074" y="9995"/>
                  </a:lnTo>
                  <a:lnTo>
                    <a:pt x="10153" y="9877"/>
                  </a:lnTo>
                  <a:lnTo>
                    <a:pt x="10232" y="9778"/>
                  </a:lnTo>
                  <a:lnTo>
                    <a:pt x="10370" y="9521"/>
                  </a:lnTo>
                  <a:lnTo>
                    <a:pt x="10469" y="9304"/>
                  </a:lnTo>
                  <a:lnTo>
                    <a:pt x="10588" y="9027"/>
                  </a:lnTo>
                  <a:lnTo>
                    <a:pt x="10825" y="8296"/>
                  </a:lnTo>
                  <a:lnTo>
                    <a:pt x="11022" y="7566"/>
                  </a:lnTo>
                  <a:lnTo>
                    <a:pt x="11082" y="7269"/>
                  </a:lnTo>
                  <a:lnTo>
                    <a:pt x="11121" y="7072"/>
                  </a:lnTo>
                  <a:lnTo>
                    <a:pt x="11141" y="6795"/>
                  </a:lnTo>
                  <a:lnTo>
                    <a:pt x="11141" y="6539"/>
                  </a:lnTo>
                  <a:lnTo>
                    <a:pt x="11121" y="6282"/>
                  </a:lnTo>
                  <a:lnTo>
                    <a:pt x="11121" y="6222"/>
                  </a:lnTo>
                  <a:lnTo>
                    <a:pt x="11141" y="6025"/>
                  </a:lnTo>
                  <a:lnTo>
                    <a:pt x="11161" y="5669"/>
                  </a:lnTo>
                  <a:lnTo>
                    <a:pt x="11121" y="5136"/>
                  </a:lnTo>
                  <a:lnTo>
                    <a:pt x="11082" y="4840"/>
                  </a:lnTo>
                  <a:lnTo>
                    <a:pt x="11022" y="4563"/>
                  </a:lnTo>
                  <a:lnTo>
                    <a:pt x="10943" y="4129"/>
                  </a:lnTo>
                  <a:lnTo>
                    <a:pt x="10864" y="3852"/>
                  </a:lnTo>
                  <a:lnTo>
                    <a:pt x="10825" y="3753"/>
                  </a:lnTo>
                  <a:lnTo>
                    <a:pt x="10805" y="3477"/>
                  </a:lnTo>
                  <a:lnTo>
                    <a:pt x="10785" y="3260"/>
                  </a:lnTo>
                  <a:lnTo>
                    <a:pt x="10726" y="3082"/>
                  </a:lnTo>
                  <a:lnTo>
                    <a:pt x="10667" y="2963"/>
                  </a:lnTo>
                  <a:lnTo>
                    <a:pt x="10588" y="2865"/>
                  </a:lnTo>
                  <a:lnTo>
                    <a:pt x="10548" y="2805"/>
                  </a:lnTo>
                  <a:lnTo>
                    <a:pt x="10489" y="2786"/>
                  </a:lnTo>
                  <a:lnTo>
                    <a:pt x="10548" y="2549"/>
                  </a:lnTo>
                  <a:lnTo>
                    <a:pt x="10588" y="2292"/>
                  </a:lnTo>
                  <a:lnTo>
                    <a:pt x="10647" y="1996"/>
                  </a:lnTo>
                  <a:lnTo>
                    <a:pt x="10667" y="1660"/>
                  </a:lnTo>
                  <a:lnTo>
                    <a:pt x="10667" y="1324"/>
                  </a:lnTo>
                  <a:lnTo>
                    <a:pt x="10647" y="1166"/>
                  </a:lnTo>
                  <a:lnTo>
                    <a:pt x="10607" y="1008"/>
                  </a:lnTo>
                  <a:lnTo>
                    <a:pt x="10548" y="870"/>
                  </a:lnTo>
                  <a:lnTo>
                    <a:pt x="10489" y="751"/>
                  </a:lnTo>
                  <a:lnTo>
                    <a:pt x="10410" y="633"/>
                  </a:lnTo>
                  <a:lnTo>
                    <a:pt x="10331" y="534"/>
                  </a:lnTo>
                  <a:lnTo>
                    <a:pt x="10114" y="356"/>
                  </a:lnTo>
                  <a:lnTo>
                    <a:pt x="9916" y="198"/>
                  </a:lnTo>
                  <a:lnTo>
                    <a:pt x="9679" y="99"/>
                  </a:lnTo>
                  <a:lnTo>
                    <a:pt x="9462" y="20"/>
                  </a:lnTo>
                  <a:lnTo>
                    <a:pt x="9264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11"/>
            <p:cNvSpPr/>
            <p:nvPr/>
          </p:nvSpPr>
          <p:spPr>
            <a:xfrm>
              <a:off x="-1024250" y="3626475"/>
              <a:ext cx="29150" cy="64725"/>
            </a:xfrm>
            <a:custGeom>
              <a:rect b="b" l="l" r="r" t="t"/>
              <a:pathLst>
                <a:path extrusionOk="0" h="2589" w="1166">
                  <a:moveTo>
                    <a:pt x="1126" y="1"/>
                  </a:moveTo>
                  <a:lnTo>
                    <a:pt x="948" y="573"/>
                  </a:lnTo>
                  <a:lnTo>
                    <a:pt x="790" y="1067"/>
                  </a:lnTo>
                  <a:lnTo>
                    <a:pt x="691" y="1344"/>
                  </a:lnTo>
                  <a:lnTo>
                    <a:pt x="593" y="1601"/>
                  </a:lnTo>
                  <a:lnTo>
                    <a:pt x="474" y="1818"/>
                  </a:lnTo>
                  <a:lnTo>
                    <a:pt x="356" y="2035"/>
                  </a:lnTo>
                  <a:lnTo>
                    <a:pt x="138" y="2351"/>
                  </a:lnTo>
                  <a:lnTo>
                    <a:pt x="20" y="2549"/>
                  </a:lnTo>
                  <a:lnTo>
                    <a:pt x="0" y="2588"/>
                  </a:lnTo>
                  <a:lnTo>
                    <a:pt x="40" y="2588"/>
                  </a:lnTo>
                  <a:lnTo>
                    <a:pt x="119" y="2529"/>
                  </a:lnTo>
                  <a:lnTo>
                    <a:pt x="198" y="2430"/>
                  </a:lnTo>
                  <a:lnTo>
                    <a:pt x="316" y="2292"/>
                  </a:lnTo>
                  <a:lnTo>
                    <a:pt x="435" y="2114"/>
                  </a:lnTo>
                  <a:lnTo>
                    <a:pt x="691" y="1660"/>
                  </a:lnTo>
                  <a:lnTo>
                    <a:pt x="830" y="1383"/>
                  </a:lnTo>
                  <a:lnTo>
                    <a:pt x="968" y="1087"/>
                  </a:lnTo>
                  <a:lnTo>
                    <a:pt x="1067" y="810"/>
                  </a:lnTo>
                  <a:lnTo>
                    <a:pt x="1126" y="573"/>
                  </a:lnTo>
                  <a:lnTo>
                    <a:pt x="1165" y="396"/>
                  </a:lnTo>
                  <a:lnTo>
                    <a:pt x="1165" y="238"/>
                  </a:lnTo>
                  <a:lnTo>
                    <a:pt x="1165" y="119"/>
                  </a:lnTo>
                  <a:lnTo>
                    <a:pt x="1146" y="40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11"/>
            <p:cNvSpPr/>
            <p:nvPr/>
          </p:nvSpPr>
          <p:spPr>
            <a:xfrm>
              <a:off x="-1007475" y="3650675"/>
              <a:ext cx="21250" cy="81500"/>
            </a:xfrm>
            <a:custGeom>
              <a:rect b="b" l="l" r="r" t="t"/>
              <a:pathLst>
                <a:path extrusionOk="0" h="3260" w="850">
                  <a:moveTo>
                    <a:pt x="771" y="0"/>
                  </a:moveTo>
                  <a:lnTo>
                    <a:pt x="751" y="99"/>
                  </a:lnTo>
                  <a:lnTo>
                    <a:pt x="731" y="494"/>
                  </a:lnTo>
                  <a:lnTo>
                    <a:pt x="712" y="751"/>
                  </a:lnTo>
                  <a:lnTo>
                    <a:pt x="692" y="1067"/>
                  </a:lnTo>
                  <a:lnTo>
                    <a:pt x="633" y="1403"/>
                  </a:lnTo>
                  <a:lnTo>
                    <a:pt x="554" y="1739"/>
                  </a:lnTo>
                  <a:lnTo>
                    <a:pt x="396" y="2292"/>
                  </a:lnTo>
                  <a:lnTo>
                    <a:pt x="297" y="2588"/>
                  </a:lnTo>
                  <a:lnTo>
                    <a:pt x="198" y="2766"/>
                  </a:lnTo>
                  <a:lnTo>
                    <a:pt x="80" y="2924"/>
                  </a:lnTo>
                  <a:lnTo>
                    <a:pt x="20" y="3082"/>
                  </a:lnTo>
                  <a:lnTo>
                    <a:pt x="1" y="3161"/>
                  </a:lnTo>
                  <a:lnTo>
                    <a:pt x="20" y="3240"/>
                  </a:lnTo>
                  <a:lnTo>
                    <a:pt x="40" y="3260"/>
                  </a:lnTo>
                  <a:lnTo>
                    <a:pt x="80" y="3220"/>
                  </a:lnTo>
                  <a:lnTo>
                    <a:pt x="139" y="3161"/>
                  </a:lnTo>
                  <a:lnTo>
                    <a:pt x="198" y="3042"/>
                  </a:lnTo>
                  <a:lnTo>
                    <a:pt x="277" y="2884"/>
                  </a:lnTo>
                  <a:lnTo>
                    <a:pt x="376" y="2647"/>
                  </a:lnTo>
                  <a:lnTo>
                    <a:pt x="494" y="2331"/>
                  </a:lnTo>
                  <a:lnTo>
                    <a:pt x="613" y="1956"/>
                  </a:lnTo>
                  <a:lnTo>
                    <a:pt x="712" y="1561"/>
                  </a:lnTo>
                  <a:lnTo>
                    <a:pt x="791" y="1205"/>
                  </a:lnTo>
                  <a:lnTo>
                    <a:pt x="830" y="870"/>
                  </a:lnTo>
                  <a:lnTo>
                    <a:pt x="850" y="593"/>
                  </a:lnTo>
                  <a:lnTo>
                    <a:pt x="850" y="356"/>
                  </a:lnTo>
                  <a:lnTo>
                    <a:pt x="830" y="178"/>
                  </a:lnTo>
                  <a:lnTo>
                    <a:pt x="811" y="60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11"/>
            <p:cNvSpPr/>
            <p:nvPr/>
          </p:nvSpPr>
          <p:spPr>
            <a:xfrm>
              <a:off x="-1004025" y="3711400"/>
              <a:ext cx="23250" cy="67200"/>
            </a:xfrm>
            <a:custGeom>
              <a:rect b="b" l="l" r="r" t="t"/>
              <a:pathLst>
                <a:path extrusionOk="0" h="2688" w="930">
                  <a:moveTo>
                    <a:pt x="910" y="1"/>
                  </a:moveTo>
                  <a:lnTo>
                    <a:pt x="870" y="60"/>
                  </a:lnTo>
                  <a:lnTo>
                    <a:pt x="811" y="337"/>
                  </a:lnTo>
                  <a:lnTo>
                    <a:pt x="712" y="771"/>
                  </a:lnTo>
                  <a:lnTo>
                    <a:pt x="574" y="1344"/>
                  </a:lnTo>
                  <a:lnTo>
                    <a:pt x="475" y="1621"/>
                  </a:lnTo>
                  <a:lnTo>
                    <a:pt x="376" y="1877"/>
                  </a:lnTo>
                  <a:lnTo>
                    <a:pt x="198" y="2272"/>
                  </a:lnTo>
                  <a:lnTo>
                    <a:pt x="60" y="2529"/>
                  </a:lnTo>
                  <a:lnTo>
                    <a:pt x="1" y="2608"/>
                  </a:lnTo>
                  <a:lnTo>
                    <a:pt x="21" y="2668"/>
                  </a:lnTo>
                  <a:lnTo>
                    <a:pt x="40" y="2687"/>
                  </a:lnTo>
                  <a:lnTo>
                    <a:pt x="60" y="2687"/>
                  </a:lnTo>
                  <a:lnTo>
                    <a:pt x="119" y="2648"/>
                  </a:lnTo>
                  <a:lnTo>
                    <a:pt x="198" y="2549"/>
                  </a:lnTo>
                  <a:lnTo>
                    <a:pt x="277" y="2411"/>
                  </a:lnTo>
                  <a:lnTo>
                    <a:pt x="356" y="2213"/>
                  </a:lnTo>
                  <a:lnTo>
                    <a:pt x="455" y="2016"/>
                  </a:lnTo>
                  <a:lnTo>
                    <a:pt x="534" y="1759"/>
                  </a:lnTo>
                  <a:lnTo>
                    <a:pt x="692" y="1206"/>
                  </a:lnTo>
                  <a:lnTo>
                    <a:pt x="831" y="653"/>
                  </a:lnTo>
                  <a:lnTo>
                    <a:pt x="910" y="218"/>
                  </a:lnTo>
                  <a:lnTo>
                    <a:pt x="929" y="60"/>
                  </a:lnTo>
                  <a:lnTo>
                    <a:pt x="91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11"/>
            <p:cNvSpPr/>
            <p:nvPr/>
          </p:nvSpPr>
          <p:spPr>
            <a:xfrm>
              <a:off x="-1361025" y="3708950"/>
              <a:ext cx="279500" cy="288400"/>
            </a:xfrm>
            <a:custGeom>
              <a:rect b="b" l="l" r="r" t="t"/>
              <a:pathLst>
                <a:path extrusionOk="0" h="11536" w="11180">
                  <a:moveTo>
                    <a:pt x="4148" y="0"/>
                  </a:moveTo>
                  <a:lnTo>
                    <a:pt x="1185" y="5057"/>
                  </a:lnTo>
                  <a:lnTo>
                    <a:pt x="0" y="7071"/>
                  </a:lnTo>
                  <a:lnTo>
                    <a:pt x="0" y="7091"/>
                  </a:lnTo>
                  <a:lnTo>
                    <a:pt x="40" y="7131"/>
                  </a:lnTo>
                  <a:lnTo>
                    <a:pt x="178" y="7190"/>
                  </a:lnTo>
                  <a:lnTo>
                    <a:pt x="198" y="7210"/>
                  </a:lnTo>
                  <a:lnTo>
                    <a:pt x="277" y="7249"/>
                  </a:lnTo>
                  <a:lnTo>
                    <a:pt x="553" y="7407"/>
                  </a:lnTo>
                  <a:lnTo>
                    <a:pt x="573" y="7407"/>
                  </a:lnTo>
                  <a:lnTo>
                    <a:pt x="672" y="7467"/>
                  </a:lnTo>
                  <a:lnTo>
                    <a:pt x="948" y="7625"/>
                  </a:lnTo>
                  <a:lnTo>
                    <a:pt x="988" y="7625"/>
                  </a:lnTo>
                  <a:lnTo>
                    <a:pt x="1008" y="7644"/>
                  </a:lnTo>
                  <a:lnTo>
                    <a:pt x="1245" y="7763"/>
                  </a:lnTo>
                  <a:lnTo>
                    <a:pt x="1896" y="8118"/>
                  </a:lnTo>
                  <a:lnTo>
                    <a:pt x="1936" y="8138"/>
                  </a:lnTo>
                  <a:lnTo>
                    <a:pt x="1956" y="8158"/>
                  </a:lnTo>
                  <a:lnTo>
                    <a:pt x="1995" y="8178"/>
                  </a:lnTo>
                  <a:lnTo>
                    <a:pt x="2193" y="8276"/>
                  </a:lnTo>
                  <a:lnTo>
                    <a:pt x="2489" y="8434"/>
                  </a:lnTo>
                  <a:lnTo>
                    <a:pt x="2785" y="8573"/>
                  </a:lnTo>
                  <a:lnTo>
                    <a:pt x="2845" y="8612"/>
                  </a:lnTo>
                  <a:lnTo>
                    <a:pt x="2963" y="8671"/>
                  </a:lnTo>
                  <a:lnTo>
                    <a:pt x="3003" y="8711"/>
                  </a:lnTo>
                  <a:lnTo>
                    <a:pt x="3121" y="8750"/>
                  </a:lnTo>
                  <a:lnTo>
                    <a:pt x="3161" y="8770"/>
                  </a:lnTo>
                  <a:lnTo>
                    <a:pt x="3220" y="8810"/>
                  </a:lnTo>
                  <a:lnTo>
                    <a:pt x="3299" y="8849"/>
                  </a:lnTo>
                  <a:lnTo>
                    <a:pt x="3358" y="8889"/>
                  </a:lnTo>
                  <a:lnTo>
                    <a:pt x="3615" y="9027"/>
                  </a:lnTo>
                  <a:lnTo>
                    <a:pt x="3753" y="9086"/>
                  </a:lnTo>
                  <a:lnTo>
                    <a:pt x="3773" y="9106"/>
                  </a:lnTo>
                  <a:lnTo>
                    <a:pt x="6992" y="10765"/>
                  </a:lnTo>
                  <a:lnTo>
                    <a:pt x="8118" y="11338"/>
                  </a:lnTo>
                  <a:lnTo>
                    <a:pt x="8434" y="11476"/>
                  </a:lnTo>
                  <a:lnTo>
                    <a:pt x="8573" y="11535"/>
                  </a:lnTo>
                  <a:lnTo>
                    <a:pt x="8671" y="11318"/>
                  </a:lnTo>
                  <a:lnTo>
                    <a:pt x="8928" y="10785"/>
                  </a:lnTo>
                  <a:lnTo>
                    <a:pt x="9066" y="10508"/>
                  </a:lnTo>
                  <a:lnTo>
                    <a:pt x="9106" y="10410"/>
                  </a:lnTo>
                  <a:lnTo>
                    <a:pt x="9106" y="10390"/>
                  </a:lnTo>
                  <a:lnTo>
                    <a:pt x="9323" y="9936"/>
                  </a:lnTo>
                  <a:lnTo>
                    <a:pt x="9718" y="9086"/>
                  </a:lnTo>
                  <a:lnTo>
                    <a:pt x="11180" y="5867"/>
                  </a:lnTo>
                  <a:lnTo>
                    <a:pt x="4148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11"/>
            <p:cNvSpPr/>
            <p:nvPr/>
          </p:nvSpPr>
          <p:spPr>
            <a:xfrm>
              <a:off x="-1360050" y="389362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11"/>
            <p:cNvSpPr/>
            <p:nvPr/>
          </p:nvSpPr>
          <p:spPr>
            <a:xfrm>
              <a:off x="-1104250" y="39474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11"/>
            <p:cNvSpPr/>
            <p:nvPr/>
          </p:nvSpPr>
          <p:spPr>
            <a:xfrm>
              <a:off x="-1300800" y="3924250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21" y="0"/>
                  </a:moveTo>
                  <a:lnTo>
                    <a:pt x="2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11"/>
            <p:cNvSpPr/>
            <p:nvPr/>
          </p:nvSpPr>
          <p:spPr>
            <a:xfrm>
              <a:off x="-1190675" y="39647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1"/>
                  </a:move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11"/>
            <p:cNvSpPr/>
            <p:nvPr/>
          </p:nvSpPr>
          <p:spPr>
            <a:xfrm>
              <a:off x="-1270675" y="39341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11"/>
            <p:cNvSpPr/>
            <p:nvPr/>
          </p:nvSpPr>
          <p:spPr>
            <a:xfrm>
              <a:off x="-1139325" y="3971650"/>
              <a:ext cx="4975" cy="6925"/>
            </a:xfrm>
            <a:custGeom>
              <a:rect b="b" l="l" r="r" t="t"/>
              <a:pathLst>
                <a:path extrusionOk="0" h="277" w="199">
                  <a:moveTo>
                    <a:pt x="198" y="0"/>
                  </a:moveTo>
                  <a:lnTo>
                    <a:pt x="100" y="99"/>
                  </a:lnTo>
                  <a:lnTo>
                    <a:pt x="1" y="178"/>
                  </a:lnTo>
                  <a:lnTo>
                    <a:pt x="60" y="277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11"/>
            <p:cNvSpPr/>
            <p:nvPr/>
          </p:nvSpPr>
          <p:spPr>
            <a:xfrm>
              <a:off x="-1133400" y="39686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11"/>
            <p:cNvSpPr/>
            <p:nvPr/>
          </p:nvSpPr>
          <p:spPr>
            <a:xfrm>
              <a:off x="-1361525" y="3832400"/>
              <a:ext cx="245925" cy="149150"/>
            </a:xfrm>
            <a:custGeom>
              <a:rect b="b" l="l" r="r" t="t"/>
              <a:pathLst>
                <a:path extrusionOk="0" h="5966" w="9837">
                  <a:moveTo>
                    <a:pt x="178" y="2272"/>
                  </a:moveTo>
                  <a:lnTo>
                    <a:pt x="170" y="2276"/>
                  </a:lnTo>
                  <a:lnTo>
                    <a:pt x="170" y="2276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78" y="2272"/>
                  </a:lnTo>
                  <a:close/>
                  <a:moveTo>
                    <a:pt x="119" y="2232"/>
                  </a:moveTo>
                  <a:lnTo>
                    <a:pt x="79" y="2311"/>
                  </a:lnTo>
                  <a:lnTo>
                    <a:pt x="79" y="2331"/>
                  </a:lnTo>
                  <a:lnTo>
                    <a:pt x="119" y="2311"/>
                  </a:lnTo>
                  <a:lnTo>
                    <a:pt x="139" y="2291"/>
                  </a:lnTo>
                  <a:lnTo>
                    <a:pt x="170" y="2276"/>
                  </a:lnTo>
                  <a:lnTo>
                    <a:pt x="170" y="2276"/>
                  </a:lnTo>
                  <a:lnTo>
                    <a:pt x="158" y="2252"/>
                  </a:lnTo>
                  <a:lnTo>
                    <a:pt x="139" y="2232"/>
                  </a:lnTo>
                  <a:close/>
                  <a:moveTo>
                    <a:pt x="3299" y="3753"/>
                  </a:moveTo>
                  <a:lnTo>
                    <a:pt x="3240" y="3872"/>
                  </a:lnTo>
                  <a:lnTo>
                    <a:pt x="3240" y="3872"/>
                  </a:lnTo>
                  <a:lnTo>
                    <a:pt x="3299" y="3812"/>
                  </a:lnTo>
                  <a:lnTo>
                    <a:pt x="3319" y="3773"/>
                  </a:lnTo>
                  <a:lnTo>
                    <a:pt x="3299" y="3753"/>
                  </a:lnTo>
                  <a:close/>
                  <a:moveTo>
                    <a:pt x="4682" y="4425"/>
                  </a:moveTo>
                  <a:lnTo>
                    <a:pt x="4682" y="4425"/>
                  </a:lnTo>
                  <a:lnTo>
                    <a:pt x="4682" y="4425"/>
                  </a:lnTo>
                  <a:close/>
                  <a:moveTo>
                    <a:pt x="1502" y="0"/>
                  </a:moveTo>
                  <a:lnTo>
                    <a:pt x="1423" y="59"/>
                  </a:lnTo>
                  <a:lnTo>
                    <a:pt x="1344" y="99"/>
                  </a:lnTo>
                  <a:lnTo>
                    <a:pt x="1265" y="119"/>
                  </a:lnTo>
                  <a:lnTo>
                    <a:pt x="1205" y="119"/>
                  </a:lnTo>
                  <a:lnTo>
                    <a:pt x="20" y="2133"/>
                  </a:lnTo>
                  <a:lnTo>
                    <a:pt x="20" y="2153"/>
                  </a:lnTo>
                  <a:lnTo>
                    <a:pt x="20" y="2193"/>
                  </a:lnTo>
                  <a:lnTo>
                    <a:pt x="0" y="2252"/>
                  </a:lnTo>
                  <a:lnTo>
                    <a:pt x="0" y="2252"/>
                  </a:lnTo>
                  <a:lnTo>
                    <a:pt x="60" y="2193"/>
                  </a:lnTo>
                  <a:lnTo>
                    <a:pt x="139" y="2094"/>
                  </a:lnTo>
                  <a:lnTo>
                    <a:pt x="218" y="1975"/>
                  </a:lnTo>
                  <a:lnTo>
                    <a:pt x="218" y="2035"/>
                  </a:lnTo>
                  <a:lnTo>
                    <a:pt x="237" y="2094"/>
                  </a:lnTo>
                  <a:lnTo>
                    <a:pt x="237" y="2173"/>
                  </a:lnTo>
                  <a:lnTo>
                    <a:pt x="198" y="2252"/>
                  </a:lnTo>
                  <a:lnTo>
                    <a:pt x="178" y="2291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39" y="2351"/>
                  </a:lnTo>
                  <a:lnTo>
                    <a:pt x="99" y="2449"/>
                  </a:lnTo>
                  <a:lnTo>
                    <a:pt x="158" y="2449"/>
                  </a:lnTo>
                  <a:lnTo>
                    <a:pt x="198" y="2509"/>
                  </a:lnTo>
                  <a:lnTo>
                    <a:pt x="198" y="2449"/>
                  </a:lnTo>
                  <a:lnTo>
                    <a:pt x="237" y="2410"/>
                  </a:lnTo>
                  <a:lnTo>
                    <a:pt x="277" y="2370"/>
                  </a:lnTo>
                  <a:lnTo>
                    <a:pt x="297" y="2311"/>
                  </a:lnTo>
                  <a:lnTo>
                    <a:pt x="178" y="2410"/>
                  </a:lnTo>
                  <a:lnTo>
                    <a:pt x="158" y="2390"/>
                  </a:lnTo>
                  <a:lnTo>
                    <a:pt x="178" y="2351"/>
                  </a:lnTo>
                  <a:lnTo>
                    <a:pt x="218" y="2272"/>
                  </a:lnTo>
                  <a:lnTo>
                    <a:pt x="218" y="2252"/>
                  </a:lnTo>
                  <a:lnTo>
                    <a:pt x="277" y="2252"/>
                  </a:lnTo>
                  <a:lnTo>
                    <a:pt x="317" y="2232"/>
                  </a:lnTo>
                  <a:lnTo>
                    <a:pt x="396" y="2173"/>
                  </a:lnTo>
                  <a:lnTo>
                    <a:pt x="475" y="2094"/>
                  </a:lnTo>
                  <a:lnTo>
                    <a:pt x="534" y="2074"/>
                  </a:lnTo>
                  <a:lnTo>
                    <a:pt x="573" y="2054"/>
                  </a:lnTo>
                  <a:lnTo>
                    <a:pt x="593" y="2173"/>
                  </a:lnTo>
                  <a:lnTo>
                    <a:pt x="573" y="2193"/>
                  </a:lnTo>
                  <a:lnTo>
                    <a:pt x="534" y="2252"/>
                  </a:lnTo>
                  <a:lnTo>
                    <a:pt x="494" y="2331"/>
                  </a:lnTo>
                  <a:lnTo>
                    <a:pt x="475" y="2370"/>
                  </a:lnTo>
                  <a:lnTo>
                    <a:pt x="534" y="2351"/>
                  </a:lnTo>
                  <a:lnTo>
                    <a:pt x="554" y="2370"/>
                  </a:lnTo>
                  <a:lnTo>
                    <a:pt x="573" y="2410"/>
                  </a:lnTo>
                  <a:lnTo>
                    <a:pt x="573" y="2469"/>
                  </a:lnTo>
                  <a:lnTo>
                    <a:pt x="554" y="2529"/>
                  </a:lnTo>
                  <a:lnTo>
                    <a:pt x="573" y="2568"/>
                  </a:lnTo>
                  <a:lnTo>
                    <a:pt x="573" y="2529"/>
                  </a:lnTo>
                  <a:lnTo>
                    <a:pt x="593" y="2469"/>
                  </a:lnTo>
                  <a:lnTo>
                    <a:pt x="672" y="2390"/>
                  </a:lnTo>
                  <a:lnTo>
                    <a:pt x="731" y="2370"/>
                  </a:lnTo>
                  <a:lnTo>
                    <a:pt x="731" y="2390"/>
                  </a:lnTo>
                  <a:lnTo>
                    <a:pt x="731" y="2410"/>
                  </a:lnTo>
                  <a:lnTo>
                    <a:pt x="692" y="2529"/>
                  </a:lnTo>
                  <a:lnTo>
                    <a:pt x="672" y="2568"/>
                  </a:lnTo>
                  <a:lnTo>
                    <a:pt x="731" y="2608"/>
                  </a:lnTo>
                  <a:lnTo>
                    <a:pt x="771" y="2647"/>
                  </a:lnTo>
                  <a:lnTo>
                    <a:pt x="830" y="2746"/>
                  </a:lnTo>
                  <a:lnTo>
                    <a:pt x="870" y="2805"/>
                  </a:lnTo>
                  <a:lnTo>
                    <a:pt x="909" y="2825"/>
                  </a:lnTo>
                  <a:lnTo>
                    <a:pt x="949" y="2845"/>
                  </a:lnTo>
                  <a:lnTo>
                    <a:pt x="1008" y="2845"/>
                  </a:lnTo>
                  <a:lnTo>
                    <a:pt x="1028" y="2706"/>
                  </a:lnTo>
                  <a:lnTo>
                    <a:pt x="1028" y="2667"/>
                  </a:lnTo>
                  <a:lnTo>
                    <a:pt x="1008" y="2687"/>
                  </a:lnTo>
                  <a:lnTo>
                    <a:pt x="929" y="2805"/>
                  </a:lnTo>
                  <a:lnTo>
                    <a:pt x="968" y="2687"/>
                  </a:lnTo>
                  <a:lnTo>
                    <a:pt x="1087" y="2509"/>
                  </a:lnTo>
                  <a:lnTo>
                    <a:pt x="1186" y="2390"/>
                  </a:lnTo>
                  <a:lnTo>
                    <a:pt x="1186" y="2430"/>
                  </a:lnTo>
                  <a:lnTo>
                    <a:pt x="1205" y="2449"/>
                  </a:lnTo>
                  <a:lnTo>
                    <a:pt x="1205" y="2489"/>
                  </a:lnTo>
                  <a:lnTo>
                    <a:pt x="1186" y="2529"/>
                  </a:lnTo>
                  <a:lnTo>
                    <a:pt x="1284" y="2489"/>
                  </a:lnTo>
                  <a:lnTo>
                    <a:pt x="1284" y="2449"/>
                  </a:lnTo>
                  <a:lnTo>
                    <a:pt x="1284" y="2430"/>
                  </a:lnTo>
                  <a:lnTo>
                    <a:pt x="1284" y="2410"/>
                  </a:lnTo>
                  <a:lnTo>
                    <a:pt x="1324" y="2370"/>
                  </a:lnTo>
                  <a:lnTo>
                    <a:pt x="1344" y="2469"/>
                  </a:lnTo>
                  <a:lnTo>
                    <a:pt x="1324" y="2529"/>
                  </a:lnTo>
                  <a:lnTo>
                    <a:pt x="1284" y="2568"/>
                  </a:lnTo>
                  <a:lnTo>
                    <a:pt x="1324" y="2588"/>
                  </a:lnTo>
                  <a:lnTo>
                    <a:pt x="1363" y="2568"/>
                  </a:lnTo>
                  <a:lnTo>
                    <a:pt x="1403" y="2529"/>
                  </a:lnTo>
                  <a:lnTo>
                    <a:pt x="1442" y="2469"/>
                  </a:lnTo>
                  <a:lnTo>
                    <a:pt x="1442" y="2489"/>
                  </a:lnTo>
                  <a:lnTo>
                    <a:pt x="1442" y="2509"/>
                  </a:lnTo>
                  <a:lnTo>
                    <a:pt x="1403" y="2588"/>
                  </a:lnTo>
                  <a:lnTo>
                    <a:pt x="1284" y="2706"/>
                  </a:lnTo>
                  <a:lnTo>
                    <a:pt x="1284" y="2726"/>
                  </a:lnTo>
                  <a:lnTo>
                    <a:pt x="1284" y="2766"/>
                  </a:lnTo>
                  <a:lnTo>
                    <a:pt x="1265" y="2825"/>
                  </a:lnTo>
                  <a:lnTo>
                    <a:pt x="1205" y="2904"/>
                  </a:lnTo>
                  <a:lnTo>
                    <a:pt x="1284" y="2904"/>
                  </a:lnTo>
                  <a:lnTo>
                    <a:pt x="1186" y="3042"/>
                  </a:lnTo>
                  <a:lnTo>
                    <a:pt x="1205" y="3062"/>
                  </a:lnTo>
                  <a:lnTo>
                    <a:pt x="1225" y="3062"/>
                  </a:lnTo>
                  <a:lnTo>
                    <a:pt x="1265" y="3042"/>
                  </a:lnTo>
                  <a:lnTo>
                    <a:pt x="1304" y="3042"/>
                  </a:lnTo>
                  <a:lnTo>
                    <a:pt x="1304" y="3062"/>
                  </a:lnTo>
                  <a:lnTo>
                    <a:pt x="1304" y="3101"/>
                  </a:lnTo>
                  <a:lnTo>
                    <a:pt x="1383" y="3003"/>
                  </a:lnTo>
                  <a:lnTo>
                    <a:pt x="1442" y="3161"/>
                  </a:lnTo>
                  <a:lnTo>
                    <a:pt x="1482" y="3200"/>
                  </a:lnTo>
                  <a:lnTo>
                    <a:pt x="1541" y="3240"/>
                  </a:lnTo>
                  <a:lnTo>
                    <a:pt x="1581" y="3141"/>
                  </a:lnTo>
                  <a:lnTo>
                    <a:pt x="1620" y="3121"/>
                  </a:lnTo>
                  <a:lnTo>
                    <a:pt x="1640" y="3121"/>
                  </a:lnTo>
                  <a:lnTo>
                    <a:pt x="1660" y="3141"/>
                  </a:lnTo>
                  <a:lnTo>
                    <a:pt x="1640" y="3180"/>
                  </a:lnTo>
                  <a:lnTo>
                    <a:pt x="1660" y="3279"/>
                  </a:lnTo>
                  <a:lnTo>
                    <a:pt x="1679" y="3299"/>
                  </a:lnTo>
                  <a:lnTo>
                    <a:pt x="1719" y="3319"/>
                  </a:lnTo>
                  <a:lnTo>
                    <a:pt x="1818" y="3279"/>
                  </a:lnTo>
                  <a:lnTo>
                    <a:pt x="1857" y="3240"/>
                  </a:lnTo>
                  <a:lnTo>
                    <a:pt x="1916" y="3180"/>
                  </a:lnTo>
                  <a:lnTo>
                    <a:pt x="1936" y="3121"/>
                  </a:lnTo>
                  <a:lnTo>
                    <a:pt x="1956" y="3101"/>
                  </a:lnTo>
                  <a:lnTo>
                    <a:pt x="1976" y="3121"/>
                  </a:lnTo>
                  <a:lnTo>
                    <a:pt x="1956" y="3200"/>
                  </a:lnTo>
                  <a:lnTo>
                    <a:pt x="1956" y="3240"/>
                  </a:lnTo>
                  <a:lnTo>
                    <a:pt x="1976" y="3220"/>
                  </a:lnTo>
                  <a:lnTo>
                    <a:pt x="2035" y="3161"/>
                  </a:lnTo>
                  <a:lnTo>
                    <a:pt x="2094" y="3121"/>
                  </a:lnTo>
                  <a:lnTo>
                    <a:pt x="2153" y="3121"/>
                  </a:lnTo>
                  <a:lnTo>
                    <a:pt x="2153" y="3141"/>
                  </a:lnTo>
                  <a:lnTo>
                    <a:pt x="2173" y="3161"/>
                  </a:lnTo>
                  <a:lnTo>
                    <a:pt x="2094" y="3200"/>
                  </a:lnTo>
                  <a:lnTo>
                    <a:pt x="2035" y="3220"/>
                  </a:lnTo>
                  <a:lnTo>
                    <a:pt x="2015" y="3240"/>
                  </a:lnTo>
                  <a:lnTo>
                    <a:pt x="2015" y="3279"/>
                  </a:lnTo>
                  <a:lnTo>
                    <a:pt x="2015" y="3299"/>
                  </a:lnTo>
                  <a:lnTo>
                    <a:pt x="2055" y="3338"/>
                  </a:lnTo>
                  <a:lnTo>
                    <a:pt x="2094" y="3358"/>
                  </a:lnTo>
                  <a:lnTo>
                    <a:pt x="2114" y="3378"/>
                  </a:lnTo>
                  <a:lnTo>
                    <a:pt x="2134" y="3398"/>
                  </a:lnTo>
                  <a:lnTo>
                    <a:pt x="2213" y="3338"/>
                  </a:lnTo>
                  <a:lnTo>
                    <a:pt x="2529" y="3121"/>
                  </a:lnTo>
                  <a:lnTo>
                    <a:pt x="2548" y="3022"/>
                  </a:lnTo>
                  <a:lnTo>
                    <a:pt x="2608" y="2924"/>
                  </a:lnTo>
                  <a:lnTo>
                    <a:pt x="2687" y="2825"/>
                  </a:lnTo>
                  <a:lnTo>
                    <a:pt x="2766" y="2726"/>
                  </a:lnTo>
                  <a:lnTo>
                    <a:pt x="2746" y="2785"/>
                  </a:lnTo>
                  <a:lnTo>
                    <a:pt x="2766" y="2845"/>
                  </a:lnTo>
                  <a:lnTo>
                    <a:pt x="2786" y="2884"/>
                  </a:lnTo>
                  <a:lnTo>
                    <a:pt x="2805" y="2943"/>
                  </a:lnTo>
                  <a:lnTo>
                    <a:pt x="2766" y="3022"/>
                  </a:lnTo>
                  <a:lnTo>
                    <a:pt x="2746" y="3101"/>
                  </a:lnTo>
                  <a:lnTo>
                    <a:pt x="2726" y="3161"/>
                  </a:lnTo>
                  <a:lnTo>
                    <a:pt x="2706" y="3180"/>
                  </a:lnTo>
                  <a:lnTo>
                    <a:pt x="2687" y="3200"/>
                  </a:lnTo>
                  <a:lnTo>
                    <a:pt x="2706" y="3082"/>
                  </a:lnTo>
                  <a:lnTo>
                    <a:pt x="2706" y="3042"/>
                  </a:lnTo>
                  <a:lnTo>
                    <a:pt x="2667" y="3042"/>
                  </a:lnTo>
                  <a:lnTo>
                    <a:pt x="2647" y="3200"/>
                  </a:lnTo>
                  <a:lnTo>
                    <a:pt x="2667" y="3378"/>
                  </a:lnTo>
                  <a:lnTo>
                    <a:pt x="2608" y="3437"/>
                  </a:lnTo>
                  <a:lnTo>
                    <a:pt x="2568" y="3457"/>
                  </a:lnTo>
                  <a:lnTo>
                    <a:pt x="2548" y="3457"/>
                  </a:lnTo>
                  <a:lnTo>
                    <a:pt x="2588" y="3398"/>
                  </a:lnTo>
                  <a:lnTo>
                    <a:pt x="2608" y="3358"/>
                  </a:lnTo>
                  <a:lnTo>
                    <a:pt x="2568" y="3378"/>
                  </a:lnTo>
                  <a:lnTo>
                    <a:pt x="2529" y="3417"/>
                  </a:lnTo>
                  <a:lnTo>
                    <a:pt x="2509" y="3496"/>
                  </a:lnTo>
                  <a:lnTo>
                    <a:pt x="2489" y="3595"/>
                  </a:lnTo>
                  <a:lnTo>
                    <a:pt x="2450" y="3674"/>
                  </a:lnTo>
                  <a:lnTo>
                    <a:pt x="2529" y="3674"/>
                  </a:lnTo>
                  <a:lnTo>
                    <a:pt x="2548" y="3635"/>
                  </a:lnTo>
                  <a:lnTo>
                    <a:pt x="2548" y="3694"/>
                  </a:lnTo>
                  <a:lnTo>
                    <a:pt x="2568" y="3714"/>
                  </a:lnTo>
                  <a:lnTo>
                    <a:pt x="2647" y="3714"/>
                  </a:lnTo>
                  <a:lnTo>
                    <a:pt x="2687" y="3694"/>
                  </a:lnTo>
                  <a:lnTo>
                    <a:pt x="2726" y="3694"/>
                  </a:lnTo>
                  <a:lnTo>
                    <a:pt x="2746" y="3714"/>
                  </a:lnTo>
                  <a:lnTo>
                    <a:pt x="2746" y="3773"/>
                  </a:lnTo>
                  <a:lnTo>
                    <a:pt x="2766" y="3714"/>
                  </a:lnTo>
                  <a:lnTo>
                    <a:pt x="2805" y="3635"/>
                  </a:lnTo>
                  <a:lnTo>
                    <a:pt x="2825" y="3615"/>
                  </a:lnTo>
                  <a:lnTo>
                    <a:pt x="2845" y="3635"/>
                  </a:lnTo>
                  <a:lnTo>
                    <a:pt x="2865" y="3674"/>
                  </a:lnTo>
                  <a:lnTo>
                    <a:pt x="2845" y="3793"/>
                  </a:lnTo>
                  <a:lnTo>
                    <a:pt x="2884" y="3753"/>
                  </a:lnTo>
                  <a:lnTo>
                    <a:pt x="2924" y="3733"/>
                  </a:lnTo>
                  <a:lnTo>
                    <a:pt x="2963" y="3733"/>
                  </a:lnTo>
                  <a:lnTo>
                    <a:pt x="2963" y="3753"/>
                  </a:lnTo>
                  <a:lnTo>
                    <a:pt x="2983" y="3733"/>
                  </a:lnTo>
                  <a:lnTo>
                    <a:pt x="3023" y="3674"/>
                  </a:lnTo>
                  <a:lnTo>
                    <a:pt x="3042" y="3595"/>
                  </a:lnTo>
                  <a:lnTo>
                    <a:pt x="3082" y="3516"/>
                  </a:lnTo>
                  <a:lnTo>
                    <a:pt x="3141" y="3437"/>
                  </a:lnTo>
                  <a:lnTo>
                    <a:pt x="3200" y="3398"/>
                  </a:lnTo>
                  <a:lnTo>
                    <a:pt x="3240" y="3398"/>
                  </a:lnTo>
                  <a:lnTo>
                    <a:pt x="3260" y="3437"/>
                  </a:lnTo>
                  <a:lnTo>
                    <a:pt x="3299" y="3437"/>
                  </a:lnTo>
                  <a:lnTo>
                    <a:pt x="3279" y="3516"/>
                  </a:lnTo>
                  <a:lnTo>
                    <a:pt x="3200" y="3516"/>
                  </a:lnTo>
                  <a:lnTo>
                    <a:pt x="3161" y="3536"/>
                  </a:lnTo>
                  <a:lnTo>
                    <a:pt x="3339" y="3536"/>
                  </a:lnTo>
                  <a:lnTo>
                    <a:pt x="3339" y="3595"/>
                  </a:lnTo>
                  <a:lnTo>
                    <a:pt x="3299" y="3635"/>
                  </a:lnTo>
                  <a:lnTo>
                    <a:pt x="3260" y="3654"/>
                  </a:lnTo>
                  <a:lnTo>
                    <a:pt x="3220" y="3635"/>
                  </a:lnTo>
                  <a:lnTo>
                    <a:pt x="3220" y="3674"/>
                  </a:lnTo>
                  <a:lnTo>
                    <a:pt x="3240" y="3694"/>
                  </a:lnTo>
                  <a:lnTo>
                    <a:pt x="3299" y="3694"/>
                  </a:lnTo>
                  <a:lnTo>
                    <a:pt x="3358" y="3654"/>
                  </a:lnTo>
                  <a:lnTo>
                    <a:pt x="3418" y="3595"/>
                  </a:lnTo>
                  <a:lnTo>
                    <a:pt x="3457" y="3635"/>
                  </a:lnTo>
                  <a:lnTo>
                    <a:pt x="3477" y="3654"/>
                  </a:lnTo>
                  <a:lnTo>
                    <a:pt x="3477" y="3674"/>
                  </a:lnTo>
                  <a:lnTo>
                    <a:pt x="3398" y="3793"/>
                  </a:lnTo>
                  <a:lnTo>
                    <a:pt x="3319" y="3911"/>
                  </a:lnTo>
                  <a:lnTo>
                    <a:pt x="3279" y="3951"/>
                  </a:lnTo>
                  <a:lnTo>
                    <a:pt x="3220" y="3951"/>
                  </a:lnTo>
                  <a:lnTo>
                    <a:pt x="3220" y="3931"/>
                  </a:lnTo>
                  <a:lnTo>
                    <a:pt x="3240" y="3872"/>
                  </a:lnTo>
                  <a:lnTo>
                    <a:pt x="3220" y="3832"/>
                  </a:lnTo>
                  <a:lnTo>
                    <a:pt x="3181" y="3832"/>
                  </a:lnTo>
                  <a:lnTo>
                    <a:pt x="3121" y="3852"/>
                  </a:lnTo>
                  <a:lnTo>
                    <a:pt x="3141" y="3812"/>
                  </a:lnTo>
                  <a:lnTo>
                    <a:pt x="3181" y="3793"/>
                  </a:lnTo>
                  <a:lnTo>
                    <a:pt x="3102" y="3753"/>
                  </a:lnTo>
                  <a:lnTo>
                    <a:pt x="3062" y="3753"/>
                  </a:lnTo>
                  <a:lnTo>
                    <a:pt x="3023" y="3773"/>
                  </a:lnTo>
                  <a:lnTo>
                    <a:pt x="2963" y="3812"/>
                  </a:lnTo>
                  <a:lnTo>
                    <a:pt x="2983" y="3852"/>
                  </a:lnTo>
                  <a:lnTo>
                    <a:pt x="3023" y="3891"/>
                  </a:lnTo>
                  <a:lnTo>
                    <a:pt x="3082" y="3931"/>
                  </a:lnTo>
                  <a:lnTo>
                    <a:pt x="3161" y="3951"/>
                  </a:lnTo>
                  <a:lnTo>
                    <a:pt x="3161" y="3990"/>
                  </a:lnTo>
                  <a:lnTo>
                    <a:pt x="3161" y="4030"/>
                  </a:lnTo>
                  <a:lnTo>
                    <a:pt x="3378" y="3951"/>
                  </a:lnTo>
                  <a:lnTo>
                    <a:pt x="3418" y="3931"/>
                  </a:lnTo>
                  <a:lnTo>
                    <a:pt x="3457" y="3812"/>
                  </a:lnTo>
                  <a:lnTo>
                    <a:pt x="3477" y="3753"/>
                  </a:lnTo>
                  <a:lnTo>
                    <a:pt x="3516" y="3694"/>
                  </a:lnTo>
                  <a:lnTo>
                    <a:pt x="3497" y="3793"/>
                  </a:lnTo>
                  <a:lnTo>
                    <a:pt x="3497" y="3891"/>
                  </a:lnTo>
                  <a:lnTo>
                    <a:pt x="3497" y="3951"/>
                  </a:lnTo>
                  <a:lnTo>
                    <a:pt x="3536" y="3990"/>
                  </a:lnTo>
                  <a:lnTo>
                    <a:pt x="3556" y="3951"/>
                  </a:lnTo>
                  <a:lnTo>
                    <a:pt x="3595" y="3911"/>
                  </a:lnTo>
                  <a:lnTo>
                    <a:pt x="3655" y="3872"/>
                  </a:lnTo>
                  <a:lnTo>
                    <a:pt x="3694" y="3832"/>
                  </a:lnTo>
                  <a:lnTo>
                    <a:pt x="3734" y="3793"/>
                  </a:lnTo>
                  <a:lnTo>
                    <a:pt x="3734" y="3753"/>
                  </a:lnTo>
                  <a:lnTo>
                    <a:pt x="3714" y="3773"/>
                  </a:lnTo>
                  <a:lnTo>
                    <a:pt x="3714" y="3733"/>
                  </a:lnTo>
                  <a:lnTo>
                    <a:pt x="3734" y="3654"/>
                  </a:lnTo>
                  <a:lnTo>
                    <a:pt x="3773" y="3654"/>
                  </a:lnTo>
                  <a:lnTo>
                    <a:pt x="3793" y="3595"/>
                  </a:lnTo>
                  <a:lnTo>
                    <a:pt x="3813" y="3536"/>
                  </a:lnTo>
                  <a:lnTo>
                    <a:pt x="3852" y="3516"/>
                  </a:lnTo>
                  <a:lnTo>
                    <a:pt x="3872" y="3556"/>
                  </a:lnTo>
                  <a:lnTo>
                    <a:pt x="3872" y="3575"/>
                  </a:lnTo>
                  <a:lnTo>
                    <a:pt x="3872" y="3615"/>
                  </a:lnTo>
                  <a:lnTo>
                    <a:pt x="3852" y="3674"/>
                  </a:lnTo>
                  <a:lnTo>
                    <a:pt x="3852" y="3694"/>
                  </a:lnTo>
                  <a:lnTo>
                    <a:pt x="3872" y="3733"/>
                  </a:lnTo>
                  <a:lnTo>
                    <a:pt x="3734" y="3872"/>
                  </a:lnTo>
                  <a:lnTo>
                    <a:pt x="3655" y="3931"/>
                  </a:lnTo>
                  <a:lnTo>
                    <a:pt x="3576" y="3970"/>
                  </a:lnTo>
                  <a:lnTo>
                    <a:pt x="3576" y="4010"/>
                  </a:lnTo>
                  <a:lnTo>
                    <a:pt x="3595" y="4030"/>
                  </a:lnTo>
                  <a:lnTo>
                    <a:pt x="3615" y="4030"/>
                  </a:lnTo>
                  <a:lnTo>
                    <a:pt x="3635" y="4069"/>
                  </a:lnTo>
                  <a:lnTo>
                    <a:pt x="3655" y="4010"/>
                  </a:lnTo>
                  <a:lnTo>
                    <a:pt x="3674" y="3970"/>
                  </a:lnTo>
                  <a:lnTo>
                    <a:pt x="3714" y="3931"/>
                  </a:lnTo>
                  <a:lnTo>
                    <a:pt x="3714" y="3891"/>
                  </a:lnTo>
                  <a:lnTo>
                    <a:pt x="3813" y="3872"/>
                  </a:lnTo>
                  <a:lnTo>
                    <a:pt x="3931" y="3812"/>
                  </a:lnTo>
                  <a:lnTo>
                    <a:pt x="4050" y="3773"/>
                  </a:lnTo>
                  <a:lnTo>
                    <a:pt x="4148" y="3773"/>
                  </a:lnTo>
                  <a:lnTo>
                    <a:pt x="4109" y="3832"/>
                  </a:lnTo>
                  <a:lnTo>
                    <a:pt x="4050" y="3891"/>
                  </a:lnTo>
                  <a:lnTo>
                    <a:pt x="3951" y="3931"/>
                  </a:lnTo>
                  <a:lnTo>
                    <a:pt x="3911" y="3970"/>
                  </a:lnTo>
                  <a:lnTo>
                    <a:pt x="3852" y="4010"/>
                  </a:lnTo>
                  <a:lnTo>
                    <a:pt x="3813" y="4069"/>
                  </a:lnTo>
                  <a:lnTo>
                    <a:pt x="3773" y="4148"/>
                  </a:lnTo>
                  <a:lnTo>
                    <a:pt x="3773" y="4168"/>
                  </a:lnTo>
                  <a:lnTo>
                    <a:pt x="3793" y="4168"/>
                  </a:lnTo>
                  <a:lnTo>
                    <a:pt x="3832" y="4128"/>
                  </a:lnTo>
                  <a:lnTo>
                    <a:pt x="3872" y="4089"/>
                  </a:lnTo>
                  <a:lnTo>
                    <a:pt x="3911" y="4069"/>
                  </a:lnTo>
                  <a:lnTo>
                    <a:pt x="3931" y="4069"/>
                  </a:lnTo>
                  <a:lnTo>
                    <a:pt x="3931" y="4128"/>
                  </a:lnTo>
                  <a:lnTo>
                    <a:pt x="3931" y="4148"/>
                  </a:lnTo>
                  <a:lnTo>
                    <a:pt x="3951" y="4168"/>
                  </a:lnTo>
                  <a:lnTo>
                    <a:pt x="3990" y="4188"/>
                  </a:lnTo>
                  <a:lnTo>
                    <a:pt x="4050" y="4168"/>
                  </a:lnTo>
                  <a:lnTo>
                    <a:pt x="4129" y="4188"/>
                  </a:lnTo>
                  <a:lnTo>
                    <a:pt x="4129" y="4089"/>
                  </a:lnTo>
                  <a:lnTo>
                    <a:pt x="4188" y="4089"/>
                  </a:lnTo>
                  <a:lnTo>
                    <a:pt x="4227" y="4148"/>
                  </a:lnTo>
                  <a:lnTo>
                    <a:pt x="4208" y="4168"/>
                  </a:lnTo>
                  <a:lnTo>
                    <a:pt x="4267" y="4148"/>
                  </a:lnTo>
                  <a:lnTo>
                    <a:pt x="4267" y="4168"/>
                  </a:lnTo>
                  <a:lnTo>
                    <a:pt x="4287" y="4168"/>
                  </a:lnTo>
                  <a:lnTo>
                    <a:pt x="4306" y="4148"/>
                  </a:lnTo>
                  <a:lnTo>
                    <a:pt x="4366" y="4188"/>
                  </a:lnTo>
                  <a:lnTo>
                    <a:pt x="4405" y="4207"/>
                  </a:lnTo>
                  <a:lnTo>
                    <a:pt x="4464" y="4227"/>
                  </a:lnTo>
                  <a:lnTo>
                    <a:pt x="4484" y="4168"/>
                  </a:lnTo>
                  <a:lnTo>
                    <a:pt x="4464" y="4148"/>
                  </a:lnTo>
                  <a:lnTo>
                    <a:pt x="4405" y="4168"/>
                  </a:lnTo>
                  <a:lnTo>
                    <a:pt x="4385" y="4148"/>
                  </a:lnTo>
                  <a:lnTo>
                    <a:pt x="4385" y="4069"/>
                  </a:lnTo>
                  <a:lnTo>
                    <a:pt x="4385" y="4030"/>
                  </a:lnTo>
                  <a:lnTo>
                    <a:pt x="4425" y="3970"/>
                  </a:lnTo>
                  <a:lnTo>
                    <a:pt x="4445" y="3990"/>
                  </a:lnTo>
                  <a:lnTo>
                    <a:pt x="4484" y="3990"/>
                  </a:lnTo>
                  <a:lnTo>
                    <a:pt x="4563" y="3951"/>
                  </a:lnTo>
                  <a:lnTo>
                    <a:pt x="4642" y="3931"/>
                  </a:lnTo>
                  <a:lnTo>
                    <a:pt x="4682" y="3931"/>
                  </a:lnTo>
                  <a:lnTo>
                    <a:pt x="4721" y="3951"/>
                  </a:lnTo>
                  <a:lnTo>
                    <a:pt x="4701" y="3911"/>
                  </a:lnTo>
                  <a:lnTo>
                    <a:pt x="4761" y="3872"/>
                  </a:lnTo>
                  <a:lnTo>
                    <a:pt x="4780" y="3872"/>
                  </a:lnTo>
                  <a:lnTo>
                    <a:pt x="4840" y="3911"/>
                  </a:lnTo>
                  <a:lnTo>
                    <a:pt x="4840" y="3951"/>
                  </a:lnTo>
                  <a:lnTo>
                    <a:pt x="4840" y="3990"/>
                  </a:lnTo>
                  <a:lnTo>
                    <a:pt x="4780" y="4030"/>
                  </a:lnTo>
                  <a:lnTo>
                    <a:pt x="4741" y="4089"/>
                  </a:lnTo>
                  <a:lnTo>
                    <a:pt x="4721" y="4109"/>
                  </a:lnTo>
                  <a:lnTo>
                    <a:pt x="4721" y="4148"/>
                  </a:lnTo>
                  <a:lnTo>
                    <a:pt x="4662" y="4168"/>
                  </a:lnTo>
                  <a:lnTo>
                    <a:pt x="4603" y="4168"/>
                  </a:lnTo>
                  <a:lnTo>
                    <a:pt x="4563" y="4227"/>
                  </a:lnTo>
                  <a:lnTo>
                    <a:pt x="4524" y="4425"/>
                  </a:lnTo>
                  <a:lnTo>
                    <a:pt x="4524" y="4425"/>
                  </a:lnTo>
                  <a:lnTo>
                    <a:pt x="4543" y="4405"/>
                  </a:lnTo>
                  <a:lnTo>
                    <a:pt x="4563" y="4405"/>
                  </a:lnTo>
                  <a:lnTo>
                    <a:pt x="4583" y="4425"/>
                  </a:lnTo>
                  <a:lnTo>
                    <a:pt x="4603" y="4484"/>
                  </a:lnTo>
                  <a:lnTo>
                    <a:pt x="4603" y="4504"/>
                  </a:lnTo>
                  <a:lnTo>
                    <a:pt x="4622" y="4504"/>
                  </a:lnTo>
                  <a:lnTo>
                    <a:pt x="4622" y="4405"/>
                  </a:lnTo>
                  <a:lnTo>
                    <a:pt x="4662" y="4365"/>
                  </a:lnTo>
                  <a:lnTo>
                    <a:pt x="4682" y="4346"/>
                  </a:lnTo>
                  <a:lnTo>
                    <a:pt x="4682" y="4365"/>
                  </a:lnTo>
                  <a:lnTo>
                    <a:pt x="4682" y="4425"/>
                  </a:lnTo>
                  <a:lnTo>
                    <a:pt x="4761" y="4227"/>
                  </a:lnTo>
                  <a:lnTo>
                    <a:pt x="4741" y="4207"/>
                  </a:lnTo>
                  <a:lnTo>
                    <a:pt x="4721" y="4227"/>
                  </a:lnTo>
                  <a:lnTo>
                    <a:pt x="4682" y="4247"/>
                  </a:lnTo>
                  <a:lnTo>
                    <a:pt x="4642" y="4247"/>
                  </a:lnTo>
                  <a:lnTo>
                    <a:pt x="4642" y="4227"/>
                  </a:lnTo>
                  <a:lnTo>
                    <a:pt x="4642" y="4188"/>
                  </a:lnTo>
                  <a:lnTo>
                    <a:pt x="4721" y="4168"/>
                  </a:lnTo>
                  <a:lnTo>
                    <a:pt x="4780" y="4109"/>
                  </a:lnTo>
                  <a:lnTo>
                    <a:pt x="4840" y="4069"/>
                  </a:lnTo>
                  <a:lnTo>
                    <a:pt x="4879" y="4049"/>
                  </a:lnTo>
                  <a:lnTo>
                    <a:pt x="4899" y="4069"/>
                  </a:lnTo>
                  <a:lnTo>
                    <a:pt x="4879" y="4089"/>
                  </a:lnTo>
                  <a:lnTo>
                    <a:pt x="4879" y="4109"/>
                  </a:lnTo>
                  <a:lnTo>
                    <a:pt x="4859" y="4109"/>
                  </a:lnTo>
                  <a:lnTo>
                    <a:pt x="4840" y="4128"/>
                  </a:lnTo>
                  <a:lnTo>
                    <a:pt x="4840" y="4148"/>
                  </a:lnTo>
                  <a:lnTo>
                    <a:pt x="4859" y="4148"/>
                  </a:lnTo>
                  <a:lnTo>
                    <a:pt x="4899" y="4128"/>
                  </a:lnTo>
                  <a:lnTo>
                    <a:pt x="4958" y="4128"/>
                  </a:lnTo>
                  <a:lnTo>
                    <a:pt x="4978" y="4148"/>
                  </a:lnTo>
                  <a:lnTo>
                    <a:pt x="4879" y="4207"/>
                  </a:lnTo>
                  <a:lnTo>
                    <a:pt x="4840" y="4267"/>
                  </a:lnTo>
                  <a:lnTo>
                    <a:pt x="4820" y="4346"/>
                  </a:lnTo>
                  <a:lnTo>
                    <a:pt x="4820" y="4346"/>
                  </a:lnTo>
                  <a:lnTo>
                    <a:pt x="4919" y="4227"/>
                  </a:lnTo>
                  <a:lnTo>
                    <a:pt x="4938" y="4247"/>
                  </a:lnTo>
                  <a:lnTo>
                    <a:pt x="4919" y="4286"/>
                  </a:lnTo>
                  <a:lnTo>
                    <a:pt x="4919" y="4306"/>
                  </a:lnTo>
                  <a:lnTo>
                    <a:pt x="4919" y="4326"/>
                  </a:lnTo>
                  <a:lnTo>
                    <a:pt x="4938" y="4306"/>
                  </a:lnTo>
                  <a:lnTo>
                    <a:pt x="4958" y="4267"/>
                  </a:lnTo>
                  <a:lnTo>
                    <a:pt x="4978" y="4227"/>
                  </a:lnTo>
                  <a:lnTo>
                    <a:pt x="5017" y="4227"/>
                  </a:lnTo>
                  <a:lnTo>
                    <a:pt x="4998" y="4286"/>
                  </a:lnTo>
                  <a:lnTo>
                    <a:pt x="4978" y="4326"/>
                  </a:lnTo>
                  <a:lnTo>
                    <a:pt x="5017" y="4346"/>
                  </a:lnTo>
                  <a:lnTo>
                    <a:pt x="5037" y="4326"/>
                  </a:lnTo>
                  <a:lnTo>
                    <a:pt x="5077" y="4286"/>
                  </a:lnTo>
                  <a:lnTo>
                    <a:pt x="5136" y="4267"/>
                  </a:lnTo>
                  <a:lnTo>
                    <a:pt x="5116" y="4247"/>
                  </a:lnTo>
                  <a:lnTo>
                    <a:pt x="5116" y="4207"/>
                  </a:lnTo>
                  <a:lnTo>
                    <a:pt x="5156" y="4128"/>
                  </a:lnTo>
                  <a:lnTo>
                    <a:pt x="5195" y="4069"/>
                  </a:lnTo>
                  <a:lnTo>
                    <a:pt x="5235" y="4030"/>
                  </a:lnTo>
                  <a:lnTo>
                    <a:pt x="5255" y="4030"/>
                  </a:lnTo>
                  <a:lnTo>
                    <a:pt x="5314" y="4049"/>
                  </a:lnTo>
                  <a:lnTo>
                    <a:pt x="5373" y="4069"/>
                  </a:lnTo>
                  <a:lnTo>
                    <a:pt x="5393" y="4069"/>
                  </a:lnTo>
                  <a:lnTo>
                    <a:pt x="5393" y="4109"/>
                  </a:lnTo>
                  <a:lnTo>
                    <a:pt x="5413" y="4148"/>
                  </a:lnTo>
                  <a:lnTo>
                    <a:pt x="5393" y="4207"/>
                  </a:lnTo>
                  <a:lnTo>
                    <a:pt x="5472" y="4128"/>
                  </a:lnTo>
                  <a:lnTo>
                    <a:pt x="5452" y="4188"/>
                  </a:lnTo>
                  <a:lnTo>
                    <a:pt x="5452" y="4207"/>
                  </a:lnTo>
                  <a:lnTo>
                    <a:pt x="5452" y="4227"/>
                  </a:lnTo>
                  <a:lnTo>
                    <a:pt x="5492" y="4227"/>
                  </a:lnTo>
                  <a:lnTo>
                    <a:pt x="5511" y="4247"/>
                  </a:lnTo>
                  <a:lnTo>
                    <a:pt x="5492" y="4286"/>
                  </a:lnTo>
                  <a:lnTo>
                    <a:pt x="5393" y="4286"/>
                  </a:lnTo>
                  <a:lnTo>
                    <a:pt x="5353" y="4306"/>
                  </a:lnTo>
                  <a:lnTo>
                    <a:pt x="5334" y="4346"/>
                  </a:lnTo>
                  <a:lnTo>
                    <a:pt x="5274" y="4405"/>
                  </a:lnTo>
                  <a:lnTo>
                    <a:pt x="5294" y="4444"/>
                  </a:lnTo>
                  <a:lnTo>
                    <a:pt x="5274" y="4484"/>
                  </a:lnTo>
                  <a:lnTo>
                    <a:pt x="5215" y="4583"/>
                  </a:lnTo>
                  <a:lnTo>
                    <a:pt x="5235" y="4563"/>
                  </a:lnTo>
                  <a:lnTo>
                    <a:pt x="5255" y="4543"/>
                  </a:lnTo>
                  <a:lnTo>
                    <a:pt x="5294" y="4484"/>
                  </a:lnTo>
                  <a:lnTo>
                    <a:pt x="5353" y="4405"/>
                  </a:lnTo>
                  <a:lnTo>
                    <a:pt x="5393" y="4326"/>
                  </a:lnTo>
                  <a:lnTo>
                    <a:pt x="5393" y="4365"/>
                  </a:lnTo>
                  <a:lnTo>
                    <a:pt x="5413" y="4405"/>
                  </a:lnTo>
                  <a:lnTo>
                    <a:pt x="5413" y="4444"/>
                  </a:lnTo>
                  <a:lnTo>
                    <a:pt x="5373" y="4504"/>
                  </a:lnTo>
                  <a:lnTo>
                    <a:pt x="5393" y="4523"/>
                  </a:lnTo>
                  <a:lnTo>
                    <a:pt x="5413" y="4504"/>
                  </a:lnTo>
                  <a:lnTo>
                    <a:pt x="5472" y="4464"/>
                  </a:lnTo>
                  <a:lnTo>
                    <a:pt x="5511" y="4444"/>
                  </a:lnTo>
                  <a:lnTo>
                    <a:pt x="5531" y="4444"/>
                  </a:lnTo>
                  <a:lnTo>
                    <a:pt x="5472" y="4543"/>
                  </a:lnTo>
                  <a:lnTo>
                    <a:pt x="5413" y="4642"/>
                  </a:lnTo>
                  <a:lnTo>
                    <a:pt x="5452" y="4642"/>
                  </a:lnTo>
                  <a:lnTo>
                    <a:pt x="5472" y="4681"/>
                  </a:lnTo>
                  <a:lnTo>
                    <a:pt x="5492" y="4622"/>
                  </a:lnTo>
                  <a:lnTo>
                    <a:pt x="5511" y="4602"/>
                  </a:lnTo>
                  <a:lnTo>
                    <a:pt x="5472" y="4602"/>
                  </a:lnTo>
                  <a:lnTo>
                    <a:pt x="5511" y="4563"/>
                  </a:lnTo>
                  <a:lnTo>
                    <a:pt x="5571" y="4563"/>
                  </a:lnTo>
                  <a:lnTo>
                    <a:pt x="5590" y="4583"/>
                  </a:lnTo>
                  <a:lnTo>
                    <a:pt x="5610" y="4563"/>
                  </a:lnTo>
                  <a:lnTo>
                    <a:pt x="5630" y="4543"/>
                  </a:lnTo>
                  <a:lnTo>
                    <a:pt x="5610" y="4583"/>
                  </a:lnTo>
                  <a:lnTo>
                    <a:pt x="5610" y="4622"/>
                  </a:lnTo>
                  <a:lnTo>
                    <a:pt x="5650" y="4642"/>
                  </a:lnTo>
                  <a:lnTo>
                    <a:pt x="5689" y="4662"/>
                  </a:lnTo>
                  <a:lnTo>
                    <a:pt x="5709" y="4681"/>
                  </a:lnTo>
                  <a:lnTo>
                    <a:pt x="5709" y="4701"/>
                  </a:lnTo>
                  <a:lnTo>
                    <a:pt x="5748" y="4602"/>
                  </a:lnTo>
                  <a:lnTo>
                    <a:pt x="5768" y="4583"/>
                  </a:lnTo>
                  <a:lnTo>
                    <a:pt x="5748" y="4563"/>
                  </a:lnTo>
                  <a:lnTo>
                    <a:pt x="5709" y="4583"/>
                  </a:lnTo>
                  <a:lnTo>
                    <a:pt x="5689" y="4602"/>
                  </a:lnTo>
                  <a:lnTo>
                    <a:pt x="5669" y="4602"/>
                  </a:lnTo>
                  <a:lnTo>
                    <a:pt x="5669" y="4583"/>
                  </a:lnTo>
                  <a:lnTo>
                    <a:pt x="5689" y="4504"/>
                  </a:lnTo>
                  <a:lnTo>
                    <a:pt x="5768" y="4504"/>
                  </a:lnTo>
                  <a:lnTo>
                    <a:pt x="5847" y="4523"/>
                  </a:lnTo>
                  <a:lnTo>
                    <a:pt x="5946" y="4543"/>
                  </a:lnTo>
                  <a:lnTo>
                    <a:pt x="5985" y="4543"/>
                  </a:lnTo>
                  <a:lnTo>
                    <a:pt x="6045" y="4523"/>
                  </a:lnTo>
                  <a:lnTo>
                    <a:pt x="6064" y="4563"/>
                  </a:lnTo>
                  <a:lnTo>
                    <a:pt x="6064" y="4583"/>
                  </a:lnTo>
                  <a:lnTo>
                    <a:pt x="6025" y="4622"/>
                  </a:lnTo>
                  <a:lnTo>
                    <a:pt x="5985" y="4681"/>
                  </a:lnTo>
                  <a:lnTo>
                    <a:pt x="5946" y="4760"/>
                  </a:lnTo>
                  <a:lnTo>
                    <a:pt x="5887" y="4741"/>
                  </a:lnTo>
                  <a:lnTo>
                    <a:pt x="5867" y="4721"/>
                  </a:lnTo>
                  <a:lnTo>
                    <a:pt x="5827" y="4681"/>
                  </a:lnTo>
                  <a:lnTo>
                    <a:pt x="5788" y="4681"/>
                  </a:lnTo>
                  <a:lnTo>
                    <a:pt x="5827" y="4741"/>
                  </a:lnTo>
                  <a:lnTo>
                    <a:pt x="5887" y="4780"/>
                  </a:lnTo>
                  <a:lnTo>
                    <a:pt x="5985" y="4780"/>
                  </a:lnTo>
                  <a:lnTo>
                    <a:pt x="6064" y="4741"/>
                  </a:lnTo>
                  <a:lnTo>
                    <a:pt x="6084" y="4760"/>
                  </a:lnTo>
                  <a:lnTo>
                    <a:pt x="6084" y="4800"/>
                  </a:lnTo>
                  <a:lnTo>
                    <a:pt x="6064" y="4919"/>
                  </a:lnTo>
                  <a:lnTo>
                    <a:pt x="6045" y="5017"/>
                  </a:lnTo>
                  <a:lnTo>
                    <a:pt x="6064" y="5057"/>
                  </a:lnTo>
                  <a:lnTo>
                    <a:pt x="6104" y="5057"/>
                  </a:lnTo>
                  <a:lnTo>
                    <a:pt x="6143" y="4958"/>
                  </a:lnTo>
                  <a:lnTo>
                    <a:pt x="6143" y="4879"/>
                  </a:lnTo>
                  <a:lnTo>
                    <a:pt x="6183" y="4879"/>
                  </a:lnTo>
                  <a:lnTo>
                    <a:pt x="6203" y="4899"/>
                  </a:lnTo>
                  <a:lnTo>
                    <a:pt x="6222" y="4919"/>
                  </a:lnTo>
                  <a:lnTo>
                    <a:pt x="6242" y="4899"/>
                  </a:lnTo>
                  <a:lnTo>
                    <a:pt x="6262" y="4859"/>
                  </a:lnTo>
                  <a:lnTo>
                    <a:pt x="6262" y="4820"/>
                  </a:lnTo>
                  <a:lnTo>
                    <a:pt x="6301" y="4800"/>
                  </a:lnTo>
                  <a:lnTo>
                    <a:pt x="6301" y="4839"/>
                  </a:lnTo>
                  <a:lnTo>
                    <a:pt x="6301" y="4879"/>
                  </a:lnTo>
                  <a:lnTo>
                    <a:pt x="6282" y="4919"/>
                  </a:lnTo>
                  <a:lnTo>
                    <a:pt x="6301" y="4919"/>
                  </a:lnTo>
                  <a:lnTo>
                    <a:pt x="6321" y="4938"/>
                  </a:lnTo>
                  <a:lnTo>
                    <a:pt x="6301" y="5017"/>
                  </a:lnTo>
                  <a:lnTo>
                    <a:pt x="6301" y="5057"/>
                  </a:lnTo>
                  <a:lnTo>
                    <a:pt x="6301" y="5077"/>
                  </a:lnTo>
                  <a:lnTo>
                    <a:pt x="6321" y="5077"/>
                  </a:lnTo>
                  <a:lnTo>
                    <a:pt x="6380" y="5037"/>
                  </a:lnTo>
                  <a:lnTo>
                    <a:pt x="6380" y="5017"/>
                  </a:lnTo>
                  <a:lnTo>
                    <a:pt x="6361" y="5017"/>
                  </a:lnTo>
                  <a:lnTo>
                    <a:pt x="6341" y="4998"/>
                  </a:lnTo>
                  <a:lnTo>
                    <a:pt x="6380" y="4938"/>
                  </a:lnTo>
                  <a:lnTo>
                    <a:pt x="6440" y="4899"/>
                  </a:lnTo>
                  <a:lnTo>
                    <a:pt x="6479" y="4859"/>
                  </a:lnTo>
                  <a:lnTo>
                    <a:pt x="6538" y="4839"/>
                  </a:lnTo>
                  <a:lnTo>
                    <a:pt x="6519" y="4859"/>
                  </a:lnTo>
                  <a:lnTo>
                    <a:pt x="6538" y="4879"/>
                  </a:lnTo>
                  <a:lnTo>
                    <a:pt x="6558" y="4879"/>
                  </a:lnTo>
                  <a:lnTo>
                    <a:pt x="6558" y="4899"/>
                  </a:lnTo>
                  <a:lnTo>
                    <a:pt x="6538" y="4938"/>
                  </a:lnTo>
                  <a:lnTo>
                    <a:pt x="6479" y="4938"/>
                  </a:lnTo>
                  <a:lnTo>
                    <a:pt x="6440" y="4958"/>
                  </a:lnTo>
                  <a:lnTo>
                    <a:pt x="6479" y="4998"/>
                  </a:lnTo>
                  <a:lnTo>
                    <a:pt x="6479" y="4998"/>
                  </a:lnTo>
                  <a:lnTo>
                    <a:pt x="6617" y="4919"/>
                  </a:lnTo>
                  <a:lnTo>
                    <a:pt x="6598" y="4919"/>
                  </a:lnTo>
                  <a:lnTo>
                    <a:pt x="6598" y="4899"/>
                  </a:lnTo>
                  <a:lnTo>
                    <a:pt x="6617" y="4859"/>
                  </a:lnTo>
                  <a:lnTo>
                    <a:pt x="6677" y="4800"/>
                  </a:lnTo>
                  <a:lnTo>
                    <a:pt x="6696" y="4780"/>
                  </a:lnTo>
                  <a:lnTo>
                    <a:pt x="6736" y="4800"/>
                  </a:lnTo>
                  <a:lnTo>
                    <a:pt x="6736" y="4859"/>
                  </a:lnTo>
                  <a:lnTo>
                    <a:pt x="6736" y="4899"/>
                  </a:lnTo>
                  <a:lnTo>
                    <a:pt x="6716" y="4978"/>
                  </a:lnTo>
                  <a:lnTo>
                    <a:pt x="6756" y="4919"/>
                  </a:lnTo>
                  <a:lnTo>
                    <a:pt x="6815" y="4899"/>
                  </a:lnTo>
                  <a:lnTo>
                    <a:pt x="6894" y="4919"/>
                  </a:lnTo>
                  <a:lnTo>
                    <a:pt x="6894" y="4859"/>
                  </a:lnTo>
                  <a:lnTo>
                    <a:pt x="6914" y="4820"/>
                  </a:lnTo>
                  <a:lnTo>
                    <a:pt x="6993" y="4780"/>
                  </a:lnTo>
                  <a:lnTo>
                    <a:pt x="6993" y="4938"/>
                  </a:lnTo>
                  <a:lnTo>
                    <a:pt x="6953" y="4938"/>
                  </a:lnTo>
                  <a:lnTo>
                    <a:pt x="6933" y="4958"/>
                  </a:lnTo>
                  <a:lnTo>
                    <a:pt x="6914" y="4998"/>
                  </a:lnTo>
                  <a:lnTo>
                    <a:pt x="6914" y="5057"/>
                  </a:lnTo>
                  <a:lnTo>
                    <a:pt x="6874" y="5136"/>
                  </a:lnTo>
                  <a:lnTo>
                    <a:pt x="6815" y="5175"/>
                  </a:lnTo>
                  <a:lnTo>
                    <a:pt x="6775" y="5175"/>
                  </a:lnTo>
                  <a:lnTo>
                    <a:pt x="6736" y="5116"/>
                  </a:lnTo>
                  <a:lnTo>
                    <a:pt x="6736" y="5195"/>
                  </a:lnTo>
                  <a:lnTo>
                    <a:pt x="6756" y="5215"/>
                  </a:lnTo>
                  <a:lnTo>
                    <a:pt x="6775" y="5215"/>
                  </a:lnTo>
                  <a:lnTo>
                    <a:pt x="6815" y="5195"/>
                  </a:lnTo>
                  <a:lnTo>
                    <a:pt x="6894" y="5156"/>
                  </a:lnTo>
                  <a:lnTo>
                    <a:pt x="6914" y="5156"/>
                  </a:lnTo>
                  <a:lnTo>
                    <a:pt x="6933" y="5195"/>
                  </a:lnTo>
                  <a:lnTo>
                    <a:pt x="6894" y="5254"/>
                  </a:lnTo>
                  <a:lnTo>
                    <a:pt x="6854" y="5294"/>
                  </a:lnTo>
                  <a:lnTo>
                    <a:pt x="6914" y="5274"/>
                  </a:lnTo>
                  <a:lnTo>
                    <a:pt x="6933" y="5274"/>
                  </a:lnTo>
                  <a:lnTo>
                    <a:pt x="6953" y="5314"/>
                  </a:lnTo>
                  <a:lnTo>
                    <a:pt x="6993" y="5195"/>
                  </a:lnTo>
                  <a:lnTo>
                    <a:pt x="7032" y="5136"/>
                  </a:lnTo>
                  <a:lnTo>
                    <a:pt x="7091" y="5116"/>
                  </a:lnTo>
                  <a:lnTo>
                    <a:pt x="7052" y="5294"/>
                  </a:lnTo>
                  <a:lnTo>
                    <a:pt x="7091" y="5294"/>
                  </a:lnTo>
                  <a:lnTo>
                    <a:pt x="7151" y="5235"/>
                  </a:lnTo>
                  <a:lnTo>
                    <a:pt x="7210" y="5175"/>
                  </a:lnTo>
                  <a:lnTo>
                    <a:pt x="7230" y="5136"/>
                  </a:lnTo>
                  <a:lnTo>
                    <a:pt x="7269" y="5116"/>
                  </a:lnTo>
                  <a:lnTo>
                    <a:pt x="7289" y="4998"/>
                  </a:lnTo>
                  <a:lnTo>
                    <a:pt x="7328" y="4958"/>
                  </a:lnTo>
                  <a:lnTo>
                    <a:pt x="7407" y="4958"/>
                  </a:lnTo>
                  <a:lnTo>
                    <a:pt x="7447" y="4919"/>
                  </a:lnTo>
                  <a:lnTo>
                    <a:pt x="7368" y="4919"/>
                  </a:lnTo>
                  <a:lnTo>
                    <a:pt x="7348" y="4938"/>
                  </a:lnTo>
                  <a:lnTo>
                    <a:pt x="7328" y="4938"/>
                  </a:lnTo>
                  <a:lnTo>
                    <a:pt x="7309" y="4919"/>
                  </a:lnTo>
                  <a:lnTo>
                    <a:pt x="7368" y="4859"/>
                  </a:lnTo>
                  <a:lnTo>
                    <a:pt x="7388" y="4839"/>
                  </a:lnTo>
                  <a:lnTo>
                    <a:pt x="7427" y="4839"/>
                  </a:lnTo>
                  <a:lnTo>
                    <a:pt x="7467" y="4820"/>
                  </a:lnTo>
                  <a:lnTo>
                    <a:pt x="7506" y="4919"/>
                  </a:lnTo>
                  <a:lnTo>
                    <a:pt x="7486" y="5057"/>
                  </a:lnTo>
                  <a:lnTo>
                    <a:pt x="7407" y="5175"/>
                  </a:lnTo>
                  <a:lnTo>
                    <a:pt x="7309" y="5254"/>
                  </a:lnTo>
                  <a:lnTo>
                    <a:pt x="7210" y="5373"/>
                  </a:lnTo>
                  <a:lnTo>
                    <a:pt x="7091" y="5531"/>
                  </a:lnTo>
                  <a:lnTo>
                    <a:pt x="7170" y="5531"/>
                  </a:lnTo>
                  <a:lnTo>
                    <a:pt x="7249" y="5551"/>
                  </a:lnTo>
                  <a:lnTo>
                    <a:pt x="7309" y="5570"/>
                  </a:lnTo>
                  <a:lnTo>
                    <a:pt x="7328" y="5610"/>
                  </a:lnTo>
                  <a:lnTo>
                    <a:pt x="7328" y="5649"/>
                  </a:lnTo>
                  <a:lnTo>
                    <a:pt x="7407" y="5610"/>
                  </a:lnTo>
                  <a:lnTo>
                    <a:pt x="7486" y="5531"/>
                  </a:lnTo>
                  <a:lnTo>
                    <a:pt x="7585" y="5333"/>
                  </a:lnTo>
                  <a:lnTo>
                    <a:pt x="7625" y="5333"/>
                  </a:lnTo>
                  <a:lnTo>
                    <a:pt x="7625" y="5353"/>
                  </a:lnTo>
                  <a:lnTo>
                    <a:pt x="7645" y="5393"/>
                  </a:lnTo>
                  <a:lnTo>
                    <a:pt x="7565" y="5452"/>
                  </a:lnTo>
                  <a:lnTo>
                    <a:pt x="7565" y="5452"/>
                  </a:lnTo>
                  <a:lnTo>
                    <a:pt x="7724" y="5412"/>
                  </a:lnTo>
                  <a:lnTo>
                    <a:pt x="7803" y="5412"/>
                  </a:lnTo>
                  <a:lnTo>
                    <a:pt x="7862" y="5452"/>
                  </a:lnTo>
                  <a:lnTo>
                    <a:pt x="7901" y="5412"/>
                  </a:lnTo>
                  <a:lnTo>
                    <a:pt x="7961" y="5373"/>
                  </a:lnTo>
                  <a:lnTo>
                    <a:pt x="8040" y="5215"/>
                  </a:lnTo>
                  <a:lnTo>
                    <a:pt x="8099" y="5215"/>
                  </a:lnTo>
                  <a:lnTo>
                    <a:pt x="8119" y="5195"/>
                  </a:lnTo>
                  <a:lnTo>
                    <a:pt x="8178" y="5136"/>
                  </a:lnTo>
                  <a:lnTo>
                    <a:pt x="8198" y="5116"/>
                  </a:lnTo>
                  <a:lnTo>
                    <a:pt x="8237" y="5156"/>
                  </a:lnTo>
                  <a:lnTo>
                    <a:pt x="8257" y="5175"/>
                  </a:lnTo>
                  <a:lnTo>
                    <a:pt x="8198" y="5215"/>
                  </a:lnTo>
                  <a:lnTo>
                    <a:pt x="8178" y="5254"/>
                  </a:lnTo>
                  <a:lnTo>
                    <a:pt x="8178" y="5294"/>
                  </a:lnTo>
                  <a:lnTo>
                    <a:pt x="8198" y="5314"/>
                  </a:lnTo>
                  <a:lnTo>
                    <a:pt x="8237" y="5333"/>
                  </a:lnTo>
                  <a:lnTo>
                    <a:pt x="8277" y="5314"/>
                  </a:lnTo>
                  <a:lnTo>
                    <a:pt x="8277" y="5314"/>
                  </a:lnTo>
                  <a:lnTo>
                    <a:pt x="8198" y="5393"/>
                  </a:lnTo>
                  <a:lnTo>
                    <a:pt x="8158" y="5432"/>
                  </a:lnTo>
                  <a:lnTo>
                    <a:pt x="8138" y="5432"/>
                  </a:lnTo>
                  <a:lnTo>
                    <a:pt x="8138" y="5412"/>
                  </a:lnTo>
                  <a:lnTo>
                    <a:pt x="8158" y="5353"/>
                  </a:lnTo>
                  <a:lnTo>
                    <a:pt x="8059" y="5393"/>
                  </a:lnTo>
                  <a:lnTo>
                    <a:pt x="8099" y="5393"/>
                  </a:lnTo>
                  <a:lnTo>
                    <a:pt x="8119" y="5412"/>
                  </a:lnTo>
                  <a:lnTo>
                    <a:pt x="8119" y="5432"/>
                  </a:lnTo>
                  <a:lnTo>
                    <a:pt x="8119" y="5472"/>
                  </a:lnTo>
                  <a:lnTo>
                    <a:pt x="8079" y="5570"/>
                  </a:lnTo>
                  <a:lnTo>
                    <a:pt x="8040" y="5669"/>
                  </a:lnTo>
                  <a:lnTo>
                    <a:pt x="8040" y="5669"/>
                  </a:lnTo>
                  <a:lnTo>
                    <a:pt x="8059" y="5649"/>
                  </a:lnTo>
                  <a:lnTo>
                    <a:pt x="8079" y="5630"/>
                  </a:lnTo>
                  <a:lnTo>
                    <a:pt x="8099" y="5570"/>
                  </a:lnTo>
                  <a:lnTo>
                    <a:pt x="8119" y="5511"/>
                  </a:lnTo>
                  <a:lnTo>
                    <a:pt x="8138" y="5511"/>
                  </a:lnTo>
                  <a:lnTo>
                    <a:pt x="8178" y="5491"/>
                  </a:lnTo>
                  <a:lnTo>
                    <a:pt x="8178" y="5590"/>
                  </a:lnTo>
                  <a:lnTo>
                    <a:pt x="8198" y="5649"/>
                  </a:lnTo>
                  <a:lnTo>
                    <a:pt x="8217" y="5689"/>
                  </a:lnTo>
                  <a:lnTo>
                    <a:pt x="8257" y="5709"/>
                  </a:lnTo>
                  <a:lnTo>
                    <a:pt x="8296" y="5728"/>
                  </a:lnTo>
                  <a:lnTo>
                    <a:pt x="8316" y="5768"/>
                  </a:lnTo>
                  <a:lnTo>
                    <a:pt x="8296" y="5847"/>
                  </a:lnTo>
                  <a:lnTo>
                    <a:pt x="8257" y="5965"/>
                  </a:lnTo>
                  <a:lnTo>
                    <a:pt x="8257" y="5965"/>
                  </a:lnTo>
                  <a:lnTo>
                    <a:pt x="8415" y="5906"/>
                  </a:lnTo>
                  <a:lnTo>
                    <a:pt x="8514" y="5886"/>
                  </a:lnTo>
                  <a:lnTo>
                    <a:pt x="8573" y="5886"/>
                  </a:lnTo>
                  <a:lnTo>
                    <a:pt x="8632" y="5847"/>
                  </a:lnTo>
                  <a:lnTo>
                    <a:pt x="8672" y="5827"/>
                  </a:lnTo>
                  <a:lnTo>
                    <a:pt x="8691" y="5807"/>
                  </a:lnTo>
                  <a:lnTo>
                    <a:pt x="8751" y="5748"/>
                  </a:lnTo>
                  <a:lnTo>
                    <a:pt x="8751" y="5689"/>
                  </a:lnTo>
                  <a:lnTo>
                    <a:pt x="8711" y="5689"/>
                  </a:lnTo>
                  <a:lnTo>
                    <a:pt x="8632" y="5709"/>
                  </a:lnTo>
                  <a:lnTo>
                    <a:pt x="8553" y="5709"/>
                  </a:lnTo>
                  <a:lnTo>
                    <a:pt x="8533" y="5689"/>
                  </a:lnTo>
                  <a:lnTo>
                    <a:pt x="8533" y="5610"/>
                  </a:lnTo>
                  <a:lnTo>
                    <a:pt x="8494" y="5649"/>
                  </a:lnTo>
                  <a:lnTo>
                    <a:pt x="8454" y="5689"/>
                  </a:lnTo>
                  <a:lnTo>
                    <a:pt x="8375" y="5788"/>
                  </a:lnTo>
                  <a:lnTo>
                    <a:pt x="8336" y="5788"/>
                  </a:lnTo>
                  <a:lnTo>
                    <a:pt x="8336" y="5748"/>
                  </a:lnTo>
                  <a:lnTo>
                    <a:pt x="8336" y="5728"/>
                  </a:lnTo>
                  <a:lnTo>
                    <a:pt x="8356" y="5669"/>
                  </a:lnTo>
                  <a:lnTo>
                    <a:pt x="8395" y="5669"/>
                  </a:lnTo>
                  <a:lnTo>
                    <a:pt x="8435" y="5630"/>
                  </a:lnTo>
                  <a:lnTo>
                    <a:pt x="8514" y="5551"/>
                  </a:lnTo>
                  <a:lnTo>
                    <a:pt x="8573" y="5491"/>
                  </a:lnTo>
                  <a:lnTo>
                    <a:pt x="8612" y="5472"/>
                  </a:lnTo>
                  <a:lnTo>
                    <a:pt x="8652" y="5491"/>
                  </a:lnTo>
                  <a:lnTo>
                    <a:pt x="8652" y="5432"/>
                  </a:lnTo>
                  <a:lnTo>
                    <a:pt x="8632" y="5393"/>
                  </a:lnTo>
                  <a:lnTo>
                    <a:pt x="8612" y="5353"/>
                  </a:lnTo>
                  <a:lnTo>
                    <a:pt x="8593" y="5314"/>
                  </a:lnTo>
                  <a:lnTo>
                    <a:pt x="8632" y="5235"/>
                  </a:lnTo>
                  <a:lnTo>
                    <a:pt x="8672" y="5156"/>
                  </a:lnTo>
                  <a:lnTo>
                    <a:pt x="8810" y="5057"/>
                  </a:lnTo>
                  <a:lnTo>
                    <a:pt x="8928" y="4978"/>
                  </a:lnTo>
                  <a:lnTo>
                    <a:pt x="8889" y="5057"/>
                  </a:lnTo>
                  <a:lnTo>
                    <a:pt x="8849" y="5096"/>
                  </a:lnTo>
                  <a:lnTo>
                    <a:pt x="9067" y="4998"/>
                  </a:lnTo>
                  <a:lnTo>
                    <a:pt x="9007" y="5136"/>
                  </a:lnTo>
                  <a:lnTo>
                    <a:pt x="8948" y="5235"/>
                  </a:lnTo>
                  <a:lnTo>
                    <a:pt x="8968" y="5254"/>
                  </a:lnTo>
                  <a:lnTo>
                    <a:pt x="8988" y="5254"/>
                  </a:lnTo>
                  <a:lnTo>
                    <a:pt x="9047" y="5274"/>
                  </a:lnTo>
                  <a:lnTo>
                    <a:pt x="9067" y="5274"/>
                  </a:lnTo>
                  <a:lnTo>
                    <a:pt x="9086" y="5294"/>
                  </a:lnTo>
                  <a:lnTo>
                    <a:pt x="9086" y="5333"/>
                  </a:lnTo>
                  <a:lnTo>
                    <a:pt x="9047" y="5373"/>
                  </a:lnTo>
                  <a:lnTo>
                    <a:pt x="9086" y="5373"/>
                  </a:lnTo>
                  <a:lnTo>
                    <a:pt x="9106" y="5333"/>
                  </a:lnTo>
                  <a:lnTo>
                    <a:pt x="9106" y="5274"/>
                  </a:lnTo>
                  <a:lnTo>
                    <a:pt x="9126" y="5215"/>
                  </a:lnTo>
                  <a:lnTo>
                    <a:pt x="9047" y="5175"/>
                  </a:lnTo>
                  <a:lnTo>
                    <a:pt x="9086" y="5116"/>
                  </a:lnTo>
                  <a:lnTo>
                    <a:pt x="9106" y="5096"/>
                  </a:lnTo>
                  <a:lnTo>
                    <a:pt x="9126" y="5116"/>
                  </a:lnTo>
                  <a:lnTo>
                    <a:pt x="9146" y="5136"/>
                  </a:lnTo>
                  <a:lnTo>
                    <a:pt x="9146" y="5156"/>
                  </a:lnTo>
                  <a:lnTo>
                    <a:pt x="9205" y="5156"/>
                  </a:lnTo>
                  <a:lnTo>
                    <a:pt x="9244" y="5116"/>
                  </a:lnTo>
                  <a:lnTo>
                    <a:pt x="9304" y="5017"/>
                  </a:lnTo>
                  <a:lnTo>
                    <a:pt x="9343" y="4998"/>
                  </a:lnTo>
                  <a:lnTo>
                    <a:pt x="9738" y="4148"/>
                  </a:lnTo>
                  <a:lnTo>
                    <a:pt x="9738" y="4148"/>
                  </a:lnTo>
                  <a:lnTo>
                    <a:pt x="9679" y="4168"/>
                  </a:lnTo>
                  <a:lnTo>
                    <a:pt x="9639" y="4168"/>
                  </a:lnTo>
                  <a:lnTo>
                    <a:pt x="9600" y="4148"/>
                  </a:lnTo>
                  <a:lnTo>
                    <a:pt x="9580" y="4128"/>
                  </a:lnTo>
                  <a:lnTo>
                    <a:pt x="9620" y="4069"/>
                  </a:lnTo>
                  <a:lnTo>
                    <a:pt x="9659" y="4030"/>
                  </a:lnTo>
                  <a:lnTo>
                    <a:pt x="9718" y="4010"/>
                  </a:lnTo>
                  <a:lnTo>
                    <a:pt x="9758" y="4010"/>
                  </a:lnTo>
                  <a:lnTo>
                    <a:pt x="9797" y="3990"/>
                  </a:lnTo>
                  <a:lnTo>
                    <a:pt x="9817" y="3951"/>
                  </a:lnTo>
                  <a:lnTo>
                    <a:pt x="9837" y="3891"/>
                  </a:lnTo>
                  <a:lnTo>
                    <a:pt x="9837" y="3872"/>
                  </a:lnTo>
                  <a:lnTo>
                    <a:pt x="9817" y="3872"/>
                  </a:lnTo>
                  <a:lnTo>
                    <a:pt x="9778" y="3891"/>
                  </a:lnTo>
                  <a:lnTo>
                    <a:pt x="9758" y="3951"/>
                  </a:lnTo>
                  <a:lnTo>
                    <a:pt x="9738" y="3990"/>
                  </a:lnTo>
                  <a:lnTo>
                    <a:pt x="9679" y="3891"/>
                  </a:lnTo>
                  <a:lnTo>
                    <a:pt x="9659" y="3812"/>
                  </a:lnTo>
                  <a:lnTo>
                    <a:pt x="9679" y="3714"/>
                  </a:lnTo>
                  <a:lnTo>
                    <a:pt x="9580" y="3753"/>
                  </a:lnTo>
                  <a:lnTo>
                    <a:pt x="9521" y="3773"/>
                  </a:lnTo>
                  <a:lnTo>
                    <a:pt x="9481" y="3793"/>
                  </a:lnTo>
                  <a:lnTo>
                    <a:pt x="9383" y="3872"/>
                  </a:lnTo>
                  <a:lnTo>
                    <a:pt x="9422" y="3872"/>
                  </a:lnTo>
                  <a:lnTo>
                    <a:pt x="9462" y="3832"/>
                  </a:lnTo>
                  <a:lnTo>
                    <a:pt x="9501" y="3832"/>
                  </a:lnTo>
                  <a:lnTo>
                    <a:pt x="9501" y="3852"/>
                  </a:lnTo>
                  <a:lnTo>
                    <a:pt x="9363" y="3970"/>
                  </a:lnTo>
                  <a:lnTo>
                    <a:pt x="9343" y="3951"/>
                  </a:lnTo>
                  <a:lnTo>
                    <a:pt x="9323" y="3931"/>
                  </a:lnTo>
                  <a:lnTo>
                    <a:pt x="9323" y="3852"/>
                  </a:lnTo>
                  <a:lnTo>
                    <a:pt x="9323" y="3793"/>
                  </a:lnTo>
                  <a:lnTo>
                    <a:pt x="9304" y="3733"/>
                  </a:lnTo>
                  <a:lnTo>
                    <a:pt x="9383" y="3714"/>
                  </a:lnTo>
                  <a:lnTo>
                    <a:pt x="9363" y="3733"/>
                  </a:lnTo>
                  <a:lnTo>
                    <a:pt x="9363" y="3733"/>
                  </a:lnTo>
                  <a:lnTo>
                    <a:pt x="9402" y="3714"/>
                  </a:lnTo>
                  <a:lnTo>
                    <a:pt x="9442" y="3714"/>
                  </a:lnTo>
                  <a:lnTo>
                    <a:pt x="9481" y="3694"/>
                  </a:lnTo>
                  <a:lnTo>
                    <a:pt x="9521" y="3654"/>
                  </a:lnTo>
                  <a:lnTo>
                    <a:pt x="9521" y="3654"/>
                  </a:lnTo>
                  <a:lnTo>
                    <a:pt x="9462" y="3674"/>
                  </a:lnTo>
                  <a:lnTo>
                    <a:pt x="9422" y="3674"/>
                  </a:lnTo>
                  <a:lnTo>
                    <a:pt x="9383" y="3654"/>
                  </a:lnTo>
                  <a:lnTo>
                    <a:pt x="9363" y="3635"/>
                  </a:lnTo>
                  <a:lnTo>
                    <a:pt x="9323" y="3654"/>
                  </a:lnTo>
                  <a:lnTo>
                    <a:pt x="9343" y="3635"/>
                  </a:lnTo>
                  <a:lnTo>
                    <a:pt x="9304" y="3635"/>
                  </a:lnTo>
                  <a:lnTo>
                    <a:pt x="9264" y="3615"/>
                  </a:lnTo>
                  <a:lnTo>
                    <a:pt x="9244" y="3516"/>
                  </a:lnTo>
                  <a:lnTo>
                    <a:pt x="9225" y="3477"/>
                  </a:lnTo>
                  <a:lnTo>
                    <a:pt x="9205" y="3477"/>
                  </a:lnTo>
                  <a:lnTo>
                    <a:pt x="9165" y="3496"/>
                  </a:lnTo>
                  <a:lnTo>
                    <a:pt x="9086" y="3556"/>
                  </a:lnTo>
                  <a:lnTo>
                    <a:pt x="9106" y="3575"/>
                  </a:lnTo>
                  <a:lnTo>
                    <a:pt x="9086" y="3615"/>
                  </a:lnTo>
                  <a:lnTo>
                    <a:pt x="9067" y="3674"/>
                  </a:lnTo>
                  <a:lnTo>
                    <a:pt x="9027" y="3714"/>
                  </a:lnTo>
                  <a:lnTo>
                    <a:pt x="9047" y="3674"/>
                  </a:lnTo>
                  <a:lnTo>
                    <a:pt x="9027" y="3635"/>
                  </a:lnTo>
                  <a:lnTo>
                    <a:pt x="9027" y="3595"/>
                  </a:lnTo>
                  <a:lnTo>
                    <a:pt x="9027" y="3556"/>
                  </a:lnTo>
                  <a:lnTo>
                    <a:pt x="9067" y="3536"/>
                  </a:lnTo>
                  <a:lnTo>
                    <a:pt x="9027" y="3477"/>
                  </a:lnTo>
                  <a:lnTo>
                    <a:pt x="8988" y="3457"/>
                  </a:lnTo>
                  <a:lnTo>
                    <a:pt x="8968" y="3457"/>
                  </a:lnTo>
                  <a:lnTo>
                    <a:pt x="8889" y="3595"/>
                  </a:lnTo>
                  <a:lnTo>
                    <a:pt x="8849" y="3635"/>
                  </a:lnTo>
                  <a:lnTo>
                    <a:pt x="8790" y="3654"/>
                  </a:lnTo>
                  <a:lnTo>
                    <a:pt x="8790" y="3615"/>
                  </a:lnTo>
                  <a:lnTo>
                    <a:pt x="8810" y="3575"/>
                  </a:lnTo>
                  <a:lnTo>
                    <a:pt x="8869" y="3496"/>
                  </a:lnTo>
                  <a:lnTo>
                    <a:pt x="8928" y="3437"/>
                  </a:lnTo>
                  <a:lnTo>
                    <a:pt x="8948" y="3398"/>
                  </a:lnTo>
                  <a:lnTo>
                    <a:pt x="8968" y="3338"/>
                  </a:lnTo>
                  <a:lnTo>
                    <a:pt x="8810" y="3398"/>
                  </a:lnTo>
                  <a:lnTo>
                    <a:pt x="8849" y="3299"/>
                  </a:lnTo>
                  <a:lnTo>
                    <a:pt x="8810" y="3240"/>
                  </a:lnTo>
                  <a:lnTo>
                    <a:pt x="8751" y="3220"/>
                  </a:lnTo>
                  <a:lnTo>
                    <a:pt x="8691" y="3240"/>
                  </a:lnTo>
                  <a:lnTo>
                    <a:pt x="8612" y="3240"/>
                  </a:lnTo>
                  <a:lnTo>
                    <a:pt x="8474" y="3279"/>
                  </a:lnTo>
                  <a:lnTo>
                    <a:pt x="8415" y="3279"/>
                  </a:lnTo>
                  <a:lnTo>
                    <a:pt x="8356" y="3259"/>
                  </a:lnTo>
                  <a:lnTo>
                    <a:pt x="8435" y="3180"/>
                  </a:lnTo>
                  <a:lnTo>
                    <a:pt x="8494" y="3141"/>
                  </a:lnTo>
                  <a:lnTo>
                    <a:pt x="8573" y="3121"/>
                  </a:lnTo>
                  <a:lnTo>
                    <a:pt x="8612" y="3121"/>
                  </a:lnTo>
                  <a:lnTo>
                    <a:pt x="8612" y="3082"/>
                  </a:lnTo>
                  <a:lnTo>
                    <a:pt x="8612" y="3062"/>
                  </a:lnTo>
                  <a:lnTo>
                    <a:pt x="8553" y="3042"/>
                  </a:lnTo>
                  <a:lnTo>
                    <a:pt x="8514" y="3042"/>
                  </a:lnTo>
                  <a:lnTo>
                    <a:pt x="8494" y="3022"/>
                  </a:lnTo>
                  <a:lnTo>
                    <a:pt x="8474" y="2983"/>
                  </a:lnTo>
                  <a:lnTo>
                    <a:pt x="8454" y="2963"/>
                  </a:lnTo>
                  <a:lnTo>
                    <a:pt x="8435" y="2963"/>
                  </a:lnTo>
                  <a:lnTo>
                    <a:pt x="8375" y="3003"/>
                  </a:lnTo>
                  <a:lnTo>
                    <a:pt x="8316" y="3062"/>
                  </a:lnTo>
                  <a:lnTo>
                    <a:pt x="8277" y="3121"/>
                  </a:lnTo>
                  <a:lnTo>
                    <a:pt x="8237" y="3121"/>
                  </a:lnTo>
                  <a:lnTo>
                    <a:pt x="8237" y="3062"/>
                  </a:lnTo>
                  <a:lnTo>
                    <a:pt x="8296" y="2983"/>
                  </a:lnTo>
                  <a:lnTo>
                    <a:pt x="8257" y="3022"/>
                  </a:lnTo>
                  <a:lnTo>
                    <a:pt x="8217" y="3042"/>
                  </a:lnTo>
                  <a:lnTo>
                    <a:pt x="8178" y="3062"/>
                  </a:lnTo>
                  <a:lnTo>
                    <a:pt x="8158" y="3062"/>
                  </a:lnTo>
                  <a:lnTo>
                    <a:pt x="8099" y="3042"/>
                  </a:lnTo>
                  <a:lnTo>
                    <a:pt x="8040" y="3022"/>
                  </a:lnTo>
                  <a:lnTo>
                    <a:pt x="8099" y="2943"/>
                  </a:lnTo>
                  <a:lnTo>
                    <a:pt x="7941" y="3003"/>
                  </a:lnTo>
                  <a:lnTo>
                    <a:pt x="7941" y="3022"/>
                  </a:lnTo>
                  <a:lnTo>
                    <a:pt x="7921" y="3062"/>
                  </a:lnTo>
                  <a:lnTo>
                    <a:pt x="7862" y="3141"/>
                  </a:lnTo>
                  <a:lnTo>
                    <a:pt x="7842" y="3121"/>
                  </a:lnTo>
                  <a:lnTo>
                    <a:pt x="7842" y="3220"/>
                  </a:lnTo>
                  <a:lnTo>
                    <a:pt x="7862" y="3240"/>
                  </a:lnTo>
                  <a:lnTo>
                    <a:pt x="7901" y="3259"/>
                  </a:lnTo>
                  <a:lnTo>
                    <a:pt x="7961" y="3240"/>
                  </a:lnTo>
                  <a:lnTo>
                    <a:pt x="8000" y="3240"/>
                  </a:lnTo>
                  <a:lnTo>
                    <a:pt x="8040" y="3259"/>
                  </a:lnTo>
                  <a:lnTo>
                    <a:pt x="8059" y="3299"/>
                  </a:lnTo>
                  <a:lnTo>
                    <a:pt x="8059" y="3398"/>
                  </a:lnTo>
                  <a:lnTo>
                    <a:pt x="8020" y="3417"/>
                  </a:lnTo>
                  <a:lnTo>
                    <a:pt x="8000" y="3457"/>
                  </a:lnTo>
                  <a:lnTo>
                    <a:pt x="8000" y="3477"/>
                  </a:lnTo>
                  <a:lnTo>
                    <a:pt x="7961" y="3496"/>
                  </a:lnTo>
                  <a:lnTo>
                    <a:pt x="7961" y="3477"/>
                  </a:lnTo>
                  <a:lnTo>
                    <a:pt x="7980" y="3437"/>
                  </a:lnTo>
                  <a:lnTo>
                    <a:pt x="7901" y="3516"/>
                  </a:lnTo>
                  <a:lnTo>
                    <a:pt x="7882" y="3536"/>
                  </a:lnTo>
                  <a:lnTo>
                    <a:pt x="7882" y="3556"/>
                  </a:lnTo>
                  <a:lnTo>
                    <a:pt x="7803" y="3654"/>
                  </a:lnTo>
                  <a:lnTo>
                    <a:pt x="7783" y="3674"/>
                  </a:lnTo>
                  <a:lnTo>
                    <a:pt x="7743" y="3694"/>
                  </a:lnTo>
                  <a:lnTo>
                    <a:pt x="7684" y="3674"/>
                  </a:lnTo>
                  <a:lnTo>
                    <a:pt x="7625" y="3694"/>
                  </a:lnTo>
                  <a:lnTo>
                    <a:pt x="7625" y="3635"/>
                  </a:lnTo>
                  <a:lnTo>
                    <a:pt x="7645" y="3595"/>
                  </a:lnTo>
                  <a:lnTo>
                    <a:pt x="7704" y="3536"/>
                  </a:lnTo>
                  <a:lnTo>
                    <a:pt x="7783" y="3496"/>
                  </a:lnTo>
                  <a:lnTo>
                    <a:pt x="7842" y="3457"/>
                  </a:lnTo>
                  <a:lnTo>
                    <a:pt x="7783" y="3477"/>
                  </a:lnTo>
                  <a:lnTo>
                    <a:pt x="7763" y="3477"/>
                  </a:lnTo>
                  <a:lnTo>
                    <a:pt x="7743" y="3457"/>
                  </a:lnTo>
                  <a:lnTo>
                    <a:pt x="7842" y="3319"/>
                  </a:lnTo>
                  <a:lnTo>
                    <a:pt x="7763" y="3358"/>
                  </a:lnTo>
                  <a:lnTo>
                    <a:pt x="7724" y="3398"/>
                  </a:lnTo>
                  <a:lnTo>
                    <a:pt x="7704" y="3477"/>
                  </a:lnTo>
                  <a:lnTo>
                    <a:pt x="7645" y="3556"/>
                  </a:lnTo>
                  <a:lnTo>
                    <a:pt x="7605" y="3615"/>
                  </a:lnTo>
                  <a:lnTo>
                    <a:pt x="7585" y="3635"/>
                  </a:lnTo>
                  <a:lnTo>
                    <a:pt x="7565" y="3615"/>
                  </a:lnTo>
                  <a:lnTo>
                    <a:pt x="7565" y="3595"/>
                  </a:lnTo>
                  <a:lnTo>
                    <a:pt x="7546" y="3536"/>
                  </a:lnTo>
                  <a:lnTo>
                    <a:pt x="7546" y="3516"/>
                  </a:lnTo>
                  <a:lnTo>
                    <a:pt x="7585" y="3496"/>
                  </a:lnTo>
                  <a:lnTo>
                    <a:pt x="7565" y="3457"/>
                  </a:lnTo>
                  <a:lnTo>
                    <a:pt x="7546" y="3457"/>
                  </a:lnTo>
                  <a:lnTo>
                    <a:pt x="7506" y="3477"/>
                  </a:lnTo>
                  <a:lnTo>
                    <a:pt x="7447" y="3496"/>
                  </a:lnTo>
                  <a:lnTo>
                    <a:pt x="7407" y="3496"/>
                  </a:lnTo>
                  <a:lnTo>
                    <a:pt x="7447" y="3358"/>
                  </a:lnTo>
                  <a:lnTo>
                    <a:pt x="7447" y="3398"/>
                  </a:lnTo>
                  <a:lnTo>
                    <a:pt x="7467" y="3417"/>
                  </a:lnTo>
                  <a:lnTo>
                    <a:pt x="7546" y="3358"/>
                  </a:lnTo>
                  <a:lnTo>
                    <a:pt x="7605" y="3299"/>
                  </a:lnTo>
                  <a:lnTo>
                    <a:pt x="7645" y="3279"/>
                  </a:lnTo>
                  <a:lnTo>
                    <a:pt x="7645" y="3240"/>
                  </a:lnTo>
                  <a:lnTo>
                    <a:pt x="7664" y="3180"/>
                  </a:lnTo>
                  <a:lnTo>
                    <a:pt x="7704" y="3121"/>
                  </a:lnTo>
                  <a:lnTo>
                    <a:pt x="7743" y="3082"/>
                  </a:lnTo>
                  <a:lnTo>
                    <a:pt x="7941" y="2924"/>
                  </a:lnTo>
                  <a:lnTo>
                    <a:pt x="7901" y="2904"/>
                  </a:lnTo>
                  <a:lnTo>
                    <a:pt x="7882" y="2884"/>
                  </a:lnTo>
                  <a:lnTo>
                    <a:pt x="7862" y="2845"/>
                  </a:lnTo>
                  <a:lnTo>
                    <a:pt x="7862" y="2785"/>
                  </a:lnTo>
                  <a:lnTo>
                    <a:pt x="7822" y="2825"/>
                  </a:lnTo>
                  <a:lnTo>
                    <a:pt x="7783" y="2825"/>
                  </a:lnTo>
                  <a:lnTo>
                    <a:pt x="7743" y="2805"/>
                  </a:lnTo>
                  <a:lnTo>
                    <a:pt x="7724" y="2785"/>
                  </a:lnTo>
                  <a:lnTo>
                    <a:pt x="7704" y="2766"/>
                  </a:lnTo>
                  <a:lnTo>
                    <a:pt x="7684" y="2746"/>
                  </a:lnTo>
                  <a:lnTo>
                    <a:pt x="7625" y="2766"/>
                  </a:lnTo>
                  <a:lnTo>
                    <a:pt x="7565" y="2825"/>
                  </a:lnTo>
                  <a:lnTo>
                    <a:pt x="7585" y="2785"/>
                  </a:lnTo>
                  <a:lnTo>
                    <a:pt x="7605" y="2746"/>
                  </a:lnTo>
                  <a:lnTo>
                    <a:pt x="7625" y="2726"/>
                  </a:lnTo>
                  <a:lnTo>
                    <a:pt x="7625" y="2706"/>
                  </a:lnTo>
                  <a:lnTo>
                    <a:pt x="7565" y="2667"/>
                  </a:lnTo>
                  <a:lnTo>
                    <a:pt x="7506" y="2647"/>
                  </a:lnTo>
                  <a:lnTo>
                    <a:pt x="7427" y="2647"/>
                  </a:lnTo>
                  <a:lnTo>
                    <a:pt x="7348" y="2667"/>
                  </a:lnTo>
                  <a:lnTo>
                    <a:pt x="7328" y="2647"/>
                  </a:lnTo>
                  <a:lnTo>
                    <a:pt x="7348" y="2608"/>
                  </a:lnTo>
                  <a:lnTo>
                    <a:pt x="7388" y="2529"/>
                  </a:lnTo>
                  <a:lnTo>
                    <a:pt x="7328" y="2469"/>
                  </a:lnTo>
                  <a:lnTo>
                    <a:pt x="7249" y="2449"/>
                  </a:lnTo>
                  <a:lnTo>
                    <a:pt x="7190" y="2469"/>
                  </a:lnTo>
                  <a:lnTo>
                    <a:pt x="7111" y="2489"/>
                  </a:lnTo>
                  <a:lnTo>
                    <a:pt x="7032" y="2509"/>
                  </a:lnTo>
                  <a:lnTo>
                    <a:pt x="6874" y="2509"/>
                  </a:lnTo>
                  <a:lnTo>
                    <a:pt x="6815" y="2449"/>
                  </a:lnTo>
                  <a:lnTo>
                    <a:pt x="6894" y="2390"/>
                  </a:lnTo>
                  <a:lnTo>
                    <a:pt x="6874" y="2351"/>
                  </a:lnTo>
                  <a:lnTo>
                    <a:pt x="6835" y="2331"/>
                  </a:lnTo>
                  <a:lnTo>
                    <a:pt x="6795" y="2351"/>
                  </a:lnTo>
                  <a:lnTo>
                    <a:pt x="6756" y="2390"/>
                  </a:lnTo>
                  <a:lnTo>
                    <a:pt x="6775" y="2311"/>
                  </a:lnTo>
                  <a:lnTo>
                    <a:pt x="6756" y="2272"/>
                  </a:lnTo>
                  <a:lnTo>
                    <a:pt x="6657" y="2272"/>
                  </a:lnTo>
                  <a:lnTo>
                    <a:pt x="6617" y="2291"/>
                  </a:lnTo>
                  <a:lnTo>
                    <a:pt x="6578" y="2272"/>
                  </a:lnTo>
                  <a:lnTo>
                    <a:pt x="6558" y="2232"/>
                  </a:lnTo>
                  <a:lnTo>
                    <a:pt x="6558" y="2153"/>
                  </a:lnTo>
                  <a:lnTo>
                    <a:pt x="6538" y="2114"/>
                  </a:lnTo>
                  <a:lnTo>
                    <a:pt x="6499" y="2114"/>
                  </a:lnTo>
                  <a:lnTo>
                    <a:pt x="6440" y="2173"/>
                  </a:lnTo>
                  <a:lnTo>
                    <a:pt x="6361" y="2232"/>
                  </a:lnTo>
                  <a:lnTo>
                    <a:pt x="6321" y="2252"/>
                  </a:lnTo>
                  <a:lnTo>
                    <a:pt x="6282" y="2272"/>
                  </a:lnTo>
                  <a:lnTo>
                    <a:pt x="6341" y="2173"/>
                  </a:lnTo>
                  <a:lnTo>
                    <a:pt x="6380" y="2114"/>
                  </a:lnTo>
                  <a:lnTo>
                    <a:pt x="6380" y="2074"/>
                  </a:lnTo>
                  <a:lnTo>
                    <a:pt x="6163" y="2035"/>
                  </a:lnTo>
                  <a:lnTo>
                    <a:pt x="5985" y="1995"/>
                  </a:lnTo>
                  <a:lnTo>
                    <a:pt x="5590" y="1877"/>
                  </a:lnTo>
                  <a:lnTo>
                    <a:pt x="5650" y="1837"/>
                  </a:lnTo>
                  <a:lnTo>
                    <a:pt x="5571" y="1798"/>
                  </a:lnTo>
                  <a:lnTo>
                    <a:pt x="5353" y="1798"/>
                  </a:lnTo>
                  <a:lnTo>
                    <a:pt x="5215" y="1817"/>
                  </a:lnTo>
                  <a:lnTo>
                    <a:pt x="5156" y="1798"/>
                  </a:lnTo>
                  <a:lnTo>
                    <a:pt x="5096" y="1738"/>
                  </a:lnTo>
                  <a:lnTo>
                    <a:pt x="5017" y="1798"/>
                  </a:lnTo>
                  <a:lnTo>
                    <a:pt x="4958" y="1837"/>
                  </a:lnTo>
                  <a:lnTo>
                    <a:pt x="4938" y="1896"/>
                  </a:lnTo>
                  <a:lnTo>
                    <a:pt x="4938" y="1936"/>
                  </a:lnTo>
                  <a:lnTo>
                    <a:pt x="4919" y="1995"/>
                  </a:lnTo>
                  <a:lnTo>
                    <a:pt x="4859" y="2153"/>
                  </a:lnTo>
                  <a:lnTo>
                    <a:pt x="4800" y="2153"/>
                  </a:lnTo>
                  <a:lnTo>
                    <a:pt x="4780" y="2133"/>
                  </a:lnTo>
                  <a:lnTo>
                    <a:pt x="4780" y="2094"/>
                  </a:lnTo>
                  <a:lnTo>
                    <a:pt x="4800" y="2054"/>
                  </a:lnTo>
                  <a:lnTo>
                    <a:pt x="4820" y="1956"/>
                  </a:lnTo>
                  <a:lnTo>
                    <a:pt x="4820" y="1936"/>
                  </a:lnTo>
                  <a:lnTo>
                    <a:pt x="4780" y="1916"/>
                  </a:lnTo>
                  <a:lnTo>
                    <a:pt x="4840" y="1817"/>
                  </a:lnTo>
                  <a:lnTo>
                    <a:pt x="4879" y="1758"/>
                  </a:lnTo>
                  <a:lnTo>
                    <a:pt x="4938" y="1719"/>
                  </a:lnTo>
                  <a:lnTo>
                    <a:pt x="4998" y="1640"/>
                  </a:lnTo>
                  <a:lnTo>
                    <a:pt x="4998" y="1640"/>
                  </a:lnTo>
                  <a:lnTo>
                    <a:pt x="4800" y="1699"/>
                  </a:lnTo>
                  <a:lnTo>
                    <a:pt x="4800" y="1679"/>
                  </a:lnTo>
                  <a:lnTo>
                    <a:pt x="4780" y="1659"/>
                  </a:lnTo>
                  <a:lnTo>
                    <a:pt x="4721" y="1640"/>
                  </a:lnTo>
                  <a:lnTo>
                    <a:pt x="4662" y="1620"/>
                  </a:lnTo>
                  <a:lnTo>
                    <a:pt x="4642" y="1600"/>
                  </a:lnTo>
                  <a:lnTo>
                    <a:pt x="4642" y="1580"/>
                  </a:lnTo>
                  <a:lnTo>
                    <a:pt x="4662" y="1561"/>
                  </a:lnTo>
                  <a:lnTo>
                    <a:pt x="4682" y="1521"/>
                  </a:lnTo>
                  <a:lnTo>
                    <a:pt x="4721" y="1482"/>
                  </a:lnTo>
                  <a:lnTo>
                    <a:pt x="4721" y="1501"/>
                  </a:lnTo>
                  <a:lnTo>
                    <a:pt x="4721" y="1521"/>
                  </a:lnTo>
                  <a:lnTo>
                    <a:pt x="4701" y="1541"/>
                  </a:lnTo>
                  <a:lnTo>
                    <a:pt x="4741" y="1561"/>
                  </a:lnTo>
                  <a:lnTo>
                    <a:pt x="4761" y="1561"/>
                  </a:lnTo>
                  <a:lnTo>
                    <a:pt x="4800" y="1541"/>
                  </a:lnTo>
                  <a:lnTo>
                    <a:pt x="4840" y="1501"/>
                  </a:lnTo>
                  <a:lnTo>
                    <a:pt x="4879" y="1482"/>
                  </a:lnTo>
                  <a:lnTo>
                    <a:pt x="4761" y="1482"/>
                  </a:lnTo>
                  <a:lnTo>
                    <a:pt x="4682" y="1462"/>
                  </a:lnTo>
                  <a:lnTo>
                    <a:pt x="4642" y="1422"/>
                  </a:lnTo>
                  <a:lnTo>
                    <a:pt x="4603" y="1482"/>
                  </a:lnTo>
                  <a:lnTo>
                    <a:pt x="4563" y="1501"/>
                  </a:lnTo>
                  <a:lnTo>
                    <a:pt x="4524" y="1501"/>
                  </a:lnTo>
                  <a:lnTo>
                    <a:pt x="4484" y="1521"/>
                  </a:lnTo>
                  <a:lnTo>
                    <a:pt x="4484" y="1501"/>
                  </a:lnTo>
                  <a:lnTo>
                    <a:pt x="4464" y="1541"/>
                  </a:lnTo>
                  <a:lnTo>
                    <a:pt x="4425" y="1561"/>
                  </a:lnTo>
                  <a:lnTo>
                    <a:pt x="4385" y="1600"/>
                  </a:lnTo>
                  <a:lnTo>
                    <a:pt x="4445" y="1422"/>
                  </a:lnTo>
                  <a:lnTo>
                    <a:pt x="4425" y="1442"/>
                  </a:lnTo>
                  <a:lnTo>
                    <a:pt x="4405" y="1462"/>
                  </a:lnTo>
                  <a:lnTo>
                    <a:pt x="4405" y="1501"/>
                  </a:lnTo>
                  <a:lnTo>
                    <a:pt x="4366" y="1521"/>
                  </a:lnTo>
                  <a:lnTo>
                    <a:pt x="4306" y="1521"/>
                  </a:lnTo>
                  <a:lnTo>
                    <a:pt x="4247" y="1482"/>
                  </a:lnTo>
                  <a:lnTo>
                    <a:pt x="4227" y="1462"/>
                  </a:lnTo>
                  <a:lnTo>
                    <a:pt x="4208" y="1403"/>
                  </a:lnTo>
                  <a:lnTo>
                    <a:pt x="4208" y="1363"/>
                  </a:lnTo>
                  <a:lnTo>
                    <a:pt x="4227" y="1304"/>
                  </a:lnTo>
                  <a:lnTo>
                    <a:pt x="4188" y="1304"/>
                  </a:lnTo>
                  <a:lnTo>
                    <a:pt x="4148" y="1324"/>
                  </a:lnTo>
                  <a:lnTo>
                    <a:pt x="4109" y="1343"/>
                  </a:lnTo>
                  <a:lnTo>
                    <a:pt x="4069" y="1324"/>
                  </a:lnTo>
                  <a:lnTo>
                    <a:pt x="4129" y="1245"/>
                  </a:lnTo>
                  <a:lnTo>
                    <a:pt x="4050" y="1185"/>
                  </a:lnTo>
                  <a:lnTo>
                    <a:pt x="3951" y="1146"/>
                  </a:lnTo>
                  <a:lnTo>
                    <a:pt x="3872" y="1087"/>
                  </a:lnTo>
                  <a:lnTo>
                    <a:pt x="3832" y="1047"/>
                  </a:lnTo>
                  <a:lnTo>
                    <a:pt x="3813" y="988"/>
                  </a:lnTo>
                  <a:lnTo>
                    <a:pt x="3655" y="1008"/>
                  </a:lnTo>
                  <a:lnTo>
                    <a:pt x="3576" y="1027"/>
                  </a:lnTo>
                  <a:lnTo>
                    <a:pt x="3497" y="1087"/>
                  </a:lnTo>
                  <a:lnTo>
                    <a:pt x="3516" y="1087"/>
                  </a:lnTo>
                  <a:lnTo>
                    <a:pt x="3536" y="1126"/>
                  </a:lnTo>
                  <a:lnTo>
                    <a:pt x="3536" y="1185"/>
                  </a:lnTo>
                  <a:lnTo>
                    <a:pt x="3477" y="1225"/>
                  </a:lnTo>
                  <a:lnTo>
                    <a:pt x="3457" y="1264"/>
                  </a:lnTo>
                  <a:lnTo>
                    <a:pt x="3358" y="1264"/>
                  </a:lnTo>
                  <a:lnTo>
                    <a:pt x="3378" y="1205"/>
                  </a:lnTo>
                  <a:lnTo>
                    <a:pt x="3358" y="1166"/>
                  </a:lnTo>
                  <a:lnTo>
                    <a:pt x="3358" y="1126"/>
                  </a:lnTo>
                  <a:lnTo>
                    <a:pt x="3398" y="1106"/>
                  </a:lnTo>
                  <a:lnTo>
                    <a:pt x="3418" y="1047"/>
                  </a:lnTo>
                  <a:lnTo>
                    <a:pt x="3418" y="1008"/>
                  </a:lnTo>
                  <a:lnTo>
                    <a:pt x="3398" y="988"/>
                  </a:lnTo>
                  <a:lnTo>
                    <a:pt x="3339" y="988"/>
                  </a:lnTo>
                  <a:lnTo>
                    <a:pt x="3319" y="968"/>
                  </a:lnTo>
                  <a:lnTo>
                    <a:pt x="3319" y="929"/>
                  </a:lnTo>
                  <a:lnTo>
                    <a:pt x="3339" y="869"/>
                  </a:lnTo>
                  <a:lnTo>
                    <a:pt x="3299" y="889"/>
                  </a:lnTo>
                  <a:lnTo>
                    <a:pt x="3181" y="889"/>
                  </a:lnTo>
                  <a:lnTo>
                    <a:pt x="3102" y="929"/>
                  </a:lnTo>
                  <a:lnTo>
                    <a:pt x="3141" y="889"/>
                  </a:lnTo>
                  <a:lnTo>
                    <a:pt x="3161" y="869"/>
                  </a:lnTo>
                  <a:lnTo>
                    <a:pt x="3200" y="869"/>
                  </a:lnTo>
                  <a:lnTo>
                    <a:pt x="3220" y="830"/>
                  </a:lnTo>
                  <a:lnTo>
                    <a:pt x="3161" y="850"/>
                  </a:lnTo>
                  <a:lnTo>
                    <a:pt x="3161" y="850"/>
                  </a:lnTo>
                  <a:lnTo>
                    <a:pt x="3200" y="790"/>
                  </a:lnTo>
                  <a:lnTo>
                    <a:pt x="3161" y="771"/>
                  </a:lnTo>
                  <a:lnTo>
                    <a:pt x="3141" y="771"/>
                  </a:lnTo>
                  <a:lnTo>
                    <a:pt x="3062" y="810"/>
                  </a:lnTo>
                  <a:lnTo>
                    <a:pt x="2983" y="889"/>
                  </a:lnTo>
                  <a:lnTo>
                    <a:pt x="2924" y="929"/>
                  </a:lnTo>
                  <a:lnTo>
                    <a:pt x="2944" y="909"/>
                  </a:lnTo>
                  <a:lnTo>
                    <a:pt x="2884" y="929"/>
                  </a:lnTo>
                  <a:lnTo>
                    <a:pt x="3003" y="790"/>
                  </a:lnTo>
                  <a:lnTo>
                    <a:pt x="3003" y="790"/>
                  </a:lnTo>
                  <a:lnTo>
                    <a:pt x="2944" y="810"/>
                  </a:lnTo>
                  <a:lnTo>
                    <a:pt x="2884" y="850"/>
                  </a:lnTo>
                  <a:lnTo>
                    <a:pt x="2825" y="889"/>
                  </a:lnTo>
                  <a:lnTo>
                    <a:pt x="2766" y="909"/>
                  </a:lnTo>
                  <a:lnTo>
                    <a:pt x="2786" y="850"/>
                  </a:lnTo>
                  <a:lnTo>
                    <a:pt x="2706" y="889"/>
                  </a:lnTo>
                  <a:lnTo>
                    <a:pt x="2746" y="850"/>
                  </a:lnTo>
                  <a:lnTo>
                    <a:pt x="2667" y="909"/>
                  </a:lnTo>
                  <a:lnTo>
                    <a:pt x="2608" y="929"/>
                  </a:lnTo>
                  <a:lnTo>
                    <a:pt x="2548" y="948"/>
                  </a:lnTo>
                  <a:lnTo>
                    <a:pt x="2489" y="988"/>
                  </a:lnTo>
                  <a:lnTo>
                    <a:pt x="2489" y="948"/>
                  </a:lnTo>
                  <a:lnTo>
                    <a:pt x="2489" y="869"/>
                  </a:lnTo>
                  <a:lnTo>
                    <a:pt x="2489" y="830"/>
                  </a:lnTo>
                  <a:lnTo>
                    <a:pt x="2469" y="850"/>
                  </a:lnTo>
                  <a:lnTo>
                    <a:pt x="2450" y="869"/>
                  </a:lnTo>
                  <a:lnTo>
                    <a:pt x="2548" y="692"/>
                  </a:lnTo>
                  <a:lnTo>
                    <a:pt x="2568" y="692"/>
                  </a:lnTo>
                  <a:lnTo>
                    <a:pt x="2588" y="711"/>
                  </a:lnTo>
                  <a:lnTo>
                    <a:pt x="2568" y="771"/>
                  </a:lnTo>
                  <a:lnTo>
                    <a:pt x="2568" y="810"/>
                  </a:lnTo>
                  <a:lnTo>
                    <a:pt x="2627" y="810"/>
                  </a:lnTo>
                  <a:lnTo>
                    <a:pt x="2647" y="711"/>
                  </a:lnTo>
                  <a:lnTo>
                    <a:pt x="2627" y="632"/>
                  </a:lnTo>
                  <a:lnTo>
                    <a:pt x="2608" y="573"/>
                  </a:lnTo>
                  <a:lnTo>
                    <a:pt x="2568" y="534"/>
                  </a:lnTo>
                  <a:lnTo>
                    <a:pt x="2469" y="474"/>
                  </a:lnTo>
                  <a:lnTo>
                    <a:pt x="2351" y="435"/>
                  </a:lnTo>
                  <a:lnTo>
                    <a:pt x="2311" y="455"/>
                  </a:lnTo>
                  <a:lnTo>
                    <a:pt x="2252" y="435"/>
                  </a:lnTo>
                  <a:lnTo>
                    <a:pt x="2173" y="395"/>
                  </a:lnTo>
                  <a:lnTo>
                    <a:pt x="2134" y="376"/>
                  </a:lnTo>
                  <a:lnTo>
                    <a:pt x="2074" y="376"/>
                  </a:lnTo>
                  <a:lnTo>
                    <a:pt x="2035" y="415"/>
                  </a:lnTo>
                  <a:lnTo>
                    <a:pt x="1956" y="474"/>
                  </a:lnTo>
                  <a:lnTo>
                    <a:pt x="2035" y="376"/>
                  </a:lnTo>
                  <a:lnTo>
                    <a:pt x="1916" y="198"/>
                  </a:lnTo>
                  <a:lnTo>
                    <a:pt x="1818" y="158"/>
                  </a:lnTo>
                  <a:lnTo>
                    <a:pt x="1719" y="99"/>
                  </a:lnTo>
                  <a:lnTo>
                    <a:pt x="1660" y="79"/>
                  </a:lnTo>
                  <a:lnTo>
                    <a:pt x="1541" y="79"/>
                  </a:lnTo>
                  <a:lnTo>
                    <a:pt x="1482" y="119"/>
                  </a:lnTo>
                  <a:lnTo>
                    <a:pt x="1482" y="119"/>
                  </a:lnTo>
                  <a:lnTo>
                    <a:pt x="150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11"/>
            <p:cNvSpPr/>
            <p:nvPr/>
          </p:nvSpPr>
          <p:spPr>
            <a:xfrm>
              <a:off x="-1255850" y="3936575"/>
              <a:ext cx="1000" cy="1025"/>
            </a:xfrm>
            <a:custGeom>
              <a:rect b="b" l="l" r="r" t="t"/>
              <a:pathLst>
                <a:path extrusionOk="0" h="41" w="40">
                  <a:moveTo>
                    <a:pt x="40" y="1"/>
                  </a:moveTo>
                  <a:lnTo>
                    <a:pt x="4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11"/>
            <p:cNvSpPr/>
            <p:nvPr/>
          </p:nvSpPr>
          <p:spPr>
            <a:xfrm>
              <a:off x="-1226725" y="3948425"/>
              <a:ext cx="525" cy="1025"/>
            </a:xfrm>
            <a:custGeom>
              <a:rect b="b" l="l" r="r" t="t"/>
              <a:pathLst>
                <a:path extrusionOk="0" h="41" w="21">
                  <a:moveTo>
                    <a:pt x="21" y="1"/>
                  </a:moveTo>
                  <a:lnTo>
                    <a:pt x="2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11"/>
            <p:cNvSpPr/>
            <p:nvPr/>
          </p:nvSpPr>
          <p:spPr>
            <a:xfrm>
              <a:off x="-1426225" y="3852150"/>
              <a:ext cx="310150" cy="250875"/>
            </a:xfrm>
            <a:custGeom>
              <a:rect b="b" l="l" r="r" t="t"/>
              <a:pathLst>
                <a:path extrusionOk="0" h="10035" w="12406">
                  <a:moveTo>
                    <a:pt x="2470" y="0"/>
                  </a:moveTo>
                  <a:lnTo>
                    <a:pt x="2391" y="20"/>
                  </a:lnTo>
                  <a:lnTo>
                    <a:pt x="2332" y="60"/>
                  </a:lnTo>
                  <a:lnTo>
                    <a:pt x="2174" y="158"/>
                  </a:lnTo>
                  <a:lnTo>
                    <a:pt x="2016" y="316"/>
                  </a:lnTo>
                  <a:lnTo>
                    <a:pt x="1858" y="514"/>
                  </a:lnTo>
                  <a:lnTo>
                    <a:pt x="1700" y="731"/>
                  </a:lnTo>
                  <a:lnTo>
                    <a:pt x="1522" y="988"/>
                  </a:lnTo>
                  <a:lnTo>
                    <a:pt x="1364" y="1284"/>
                  </a:lnTo>
                  <a:lnTo>
                    <a:pt x="1344" y="1284"/>
                  </a:lnTo>
                  <a:lnTo>
                    <a:pt x="1324" y="1324"/>
                  </a:lnTo>
                  <a:lnTo>
                    <a:pt x="1324" y="1363"/>
                  </a:lnTo>
                  <a:lnTo>
                    <a:pt x="1265" y="1422"/>
                  </a:lnTo>
                  <a:lnTo>
                    <a:pt x="1226" y="1501"/>
                  </a:lnTo>
                  <a:lnTo>
                    <a:pt x="1226" y="1521"/>
                  </a:lnTo>
                  <a:lnTo>
                    <a:pt x="1226" y="1541"/>
                  </a:lnTo>
                  <a:lnTo>
                    <a:pt x="989" y="1995"/>
                  </a:lnTo>
                  <a:lnTo>
                    <a:pt x="752" y="2450"/>
                  </a:lnTo>
                  <a:lnTo>
                    <a:pt x="554" y="2904"/>
                  </a:lnTo>
                  <a:lnTo>
                    <a:pt x="376" y="3338"/>
                  </a:lnTo>
                  <a:lnTo>
                    <a:pt x="218" y="3733"/>
                  </a:lnTo>
                  <a:lnTo>
                    <a:pt x="100" y="4049"/>
                  </a:lnTo>
                  <a:lnTo>
                    <a:pt x="21" y="4306"/>
                  </a:lnTo>
                  <a:lnTo>
                    <a:pt x="1" y="4464"/>
                  </a:lnTo>
                  <a:lnTo>
                    <a:pt x="21" y="4524"/>
                  </a:lnTo>
                  <a:lnTo>
                    <a:pt x="40" y="4563"/>
                  </a:lnTo>
                  <a:lnTo>
                    <a:pt x="139" y="4701"/>
                  </a:lnTo>
                  <a:lnTo>
                    <a:pt x="277" y="4840"/>
                  </a:lnTo>
                  <a:lnTo>
                    <a:pt x="495" y="4978"/>
                  </a:lnTo>
                  <a:lnTo>
                    <a:pt x="732" y="5156"/>
                  </a:lnTo>
                  <a:lnTo>
                    <a:pt x="1008" y="5333"/>
                  </a:lnTo>
                  <a:lnTo>
                    <a:pt x="1680" y="5709"/>
                  </a:lnTo>
                  <a:lnTo>
                    <a:pt x="2411" y="6104"/>
                  </a:lnTo>
                  <a:lnTo>
                    <a:pt x="3201" y="6519"/>
                  </a:lnTo>
                  <a:lnTo>
                    <a:pt x="4662" y="7269"/>
                  </a:lnTo>
                  <a:lnTo>
                    <a:pt x="6243" y="8099"/>
                  </a:lnTo>
                  <a:lnTo>
                    <a:pt x="7131" y="8592"/>
                  </a:lnTo>
                  <a:lnTo>
                    <a:pt x="8040" y="9067"/>
                  </a:lnTo>
                  <a:lnTo>
                    <a:pt x="8889" y="9481"/>
                  </a:lnTo>
                  <a:lnTo>
                    <a:pt x="9620" y="9797"/>
                  </a:lnTo>
                  <a:lnTo>
                    <a:pt x="9916" y="9916"/>
                  </a:lnTo>
                  <a:lnTo>
                    <a:pt x="10173" y="9995"/>
                  </a:lnTo>
                  <a:lnTo>
                    <a:pt x="10371" y="10034"/>
                  </a:lnTo>
                  <a:lnTo>
                    <a:pt x="10450" y="10034"/>
                  </a:lnTo>
                  <a:lnTo>
                    <a:pt x="10509" y="10015"/>
                  </a:lnTo>
                  <a:lnTo>
                    <a:pt x="10588" y="9955"/>
                  </a:lnTo>
                  <a:lnTo>
                    <a:pt x="10667" y="9857"/>
                  </a:lnTo>
                  <a:lnTo>
                    <a:pt x="10687" y="9837"/>
                  </a:lnTo>
                  <a:lnTo>
                    <a:pt x="10687" y="9817"/>
                  </a:lnTo>
                  <a:lnTo>
                    <a:pt x="10707" y="9797"/>
                  </a:lnTo>
                  <a:lnTo>
                    <a:pt x="10726" y="9797"/>
                  </a:lnTo>
                  <a:lnTo>
                    <a:pt x="10726" y="9778"/>
                  </a:lnTo>
                  <a:lnTo>
                    <a:pt x="10746" y="9738"/>
                  </a:lnTo>
                  <a:lnTo>
                    <a:pt x="10766" y="9718"/>
                  </a:lnTo>
                  <a:lnTo>
                    <a:pt x="10904" y="9481"/>
                  </a:lnTo>
                  <a:lnTo>
                    <a:pt x="11042" y="9225"/>
                  </a:lnTo>
                  <a:lnTo>
                    <a:pt x="11319" y="8573"/>
                  </a:lnTo>
                  <a:lnTo>
                    <a:pt x="11516" y="8099"/>
                  </a:lnTo>
                  <a:lnTo>
                    <a:pt x="11714" y="7605"/>
                  </a:lnTo>
                  <a:lnTo>
                    <a:pt x="12050" y="6637"/>
                  </a:lnTo>
                  <a:lnTo>
                    <a:pt x="12306" y="5827"/>
                  </a:lnTo>
                  <a:lnTo>
                    <a:pt x="12366" y="5551"/>
                  </a:lnTo>
                  <a:lnTo>
                    <a:pt x="12405" y="5353"/>
                  </a:lnTo>
                  <a:lnTo>
                    <a:pt x="12385" y="5274"/>
                  </a:lnTo>
                  <a:lnTo>
                    <a:pt x="12326" y="5195"/>
                  </a:lnTo>
                  <a:lnTo>
                    <a:pt x="12247" y="5096"/>
                  </a:lnTo>
                  <a:lnTo>
                    <a:pt x="12129" y="4998"/>
                  </a:lnTo>
                  <a:lnTo>
                    <a:pt x="11832" y="4800"/>
                  </a:lnTo>
                  <a:lnTo>
                    <a:pt x="11418" y="4563"/>
                  </a:lnTo>
                  <a:lnTo>
                    <a:pt x="11358" y="4524"/>
                  </a:lnTo>
                  <a:lnTo>
                    <a:pt x="11339" y="4524"/>
                  </a:lnTo>
                  <a:lnTo>
                    <a:pt x="11260" y="4484"/>
                  </a:lnTo>
                  <a:lnTo>
                    <a:pt x="11260" y="4464"/>
                  </a:lnTo>
                  <a:lnTo>
                    <a:pt x="11240" y="4464"/>
                  </a:lnTo>
                  <a:lnTo>
                    <a:pt x="11220" y="4445"/>
                  </a:lnTo>
                  <a:lnTo>
                    <a:pt x="10233" y="3970"/>
                  </a:lnTo>
                  <a:lnTo>
                    <a:pt x="8435" y="3101"/>
                  </a:lnTo>
                  <a:lnTo>
                    <a:pt x="7447" y="2627"/>
                  </a:lnTo>
                  <a:lnTo>
                    <a:pt x="6499" y="2134"/>
                  </a:lnTo>
                  <a:lnTo>
                    <a:pt x="4761" y="1205"/>
                  </a:lnTo>
                  <a:lnTo>
                    <a:pt x="3537" y="553"/>
                  </a:lnTo>
                  <a:lnTo>
                    <a:pt x="2588" y="20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11"/>
            <p:cNvSpPr/>
            <p:nvPr/>
          </p:nvSpPr>
          <p:spPr>
            <a:xfrm>
              <a:off x="-1160050" y="3541050"/>
              <a:ext cx="44950" cy="29150"/>
            </a:xfrm>
            <a:custGeom>
              <a:rect b="b" l="l" r="r" t="t"/>
              <a:pathLst>
                <a:path extrusionOk="0" h="1166" w="1798">
                  <a:moveTo>
                    <a:pt x="1699" y="0"/>
                  </a:moveTo>
                  <a:lnTo>
                    <a:pt x="1679" y="139"/>
                  </a:lnTo>
                  <a:lnTo>
                    <a:pt x="1659" y="336"/>
                  </a:lnTo>
                  <a:lnTo>
                    <a:pt x="1679" y="514"/>
                  </a:lnTo>
                  <a:lnTo>
                    <a:pt x="1699" y="554"/>
                  </a:lnTo>
                  <a:lnTo>
                    <a:pt x="1245" y="751"/>
                  </a:lnTo>
                  <a:lnTo>
                    <a:pt x="889" y="889"/>
                  </a:lnTo>
                  <a:lnTo>
                    <a:pt x="632" y="988"/>
                  </a:lnTo>
                  <a:lnTo>
                    <a:pt x="376" y="1067"/>
                  </a:lnTo>
                  <a:lnTo>
                    <a:pt x="297" y="1067"/>
                  </a:lnTo>
                  <a:lnTo>
                    <a:pt x="237" y="1047"/>
                  </a:lnTo>
                  <a:lnTo>
                    <a:pt x="178" y="968"/>
                  </a:lnTo>
                  <a:lnTo>
                    <a:pt x="139" y="889"/>
                  </a:lnTo>
                  <a:lnTo>
                    <a:pt x="119" y="791"/>
                  </a:lnTo>
                  <a:lnTo>
                    <a:pt x="99" y="712"/>
                  </a:lnTo>
                  <a:lnTo>
                    <a:pt x="119" y="633"/>
                  </a:lnTo>
                  <a:lnTo>
                    <a:pt x="0" y="692"/>
                  </a:lnTo>
                  <a:lnTo>
                    <a:pt x="40" y="850"/>
                  </a:lnTo>
                  <a:lnTo>
                    <a:pt x="79" y="988"/>
                  </a:lnTo>
                  <a:lnTo>
                    <a:pt x="139" y="1107"/>
                  </a:lnTo>
                  <a:lnTo>
                    <a:pt x="178" y="1146"/>
                  </a:lnTo>
                  <a:lnTo>
                    <a:pt x="218" y="1166"/>
                  </a:lnTo>
                  <a:lnTo>
                    <a:pt x="297" y="1166"/>
                  </a:lnTo>
                  <a:lnTo>
                    <a:pt x="376" y="1146"/>
                  </a:lnTo>
                  <a:lnTo>
                    <a:pt x="593" y="1087"/>
                  </a:lnTo>
                  <a:lnTo>
                    <a:pt x="830" y="1008"/>
                  </a:lnTo>
                  <a:lnTo>
                    <a:pt x="1106" y="889"/>
                  </a:lnTo>
                  <a:lnTo>
                    <a:pt x="1580" y="692"/>
                  </a:lnTo>
                  <a:lnTo>
                    <a:pt x="1798" y="593"/>
                  </a:lnTo>
                  <a:lnTo>
                    <a:pt x="1758" y="554"/>
                  </a:lnTo>
                  <a:lnTo>
                    <a:pt x="1738" y="415"/>
                  </a:lnTo>
                  <a:lnTo>
                    <a:pt x="1719" y="336"/>
                  </a:lnTo>
                  <a:lnTo>
                    <a:pt x="1719" y="238"/>
                  </a:lnTo>
                  <a:lnTo>
                    <a:pt x="1758" y="119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11"/>
            <p:cNvSpPr/>
            <p:nvPr/>
          </p:nvSpPr>
          <p:spPr>
            <a:xfrm>
              <a:off x="-1201050" y="3651650"/>
              <a:ext cx="61750" cy="19800"/>
            </a:xfrm>
            <a:custGeom>
              <a:rect b="b" l="l" r="r" t="t"/>
              <a:pathLst>
                <a:path extrusionOk="0" h="792" w="2470">
                  <a:moveTo>
                    <a:pt x="2154" y="1"/>
                  </a:moveTo>
                  <a:lnTo>
                    <a:pt x="1917" y="60"/>
                  </a:lnTo>
                  <a:lnTo>
                    <a:pt x="1166" y="218"/>
                  </a:lnTo>
                  <a:lnTo>
                    <a:pt x="929" y="277"/>
                  </a:lnTo>
                  <a:lnTo>
                    <a:pt x="712" y="357"/>
                  </a:lnTo>
                  <a:lnTo>
                    <a:pt x="514" y="455"/>
                  </a:lnTo>
                  <a:lnTo>
                    <a:pt x="337" y="554"/>
                  </a:lnTo>
                  <a:lnTo>
                    <a:pt x="100" y="732"/>
                  </a:lnTo>
                  <a:lnTo>
                    <a:pt x="1" y="791"/>
                  </a:lnTo>
                  <a:lnTo>
                    <a:pt x="100" y="752"/>
                  </a:lnTo>
                  <a:lnTo>
                    <a:pt x="337" y="633"/>
                  </a:lnTo>
                  <a:lnTo>
                    <a:pt x="672" y="495"/>
                  </a:lnTo>
                  <a:lnTo>
                    <a:pt x="870" y="436"/>
                  </a:lnTo>
                  <a:lnTo>
                    <a:pt x="1087" y="376"/>
                  </a:lnTo>
                  <a:lnTo>
                    <a:pt x="1542" y="317"/>
                  </a:lnTo>
                  <a:lnTo>
                    <a:pt x="1996" y="277"/>
                  </a:lnTo>
                  <a:lnTo>
                    <a:pt x="2470" y="238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11"/>
            <p:cNvSpPr/>
            <p:nvPr/>
          </p:nvSpPr>
          <p:spPr>
            <a:xfrm>
              <a:off x="-1604475" y="3372675"/>
              <a:ext cx="1500" cy="25"/>
            </a:xfrm>
            <a:custGeom>
              <a:rect b="b" l="l" r="r" t="t"/>
              <a:pathLst>
                <a:path extrusionOk="0" h="1" w="60">
                  <a:moveTo>
                    <a:pt x="60" y="0"/>
                  </a:moveTo>
                  <a:lnTo>
                    <a:pt x="6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11"/>
            <p:cNvSpPr/>
            <p:nvPr/>
          </p:nvSpPr>
          <p:spPr>
            <a:xfrm>
              <a:off x="-1617800" y="3278850"/>
              <a:ext cx="158525" cy="230125"/>
            </a:xfrm>
            <a:custGeom>
              <a:rect b="b" l="l" r="r" t="t"/>
              <a:pathLst>
                <a:path extrusionOk="0" h="9205" w="6341">
                  <a:moveTo>
                    <a:pt x="1245" y="4089"/>
                  </a:moveTo>
                  <a:lnTo>
                    <a:pt x="1324" y="4148"/>
                  </a:lnTo>
                  <a:lnTo>
                    <a:pt x="1324" y="4148"/>
                  </a:lnTo>
                  <a:lnTo>
                    <a:pt x="1284" y="4109"/>
                  </a:lnTo>
                  <a:lnTo>
                    <a:pt x="1245" y="4089"/>
                  </a:lnTo>
                  <a:close/>
                  <a:moveTo>
                    <a:pt x="2054" y="5570"/>
                  </a:moveTo>
                  <a:lnTo>
                    <a:pt x="1995" y="5590"/>
                  </a:lnTo>
                  <a:lnTo>
                    <a:pt x="1857" y="5728"/>
                  </a:lnTo>
                  <a:lnTo>
                    <a:pt x="1896" y="5728"/>
                  </a:lnTo>
                  <a:lnTo>
                    <a:pt x="1916" y="5748"/>
                  </a:lnTo>
                  <a:lnTo>
                    <a:pt x="1896" y="5787"/>
                  </a:lnTo>
                  <a:lnTo>
                    <a:pt x="1896" y="5827"/>
                  </a:lnTo>
                  <a:lnTo>
                    <a:pt x="1877" y="5847"/>
                  </a:lnTo>
                  <a:lnTo>
                    <a:pt x="1896" y="5867"/>
                  </a:lnTo>
                  <a:lnTo>
                    <a:pt x="1956" y="5807"/>
                  </a:lnTo>
                  <a:lnTo>
                    <a:pt x="2015" y="5787"/>
                  </a:lnTo>
                  <a:lnTo>
                    <a:pt x="1995" y="5847"/>
                  </a:lnTo>
                  <a:lnTo>
                    <a:pt x="2173" y="5728"/>
                  </a:lnTo>
                  <a:lnTo>
                    <a:pt x="2153" y="5728"/>
                  </a:lnTo>
                  <a:lnTo>
                    <a:pt x="2153" y="5708"/>
                  </a:lnTo>
                  <a:lnTo>
                    <a:pt x="2133" y="5689"/>
                  </a:lnTo>
                  <a:lnTo>
                    <a:pt x="2074" y="5689"/>
                  </a:lnTo>
                  <a:lnTo>
                    <a:pt x="2054" y="5669"/>
                  </a:lnTo>
                  <a:lnTo>
                    <a:pt x="2074" y="5629"/>
                  </a:lnTo>
                  <a:lnTo>
                    <a:pt x="2133" y="5629"/>
                  </a:lnTo>
                  <a:lnTo>
                    <a:pt x="2114" y="5610"/>
                  </a:lnTo>
                  <a:lnTo>
                    <a:pt x="2094" y="5570"/>
                  </a:lnTo>
                  <a:close/>
                  <a:moveTo>
                    <a:pt x="3321" y="7543"/>
                  </a:moveTo>
                  <a:lnTo>
                    <a:pt x="3319" y="7545"/>
                  </a:lnTo>
                  <a:lnTo>
                    <a:pt x="3338" y="7545"/>
                  </a:lnTo>
                  <a:lnTo>
                    <a:pt x="3321" y="7543"/>
                  </a:lnTo>
                  <a:close/>
                  <a:moveTo>
                    <a:pt x="1640" y="0"/>
                  </a:moveTo>
                  <a:lnTo>
                    <a:pt x="0" y="810"/>
                  </a:lnTo>
                  <a:lnTo>
                    <a:pt x="1087" y="3259"/>
                  </a:lnTo>
                  <a:lnTo>
                    <a:pt x="1225" y="3200"/>
                  </a:lnTo>
                  <a:lnTo>
                    <a:pt x="1383" y="3180"/>
                  </a:lnTo>
                  <a:lnTo>
                    <a:pt x="1383" y="3180"/>
                  </a:lnTo>
                  <a:lnTo>
                    <a:pt x="1343" y="3200"/>
                  </a:lnTo>
                  <a:lnTo>
                    <a:pt x="1324" y="3259"/>
                  </a:lnTo>
                  <a:lnTo>
                    <a:pt x="1324" y="3318"/>
                  </a:lnTo>
                  <a:lnTo>
                    <a:pt x="1304" y="3378"/>
                  </a:lnTo>
                  <a:lnTo>
                    <a:pt x="1225" y="3417"/>
                  </a:lnTo>
                  <a:lnTo>
                    <a:pt x="1166" y="3457"/>
                  </a:lnTo>
                  <a:lnTo>
                    <a:pt x="1106" y="3516"/>
                  </a:lnTo>
                  <a:lnTo>
                    <a:pt x="1087" y="3516"/>
                  </a:lnTo>
                  <a:lnTo>
                    <a:pt x="1047" y="3496"/>
                  </a:lnTo>
                  <a:lnTo>
                    <a:pt x="1146" y="3397"/>
                  </a:lnTo>
                  <a:lnTo>
                    <a:pt x="1166" y="3378"/>
                  </a:lnTo>
                  <a:lnTo>
                    <a:pt x="1126" y="3378"/>
                  </a:lnTo>
                  <a:lnTo>
                    <a:pt x="1027" y="3496"/>
                  </a:lnTo>
                  <a:lnTo>
                    <a:pt x="929" y="3635"/>
                  </a:lnTo>
                  <a:lnTo>
                    <a:pt x="850" y="3654"/>
                  </a:lnTo>
                  <a:lnTo>
                    <a:pt x="810" y="3654"/>
                  </a:lnTo>
                  <a:lnTo>
                    <a:pt x="790" y="3635"/>
                  </a:lnTo>
                  <a:lnTo>
                    <a:pt x="850" y="3615"/>
                  </a:lnTo>
                  <a:lnTo>
                    <a:pt x="909" y="3575"/>
                  </a:lnTo>
                  <a:lnTo>
                    <a:pt x="810" y="3575"/>
                  </a:lnTo>
                  <a:lnTo>
                    <a:pt x="731" y="3635"/>
                  </a:lnTo>
                  <a:lnTo>
                    <a:pt x="652" y="3694"/>
                  </a:lnTo>
                  <a:lnTo>
                    <a:pt x="593" y="3753"/>
                  </a:lnTo>
                  <a:lnTo>
                    <a:pt x="632" y="3793"/>
                  </a:lnTo>
                  <a:lnTo>
                    <a:pt x="652" y="3793"/>
                  </a:lnTo>
                  <a:lnTo>
                    <a:pt x="691" y="3773"/>
                  </a:lnTo>
                  <a:lnTo>
                    <a:pt x="652" y="3832"/>
                  </a:lnTo>
                  <a:lnTo>
                    <a:pt x="652" y="3852"/>
                  </a:lnTo>
                  <a:lnTo>
                    <a:pt x="691" y="3872"/>
                  </a:lnTo>
                  <a:lnTo>
                    <a:pt x="731" y="3891"/>
                  </a:lnTo>
                  <a:lnTo>
                    <a:pt x="770" y="3911"/>
                  </a:lnTo>
                  <a:lnTo>
                    <a:pt x="790" y="3931"/>
                  </a:lnTo>
                  <a:lnTo>
                    <a:pt x="790" y="3970"/>
                  </a:lnTo>
                  <a:lnTo>
                    <a:pt x="770" y="4010"/>
                  </a:lnTo>
                  <a:lnTo>
                    <a:pt x="830" y="3970"/>
                  </a:lnTo>
                  <a:lnTo>
                    <a:pt x="869" y="3951"/>
                  </a:lnTo>
                  <a:lnTo>
                    <a:pt x="929" y="3951"/>
                  </a:lnTo>
                  <a:lnTo>
                    <a:pt x="929" y="3970"/>
                  </a:lnTo>
                  <a:lnTo>
                    <a:pt x="929" y="3990"/>
                  </a:lnTo>
                  <a:lnTo>
                    <a:pt x="909" y="4010"/>
                  </a:lnTo>
                  <a:lnTo>
                    <a:pt x="830" y="4089"/>
                  </a:lnTo>
                  <a:lnTo>
                    <a:pt x="889" y="4089"/>
                  </a:lnTo>
                  <a:lnTo>
                    <a:pt x="948" y="4109"/>
                  </a:lnTo>
                  <a:lnTo>
                    <a:pt x="968" y="4128"/>
                  </a:lnTo>
                  <a:lnTo>
                    <a:pt x="968" y="4148"/>
                  </a:lnTo>
                  <a:lnTo>
                    <a:pt x="988" y="4148"/>
                  </a:lnTo>
                  <a:lnTo>
                    <a:pt x="1027" y="4128"/>
                  </a:lnTo>
                  <a:lnTo>
                    <a:pt x="1106" y="4089"/>
                  </a:lnTo>
                  <a:lnTo>
                    <a:pt x="1185" y="4030"/>
                  </a:lnTo>
                  <a:lnTo>
                    <a:pt x="1245" y="4010"/>
                  </a:lnTo>
                  <a:lnTo>
                    <a:pt x="1383" y="4010"/>
                  </a:lnTo>
                  <a:lnTo>
                    <a:pt x="1383" y="4030"/>
                  </a:lnTo>
                  <a:lnTo>
                    <a:pt x="1383" y="4069"/>
                  </a:lnTo>
                  <a:lnTo>
                    <a:pt x="1403" y="4089"/>
                  </a:lnTo>
                  <a:lnTo>
                    <a:pt x="1422" y="4109"/>
                  </a:lnTo>
                  <a:lnTo>
                    <a:pt x="1363" y="4148"/>
                  </a:lnTo>
                  <a:lnTo>
                    <a:pt x="1324" y="4148"/>
                  </a:lnTo>
                  <a:lnTo>
                    <a:pt x="1403" y="4207"/>
                  </a:lnTo>
                  <a:lnTo>
                    <a:pt x="1343" y="4247"/>
                  </a:lnTo>
                  <a:lnTo>
                    <a:pt x="1304" y="4267"/>
                  </a:lnTo>
                  <a:lnTo>
                    <a:pt x="1264" y="4247"/>
                  </a:lnTo>
                  <a:lnTo>
                    <a:pt x="1245" y="4207"/>
                  </a:lnTo>
                  <a:lnTo>
                    <a:pt x="1225" y="4247"/>
                  </a:lnTo>
                  <a:lnTo>
                    <a:pt x="1225" y="4286"/>
                  </a:lnTo>
                  <a:lnTo>
                    <a:pt x="1245" y="4306"/>
                  </a:lnTo>
                  <a:lnTo>
                    <a:pt x="1264" y="4326"/>
                  </a:lnTo>
                  <a:lnTo>
                    <a:pt x="1343" y="4326"/>
                  </a:lnTo>
                  <a:lnTo>
                    <a:pt x="1442" y="4306"/>
                  </a:lnTo>
                  <a:lnTo>
                    <a:pt x="1442" y="4365"/>
                  </a:lnTo>
                  <a:lnTo>
                    <a:pt x="1442" y="4385"/>
                  </a:lnTo>
                  <a:lnTo>
                    <a:pt x="1422" y="4425"/>
                  </a:lnTo>
                  <a:lnTo>
                    <a:pt x="1343" y="4444"/>
                  </a:lnTo>
                  <a:lnTo>
                    <a:pt x="1245" y="4484"/>
                  </a:lnTo>
                  <a:lnTo>
                    <a:pt x="1146" y="4504"/>
                  </a:lnTo>
                  <a:lnTo>
                    <a:pt x="1067" y="4504"/>
                  </a:lnTo>
                  <a:lnTo>
                    <a:pt x="1067" y="4464"/>
                  </a:lnTo>
                  <a:lnTo>
                    <a:pt x="1087" y="4444"/>
                  </a:lnTo>
                  <a:lnTo>
                    <a:pt x="1146" y="4425"/>
                  </a:lnTo>
                  <a:lnTo>
                    <a:pt x="1205" y="4405"/>
                  </a:lnTo>
                  <a:lnTo>
                    <a:pt x="1225" y="4385"/>
                  </a:lnTo>
                  <a:lnTo>
                    <a:pt x="1245" y="4365"/>
                  </a:lnTo>
                  <a:lnTo>
                    <a:pt x="1106" y="4405"/>
                  </a:lnTo>
                  <a:lnTo>
                    <a:pt x="1126" y="4385"/>
                  </a:lnTo>
                  <a:lnTo>
                    <a:pt x="1106" y="4365"/>
                  </a:lnTo>
                  <a:lnTo>
                    <a:pt x="1067" y="4346"/>
                  </a:lnTo>
                  <a:lnTo>
                    <a:pt x="1027" y="4326"/>
                  </a:lnTo>
                  <a:lnTo>
                    <a:pt x="1047" y="4326"/>
                  </a:lnTo>
                  <a:lnTo>
                    <a:pt x="1067" y="4306"/>
                  </a:lnTo>
                  <a:lnTo>
                    <a:pt x="1106" y="4326"/>
                  </a:lnTo>
                  <a:lnTo>
                    <a:pt x="1087" y="4267"/>
                  </a:lnTo>
                  <a:lnTo>
                    <a:pt x="1067" y="4227"/>
                  </a:lnTo>
                  <a:lnTo>
                    <a:pt x="1027" y="4207"/>
                  </a:lnTo>
                  <a:lnTo>
                    <a:pt x="929" y="4207"/>
                  </a:lnTo>
                  <a:lnTo>
                    <a:pt x="909" y="4247"/>
                  </a:lnTo>
                  <a:lnTo>
                    <a:pt x="929" y="4286"/>
                  </a:lnTo>
                  <a:lnTo>
                    <a:pt x="968" y="4365"/>
                  </a:lnTo>
                  <a:lnTo>
                    <a:pt x="988" y="4425"/>
                  </a:lnTo>
                  <a:lnTo>
                    <a:pt x="988" y="4464"/>
                  </a:lnTo>
                  <a:lnTo>
                    <a:pt x="948" y="4504"/>
                  </a:lnTo>
                  <a:lnTo>
                    <a:pt x="1225" y="4602"/>
                  </a:lnTo>
                  <a:lnTo>
                    <a:pt x="1324" y="4504"/>
                  </a:lnTo>
                  <a:lnTo>
                    <a:pt x="1383" y="4484"/>
                  </a:lnTo>
                  <a:lnTo>
                    <a:pt x="1462" y="4464"/>
                  </a:lnTo>
                  <a:lnTo>
                    <a:pt x="1363" y="4523"/>
                  </a:lnTo>
                  <a:lnTo>
                    <a:pt x="1324" y="4602"/>
                  </a:lnTo>
                  <a:lnTo>
                    <a:pt x="1284" y="4662"/>
                  </a:lnTo>
                  <a:lnTo>
                    <a:pt x="1284" y="4721"/>
                  </a:lnTo>
                  <a:lnTo>
                    <a:pt x="1343" y="4701"/>
                  </a:lnTo>
                  <a:lnTo>
                    <a:pt x="1383" y="4681"/>
                  </a:lnTo>
                  <a:lnTo>
                    <a:pt x="1462" y="4681"/>
                  </a:lnTo>
                  <a:lnTo>
                    <a:pt x="1521" y="4701"/>
                  </a:lnTo>
                  <a:lnTo>
                    <a:pt x="1561" y="4681"/>
                  </a:lnTo>
                  <a:lnTo>
                    <a:pt x="1600" y="4662"/>
                  </a:lnTo>
                  <a:lnTo>
                    <a:pt x="1561" y="4642"/>
                  </a:lnTo>
                  <a:lnTo>
                    <a:pt x="1580" y="4622"/>
                  </a:lnTo>
                  <a:lnTo>
                    <a:pt x="1640" y="4563"/>
                  </a:lnTo>
                  <a:lnTo>
                    <a:pt x="1659" y="4583"/>
                  </a:lnTo>
                  <a:lnTo>
                    <a:pt x="1699" y="4583"/>
                  </a:lnTo>
                  <a:lnTo>
                    <a:pt x="1758" y="4563"/>
                  </a:lnTo>
                  <a:lnTo>
                    <a:pt x="1798" y="4543"/>
                  </a:lnTo>
                  <a:lnTo>
                    <a:pt x="1817" y="4543"/>
                  </a:lnTo>
                  <a:lnTo>
                    <a:pt x="1817" y="4602"/>
                  </a:lnTo>
                  <a:lnTo>
                    <a:pt x="1778" y="4622"/>
                  </a:lnTo>
                  <a:lnTo>
                    <a:pt x="1738" y="4642"/>
                  </a:lnTo>
                  <a:lnTo>
                    <a:pt x="1719" y="4662"/>
                  </a:lnTo>
                  <a:lnTo>
                    <a:pt x="1719" y="4701"/>
                  </a:lnTo>
                  <a:lnTo>
                    <a:pt x="1719" y="4721"/>
                  </a:lnTo>
                  <a:lnTo>
                    <a:pt x="1521" y="4741"/>
                  </a:lnTo>
                  <a:lnTo>
                    <a:pt x="1324" y="4741"/>
                  </a:lnTo>
                  <a:lnTo>
                    <a:pt x="1304" y="4760"/>
                  </a:lnTo>
                  <a:lnTo>
                    <a:pt x="1324" y="4780"/>
                  </a:lnTo>
                  <a:lnTo>
                    <a:pt x="1324" y="4820"/>
                  </a:lnTo>
                  <a:lnTo>
                    <a:pt x="1304" y="4859"/>
                  </a:lnTo>
                  <a:lnTo>
                    <a:pt x="1363" y="4820"/>
                  </a:lnTo>
                  <a:lnTo>
                    <a:pt x="1422" y="4800"/>
                  </a:lnTo>
                  <a:lnTo>
                    <a:pt x="1462" y="4780"/>
                  </a:lnTo>
                  <a:lnTo>
                    <a:pt x="1501" y="4760"/>
                  </a:lnTo>
                  <a:lnTo>
                    <a:pt x="1640" y="4820"/>
                  </a:lnTo>
                  <a:lnTo>
                    <a:pt x="1778" y="4859"/>
                  </a:lnTo>
                  <a:lnTo>
                    <a:pt x="1857" y="4899"/>
                  </a:lnTo>
                  <a:lnTo>
                    <a:pt x="1936" y="4938"/>
                  </a:lnTo>
                  <a:lnTo>
                    <a:pt x="1837" y="4978"/>
                  </a:lnTo>
                  <a:lnTo>
                    <a:pt x="1719" y="4958"/>
                  </a:lnTo>
                  <a:lnTo>
                    <a:pt x="1640" y="4938"/>
                  </a:lnTo>
                  <a:lnTo>
                    <a:pt x="1580" y="4938"/>
                  </a:lnTo>
                  <a:lnTo>
                    <a:pt x="1521" y="4958"/>
                  </a:lnTo>
                  <a:lnTo>
                    <a:pt x="1462" y="4978"/>
                  </a:lnTo>
                  <a:lnTo>
                    <a:pt x="1383" y="5017"/>
                  </a:lnTo>
                  <a:lnTo>
                    <a:pt x="1442" y="5037"/>
                  </a:lnTo>
                  <a:lnTo>
                    <a:pt x="1561" y="5037"/>
                  </a:lnTo>
                  <a:lnTo>
                    <a:pt x="1561" y="5057"/>
                  </a:lnTo>
                  <a:lnTo>
                    <a:pt x="1541" y="5096"/>
                  </a:lnTo>
                  <a:lnTo>
                    <a:pt x="1521" y="5116"/>
                  </a:lnTo>
                  <a:lnTo>
                    <a:pt x="1541" y="5155"/>
                  </a:lnTo>
                  <a:lnTo>
                    <a:pt x="1561" y="5175"/>
                  </a:lnTo>
                  <a:lnTo>
                    <a:pt x="1620" y="5215"/>
                  </a:lnTo>
                  <a:lnTo>
                    <a:pt x="1659" y="5274"/>
                  </a:lnTo>
                  <a:lnTo>
                    <a:pt x="1719" y="5195"/>
                  </a:lnTo>
                  <a:lnTo>
                    <a:pt x="1758" y="5215"/>
                  </a:lnTo>
                  <a:lnTo>
                    <a:pt x="1778" y="5234"/>
                  </a:lnTo>
                  <a:lnTo>
                    <a:pt x="1778" y="5313"/>
                  </a:lnTo>
                  <a:lnTo>
                    <a:pt x="1738" y="5313"/>
                  </a:lnTo>
                  <a:lnTo>
                    <a:pt x="1798" y="5333"/>
                  </a:lnTo>
                  <a:lnTo>
                    <a:pt x="1778" y="5353"/>
                  </a:lnTo>
                  <a:lnTo>
                    <a:pt x="1817" y="5353"/>
                  </a:lnTo>
                  <a:lnTo>
                    <a:pt x="1837" y="5373"/>
                  </a:lnTo>
                  <a:lnTo>
                    <a:pt x="1857" y="5412"/>
                  </a:lnTo>
                  <a:lnTo>
                    <a:pt x="1877" y="5471"/>
                  </a:lnTo>
                  <a:lnTo>
                    <a:pt x="1936" y="5531"/>
                  </a:lnTo>
                  <a:lnTo>
                    <a:pt x="1975" y="5491"/>
                  </a:lnTo>
                  <a:lnTo>
                    <a:pt x="1956" y="5471"/>
                  </a:lnTo>
                  <a:lnTo>
                    <a:pt x="1916" y="5432"/>
                  </a:lnTo>
                  <a:lnTo>
                    <a:pt x="1896" y="5412"/>
                  </a:lnTo>
                  <a:lnTo>
                    <a:pt x="1916" y="5373"/>
                  </a:lnTo>
                  <a:lnTo>
                    <a:pt x="1956" y="5333"/>
                  </a:lnTo>
                  <a:lnTo>
                    <a:pt x="1975" y="5313"/>
                  </a:lnTo>
                  <a:lnTo>
                    <a:pt x="2035" y="5294"/>
                  </a:lnTo>
                  <a:lnTo>
                    <a:pt x="2054" y="5313"/>
                  </a:lnTo>
                  <a:lnTo>
                    <a:pt x="2074" y="5353"/>
                  </a:lnTo>
                  <a:lnTo>
                    <a:pt x="2153" y="5373"/>
                  </a:lnTo>
                  <a:lnTo>
                    <a:pt x="2232" y="5412"/>
                  </a:lnTo>
                  <a:lnTo>
                    <a:pt x="2272" y="5432"/>
                  </a:lnTo>
                  <a:lnTo>
                    <a:pt x="2291" y="5471"/>
                  </a:lnTo>
                  <a:lnTo>
                    <a:pt x="2311" y="5432"/>
                  </a:lnTo>
                  <a:lnTo>
                    <a:pt x="2370" y="5432"/>
                  </a:lnTo>
                  <a:lnTo>
                    <a:pt x="2390" y="5452"/>
                  </a:lnTo>
                  <a:lnTo>
                    <a:pt x="2410" y="5531"/>
                  </a:lnTo>
                  <a:lnTo>
                    <a:pt x="2390" y="5550"/>
                  </a:lnTo>
                  <a:lnTo>
                    <a:pt x="2370" y="5590"/>
                  </a:lnTo>
                  <a:lnTo>
                    <a:pt x="2232" y="5590"/>
                  </a:lnTo>
                  <a:lnTo>
                    <a:pt x="2193" y="5610"/>
                  </a:lnTo>
                  <a:lnTo>
                    <a:pt x="2173" y="5629"/>
                  </a:lnTo>
                  <a:lnTo>
                    <a:pt x="2133" y="5629"/>
                  </a:lnTo>
                  <a:lnTo>
                    <a:pt x="2193" y="5649"/>
                  </a:lnTo>
                  <a:lnTo>
                    <a:pt x="2272" y="5629"/>
                  </a:lnTo>
                  <a:lnTo>
                    <a:pt x="2331" y="5649"/>
                  </a:lnTo>
                  <a:lnTo>
                    <a:pt x="2351" y="5669"/>
                  </a:lnTo>
                  <a:lnTo>
                    <a:pt x="2390" y="5689"/>
                  </a:lnTo>
                  <a:lnTo>
                    <a:pt x="2351" y="5708"/>
                  </a:lnTo>
                  <a:lnTo>
                    <a:pt x="2331" y="5708"/>
                  </a:lnTo>
                  <a:lnTo>
                    <a:pt x="2311" y="5689"/>
                  </a:lnTo>
                  <a:lnTo>
                    <a:pt x="2291" y="5689"/>
                  </a:lnTo>
                  <a:lnTo>
                    <a:pt x="2272" y="5708"/>
                  </a:lnTo>
                  <a:lnTo>
                    <a:pt x="2291" y="5728"/>
                  </a:lnTo>
                  <a:lnTo>
                    <a:pt x="2331" y="5748"/>
                  </a:lnTo>
                  <a:lnTo>
                    <a:pt x="2390" y="5768"/>
                  </a:lnTo>
                  <a:lnTo>
                    <a:pt x="2390" y="5787"/>
                  </a:lnTo>
                  <a:lnTo>
                    <a:pt x="2390" y="5807"/>
                  </a:lnTo>
                  <a:lnTo>
                    <a:pt x="2252" y="5807"/>
                  </a:lnTo>
                  <a:lnTo>
                    <a:pt x="2212" y="5827"/>
                  </a:lnTo>
                  <a:lnTo>
                    <a:pt x="2153" y="5867"/>
                  </a:lnTo>
                  <a:lnTo>
                    <a:pt x="2212" y="5867"/>
                  </a:lnTo>
                  <a:lnTo>
                    <a:pt x="2311" y="5847"/>
                  </a:lnTo>
                  <a:lnTo>
                    <a:pt x="2311" y="5847"/>
                  </a:lnTo>
                  <a:lnTo>
                    <a:pt x="2291" y="5867"/>
                  </a:lnTo>
                  <a:lnTo>
                    <a:pt x="2272" y="5886"/>
                  </a:lnTo>
                  <a:lnTo>
                    <a:pt x="2232" y="5906"/>
                  </a:lnTo>
                  <a:lnTo>
                    <a:pt x="2252" y="5906"/>
                  </a:lnTo>
                  <a:lnTo>
                    <a:pt x="2331" y="5886"/>
                  </a:lnTo>
                  <a:lnTo>
                    <a:pt x="2370" y="5886"/>
                  </a:lnTo>
                  <a:lnTo>
                    <a:pt x="2370" y="5906"/>
                  </a:lnTo>
                  <a:lnTo>
                    <a:pt x="2331" y="5946"/>
                  </a:lnTo>
                  <a:lnTo>
                    <a:pt x="2291" y="5965"/>
                  </a:lnTo>
                  <a:lnTo>
                    <a:pt x="2311" y="6005"/>
                  </a:lnTo>
                  <a:lnTo>
                    <a:pt x="2449" y="6005"/>
                  </a:lnTo>
                  <a:lnTo>
                    <a:pt x="2449" y="5985"/>
                  </a:lnTo>
                  <a:lnTo>
                    <a:pt x="2469" y="5965"/>
                  </a:lnTo>
                  <a:lnTo>
                    <a:pt x="2548" y="5906"/>
                  </a:lnTo>
                  <a:lnTo>
                    <a:pt x="2627" y="5886"/>
                  </a:lnTo>
                  <a:lnTo>
                    <a:pt x="2686" y="5886"/>
                  </a:lnTo>
                  <a:lnTo>
                    <a:pt x="2726" y="5946"/>
                  </a:lnTo>
                  <a:lnTo>
                    <a:pt x="2765" y="6005"/>
                  </a:lnTo>
                  <a:lnTo>
                    <a:pt x="2785" y="6025"/>
                  </a:lnTo>
                  <a:lnTo>
                    <a:pt x="2765" y="6044"/>
                  </a:lnTo>
                  <a:lnTo>
                    <a:pt x="2746" y="6084"/>
                  </a:lnTo>
                  <a:lnTo>
                    <a:pt x="2706" y="6143"/>
                  </a:lnTo>
                  <a:lnTo>
                    <a:pt x="2825" y="6123"/>
                  </a:lnTo>
                  <a:lnTo>
                    <a:pt x="2765" y="6163"/>
                  </a:lnTo>
                  <a:lnTo>
                    <a:pt x="2746" y="6183"/>
                  </a:lnTo>
                  <a:lnTo>
                    <a:pt x="2765" y="6183"/>
                  </a:lnTo>
                  <a:lnTo>
                    <a:pt x="2785" y="6222"/>
                  </a:lnTo>
                  <a:lnTo>
                    <a:pt x="2785" y="6242"/>
                  </a:lnTo>
                  <a:lnTo>
                    <a:pt x="2746" y="6262"/>
                  </a:lnTo>
                  <a:lnTo>
                    <a:pt x="2726" y="6262"/>
                  </a:lnTo>
                  <a:lnTo>
                    <a:pt x="2686" y="6222"/>
                  </a:lnTo>
                  <a:lnTo>
                    <a:pt x="2667" y="6202"/>
                  </a:lnTo>
                  <a:lnTo>
                    <a:pt x="2568" y="6202"/>
                  </a:lnTo>
                  <a:lnTo>
                    <a:pt x="2489" y="6222"/>
                  </a:lnTo>
                  <a:lnTo>
                    <a:pt x="2489" y="6262"/>
                  </a:lnTo>
                  <a:lnTo>
                    <a:pt x="2469" y="6281"/>
                  </a:lnTo>
                  <a:lnTo>
                    <a:pt x="2410" y="6301"/>
                  </a:lnTo>
                  <a:lnTo>
                    <a:pt x="2351" y="6321"/>
                  </a:lnTo>
                  <a:lnTo>
                    <a:pt x="2370" y="6341"/>
                  </a:lnTo>
                  <a:lnTo>
                    <a:pt x="2430" y="6321"/>
                  </a:lnTo>
                  <a:lnTo>
                    <a:pt x="2528" y="6281"/>
                  </a:lnTo>
                  <a:lnTo>
                    <a:pt x="2627" y="6242"/>
                  </a:lnTo>
                  <a:lnTo>
                    <a:pt x="2607" y="6281"/>
                  </a:lnTo>
                  <a:lnTo>
                    <a:pt x="2607" y="6321"/>
                  </a:lnTo>
                  <a:lnTo>
                    <a:pt x="2588" y="6360"/>
                  </a:lnTo>
                  <a:lnTo>
                    <a:pt x="2528" y="6380"/>
                  </a:lnTo>
                  <a:lnTo>
                    <a:pt x="2528" y="6400"/>
                  </a:lnTo>
                  <a:lnTo>
                    <a:pt x="2667" y="6400"/>
                  </a:lnTo>
                  <a:lnTo>
                    <a:pt x="2686" y="6420"/>
                  </a:lnTo>
                  <a:lnTo>
                    <a:pt x="2509" y="6499"/>
                  </a:lnTo>
                  <a:lnTo>
                    <a:pt x="2469" y="6518"/>
                  </a:lnTo>
                  <a:lnTo>
                    <a:pt x="2489" y="6518"/>
                  </a:lnTo>
                  <a:lnTo>
                    <a:pt x="2489" y="6538"/>
                  </a:lnTo>
                  <a:lnTo>
                    <a:pt x="2489" y="6597"/>
                  </a:lnTo>
                  <a:lnTo>
                    <a:pt x="2528" y="6558"/>
                  </a:lnTo>
                  <a:lnTo>
                    <a:pt x="2568" y="6538"/>
                  </a:lnTo>
                  <a:lnTo>
                    <a:pt x="2548" y="6518"/>
                  </a:lnTo>
                  <a:lnTo>
                    <a:pt x="2607" y="6518"/>
                  </a:lnTo>
                  <a:lnTo>
                    <a:pt x="2647" y="6558"/>
                  </a:lnTo>
                  <a:lnTo>
                    <a:pt x="2667" y="6578"/>
                  </a:lnTo>
                  <a:lnTo>
                    <a:pt x="2706" y="6578"/>
                  </a:lnTo>
                  <a:lnTo>
                    <a:pt x="2667" y="6597"/>
                  </a:lnTo>
                  <a:lnTo>
                    <a:pt x="2647" y="6617"/>
                  </a:lnTo>
                  <a:lnTo>
                    <a:pt x="2667" y="6676"/>
                  </a:lnTo>
                  <a:lnTo>
                    <a:pt x="2686" y="6716"/>
                  </a:lnTo>
                  <a:lnTo>
                    <a:pt x="2706" y="6736"/>
                  </a:lnTo>
                  <a:lnTo>
                    <a:pt x="2686" y="6755"/>
                  </a:lnTo>
                  <a:lnTo>
                    <a:pt x="2785" y="6716"/>
                  </a:lnTo>
                  <a:lnTo>
                    <a:pt x="2805" y="6696"/>
                  </a:lnTo>
                  <a:lnTo>
                    <a:pt x="2785" y="6676"/>
                  </a:lnTo>
                  <a:lnTo>
                    <a:pt x="2765" y="6676"/>
                  </a:lnTo>
                  <a:lnTo>
                    <a:pt x="2726" y="6657"/>
                  </a:lnTo>
                  <a:lnTo>
                    <a:pt x="2706" y="6657"/>
                  </a:lnTo>
                  <a:lnTo>
                    <a:pt x="2726" y="6637"/>
                  </a:lnTo>
                  <a:lnTo>
                    <a:pt x="2785" y="6597"/>
                  </a:lnTo>
                  <a:lnTo>
                    <a:pt x="2825" y="6597"/>
                  </a:lnTo>
                  <a:lnTo>
                    <a:pt x="2864" y="6637"/>
                  </a:lnTo>
                  <a:lnTo>
                    <a:pt x="2904" y="6696"/>
                  </a:lnTo>
                  <a:lnTo>
                    <a:pt x="2983" y="6775"/>
                  </a:lnTo>
                  <a:lnTo>
                    <a:pt x="3022" y="6815"/>
                  </a:lnTo>
                  <a:lnTo>
                    <a:pt x="3081" y="6834"/>
                  </a:lnTo>
                  <a:lnTo>
                    <a:pt x="3062" y="6874"/>
                  </a:lnTo>
                  <a:lnTo>
                    <a:pt x="3062" y="6894"/>
                  </a:lnTo>
                  <a:lnTo>
                    <a:pt x="3002" y="6913"/>
                  </a:lnTo>
                  <a:lnTo>
                    <a:pt x="2943" y="6933"/>
                  </a:lnTo>
                  <a:lnTo>
                    <a:pt x="2864" y="6973"/>
                  </a:lnTo>
                  <a:lnTo>
                    <a:pt x="2825" y="6913"/>
                  </a:lnTo>
                  <a:lnTo>
                    <a:pt x="2805" y="6874"/>
                  </a:lnTo>
                  <a:lnTo>
                    <a:pt x="2805" y="6834"/>
                  </a:lnTo>
                  <a:lnTo>
                    <a:pt x="2765" y="6795"/>
                  </a:lnTo>
                  <a:lnTo>
                    <a:pt x="2765" y="6874"/>
                  </a:lnTo>
                  <a:lnTo>
                    <a:pt x="2805" y="6953"/>
                  </a:lnTo>
                  <a:lnTo>
                    <a:pt x="2864" y="6992"/>
                  </a:lnTo>
                  <a:lnTo>
                    <a:pt x="2963" y="7032"/>
                  </a:lnTo>
                  <a:lnTo>
                    <a:pt x="2963" y="7052"/>
                  </a:lnTo>
                  <a:lnTo>
                    <a:pt x="2963" y="7071"/>
                  </a:lnTo>
                  <a:lnTo>
                    <a:pt x="2923" y="7111"/>
                  </a:lnTo>
                  <a:lnTo>
                    <a:pt x="2825" y="7229"/>
                  </a:lnTo>
                  <a:lnTo>
                    <a:pt x="2785" y="7289"/>
                  </a:lnTo>
                  <a:lnTo>
                    <a:pt x="2805" y="7308"/>
                  </a:lnTo>
                  <a:lnTo>
                    <a:pt x="2825" y="7328"/>
                  </a:lnTo>
                  <a:lnTo>
                    <a:pt x="2864" y="7308"/>
                  </a:lnTo>
                  <a:lnTo>
                    <a:pt x="2923" y="7269"/>
                  </a:lnTo>
                  <a:lnTo>
                    <a:pt x="2963" y="7210"/>
                  </a:lnTo>
                  <a:lnTo>
                    <a:pt x="2983" y="7229"/>
                  </a:lnTo>
                  <a:lnTo>
                    <a:pt x="3002" y="7249"/>
                  </a:lnTo>
                  <a:lnTo>
                    <a:pt x="3002" y="7308"/>
                  </a:lnTo>
                  <a:lnTo>
                    <a:pt x="3042" y="7289"/>
                  </a:lnTo>
                  <a:lnTo>
                    <a:pt x="3062" y="7249"/>
                  </a:lnTo>
                  <a:lnTo>
                    <a:pt x="3101" y="7229"/>
                  </a:lnTo>
                  <a:lnTo>
                    <a:pt x="3141" y="7229"/>
                  </a:lnTo>
                  <a:lnTo>
                    <a:pt x="3121" y="7269"/>
                  </a:lnTo>
                  <a:lnTo>
                    <a:pt x="3101" y="7308"/>
                  </a:lnTo>
                  <a:lnTo>
                    <a:pt x="3062" y="7328"/>
                  </a:lnTo>
                  <a:lnTo>
                    <a:pt x="3042" y="7328"/>
                  </a:lnTo>
                  <a:lnTo>
                    <a:pt x="3081" y="7348"/>
                  </a:lnTo>
                  <a:lnTo>
                    <a:pt x="3062" y="7368"/>
                  </a:lnTo>
                  <a:lnTo>
                    <a:pt x="3022" y="7427"/>
                  </a:lnTo>
                  <a:lnTo>
                    <a:pt x="2983" y="7466"/>
                  </a:lnTo>
                  <a:lnTo>
                    <a:pt x="2983" y="7486"/>
                  </a:lnTo>
                  <a:lnTo>
                    <a:pt x="3002" y="7506"/>
                  </a:lnTo>
                  <a:lnTo>
                    <a:pt x="3062" y="7506"/>
                  </a:lnTo>
                  <a:lnTo>
                    <a:pt x="3081" y="7486"/>
                  </a:lnTo>
                  <a:lnTo>
                    <a:pt x="3081" y="7466"/>
                  </a:lnTo>
                  <a:lnTo>
                    <a:pt x="3062" y="7466"/>
                  </a:lnTo>
                  <a:lnTo>
                    <a:pt x="3062" y="7447"/>
                  </a:lnTo>
                  <a:lnTo>
                    <a:pt x="3121" y="7407"/>
                  </a:lnTo>
                  <a:lnTo>
                    <a:pt x="3319" y="7407"/>
                  </a:lnTo>
                  <a:lnTo>
                    <a:pt x="3279" y="7427"/>
                  </a:lnTo>
                  <a:lnTo>
                    <a:pt x="3299" y="7447"/>
                  </a:lnTo>
                  <a:lnTo>
                    <a:pt x="3299" y="7466"/>
                  </a:lnTo>
                  <a:lnTo>
                    <a:pt x="3319" y="7486"/>
                  </a:lnTo>
                  <a:lnTo>
                    <a:pt x="3259" y="7526"/>
                  </a:lnTo>
                  <a:lnTo>
                    <a:pt x="3220" y="7506"/>
                  </a:lnTo>
                  <a:lnTo>
                    <a:pt x="3200" y="7466"/>
                  </a:lnTo>
                  <a:lnTo>
                    <a:pt x="3160" y="7466"/>
                  </a:lnTo>
                  <a:lnTo>
                    <a:pt x="3180" y="7545"/>
                  </a:lnTo>
                  <a:lnTo>
                    <a:pt x="3200" y="7526"/>
                  </a:lnTo>
                  <a:lnTo>
                    <a:pt x="3321" y="7543"/>
                  </a:lnTo>
                  <a:lnTo>
                    <a:pt x="3321" y="7543"/>
                  </a:lnTo>
                  <a:lnTo>
                    <a:pt x="3338" y="7526"/>
                  </a:lnTo>
                  <a:lnTo>
                    <a:pt x="3378" y="7486"/>
                  </a:lnTo>
                  <a:lnTo>
                    <a:pt x="3457" y="7466"/>
                  </a:lnTo>
                  <a:lnTo>
                    <a:pt x="3496" y="7466"/>
                  </a:lnTo>
                  <a:lnTo>
                    <a:pt x="3496" y="7526"/>
                  </a:lnTo>
                  <a:lnTo>
                    <a:pt x="3477" y="7565"/>
                  </a:lnTo>
                  <a:lnTo>
                    <a:pt x="3437" y="7624"/>
                  </a:lnTo>
                  <a:lnTo>
                    <a:pt x="3378" y="7664"/>
                  </a:lnTo>
                  <a:lnTo>
                    <a:pt x="3457" y="7644"/>
                  </a:lnTo>
                  <a:lnTo>
                    <a:pt x="3516" y="7664"/>
                  </a:lnTo>
                  <a:lnTo>
                    <a:pt x="3575" y="7723"/>
                  </a:lnTo>
                  <a:lnTo>
                    <a:pt x="3615" y="7684"/>
                  </a:lnTo>
                  <a:lnTo>
                    <a:pt x="3654" y="7664"/>
                  </a:lnTo>
                  <a:lnTo>
                    <a:pt x="3733" y="7664"/>
                  </a:lnTo>
                  <a:lnTo>
                    <a:pt x="3654" y="7802"/>
                  </a:lnTo>
                  <a:lnTo>
                    <a:pt x="3615" y="7782"/>
                  </a:lnTo>
                  <a:lnTo>
                    <a:pt x="3595" y="7782"/>
                  </a:lnTo>
                  <a:lnTo>
                    <a:pt x="3556" y="7822"/>
                  </a:lnTo>
                  <a:lnTo>
                    <a:pt x="3516" y="7861"/>
                  </a:lnTo>
                  <a:lnTo>
                    <a:pt x="3457" y="7901"/>
                  </a:lnTo>
                  <a:lnTo>
                    <a:pt x="3378" y="7901"/>
                  </a:lnTo>
                  <a:lnTo>
                    <a:pt x="3338" y="7881"/>
                  </a:lnTo>
                  <a:lnTo>
                    <a:pt x="3338" y="7802"/>
                  </a:lnTo>
                  <a:lnTo>
                    <a:pt x="3299" y="7861"/>
                  </a:lnTo>
                  <a:lnTo>
                    <a:pt x="3279" y="7881"/>
                  </a:lnTo>
                  <a:lnTo>
                    <a:pt x="3319" y="7901"/>
                  </a:lnTo>
                  <a:lnTo>
                    <a:pt x="3358" y="7921"/>
                  </a:lnTo>
                  <a:lnTo>
                    <a:pt x="3437" y="7940"/>
                  </a:lnTo>
                  <a:lnTo>
                    <a:pt x="3457" y="7960"/>
                  </a:lnTo>
                  <a:lnTo>
                    <a:pt x="3457" y="7980"/>
                  </a:lnTo>
                  <a:lnTo>
                    <a:pt x="3358" y="8019"/>
                  </a:lnTo>
                  <a:lnTo>
                    <a:pt x="3338" y="8019"/>
                  </a:lnTo>
                  <a:lnTo>
                    <a:pt x="3319" y="8000"/>
                  </a:lnTo>
                  <a:lnTo>
                    <a:pt x="3319" y="8019"/>
                  </a:lnTo>
                  <a:lnTo>
                    <a:pt x="3378" y="8039"/>
                  </a:lnTo>
                  <a:lnTo>
                    <a:pt x="3417" y="8059"/>
                  </a:lnTo>
                  <a:lnTo>
                    <a:pt x="3437" y="8079"/>
                  </a:lnTo>
                  <a:lnTo>
                    <a:pt x="3417" y="8098"/>
                  </a:lnTo>
                  <a:lnTo>
                    <a:pt x="3516" y="8039"/>
                  </a:lnTo>
                  <a:lnTo>
                    <a:pt x="3575" y="8000"/>
                  </a:lnTo>
                  <a:lnTo>
                    <a:pt x="3635" y="8019"/>
                  </a:lnTo>
                  <a:lnTo>
                    <a:pt x="3516" y="8158"/>
                  </a:lnTo>
                  <a:lnTo>
                    <a:pt x="3536" y="8178"/>
                  </a:lnTo>
                  <a:lnTo>
                    <a:pt x="3556" y="8178"/>
                  </a:lnTo>
                  <a:lnTo>
                    <a:pt x="3615" y="8158"/>
                  </a:lnTo>
                  <a:lnTo>
                    <a:pt x="3714" y="8138"/>
                  </a:lnTo>
                  <a:lnTo>
                    <a:pt x="3793" y="8138"/>
                  </a:lnTo>
                  <a:lnTo>
                    <a:pt x="3872" y="8039"/>
                  </a:lnTo>
                  <a:lnTo>
                    <a:pt x="3931" y="8039"/>
                  </a:lnTo>
                  <a:lnTo>
                    <a:pt x="3970" y="8059"/>
                  </a:lnTo>
                  <a:lnTo>
                    <a:pt x="3990" y="8079"/>
                  </a:lnTo>
                  <a:lnTo>
                    <a:pt x="4069" y="8079"/>
                  </a:lnTo>
                  <a:lnTo>
                    <a:pt x="4030" y="8039"/>
                  </a:lnTo>
                  <a:lnTo>
                    <a:pt x="3990" y="8039"/>
                  </a:lnTo>
                  <a:lnTo>
                    <a:pt x="3951" y="8019"/>
                  </a:lnTo>
                  <a:lnTo>
                    <a:pt x="3951" y="8000"/>
                  </a:lnTo>
                  <a:lnTo>
                    <a:pt x="4010" y="7960"/>
                  </a:lnTo>
                  <a:lnTo>
                    <a:pt x="4049" y="7980"/>
                  </a:lnTo>
                  <a:lnTo>
                    <a:pt x="4089" y="8000"/>
                  </a:lnTo>
                  <a:lnTo>
                    <a:pt x="4128" y="8000"/>
                  </a:lnTo>
                  <a:lnTo>
                    <a:pt x="4109" y="8079"/>
                  </a:lnTo>
                  <a:lnTo>
                    <a:pt x="4089" y="8118"/>
                  </a:lnTo>
                  <a:lnTo>
                    <a:pt x="4010" y="8217"/>
                  </a:lnTo>
                  <a:lnTo>
                    <a:pt x="3872" y="8276"/>
                  </a:lnTo>
                  <a:lnTo>
                    <a:pt x="3753" y="8296"/>
                  </a:lnTo>
                  <a:lnTo>
                    <a:pt x="3615" y="8316"/>
                  </a:lnTo>
                  <a:lnTo>
                    <a:pt x="3516" y="8336"/>
                  </a:lnTo>
                  <a:lnTo>
                    <a:pt x="3437" y="8395"/>
                  </a:lnTo>
                  <a:lnTo>
                    <a:pt x="3496" y="8434"/>
                  </a:lnTo>
                  <a:lnTo>
                    <a:pt x="3556" y="8494"/>
                  </a:lnTo>
                  <a:lnTo>
                    <a:pt x="3595" y="8573"/>
                  </a:lnTo>
                  <a:lnTo>
                    <a:pt x="3595" y="8612"/>
                  </a:lnTo>
                  <a:lnTo>
                    <a:pt x="3575" y="8652"/>
                  </a:lnTo>
                  <a:lnTo>
                    <a:pt x="3674" y="8652"/>
                  </a:lnTo>
                  <a:lnTo>
                    <a:pt x="3773" y="8632"/>
                  </a:lnTo>
                  <a:lnTo>
                    <a:pt x="3872" y="8592"/>
                  </a:lnTo>
                  <a:lnTo>
                    <a:pt x="3970" y="8533"/>
                  </a:lnTo>
                  <a:lnTo>
                    <a:pt x="3990" y="8553"/>
                  </a:lnTo>
                  <a:lnTo>
                    <a:pt x="3990" y="8573"/>
                  </a:lnTo>
                  <a:lnTo>
                    <a:pt x="3970" y="8612"/>
                  </a:lnTo>
                  <a:lnTo>
                    <a:pt x="3891" y="8612"/>
                  </a:lnTo>
                  <a:lnTo>
                    <a:pt x="4030" y="8691"/>
                  </a:lnTo>
                  <a:lnTo>
                    <a:pt x="4089" y="8731"/>
                  </a:lnTo>
                  <a:lnTo>
                    <a:pt x="4148" y="8790"/>
                  </a:lnTo>
                  <a:lnTo>
                    <a:pt x="4188" y="8810"/>
                  </a:lnTo>
                  <a:lnTo>
                    <a:pt x="4267" y="8790"/>
                  </a:lnTo>
                  <a:lnTo>
                    <a:pt x="4425" y="8691"/>
                  </a:lnTo>
                  <a:lnTo>
                    <a:pt x="4464" y="8750"/>
                  </a:lnTo>
                  <a:lnTo>
                    <a:pt x="4484" y="8711"/>
                  </a:lnTo>
                  <a:lnTo>
                    <a:pt x="4602" y="8711"/>
                  </a:lnTo>
                  <a:lnTo>
                    <a:pt x="4622" y="8750"/>
                  </a:lnTo>
                  <a:lnTo>
                    <a:pt x="4622" y="8790"/>
                  </a:lnTo>
                  <a:lnTo>
                    <a:pt x="4563" y="8810"/>
                  </a:lnTo>
                  <a:lnTo>
                    <a:pt x="4504" y="8810"/>
                  </a:lnTo>
                  <a:lnTo>
                    <a:pt x="4504" y="8869"/>
                  </a:lnTo>
                  <a:lnTo>
                    <a:pt x="4504" y="8889"/>
                  </a:lnTo>
                  <a:lnTo>
                    <a:pt x="4543" y="8928"/>
                  </a:lnTo>
                  <a:lnTo>
                    <a:pt x="4583" y="8928"/>
                  </a:lnTo>
                  <a:lnTo>
                    <a:pt x="4464" y="8968"/>
                  </a:lnTo>
                  <a:lnTo>
                    <a:pt x="4425" y="8968"/>
                  </a:lnTo>
                  <a:lnTo>
                    <a:pt x="4405" y="8948"/>
                  </a:lnTo>
                  <a:lnTo>
                    <a:pt x="4405" y="8928"/>
                  </a:lnTo>
                  <a:lnTo>
                    <a:pt x="4444" y="8908"/>
                  </a:lnTo>
                  <a:lnTo>
                    <a:pt x="4346" y="8869"/>
                  </a:lnTo>
                  <a:lnTo>
                    <a:pt x="4346" y="8869"/>
                  </a:lnTo>
                  <a:lnTo>
                    <a:pt x="4365" y="8889"/>
                  </a:lnTo>
                  <a:lnTo>
                    <a:pt x="4385" y="8908"/>
                  </a:lnTo>
                  <a:lnTo>
                    <a:pt x="4385" y="8948"/>
                  </a:lnTo>
                  <a:lnTo>
                    <a:pt x="4365" y="8968"/>
                  </a:lnTo>
                  <a:lnTo>
                    <a:pt x="4286" y="9047"/>
                  </a:lnTo>
                  <a:lnTo>
                    <a:pt x="4188" y="9106"/>
                  </a:lnTo>
                  <a:lnTo>
                    <a:pt x="4247" y="9106"/>
                  </a:lnTo>
                  <a:lnTo>
                    <a:pt x="4286" y="9066"/>
                  </a:lnTo>
                  <a:lnTo>
                    <a:pt x="4346" y="9027"/>
                  </a:lnTo>
                  <a:lnTo>
                    <a:pt x="4405" y="9027"/>
                  </a:lnTo>
                  <a:lnTo>
                    <a:pt x="4346" y="9126"/>
                  </a:lnTo>
                  <a:lnTo>
                    <a:pt x="4326" y="9205"/>
                  </a:lnTo>
                  <a:lnTo>
                    <a:pt x="6321" y="8019"/>
                  </a:lnTo>
                  <a:lnTo>
                    <a:pt x="6321" y="7940"/>
                  </a:lnTo>
                  <a:lnTo>
                    <a:pt x="6341" y="7881"/>
                  </a:lnTo>
                  <a:lnTo>
                    <a:pt x="6341" y="7861"/>
                  </a:lnTo>
                  <a:lnTo>
                    <a:pt x="6321" y="7842"/>
                  </a:lnTo>
                  <a:lnTo>
                    <a:pt x="6202" y="7842"/>
                  </a:lnTo>
                  <a:lnTo>
                    <a:pt x="6183" y="7881"/>
                  </a:lnTo>
                  <a:lnTo>
                    <a:pt x="6163" y="7901"/>
                  </a:lnTo>
                  <a:lnTo>
                    <a:pt x="6104" y="7940"/>
                  </a:lnTo>
                  <a:lnTo>
                    <a:pt x="6064" y="7960"/>
                  </a:lnTo>
                  <a:lnTo>
                    <a:pt x="6084" y="7921"/>
                  </a:lnTo>
                  <a:lnTo>
                    <a:pt x="6084" y="7881"/>
                  </a:lnTo>
                  <a:lnTo>
                    <a:pt x="6104" y="7861"/>
                  </a:lnTo>
                  <a:lnTo>
                    <a:pt x="6143" y="7822"/>
                  </a:lnTo>
                  <a:lnTo>
                    <a:pt x="6183" y="7842"/>
                  </a:lnTo>
                  <a:lnTo>
                    <a:pt x="6183" y="7743"/>
                  </a:lnTo>
                  <a:lnTo>
                    <a:pt x="6163" y="7723"/>
                  </a:lnTo>
                  <a:lnTo>
                    <a:pt x="6143" y="7723"/>
                  </a:lnTo>
                  <a:lnTo>
                    <a:pt x="6005" y="7763"/>
                  </a:lnTo>
                  <a:lnTo>
                    <a:pt x="5946" y="7782"/>
                  </a:lnTo>
                  <a:lnTo>
                    <a:pt x="5886" y="7782"/>
                  </a:lnTo>
                  <a:lnTo>
                    <a:pt x="5906" y="7743"/>
                  </a:lnTo>
                  <a:lnTo>
                    <a:pt x="5926" y="7723"/>
                  </a:lnTo>
                  <a:lnTo>
                    <a:pt x="6025" y="7684"/>
                  </a:lnTo>
                  <a:lnTo>
                    <a:pt x="6123" y="7664"/>
                  </a:lnTo>
                  <a:lnTo>
                    <a:pt x="6163" y="7644"/>
                  </a:lnTo>
                  <a:lnTo>
                    <a:pt x="6202" y="7605"/>
                  </a:lnTo>
                  <a:lnTo>
                    <a:pt x="6044" y="7565"/>
                  </a:lnTo>
                  <a:lnTo>
                    <a:pt x="6123" y="7506"/>
                  </a:lnTo>
                  <a:lnTo>
                    <a:pt x="6123" y="7427"/>
                  </a:lnTo>
                  <a:lnTo>
                    <a:pt x="6084" y="7387"/>
                  </a:lnTo>
                  <a:lnTo>
                    <a:pt x="6025" y="7368"/>
                  </a:lnTo>
                  <a:lnTo>
                    <a:pt x="5965" y="7328"/>
                  </a:lnTo>
                  <a:lnTo>
                    <a:pt x="5827" y="7289"/>
                  </a:lnTo>
                  <a:lnTo>
                    <a:pt x="5768" y="7249"/>
                  </a:lnTo>
                  <a:lnTo>
                    <a:pt x="5728" y="7190"/>
                  </a:lnTo>
                  <a:lnTo>
                    <a:pt x="5827" y="7170"/>
                  </a:lnTo>
                  <a:lnTo>
                    <a:pt x="5926" y="7170"/>
                  </a:lnTo>
                  <a:lnTo>
                    <a:pt x="5985" y="7210"/>
                  </a:lnTo>
                  <a:lnTo>
                    <a:pt x="6025" y="7229"/>
                  </a:lnTo>
                  <a:lnTo>
                    <a:pt x="6044" y="7190"/>
                  </a:lnTo>
                  <a:lnTo>
                    <a:pt x="6064" y="7170"/>
                  </a:lnTo>
                  <a:lnTo>
                    <a:pt x="6025" y="7131"/>
                  </a:lnTo>
                  <a:lnTo>
                    <a:pt x="5985" y="7091"/>
                  </a:lnTo>
                  <a:lnTo>
                    <a:pt x="5965" y="7071"/>
                  </a:lnTo>
                  <a:lnTo>
                    <a:pt x="5985" y="7032"/>
                  </a:lnTo>
                  <a:lnTo>
                    <a:pt x="5985" y="7012"/>
                  </a:lnTo>
                  <a:lnTo>
                    <a:pt x="5965" y="6992"/>
                  </a:lnTo>
                  <a:lnTo>
                    <a:pt x="5886" y="6992"/>
                  </a:lnTo>
                  <a:lnTo>
                    <a:pt x="5807" y="7012"/>
                  </a:lnTo>
                  <a:lnTo>
                    <a:pt x="5748" y="7032"/>
                  </a:lnTo>
                  <a:lnTo>
                    <a:pt x="5709" y="7012"/>
                  </a:lnTo>
                  <a:lnTo>
                    <a:pt x="5709" y="6992"/>
                  </a:lnTo>
                  <a:lnTo>
                    <a:pt x="5748" y="6973"/>
                  </a:lnTo>
                  <a:lnTo>
                    <a:pt x="5827" y="6913"/>
                  </a:lnTo>
                  <a:lnTo>
                    <a:pt x="5768" y="6933"/>
                  </a:lnTo>
                  <a:lnTo>
                    <a:pt x="5728" y="6933"/>
                  </a:lnTo>
                  <a:lnTo>
                    <a:pt x="5689" y="6913"/>
                  </a:lnTo>
                  <a:lnTo>
                    <a:pt x="5669" y="6913"/>
                  </a:lnTo>
                  <a:lnTo>
                    <a:pt x="5629" y="6854"/>
                  </a:lnTo>
                  <a:lnTo>
                    <a:pt x="5610" y="6815"/>
                  </a:lnTo>
                  <a:lnTo>
                    <a:pt x="5689" y="6775"/>
                  </a:lnTo>
                  <a:lnTo>
                    <a:pt x="5531" y="6736"/>
                  </a:lnTo>
                  <a:lnTo>
                    <a:pt x="5511" y="6755"/>
                  </a:lnTo>
                  <a:lnTo>
                    <a:pt x="5471" y="6775"/>
                  </a:lnTo>
                  <a:lnTo>
                    <a:pt x="5373" y="6815"/>
                  </a:lnTo>
                  <a:lnTo>
                    <a:pt x="5373" y="6795"/>
                  </a:lnTo>
                  <a:lnTo>
                    <a:pt x="5333" y="6854"/>
                  </a:lnTo>
                  <a:lnTo>
                    <a:pt x="5333" y="6894"/>
                  </a:lnTo>
                  <a:lnTo>
                    <a:pt x="5353" y="6933"/>
                  </a:lnTo>
                  <a:lnTo>
                    <a:pt x="5412" y="6953"/>
                  </a:lnTo>
                  <a:lnTo>
                    <a:pt x="5452" y="6973"/>
                  </a:lnTo>
                  <a:lnTo>
                    <a:pt x="5471" y="7012"/>
                  </a:lnTo>
                  <a:lnTo>
                    <a:pt x="5471" y="7052"/>
                  </a:lnTo>
                  <a:lnTo>
                    <a:pt x="5392" y="7131"/>
                  </a:lnTo>
                  <a:lnTo>
                    <a:pt x="5373" y="7131"/>
                  </a:lnTo>
                  <a:lnTo>
                    <a:pt x="5333" y="7150"/>
                  </a:lnTo>
                  <a:lnTo>
                    <a:pt x="5294" y="7170"/>
                  </a:lnTo>
                  <a:lnTo>
                    <a:pt x="5274" y="7170"/>
                  </a:lnTo>
                  <a:lnTo>
                    <a:pt x="5274" y="7131"/>
                  </a:lnTo>
                  <a:lnTo>
                    <a:pt x="5313" y="7111"/>
                  </a:lnTo>
                  <a:lnTo>
                    <a:pt x="5313" y="7111"/>
                  </a:lnTo>
                  <a:lnTo>
                    <a:pt x="5195" y="7131"/>
                  </a:lnTo>
                  <a:lnTo>
                    <a:pt x="5175" y="7150"/>
                  </a:lnTo>
                  <a:lnTo>
                    <a:pt x="5175" y="7170"/>
                  </a:lnTo>
                  <a:lnTo>
                    <a:pt x="5096" y="7210"/>
                  </a:lnTo>
                  <a:lnTo>
                    <a:pt x="5017" y="7210"/>
                  </a:lnTo>
                  <a:lnTo>
                    <a:pt x="4978" y="7190"/>
                  </a:lnTo>
                  <a:lnTo>
                    <a:pt x="4938" y="7150"/>
                  </a:lnTo>
                  <a:lnTo>
                    <a:pt x="4879" y="7111"/>
                  </a:lnTo>
                  <a:lnTo>
                    <a:pt x="4918" y="7091"/>
                  </a:lnTo>
                  <a:lnTo>
                    <a:pt x="4958" y="7071"/>
                  </a:lnTo>
                  <a:lnTo>
                    <a:pt x="5037" y="7052"/>
                  </a:lnTo>
                  <a:lnTo>
                    <a:pt x="5136" y="7052"/>
                  </a:lnTo>
                  <a:lnTo>
                    <a:pt x="5096" y="7032"/>
                  </a:lnTo>
                  <a:lnTo>
                    <a:pt x="5116" y="7012"/>
                  </a:lnTo>
                  <a:lnTo>
                    <a:pt x="5274" y="6933"/>
                  </a:lnTo>
                  <a:lnTo>
                    <a:pt x="5195" y="6933"/>
                  </a:lnTo>
                  <a:lnTo>
                    <a:pt x="5116" y="6953"/>
                  </a:lnTo>
                  <a:lnTo>
                    <a:pt x="5057" y="6992"/>
                  </a:lnTo>
                  <a:lnTo>
                    <a:pt x="4958" y="7032"/>
                  </a:lnTo>
                  <a:lnTo>
                    <a:pt x="4899" y="7052"/>
                  </a:lnTo>
                  <a:lnTo>
                    <a:pt x="4879" y="7052"/>
                  </a:lnTo>
                  <a:lnTo>
                    <a:pt x="4859" y="7032"/>
                  </a:lnTo>
                  <a:lnTo>
                    <a:pt x="4859" y="7012"/>
                  </a:lnTo>
                  <a:lnTo>
                    <a:pt x="4899" y="6953"/>
                  </a:lnTo>
                  <a:lnTo>
                    <a:pt x="4899" y="6913"/>
                  </a:lnTo>
                  <a:lnTo>
                    <a:pt x="4958" y="6933"/>
                  </a:lnTo>
                  <a:lnTo>
                    <a:pt x="4958" y="6894"/>
                  </a:lnTo>
                  <a:lnTo>
                    <a:pt x="4938" y="6874"/>
                  </a:lnTo>
                  <a:lnTo>
                    <a:pt x="4899" y="6874"/>
                  </a:lnTo>
                  <a:lnTo>
                    <a:pt x="4839" y="6854"/>
                  </a:lnTo>
                  <a:lnTo>
                    <a:pt x="4820" y="6834"/>
                  </a:lnTo>
                  <a:lnTo>
                    <a:pt x="4800" y="6815"/>
                  </a:lnTo>
                  <a:lnTo>
                    <a:pt x="4899" y="6736"/>
                  </a:lnTo>
                  <a:lnTo>
                    <a:pt x="4879" y="6775"/>
                  </a:lnTo>
                  <a:lnTo>
                    <a:pt x="4899" y="6795"/>
                  </a:lnTo>
                  <a:lnTo>
                    <a:pt x="5116" y="6795"/>
                  </a:lnTo>
                  <a:lnTo>
                    <a:pt x="5155" y="6755"/>
                  </a:lnTo>
                  <a:lnTo>
                    <a:pt x="5215" y="6716"/>
                  </a:lnTo>
                  <a:lnTo>
                    <a:pt x="5254" y="6696"/>
                  </a:lnTo>
                  <a:lnTo>
                    <a:pt x="5333" y="6676"/>
                  </a:lnTo>
                  <a:lnTo>
                    <a:pt x="5452" y="6676"/>
                  </a:lnTo>
                  <a:lnTo>
                    <a:pt x="5570" y="6657"/>
                  </a:lnTo>
                  <a:lnTo>
                    <a:pt x="5550" y="6637"/>
                  </a:lnTo>
                  <a:lnTo>
                    <a:pt x="5531" y="6597"/>
                  </a:lnTo>
                  <a:lnTo>
                    <a:pt x="5550" y="6558"/>
                  </a:lnTo>
                  <a:lnTo>
                    <a:pt x="5590" y="6499"/>
                  </a:lnTo>
                  <a:lnTo>
                    <a:pt x="5531" y="6499"/>
                  </a:lnTo>
                  <a:lnTo>
                    <a:pt x="5491" y="6479"/>
                  </a:lnTo>
                  <a:lnTo>
                    <a:pt x="5471" y="6459"/>
                  </a:lnTo>
                  <a:lnTo>
                    <a:pt x="5471" y="6420"/>
                  </a:lnTo>
                  <a:lnTo>
                    <a:pt x="5471" y="6400"/>
                  </a:lnTo>
                  <a:lnTo>
                    <a:pt x="5452" y="6360"/>
                  </a:lnTo>
                  <a:lnTo>
                    <a:pt x="5313" y="6360"/>
                  </a:lnTo>
                  <a:lnTo>
                    <a:pt x="5353" y="6341"/>
                  </a:lnTo>
                  <a:lnTo>
                    <a:pt x="5392" y="6321"/>
                  </a:lnTo>
                  <a:lnTo>
                    <a:pt x="5412" y="6321"/>
                  </a:lnTo>
                  <a:lnTo>
                    <a:pt x="5432" y="6301"/>
                  </a:lnTo>
                  <a:lnTo>
                    <a:pt x="5412" y="6242"/>
                  </a:lnTo>
                  <a:lnTo>
                    <a:pt x="5373" y="6183"/>
                  </a:lnTo>
                  <a:lnTo>
                    <a:pt x="5294" y="6143"/>
                  </a:lnTo>
                  <a:lnTo>
                    <a:pt x="5215" y="6104"/>
                  </a:lnTo>
                  <a:lnTo>
                    <a:pt x="5215" y="6084"/>
                  </a:lnTo>
                  <a:lnTo>
                    <a:pt x="5254" y="6044"/>
                  </a:lnTo>
                  <a:lnTo>
                    <a:pt x="5333" y="6005"/>
                  </a:lnTo>
                  <a:lnTo>
                    <a:pt x="5313" y="5926"/>
                  </a:lnTo>
                  <a:lnTo>
                    <a:pt x="5274" y="5867"/>
                  </a:lnTo>
                  <a:lnTo>
                    <a:pt x="5195" y="5827"/>
                  </a:lnTo>
                  <a:lnTo>
                    <a:pt x="5116" y="5787"/>
                  </a:lnTo>
                  <a:lnTo>
                    <a:pt x="5057" y="5768"/>
                  </a:lnTo>
                  <a:lnTo>
                    <a:pt x="4978" y="5728"/>
                  </a:lnTo>
                  <a:lnTo>
                    <a:pt x="4938" y="5669"/>
                  </a:lnTo>
                  <a:lnTo>
                    <a:pt x="4899" y="5590"/>
                  </a:lnTo>
                  <a:lnTo>
                    <a:pt x="4997" y="5570"/>
                  </a:lnTo>
                  <a:lnTo>
                    <a:pt x="4997" y="5531"/>
                  </a:lnTo>
                  <a:lnTo>
                    <a:pt x="4997" y="5511"/>
                  </a:lnTo>
                  <a:lnTo>
                    <a:pt x="4958" y="5491"/>
                  </a:lnTo>
                  <a:lnTo>
                    <a:pt x="4879" y="5511"/>
                  </a:lnTo>
                  <a:lnTo>
                    <a:pt x="4938" y="5452"/>
                  </a:lnTo>
                  <a:lnTo>
                    <a:pt x="4958" y="5412"/>
                  </a:lnTo>
                  <a:lnTo>
                    <a:pt x="4918" y="5373"/>
                  </a:lnTo>
                  <a:lnTo>
                    <a:pt x="4879" y="5353"/>
                  </a:lnTo>
                  <a:lnTo>
                    <a:pt x="4839" y="5333"/>
                  </a:lnTo>
                  <a:lnTo>
                    <a:pt x="4800" y="5294"/>
                  </a:lnTo>
                  <a:lnTo>
                    <a:pt x="4820" y="5234"/>
                  </a:lnTo>
                  <a:lnTo>
                    <a:pt x="4879" y="5175"/>
                  </a:lnTo>
                  <a:lnTo>
                    <a:pt x="4859" y="5136"/>
                  </a:lnTo>
                  <a:lnTo>
                    <a:pt x="4839" y="5116"/>
                  </a:lnTo>
                  <a:lnTo>
                    <a:pt x="4602" y="5116"/>
                  </a:lnTo>
                  <a:lnTo>
                    <a:pt x="4583" y="5096"/>
                  </a:lnTo>
                  <a:lnTo>
                    <a:pt x="4681" y="5057"/>
                  </a:lnTo>
                  <a:lnTo>
                    <a:pt x="4741" y="5037"/>
                  </a:lnTo>
                  <a:lnTo>
                    <a:pt x="4760" y="4997"/>
                  </a:lnTo>
                  <a:lnTo>
                    <a:pt x="4622" y="4839"/>
                  </a:lnTo>
                  <a:lnTo>
                    <a:pt x="4484" y="4681"/>
                  </a:lnTo>
                  <a:lnTo>
                    <a:pt x="4247" y="4326"/>
                  </a:lnTo>
                  <a:lnTo>
                    <a:pt x="4306" y="4326"/>
                  </a:lnTo>
                  <a:lnTo>
                    <a:pt x="4267" y="4267"/>
                  </a:lnTo>
                  <a:lnTo>
                    <a:pt x="4207" y="4207"/>
                  </a:lnTo>
                  <a:lnTo>
                    <a:pt x="4069" y="4109"/>
                  </a:lnTo>
                  <a:lnTo>
                    <a:pt x="3951" y="4030"/>
                  </a:lnTo>
                  <a:lnTo>
                    <a:pt x="3911" y="3970"/>
                  </a:lnTo>
                  <a:lnTo>
                    <a:pt x="3911" y="3911"/>
                  </a:lnTo>
                  <a:lnTo>
                    <a:pt x="3812" y="3872"/>
                  </a:lnTo>
                  <a:lnTo>
                    <a:pt x="3733" y="3872"/>
                  </a:lnTo>
                  <a:lnTo>
                    <a:pt x="3674" y="3911"/>
                  </a:lnTo>
                  <a:lnTo>
                    <a:pt x="3654" y="3951"/>
                  </a:lnTo>
                  <a:lnTo>
                    <a:pt x="3595" y="3990"/>
                  </a:lnTo>
                  <a:lnTo>
                    <a:pt x="3457" y="4069"/>
                  </a:lnTo>
                  <a:lnTo>
                    <a:pt x="3417" y="4030"/>
                  </a:lnTo>
                  <a:lnTo>
                    <a:pt x="3417" y="4010"/>
                  </a:lnTo>
                  <a:lnTo>
                    <a:pt x="3437" y="3990"/>
                  </a:lnTo>
                  <a:lnTo>
                    <a:pt x="3477" y="3951"/>
                  </a:lnTo>
                  <a:lnTo>
                    <a:pt x="3536" y="3891"/>
                  </a:lnTo>
                  <a:lnTo>
                    <a:pt x="3556" y="3872"/>
                  </a:lnTo>
                  <a:lnTo>
                    <a:pt x="3536" y="3832"/>
                  </a:lnTo>
                  <a:lnTo>
                    <a:pt x="3654" y="3773"/>
                  </a:lnTo>
                  <a:lnTo>
                    <a:pt x="3773" y="3773"/>
                  </a:lnTo>
                  <a:lnTo>
                    <a:pt x="3872" y="3733"/>
                  </a:lnTo>
                  <a:lnTo>
                    <a:pt x="3694" y="3674"/>
                  </a:lnTo>
                  <a:lnTo>
                    <a:pt x="3694" y="3635"/>
                  </a:lnTo>
                  <a:lnTo>
                    <a:pt x="3694" y="3615"/>
                  </a:lnTo>
                  <a:lnTo>
                    <a:pt x="3654" y="3575"/>
                  </a:lnTo>
                  <a:lnTo>
                    <a:pt x="3615" y="3516"/>
                  </a:lnTo>
                  <a:lnTo>
                    <a:pt x="3615" y="3496"/>
                  </a:lnTo>
                  <a:lnTo>
                    <a:pt x="3635" y="3457"/>
                  </a:lnTo>
                  <a:lnTo>
                    <a:pt x="3654" y="3457"/>
                  </a:lnTo>
                  <a:lnTo>
                    <a:pt x="3694" y="3437"/>
                  </a:lnTo>
                  <a:lnTo>
                    <a:pt x="3753" y="3437"/>
                  </a:lnTo>
                  <a:lnTo>
                    <a:pt x="3733" y="3477"/>
                  </a:lnTo>
                  <a:lnTo>
                    <a:pt x="3694" y="3477"/>
                  </a:lnTo>
                  <a:lnTo>
                    <a:pt x="3714" y="3516"/>
                  </a:lnTo>
                  <a:lnTo>
                    <a:pt x="3733" y="3536"/>
                  </a:lnTo>
                  <a:lnTo>
                    <a:pt x="3872" y="3536"/>
                  </a:lnTo>
                  <a:lnTo>
                    <a:pt x="3911" y="3556"/>
                  </a:lnTo>
                  <a:lnTo>
                    <a:pt x="3911" y="3556"/>
                  </a:lnTo>
                  <a:lnTo>
                    <a:pt x="3852" y="3516"/>
                  </a:lnTo>
                  <a:lnTo>
                    <a:pt x="3773" y="3457"/>
                  </a:lnTo>
                  <a:lnTo>
                    <a:pt x="3733" y="3378"/>
                  </a:lnTo>
                  <a:lnTo>
                    <a:pt x="3714" y="3318"/>
                  </a:lnTo>
                  <a:lnTo>
                    <a:pt x="3654" y="3358"/>
                  </a:lnTo>
                  <a:lnTo>
                    <a:pt x="3615" y="3338"/>
                  </a:lnTo>
                  <a:lnTo>
                    <a:pt x="3595" y="3318"/>
                  </a:lnTo>
                  <a:lnTo>
                    <a:pt x="3536" y="3318"/>
                  </a:lnTo>
                  <a:lnTo>
                    <a:pt x="3536" y="3299"/>
                  </a:lnTo>
                  <a:lnTo>
                    <a:pt x="3496" y="3318"/>
                  </a:lnTo>
                  <a:lnTo>
                    <a:pt x="3457" y="3318"/>
                  </a:lnTo>
                  <a:lnTo>
                    <a:pt x="3398" y="3299"/>
                  </a:lnTo>
                  <a:lnTo>
                    <a:pt x="3556" y="3200"/>
                  </a:lnTo>
                  <a:lnTo>
                    <a:pt x="3536" y="3200"/>
                  </a:lnTo>
                  <a:lnTo>
                    <a:pt x="3496" y="3220"/>
                  </a:lnTo>
                  <a:lnTo>
                    <a:pt x="3477" y="3239"/>
                  </a:lnTo>
                  <a:lnTo>
                    <a:pt x="3437" y="3220"/>
                  </a:lnTo>
                  <a:lnTo>
                    <a:pt x="3398" y="3180"/>
                  </a:lnTo>
                  <a:lnTo>
                    <a:pt x="3358" y="3121"/>
                  </a:lnTo>
                  <a:lnTo>
                    <a:pt x="3358" y="3081"/>
                  </a:lnTo>
                  <a:lnTo>
                    <a:pt x="3358" y="3042"/>
                  </a:lnTo>
                  <a:lnTo>
                    <a:pt x="3398" y="2983"/>
                  </a:lnTo>
                  <a:lnTo>
                    <a:pt x="3457" y="2943"/>
                  </a:lnTo>
                  <a:lnTo>
                    <a:pt x="3417" y="2923"/>
                  </a:lnTo>
                  <a:lnTo>
                    <a:pt x="3358" y="2923"/>
                  </a:lnTo>
                  <a:lnTo>
                    <a:pt x="3319" y="2904"/>
                  </a:lnTo>
                  <a:lnTo>
                    <a:pt x="3299" y="2864"/>
                  </a:lnTo>
                  <a:lnTo>
                    <a:pt x="3398" y="2844"/>
                  </a:lnTo>
                  <a:lnTo>
                    <a:pt x="3358" y="2746"/>
                  </a:lnTo>
                  <a:lnTo>
                    <a:pt x="3299" y="2647"/>
                  </a:lnTo>
                  <a:lnTo>
                    <a:pt x="3279" y="2548"/>
                  </a:lnTo>
                  <a:lnTo>
                    <a:pt x="3259" y="2489"/>
                  </a:lnTo>
                  <a:lnTo>
                    <a:pt x="3279" y="2430"/>
                  </a:lnTo>
                  <a:lnTo>
                    <a:pt x="3141" y="2331"/>
                  </a:lnTo>
                  <a:lnTo>
                    <a:pt x="3062" y="2291"/>
                  </a:lnTo>
                  <a:lnTo>
                    <a:pt x="2963" y="2291"/>
                  </a:lnTo>
                  <a:lnTo>
                    <a:pt x="2983" y="2311"/>
                  </a:lnTo>
                  <a:lnTo>
                    <a:pt x="2983" y="2351"/>
                  </a:lnTo>
                  <a:lnTo>
                    <a:pt x="2943" y="2390"/>
                  </a:lnTo>
                  <a:lnTo>
                    <a:pt x="2864" y="2410"/>
                  </a:lnTo>
                  <a:lnTo>
                    <a:pt x="2825" y="2410"/>
                  </a:lnTo>
                  <a:lnTo>
                    <a:pt x="2785" y="2390"/>
                  </a:lnTo>
                  <a:lnTo>
                    <a:pt x="2765" y="2370"/>
                  </a:lnTo>
                  <a:lnTo>
                    <a:pt x="2746" y="2351"/>
                  </a:lnTo>
                  <a:lnTo>
                    <a:pt x="2785" y="2311"/>
                  </a:lnTo>
                  <a:lnTo>
                    <a:pt x="2805" y="2272"/>
                  </a:lnTo>
                  <a:lnTo>
                    <a:pt x="2825" y="2232"/>
                  </a:lnTo>
                  <a:lnTo>
                    <a:pt x="2884" y="2252"/>
                  </a:lnTo>
                  <a:lnTo>
                    <a:pt x="2923" y="2212"/>
                  </a:lnTo>
                  <a:lnTo>
                    <a:pt x="2943" y="2173"/>
                  </a:lnTo>
                  <a:lnTo>
                    <a:pt x="2923" y="2133"/>
                  </a:lnTo>
                  <a:lnTo>
                    <a:pt x="2904" y="2114"/>
                  </a:lnTo>
                  <a:lnTo>
                    <a:pt x="2884" y="2094"/>
                  </a:lnTo>
                  <a:lnTo>
                    <a:pt x="2884" y="2054"/>
                  </a:lnTo>
                  <a:lnTo>
                    <a:pt x="2904" y="2035"/>
                  </a:lnTo>
                  <a:lnTo>
                    <a:pt x="2943" y="1995"/>
                  </a:lnTo>
                  <a:lnTo>
                    <a:pt x="2904" y="1995"/>
                  </a:lnTo>
                  <a:lnTo>
                    <a:pt x="2864" y="1956"/>
                  </a:lnTo>
                  <a:lnTo>
                    <a:pt x="2805" y="1916"/>
                  </a:lnTo>
                  <a:lnTo>
                    <a:pt x="2765" y="1896"/>
                  </a:lnTo>
                  <a:lnTo>
                    <a:pt x="2726" y="1896"/>
                  </a:lnTo>
                  <a:lnTo>
                    <a:pt x="2785" y="1877"/>
                  </a:lnTo>
                  <a:lnTo>
                    <a:pt x="2805" y="1896"/>
                  </a:lnTo>
                  <a:lnTo>
                    <a:pt x="2884" y="1896"/>
                  </a:lnTo>
                  <a:lnTo>
                    <a:pt x="2825" y="1857"/>
                  </a:lnTo>
                  <a:lnTo>
                    <a:pt x="2884" y="1837"/>
                  </a:lnTo>
                  <a:lnTo>
                    <a:pt x="2864" y="1798"/>
                  </a:lnTo>
                  <a:lnTo>
                    <a:pt x="2844" y="1778"/>
                  </a:lnTo>
                  <a:lnTo>
                    <a:pt x="2588" y="1778"/>
                  </a:lnTo>
                  <a:lnTo>
                    <a:pt x="2548" y="1738"/>
                  </a:lnTo>
                  <a:lnTo>
                    <a:pt x="2726" y="1719"/>
                  </a:lnTo>
                  <a:lnTo>
                    <a:pt x="2667" y="1679"/>
                  </a:lnTo>
                  <a:lnTo>
                    <a:pt x="2509" y="1679"/>
                  </a:lnTo>
                  <a:lnTo>
                    <a:pt x="2449" y="1659"/>
                  </a:lnTo>
                  <a:lnTo>
                    <a:pt x="2489" y="1620"/>
                  </a:lnTo>
                  <a:lnTo>
                    <a:pt x="2410" y="1600"/>
                  </a:lnTo>
                  <a:lnTo>
                    <a:pt x="2469" y="1580"/>
                  </a:lnTo>
                  <a:lnTo>
                    <a:pt x="2469" y="1580"/>
                  </a:lnTo>
                  <a:lnTo>
                    <a:pt x="2370" y="1600"/>
                  </a:lnTo>
                  <a:lnTo>
                    <a:pt x="2311" y="1561"/>
                  </a:lnTo>
                  <a:lnTo>
                    <a:pt x="2252" y="1541"/>
                  </a:lnTo>
                  <a:lnTo>
                    <a:pt x="2173" y="1541"/>
                  </a:lnTo>
                  <a:lnTo>
                    <a:pt x="2193" y="1501"/>
                  </a:lnTo>
                  <a:lnTo>
                    <a:pt x="2232" y="1442"/>
                  </a:lnTo>
                  <a:lnTo>
                    <a:pt x="2252" y="1403"/>
                  </a:lnTo>
                  <a:lnTo>
                    <a:pt x="2193" y="1403"/>
                  </a:lnTo>
                  <a:lnTo>
                    <a:pt x="2390" y="1324"/>
                  </a:lnTo>
                  <a:lnTo>
                    <a:pt x="2410" y="1343"/>
                  </a:lnTo>
                  <a:lnTo>
                    <a:pt x="2410" y="1363"/>
                  </a:lnTo>
                  <a:lnTo>
                    <a:pt x="2370" y="1403"/>
                  </a:lnTo>
                  <a:lnTo>
                    <a:pt x="2351" y="1442"/>
                  </a:lnTo>
                  <a:lnTo>
                    <a:pt x="2370" y="1462"/>
                  </a:lnTo>
                  <a:lnTo>
                    <a:pt x="2390" y="1482"/>
                  </a:lnTo>
                  <a:lnTo>
                    <a:pt x="2449" y="1403"/>
                  </a:lnTo>
                  <a:lnTo>
                    <a:pt x="2489" y="1343"/>
                  </a:lnTo>
                  <a:lnTo>
                    <a:pt x="2489" y="1264"/>
                  </a:lnTo>
                  <a:lnTo>
                    <a:pt x="2489" y="1205"/>
                  </a:lnTo>
                  <a:lnTo>
                    <a:pt x="2449" y="1086"/>
                  </a:lnTo>
                  <a:lnTo>
                    <a:pt x="2370" y="988"/>
                  </a:lnTo>
                  <a:lnTo>
                    <a:pt x="2331" y="948"/>
                  </a:lnTo>
                  <a:lnTo>
                    <a:pt x="2291" y="909"/>
                  </a:lnTo>
                  <a:lnTo>
                    <a:pt x="2232" y="810"/>
                  </a:lnTo>
                  <a:lnTo>
                    <a:pt x="2212" y="770"/>
                  </a:lnTo>
                  <a:lnTo>
                    <a:pt x="2173" y="751"/>
                  </a:lnTo>
                  <a:lnTo>
                    <a:pt x="2094" y="751"/>
                  </a:lnTo>
                  <a:lnTo>
                    <a:pt x="2015" y="770"/>
                  </a:lnTo>
                  <a:lnTo>
                    <a:pt x="2133" y="711"/>
                  </a:lnTo>
                  <a:lnTo>
                    <a:pt x="2133" y="494"/>
                  </a:lnTo>
                  <a:lnTo>
                    <a:pt x="2054" y="375"/>
                  </a:lnTo>
                  <a:lnTo>
                    <a:pt x="1995" y="277"/>
                  </a:lnTo>
                  <a:lnTo>
                    <a:pt x="1956" y="217"/>
                  </a:lnTo>
                  <a:lnTo>
                    <a:pt x="1916" y="178"/>
                  </a:lnTo>
                  <a:lnTo>
                    <a:pt x="1857" y="138"/>
                  </a:lnTo>
                  <a:lnTo>
                    <a:pt x="1778" y="119"/>
                  </a:lnTo>
                  <a:lnTo>
                    <a:pt x="1857" y="40"/>
                  </a:lnTo>
                  <a:lnTo>
                    <a:pt x="1738" y="4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11"/>
            <p:cNvSpPr/>
            <p:nvPr/>
          </p:nvSpPr>
          <p:spPr>
            <a:xfrm>
              <a:off x="-1574350" y="34126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1"/>
                  </a:moveTo>
                  <a:lnTo>
                    <a:pt x="4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11"/>
            <p:cNvSpPr/>
            <p:nvPr/>
          </p:nvSpPr>
          <p:spPr>
            <a:xfrm>
              <a:off x="-1557075" y="3441800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4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11"/>
            <p:cNvSpPr/>
            <p:nvPr/>
          </p:nvSpPr>
          <p:spPr>
            <a:xfrm>
              <a:off x="-1245975" y="3259100"/>
              <a:ext cx="260250" cy="195075"/>
            </a:xfrm>
            <a:custGeom>
              <a:rect b="b" l="l" r="r" t="t"/>
              <a:pathLst>
                <a:path extrusionOk="0" h="7803" w="10410">
                  <a:moveTo>
                    <a:pt x="0" y="0"/>
                  </a:moveTo>
                  <a:lnTo>
                    <a:pt x="139" y="277"/>
                  </a:lnTo>
                  <a:lnTo>
                    <a:pt x="356" y="612"/>
                  </a:lnTo>
                  <a:lnTo>
                    <a:pt x="652" y="1047"/>
                  </a:lnTo>
                  <a:lnTo>
                    <a:pt x="1047" y="1560"/>
                  </a:lnTo>
                  <a:lnTo>
                    <a:pt x="1284" y="1837"/>
                  </a:lnTo>
                  <a:lnTo>
                    <a:pt x="1541" y="2133"/>
                  </a:lnTo>
                  <a:lnTo>
                    <a:pt x="1837" y="2430"/>
                  </a:lnTo>
                  <a:lnTo>
                    <a:pt x="2153" y="2746"/>
                  </a:lnTo>
                  <a:lnTo>
                    <a:pt x="2509" y="3062"/>
                  </a:lnTo>
                  <a:lnTo>
                    <a:pt x="2884" y="3378"/>
                  </a:lnTo>
                  <a:lnTo>
                    <a:pt x="3615" y="3950"/>
                  </a:lnTo>
                  <a:lnTo>
                    <a:pt x="4445" y="4583"/>
                  </a:lnTo>
                  <a:lnTo>
                    <a:pt x="5333" y="5215"/>
                  </a:lnTo>
                  <a:lnTo>
                    <a:pt x="6242" y="5866"/>
                  </a:lnTo>
                  <a:lnTo>
                    <a:pt x="7901" y="7012"/>
                  </a:lnTo>
                  <a:lnTo>
                    <a:pt x="9067" y="7802"/>
                  </a:lnTo>
                  <a:lnTo>
                    <a:pt x="10410" y="5491"/>
                  </a:lnTo>
                  <a:lnTo>
                    <a:pt x="8652" y="4365"/>
                  </a:lnTo>
                  <a:lnTo>
                    <a:pt x="7447" y="3615"/>
                  </a:lnTo>
                  <a:lnTo>
                    <a:pt x="6124" y="2805"/>
                  </a:lnTo>
                  <a:lnTo>
                    <a:pt x="4800" y="2035"/>
                  </a:lnTo>
                  <a:lnTo>
                    <a:pt x="3576" y="1343"/>
                  </a:lnTo>
                  <a:lnTo>
                    <a:pt x="3023" y="1047"/>
                  </a:lnTo>
                  <a:lnTo>
                    <a:pt x="2529" y="810"/>
                  </a:lnTo>
                  <a:lnTo>
                    <a:pt x="2114" y="632"/>
                  </a:lnTo>
                  <a:lnTo>
                    <a:pt x="1778" y="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11"/>
            <p:cNvSpPr/>
            <p:nvPr/>
          </p:nvSpPr>
          <p:spPr>
            <a:xfrm>
              <a:off x="-1722000" y="3272425"/>
              <a:ext cx="240000" cy="328900"/>
            </a:xfrm>
            <a:custGeom>
              <a:rect b="b" l="l" r="r" t="t"/>
              <a:pathLst>
                <a:path extrusionOk="0" h="13156" w="9600">
                  <a:moveTo>
                    <a:pt x="4267" y="0"/>
                  </a:moveTo>
                  <a:lnTo>
                    <a:pt x="3990" y="40"/>
                  </a:lnTo>
                  <a:lnTo>
                    <a:pt x="3694" y="139"/>
                  </a:lnTo>
                  <a:lnTo>
                    <a:pt x="3339" y="257"/>
                  </a:lnTo>
                  <a:lnTo>
                    <a:pt x="2983" y="395"/>
                  </a:lnTo>
                  <a:lnTo>
                    <a:pt x="2608" y="573"/>
                  </a:lnTo>
                  <a:lnTo>
                    <a:pt x="2232" y="751"/>
                  </a:lnTo>
                  <a:lnTo>
                    <a:pt x="1620" y="1067"/>
                  </a:lnTo>
                  <a:lnTo>
                    <a:pt x="1067" y="1383"/>
                  </a:lnTo>
                  <a:lnTo>
                    <a:pt x="968" y="1442"/>
                  </a:lnTo>
                  <a:lnTo>
                    <a:pt x="909" y="1482"/>
                  </a:lnTo>
                  <a:lnTo>
                    <a:pt x="870" y="1502"/>
                  </a:lnTo>
                  <a:lnTo>
                    <a:pt x="336" y="1837"/>
                  </a:lnTo>
                  <a:lnTo>
                    <a:pt x="198" y="1936"/>
                  </a:lnTo>
                  <a:lnTo>
                    <a:pt x="119" y="2055"/>
                  </a:lnTo>
                  <a:lnTo>
                    <a:pt x="60" y="2153"/>
                  </a:lnTo>
                  <a:lnTo>
                    <a:pt x="20" y="2272"/>
                  </a:lnTo>
                  <a:lnTo>
                    <a:pt x="0" y="2410"/>
                  </a:lnTo>
                  <a:lnTo>
                    <a:pt x="0" y="2529"/>
                  </a:lnTo>
                  <a:lnTo>
                    <a:pt x="40" y="2667"/>
                  </a:lnTo>
                  <a:lnTo>
                    <a:pt x="80" y="2825"/>
                  </a:lnTo>
                  <a:lnTo>
                    <a:pt x="218" y="3141"/>
                  </a:lnTo>
                  <a:lnTo>
                    <a:pt x="396" y="3516"/>
                  </a:lnTo>
                  <a:lnTo>
                    <a:pt x="593" y="3911"/>
                  </a:lnTo>
                  <a:lnTo>
                    <a:pt x="791" y="4366"/>
                  </a:lnTo>
                  <a:lnTo>
                    <a:pt x="1620" y="6222"/>
                  </a:lnTo>
                  <a:lnTo>
                    <a:pt x="2924" y="9106"/>
                  </a:lnTo>
                  <a:lnTo>
                    <a:pt x="3595" y="10548"/>
                  </a:lnTo>
                  <a:lnTo>
                    <a:pt x="4188" y="11812"/>
                  </a:lnTo>
                  <a:lnTo>
                    <a:pt x="4662" y="12721"/>
                  </a:lnTo>
                  <a:lnTo>
                    <a:pt x="4820" y="12997"/>
                  </a:lnTo>
                  <a:lnTo>
                    <a:pt x="4919" y="13116"/>
                  </a:lnTo>
                  <a:lnTo>
                    <a:pt x="4958" y="13136"/>
                  </a:lnTo>
                  <a:lnTo>
                    <a:pt x="5018" y="13155"/>
                  </a:lnTo>
                  <a:lnTo>
                    <a:pt x="5195" y="13116"/>
                  </a:lnTo>
                  <a:lnTo>
                    <a:pt x="5413" y="13037"/>
                  </a:lnTo>
                  <a:lnTo>
                    <a:pt x="5669" y="12938"/>
                  </a:lnTo>
                  <a:lnTo>
                    <a:pt x="5966" y="12780"/>
                  </a:lnTo>
                  <a:lnTo>
                    <a:pt x="6282" y="12602"/>
                  </a:lnTo>
                  <a:lnTo>
                    <a:pt x="6953" y="12187"/>
                  </a:lnTo>
                  <a:lnTo>
                    <a:pt x="7645" y="11753"/>
                  </a:lnTo>
                  <a:lnTo>
                    <a:pt x="8277" y="11358"/>
                  </a:lnTo>
                  <a:lnTo>
                    <a:pt x="9067" y="10805"/>
                  </a:lnTo>
                  <a:lnTo>
                    <a:pt x="9225" y="10686"/>
                  </a:lnTo>
                  <a:lnTo>
                    <a:pt x="9343" y="10568"/>
                  </a:lnTo>
                  <a:lnTo>
                    <a:pt x="9442" y="10449"/>
                  </a:lnTo>
                  <a:lnTo>
                    <a:pt x="9521" y="10350"/>
                  </a:lnTo>
                  <a:lnTo>
                    <a:pt x="9560" y="10232"/>
                  </a:lnTo>
                  <a:lnTo>
                    <a:pt x="9580" y="10153"/>
                  </a:lnTo>
                  <a:lnTo>
                    <a:pt x="9600" y="10054"/>
                  </a:lnTo>
                  <a:lnTo>
                    <a:pt x="9600" y="9955"/>
                  </a:lnTo>
                  <a:lnTo>
                    <a:pt x="9541" y="9797"/>
                  </a:lnTo>
                  <a:lnTo>
                    <a:pt x="9481" y="9639"/>
                  </a:lnTo>
                  <a:lnTo>
                    <a:pt x="9402" y="9501"/>
                  </a:lnTo>
                  <a:lnTo>
                    <a:pt x="9343" y="9363"/>
                  </a:lnTo>
                  <a:lnTo>
                    <a:pt x="9323" y="9343"/>
                  </a:lnTo>
                  <a:lnTo>
                    <a:pt x="9323" y="9323"/>
                  </a:lnTo>
                  <a:lnTo>
                    <a:pt x="9304" y="9304"/>
                  </a:lnTo>
                  <a:lnTo>
                    <a:pt x="9304" y="9284"/>
                  </a:lnTo>
                  <a:lnTo>
                    <a:pt x="9304" y="9264"/>
                  </a:lnTo>
                  <a:lnTo>
                    <a:pt x="9067" y="8652"/>
                  </a:lnTo>
                  <a:lnTo>
                    <a:pt x="8770" y="7980"/>
                  </a:lnTo>
                  <a:lnTo>
                    <a:pt x="8138" y="6538"/>
                  </a:lnTo>
                  <a:lnTo>
                    <a:pt x="7427" y="4998"/>
                  </a:lnTo>
                  <a:lnTo>
                    <a:pt x="6677" y="3477"/>
                  </a:lnTo>
                  <a:lnTo>
                    <a:pt x="5966" y="2114"/>
                  </a:lnTo>
                  <a:lnTo>
                    <a:pt x="5650" y="1521"/>
                  </a:lnTo>
                  <a:lnTo>
                    <a:pt x="5353" y="1008"/>
                  </a:lnTo>
                  <a:lnTo>
                    <a:pt x="5334" y="968"/>
                  </a:lnTo>
                  <a:lnTo>
                    <a:pt x="5294" y="929"/>
                  </a:lnTo>
                  <a:lnTo>
                    <a:pt x="5294" y="909"/>
                  </a:lnTo>
                  <a:lnTo>
                    <a:pt x="5274" y="889"/>
                  </a:lnTo>
                  <a:lnTo>
                    <a:pt x="5235" y="830"/>
                  </a:lnTo>
                  <a:lnTo>
                    <a:pt x="5057" y="553"/>
                  </a:lnTo>
                  <a:lnTo>
                    <a:pt x="4899" y="316"/>
                  </a:lnTo>
                  <a:lnTo>
                    <a:pt x="4761" y="158"/>
                  </a:lnTo>
                  <a:lnTo>
                    <a:pt x="4662" y="60"/>
                  </a:lnTo>
                  <a:lnTo>
                    <a:pt x="4583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11"/>
            <p:cNvSpPr/>
            <p:nvPr/>
          </p:nvSpPr>
          <p:spPr>
            <a:xfrm>
              <a:off x="-1415350" y="3197850"/>
              <a:ext cx="229650" cy="228650"/>
            </a:xfrm>
            <a:custGeom>
              <a:rect b="b" l="l" r="r" t="t"/>
              <a:pathLst>
                <a:path extrusionOk="0" h="9146" w="9186">
                  <a:moveTo>
                    <a:pt x="7566" y="1"/>
                  </a:moveTo>
                  <a:lnTo>
                    <a:pt x="7368" y="60"/>
                  </a:lnTo>
                  <a:lnTo>
                    <a:pt x="7190" y="119"/>
                  </a:lnTo>
                  <a:lnTo>
                    <a:pt x="7012" y="198"/>
                  </a:lnTo>
                  <a:lnTo>
                    <a:pt x="6854" y="277"/>
                  </a:lnTo>
                  <a:lnTo>
                    <a:pt x="6696" y="376"/>
                  </a:lnTo>
                  <a:lnTo>
                    <a:pt x="6558" y="495"/>
                  </a:lnTo>
                  <a:lnTo>
                    <a:pt x="6282" y="751"/>
                  </a:lnTo>
                  <a:lnTo>
                    <a:pt x="6025" y="1028"/>
                  </a:lnTo>
                  <a:lnTo>
                    <a:pt x="5788" y="1304"/>
                  </a:lnTo>
                  <a:lnTo>
                    <a:pt x="5551" y="1581"/>
                  </a:lnTo>
                  <a:lnTo>
                    <a:pt x="5294" y="1838"/>
                  </a:lnTo>
                  <a:lnTo>
                    <a:pt x="5057" y="2075"/>
                  </a:lnTo>
                  <a:lnTo>
                    <a:pt x="4800" y="2292"/>
                  </a:lnTo>
                  <a:lnTo>
                    <a:pt x="4543" y="2490"/>
                  </a:lnTo>
                  <a:lnTo>
                    <a:pt x="4287" y="2648"/>
                  </a:lnTo>
                  <a:lnTo>
                    <a:pt x="4010" y="2786"/>
                  </a:lnTo>
                  <a:lnTo>
                    <a:pt x="3734" y="2885"/>
                  </a:lnTo>
                  <a:lnTo>
                    <a:pt x="3457" y="2983"/>
                  </a:lnTo>
                  <a:lnTo>
                    <a:pt x="3161" y="3023"/>
                  </a:lnTo>
                  <a:lnTo>
                    <a:pt x="3003" y="3062"/>
                  </a:lnTo>
                  <a:lnTo>
                    <a:pt x="2805" y="3122"/>
                  </a:lnTo>
                  <a:lnTo>
                    <a:pt x="2588" y="3240"/>
                  </a:lnTo>
                  <a:lnTo>
                    <a:pt x="2351" y="3378"/>
                  </a:lnTo>
                  <a:lnTo>
                    <a:pt x="2114" y="3536"/>
                  </a:lnTo>
                  <a:lnTo>
                    <a:pt x="1857" y="3714"/>
                  </a:lnTo>
                  <a:lnTo>
                    <a:pt x="1600" y="3931"/>
                  </a:lnTo>
                  <a:lnTo>
                    <a:pt x="1344" y="4168"/>
                  </a:lnTo>
                  <a:lnTo>
                    <a:pt x="1087" y="4425"/>
                  </a:lnTo>
                  <a:lnTo>
                    <a:pt x="870" y="4682"/>
                  </a:lnTo>
                  <a:lnTo>
                    <a:pt x="652" y="4978"/>
                  </a:lnTo>
                  <a:lnTo>
                    <a:pt x="455" y="5255"/>
                  </a:lnTo>
                  <a:lnTo>
                    <a:pt x="297" y="5571"/>
                  </a:lnTo>
                  <a:lnTo>
                    <a:pt x="159" y="5867"/>
                  </a:lnTo>
                  <a:lnTo>
                    <a:pt x="60" y="6183"/>
                  </a:lnTo>
                  <a:lnTo>
                    <a:pt x="20" y="6499"/>
                  </a:lnTo>
                  <a:lnTo>
                    <a:pt x="0" y="6796"/>
                  </a:lnTo>
                  <a:lnTo>
                    <a:pt x="40" y="7072"/>
                  </a:lnTo>
                  <a:lnTo>
                    <a:pt x="119" y="7349"/>
                  </a:lnTo>
                  <a:lnTo>
                    <a:pt x="218" y="7586"/>
                  </a:lnTo>
                  <a:lnTo>
                    <a:pt x="356" y="7823"/>
                  </a:lnTo>
                  <a:lnTo>
                    <a:pt x="514" y="8020"/>
                  </a:lnTo>
                  <a:lnTo>
                    <a:pt x="672" y="8218"/>
                  </a:lnTo>
                  <a:lnTo>
                    <a:pt x="830" y="8376"/>
                  </a:lnTo>
                  <a:lnTo>
                    <a:pt x="1008" y="8534"/>
                  </a:lnTo>
                  <a:lnTo>
                    <a:pt x="1186" y="8672"/>
                  </a:lnTo>
                  <a:lnTo>
                    <a:pt x="1482" y="8869"/>
                  </a:lnTo>
                  <a:lnTo>
                    <a:pt x="1699" y="8988"/>
                  </a:lnTo>
                  <a:lnTo>
                    <a:pt x="1778" y="9027"/>
                  </a:lnTo>
                  <a:lnTo>
                    <a:pt x="2094" y="9087"/>
                  </a:lnTo>
                  <a:lnTo>
                    <a:pt x="2450" y="9126"/>
                  </a:lnTo>
                  <a:lnTo>
                    <a:pt x="2904" y="9146"/>
                  </a:lnTo>
                  <a:lnTo>
                    <a:pt x="3141" y="9126"/>
                  </a:lnTo>
                  <a:lnTo>
                    <a:pt x="3378" y="9107"/>
                  </a:lnTo>
                  <a:lnTo>
                    <a:pt x="3615" y="9067"/>
                  </a:lnTo>
                  <a:lnTo>
                    <a:pt x="3872" y="9008"/>
                  </a:lnTo>
                  <a:lnTo>
                    <a:pt x="4089" y="8909"/>
                  </a:lnTo>
                  <a:lnTo>
                    <a:pt x="4326" y="8810"/>
                  </a:lnTo>
                  <a:lnTo>
                    <a:pt x="4524" y="8672"/>
                  </a:lnTo>
                  <a:lnTo>
                    <a:pt x="4721" y="8494"/>
                  </a:lnTo>
                  <a:lnTo>
                    <a:pt x="5037" y="8119"/>
                  </a:lnTo>
                  <a:lnTo>
                    <a:pt x="5314" y="7744"/>
                  </a:lnTo>
                  <a:lnTo>
                    <a:pt x="5531" y="7368"/>
                  </a:lnTo>
                  <a:lnTo>
                    <a:pt x="5748" y="6993"/>
                  </a:lnTo>
                  <a:lnTo>
                    <a:pt x="6143" y="6242"/>
                  </a:lnTo>
                  <a:lnTo>
                    <a:pt x="6361" y="5887"/>
                  </a:lnTo>
                  <a:lnTo>
                    <a:pt x="6598" y="5531"/>
                  </a:lnTo>
                  <a:lnTo>
                    <a:pt x="6736" y="5354"/>
                  </a:lnTo>
                  <a:lnTo>
                    <a:pt x="6894" y="5176"/>
                  </a:lnTo>
                  <a:lnTo>
                    <a:pt x="7249" y="4820"/>
                  </a:lnTo>
                  <a:lnTo>
                    <a:pt x="7625" y="4445"/>
                  </a:lnTo>
                  <a:lnTo>
                    <a:pt x="8020" y="4050"/>
                  </a:lnTo>
                  <a:lnTo>
                    <a:pt x="8415" y="3615"/>
                  </a:lnTo>
                  <a:lnTo>
                    <a:pt x="8573" y="3398"/>
                  </a:lnTo>
                  <a:lnTo>
                    <a:pt x="8731" y="3181"/>
                  </a:lnTo>
                  <a:lnTo>
                    <a:pt x="8869" y="2944"/>
                  </a:lnTo>
                  <a:lnTo>
                    <a:pt x="8988" y="2687"/>
                  </a:lnTo>
                  <a:lnTo>
                    <a:pt x="9086" y="2430"/>
                  </a:lnTo>
                  <a:lnTo>
                    <a:pt x="9146" y="2174"/>
                  </a:lnTo>
                  <a:lnTo>
                    <a:pt x="9185" y="1897"/>
                  </a:lnTo>
                  <a:lnTo>
                    <a:pt x="9185" y="1660"/>
                  </a:lnTo>
                  <a:lnTo>
                    <a:pt x="9165" y="1423"/>
                  </a:lnTo>
                  <a:lnTo>
                    <a:pt x="9126" y="1206"/>
                  </a:lnTo>
                  <a:lnTo>
                    <a:pt x="9047" y="1008"/>
                  </a:lnTo>
                  <a:lnTo>
                    <a:pt x="8948" y="811"/>
                  </a:lnTo>
                  <a:lnTo>
                    <a:pt x="8849" y="653"/>
                  </a:lnTo>
                  <a:lnTo>
                    <a:pt x="8731" y="495"/>
                  </a:lnTo>
                  <a:lnTo>
                    <a:pt x="8593" y="376"/>
                  </a:lnTo>
                  <a:lnTo>
                    <a:pt x="8454" y="258"/>
                  </a:lnTo>
                  <a:lnTo>
                    <a:pt x="8296" y="159"/>
                  </a:lnTo>
                  <a:lnTo>
                    <a:pt x="8158" y="100"/>
                  </a:lnTo>
                  <a:lnTo>
                    <a:pt x="8000" y="40"/>
                  </a:lnTo>
                  <a:lnTo>
                    <a:pt x="7862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11"/>
            <p:cNvSpPr/>
            <p:nvPr/>
          </p:nvSpPr>
          <p:spPr>
            <a:xfrm>
              <a:off x="-1467200" y="3098100"/>
              <a:ext cx="269150" cy="274600"/>
            </a:xfrm>
            <a:custGeom>
              <a:rect b="b" l="l" r="r" t="t"/>
              <a:pathLst>
                <a:path extrusionOk="0" h="10984" w="10766">
                  <a:moveTo>
                    <a:pt x="9659" y="1"/>
                  </a:moveTo>
                  <a:lnTo>
                    <a:pt x="9363" y="21"/>
                  </a:lnTo>
                  <a:lnTo>
                    <a:pt x="9086" y="60"/>
                  </a:lnTo>
                  <a:lnTo>
                    <a:pt x="8830" y="119"/>
                  </a:lnTo>
                  <a:lnTo>
                    <a:pt x="8612" y="198"/>
                  </a:lnTo>
                  <a:lnTo>
                    <a:pt x="8435" y="297"/>
                  </a:lnTo>
                  <a:lnTo>
                    <a:pt x="8316" y="376"/>
                  </a:lnTo>
                  <a:lnTo>
                    <a:pt x="8198" y="435"/>
                  </a:lnTo>
                  <a:lnTo>
                    <a:pt x="7842" y="376"/>
                  </a:lnTo>
                  <a:lnTo>
                    <a:pt x="7526" y="317"/>
                  </a:lnTo>
                  <a:lnTo>
                    <a:pt x="7210" y="277"/>
                  </a:lnTo>
                  <a:lnTo>
                    <a:pt x="6914" y="258"/>
                  </a:lnTo>
                  <a:lnTo>
                    <a:pt x="6380" y="258"/>
                  </a:lnTo>
                  <a:lnTo>
                    <a:pt x="5926" y="297"/>
                  </a:lnTo>
                  <a:lnTo>
                    <a:pt x="5571" y="337"/>
                  </a:lnTo>
                  <a:lnTo>
                    <a:pt x="5314" y="396"/>
                  </a:lnTo>
                  <a:lnTo>
                    <a:pt x="5097" y="475"/>
                  </a:lnTo>
                  <a:lnTo>
                    <a:pt x="4840" y="514"/>
                  </a:lnTo>
                  <a:lnTo>
                    <a:pt x="4603" y="554"/>
                  </a:lnTo>
                  <a:lnTo>
                    <a:pt x="4405" y="613"/>
                  </a:lnTo>
                  <a:lnTo>
                    <a:pt x="4227" y="672"/>
                  </a:lnTo>
                  <a:lnTo>
                    <a:pt x="3931" y="811"/>
                  </a:lnTo>
                  <a:lnTo>
                    <a:pt x="3714" y="949"/>
                  </a:lnTo>
                  <a:lnTo>
                    <a:pt x="3556" y="1067"/>
                  </a:lnTo>
                  <a:lnTo>
                    <a:pt x="3457" y="1186"/>
                  </a:lnTo>
                  <a:lnTo>
                    <a:pt x="3378" y="1245"/>
                  </a:lnTo>
                  <a:lnTo>
                    <a:pt x="3339" y="1285"/>
                  </a:lnTo>
                  <a:lnTo>
                    <a:pt x="3102" y="1364"/>
                  </a:lnTo>
                  <a:lnTo>
                    <a:pt x="2647" y="1581"/>
                  </a:lnTo>
                  <a:lnTo>
                    <a:pt x="2351" y="1739"/>
                  </a:lnTo>
                  <a:lnTo>
                    <a:pt x="2055" y="1937"/>
                  </a:lnTo>
                  <a:lnTo>
                    <a:pt x="1739" y="2154"/>
                  </a:lnTo>
                  <a:lnTo>
                    <a:pt x="1442" y="2391"/>
                  </a:lnTo>
                  <a:lnTo>
                    <a:pt x="1304" y="2529"/>
                  </a:lnTo>
                  <a:lnTo>
                    <a:pt x="1146" y="2707"/>
                  </a:lnTo>
                  <a:lnTo>
                    <a:pt x="1008" y="2924"/>
                  </a:lnTo>
                  <a:lnTo>
                    <a:pt x="889" y="3141"/>
                  </a:lnTo>
                  <a:lnTo>
                    <a:pt x="633" y="3635"/>
                  </a:lnTo>
                  <a:lnTo>
                    <a:pt x="415" y="4129"/>
                  </a:lnTo>
                  <a:lnTo>
                    <a:pt x="238" y="4583"/>
                  </a:lnTo>
                  <a:lnTo>
                    <a:pt x="119" y="4978"/>
                  </a:lnTo>
                  <a:lnTo>
                    <a:pt x="1" y="5354"/>
                  </a:lnTo>
                  <a:lnTo>
                    <a:pt x="317" y="6223"/>
                  </a:lnTo>
                  <a:lnTo>
                    <a:pt x="672" y="7131"/>
                  </a:lnTo>
                  <a:lnTo>
                    <a:pt x="1087" y="8158"/>
                  </a:lnTo>
                  <a:lnTo>
                    <a:pt x="1541" y="9205"/>
                  </a:lnTo>
                  <a:lnTo>
                    <a:pt x="1758" y="9679"/>
                  </a:lnTo>
                  <a:lnTo>
                    <a:pt x="1976" y="10114"/>
                  </a:lnTo>
                  <a:lnTo>
                    <a:pt x="2193" y="10469"/>
                  </a:lnTo>
                  <a:lnTo>
                    <a:pt x="2391" y="10746"/>
                  </a:lnTo>
                  <a:lnTo>
                    <a:pt x="2470" y="10845"/>
                  </a:lnTo>
                  <a:lnTo>
                    <a:pt x="2549" y="10924"/>
                  </a:lnTo>
                  <a:lnTo>
                    <a:pt x="2628" y="10983"/>
                  </a:lnTo>
                  <a:lnTo>
                    <a:pt x="2766" y="10983"/>
                  </a:lnTo>
                  <a:lnTo>
                    <a:pt x="2845" y="10963"/>
                  </a:lnTo>
                  <a:lnTo>
                    <a:pt x="3042" y="10865"/>
                  </a:lnTo>
                  <a:lnTo>
                    <a:pt x="3240" y="10707"/>
                  </a:lnTo>
                  <a:lnTo>
                    <a:pt x="3477" y="10509"/>
                  </a:lnTo>
                  <a:lnTo>
                    <a:pt x="3734" y="10272"/>
                  </a:lnTo>
                  <a:lnTo>
                    <a:pt x="3990" y="9995"/>
                  </a:lnTo>
                  <a:lnTo>
                    <a:pt x="4247" y="9699"/>
                  </a:lnTo>
                  <a:lnTo>
                    <a:pt x="4524" y="9383"/>
                  </a:lnTo>
                  <a:lnTo>
                    <a:pt x="5018" y="8751"/>
                  </a:lnTo>
                  <a:lnTo>
                    <a:pt x="5452" y="8119"/>
                  </a:lnTo>
                  <a:lnTo>
                    <a:pt x="5610" y="7842"/>
                  </a:lnTo>
                  <a:lnTo>
                    <a:pt x="5748" y="7605"/>
                  </a:lnTo>
                  <a:lnTo>
                    <a:pt x="5847" y="7388"/>
                  </a:lnTo>
                  <a:lnTo>
                    <a:pt x="5906" y="7210"/>
                  </a:lnTo>
                  <a:lnTo>
                    <a:pt x="5985" y="6894"/>
                  </a:lnTo>
                  <a:lnTo>
                    <a:pt x="6124" y="6499"/>
                  </a:lnTo>
                  <a:lnTo>
                    <a:pt x="6301" y="6065"/>
                  </a:lnTo>
                  <a:lnTo>
                    <a:pt x="6499" y="5630"/>
                  </a:lnTo>
                  <a:lnTo>
                    <a:pt x="6696" y="5196"/>
                  </a:lnTo>
                  <a:lnTo>
                    <a:pt x="6894" y="4820"/>
                  </a:lnTo>
                  <a:lnTo>
                    <a:pt x="7052" y="4524"/>
                  </a:lnTo>
                  <a:lnTo>
                    <a:pt x="7171" y="4346"/>
                  </a:lnTo>
                  <a:lnTo>
                    <a:pt x="7329" y="4188"/>
                  </a:lnTo>
                  <a:lnTo>
                    <a:pt x="7585" y="3991"/>
                  </a:lnTo>
                  <a:lnTo>
                    <a:pt x="8296" y="3497"/>
                  </a:lnTo>
                  <a:lnTo>
                    <a:pt x="9146" y="2944"/>
                  </a:lnTo>
                  <a:lnTo>
                    <a:pt x="9580" y="2648"/>
                  </a:lnTo>
                  <a:lnTo>
                    <a:pt x="9975" y="2371"/>
                  </a:lnTo>
                  <a:lnTo>
                    <a:pt x="10153" y="2233"/>
                  </a:lnTo>
                  <a:lnTo>
                    <a:pt x="10311" y="2075"/>
                  </a:lnTo>
                  <a:lnTo>
                    <a:pt x="10430" y="1917"/>
                  </a:lnTo>
                  <a:lnTo>
                    <a:pt x="10548" y="1759"/>
                  </a:lnTo>
                  <a:lnTo>
                    <a:pt x="10627" y="1581"/>
                  </a:lnTo>
                  <a:lnTo>
                    <a:pt x="10706" y="1403"/>
                  </a:lnTo>
                  <a:lnTo>
                    <a:pt x="10746" y="1225"/>
                  </a:lnTo>
                  <a:lnTo>
                    <a:pt x="10765" y="1048"/>
                  </a:lnTo>
                  <a:lnTo>
                    <a:pt x="10746" y="890"/>
                  </a:lnTo>
                  <a:lnTo>
                    <a:pt x="10726" y="732"/>
                  </a:lnTo>
                  <a:lnTo>
                    <a:pt x="10667" y="574"/>
                  </a:lnTo>
                  <a:lnTo>
                    <a:pt x="10588" y="435"/>
                  </a:lnTo>
                  <a:lnTo>
                    <a:pt x="10489" y="317"/>
                  </a:lnTo>
                  <a:lnTo>
                    <a:pt x="10370" y="218"/>
                  </a:lnTo>
                  <a:lnTo>
                    <a:pt x="10212" y="139"/>
                  </a:lnTo>
                  <a:lnTo>
                    <a:pt x="10035" y="80"/>
                  </a:lnTo>
                  <a:lnTo>
                    <a:pt x="9798" y="21"/>
                  </a:lnTo>
                  <a:lnTo>
                    <a:pt x="9659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11"/>
            <p:cNvSpPr/>
            <p:nvPr/>
          </p:nvSpPr>
          <p:spPr>
            <a:xfrm>
              <a:off x="-1390175" y="3108975"/>
              <a:ext cx="127925" cy="124950"/>
            </a:xfrm>
            <a:custGeom>
              <a:rect b="b" l="l" r="r" t="t"/>
              <a:pathLst>
                <a:path extrusionOk="0" h="4998" w="5117">
                  <a:moveTo>
                    <a:pt x="5117" y="0"/>
                  </a:moveTo>
                  <a:lnTo>
                    <a:pt x="4781" y="40"/>
                  </a:lnTo>
                  <a:lnTo>
                    <a:pt x="4406" y="99"/>
                  </a:lnTo>
                  <a:lnTo>
                    <a:pt x="3932" y="198"/>
                  </a:lnTo>
                  <a:lnTo>
                    <a:pt x="3675" y="277"/>
                  </a:lnTo>
                  <a:lnTo>
                    <a:pt x="3398" y="376"/>
                  </a:lnTo>
                  <a:lnTo>
                    <a:pt x="3102" y="474"/>
                  </a:lnTo>
                  <a:lnTo>
                    <a:pt x="2825" y="613"/>
                  </a:lnTo>
                  <a:lnTo>
                    <a:pt x="2529" y="771"/>
                  </a:lnTo>
                  <a:lnTo>
                    <a:pt x="2253" y="949"/>
                  </a:lnTo>
                  <a:lnTo>
                    <a:pt x="1976" y="1166"/>
                  </a:lnTo>
                  <a:lnTo>
                    <a:pt x="1719" y="1383"/>
                  </a:lnTo>
                  <a:lnTo>
                    <a:pt x="1482" y="1660"/>
                  </a:lnTo>
                  <a:lnTo>
                    <a:pt x="1265" y="1936"/>
                  </a:lnTo>
                  <a:lnTo>
                    <a:pt x="1067" y="2213"/>
                  </a:lnTo>
                  <a:lnTo>
                    <a:pt x="890" y="2509"/>
                  </a:lnTo>
                  <a:lnTo>
                    <a:pt x="732" y="2825"/>
                  </a:lnTo>
                  <a:lnTo>
                    <a:pt x="593" y="3121"/>
                  </a:lnTo>
                  <a:lnTo>
                    <a:pt x="475" y="3418"/>
                  </a:lnTo>
                  <a:lnTo>
                    <a:pt x="356" y="3694"/>
                  </a:lnTo>
                  <a:lnTo>
                    <a:pt x="198" y="4208"/>
                  </a:lnTo>
                  <a:lnTo>
                    <a:pt x="80" y="4622"/>
                  </a:lnTo>
                  <a:lnTo>
                    <a:pt x="1" y="4998"/>
                  </a:lnTo>
                  <a:lnTo>
                    <a:pt x="139" y="4583"/>
                  </a:lnTo>
                  <a:lnTo>
                    <a:pt x="317" y="4109"/>
                  </a:lnTo>
                  <a:lnTo>
                    <a:pt x="534" y="3556"/>
                  </a:lnTo>
                  <a:lnTo>
                    <a:pt x="672" y="3260"/>
                  </a:lnTo>
                  <a:lnTo>
                    <a:pt x="830" y="2963"/>
                  </a:lnTo>
                  <a:lnTo>
                    <a:pt x="1008" y="2667"/>
                  </a:lnTo>
                  <a:lnTo>
                    <a:pt x="1186" y="2371"/>
                  </a:lnTo>
                  <a:lnTo>
                    <a:pt x="1383" y="2094"/>
                  </a:lnTo>
                  <a:lnTo>
                    <a:pt x="1581" y="1837"/>
                  </a:lnTo>
                  <a:lnTo>
                    <a:pt x="1798" y="1600"/>
                  </a:lnTo>
                  <a:lnTo>
                    <a:pt x="2035" y="1403"/>
                  </a:lnTo>
                  <a:lnTo>
                    <a:pt x="2272" y="1245"/>
                  </a:lnTo>
                  <a:lnTo>
                    <a:pt x="2529" y="1087"/>
                  </a:lnTo>
                  <a:lnTo>
                    <a:pt x="3062" y="790"/>
                  </a:lnTo>
                  <a:lnTo>
                    <a:pt x="3576" y="553"/>
                  </a:lnTo>
                  <a:lnTo>
                    <a:pt x="4050" y="356"/>
                  </a:lnTo>
                  <a:lnTo>
                    <a:pt x="4485" y="198"/>
                  </a:lnTo>
                  <a:lnTo>
                    <a:pt x="4820" y="99"/>
                  </a:lnTo>
                  <a:lnTo>
                    <a:pt x="5117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11"/>
            <p:cNvSpPr/>
            <p:nvPr/>
          </p:nvSpPr>
          <p:spPr>
            <a:xfrm>
              <a:off x="-1421275" y="3109475"/>
              <a:ext cx="81500" cy="108150"/>
            </a:xfrm>
            <a:custGeom>
              <a:rect b="b" l="l" r="r" t="t"/>
              <a:pathLst>
                <a:path extrusionOk="0" h="4326" w="3260">
                  <a:moveTo>
                    <a:pt x="3260" y="0"/>
                  </a:moveTo>
                  <a:lnTo>
                    <a:pt x="3023" y="119"/>
                  </a:lnTo>
                  <a:lnTo>
                    <a:pt x="2746" y="257"/>
                  </a:lnTo>
                  <a:lnTo>
                    <a:pt x="2410" y="474"/>
                  </a:lnTo>
                  <a:lnTo>
                    <a:pt x="2055" y="731"/>
                  </a:lnTo>
                  <a:lnTo>
                    <a:pt x="1857" y="869"/>
                  </a:lnTo>
                  <a:lnTo>
                    <a:pt x="1679" y="1047"/>
                  </a:lnTo>
                  <a:lnTo>
                    <a:pt x="1502" y="1225"/>
                  </a:lnTo>
                  <a:lnTo>
                    <a:pt x="1324" y="1422"/>
                  </a:lnTo>
                  <a:lnTo>
                    <a:pt x="1146" y="1640"/>
                  </a:lnTo>
                  <a:lnTo>
                    <a:pt x="988" y="1877"/>
                  </a:lnTo>
                  <a:lnTo>
                    <a:pt x="731" y="2351"/>
                  </a:lnTo>
                  <a:lnTo>
                    <a:pt x="514" y="2785"/>
                  </a:lnTo>
                  <a:lnTo>
                    <a:pt x="336" y="3200"/>
                  </a:lnTo>
                  <a:lnTo>
                    <a:pt x="198" y="3575"/>
                  </a:lnTo>
                  <a:lnTo>
                    <a:pt x="99" y="3891"/>
                  </a:lnTo>
                  <a:lnTo>
                    <a:pt x="40" y="4128"/>
                  </a:lnTo>
                  <a:lnTo>
                    <a:pt x="0" y="4326"/>
                  </a:lnTo>
                  <a:lnTo>
                    <a:pt x="40" y="4188"/>
                  </a:lnTo>
                  <a:lnTo>
                    <a:pt x="198" y="3753"/>
                  </a:lnTo>
                  <a:lnTo>
                    <a:pt x="336" y="3437"/>
                  </a:lnTo>
                  <a:lnTo>
                    <a:pt x="514" y="3062"/>
                  </a:lnTo>
                  <a:lnTo>
                    <a:pt x="751" y="2627"/>
                  </a:lnTo>
                  <a:lnTo>
                    <a:pt x="1028" y="2114"/>
                  </a:lnTo>
                  <a:lnTo>
                    <a:pt x="1186" y="1857"/>
                  </a:lnTo>
                  <a:lnTo>
                    <a:pt x="1363" y="1620"/>
                  </a:lnTo>
                  <a:lnTo>
                    <a:pt x="1541" y="1403"/>
                  </a:lnTo>
                  <a:lnTo>
                    <a:pt x="1719" y="1185"/>
                  </a:lnTo>
                  <a:lnTo>
                    <a:pt x="1897" y="988"/>
                  </a:lnTo>
                  <a:lnTo>
                    <a:pt x="2094" y="830"/>
                  </a:lnTo>
                  <a:lnTo>
                    <a:pt x="2450" y="533"/>
                  </a:lnTo>
                  <a:lnTo>
                    <a:pt x="2766" y="296"/>
                  </a:lnTo>
                  <a:lnTo>
                    <a:pt x="3023" y="138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11"/>
            <p:cNvSpPr/>
            <p:nvPr/>
          </p:nvSpPr>
          <p:spPr>
            <a:xfrm>
              <a:off x="-1439550" y="3130200"/>
              <a:ext cx="55825" cy="79050"/>
            </a:xfrm>
            <a:custGeom>
              <a:rect b="b" l="l" r="r" t="t"/>
              <a:pathLst>
                <a:path extrusionOk="0" h="3162" w="2233">
                  <a:moveTo>
                    <a:pt x="2233" y="1"/>
                  </a:moveTo>
                  <a:lnTo>
                    <a:pt x="1857" y="80"/>
                  </a:lnTo>
                  <a:lnTo>
                    <a:pt x="1798" y="119"/>
                  </a:lnTo>
                  <a:lnTo>
                    <a:pt x="1660" y="238"/>
                  </a:lnTo>
                  <a:lnTo>
                    <a:pt x="1541" y="337"/>
                  </a:lnTo>
                  <a:lnTo>
                    <a:pt x="1423" y="475"/>
                  </a:lnTo>
                  <a:lnTo>
                    <a:pt x="1285" y="653"/>
                  </a:lnTo>
                  <a:lnTo>
                    <a:pt x="1127" y="850"/>
                  </a:lnTo>
                  <a:lnTo>
                    <a:pt x="949" y="1146"/>
                  </a:lnTo>
                  <a:lnTo>
                    <a:pt x="771" y="1482"/>
                  </a:lnTo>
                  <a:lnTo>
                    <a:pt x="396" y="2252"/>
                  </a:lnTo>
                  <a:lnTo>
                    <a:pt x="119" y="2904"/>
                  </a:lnTo>
                  <a:lnTo>
                    <a:pt x="1" y="3161"/>
                  </a:lnTo>
                  <a:lnTo>
                    <a:pt x="672" y="1877"/>
                  </a:lnTo>
                  <a:lnTo>
                    <a:pt x="929" y="1423"/>
                  </a:lnTo>
                  <a:lnTo>
                    <a:pt x="1186" y="1028"/>
                  </a:lnTo>
                  <a:lnTo>
                    <a:pt x="1462" y="712"/>
                  </a:lnTo>
                  <a:lnTo>
                    <a:pt x="1699" y="455"/>
                  </a:lnTo>
                  <a:lnTo>
                    <a:pt x="1917" y="258"/>
                  </a:lnTo>
                  <a:lnTo>
                    <a:pt x="2075" y="11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11"/>
            <p:cNvSpPr/>
            <p:nvPr/>
          </p:nvSpPr>
          <p:spPr>
            <a:xfrm>
              <a:off x="-1268200" y="3098100"/>
              <a:ext cx="50400" cy="39550"/>
            </a:xfrm>
            <a:custGeom>
              <a:rect b="b" l="l" r="r" t="t"/>
              <a:pathLst>
                <a:path extrusionOk="0" h="1582" w="2016">
                  <a:moveTo>
                    <a:pt x="1699" y="1"/>
                  </a:moveTo>
                  <a:lnTo>
                    <a:pt x="1719" y="297"/>
                  </a:lnTo>
                  <a:lnTo>
                    <a:pt x="1759" y="574"/>
                  </a:lnTo>
                  <a:lnTo>
                    <a:pt x="1818" y="830"/>
                  </a:lnTo>
                  <a:lnTo>
                    <a:pt x="1838" y="929"/>
                  </a:lnTo>
                  <a:lnTo>
                    <a:pt x="1541" y="1087"/>
                  </a:lnTo>
                  <a:lnTo>
                    <a:pt x="1265" y="1225"/>
                  </a:lnTo>
                  <a:lnTo>
                    <a:pt x="949" y="1344"/>
                  </a:lnTo>
                  <a:lnTo>
                    <a:pt x="692" y="1423"/>
                  </a:lnTo>
                  <a:lnTo>
                    <a:pt x="514" y="1463"/>
                  </a:lnTo>
                  <a:lnTo>
                    <a:pt x="376" y="1463"/>
                  </a:lnTo>
                  <a:lnTo>
                    <a:pt x="336" y="1423"/>
                  </a:lnTo>
                  <a:lnTo>
                    <a:pt x="277" y="1384"/>
                  </a:lnTo>
                  <a:lnTo>
                    <a:pt x="198" y="1285"/>
                  </a:lnTo>
                  <a:lnTo>
                    <a:pt x="139" y="1186"/>
                  </a:lnTo>
                  <a:lnTo>
                    <a:pt x="99" y="1048"/>
                  </a:lnTo>
                  <a:lnTo>
                    <a:pt x="80" y="929"/>
                  </a:lnTo>
                  <a:lnTo>
                    <a:pt x="80" y="613"/>
                  </a:lnTo>
                  <a:lnTo>
                    <a:pt x="80" y="455"/>
                  </a:lnTo>
                  <a:lnTo>
                    <a:pt x="1" y="475"/>
                  </a:lnTo>
                  <a:lnTo>
                    <a:pt x="1" y="613"/>
                  </a:lnTo>
                  <a:lnTo>
                    <a:pt x="1" y="751"/>
                  </a:lnTo>
                  <a:lnTo>
                    <a:pt x="1" y="890"/>
                  </a:lnTo>
                  <a:lnTo>
                    <a:pt x="1" y="1048"/>
                  </a:lnTo>
                  <a:lnTo>
                    <a:pt x="40" y="1225"/>
                  </a:lnTo>
                  <a:lnTo>
                    <a:pt x="99" y="1384"/>
                  </a:lnTo>
                  <a:lnTo>
                    <a:pt x="139" y="1443"/>
                  </a:lnTo>
                  <a:lnTo>
                    <a:pt x="198" y="1502"/>
                  </a:lnTo>
                  <a:lnTo>
                    <a:pt x="257" y="1542"/>
                  </a:lnTo>
                  <a:lnTo>
                    <a:pt x="336" y="1581"/>
                  </a:lnTo>
                  <a:lnTo>
                    <a:pt x="514" y="1581"/>
                  </a:lnTo>
                  <a:lnTo>
                    <a:pt x="771" y="1542"/>
                  </a:lnTo>
                  <a:lnTo>
                    <a:pt x="1047" y="1443"/>
                  </a:lnTo>
                  <a:lnTo>
                    <a:pt x="1324" y="1324"/>
                  </a:lnTo>
                  <a:lnTo>
                    <a:pt x="1798" y="1087"/>
                  </a:lnTo>
                  <a:lnTo>
                    <a:pt x="2015" y="988"/>
                  </a:lnTo>
                  <a:lnTo>
                    <a:pt x="1976" y="890"/>
                  </a:lnTo>
                  <a:lnTo>
                    <a:pt x="1897" y="653"/>
                  </a:lnTo>
                  <a:lnTo>
                    <a:pt x="1838" y="356"/>
                  </a:lnTo>
                  <a:lnTo>
                    <a:pt x="1838" y="179"/>
                  </a:lnTo>
                  <a:lnTo>
                    <a:pt x="1838" y="21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11"/>
            <p:cNvSpPr/>
            <p:nvPr/>
          </p:nvSpPr>
          <p:spPr>
            <a:xfrm>
              <a:off x="-1265225" y="3218100"/>
              <a:ext cx="72600" cy="76075"/>
            </a:xfrm>
            <a:custGeom>
              <a:rect b="b" l="l" r="r" t="t"/>
              <a:pathLst>
                <a:path extrusionOk="0" h="3043" w="2904">
                  <a:moveTo>
                    <a:pt x="1304" y="198"/>
                  </a:moveTo>
                  <a:lnTo>
                    <a:pt x="2667" y="1541"/>
                  </a:lnTo>
                  <a:lnTo>
                    <a:pt x="2548" y="1699"/>
                  </a:lnTo>
                  <a:lnTo>
                    <a:pt x="2252" y="2094"/>
                  </a:lnTo>
                  <a:lnTo>
                    <a:pt x="2054" y="2292"/>
                  </a:lnTo>
                  <a:lnTo>
                    <a:pt x="1877" y="2489"/>
                  </a:lnTo>
                  <a:lnTo>
                    <a:pt x="1699" y="2647"/>
                  </a:lnTo>
                  <a:lnTo>
                    <a:pt x="1561" y="2766"/>
                  </a:lnTo>
                  <a:lnTo>
                    <a:pt x="1403" y="2825"/>
                  </a:lnTo>
                  <a:lnTo>
                    <a:pt x="1264" y="2845"/>
                  </a:lnTo>
                  <a:lnTo>
                    <a:pt x="1106" y="2865"/>
                  </a:lnTo>
                  <a:lnTo>
                    <a:pt x="948" y="2845"/>
                  </a:lnTo>
                  <a:lnTo>
                    <a:pt x="790" y="2825"/>
                  </a:lnTo>
                  <a:lnTo>
                    <a:pt x="632" y="2766"/>
                  </a:lnTo>
                  <a:lnTo>
                    <a:pt x="494" y="2687"/>
                  </a:lnTo>
                  <a:lnTo>
                    <a:pt x="375" y="2588"/>
                  </a:lnTo>
                  <a:lnTo>
                    <a:pt x="277" y="2470"/>
                  </a:lnTo>
                  <a:lnTo>
                    <a:pt x="198" y="2331"/>
                  </a:lnTo>
                  <a:lnTo>
                    <a:pt x="178" y="2173"/>
                  </a:lnTo>
                  <a:lnTo>
                    <a:pt x="158" y="2015"/>
                  </a:lnTo>
                  <a:lnTo>
                    <a:pt x="158" y="1857"/>
                  </a:lnTo>
                  <a:lnTo>
                    <a:pt x="178" y="1719"/>
                  </a:lnTo>
                  <a:lnTo>
                    <a:pt x="217" y="1581"/>
                  </a:lnTo>
                  <a:lnTo>
                    <a:pt x="257" y="1482"/>
                  </a:lnTo>
                  <a:lnTo>
                    <a:pt x="336" y="1344"/>
                  </a:lnTo>
                  <a:lnTo>
                    <a:pt x="454" y="1166"/>
                  </a:lnTo>
                  <a:lnTo>
                    <a:pt x="810" y="731"/>
                  </a:lnTo>
                  <a:lnTo>
                    <a:pt x="1304" y="198"/>
                  </a:lnTo>
                  <a:close/>
                  <a:moveTo>
                    <a:pt x="1323" y="1"/>
                  </a:moveTo>
                  <a:lnTo>
                    <a:pt x="1185" y="119"/>
                  </a:lnTo>
                  <a:lnTo>
                    <a:pt x="869" y="415"/>
                  </a:lnTo>
                  <a:lnTo>
                    <a:pt x="514" y="810"/>
                  </a:lnTo>
                  <a:lnTo>
                    <a:pt x="336" y="1008"/>
                  </a:lnTo>
                  <a:lnTo>
                    <a:pt x="217" y="1225"/>
                  </a:lnTo>
                  <a:lnTo>
                    <a:pt x="119" y="1423"/>
                  </a:lnTo>
                  <a:lnTo>
                    <a:pt x="40" y="1620"/>
                  </a:lnTo>
                  <a:lnTo>
                    <a:pt x="0" y="1818"/>
                  </a:lnTo>
                  <a:lnTo>
                    <a:pt x="0" y="2015"/>
                  </a:lnTo>
                  <a:lnTo>
                    <a:pt x="0" y="2193"/>
                  </a:lnTo>
                  <a:lnTo>
                    <a:pt x="59" y="2371"/>
                  </a:lnTo>
                  <a:lnTo>
                    <a:pt x="119" y="2529"/>
                  </a:lnTo>
                  <a:lnTo>
                    <a:pt x="237" y="2667"/>
                  </a:lnTo>
                  <a:lnTo>
                    <a:pt x="356" y="2786"/>
                  </a:lnTo>
                  <a:lnTo>
                    <a:pt x="533" y="2904"/>
                  </a:lnTo>
                  <a:lnTo>
                    <a:pt x="731" y="2983"/>
                  </a:lnTo>
                  <a:lnTo>
                    <a:pt x="948" y="3023"/>
                  </a:lnTo>
                  <a:lnTo>
                    <a:pt x="1165" y="3042"/>
                  </a:lnTo>
                  <a:lnTo>
                    <a:pt x="1383" y="3023"/>
                  </a:lnTo>
                  <a:lnTo>
                    <a:pt x="1501" y="2983"/>
                  </a:lnTo>
                  <a:lnTo>
                    <a:pt x="1600" y="2944"/>
                  </a:lnTo>
                  <a:lnTo>
                    <a:pt x="1719" y="2884"/>
                  </a:lnTo>
                  <a:lnTo>
                    <a:pt x="1798" y="2805"/>
                  </a:lnTo>
                  <a:lnTo>
                    <a:pt x="1995" y="2628"/>
                  </a:lnTo>
                  <a:lnTo>
                    <a:pt x="2193" y="2430"/>
                  </a:lnTo>
                  <a:lnTo>
                    <a:pt x="2548" y="1996"/>
                  </a:lnTo>
                  <a:lnTo>
                    <a:pt x="2805" y="1660"/>
                  </a:lnTo>
                  <a:lnTo>
                    <a:pt x="2904" y="1522"/>
                  </a:lnTo>
                  <a:lnTo>
                    <a:pt x="2785" y="1423"/>
                  </a:lnTo>
                  <a:lnTo>
                    <a:pt x="2607" y="1265"/>
                  </a:lnTo>
                  <a:lnTo>
                    <a:pt x="2193" y="850"/>
                  </a:lnTo>
                  <a:lnTo>
                    <a:pt x="1640" y="277"/>
                  </a:lnTo>
                  <a:lnTo>
                    <a:pt x="132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11"/>
            <p:cNvSpPr/>
            <p:nvPr/>
          </p:nvSpPr>
          <p:spPr>
            <a:xfrm>
              <a:off x="-1000075" y="3266000"/>
              <a:ext cx="252375" cy="325450"/>
            </a:xfrm>
            <a:custGeom>
              <a:rect b="b" l="l" r="r" t="t"/>
              <a:pathLst>
                <a:path extrusionOk="0" h="13018" w="10095">
                  <a:moveTo>
                    <a:pt x="6539" y="1"/>
                  </a:moveTo>
                  <a:lnTo>
                    <a:pt x="6361" y="20"/>
                  </a:lnTo>
                  <a:lnTo>
                    <a:pt x="6183" y="40"/>
                  </a:lnTo>
                  <a:lnTo>
                    <a:pt x="6025" y="99"/>
                  </a:lnTo>
                  <a:lnTo>
                    <a:pt x="5867" y="178"/>
                  </a:lnTo>
                  <a:lnTo>
                    <a:pt x="5729" y="277"/>
                  </a:lnTo>
                  <a:lnTo>
                    <a:pt x="5591" y="376"/>
                  </a:lnTo>
                  <a:lnTo>
                    <a:pt x="5472" y="514"/>
                  </a:lnTo>
                  <a:lnTo>
                    <a:pt x="5215" y="791"/>
                  </a:lnTo>
                  <a:lnTo>
                    <a:pt x="4939" y="1126"/>
                  </a:lnTo>
                  <a:lnTo>
                    <a:pt x="4623" y="1600"/>
                  </a:lnTo>
                  <a:lnTo>
                    <a:pt x="4188" y="2272"/>
                  </a:lnTo>
                  <a:lnTo>
                    <a:pt x="3655" y="3141"/>
                  </a:lnTo>
                  <a:lnTo>
                    <a:pt x="3063" y="4149"/>
                  </a:lnTo>
                  <a:lnTo>
                    <a:pt x="1779" y="6400"/>
                  </a:lnTo>
                  <a:lnTo>
                    <a:pt x="495" y="8711"/>
                  </a:lnTo>
                  <a:lnTo>
                    <a:pt x="356" y="8988"/>
                  </a:lnTo>
                  <a:lnTo>
                    <a:pt x="238" y="9245"/>
                  </a:lnTo>
                  <a:lnTo>
                    <a:pt x="139" y="9501"/>
                  </a:lnTo>
                  <a:lnTo>
                    <a:pt x="80" y="9738"/>
                  </a:lnTo>
                  <a:lnTo>
                    <a:pt x="40" y="9956"/>
                  </a:lnTo>
                  <a:lnTo>
                    <a:pt x="1" y="10173"/>
                  </a:lnTo>
                  <a:lnTo>
                    <a:pt x="1" y="10390"/>
                  </a:lnTo>
                  <a:lnTo>
                    <a:pt x="1" y="10568"/>
                  </a:lnTo>
                  <a:lnTo>
                    <a:pt x="40" y="10765"/>
                  </a:lnTo>
                  <a:lnTo>
                    <a:pt x="80" y="10923"/>
                  </a:lnTo>
                  <a:lnTo>
                    <a:pt x="119" y="11101"/>
                  </a:lnTo>
                  <a:lnTo>
                    <a:pt x="198" y="11240"/>
                  </a:lnTo>
                  <a:lnTo>
                    <a:pt x="258" y="11378"/>
                  </a:lnTo>
                  <a:lnTo>
                    <a:pt x="356" y="11516"/>
                  </a:lnTo>
                  <a:lnTo>
                    <a:pt x="534" y="11753"/>
                  </a:lnTo>
                  <a:lnTo>
                    <a:pt x="752" y="11970"/>
                  </a:lnTo>
                  <a:lnTo>
                    <a:pt x="969" y="12128"/>
                  </a:lnTo>
                  <a:lnTo>
                    <a:pt x="1166" y="12267"/>
                  </a:lnTo>
                  <a:lnTo>
                    <a:pt x="1364" y="12385"/>
                  </a:lnTo>
                  <a:lnTo>
                    <a:pt x="1680" y="12523"/>
                  </a:lnTo>
                  <a:lnTo>
                    <a:pt x="1798" y="12563"/>
                  </a:lnTo>
                  <a:lnTo>
                    <a:pt x="2075" y="12662"/>
                  </a:lnTo>
                  <a:lnTo>
                    <a:pt x="2391" y="12760"/>
                  </a:lnTo>
                  <a:lnTo>
                    <a:pt x="2786" y="12859"/>
                  </a:lnTo>
                  <a:lnTo>
                    <a:pt x="3240" y="12938"/>
                  </a:lnTo>
                  <a:lnTo>
                    <a:pt x="3774" y="12997"/>
                  </a:lnTo>
                  <a:lnTo>
                    <a:pt x="4030" y="13017"/>
                  </a:lnTo>
                  <a:lnTo>
                    <a:pt x="4327" y="13017"/>
                  </a:lnTo>
                  <a:lnTo>
                    <a:pt x="4603" y="12997"/>
                  </a:lnTo>
                  <a:lnTo>
                    <a:pt x="4880" y="12958"/>
                  </a:lnTo>
                  <a:lnTo>
                    <a:pt x="5156" y="12899"/>
                  </a:lnTo>
                  <a:lnTo>
                    <a:pt x="5413" y="12820"/>
                  </a:lnTo>
                  <a:lnTo>
                    <a:pt x="5670" y="12721"/>
                  </a:lnTo>
                  <a:lnTo>
                    <a:pt x="5887" y="12583"/>
                  </a:lnTo>
                  <a:lnTo>
                    <a:pt x="6104" y="12425"/>
                  </a:lnTo>
                  <a:lnTo>
                    <a:pt x="6322" y="12247"/>
                  </a:lnTo>
                  <a:lnTo>
                    <a:pt x="6519" y="12049"/>
                  </a:lnTo>
                  <a:lnTo>
                    <a:pt x="6717" y="11832"/>
                  </a:lnTo>
                  <a:lnTo>
                    <a:pt x="6894" y="11595"/>
                  </a:lnTo>
                  <a:lnTo>
                    <a:pt x="7072" y="11338"/>
                  </a:lnTo>
                  <a:lnTo>
                    <a:pt x="7428" y="10805"/>
                  </a:lnTo>
                  <a:lnTo>
                    <a:pt x="7763" y="10212"/>
                  </a:lnTo>
                  <a:lnTo>
                    <a:pt x="8099" y="9600"/>
                  </a:lnTo>
                  <a:lnTo>
                    <a:pt x="8455" y="8948"/>
                  </a:lnTo>
                  <a:lnTo>
                    <a:pt x="8791" y="8277"/>
                  </a:lnTo>
                  <a:lnTo>
                    <a:pt x="9126" y="7566"/>
                  </a:lnTo>
                  <a:lnTo>
                    <a:pt x="9423" y="6835"/>
                  </a:lnTo>
                  <a:lnTo>
                    <a:pt x="9679" y="6124"/>
                  </a:lnTo>
                  <a:lnTo>
                    <a:pt x="9798" y="5748"/>
                  </a:lnTo>
                  <a:lnTo>
                    <a:pt x="9877" y="5393"/>
                  </a:lnTo>
                  <a:lnTo>
                    <a:pt x="9956" y="5037"/>
                  </a:lnTo>
                  <a:lnTo>
                    <a:pt x="10035" y="4682"/>
                  </a:lnTo>
                  <a:lnTo>
                    <a:pt x="10074" y="4346"/>
                  </a:lnTo>
                  <a:lnTo>
                    <a:pt x="10094" y="3991"/>
                  </a:lnTo>
                  <a:lnTo>
                    <a:pt x="10094" y="3674"/>
                  </a:lnTo>
                  <a:lnTo>
                    <a:pt x="10074" y="3358"/>
                  </a:lnTo>
                  <a:lnTo>
                    <a:pt x="10035" y="3062"/>
                  </a:lnTo>
                  <a:lnTo>
                    <a:pt x="9956" y="2766"/>
                  </a:lnTo>
                  <a:lnTo>
                    <a:pt x="9877" y="2509"/>
                  </a:lnTo>
                  <a:lnTo>
                    <a:pt x="9758" y="2252"/>
                  </a:lnTo>
                  <a:lnTo>
                    <a:pt x="9640" y="1996"/>
                  </a:lnTo>
                  <a:lnTo>
                    <a:pt x="9482" y="1759"/>
                  </a:lnTo>
                  <a:lnTo>
                    <a:pt x="9324" y="1541"/>
                  </a:lnTo>
                  <a:lnTo>
                    <a:pt x="9146" y="1344"/>
                  </a:lnTo>
                  <a:lnTo>
                    <a:pt x="8929" y="1146"/>
                  </a:lnTo>
                  <a:lnTo>
                    <a:pt x="8712" y="949"/>
                  </a:lnTo>
                  <a:lnTo>
                    <a:pt x="8494" y="791"/>
                  </a:lnTo>
                  <a:lnTo>
                    <a:pt x="8238" y="613"/>
                  </a:lnTo>
                  <a:lnTo>
                    <a:pt x="7981" y="475"/>
                  </a:lnTo>
                  <a:lnTo>
                    <a:pt x="7704" y="317"/>
                  </a:lnTo>
                  <a:lnTo>
                    <a:pt x="7428" y="198"/>
                  </a:lnTo>
                  <a:lnTo>
                    <a:pt x="7171" y="119"/>
                  </a:lnTo>
                  <a:lnTo>
                    <a:pt x="6954" y="40"/>
                  </a:lnTo>
                  <a:lnTo>
                    <a:pt x="67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11"/>
            <p:cNvSpPr/>
            <p:nvPr/>
          </p:nvSpPr>
          <p:spPr>
            <a:xfrm>
              <a:off x="-1423750" y="3975100"/>
              <a:ext cx="253850" cy="137300"/>
            </a:xfrm>
            <a:custGeom>
              <a:rect b="b" l="l" r="r" t="t"/>
              <a:pathLst>
                <a:path extrusionOk="0" h="5492" w="10154">
                  <a:moveTo>
                    <a:pt x="178" y="1"/>
                  </a:moveTo>
                  <a:lnTo>
                    <a:pt x="1" y="277"/>
                  </a:lnTo>
                  <a:lnTo>
                    <a:pt x="1285" y="1008"/>
                  </a:lnTo>
                  <a:lnTo>
                    <a:pt x="2509" y="1680"/>
                  </a:lnTo>
                  <a:lnTo>
                    <a:pt x="3754" y="2351"/>
                  </a:lnTo>
                  <a:lnTo>
                    <a:pt x="5373" y="3200"/>
                  </a:lnTo>
                  <a:lnTo>
                    <a:pt x="7427" y="4228"/>
                  </a:lnTo>
                  <a:lnTo>
                    <a:pt x="9975" y="5492"/>
                  </a:lnTo>
                  <a:lnTo>
                    <a:pt x="10153" y="5097"/>
                  </a:lnTo>
                  <a:lnTo>
                    <a:pt x="9936" y="4998"/>
                  </a:lnTo>
                  <a:lnTo>
                    <a:pt x="9264" y="4702"/>
                  </a:lnTo>
                  <a:lnTo>
                    <a:pt x="8257" y="4188"/>
                  </a:lnTo>
                  <a:lnTo>
                    <a:pt x="7625" y="3872"/>
                  </a:lnTo>
                  <a:lnTo>
                    <a:pt x="6934" y="3477"/>
                  </a:lnTo>
                  <a:lnTo>
                    <a:pt x="6084" y="3023"/>
                  </a:lnTo>
                  <a:lnTo>
                    <a:pt x="5077" y="2489"/>
                  </a:lnTo>
                  <a:lnTo>
                    <a:pt x="2825" y="1344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11"/>
            <p:cNvSpPr/>
            <p:nvPr/>
          </p:nvSpPr>
          <p:spPr>
            <a:xfrm>
              <a:off x="-1731375" y="3345000"/>
              <a:ext cx="124950" cy="251375"/>
            </a:xfrm>
            <a:custGeom>
              <a:rect b="b" l="l" r="r" t="t"/>
              <a:pathLst>
                <a:path extrusionOk="0" h="10055" w="4998">
                  <a:moveTo>
                    <a:pt x="395" y="1"/>
                  </a:moveTo>
                  <a:lnTo>
                    <a:pt x="178" y="40"/>
                  </a:lnTo>
                  <a:lnTo>
                    <a:pt x="40" y="60"/>
                  </a:lnTo>
                  <a:lnTo>
                    <a:pt x="20" y="100"/>
                  </a:lnTo>
                  <a:lnTo>
                    <a:pt x="0" y="119"/>
                  </a:lnTo>
                  <a:lnTo>
                    <a:pt x="2331" y="5117"/>
                  </a:lnTo>
                  <a:lnTo>
                    <a:pt x="4622" y="10055"/>
                  </a:lnTo>
                  <a:lnTo>
                    <a:pt x="4997" y="9699"/>
                  </a:lnTo>
                  <a:lnTo>
                    <a:pt x="4089" y="7823"/>
                  </a:lnTo>
                  <a:lnTo>
                    <a:pt x="2528" y="4524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98B1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11"/>
            <p:cNvSpPr/>
            <p:nvPr/>
          </p:nvSpPr>
          <p:spPr>
            <a:xfrm>
              <a:off x="-1187225" y="3148475"/>
              <a:ext cx="262250" cy="196550"/>
            </a:xfrm>
            <a:custGeom>
              <a:rect b="b" l="l" r="r" t="t"/>
              <a:pathLst>
                <a:path extrusionOk="0" h="7862" w="10490">
                  <a:moveTo>
                    <a:pt x="119" y="1"/>
                  </a:moveTo>
                  <a:lnTo>
                    <a:pt x="60" y="20"/>
                  </a:lnTo>
                  <a:lnTo>
                    <a:pt x="40" y="40"/>
                  </a:lnTo>
                  <a:lnTo>
                    <a:pt x="21" y="60"/>
                  </a:lnTo>
                  <a:lnTo>
                    <a:pt x="1" y="99"/>
                  </a:lnTo>
                  <a:lnTo>
                    <a:pt x="21" y="159"/>
                  </a:lnTo>
                  <a:lnTo>
                    <a:pt x="60" y="297"/>
                  </a:lnTo>
                  <a:lnTo>
                    <a:pt x="139" y="494"/>
                  </a:lnTo>
                  <a:lnTo>
                    <a:pt x="258" y="712"/>
                  </a:lnTo>
                  <a:lnTo>
                    <a:pt x="435" y="949"/>
                  </a:lnTo>
                  <a:lnTo>
                    <a:pt x="633" y="1225"/>
                  </a:lnTo>
                  <a:lnTo>
                    <a:pt x="870" y="1541"/>
                  </a:lnTo>
                  <a:lnTo>
                    <a:pt x="1127" y="1838"/>
                  </a:lnTo>
                  <a:lnTo>
                    <a:pt x="1423" y="2173"/>
                  </a:lnTo>
                  <a:lnTo>
                    <a:pt x="1739" y="2509"/>
                  </a:lnTo>
                  <a:lnTo>
                    <a:pt x="2095" y="2845"/>
                  </a:lnTo>
                  <a:lnTo>
                    <a:pt x="2470" y="3181"/>
                  </a:lnTo>
                  <a:lnTo>
                    <a:pt x="2845" y="3516"/>
                  </a:lnTo>
                  <a:lnTo>
                    <a:pt x="3260" y="3813"/>
                  </a:lnTo>
                  <a:lnTo>
                    <a:pt x="3695" y="4129"/>
                  </a:lnTo>
                  <a:lnTo>
                    <a:pt x="6993" y="6321"/>
                  </a:lnTo>
                  <a:lnTo>
                    <a:pt x="9265" y="7862"/>
                  </a:lnTo>
                  <a:lnTo>
                    <a:pt x="10489" y="5788"/>
                  </a:lnTo>
                  <a:lnTo>
                    <a:pt x="9028" y="4860"/>
                  </a:lnTo>
                  <a:lnTo>
                    <a:pt x="6796" y="3477"/>
                  </a:lnTo>
                  <a:lnTo>
                    <a:pt x="5887" y="2944"/>
                  </a:lnTo>
                  <a:lnTo>
                    <a:pt x="4880" y="2351"/>
                  </a:lnTo>
                  <a:lnTo>
                    <a:pt x="3813" y="1759"/>
                  </a:lnTo>
                  <a:lnTo>
                    <a:pt x="2766" y="1205"/>
                  </a:lnTo>
                  <a:lnTo>
                    <a:pt x="1798" y="712"/>
                  </a:lnTo>
                  <a:lnTo>
                    <a:pt x="969" y="317"/>
                  </a:lnTo>
                  <a:lnTo>
                    <a:pt x="653" y="178"/>
                  </a:lnTo>
                  <a:lnTo>
                    <a:pt x="376" y="80"/>
                  </a:lnTo>
                  <a:lnTo>
                    <a:pt x="179" y="2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11"/>
            <p:cNvSpPr/>
            <p:nvPr/>
          </p:nvSpPr>
          <p:spPr>
            <a:xfrm>
              <a:off x="-1768900" y="3553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11"/>
            <p:cNvSpPr/>
            <p:nvPr/>
          </p:nvSpPr>
          <p:spPr>
            <a:xfrm>
              <a:off x="-1768425" y="355092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11"/>
            <p:cNvSpPr/>
            <p:nvPr/>
          </p:nvSpPr>
          <p:spPr>
            <a:xfrm>
              <a:off x="-1782750" y="3483275"/>
              <a:ext cx="58800" cy="75075"/>
            </a:xfrm>
            <a:custGeom>
              <a:rect b="b" l="l" r="r" t="t"/>
              <a:pathLst>
                <a:path extrusionOk="0" h="3003" w="2352">
                  <a:moveTo>
                    <a:pt x="1324" y="20"/>
                  </a:moveTo>
                  <a:lnTo>
                    <a:pt x="1364" y="40"/>
                  </a:lnTo>
                  <a:lnTo>
                    <a:pt x="1364" y="40"/>
                  </a:lnTo>
                  <a:lnTo>
                    <a:pt x="1344" y="20"/>
                  </a:lnTo>
                  <a:close/>
                  <a:moveTo>
                    <a:pt x="969" y="99"/>
                  </a:moveTo>
                  <a:lnTo>
                    <a:pt x="969" y="119"/>
                  </a:lnTo>
                  <a:lnTo>
                    <a:pt x="949" y="11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89" y="119"/>
                  </a:lnTo>
                  <a:lnTo>
                    <a:pt x="1008" y="129"/>
                  </a:lnTo>
                  <a:lnTo>
                    <a:pt x="969" y="99"/>
                  </a:lnTo>
                  <a:close/>
                  <a:moveTo>
                    <a:pt x="1008" y="129"/>
                  </a:moveTo>
                  <a:lnTo>
                    <a:pt x="1048" y="159"/>
                  </a:lnTo>
                  <a:lnTo>
                    <a:pt x="1048" y="159"/>
                  </a:lnTo>
                  <a:lnTo>
                    <a:pt x="1041" y="145"/>
                  </a:lnTo>
                  <a:lnTo>
                    <a:pt x="1041" y="145"/>
                  </a:lnTo>
                  <a:lnTo>
                    <a:pt x="1028" y="139"/>
                  </a:lnTo>
                  <a:lnTo>
                    <a:pt x="1008" y="129"/>
                  </a:lnTo>
                  <a:close/>
                  <a:moveTo>
                    <a:pt x="1028" y="119"/>
                  </a:moveTo>
                  <a:lnTo>
                    <a:pt x="1041" y="145"/>
                  </a:lnTo>
                  <a:lnTo>
                    <a:pt x="1041" y="145"/>
                  </a:lnTo>
                  <a:lnTo>
                    <a:pt x="1068" y="159"/>
                  </a:lnTo>
                  <a:lnTo>
                    <a:pt x="1028" y="119"/>
                  </a:lnTo>
                  <a:close/>
                  <a:moveTo>
                    <a:pt x="1048" y="159"/>
                  </a:moveTo>
                  <a:lnTo>
                    <a:pt x="1074" y="172"/>
                  </a:lnTo>
                  <a:lnTo>
                    <a:pt x="1074" y="172"/>
                  </a:lnTo>
                  <a:lnTo>
                    <a:pt x="1068" y="159"/>
                  </a:lnTo>
                  <a:close/>
                  <a:moveTo>
                    <a:pt x="1087" y="435"/>
                  </a:moveTo>
                  <a:lnTo>
                    <a:pt x="1107" y="455"/>
                  </a:lnTo>
                  <a:lnTo>
                    <a:pt x="1068" y="435"/>
                  </a:lnTo>
                  <a:close/>
                  <a:moveTo>
                    <a:pt x="811" y="494"/>
                  </a:moveTo>
                  <a:lnTo>
                    <a:pt x="850" y="534"/>
                  </a:lnTo>
                  <a:lnTo>
                    <a:pt x="850" y="554"/>
                  </a:lnTo>
                  <a:lnTo>
                    <a:pt x="811" y="494"/>
                  </a:lnTo>
                  <a:close/>
                  <a:moveTo>
                    <a:pt x="613" y="731"/>
                  </a:moveTo>
                  <a:lnTo>
                    <a:pt x="673" y="771"/>
                  </a:lnTo>
                  <a:lnTo>
                    <a:pt x="653" y="751"/>
                  </a:lnTo>
                  <a:lnTo>
                    <a:pt x="633" y="731"/>
                  </a:lnTo>
                  <a:close/>
                  <a:moveTo>
                    <a:pt x="594" y="652"/>
                  </a:moveTo>
                  <a:lnTo>
                    <a:pt x="594" y="672"/>
                  </a:lnTo>
                  <a:lnTo>
                    <a:pt x="574" y="692"/>
                  </a:lnTo>
                  <a:lnTo>
                    <a:pt x="534" y="672"/>
                  </a:lnTo>
                  <a:lnTo>
                    <a:pt x="534" y="672"/>
                  </a:lnTo>
                  <a:lnTo>
                    <a:pt x="594" y="771"/>
                  </a:lnTo>
                  <a:lnTo>
                    <a:pt x="653" y="791"/>
                  </a:lnTo>
                  <a:lnTo>
                    <a:pt x="712" y="830"/>
                  </a:lnTo>
                  <a:lnTo>
                    <a:pt x="712" y="830"/>
                  </a:lnTo>
                  <a:lnTo>
                    <a:pt x="633" y="771"/>
                  </a:lnTo>
                  <a:lnTo>
                    <a:pt x="574" y="712"/>
                  </a:lnTo>
                  <a:lnTo>
                    <a:pt x="594" y="712"/>
                  </a:lnTo>
                  <a:lnTo>
                    <a:pt x="633" y="731"/>
                  </a:lnTo>
                  <a:lnTo>
                    <a:pt x="633" y="712"/>
                  </a:lnTo>
                  <a:lnTo>
                    <a:pt x="653" y="712"/>
                  </a:lnTo>
                  <a:lnTo>
                    <a:pt x="613" y="652"/>
                  </a:lnTo>
                  <a:close/>
                  <a:moveTo>
                    <a:pt x="475" y="988"/>
                  </a:moveTo>
                  <a:lnTo>
                    <a:pt x="495" y="1008"/>
                  </a:lnTo>
                  <a:lnTo>
                    <a:pt x="455" y="1008"/>
                  </a:lnTo>
                  <a:lnTo>
                    <a:pt x="475" y="1028"/>
                  </a:lnTo>
                  <a:lnTo>
                    <a:pt x="515" y="1047"/>
                  </a:lnTo>
                  <a:lnTo>
                    <a:pt x="475" y="1047"/>
                  </a:lnTo>
                  <a:lnTo>
                    <a:pt x="574" y="1087"/>
                  </a:lnTo>
                  <a:lnTo>
                    <a:pt x="554" y="1067"/>
                  </a:lnTo>
                  <a:lnTo>
                    <a:pt x="574" y="1067"/>
                  </a:lnTo>
                  <a:lnTo>
                    <a:pt x="607" y="1100"/>
                  </a:lnTo>
                  <a:lnTo>
                    <a:pt x="594" y="1087"/>
                  </a:lnTo>
                  <a:lnTo>
                    <a:pt x="594" y="1067"/>
                  </a:lnTo>
                  <a:lnTo>
                    <a:pt x="554" y="1028"/>
                  </a:lnTo>
                  <a:lnTo>
                    <a:pt x="475" y="988"/>
                  </a:lnTo>
                  <a:close/>
                  <a:moveTo>
                    <a:pt x="613" y="1107"/>
                  </a:moveTo>
                  <a:lnTo>
                    <a:pt x="633" y="1126"/>
                  </a:lnTo>
                  <a:lnTo>
                    <a:pt x="653" y="1146"/>
                  </a:lnTo>
                  <a:lnTo>
                    <a:pt x="613" y="1107"/>
                  </a:lnTo>
                  <a:close/>
                  <a:moveTo>
                    <a:pt x="436" y="1205"/>
                  </a:moveTo>
                  <a:lnTo>
                    <a:pt x="436" y="1205"/>
                  </a:lnTo>
                  <a:lnTo>
                    <a:pt x="436" y="1205"/>
                  </a:lnTo>
                  <a:close/>
                  <a:moveTo>
                    <a:pt x="455" y="1304"/>
                  </a:moveTo>
                  <a:lnTo>
                    <a:pt x="436" y="1324"/>
                  </a:lnTo>
                  <a:lnTo>
                    <a:pt x="440" y="1339"/>
                  </a:lnTo>
                  <a:lnTo>
                    <a:pt x="440" y="1339"/>
                  </a:lnTo>
                  <a:lnTo>
                    <a:pt x="455" y="1324"/>
                  </a:lnTo>
                  <a:lnTo>
                    <a:pt x="455" y="1304"/>
                  </a:lnTo>
                  <a:close/>
                  <a:moveTo>
                    <a:pt x="440" y="1339"/>
                  </a:moveTo>
                  <a:lnTo>
                    <a:pt x="436" y="1344"/>
                  </a:lnTo>
                  <a:lnTo>
                    <a:pt x="445" y="1354"/>
                  </a:lnTo>
                  <a:lnTo>
                    <a:pt x="440" y="1339"/>
                  </a:lnTo>
                  <a:close/>
                  <a:moveTo>
                    <a:pt x="1680" y="1477"/>
                  </a:moveTo>
                  <a:lnTo>
                    <a:pt x="1680" y="1482"/>
                  </a:lnTo>
                  <a:lnTo>
                    <a:pt x="1739" y="1521"/>
                  </a:lnTo>
                  <a:lnTo>
                    <a:pt x="1680" y="1477"/>
                  </a:lnTo>
                  <a:close/>
                  <a:moveTo>
                    <a:pt x="324" y="1732"/>
                  </a:moveTo>
                  <a:lnTo>
                    <a:pt x="357" y="1758"/>
                  </a:lnTo>
                  <a:lnTo>
                    <a:pt x="337" y="1758"/>
                  </a:lnTo>
                  <a:lnTo>
                    <a:pt x="324" y="1732"/>
                  </a:lnTo>
                  <a:close/>
                  <a:moveTo>
                    <a:pt x="495" y="1739"/>
                  </a:moveTo>
                  <a:lnTo>
                    <a:pt x="495" y="1758"/>
                  </a:lnTo>
                  <a:lnTo>
                    <a:pt x="515" y="1778"/>
                  </a:lnTo>
                  <a:lnTo>
                    <a:pt x="495" y="1739"/>
                  </a:lnTo>
                  <a:close/>
                  <a:moveTo>
                    <a:pt x="1087" y="2055"/>
                  </a:moveTo>
                  <a:lnTo>
                    <a:pt x="1107" y="2074"/>
                  </a:lnTo>
                  <a:lnTo>
                    <a:pt x="1166" y="2134"/>
                  </a:lnTo>
                  <a:lnTo>
                    <a:pt x="1166" y="2134"/>
                  </a:lnTo>
                  <a:lnTo>
                    <a:pt x="1147" y="2094"/>
                  </a:lnTo>
                  <a:lnTo>
                    <a:pt x="1206" y="2153"/>
                  </a:lnTo>
                  <a:lnTo>
                    <a:pt x="1166" y="2094"/>
                  </a:lnTo>
                  <a:lnTo>
                    <a:pt x="1087" y="2055"/>
                  </a:lnTo>
                  <a:close/>
                  <a:moveTo>
                    <a:pt x="199" y="2134"/>
                  </a:moveTo>
                  <a:lnTo>
                    <a:pt x="218" y="2153"/>
                  </a:lnTo>
                  <a:lnTo>
                    <a:pt x="218" y="2134"/>
                  </a:lnTo>
                  <a:close/>
                  <a:moveTo>
                    <a:pt x="515" y="2193"/>
                  </a:moveTo>
                  <a:lnTo>
                    <a:pt x="534" y="2213"/>
                  </a:lnTo>
                  <a:lnTo>
                    <a:pt x="554" y="2213"/>
                  </a:lnTo>
                  <a:lnTo>
                    <a:pt x="515" y="2193"/>
                  </a:lnTo>
                  <a:close/>
                  <a:moveTo>
                    <a:pt x="1" y="2351"/>
                  </a:moveTo>
                  <a:lnTo>
                    <a:pt x="40" y="2371"/>
                  </a:lnTo>
                  <a:lnTo>
                    <a:pt x="21" y="2351"/>
                  </a:lnTo>
                  <a:close/>
                  <a:moveTo>
                    <a:pt x="278" y="2391"/>
                  </a:moveTo>
                  <a:lnTo>
                    <a:pt x="317" y="2430"/>
                  </a:lnTo>
                  <a:lnTo>
                    <a:pt x="297" y="2430"/>
                  </a:lnTo>
                  <a:lnTo>
                    <a:pt x="238" y="2391"/>
                  </a:lnTo>
                  <a:close/>
                  <a:moveTo>
                    <a:pt x="1226" y="2430"/>
                  </a:moveTo>
                  <a:lnTo>
                    <a:pt x="1245" y="2450"/>
                  </a:lnTo>
                  <a:lnTo>
                    <a:pt x="1265" y="2470"/>
                  </a:lnTo>
                  <a:lnTo>
                    <a:pt x="1265" y="2470"/>
                  </a:lnTo>
                  <a:lnTo>
                    <a:pt x="1186" y="2430"/>
                  </a:lnTo>
                  <a:close/>
                  <a:moveTo>
                    <a:pt x="1324" y="2470"/>
                  </a:moveTo>
                  <a:lnTo>
                    <a:pt x="1324" y="2470"/>
                  </a:lnTo>
                  <a:lnTo>
                    <a:pt x="1324" y="2470"/>
                  </a:lnTo>
                  <a:close/>
                  <a:moveTo>
                    <a:pt x="1166" y="2509"/>
                  </a:moveTo>
                  <a:lnTo>
                    <a:pt x="1186" y="2529"/>
                  </a:lnTo>
                  <a:lnTo>
                    <a:pt x="1206" y="2549"/>
                  </a:lnTo>
                  <a:lnTo>
                    <a:pt x="1166" y="2509"/>
                  </a:lnTo>
                  <a:close/>
                  <a:moveTo>
                    <a:pt x="297" y="2549"/>
                  </a:moveTo>
                  <a:lnTo>
                    <a:pt x="317" y="2568"/>
                  </a:lnTo>
                  <a:lnTo>
                    <a:pt x="337" y="2568"/>
                  </a:lnTo>
                  <a:lnTo>
                    <a:pt x="297" y="2549"/>
                  </a:lnTo>
                  <a:close/>
                  <a:moveTo>
                    <a:pt x="673" y="2568"/>
                  </a:moveTo>
                  <a:lnTo>
                    <a:pt x="673" y="2608"/>
                  </a:lnTo>
                  <a:lnTo>
                    <a:pt x="692" y="2588"/>
                  </a:lnTo>
                  <a:lnTo>
                    <a:pt x="673" y="2568"/>
                  </a:lnTo>
                  <a:close/>
                  <a:moveTo>
                    <a:pt x="1166" y="2588"/>
                  </a:moveTo>
                  <a:lnTo>
                    <a:pt x="1166" y="2608"/>
                  </a:lnTo>
                  <a:lnTo>
                    <a:pt x="1226" y="2647"/>
                  </a:lnTo>
                  <a:lnTo>
                    <a:pt x="1226" y="2647"/>
                  </a:lnTo>
                  <a:lnTo>
                    <a:pt x="1206" y="2628"/>
                  </a:lnTo>
                  <a:lnTo>
                    <a:pt x="1166" y="2588"/>
                  </a:lnTo>
                  <a:close/>
                  <a:moveTo>
                    <a:pt x="771" y="2647"/>
                  </a:moveTo>
                  <a:lnTo>
                    <a:pt x="831" y="2707"/>
                  </a:lnTo>
                  <a:lnTo>
                    <a:pt x="929" y="2805"/>
                  </a:lnTo>
                  <a:lnTo>
                    <a:pt x="910" y="2766"/>
                  </a:lnTo>
                  <a:lnTo>
                    <a:pt x="870" y="2726"/>
                  </a:lnTo>
                  <a:lnTo>
                    <a:pt x="771" y="2647"/>
                  </a:lnTo>
                  <a:close/>
                  <a:moveTo>
                    <a:pt x="732" y="2825"/>
                  </a:moveTo>
                  <a:lnTo>
                    <a:pt x="752" y="2845"/>
                  </a:lnTo>
                  <a:lnTo>
                    <a:pt x="771" y="2884"/>
                  </a:lnTo>
                  <a:lnTo>
                    <a:pt x="791" y="2884"/>
                  </a:lnTo>
                  <a:lnTo>
                    <a:pt x="771" y="2865"/>
                  </a:lnTo>
                  <a:lnTo>
                    <a:pt x="752" y="2845"/>
                  </a:lnTo>
                  <a:lnTo>
                    <a:pt x="752" y="2845"/>
                  </a:lnTo>
                  <a:lnTo>
                    <a:pt x="791" y="2865"/>
                  </a:lnTo>
                  <a:lnTo>
                    <a:pt x="732" y="2825"/>
                  </a:lnTo>
                  <a:close/>
                  <a:moveTo>
                    <a:pt x="1443" y="1"/>
                  </a:moveTo>
                  <a:lnTo>
                    <a:pt x="1443" y="20"/>
                  </a:lnTo>
                  <a:lnTo>
                    <a:pt x="1463" y="40"/>
                  </a:lnTo>
                  <a:lnTo>
                    <a:pt x="1482" y="60"/>
                  </a:lnTo>
                  <a:lnTo>
                    <a:pt x="1463" y="60"/>
                  </a:lnTo>
                  <a:lnTo>
                    <a:pt x="1443" y="40"/>
                  </a:lnTo>
                  <a:lnTo>
                    <a:pt x="1443" y="60"/>
                  </a:lnTo>
                  <a:lnTo>
                    <a:pt x="1423" y="60"/>
                  </a:lnTo>
                  <a:lnTo>
                    <a:pt x="1364" y="40"/>
                  </a:lnTo>
                  <a:lnTo>
                    <a:pt x="1344" y="40"/>
                  </a:lnTo>
                  <a:lnTo>
                    <a:pt x="1344" y="60"/>
                  </a:lnTo>
                  <a:lnTo>
                    <a:pt x="1384" y="80"/>
                  </a:lnTo>
                  <a:lnTo>
                    <a:pt x="1384" y="80"/>
                  </a:lnTo>
                  <a:lnTo>
                    <a:pt x="1324" y="60"/>
                  </a:lnTo>
                  <a:lnTo>
                    <a:pt x="1423" y="139"/>
                  </a:lnTo>
                  <a:lnTo>
                    <a:pt x="1463" y="159"/>
                  </a:lnTo>
                  <a:lnTo>
                    <a:pt x="1482" y="198"/>
                  </a:lnTo>
                  <a:lnTo>
                    <a:pt x="1423" y="178"/>
                  </a:lnTo>
                  <a:lnTo>
                    <a:pt x="1384" y="139"/>
                  </a:lnTo>
                  <a:lnTo>
                    <a:pt x="1324" y="99"/>
                  </a:lnTo>
                  <a:lnTo>
                    <a:pt x="1324" y="99"/>
                  </a:lnTo>
                  <a:lnTo>
                    <a:pt x="1285" y="80"/>
                  </a:lnTo>
                  <a:lnTo>
                    <a:pt x="1245" y="80"/>
                  </a:lnTo>
                  <a:lnTo>
                    <a:pt x="1206" y="40"/>
                  </a:lnTo>
                  <a:lnTo>
                    <a:pt x="1147" y="40"/>
                  </a:lnTo>
                  <a:lnTo>
                    <a:pt x="1186" y="80"/>
                  </a:lnTo>
                  <a:lnTo>
                    <a:pt x="1147" y="80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27" y="80"/>
                  </a:lnTo>
                  <a:lnTo>
                    <a:pt x="1107" y="80"/>
                  </a:lnTo>
                  <a:lnTo>
                    <a:pt x="1107" y="99"/>
                  </a:lnTo>
                  <a:lnTo>
                    <a:pt x="1127" y="119"/>
                  </a:lnTo>
                  <a:lnTo>
                    <a:pt x="1107" y="139"/>
                  </a:lnTo>
                  <a:lnTo>
                    <a:pt x="1087" y="119"/>
                  </a:lnTo>
                  <a:lnTo>
                    <a:pt x="1048" y="99"/>
                  </a:lnTo>
                  <a:lnTo>
                    <a:pt x="1107" y="159"/>
                  </a:lnTo>
                  <a:lnTo>
                    <a:pt x="1186" y="218"/>
                  </a:lnTo>
                  <a:lnTo>
                    <a:pt x="1186" y="218"/>
                  </a:lnTo>
                  <a:lnTo>
                    <a:pt x="1127" y="198"/>
                  </a:lnTo>
                  <a:lnTo>
                    <a:pt x="1074" y="172"/>
                  </a:lnTo>
                  <a:lnTo>
                    <a:pt x="1074" y="172"/>
                  </a:lnTo>
                  <a:lnTo>
                    <a:pt x="1087" y="198"/>
                  </a:lnTo>
                  <a:lnTo>
                    <a:pt x="1107" y="238"/>
                  </a:lnTo>
                  <a:lnTo>
                    <a:pt x="1186" y="297"/>
                  </a:lnTo>
                  <a:lnTo>
                    <a:pt x="1127" y="297"/>
                  </a:lnTo>
                  <a:lnTo>
                    <a:pt x="1087" y="257"/>
                  </a:lnTo>
                  <a:lnTo>
                    <a:pt x="1048" y="218"/>
                  </a:lnTo>
                  <a:lnTo>
                    <a:pt x="1048" y="238"/>
                  </a:lnTo>
                  <a:lnTo>
                    <a:pt x="1028" y="238"/>
                  </a:lnTo>
                  <a:lnTo>
                    <a:pt x="969" y="218"/>
                  </a:lnTo>
                  <a:lnTo>
                    <a:pt x="969" y="218"/>
                  </a:lnTo>
                  <a:lnTo>
                    <a:pt x="1008" y="238"/>
                  </a:lnTo>
                  <a:lnTo>
                    <a:pt x="1048" y="277"/>
                  </a:lnTo>
                  <a:lnTo>
                    <a:pt x="1048" y="277"/>
                  </a:lnTo>
                  <a:lnTo>
                    <a:pt x="969" y="238"/>
                  </a:lnTo>
                  <a:lnTo>
                    <a:pt x="949" y="257"/>
                  </a:lnTo>
                  <a:lnTo>
                    <a:pt x="890" y="257"/>
                  </a:lnTo>
                  <a:lnTo>
                    <a:pt x="890" y="277"/>
                  </a:lnTo>
                  <a:lnTo>
                    <a:pt x="969" y="317"/>
                  </a:lnTo>
                  <a:lnTo>
                    <a:pt x="969" y="317"/>
                  </a:lnTo>
                  <a:lnTo>
                    <a:pt x="910" y="277"/>
                  </a:lnTo>
                  <a:lnTo>
                    <a:pt x="1008" y="336"/>
                  </a:lnTo>
                  <a:lnTo>
                    <a:pt x="1087" y="415"/>
                  </a:lnTo>
                  <a:lnTo>
                    <a:pt x="1068" y="415"/>
                  </a:lnTo>
                  <a:lnTo>
                    <a:pt x="1028" y="396"/>
                  </a:lnTo>
                  <a:lnTo>
                    <a:pt x="1028" y="396"/>
                  </a:lnTo>
                  <a:lnTo>
                    <a:pt x="1041" y="422"/>
                  </a:lnTo>
                  <a:lnTo>
                    <a:pt x="1041" y="422"/>
                  </a:lnTo>
                  <a:lnTo>
                    <a:pt x="1028" y="415"/>
                  </a:lnTo>
                  <a:lnTo>
                    <a:pt x="1028" y="435"/>
                  </a:lnTo>
                  <a:lnTo>
                    <a:pt x="969" y="376"/>
                  </a:lnTo>
                  <a:lnTo>
                    <a:pt x="929" y="376"/>
                  </a:lnTo>
                  <a:lnTo>
                    <a:pt x="890" y="336"/>
                  </a:lnTo>
                  <a:lnTo>
                    <a:pt x="890" y="356"/>
                  </a:lnTo>
                  <a:lnTo>
                    <a:pt x="831" y="297"/>
                  </a:lnTo>
                  <a:lnTo>
                    <a:pt x="811" y="297"/>
                  </a:lnTo>
                  <a:lnTo>
                    <a:pt x="831" y="317"/>
                  </a:lnTo>
                  <a:lnTo>
                    <a:pt x="831" y="336"/>
                  </a:lnTo>
                  <a:lnTo>
                    <a:pt x="791" y="317"/>
                  </a:lnTo>
                  <a:lnTo>
                    <a:pt x="850" y="356"/>
                  </a:lnTo>
                  <a:lnTo>
                    <a:pt x="771" y="356"/>
                  </a:lnTo>
                  <a:lnTo>
                    <a:pt x="811" y="396"/>
                  </a:lnTo>
                  <a:lnTo>
                    <a:pt x="831" y="415"/>
                  </a:lnTo>
                  <a:lnTo>
                    <a:pt x="791" y="396"/>
                  </a:lnTo>
                  <a:lnTo>
                    <a:pt x="752" y="396"/>
                  </a:lnTo>
                  <a:lnTo>
                    <a:pt x="771" y="435"/>
                  </a:lnTo>
                  <a:lnTo>
                    <a:pt x="850" y="494"/>
                  </a:lnTo>
                  <a:lnTo>
                    <a:pt x="850" y="514"/>
                  </a:lnTo>
                  <a:lnTo>
                    <a:pt x="831" y="494"/>
                  </a:lnTo>
                  <a:lnTo>
                    <a:pt x="791" y="475"/>
                  </a:lnTo>
                  <a:lnTo>
                    <a:pt x="811" y="494"/>
                  </a:lnTo>
                  <a:lnTo>
                    <a:pt x="771" y="475"/>
                  </a:lnTo>
                  <a:lnTo>
                    <a:pt x="752" y="494"/>
                  </a:lnTo>
                  <a:lnTo>
                    <a:pt x="732" y="494"/>
                  </a:lnTo>
                  <a:lnTo>
                    <a:pt x="890" y="652"/>
                  </a:lnTo>
                  <a:lnTo>
                    <a:pt x="969" y="731"/>
                  </a:lnTo>
                  <a:lnTo>
                    <a:pt x="1068" y="791"/>
                  </a:lnTo>
                  <a:lnTo>
                    <a:pt x="1068" y="791"/>
                  </a:lnTo>
                  <a:lnTo>
                    <a:pt x="1008" y="771"/>
                  </a:lnTo>
                  <a:lnTo>
                    <a:pt x="969" y="771"/>
                  </a:lnTo>
                  <a:lnTo>
                    <a:pt x="910" y="731"/>
                  </a:lnTo>
                  <a:lnTo>
                    <a:pt x="870" y="712"/>
                  </a:lnTo>
                  <a:lnTo>
                    <a:pt x="870" y="692"/>
                  </a:lnTo>
                  <a:lnTo>
                    <a:pt x="910" y="712"/>
                  </a:lnTo>
                  <a:lnTo>
                    <a:pt x="929" y="731"/>
                  </a:lnTo>
                  <a:lnTo>
                    <a:pt x="929" y="712"/>
                  </a:lnTo>
                  <a:lnTo>
                    <a:pt x="791" y="652"/>
                  </a:lnTo>
                  <a:lnTo>
                    <a:pt x="752" y="613"/>
                  </a:lnTo>
                  <a:lnTo>
                    <a:pt x="732" y="593"/>
                  </a:lnTo>
                  <a:lnTo>
                    <a:pt x="653" y="534"/>
                  </a:lnTo>
                  <a:lnTo>
                    <a:pt x="653" y="554"/>
                  </a:lnTo>
                  <a:lnTo>
                    <a:pt x="673" y="573"/>
                  </a:lnTo>
                  <a:lnTo>
                    <a:pt x="633" y="573"/>
                  </a:lnTo>
                  <a:lnTo>
                    <a:pt x="653" y="593"/>
                  </a:lnTo>
                  <a:lnTo>
                    <a:pt x="653" y="613"/>
                  </a:lnTo>
                  <a:lnTo>
                    <a:pt x="692" y="652"/>
                  </a:lnTo>
                  <a:lnTo>
                    <a:pt x="673" y="652"/>
                  </a:lnTo>
                  <a:lnTo>
                    <a:pt x="633" y="633"/>
                  </a:lnTo>
                  <a:lnTo>
                    <a:pt x="653" y="672"/>
                  </a:lnTo>
                  <a:lnTo>
                    <a:pt x="712" y="712"/>
                  </a:lnTo>
                  <a:lnTo>
                    <a:pt x="791" y="771"/>
                  </a:lnTo>
                  <a:lnTo>
                    <a:pt x="811" y="810"/>
                  </a:lnTo>
                  <a:lnTo>
                    <a:pt x="791" y="810"/>
                  </a:lnTo>
                  <a:lnTo>
                    <a:pt x="771" y="791"/>
                  </a:lnTo>
                  <a:lnTo>
                    <a:pt x="752" y="771"/>
                  </a:lnTo>
                  <a:lnTo>
                    <a:pt x="771" y="810"/>
                  </a:lnTo>
                  <a:lnTo>
                    <a:pt x="712" y="791"/>
                  </a:lnTo>
                  <a:lnTo>
                    <a:pt x="712" y="771"/>
                  </a:lnTo>
                  <a:lnTo>
                    <a:pt x="692" y="751"/>
                  </a:lnTo>
                  <a:lnTo>
                    <a:pt x="692" y="771"/>
                  </a:lnTo>
                  <a:lnTo>
                    <a:pt x="752" y="830"/>
                  </a:lnTo>
                  <a:lnTo>
                    <a:pt x="712" y="830"/>
                  </a:lnTo>
                  <a:lnTo>
                    <a:pt x="633" y="791"/>
                  </a:lnTo>
                  <a:lnTo>
                    <a:pt x="574" y="791"/>
                  </a:lnTo>
                  <a:lnTo>
                    <a:pt x="653" y="850"/>
                  </a:lnTo>
                  <a:lnTo>
                    <a:pt x="692" y="889"/>
                  </a:lnTo>
                  <a:lnTo>
                    <a:pt x="692" y="870"/>
                  </a:lnTo>
                  <a:lnTo>
                    <a:pt x="712" y="889"/>
                  </a:lnTo>
                  <a:lnTo>
                    <a:pt x="732" y="909"/>
                  </a:lnTo>
                  <a:lnTo>
                    <a:pt x="771" y="929"/>
                  </a:lnTo>
                  <a:lnTo>
                    <a:pt x="811" y="968"/>
                  </a:lnTo>
                  <a:lnTo>
                    <a:pt x="791" y="968"/>
                  </a:lnTo>
                  <a:lnTo>
                    <a:pt x="771" y="949"/>
                  </a:lnTo>
                  <a:lnTo>
                    <a:pt x="752" y="929"/>
                  </a:lnTo>
                  <a:lnTo>
                    <a:pt x="712" y="929"/>
                  </a:lnTo>
                  <a:lnTo>
                    <a:pt x="594" y="810"/>
                  </a:lnTo>
                  <a:lnTo>
                    <a:pt x="574" y="791"/>
                  </a:lnTo>
                  <a:lnTo>
                    <a:pt x="574" y="810"/>
                  </a:lnTo>
                  <a:lnTo>
                    <a:pt x="574" y="810"/>
                  </a:lnTo>
                  <a:lnTo>
                    <a:pt x="594" y="830"/>
                  </a:lnTo>
                  <a:lnTo>
                    <a:pt x="633" y="850"/>
                  </a:lnTo>
                  <a:lnTo>
                    <a:pt x="692" y="929"/>
                  </a:lnTo>
                  <a:lnTo>
                    <a:pt x="732" y="1008"/>
                  </a:lnTo>
                  <a:lnTo>
                    <a:pt x="732" y="1008"/>
                  </a:lnTo>
                  <a:lnTo>
                    <a:pt x="673" y="949"/>
                  </a:lnTo>
                  <a:lnTo>
                    <a:pt x="633" y="909"/>
                  </a:lnTo>
                  <a:lnTo>
                    <a:pt x="594" y="870"/>
                  </a:lnTo>
                  <a:lnTo>
                    <a:pt x="534" y="830"/>
                  </a:lnTo>
                  <a:lnTo>
                    <a:pt x="534" y="830"/>
                  </a:lnTo>
                  <a:lnTo>
                    <a:pt x="554" y="870"/>
                  </a:lnTo>
                  <a:lnTo>
                    <a:pt x="574" y="889"/>
                  </a:lnTo>
                  <a:lnTo>
                    <a:pt x="534" y="870"/>
                  </a:lnTo>
                  <a:lnTo>
                    <a:pt x="534" y="889"/>
                  </a:lnTo>
                  <a:lnTo>
                    <a:pt x="554" y="929"/>
                  </a:lnTo>
                  <a:lnTo>
                    <a:pt x="574" y="929"/>
                  </a:lnTo>
                  <a:lnTo>
                    <a:pt x="594" y="949"/>
                  </a:lnTo>
                  <a:lnTo>
                    <a:pt x="574" y="968"/>
                  </a:lnTo>
                  <a:lnTo>
                    <a:pt x="554" y="968"/>
                  </a:lnTo>
                  <a:lnTo>
                    <a:pt x="574" y="988"/>
                  </a:lnTo>
                  <a:lnTo>
                    <a:pt x="554" y="988"/>
                  </a:lnTo>
                  <a:lnTo>
                    <a:pt x="554" y="1008"/>
                  </a:lnTo>
                  <a:lnTo>
                    <a:pt x="574" y="1028"/>
                  </a:lnTo>
                  <a:lnTo>
                    <a:pt x="574" y="1008"/>
                  </a:lnTo>
                  <a:lnTo>
                    <a:pt x="613" y="1008"/>
                  </a:lnTo>
                  <a:lnTo>
                    <a:pt x="653" y="1047"/>
                  </a:lnTo>
                  <a:lnTo>
                    <a:pt x="653" y="1067"/>
                  </a:lnTo>
                  <a:lnTo>
                    <a:pt x="673" y="1087"/>
                  </a:lnTo>
                  <a:lnTo>
                    <a:pt x="692" y="1107"/>
                  </a:lnTo>
                  <a:lnTo>
                    <a:pt x="692" y="1126"/>
                  </a:lnTo>
                  <a:lnTo>
                    <a:pt x="712" y="1146"/>
                  </a:lnTo>
                  <a:lnTo>
                    <a:pt x="712" y="1166"/>
                  </a:lnTo>
                  <a:lnTo>
                    <a:pt x="712" y="1186"/>
                  </a:lnTo>
                  <a:lnTo>
                    <a:pt x="673" y="1166"/>
                  </a:lnTo>
                  <a:lnTo>
                    <a:pt x="653" y="1146"/>
                  </a:lnTo>
                  <a:lnTo>
                    <a:pt x="653" y="1166"/>
                  </a:lnTo>
                  <a:lnTo>
                    <a:pt x="613" y="1126"/>
                  </a:lnTo>
                  <a:lnTo>
                    <a:pt x="613" y="1146"/>
                  </a:lnTo>
                  <a:lnTo>
                    <a:pt x="633" y="1166"/>
                  </a:lnTo>
                  <a:lnTo>
                    <a:pt x="613" y="1166"/>
                  </a:lnTo>
                  <a:lnTo>
                    <a:pt x="594" y="1126"/>
                  </a:lnTo>
                  <a:lnTo>
                    <a:pt x="534" y="1087"/>
                  </a:lnTo>
                  <a:lnTo>
                    <a:pt x="594" y="1146"/>
                  </a:lnTo>
                  <a:lnTo>
                    <a:pt x="554" y="1126"/>
                  </a:lnTo>
                  <a:lnTo>
                    <a:pt x="574" y="1146"/>
                  </a:lnTo>
                  <a:lnTo>
                    <a:pt x="594" y="1166"/>
                  </a:lnTo>
                  <a:lnTo>
                    <a:pt x="554" y="1146"/>
                  </a:lnTo>
                  <a:lnTo>
                    <a:pt x="554" y="1166"/>
                  </a:lnTo>
                  <a:lnTo>
                    <a:pt x="594" y="1205"/>
                  </a:lnTo>
                  <a:lnTo>
                    <a:pt x="633" y="1225"/>
                  </a:lnTo>
                  <a:lnTo>
                    <a:pt x="692" y="1265"/>
                  </a:lnTo>
                  <a:lnTo>
                    <a:pt x="692" y="1284"/>
                  </a:lnTo>
                  <a:lnTo>
                    <a:pt x="692" y="1304"/>
                  </a:lnTo>
                  <a:lnTo>
                    <a:pt x="673" y="1304"/>
                  </a:lnTo>
                  <a:lnTo>
                    <a:pt x="633" y="1284"/>
                  </a:lnTo>
                  <a:lnTo>
                    <a:pt x="673" y="1324"/>
                  </a:lnTo>
                  <a:lnTo>
                    <a:pt x="673" y="1324"/>
                  </a:lnTo>
                  <a:lnTo>
                    <a:pt x="633" y="1304"/>
                  </a:lnTo>
                  <a:lnTo>
                    <a:pt x="594" y="1284"/>
                  </a:lnTo>
                  <a:lnTo>
                    <a:pt x="594" y="1265"/>
                  </a:lnTo>
                  <a:lnTo>
                    <a:pt x="534" y="1225"/>
                  </a:lnTo>
                  <a:lnTo>
                    <a:pt x="495" y="1205"/>
                  </a:lnTo>
                  <a:lnTo>
                    <a:pt x="495" y="1205"/>
                  </a:lnTo>
                  <a:lnTo>
                    <a:pt x="542" y="1241"/>
                  </a:lnTo>
                  <a:lnTo>
                    <a:pt x="542" y="1241"/>
                  </a:lnTo>
                  <a:lnTo>
                    <a:pt x="495" y="1225"/>
                  </a:lnTo>
                  <a:lnTo>
                    <a:pt x="515" y="1265"/>
                  </a:lnTo>
                  <a:lnTo>
                    <a:pt x="534" y="1284"/>
                  </a:lnTo>
                  <a:lnTo>
                    <a:pt x="534" y="1284"/>
                  </a:lnTo>
                  <a:lnTo>
                    <a:pt x="436" y="1205"/>
                  </a:lnTo>
                  <a:lnTo>
                    <a:pt x="455" y="1225"/>
                  </a:lnTo>
                  <a:lnTo>
                    <a:pt x="436" y="1225"/>
                  </a:lnTo>
                  <a:lnTo>
                    <a:pt x="455" y="1245"/>
                  </a:lnTo>
                  <a:lnTo>
                    <a:pt x="475" y="1245"/>
                  </a:lnTo>
                  <a:lnTo>
                    <a:pt x="495" y="1265"/>
                  </a:lnTo>
                  <a:lnTo>
                    <a:pt x="495" y="1284"/>
                  </a:lnTo>
                  <a:lnTo>
                    <a:pt x="455" y="1284"/>
                  </a:lnTo>
                  <a:lnTo>
                    <a:pt x="495" y="1324"/>
                  </a:lnTo>
                  <a:lnTo>
                    <a:pt x="495" y="1304"/>
                  </a:lnTo>
                  <a:lnTo>
                    <a:pt x="515" y="1324"/>
                  </a:lnTo>
                  <a:lnTo>
                    <a:pt x="534" y="1344"/>
                  </a:lnTo>
                  <a:lnTo>
                    <a:pt x="534" y="1363"/>
                  </a:lnTo>
                  <a:lnTo>
                    <a:pt x="534" y="1383"/>
                  </a:lnTo>
                  <a:lnTo>
                    <a:pt x="554" y="1423"/>
                  </a:lnTo>
                  <a:lnTo>
                    <a:pt x="495" y="1403"/>
                  </a:lnTo>
                  <a:lnTo>
                    <a:pt x="445" y="1354"/>
                  </a:lnTo>
                  <a:lnTo>
                    <a:pt x="455" y="1383"/>
                  </a:lnTo>
                  <a:lnTo>
                    <a:pt x="436" y="1383"/>
                  </a:lnTo>
                  <a:lnTo>
                    <a:pt x="376" y="1363"/>
                  </a:lnTo>
                  <a:lnTo>
                    <a:pt x="337" y="1344"/>
                  </a:lnTo>
                  <a:lnTo>
                    <a:pt x="317" y="1344"/>
                  </a:lnTo>
                  <a:lnTo>
                    <a:pt x="396" y="1383"/>
                  </a:lnTo>
                  <a:lnTo>
                    <a:pt x="396" y="1403"/>
                  </a:lnTo>
                  <a:lnTo>
                    <a:pt x="436" y="1423"/>
                  </a:lnTo>
                  <a:lnTo>
                    <a:pt x="455" y="1442"/>
                  </a:lnTo>
                  <a:lnTo>
                    <a:pt x="455" y="1442"/>
                  </a:lnTo>
                  <a:lnTo>
                    <a:pt x="396" y="1423"/>
                  </a:lnTo>
                  <a:lnTo>
                    <a:pt x="376" y="1423"/>
                  </a:lnTo>
                  <a:lnTo>
                    <a:pt x="436" y="1462"/>
                  </a:lnTo>
                  <a:lnTo>
                    <a:pt x="455" y="1521"/>
                  </a:lnTo>
                  <a:lnTo>
                    <a:pt x="436" y="1502"/>
                  </a:lnTo>
                  <a:lnTo>
                    <a:pt x="416" y="1482"/>
                  </a:lnTo>
                  <a:lnTo>
                    <a:pt x="396" y="1462"/>
                  </a:lnTo>
                  <a:lnTo>
                    <a:pt x="436" y="1521"/>
                  </a:lnTo>
                  <a:lnTo>
                    <a:pt x="455" y="1541"/>
                  </a:lnTo>
                  <a:lnTo>
                    <a:pt x="475" y="1561"/>
                  </a:lnTo>
                  <a:lnTo>
                    <a:pt x="416" y="1541"/>
                  </a:lnTo>
                  <a:lnTo>
                    <a:pt x="455" y="1581"/>
                  </a:lnTo>
                  <a:lnTo>
                    <a:pt x="455" y="1600"/>
                  </a:lnTo>
                  <a:lnTo>
                    <a:pt x="495" y="1620"/>
                  </a:lnTo>
                  <a:lnTo>
                    <a:pt x="534" y="1660"/>
                  </a:lnTo>
                  <a:lnTo>
                    <a:pt x="455" y="1640"/>
                  </a:lnTo>
                  <a:lnTo>
                    <a:pt x="455" y="1620"/>
                  </a:lnTo>
                  <a:lnTo>
                    <a:pt x="416" y="1600"/>
                  </a:lnTo>
                  <a:lnTo>
                    <a:pt x="376" y="1561"/>
                  </a:lnTo>
                  <a:lnTo>
                    <a:pt x="337" y="1521"/>
                  </a:lnTo>
                  <a:lnTo>
                    <a:pt x="317" y="1521"/>
                  </a:lnTo>
                  <a:lnTo>
                    <a:pt x="337" y="1541"/>
                  </a:lnTo>
                  <a:lnTo>
                    <a:pt x="357" y="1561"/>
                  </a:lnTo>
                  <a:lnTo>
                    <a:pt x="357" y="1581"/>
                  </a:lnTo>
                  <a:lnTo>
                    <a:pt x="337" y="1561"/>
                  </a:lnTo>
                  <a:lnTo>
                    <a:pt x="297" y="1541"/>
                  </a:lnTo>
                  <a:lnTo>
                    <a:pt x="317" y="1561"/>
                  </a:lnTo>
                  <a:lnTo>
                    <a:pt x="297" y="1561"/>
                  </a:lnTo>
                  <a:lnTo>
                    <a:pt x="357" y="1600"/>
                  </a:lnTo>
                  <a:lnTo>
                    <a:pt x="396" y="1640"/>
                  </a:lnTo>
                  <a:lnTo>
                    <a:pt x="396" y="1640"/>
                  </a:lnTo>
                  <a:lnTo>
                    <a:pt x="317" y="1600"/>
                  </a:lnTo>
                  <a:lnTo>
                    <a:pt x="357" y="1640"/>
                  </a:lnTo>
                  <a:lnTo>
                    <a:pt x="416" y="1679"/>
                  </a:lnTo>
                  <a:lnTo>
                    <a:pt x="455" y="1719"/>
                  </a:lnTo>
                  <a:lnTo>
                    <a:pt x="495" y="1739"/>
                  </a:lnTo>
                  <a:lnTo>
                    <a:pt x="534" y="1758"/>
                  </a:lnTo>
                  <a:lnTo>
                    <a:pt x="554" y="1798"/>
                  </a:lnTo>
                  <a:lnTo>
                    <a:pt x="515" y="1778"/>
                  </a:lnTo>
                  <a:lnTo>
                    <a:pt x="455" y="1758"/>
                  </a:lnTo>
                  <a:lnTo>
                    <a:pt x="357" y="1679"/>
                  </a:lnTo>
                  <a:lnTo>
                    <a:pt x="218" y="1581"/>
                  </a:lnTo>
                  <a:lnTo>
                    <a:pt x="238" y="1620"/>
                  </a:lnTo>
                  <a:lnTo>
                    <a:pt x="199" y="1620"/>
                  </a:lnTo>
                  <a:lnTo>
                    <a:pt x="258" y="1679"/>
                  </a:lnTo>
                  <a:lnTo>
                    <a:pt x="321" y="1730"/>
                  </a:lnTo>
                  <a:lnTo>
                    <a:pt x="321" y="1730"/>
                  </a:lnTo>
                  <a:lnTo>
                    <a:pt x="337" y="1778"/>
                  </a:lnTo>
                  <a:lnTo>
                    <a:pt x="337" y="1798"/>
                  </a:lnTo>
                  <a:lnTo>
                    <a:pt x="337" y="1818"/>
                  </a:lnTo>
                  <a:lnTo>
                    <a:pt x="376" y="1857"/>
                  </a:lnTo>
                  <a:lnTo>
                    <a:pt x="455" y="1897"/>
                  </a:lnTo>
                  <a:lnTo>
                    <a:pt x="455" y="1916"/>
                  </a:lnTo>
                  <a:lnTo>
                    <a:pt x="475" y="1936"/>
                  </a:lnTo>
                  <a:lnTo>
                    <a:pt x="515" y="1976"/>
                  </a:lnTo>
                  <a:lnTo>
                    <a:pt x="495" y="1976"/>
                  </a:lnTo>
                  <a:lnTo>
                    <a:pt x="455" y="1936"/>
                  </a:lnTo>
                  <a:lnTo>
                    <a:pt x="436" y="1936"/>
                  </a:lnTo>
                  <a:lnTo>
                    <a:pt x="455" y="1976"/>
                  </a:lnTo>
                  <a:lnTo>
                    <a:pt x="396" y="1936"/>
                  </a:lnTo>
                  <a:lnTo>
                    <a:pt x="376" y="1916"/>
                  </a:lnTo>
                  <a:lnTo>
                    <a:pt x="416" y="1916"/>
                  </a:lnTo>
                  <a:lnTo>
                    <a:pt x="376" y="1877"/>
                  </a:lnTo>
                  <a:lnTo>
                    <a:pt x="376" y="1897"/>
                  </a:lnTo>
                  <a:lnTo>
                    <a:pt x="357" y="1897"/>
                  </a:lnTo>
                  <a:lnTo>
                    <a:pt x="278" y="1837"/>
                  </a:lnTo>
                  <a:lnTo>
                    <a:pt x="297" y="1857"/>
                  </a:lnTo>
                  <a:lnTo>
                    <a:pt x="317" y="1877"/>
                  </a:lnTo>
                  <a:lnTo>
                    <a:pt x="337" y="1897"/>
                  </a:lnTo>
                  <a:lnTo>
                    <a:pt x="357" y="1916"/>
                  </a:lnTo>
                  <a:lnTo>
                    <a:pt x="297" y="1897"/>
                  </a:lnTo>
                  <a:lnTo>
                    <a:pt x="278" y="1897"/>
                  </a:lnTo>
                  <a:lnTo>
                    <a:pt x="278" y="1916"/>
                  </a:lnTo>
                  <a:lnTo>
                    <a:pt x="258" y="1916"/>
                  </a:lnTo>
                  <a:lnTo>
                    <a:pt x="179" y="1857"/>
                  </a:lnTo>
                  <a:lnTo>
                    <a:pt x="179" y="1857"/>
                  </a:lnTo>
                  <a:lnTo>
                    <a:pt x="218" y="1936"/>
                  </a:lnTo>
                  <a:lnTo>
                    <a:pt x="238" y="1976"/>
                  </a:lnTo>
                  <a:lnTo>
                    <a:pt x="278" y="2015"/>
                  </a:lnTo>
                  <a:lnTo>
                    <a:pt x="317" y="2055"/>
                  </a:lnTo>
                  <a:lnTo>
                    <a:pt x="357" y="2055"/>
                  </a:lnTo>
                  <a:lnTo>
                    <a:pt x="337" y="2015"/>
                  </a:lnTo>
                  <a:lnTo>
                    <a:pt x="317" y="1995"/>
                  </a:lnTo>
                  <a:lnTo>
                    <a:pt x="357" y="1995"/>
                  </a:lnTo>
                  <a:lnTo>
                    <a:pt x="258" y="1916"/>
                  </a:lnTo>
                  <a:lnTo>
                    <a:pt x="258" y="1916"/>
                  </a:lnTo>
                  <a:lnTo>
                    <a:pt x="297" y="1936"/>
                  </a:lnTo>
                  <a:lnTo>
                    <a:pt x="376" y="1995"/>
                  </a:lnTo>
                  <a:lnTo>
                    <a:pt x="416" y="2035"/>
                  </a:lnTo>
                  <a:lnTo>
                    <a:pt x="416" y="2055"/>
                  </a:lnTo>
                  <a:lnTo>
                    <a:pt x="455" y="2074"/>
                  </a:lnTo>
                  <a:lnTo>
                    <a:pt x="475" y="2055"/>
                  </a:lnTo>
                  <a:lnTo>
                    <a:pt x="554" y="2114"/>
                  </a:lnTo>
                  <a:lnTo>
                    <a:pt x="613" y="2173"/>
                  </a:lnTo>
                  <a:lnTo>
                    <a:pt x="613" y="2173"/>
                  </a:lnTo>
                  <a:lnTo>
                    <a:pt x="673" y="2252"/>
                  </a:lnTo>
                  <a:lnTo>
                    <a:pt x="554" y="2173"/>
                  </a:lnTo>
                  <a:lnTo>
                    <a:pt x="554" y="2193"/>
                  </a:lnTo>
                  <a:lnTo>
                    <a:pt x="554" y="2213"/>
                  </a:lnTo>
                  <a:lnTo>
                    <a:pt x="594" y="2232"/>
                  </a:lnTo>
                  <a:lnTo>
                    <a:pt x="594" y="2213"/>
                  </a:lnTo>
                  <a:lnTo>
                    <a:pt x="633" y="2252"/>
                  </a:lnTo>
                  <a:lnTo>
                    <a:pt x="613" y="2252"/>
                  </a:lnTo>
                  <a:lnTo>
                    <a:pt x="653" y="2292"/>
                  </a:lnTo>
                  <a:lnTo>
                    <a:pt x="712" y="2331"/>
                  </a:lnTo>
                  <a:lnTo>
                    <a:pt x="673" y="2331"/>
                  </a:lnTo>
                  <a:lnTo>
                    <a:pt x="633" y="2311"/>
                  </a:lnTo>
                  <a:lnTo>
                    <a:pt x="594" y="2292"/>
                  </a:lnTo>
                  <a:lnTo>
                    <a:pt x="495" y="2193"/>
                  </a:lnTo>
                  <a:lnTo>
                    <a:pt x="515" y="2232"/>
                  </a:lnTo>
                  <a:lnTo>
                    <a:pt x="337" y="2094"/>
                  </a:lnTo>
                  <a:lnTo>
                    <a:pt x="297" y="2094"/>
                  </a:lnTo>
                  <a:lnTo>
                    <a:pt x="297" y="2114"/>
                  </a:lnTo>
                  <a:lnTo>
                    <a:pt x="159" y="2035"/>
                  </a:lnTo>
                  <a:lnTo>
                    <a:pt x="179" y="2074"/>
                  </a:lnTo>
                  <a:lnTo>
                    <a:pt x="159" y="2074"/>
                  </a:lnTo>
                  <a:lnTo>
                    <a:pt x="100" y="2055"/>
                  </a:lnTo>
                  <a:lnTo>
                    <a:pt x="120" y="2074"/>
                  </a:lnTo>
                  <a:lnTo>
                    <a:pt x="159" y="2094"/>
                  </a:lnTo>
                  <a:lnTo>
                    <a:pt x="218" y="2134"/>
                  </a:lnTo>
                  <a:lnTo>
                    <a:pt x="238" y="2134"/>
                  </a:lnTo>
                  <a:lnTo>
                    <a:pt x="278" y="2153"/>
                  </a:lnTo>
                  <a:lnTo>
                    <a:pt x="297" y="2173"/>
                  </a:lnTo>
                  <a:lnTo>
                    <a:pt x="357" y="2213"/>
                  </a:lnTo>
                  <a:lnTo>
                    <a:pt x="376" y="2213"/>
                  </a:lnTo>
                  <a:lnTo>
                    <a:pt x="416" y="2232"/>
                  </a:lnTo>
                  <a:lnTo>
                    <a:pt x="396" y="2252"/>
                  </a:lnTo>
                  <a:lnTo>
                    <a:pt x="396" y="2272"/>
                  </a:lnTo>
                  <a:lnTo>
                    <a:pt x="278" y="2173"/>
                  </a:lnTo>
                  <a:lnTo>
                    <a:pt x="278" y="2193"/>
                  </a:lnTo>
                  <a:lnTo>
                    <a:pt x="238" y="2193"/>
                  </a:lnTo>
                  <a:lnTo>
                    <a:pt x="199" y="2173"/>
                  </a:lnTo>
                  <a:lnTo>
                    <a:pt x="179" y="2153"/>
                  </a:lnTo>
                  <a:lnTo>
                    <a:pt x="159" y="2134"/>
                  </a:lnTo>
                  <a:lnTo>
                    <a:pt x="139" y="2114"/>
                  </a:lnTo>
                  <a:lnTo>
                    <a:pt x="100" y="2134"/>
                  </a:lnTo>
                  <a:lnTo>
                    <a:pt x="80" y="2114"/>
                  </a:lnTo>
                  <a:lnTo>
                    <a:pt x="80" y="2094"/>
                  </a:lnTo>
                  <a:lnTo>
                    <a:pt x="60" y="2094"/>
                  </a:lnTo>
                  <a:lnTo>
                    <a:pt x="60" y="2114"/>
                  </a:lnTo>
                  <a:lnTo>
                    <a:pt x="139" y="2173"/>
                  </a:lnTo>
                  <a:lnTo>
                    <a:pt x="80" y="2173"/>
                  </a:lnTo>
                  <a:lnTo>
                    <a:pt x="80" y="2193"/>
                  </a:lnTo>
                  <a:lnTo>
                    <a:pt x="120" y="2213"/>
                  </a:lnTo>
                  <a:lnTo>
                    <a:pt x="159" y="2252"/>
                  </a:lnTo>
                  <a:lnTo>
                    <a:pt x="199" y="2292"/>
                  </a:lnTo>
                  <a:lnTo>
                    <a:pt x="218" y="2311"/>
                  </a:lnTo>
                  <a:lnTo>
                    <a:pt x="238" y="2331"/>
                  </a:lnTo>
                  <a:lnTo>
                    <a:pt x="60" y="2213"/>
                  </a:lnTo>
                  <a:lnTo>
                    <a:pt x="80" y="2232"/>
                  </a:lnTo>
                  <a:lnTo>
                    <a:pt x="60" y="2232"/>
                  </a:lnTo>
                  <a:lnTo>
                    <a:pt x="120" y="2272"/>
                  </a:lnTo>
                  <a:lnTo>
                    <a:pt x="159" y="2311"/>
                  </a:lnTo>
                  <a:lnTo>
                    <a:pt x="179" y="2331"/>
                  </a:lnTo>
                  <a:lnTo>
                    <a:pt x="159" y="2331"/>
                  </a:lnTo>
                  <a:lnTo>
                    <a:pt x="179" y="2371"/>
                  </a:lnTo>
                  <a:lnTo>
                    <a:pt x="218" y="2391"/>
                  </a:lnTo>
                  <a:lnTo>
                    <a:pt x="278" y="2430"/>
                  </a:lnTo>
                  <a:lnTo>
                    <a:pt x="218" y="2430"/>
                  </a:lnTo>
                  <a:lnTo>
                    <a:pt x="139" y="2371"/>
                  </a:lnTo>
                  <a:lnTo>
                    <a:pt x="159" y="2371"/>
                  </a:lnTo>
                  <a:lnTo>
                    <a:pt x="139" y="2351"/>
                  </a:lnTo>
                  <a:lnTo>
                    <a:pt x="120" y="2371"/>
                  </a:lnTo>
                  <a:lnTo>
                    <a:pt x="80" y="2351"/>
                  </a:lnTo>
                  <a:lnTo>
                    <a:pt x="21" y="2311"/>
                  </a:lnTo>
                  <a:lnTo>
                    <a:pt x="40" y="2351"/>
                  </a:lnTo>
                  <a:lnTo>
                    <a:pt x="80" y="2371"/>
                  </a:lnTo>
                  <a:lnTo>
                    <a:pt x="80" y="2391"/>
                  </a:lnTo>
                  <a:lnTo>
                    <a:pt x="179" y="2470"/>
                  </a:lnTo>
                  <a:lnTo>
                    <a:pt x="199" y="2470"/>
                  </a:lnTo>
                  <a:lnTo>
                    <a:pt x="159" y="2450"/>
                  </a:lnTo>
                  <a:lnTo>
                    <a:pt x="139" y="2430"/>
                  </a:lnTo>
                  <a:lnTo>
                    <a:pt x="120" y="2410"/>
                  </a:lnTo>
                  <a:lnTo>
                    <a:pt x="120" y="2410"/>
                  </a:lnTo>
                  <a:lnTo>
                    <a:pt x="199" y="2450"/>
                  </a:lnTo>
                  <a:lnTo>
                    <a:pt x="238" y="2489"/>
                  </a:lnTo>
                  <a:lnTo>
                    <a:pt x="238" y="2489"/>
                  </a:lnTo>
                  <a:lnTo>
                    <a:pt x="199" y="2430"/>
                  </a:lnTo>
                  <a:lnTo>
                    <a:pt x="258" y="2489"/>
                  </a:lnTo>
                  <a:lnTo>
                    <a:pt x="278" y="2470"/>
                  </a:lnTo>
                  <a:lnTo>
                    <a:pt x="297" y="2470"/>
                  </a:lnTo>
                  <a:lnTo>
                    <a:pt x="357" y="2489"/>
                  </a:lnTo>
                  <a:lnTo>
                    <a:pt x="297" y="2430"/>
                  </a:lnTo>
                  <a:lnTo>
                    <a:pt x="297" y="2430"/>
                  </a:lnTo>
                  <a:lnTo>
                    <a:pt x="376" y="2489"/>
                  </a:lnTo>
                  <a:lnTo>
                    <a:pt x="475" y="2568"/>
                  </a:lnTo>
                  <a:lnTo>
                    <a:pt x="515" y="2608"/>
                  </a:lnTo>
                  <a:lnTo>
                    <a:pt x="534" y="2647"/>
                  </a:lnTo>
                  <a:lnTo>
                    <a:pt x="574" y="2687"/>
                  </a:lnTo>
                  <a:lnTo>
                    <a:pt x="594" y="2707"/>
                  </a:lnTo>
                  <a:lnTo>
                    <a:pt x="574" y="2707"/>
                  </a:lnTo>
                  <a:lnTo>
                    <a:pt x="633" y="2746"/>
                  </a:lnTo>
                  <a:lnTo>
                    <a:pt x="594" y="2746"/>
                  </a:lnTo>
                  <a:lnTo>
                    <a:pt x="613" y="2766"/>
                  </a:lnTo>
                  <a:lnTo>
                    <a:pt x="613" y="2766"/>
                  </a:lnTo>
                  <a:lnTo>
                    <a:pt x="455" y="2667"/>
                  </a:lnTo>
                  <a:lnTo>
                    <a:pt x="337" y="2568"/>
                  </a:lnTo>
                  <a:lnTo>
                    <a:pt x="317" y="2588"/>
                  </a:lnTo>
                  <a:lnTo>
                    <a:pt x="337" y="2628"/>
                  </a:lnTo>
                  <a:lnTo>
                    <a:pt x="337" y="2628"/>
                  </a:lnTo>
                  <a:lnTo>
                    <a:pt x="258" y="2568"/>
                  </a:lnTo>
                  <a:lnTo>
                    <a:pt x="179" y="2509"/>
                  </a:lnTo>
                  <a:lnTo>
                    <a:pt x="199" y="2529"/>
                  </a:lnTo>
                  <a:lnTo>
                    <a:pt x="258" y="2588"/>
                  </a:lnTo>
                  <a:lnTo>
                    <a:pt x="218" y="2568"/>
                  </a:lnTo>
                  <a:lnTo>
                    <a:pt x="199" y="2568"/>
                  </a:lnTo>
                  <a:lnTo>
                    <a:pt x="238" y="2608"/>
                  </a:lnTo>
                  <a:lnTo>
                    <a:pt x="297" y="2667"/>
                  </a:lnTo>
                  <a:lnTo>
                    <a:pt x="330" y="2667"/>
                  </a:lnTo>
                  <a:lnTo>
                    <a:pt x="357" y="2707"/>
                  </a:lnTo>
                  <a:lnTo>
                    <a:pt x="416" y="2707"/>
                  </a:lnTo>
                  <a:lnTo>
                    <a:pt x="455" y="2733"/>
                  </a:lnTo>
                  <a:lnTo>
                    <a:pt x="455" y="2733"/>
                  </a:lnTo>
                  <a:lnTo>
                    <a:pt x="455" y="2746"/>
                  </a:lnTo>
                  <a:lnTo>
                    <a:pt x="475" y="2766"/>
                  </a:lnTo>
                  <a:lnTo>
                    <a:pt x="495" y="2766"/>
                  </a:lnTo>
                  <a:lnTo>
                    <a:pt x="475" y="2726"/>
                  </a:lnTo>
                  <a:lnTo>
                    <a:pt x="475" y="2726"/>
                  </a:lnTo>
                  <a:lnTo>
                    <a:pt x="515" y="2746"/>
                  </a:lnTo>
                  <a:lnTo>
                    <a:pt x="554" y="2746"/>
                  </a:lnTo>
                  <a:lnTo>
                    <a:pt x="633" y="2825"/>
                  </a:lnTo>
                  <a:lnTo>
                    <a:pt x="554" y="2786"/>
                  </a:lnTo>
                  <a:lnTo>
                    <a:pt x="554" y="2805"/>
                  </a:lnTo>
                  <a:lnTo>
                    <a:pt x="574" y="2825"/>
                  </a:lnTo>
                  <a:lnTo>
                    <a:pt x="613" y="2825"/>
                  </a:lnTo>
                  <a:lnTo>
                    <a:pt x="653" y="2884"/>
                  </a:lnTo>
                  <a:lnTo>
                    <a:pt x="653" y="2904"/>
                  </a:lnTo>
                  <a:lnTo>
                    <a:pt x="673" y="2904"/>
                  </a:lnTo>
                  <a:lnTo>
                    <a:pt x="732" y="2963"/>
                  </a:lnTo>
                  <a:lnTo>
                    <a:pt x="791" y="3003"/>
                  </a:lnTo>
                  <a:lnTo>
                    <a:pt x="791" y="3003"/>
                  </a:lnTo>
                  <a:lnTo>
                    <a:pt x="771" y="2983"/>
                  </a:lnTo>
                  <a:lnTo>
                    <a:pt x="732" y="2944"/>
                  </a:lnTo>
                  <a:lnTo>
                    <a:pt x="752" y="2944"/>
                  </a:lnTo>
                  <a:lnTo>
                    <a:pt x="811" y="2983"/>
                  </a:lnTo>
                  <a:lnTo>
                    <a:pt x="771" y="2924"/>
                  </a:lnTo>
                  <a:lnTo>
                    <a:pt x="791" y="2944"/>
                  </a:lnTo>
                  <a:lnTo>
                    <a:pt x="811" y="2944"/>
                  </a:lnTo>
                  <a:lnTo>
                    <a:pt x="791" y="2904"/>
                  </a:lnTo>
                  <a:lnTo>
                    <a:pt x="752" y="2884"/>
                  </a:lnTo>
                  <a:lnTo>
                    <a:pt x="732" y="2845"/>
                  </a:lnTo>
                  <a:lnTo>
                    <a:pt x="673" y="2786"/>
                  </a:lnTo>
                  <a:lnTo>
                    <a:pt x="732" y="2825"/>
                  </a:lnTo>
                  <a:lnTo>
                    <a:pt x="771" y="2845"/>
                  </a:lnTo>
                  <a:lnTo>
                    <a:pt x="692" y="2766"/>
                  </a:lnTo>
                  <a:lnTo>
                    <a:pt x="673" y="2746"/>
                  </a:lnTo>
                  <a:lnTo>
                    <a:pt x="653" y="2726"/>
                  </a:lnTo>
                  <a:lnTo>
                    <a:pt x="633" y="2726"/>
                  </a:lnTo>
                  <a:lnTo>
                    <a:pt x="653" y="2746"/>
                  </a:lnTo>
                  <a:lnTo>
                    <a:pt x="673" y="2766"/>
                  </a:lnTo>
                  <a:lnTo>
                    <a:pt x="673" y="2766"/>
                  </a:lnTo>
                  <a:lnTo>
                    <a:pt x="613" y="2726"/>
                  </a:lnTo>
                  <a:lnTo>
                    <a:pt x="574" y="2667"/>
                  </a:lnTo>
                  <a:lnTo>
                    <a:pt x="633" y="2707"/>
                  </a:lnTo>
                  <a:lnTo>
                    <a:pt x="673" y="2707"/>
                  </a:lnTo>
                  <a:lnTo>
                    <a:pt x="692" y="2726"/>
                  </a:lnTo>
                  <a:lnTo>
                    <a:pt x="712" y="2746"/>
                  </a:lnTo>
                  <a:lnTo>
                    <a:pt x="752" y="2786"/>
                  </a:lnTo>
                  <a:lnTo>
                    <a:pt x="791" y="2805"/>
                  </a:lnTo>
                  <a:lnTo>
                    <a:pt x="752" y="2766"/>
                  </a:lnTo>
                  <a:lnTo>
                    <a:pt x="732" y="2746"/>
                  </a:lnTo>
                  <a:lnTo>
                    <a:pt x="673" y="2687"/>
                  </a:lnTo>
                  <a:lnTo>
                    <a:pt x="692" y="2687"/>
                  </a:lnTo>
                  <a:lnTo>
                    <a:pt x="692" y="2667"/>
                  </a:lnTo>
                  <a:lnTo>
                    <a:pt x="673" y="2647"/>
                  </a:lnTo>
                  <a:lnTo>
                    <a:pt x="673" y="2628"/>
                  </a:lnTo>
                  <a:lnTo>
                    <a:pt x="712" y="2647"/>
                  </a:lnTo>
                  <a:lnTo>
                    <a:pt x="633" y="2588"/>
                  </a:lnTo>
                  <a:lnTo>
                    <a:pt x="633" y="2568"/>
                  </a:lnTo>
                  <a:lnTo>
                    <a:pt x="633" y="2549"/>
                  </a:lnTo>
                  <a:lnTo>
                    <a:pt x="673" y="2568"/>
                  </a:lnTo>
                  <a:lnTo>
                    <a:pt x="633" y="2489"/>
                  </a:lnTo>
                  <a:lnTo>
                    <a:pt x="534" y="2450"/>
                  </a:lnTo>
                  <a:lnTo>
                    <a:pt x="503" y="2419"/>
                  </a:lnTo>
                  <a:lnTo>
                    <a:pt x="515" y="2430"/>
                  </a:lnTo>
                  <a:lnTo>
                    <a:pt x="554" y="2450"/>
                  </a:lnTo>
                  <a:lnTo>
                    <a:pt x="574" y="2450"/>
                  </a:lnTo>
                  <a:lnTo>
                    <a:pt x="554" y="2430"/>
                  </a:lnTo>
                  <a:lnTo>
                    <a:pt x="692" y="2529"/>
                  </a:lnTo>
                  <a:lnTo>
                    <a:pt x="653" y="2489"/>
                  </a:lnTo>
                  <a:lnTo>
                    <a:pt x="633" y="2450"/>
                  </a:lnTo>
                  <a:lnTo>
                    <a:pt x="712" y="2509"/>
                  </a:lnTo>
                  <a:lnTo>
                    <a:pt x="752" y="2549"/>
                  </a:lnTo>
                  <a:lnTo>
                    <a:pt x="712" y="2549"/>
                  </a:lnTo>
                  <a:lnTo>
                    <a:pt x="732" y="2568"/>
                  </a:lnTo>
                  <a:lnTo>
                    <a:pt x="732" y="2588"/>
                  </a:lnTo>
                  <a:lnTo>
                    <a:pt x="712" y="2588"/>
                  </a:lnTo>
                  <a:lnTo>
                    <a:pt x="752" y="2608"/>
                  </a:lnTo>
                  <a:lnTo>
                    <a:pt x="771" y="2628"/>
                  </a:lnTo>
                  <a:lnTo>
                    <a:pt x="771" y="2647"/>
                  </a:lnTo>
                  <a:lnTo>
                    <a:pt x="791" y="2647"/>
                  </a:lnTo>
                  <a:lnTo>
                    <a:pt x="831" y="2667"/>
                  </a:lnTo>
                  <a:lnTo>
                    <a:pt x="870" y="2687"/>
                  </a:lnTo>
                  <a:lnTo>
                    <a:pt x="850" y="2667"/>
                  </a:lnTo>
                  <a:lnTo>
                    <a:pt x="910" y="2687"/>
                  </a:lnTo>
                  <a:lnTo>
                    <a:pt x="949" y="2726"/>
                  </a:lnTo>
                  <a:lnTo>
                    <a:pt x="949" y="2746"/>
                  </a:lnTo>
                  <a:lnTo>
                    <a:pt x="969" y="2766"/>
                  </a:lnTo>
                  <a:lnTo>
                    <a:pt x="989" y="2766"/>
                  </a:lnTo>
                  <a:lnTo>
                    <a:pt x="1008" y="2746"/>
                  </a:lnTo>
                  <a:lnTo>
                    <a:pt x="850" y="2608"/>
                  </a:lnTo>
                  <a:lnTo>
                    <a:pt x="831" y="2568"/>
                  </a:lnTo>
                  <a:lnTo>
                    <a:pt x="850" y="2568"/>
                  </a:lnTo>
                  <a:lnTo>
                    <a:pt x="890" y="2608"/>
                  </a:lnTo>
                  <a:lnTo>
                    <a:pt x="929" y="2647"/>
                  </a:lnTo>
                  <a:lnTo>
                    <a:pt x="969" y="2647"/>
                  </a:lnTo>
                  <a:lnTo>
                    <a:pt x="929" y="2628"/>
                  </a:lnTo>
                  <a:lnTo>
                    <a:pt x="949" y="2608"/>
                  </a:lnTo>
                  <a:lnTo>
                    <a:pt x="1028" y="2647"/>
                  </a:lnTo>
                  <a:lnTo>
                    <a:pt x="1028" y="2667"/>
                  </a:lnTo>
                  <a:lnTo>
                    <a:pt x="1008" y="2667"/>
                  </a:lnTo>
                  <a:lnTo>
                    <a:pt x="1008" y="2687"/>
                  </a:lnTo>
                  <a:lnTo>
                    <a:pt x="1048" y="2707"/>
                  </a:lnTo>
                  <a:lnTo>
                    <a:pt x="1028" y="2707"/>
                  </a:lnTo>
                  <a:lnTo>
                    <a:pt x="1087" y="2726"/>
                  </a:lnTo>
                  <a:lnTo>
                    <a:pt x="1107" y="2726"/>
                  </a:lnTo>
                  <a:lnTo>
                    <a:pt x="1068" y="2707"/>
                  </a:lnTo>
                  <a:lnTo>
                    <a:pt x="1087" y="2707"/>
                  </a:lnTo>
                  <a:lnTo>
                    <a:pt x="1147" y="2746"/>
                  </a:lnTo>
                  <a:lnTo>
                    <a:pt x="1186" y="2726"/>
                  </a:lnTo>
                  <a:lnTo>
                    <a:pt x="1206" y="2726"/>
                  </a:lnTo>
                  <a:lnTo>
                    <a:pt x="1206" y="2707"/>
                  </a:lnTo>
                  <a:lnTo>
                    <a:pt x="1166" y="2667"/>
                  </a:lnTo>
                  <a:lnTo>
                    <a:pt x="1087" y="2588"/>
                  </a:lnTo>
                  <a:lnTo>
                    <a:pt x="1087" y="2588"/>
                  </a:lnTo>
                  <a:lnTo>
                    <a:pt x="1186" y="2647"/>
                  </a:lnTo>
                  <a:lnTo>
                    <a:pt x="1245" y="2667"/>
                  </a:lnTo>
                  <a:lnTo>
                    <a:pt x="1186" y="2628"/>
                  </a:lnTo>
                  <a:lnTo>
                    <a:pt x="1147" y="2588"/>
                  </a:lnTo>
                  <a:lnTo>
                    <a:pt x="1087" y="2549"/>
                  </a:lnTo>
                  <a:lnTo>
                    <a:pt x="1087" y="2529"/>
                  </a:lnTo>
                  <a:lnTo>
                    <a:pt x="1147" y="2568"/>
                  </a:lnTo>
                  <a:lnTo>
                    <a:pt x="1166" y="2588"/>
                  </a:lnTo>
                  <a:lnTo>
                    <a:pt x="1206" y="2588"/>
                  </a:lnTo>
                  <a:lnTo>
                    <a:pt x="1265" y="2608"/>
                  </a:lnTo>
                  <a:lnTo>
                    <a:pt x="1226" y="2568"/>
                  </a:lnTo>
                  <a:lnTo>
                    <a:pt x="1206" y="2549"/>
                  </a:lnTo>
                  <a:lnTo>
                    <a:pt x="1186" y="2549"/>
                  </a:lnTo>
                  <a:lnTo>
                    <a:pt x="1127" y="2489"/>
                  </a:lnTo>
                  <a:lnTo>
                    <a:pt x="1166" y="2489"/>
                  </a:lnTo>
                  <a:lnTo>
                    <a:pt x="1206" y="2509"/>
                  </a:lnTo>
                  <a:lnTo>
                    <a:pt x="1226" y="2529"/>
                  </a:lnTo>
                  <a:lnTo>
                    <a:pt x="1245" y="2549"/>
                  </a:lnTo>
                  <a:lnTo>
                    <a:pt x="1265" y="2549"/>
                  </a:lnTo>
                  <a:lnTo>
                    <a:pt x="1245" y="2529"/>
                  </a:lnTo>
                  <a:lnTo>
                    <a:pt x="1265" y="2509"/>
                  </a:lnTo>
                  <a:lnTo>
                    <a:pt x="1285" y="2529"/>
                  </a:lnTo>
                  <a:lnTo>
                    <a:pt x="1305" y="2509"/>
                  </a:lnTo>
                  <a:lnTo>
                    <a:pt x="1265" y="2470"/>
                  </a:lnTo>
                  <a:lnTo>
                    <a:pt x="1285" y="2470"/>
                  </a:lnTo>
                  <a:lnTo>
                    <a:pt x="1285" y="2450"/>
                  </a:lnTo>
                  <a:lnTo>
                    <a:pt x="1219" y="2397"/>
                  </a:lnTo>
                  <a:lnTo>
                    <a:pt x="1219" y="2397"/>
                  </a:lnTo>
                  <a:lnTo>
                    <a:pt x="1245" y="2410"/>
                  </a:lnTo>
                  <a:lnTo>
                    <a:pt x="1324" y="2470"/>
                  </a:lnTo>
                  <a:lnTo>
                    <a:pt x="1285" y="2410"/>
                  </a:lnTo>
                  <a:lnTo>
                    <a:pt x="1344" y="2430"/>
                  </a:lnTo>
                  <a:lnTo>
                    <a:pt x="1324" y="2391"/>
                  </a:lnTo>
                  <a:lnTo>
                    <a:pt x="1305" y="2331"/>
                  </a:lnTo>
                  <a:lnTo>
                    <a:pt x="1285" y="2292"/>
                  </a:lnTo>
                  <a:lnTo>
                    <a:pt x="1364" y="2371"/>
                  </a:lnTo>
                  <a:lnTo>
                    <a:pt x="1384" y="2391"/>
                  </a:lnTo>
                  <a:lnTo>
                    <a:pt x="1403" y="2410"/>
                  </a:lnTo>
                  <a:lnTo>
                    <a:pt x="1403" y="2391"/>
                  </a:lnTo>
                  <a:lnTo>
                    <a:pt x="1423" y="2391"/>
                  </a:lnTo>
                  <a:lnTo>
                    <a:pt x="1423" y="2371"/>
                  </a:lnTo>
                  <a:lnTo>
                    <a:pt x="1403" y="2351"/>
                  </a:lnTo>
                  <a:lnTo>
                    <a:pt x="1344" y="2311"/>
                  </a:lnTo>
                  <a:lnTo>
                    <a:pt x="1344" y="2292"/>
                  </a:lnTo>
                  <a:lnTo>
                    <a:pt x="1364" y="2311"/>
                  </a:lnTo>
                  <a:lnTo>
                    <a:pt x="1403" y="2331"/>
                  </a:lnTo>
                  <a:lnTo>
                    <a:pt x="1403" y="2331"/>
                  </a:lnTo>
                  <a:lnTo>
                    <a:pt x="1364" y="2292"/>
                  </a:lnTo>
                  <a:lnTo>
                    <a:pt x="1364" y="2272"/>
                  </a:lnTo>
                  <a:lnTo>
                    <a:pt x="1364" y="2252"/>
                  </a:lnTo>
                  <a:lnTo>
                    <a:pt x="1403" y="2292"/>
                  </a:lnTo>
                  <a:lnTo>
                    <a:pt x="1403" y="2292"/>
                  </a:lnTo>
                  <a:lnTo>
                    <a:pt x="1364" y="2232"/>
                  </a:lnTo>
                  <a:lnTo>
                    <a:pt x="1285" y="2173"/>
                  </a:lnTo>
                  <a:lnTo>
                    <a:pt x="1245" y="2153"/>
                  </a:lnTo>
                  <a:lnTo>
                    <a:pt x="1245" y="2153"/>
                  </a:lnTo>
                  <a:lnTo>
                    <a:pt x="1265" y="2193"/>
                  </a:lnTo>
                  <a:lnTo>
                    <a:pt x="1265" y="2213"/>
                  </a:lnTo>
                  <a:lnTo>
                    <a:pt x="1206" y="2193"/>
                  </a:lnTo>
                  <a:lnTo>
                    <a:pt x="1147" y="2153"/>
                  </a:lnTo>
                  <a:lnTo>
                    <a:pt x="1147" y="2153"/>
                  </a:lnTo>
                  <a:lnTo>
                    <a:pt x="1186" y="2173"/>
                  </a:lnTo>
                  <a:lnTo>
                    <a:pt x="1147" y="2134"/>
                  </a:lnTo>
                  <a:lnTo>
                    <a:pt x="1127" y="2114"/>
                  </a:lnTo>
                  <a:lnTo>
                    <a:pt x="1048" y="2055"/>
                  </a:lnTo>
                  <a:lnTo>
                    <a:pt x="1048" y="2015"/>
                  </a:lnTo>
                  <a:lnTo>
                    <a:pt x="1087" y="2055"/>
                  </a:lnTo>
                  <a:lnTo>
                    <a:pt x="1087" y="2055"/>
                  </a:lnTo>
                  <a:lnTo>
                    <a:pt x="1068" y="2015"/>
                  </a:lnTo>
                  <a:lnTo>
                    <a:pt x="1107" y="2035"/>
                  </a:lnTo>
                  <a:lnTo>
                    <a:pt x="1127" y="2035"/>
                  </a:lnTo>
                  <a:lnTo>
                    <a:pt x="1127" y="2015"/>
                  </a:lnTo>
                  <a:lnTo>
                    <a:pt x="1107" y="1995"/>
                  </a:lnTo>
                  <a:lnTo>
                    <a:pt x="1166" y="2015"/>
                  </a:lnTo>
                  <a:lnTo>
                    <a:pt x="1147" y="2015"/>
                  </a:lnTo>
                  <a:lnTo>
                    <a:pt x="1166" y="2055"/>
                  </a:lnTo>
                  <a:lnTo>
                    <a:pt x="1206" y="2074"/>
                  </a:lnTo>
                  <a:lnTo>
                    <a:pt x="1206" y="2094"/>
                  </a:lnTo>
                  <a:lnTo>
                    <a:pt x="1265" y="2114"/>
                  </a:lnTo>
                  <a:lnTo>
                    <a:pt x="1305" y="2153"/>
                  </a:lnTo>
                  <a:lnTo>
                    <a:pt x="1384" y="2232"/>
                  </a:lnTo>
                  <a:lnTo>
                    <a:pt x="1403" y="2232"/>
                  </a:lnTo>
                  <a:lnTo>
                    <a:pt x="1443" y="2252"/>
                  </a:lnTo>
                  <a:lnTo>
                    <a:pt x="1423" y="2213"/>
                  </a:lnTo>
                  <a:lnTo>
                    <a:pt x="1423" y="2193"/>
                  </a:lnTo>
                  <a:lnTo>
                    <a:pt x="1403" y="2153"/>
                  </a:lnTo>
                  <a:lnTo>
                    <a:pt x="1423" y="2173"/>
                  </a:lnTo>
                  <a:lnTo>
                    <a:pt x="1443" y="2193"/>
                  </a:lnTo>
                  <a:lnTo>
                    <a:pt x="1463" y="2153"/>
                  </a:lnTo>
                  <a:lnTo>
                    <a:pt x="1423" y="2114"/>
                  </a:lnTo>
                  <a:lnTo>
                    <a:pt x="1463" y="2114"/>
                  </a:lnTo>
                  <a:lnTo>
                    <a:pt x="1502" y="2153"/>
                  </a:lnTo>
                  <a:lnTo>
                    <a:pt x="1522" y="2134"/>
                  </a:lnTo>
                  <a:lnTo>
                    <a:pt x="1522" y="2114"/>
                  </a:lnTo>
                  <a:lnTo>
                    <a:pt x="1482" y="2074"/>
                  </a:lnTo>
                  <a:lnTo>
                    <a:pt x="1463" y="2035"/>
                  </a:lnTo>
                  <a:lnTo>
                    <a:pt x="1463" y="2015"/>
                  </a:lnTo>
                  <a:lnTo>
                    <a:pt x="1482" y="1995"/>
                  </a:lnTo>
                  <a:lnTo>
                    <a:pt x="1522" y="2035"/>
                  </a:lnTo>
                  <a:lnTo>
                    <a:pt x="1502" y="1995"/>
                  </a:lnTo>
                  <a:lnTo>
                    <a:pt x="1542" y="2015"/>
                  </a:lnTo>
                  <a:lnTo>
                    <a:pt x="1542" y="1976"/>
                  </a:lnTo>
                  <a:lnTo>
                    <a:pt x="1542" y="1956"/>
                  </a:lnTo>
                  <a:lnTo>
                    <a:pt x="1581" y="1976"/>
                  </a:lnTo>
                  <a:lnTo>
                    <a:pt x="1561" y="1936"/>
                  </a:lnTo>
                  <a:lnTo>
                    <a:pt x="1502" y="1877"/>
                  </a:lnTo>
                  <a:lnTo>
                    <a:pt x="1561" y="1916"/>
                  </a:lnTo>
                  <a:lnTo>
                    <a:pt x="1601" y="1936"/>
                  </a:lnTo>
                  <a:lnTo>
                    <a:pt x="1601" y="1837"/>
                  </a:lnTo>
                  <a:lnTo>
                    <a:pt x="1621" y="1758"/>
                  </a:lnTo>
                  <a:lnTo>
                    <a:pt x="1640" y="1778"/>
                  </a:lnTo>
                  <a:lnTo>
                    <a:pt x="1640" y="1739"/>
                  </a:lnTo>
                  <a:lnTo>
                    <a:pt x="1640" y="1699"/>
                  </a:lnTo>
                  <a:lnTo>
                    <a:pt x="1621" y="1660"/>
                  </a:lnTo>
                  <a:lnTo>
                    <a:pt x="1621" y="1640"/>
                  </a:lnTo>
                  <a:lnTo>
                    <a:pt x="1640" y="1640"/>
                  </a:lnTo>
                  <a:lnTo>
                    <a:pt x="1621" y="1600"/>
                  </a:lnTo>
                  <a:lnTo>
                    <a:pt x="1561" y="1561"/>
                  </a:lnTo>
                  <a:lnTo>
                    <a:pt x="1463" y="1502"/>
                  </a:lnTo>
                  <a:lnTo>
                    <a:pt x="1443" y="1482"/>
                  </a:lnTo>
                  <a:lnTo>
                    <a:pt x="1463" y="1482"/>
                  </a:lnTo>
                  <a:lnTo>
                    <a:pt x="1482" y="1502"/>
                  </a:lnTo>
                  <a:lnTo>
                    <a:pt x="1522" y="1521"/>
                  </a:lnTo>
                  <a:lnTo>
                    <a:pt x="1542" y="1521"/>
                  </a:lnTo>
                  <a:lnTo>
                    <a:pt x="1621" y="1581"/>
                  </a:lnTo>
                  <a:lnTo>
                    <a:pt x="1680" y="1620"/>
                  </a:lnTo>
                  <a:lnTo>
                    <a:pt x="1680" y="1620"/>
                  </a:lnTo>
                  <a:lnTo>
                    <a:pt x="1640" y="1561"/>
                  </a:lnTo>
                  <a:lnTo>
                    <a:pt x="1660" y="1561"/>
                  </a:lnTo>
                  <a:lnTo>
                    <a:pt x="1660" y="1541"/>
                  </a:lnTo>
                  <a:lnTo>
                    <a:pt x="1680" y="1541"/>
                  </a:lnTo>
                  <a:lnTo>
                    <a:pt x="1700" y="1561"/>
                  </a:lnTo>
                  <a:lnTo>
                    <a:pt x="1719" y="1581"/>
                  </a:lnTo>
                  <a:lnTo>
                    <a:pt x="1700" y="1581"/>
                  </a:lnTo>
                  <a:lnTo>
                    <a:pt x="1700" y="1600"/>
                  </a:lnTo>
                  <a:lnTo>
                    <a:pt x="1739" y="1640"/>
                  </a:lnTo>
                  <a:lnTo>
                    <a:pt x="1719" y="1600"/>
                  </a:lnTo>
                  <a:lnTo>
                    <a:pt x="1739" y="1581"/>
                  </a:lnTo>
                  <a:lnTo>
                    <a:pt x="1739" y="1561"/>
                  </a:lnTo>
                  <a:lnTo>
                    <a:pt x="1700" y="1541"/>
                  </a:lnTo>
                  <a:lnTo>
                    <a:pt x="1700" y="1521"/>
                  </a:lnTo>
                  <a:lnTo>
                    <a:pt x="1660" y="1462"/>
                  </a:lnTo>
                  <a:lnTo>
                    <a:pt x="1680" y="1477"/>
                  </a:lnTo>
                  <a:lnTo>
                    <a:pt x="1680" y="1477"/>
                  </a:lnTo>
                  <a:lnTo>
                    <a:pt x="1680" y="1462"/>
                  </a:lnTo>
                  <a:lnTo>
                    <a:pt x="1700" y="1442"/>
                  </a:lnTo>
                  <a:lnTo>
                    <a:pt x="1719" y="1442"/>
                  </a:lnTo>
                  <a:lnTo>
                    <a:pt x="1779" y="1482"/>
                  </a:lnTo>
                  <a:lnTo>
                    <a:pt x="1759" y="1442"/>
                  </a:lnTo>
                  <a:lnTo>
                    <a:pt x="1779" y="1462"/>
                  </a:lnTo>
                  <a:lnTo>
                    <a:pt x="1818" y="1423"/>
                  </a:lnTo>
                  <a:lnTo>
                    <a:pt x="1838" y="1403"/>
                  </a:lnTo>
                  <a:lnTo>
                    <a:pt x="1858" y="1403"/>
                  </a:lnTo>
                  <a:lnTo>
                    <a:pt x="1858" y="1363"/>
                  </a:lnTo>
                  <a:lnTo>
                    <a:pt x="1798" y="1304"/>
                  </a:lnTo>
                  <a:lnTo>
                    <a:pt x="1739" y="1284"/>
                  </a:lnTo>
                  <a:lnTo>
                    <a:pt x="1719" y="1245"/>
                  </a:lnTo>
                  <a:lnTo>
                    <a:pt x="1719" y="1225"/>
                  </a:lnTo>
                  <a:lnTo>
                    <a:pt x="1759" y="1265"/>
                  </a:lnTo>
                  <a:lnTo>
                    <a:pt x="1798" y="1284"/>
                  </a:lnTo>
                  <a:lnTo>
                    <a:pt x="1838" y="1304"/>
                  </a:lnTo>
                  <a:lnTo>
                    <a:pt x="1838" y="1284"/>
                  </a:lnTo>
                  <a:lnTo>
                    <a:pt x="1877" y="1304"/>
                  </a:lnTo>
                  <a:lnTo>
                    <a:pt x="1877" y="1265"/>
                  </a:lnTo>
                  <a:lnTo>
                    <a:pt x="1838" y="1225"/>
                  </a:lnTo>
                  <a:lnTo>
                    <a:pt x="1838" y="1225"/>
                  </a:lnTo>
                  <a:lnTo>
                    <a:pt x="1877" y="1245"/>
                  </a:lnTo>
                  <a:lnTo>
                    <a:pt x="1897" y="1284"/>
                  </a:lnTo>
                  <a:lnTo>
                    <a:pt x="1897" y="1265"/>
                  </a:lnTo>
                  <a:lnTo>
                    <a:pt x="1917" y="1284"/>
                  </a:lnTo>
                  <a:lnTo>
                    <a:pt x="1917" y="1265"/>
                  </a:lnTo>
                  <a:lnTo>
                    <a:pt x="1897" y="1225"/>
                  </a:lnTo>
                  <a:lnTo>
                    <a:pt x="1858" y="1186"/>
                  </a:lnTo>
                  <a:lnTo>
                    <a:pt x="1838" y="1126"/>
                  </a:lnTo>
                  <a:lnTo>
                    <a:pt x="1858" y="1126"/>
                  </a:lnTo>
                  <a:lnTo>
                    <a:pt x="1818" y="1087"/>
                  </a:lnTo>
                  <a:lnTo>
                    <a:pt x="1779" y="1028"/>
                  </a:lnTo>
                  <a:lnTo>
                    <a:pt x="1818" y="1067"/>
                  </a:lnTo>
                  <a:lnTo>
                    <a:pt x="1838" y="1067"/>
                  </a:lnTo>
                  <a:lnTo>
                    <a:pt x="1818" y="1047"/>
                  </a:lnTo>
                  <a:lnTo>
                    <a:pt x="1917" y="1107"/>
                  </a:lnTo>
                  <a:lnTo>
                    <a:pt x="1877" y="1107"/>
                  </a:lnTo>
                  <a:lnTo>
                    <a:pt x="1858" y="1087"/>
                  </a:lnTo>
                  <a:lnTo>
                    <a:pt x="1858" y="1107"/>
                  </a:lnTo>
                  <a:lnTo>
                    <a:pt x="1937" y="1146"/>
                  </a:lnTo>
                  <a:lnTo>
                    <a:pt x="1976" y="1146"/>
                  </a:lnTo>
                  <a:lnTo>
                    <a:pt x="1996" y="1126"/>
                  </a:lnTo>
                  <a:lnTo>
                    <a:pt x="1996" y="1107"/>
                  </a:lnTo>
                  <a:lnTo>
                    <a:pt x="1996" y="1067"/>
                  </a:lnTo>
                  <a:lnTo>
                    <a:pt x="2016" y="1047"/>
                  </a:lnTo>
                  <a:lnTo>
                    <a:pt x="1996" y="1028"/>
                  </a:lnTo>
                  <a:lnTo>
                    <a:pt x="1956" y="968"/>
                  </a:lnTo>
                  <a:lnTo>
                    <a:pt x="1996" y="1008"/>
                  </a:lnTo>
                  <a:lnTo>
                    <a:pt x="2075" y="1008"/>
                  </a:lnTo>
                  <a:lnTo>
                    <a:pt x="2075" y="988"/>
                  </a:lnTo>
                  <a:lnTo>
                    <a:pt x="2095" y="968"/>
                  </a:lnTo>
                  <a:lnTo>
                    <a:pt x="2095" y="949"/>
                  </a:lnTo>
                  <a:lnTo>
                    <a:pt x="2075" y="909"/>
                  </a:lnTo>
                  <a:lnTo>
                    <a:pt x="2075" y="909"/>
                  </a:lnTo>
                  <a:lnTo>
                    <a:pt x="2114" y="929"/>
                  </a:lnTo>
                  <a:lnTo>
                    <a:pt x="2055" y="850"/>
                  </a:lnTo>
                  <a:lnTo>
                    <a:pt x="2055" y="810"/>
                  </a:lnTo>
                  <a:lnTo>
                    <a:pt x="2016" y="751"/>
                  </a:lnTo>
                  <a:lnTo>
                    <a:pt x="1937" y="672"/>
                  </a:lnTo>
                  <a:lnTo>
                    <a:pt x="1996" y="712"/>
                  </a:lnTo>
                  <a:lnTo>
                    <a:pt x="2035" y="751"/>
                  </a:lnTo>
                  <a:lnTo>
                    <a:pt x="2035" y="731"/>
                  </a:lnTo>
                  <a:lnTo>
                    <a:pt x="2016" y="712"/>
                  </a:lnTo>
                  <a:lnTo>
                    <a:pt x="2016" y="692"/>
                  </a:lnTo>
                  <a:lnTo>
                    <a:pt x="2035" y="692"/>
                  </a:lnTo>
                  <a:lnTo>
                    <a:pt x="2055" y="712"/>
                  </a:lnTo>
                  <a:lnTo>
                    <a:pt x="2075" y="731"/>
                  </a:lnTo>
                  <a:lnTo>
                    <a:pt x="2095" y="731"/>
                  </a:lnTo>
                  <a:lnTo>
                    <a:pt x="2075" y="712"/>
                  </a:lnTo>
                  <a:lnTo>
                    <a:pt x="2095" y="712"/>
                  </a:lnTo>
                  <a:lnTo>
                    <a:pt x="2016" y="652"/>
                  </a:lnTo>
                  <a:lnTo>
                    <a:pt x="1996" y="613"/>
                  </a:lnTo>
                  <a:lnTo>
                    <a:pt x="1976" y="613"/>
                  </a:lnTo>
                  <a:lnTo>
                    <a:pt x="1956" y="573"/>
                  </a:lnTo>
                  <a:lnTo>
                    <a:pt x="1956" y="514"/>
                  </a:lnTo>
                  <a:lnTo>
                    <a:pt x="1956" y="435"/>
                  </a:lnTo>
                  <a:lnTo>
                    <a:pt x="1996" y="396"/>
                  </a:lnTo>
                  <a:lnTo>
                    <a:pt x="2035" y="356"/>
                  </a:lnTo>
                  <a:lnTo>
                    <a:pt x="2075" y="396"/>
                  </a:lnTo>
                  <a:lnTo>
                    <a:pt x="2075" y="376"/>
                  </a:lnTo>
                  <a:lnTo>
                    <a:pt x="2134" y="376"/>
                  </a:lnTo>
                  <a:lnTo>
                    <a:pt x="2114" y="356"/>
                  </a:lnTo>
                  <a:lnTo>
                    <a:pt x="2095" y="336"/>
                  </a:lnTo>
                  <a:lnTo>
                    <a:pt x="2134" y="356"/>
                  </a:lnTo>
                  <a:lnTo>
                    <a:pt x="2134" y="376"/>
                  </a:lnTo>
                  <a:lnTo>
                    <a:pt x="2154" y="356"/>
                  </a:lnTo>
                  <a:lnTo>
                    <a:pt x="2193" y="376"/>
                  </a:lnTo>
                  <a:lnTo>
                    <a:pt x="2213" y="376"/>
                  </a:lnTo>
                  <a:lnTo>
                    <a:pt x="2213" y="336"/>
                  </a:lnTo>
                  <a:lnTo>
                    <a:pt x="2272" y="376"/>
                  </a:lnTo>
                  <a:lnTo>
                    <a:pt x="2351" y="396"/>
                  </a:lnTo>
                  <a:lnTo>
                    <a:pt x="2351" y="396"/>
                  </a:lnTo>
                  <a:lnTo>
                    <a:pt x="2312" y="376"/>
                  </a:lnTo>
                  <a:lnTo>
                    <a:pt x="2292" y="336"/>
                  </a:lnTo>
                  <a:lnTo>
                    <a:pt x="2272" y="336"/>
                  </a:lnTo>
                  <a:lnTo>
                    <a:pt x="2253" y="317"/>
                  </a:lnTo>
                  <a:lnTo>
                    <a:pt x="2233" y="277"/>
                  </a:lnTo>
                  <a:lnTo>
                    <a:pt x="2095" y="198"/>
                  </a:lnTo>
                  <a:lnTo>
                    <a:pt x="1956" y="119"/>
                  </a:lnTo>
                  <a:lnTo>
                    <a:pt x="1937" y="119"/>
                  </a:lnTo>
                  <a:lnTo>
                    <a:pt x="1897" y="99"/>
                  </a:lnTo>
                  <a:lnTo>
                    <a:pt x="1838" y="60"/>
                  </a:lnTo>
                  <a:lnTo>
                    <a:pt x="1818" y="60"/>
                  </a:lnTo>
                  <a:lnTo>
                    <a:pt x="1858" y="99"/>
                  </a:lnTo>
                  <a:lnTo>
                    <a:pt x="1818" y="99"/>
                  </a:lnTo>
                  <a:lnTo>
                    <a:pt x="1798" y="80"/>
                  </a:lnTo>
                  <a:lnTo>
                    <a:pt x="1818" y="119"/>
                  </a:lnTo>
                  <a:lnTo>
                    <a:pt x="1759" y="80"/>
                  </a:lnTo>
                  <a:lnTo>
                    <a:pt x="1700" y="40"/>
                  </a:lnTo>
                  <a:lnTo>
                    <a:pt x="1680" y="40"/>
                  </a:lnTo>
                  <a:lnTo>
                    <a:pt x="1680" y="60"/>
                  </a:lnTo>
                  <a:lnTo>
                    <a:pt x="1700" y="80"/>
                  </a:lnTo>
                  <a:lnTo>
                    <a:pt x="1660" y="80"/>
                  </a:lnTo>
                  <a:lnTo>
                    <a:pt x="1640" y="40"/>
                  </a:lnTo>
                  <a:lnTo>
                    <a:pt x="1640" y="60"/>
                  </a:lnTo>
                  <a:lnTo>
                    <a:pt x="1621" y="40"/>
                  </a:lnTo>
                  <a:lnTo>
                    <a:pt x="1561" y="20"/>
                  </a:lnTo>
                  <a:lnTo>
                    <a:pt x="1640" y="80"/>
                  </a:lnTo>
                  <a:lnTo>
                    <a:pt x="1621" y="80"/>
                  </a:lnTo>
                  <a:lnTo>
                    <a:pt x="1700" y="119"/>
                  </a:lnTo>
                  <a:lnTo>
                    <a:pt x="1719" y="159"/>
                  </a:lnTo>
                  <a:lnTo>
                    <a:pt x="1680" y="119"/>
                  </a:lnTo>
                  <a:lnTo>
                    <a:pt x="1660" y="119"/>
                  </a:lnTo>
                  <a:lnTo>
                    <a:pt x="1640" y="99"/>
                  </a:lnTo>
                  <a:lnTo>
                    <a:pt x="1581" y="40"/>
                  </a:lnTo>
                  <a:lnTo>
                    <a:pt x="1542" y="40"/>
                  </a:lnTo>
                  <a:lnTo>
                    <a:pt x="1542" y="60"/>
                  </a:lnTo>
                  <a:lnTo>
                    <a:pt x="1522" y="40"/>
                  </a:lnTo>
                  <a:lnTo>
                    <a:pt x="1502" y="20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11"/>
            <p:cNvSpPr/>
            <p:nvPr/>
          </p:nvSpPr>
          <p:spPr>
            <a:xfrm>
              <a:off x="-1768900" y="35509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11"/>
            <p:cNvSpPr/>
            <p:nvPr/>
          </p:nvSpPr>
          <p:spPr>
            <a:xfrm>
              <a:off x="-1769400" y="35069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20"/>
                  </a:moveTo>
                  <a:lnTo>
                    <a:pt x="2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11"/>
            <p:cNvSpPr/>
            <p:nvPr/>
          </p:nvSpPr>
          <p:spPr>
            <a:xfrm>
              <a:off x="-1780750" y="35430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11"/>
            <p:cNvSpPr/>
            <p:nvPr/>
          </p:nvSpPr>
          <p:spPr>
            <a:xfrm>
              <a:off x="-1780275" y="3412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11"/>
            <p:cNvSpPr/>
            <p:nvPr/>
          </p:nvSpPr>
          <p:spPr>
            <a:xfrm>
              <a:off x="-1780750" y="3410675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11"/>
            <p:cNvSpPr/>
            <p:nvPr/>
          </p:nvSpPr>
          <p:spPr>
            <a:xfrm>
              <a:off x="-1791625" y="3408700"/>
              <a:ext cx="19275" cy="5475"/>
            </a:xfrm>
            <a:custGeom>
              <a:rect b="b" l="l" r="r" t="t"/>
              <a:pathLst>
                <a:path extrusionOk="0" h="219" w="771">
                  <a:moveTo>
                    <a:pt x="438" y="43"/>
                  </a:moveTo>
                  <a:lnTo>
                    <a:pt x="455" y="60"/>
                  </a:lnTo>
                  <a:lnTo>
                    <a:pt x="435" y="80"/>
                  </a:lnTo>
                  <a:lnTo>
                    <a:pt x="475" y="80"/>
                  </a:lnTo>
                  <a:lnTo>
                    <a:pt x="438" y="43"/>
                  </a:lnTo>
                  <a:close/>
                  <a:moveTo>
                    <a:pt x="494" y="60"/>
                  </a:moveTo>
                  <a:lnTo>
                    <a:pt x="514" y="80"/>
                  </a:lnTo>
                  <a:lnTo>
                    <a:pt x="554" y="100"/>
                  </a:lnTo>
                  <a:lnTo>
                    <a:pt x="672" y="139"/>
                  </a:lnTo>
                  <a:lnTo>
                    <a:pt x="712" y="159"/>
                  </a:lnTo>
                  <a:lnTo>
                    <a:pt x="692" y="139"/>
                  </a:lnTo>
                  <a:lnTo>
                    <a:pt x="633" y="119"/>
                  </a:lnTo>
                  <a:lnTo>
                    <a:pt x="672" y="119"/>
                  </a:lnTo>
                  <a:lnTo>
                    <a:pt x="573" y="80"/>
                  </a:lnTo>
                  <a:lnTo>
                    <a:pt x="514" y="60"/>
                  </a:lnTo>
                  <a:close/>
                  <a:moveTo>
                    <a:pt x="0" y="1"/>
                  </a:moveTo>
                  <a:lnTo>
                    <a:pt x="20" y="21"/>
                  </a:lnTo>
                  <a:lnTo>
                    <a:pt x="99" y="40"/>
                  </a:lnTo>
                  <a:lnTo>
                    <a:pt x="40" y="40"/>
                  </a:lnTo>
                  <a:lnTo>
                    <a:pt x="99" y="60"/>
                  </a:lnTo>
                  <a:lnTo>
                    <a:pt x="178" y="100"/>
                  </a:lnTo>
                  <a:lnTo>
                    <a:pt x="198" y="80"/>
                  </a:lnTo>
                  <a:lnTo>
                    <a:pt x="237" y="100"/>
                  </a:lnTo>
                  <a:lnTo>
                    <a:pt x="356" y="119"/>
                  </a:lnTo>
                  <a:lnTo>
                    <a:pt x="395" y="119"/>
                  </a:lnTo>
                  <a:lnTo>
                    <a:pt x="415" y="100"/>
                  </a:lnTo>
                  <a:lnTo>
                    <a:pt x="435" y="100"/>
                  </a:lnTo>
                  <a:lnTo>
                    <a:pt x="554" y="139"/>
                  </a:lnTo>
                  <a:lnTo>
                    <a:pt x="573" y="159"/>
                  </a:lnTo>
                  <a:lnTo>
                    <a:pt x="573" y="159"/>
                  </a:lnTo>
                  <a:lnTo>
                    <a:pt x="534" y="139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514" y="139"/>
                  </a:lnTo>
                  <a:lnTo>
                    <a:pt x="593" y="179"/>
                  </a:lnTo>
                  <a:lnTo>
                    <a:pt x="672" y="198"/>
                  </a:lnTo>
                  <a:lnTo>
                    <a:pt x="692" y="198"/>
                  </a:lnTo>
                  <a:lnTo>
                    <a:pt x="771" y="218"/>
                  </a:lnTo>
                  <a:lnTo>
                    <a:pt x="771" y="218"/>
                  </a:lnTo>
                  <a:lnTo>
                    <a:pt x="692" y="179"/>
                  </a:lnTo>
                  <a:lnTo>
                    <a:pt x="731" y="179"/>
                  </a:lnTo>
                  <a:lnTo>
                    <a:pt x="712" y="159"/>
                  </a:lnTo>
                  <a:lnTo>
                    <a:pt x="672" y="159"/>
                  </a:lnTo>
                  <a:lnTo>
                    <a:pt x="672" y="139"/>
                  </a:lnTo>
                  <a:lnTo>
                    <a:pt x="633" y="139"/>
                  </a:lnTo>
                  <a:lnTo>
                    <a:pt x="554" y="100"/>
                  </a:lnTo>
                  <a:lnTo>
                    <a:pt x="475" y="80"/>
                  </a:lnTo>
                  <a:lnTo>
                    <a:pt x="475" y="80"/>
                  </a:lnTo>
                  <a:lnTo>
                    <a:pt x="494" y="100"/>
                  </a:lnTo>
                  <a:lnTo>
                    <a:pt x="316" y="60"/>
                  </a:lnTo>
                  <a:lnTo>
                    <a:pt x="158" y="21"/>
                  </a:lnTo>
                  <a:lnTo>
                    <a:pt x="158" y="4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11"/>
            <p:cNvSpPr/>
            <p:nvPr/>
          </p:nvSpPr>
          <p:spPr>
            <a:xfrm>
              <a:off x="-1774825" y="3409200"/>
              <a:ext cx="2975" cy="1025"/>
            </a:xfrm>
            <a:custGeom>
              <a:rect b="b" l="l" r="r" t="t"/>
              <a:pathLst>
                <a:path extrusionOk="0" h="41" w="119">
                  <a:moveTo>
                    <a:pt x="119" y="40"/>
                  </a:moveTo>
                  <a:lnTo>
                    <a:pt x="119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9" y="40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11"/>
            <p:cNvSpPr/>
            <p:nvPr/>
          </p:nvSpPr>
          <p:spPr>
            <a:xfrm>
              <a:off x="-1777300" y="340822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0" y="0"/>
                  </a:moveTo>
                  <a:lnTo>
                    <a:pt x="20" y="20"/>
                  </a:lnTo>
                  <a:lnTo>
                    <a:pt x="99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11"/>
            <p:cNvSpPr/>
            <p:nvPr/>
          </p:nvSpPr>
          <p:spPr>
            <a:xfrm>
              <a:off x="-1798550" y="3390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11"/>
            <p:cNvSpPr/>
            <p:nvPr/>
          </p:nvSpPr>
          <p:spPr>
            <a:xfrm>
              <a:off x="-1800025" y="3362775"/>
              <a:ext cx="39525" cy="47925"/>
            </a:xfrm>
            <a:custGeom>
              <a:rect b="b" l="l" r="r" t="t"/>
              <a:pathLst>
                <a:path extrusionOk="0" h="1917" w="1581">
                  <a:moveTo>
                    <a:pt x="1423" y="337"/>
                  </a:moveTo>
                  <a:lnTo>
                    <a:pt x="1423" y="342"/>
                  </a:lnTo>
                  <a:lnTo>
                    <a:pt x="1423" y="342"/>
                  </a:lnTo>
                  <a:lnTo>
                    <a:pt x="1443" y="357"/>
                  </a:lnTo>
                  <a:lnTo>
                    <a:pt x="1423" y="337"/>
                  </a:lnTo>
                  <a:close/>
                  <a:moveTo>
                    <a:pt x="139" y="692"/>
                  </a:moveTo>
                  <a:lnTo>
                    <a:pt x="139" y="699"/>
                  </a:lnTo>
                  <a:lnTo>
                    <a:pt x="139" y="699"/>
                  </a:lnTo>
                  <a:lnTo>
                    <a:pt x="149" y="702"/>
                  </a:lnTo>
                  <a:lnTo>
                    <a:pt x="139" y="692"/>
                  </a:lnTo>
                  <a:close/>
                  <a:moveTo>
                    <a:pt x="149" y="702"/>
                  </a:moveTo>
                  <a:lnTo>
                    <a:pt x="159" y="712"/>
                  </a:lnTo>
                  <a:lnTo>
                    <a:pt x="188" y="722"/>
                  </a:lnTo>
                  <a:lnTo>
                    <a:pt x="188" y="722"/>
                  </a:lnTo>
                  <a:lnTo>
                    <a:pt x="178" y="712"/>
                  </a:lnTo>
                  <a:lnTo>
                    <a:pt x="149" y="702"/>
                  </a:lnTo>
                  <a:close/>
                  <a:moveTo>
                    <a:pt x="40" y="653"/>
                  </a:moveTo>
                  <a:lnTo>
                    <a:pt x="60" y="673"/>
                  </a:lnTo>
                  <a:lnTo>
                    <a:pt x="80" y="692"/>
                  </a:lnTo>
                  <a:lnTo>
                    <a:pt x="60" y="692"/>
                  </a:lnTo>
                  <a:lnTo>
                    <a:pt x="159" y="732"/>
                  </a:lnTo>
                  <a:lnTo>
                    <a:pt x="139" y="712"/>
                  </a:lnTo>
                  <a:lnTo>
                    <a:pt x="139" y="699"/>
                  </a:lnTo>
                  <a:lnTo>
                    <a:pt x="139" y="699"/>
                  </a:lnTo>
                  <a:lnTo>
                    <a:pt x="119" y="692"/>
                  </a:lnTo>
                  <a:lnTo>
                    <a:pt x="40" y="653"/>
                  </a:lnTo>
                  <a:close/>
                  <a:moveTo>
                    <a:pt x="188" y="722"/>
                  </a:moveTo>
                  <a:lnTo>
                    <a:pt x="198" y="73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18" y="732"/>
                  </a:lnTo>
                  <a:lnTo>
                    <a:pt x="188" y="722"/>
                  </a:lnTo>
                  <a:close/>
                  <a:moveTo>
                    <a:pt x="119" y="890"/>
                  </a:moveTo>
                  <a:lnTo>
                    <a:pt x="149" y="900"/>
                  </a:lnTo>
                  <a:lnTo>
                    <a:pt x="139" y="890"/>
                  </a:lnTo>
                  <a:close/>
                  <a:moveTo>
                    <a:pt x="149" y="900"/>
                  </a:moveTo>
                  <a:lnTo>
                    <a:pt x="159" y="910"/>
                  </a:lnTo>
                  <a:lnTo>
                    <a:pt x="178" y="910"/>
                  </a:lnTo>
                  <a:lnTo>
                    <a:pt x="149" y="900"/>
                  </a:lnTo>
                  <a:close/>
                  <a:moveTo>
                    <a:pt x="119" y="910"/>
                  </a:moveTo>
                  <a:lnTo>
                    <a:pt x="119" y="929"/>
                  </a:lnTo>
                  <a:lnTo>
                    <a:pt x="139" y="929"/>
                  </a:lnTo>
                  <a:lnTo>
                    <a:pt x="119" y="910"/>
                  </a:lnTo>
                  <a:close/>
                  <a:moveTo>
                    <a:pt x="119" y="929"/>
                  </a:moveTo>
                  <a:lnTo>
                    <a:pt x="119" y="94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19" y="929"/>
                  </a:lnTo>
                  <a:close/>
                  <a:moveTo>
                    <a:pt x="119" y="1028"/>
                  </a:moveTo>
                  <a:lnTo>
                    <a:pt x="119" y="1048"/>
                  </a:lnTo>
                  <a:lnTo>
                    <a:pt x="178" y="1068"/>
                  </a:lnTo>
                  <a:lnTo>
                    <a:pt x="178" y="1068"/>
                  </a:lnTo>
                  <a:lnTo>
                    <a:pt x="139" y="1048"/>
                  </a:lnTo>
                  <a:lnTo>
                    <a:pt x="119" y="1028"/>
                  </a:lnTo>
                  <a:close/>
                  <a:moveTo>
                    <a:pt x="1285" y="1502"/>
                  </a:moveTo>
                  <a:lnTo>
                    <a:pt x="1304" y="1522"/>
                  </a:lnTo>
                  <a:lnTo>
                    <a:pt x="1364" y="1522"/>
                  </a:lnTo>
                  <a:lnTo>
                    <a:pt x="1285" y="1502"/>
                  </a:lnTo>
                  <a:close/>
                  <a:moveTo>
                    <a:pt x="40" y="1601"/>
                  </a:moveTo>
                  <a:lnTo>
                    <a:pt x="99" y="1621"/>
                  </a:lnTo>
                  <a:lnTo>
                    <a:pt x="119" y="1621"/>
                  </a:lnTo>
                  <a:lnTo>
                    <a:pt x="40" y="1601"/>
                  </a:lnTo>
                  <a:close/>
                  <a:moveTo>
                    <a:pt x="257" y="1680"/>
                  </a:moveTo>
                  <a:lnTo>
                    <a:pt x="266" y="1688"/>
                  </a:lnTo>
                  <a:lnTo>
                    <a:pt x="266" y="1688"/>
                  </a:lnTo>
                  <a:lnTo>
                    <a:pt x="228" y="1680"/>
                  </a:lnTo>
                  <a:close/>
                  <a:moveTo>
                    <a:pt x="1304" y="1690"/>
                  </a:moveTo>
                  <a:lnTo>
                    <a:pt x="1304" y="1700"/>
                  </a:lnTo>
                  <a:lnTo>
                    <a:pt x="1324" y="1700"/>
                  </a:lnTo>
                  <a:lnTo>
                    <a:pt x="1304" y="1690"/>
                  </a:lnTo>
                  <a:close/>
                  <a:moveTo>
                    <a:pt x="652" y="1719"/>
                  </a:moveTo>
                  <a:lnTo>
                    <a:pt x="722" y="1739"/>
                  </a:lnTo>
                  <a:lnTo>
                    <a:pt x="633" y="1739"/>
                  </a:lnTo>
                  <a:lnTo>
                    <a:pt x="593" y="1719"/>
                  </a:lnTo>
                  <a:close/>
                  <a:moveTo>
                    <a:pt x="1048" y="1798"/>
                  </a:moveTo>
                  <a:lnTo>
                    <a:pt x="1087" y="1818"/>
                  </a:lnTo>
                  <a:lnTo>
                    <a:pt x="1087" y="1818"/>
                  </a:lnTo>
                  <a:lnTo>
                    <a:pt x="1067" y="1798"/>
                  </a:lnTo>
                  <a:close/>
                  <a:moveTo>
                    <a:pt x="119" y="1739"/>
                  </a:moveTo>
                  <a:lnTo>
                    <a:pt x="139" y="1759"/>
                  </a:lnTo>
                  <a:lnTo>
                    <a:pt x="119" y="1759"/>
                  </a:lnTo>
                  <a:lnTo>
                    <a:pt x="178" y="1779"/>
                  </a:lnTo>
                  <a:lnTo>
                    <a:pt x="198" y="1779"/>
                  </a:lnTo>
                  <a:lnTo>
                    <a:pt x="317" y="1818"/>
                  </a:lnTo>
                  <a:lnTo>
                    <a:pt x="336" y="1818"/>
                  </a:lnTo>
                  <a:lnTo>
                    <a:pt x="297" y="1798"/>
                  </a:lnTo>
                  <a:lnTo>
                    <a:pt x="238" y="1779"/>
                  </a:lnTo>
                  <a:lnTo>
                    <a:pt x="376" y="1818"/>
                  </a:lnTo>
                  <a:lnTo>
                    <a:pt x="336" y="1779"/>
                  </a:lnTo>
                  <a:lnTo>
                    <a:pt x="238" y="1759"/>
                  </a:lnTo>
                  <a:lnTo>
                    <a:pt x="257" y="1759"/>
                  </a:lnTo>
                  <a:lnTo>
                    <a:pt x="218" y="1739"/>
                  </a:lnTo>
                  <a:lnTo>
                    <a:pt x="238" y="1759"/>
                  </a:lnTo>
                  <a:lnTo>
                    <a:pt x="238" y="1759"/>
                  </a:lnTo>
                  <a:lnTo>
                    <a:pt x="119" y="1739"/>
                  </a:lnTo>
                  <a:close/>
                  <a:moveTo>
                    <a:pt x="376" y="1818"/>
                  </a:moveTo>
                  <a:lnTo>
                    <a:pt x="494" y="1858"/>
                  </a:lnTo>
                  <a:lnTo>
                    <a:pt x="494" y="1858"/>
                  </a:lnTo>
                  <a:lnTo>
                    <a:pt x="455" y="1838"/>
                  </a:lnTo>
                  <a:lnTo>
                    <a:pt x="376" y="1818"/>
                  </a:lnTo>
                  <a:close/>
                  <a:moveTo>
                    <a:pt x="1403" y="1"/>
                  </a:moveTo>
                  <a:lnTo>
                    <a:pt x="435" y="396"/>
                  </a:lnTo>
                  <a:lnTo>
                    <a:pt x="514" y="436"/>
                  </a:lnTo>
                  <a:lnTo>
                    <a:pt x="435" y="436"/>
                  </a:lnTo>
                  <a:lnTo>
                    <a:pt x="396" y="416"/>
                  </a:lnTo>
                  <a:lnTo>
                    <a:pt x="277" y="455"/>
                  </a:lnTo>
                  <a:lnTo>
                    <a:pt x="297" y="475"/>
                  </a:lnTo>
                  <a:lnTo>
                    <a:pt x="218" y="475"/>
                  </a:lnTo>
                  <a:lnTo>
                    <a:pt x="238" y="495"/>
                  </a:lnTo>
                  <a:lnTo>
                    <a:pt x="178" y="495"/>
                  </a:lnTo>
                  <a:lnTo>
                    <a:pt x="139" y="515"/>
                  </a:lnTo>
                  <a:lnTo>
                    <a:pt x="218" y="554"/>
                  </a:lnTo>
                  <a:lnTo>
                    <a:pt x="218" y="554"/>
                  </a:lnTo>
                  <a:lnTo>
                    <a:pt x="198" y="534"/>
                  </a:lnTo>
                  <a:lnTo>
                    <a:pt x="218" y="534"/>
                  </a:lnTo>
                  <a:lnTo>
                    <a:pt x="257" y="554"/>
                  </a:lnTo>
                  <a:lnTo>
                    <a:pt x="297" y="574"/>
                  </a:lnTo>
                  <a:lnTo>
                    <a:pt x="336" y="594"/>
                  </a:lnTo>
                  <a:lnTo>
                    <a:pt x="297" y="594"/>
                  </a:lnTo>
                  <a:lnTo>
                    <a:pt x="238" y="574"/>
                  </a:lnTo>
                  <a:lnTo>
                    <a:pt x="119" y="515"/>
                  </a:lnTo>
                  <a:lnTo>
                    <a:pt x="139" y="534"/>
                  </a:lnTo>
                  <a:lnTo>
                    <a:pt x="218" y="594"/>
                  </a:lnTo>
                  <a:lnTo>
                    <a:pt x="277" y="633"/>
                  </a:lnTo>
                  <a:lnTo>
                    <a:pt x="178" y="594"/>
                  </a:lnTo>
                  <a:lnTo>
                    <a:pt x="80" y="534"/>
                  </a:lnTo>
                  <a:lnTo>
                    <a:pt x="60" y="534"/>
                  </a:lnTo>
                  <a:lnTo>
                    <a:pt x="99" y="554"/>
                  </a:lnTo>
                  <a:lnTo>
                    <a:pt x="60" y="554"/>
                  </a:lnTo>
                  <a:lnTo>
                    <a:pt x="80" y="594"/>
                  </a:lnTo>
                  <a:lnTo>
                    <a:pt x="119" y="594"/>
                  </a:lnTo>
                  <a:lnTo>
                    <a:pt x="139" y="613"/>
                  </a:lnTo>
                  <a:lnTo>
                    <a:pt x="99" y="613"/>
                  </a:lnTo>
                  <a:lnTo>
                    <a:pt x="119" y="633"/>
                  </a:lnTo>
                  <a:lnTo>
                    <a:pt x="119" y="653"/>
                  </a:lnTo>
                  <a:lnTo>
                    <a:pt x="119" y="673"/>
                  </a:lnTo>
                  <a:lnTo>
                    <a:pt x="139" y="673"/>
                  </a:lnTo>
                  <a:lnTo>
                    <a:pt x="139" y="653"/>
                  </a:lnTo>
                  <a:lnTo>
                    <a:pt x="159" y="653"/>
                  </a:lnTo>
                  <a:lnTo>
                    <a:pt x="218" y="673"/>
                  </a:lnTo>
                  <a:lnTo>
                    <a:pt x="257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317" y="771"/>
                  </a:lnTo>
                  <a:lnTo>
                    <a:pt x="317" y="771"/>
                  </a:lnTo>
                  <a:lnTo>
                    <a:pt x="257" y="75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57" y="771"/>
                  </a:lnTo>
                  <a:lnTo>
                    <a:pt x="218" y="752"/>
                  </a:lnTo>
                  <a:lnTo>
                    <a:pt x="218" y="765"/>
                  </a:lnTo>
                  <a:lnTo>
                    <a:pt x="218" y="765"/>
                  </a:lnTo>
                  <a:lnTo>
                    <a:pt x="178" y="752"/>
                  </a:lnTo>
                  <a:lnTo>
                    <a:pt x="119" y="732"/>
                  </a:lnTo>
                  <a:lnTo>
                    <a:pt x="198" y="771"/>
                  </a:lnTo>
                  <a:lnTo>
                    <a:pt x="198" y="771"/>
                  </a:lnTo>
                  <a:lnTo>
                    <a:pt x="139" y="752"/>
                  </a:lnTo>
                  <a:lnTo>
                    <a:pt x="178" y="771"/>
                  </a:lnTo>
                  <a:lnTo>
                    <a:pt x="198" y="791"/>
                  </a:lnTo>
                  <a:lnTo>
                    <a:pt x="159" y="771"/>
                  </a:lnTo>
                  <a:lnTo>
                    <a:pt x="159" y="771"/>
                  </a:lnTo>
                  <a:lnTo>
                    <a:pt x="198" y="811"/>
                  </a:lnTo>
                  <a:lnTo>
                    <a:pt x="257" y="811"/>
                  </a:lnTo>
                  <a:lnTo>
                    <a:pt x="336" y="850"/>
                  </a:lnTo>
                  <a:lnTo>
                    <a:pt x="336" y="870"/>
                  </a:lnTo>
                  <a:lnTo>
                    <a:pt x="277" y="870"/>
                  </a:lnTo>
                  <a:lnTo>
                    <a:pt x="277" y="890"/>
                  </a:lnTo>
                  <a:lnTo>
                    <a:pt x="257" y="870"/>
                  </a:lnTo>
                  <a:lnTo>
                    <a:pt x="238" y="870"/>
                  </a:lnTo>
                  <a:lnTo>
                    <a:pt x="218" y="850"/>
                  </a:lnTo>
                  <a:lnTo>
                    <a:pt x="198" y="850"/>
                  </a:lnTo>
                  <a:lnTo>
                    <a:pt x="139" y="831"/>
                  </a:lnTo>
                  <a:lnTo>
                    <a:pt x="139" y="831"/>
                  </a:lnTo>
                  <a:lnTo>
                    <a:pt x="218" y="850"/>
                  </a:lnTo>
                  <a:lnTo>
                    <a:pt x="159" y="831"/>
                  </a:lnTo>
                  <a:lnTo>
                    <a:pt x="139" y="811"/>
                  </a:lnTo>
                  <a:lnTo>
                    <a:pt x="80" y="791"/>
                  </a:lnTo>
                  <a:lnTo>
                    <a:pt x="80" y="791"/>
                  </a:lnTo>
                  <a:lnTo>
                    <a:pt x="139" y="831"/>
                  </a:lnTo>
                  <a:lnTo>
                    <a:pt x="159" y="850"/>
                  </a:lnTo>
                  <a:lnTo>
                    <a:pt x="198" y="870"/>
                  </a:lnTo>
                  <a:lnTo>
                    <a:pt x="99" y="831"/>
                  </a:lnTo>
                  <a:lnTo>
                    <a:pt x="80" y="850"/>
                  </a:lnTo>
                  <a:lnTo>
                    <a:pt x="119" y="850"/>
                  </a:lnTo>
                  <a:lnTo>
                    <a:pt x="139" y="870"/>
                  </a:lnTo>
                  <a:lnTo>
                    <a:pt x="159" y="890"/>
                  </a:lnTo>
                  <a:lnTo>
                    <a:pt x="139" y="890"/>
                  </a:lnTo>
                  <a:lnTo>
                    <a:pt x="198" y="910"/>
                  </a:lnTo>
                  <a:lnTo>
                    <a:pt x="218" y="929"/>
                  </a:lnTo>
                  <a:lnTo>
                    <a:pt x="218" y="949"/>
                  </a:lnTo>
                  <a:lnTo>
                    <a:pt x="257" y="989"/>
                  </a:lnTo>
                  <a:lnTo>
                    <a:pt x="257" y="989"/>
                  </a:lnTo>
                  <a:lnTo>
                    <a:pt x="198" y="96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59" y="969"/>
                  </a:lnTo>
                  <a:lnTo>
                    <a:pt x="119" y="969"/>
                  </a:lnTo>
                  <a:lnTo>
                    <a:pt x="80" y="949"/>
                  </a:lnTo>
                  <a:lnTo>
                    <a:pt x="20" y="949"/>
                  </a:lnTo>
                  <a:lnTo>
                    <a:pt x="99" y="969"/>
                  </a:lnTo>
                  <a:lnTo>
                    <a:pt x="119" y="989"/>
                  </a:lnTo>
                  <a:lnTo>
                    <a:pt x="99" y="989"/>
                  </a:lnTo>
                  <a:lnTo>
                    <a:pt x="178" y="1008"/>
                  </a:lnTo>
                  <a:lnTo>
                    <a:pt x="99" y="1008"/>
                  </a:lnTo>
                  <a:lnTo>
                    <a:pt x="198" y="1068"/>
                  </a:lnTo>
                  <a:lnTo>
                    <a:pt x="178" y="1068"/>
                  </a:lnTo>
                  <a:lnTo>
                    <a:pt x="257" y="1107"/>
                  </a:lnTo>
                  <a:lnTo>
                    <a:pt x="238" y="1107"/>
                  </a:lnTo>
                  <a:lnTo>
                    <a:pt x="178" y="1087"/>
                  </a:lnTo>
                  <a:lnTo>
                    <a:pt x="218" y="1127"/>
                  </a:lnTo>
                  <a:lnTo>
                    <a:pt x="238" y="1127"/>
                  </a:lnTo>
                  <a:lnTo>
                    <a:pt x="277" y="1147"/>
                  </a:lnTo>
                  <a:lnTo>
                    <a:pt x="317" y="1166"/>
                  </a:lnTo>
                  <a:lnTo>
                    <a:pt x="238" y="1147"/>
                  </a:lnTo>
                  <a:lnTo>
                    <a:pt x="198" y="1127"/>
                  </a:lnTo>
                  <a:lnTo>
                    <a:pt x="139" y="1127"/>
                  </a:lnTo>
                  <a:lnTo>
                    <a:pt x="99" y="1087"/>
                  </a:lnTo>
                  <a:lnTo>
                    <a:pt x="80" y="1087"/>
                  </a:lnTo>
                  <a:lnTo>
                    <a:pt x="99" y="1107"/>
                  </a:lnTo>
                  <a:lnTo>
                    <a:pt x="119" y="1127"/>
                  </a:lnTo>
                  <a:lnTo>
                    <a:pt x="119" y="1127"/>
                  </a:lnTo>
                  <a:lnTo>
                    <a:pt x="60" y="1107"/>
                  </a:lnTo>
                  <a:lnTo>
                    <a:pt x="80" y="1127"/>
                  </a:lnTo>
                  <a:lnTo>
                    <a:pt x="139" y="1147"/>
                  </a:lnTo>
                  <a:lnTo>
                    <a:pt x="178" y="1166"/>
                  </a:lnTo>
                  <a:lnTo>
                    <a:pt x="99" y="1147"/>
                  </a:lnTo>
                  <a:lnTo>
                    <a:pt x="99" y="114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218" y="1206"/>
                  </a:lnTo>
                  <a:lnTo>
                    <a:pt x="277" y="1206"/>
                  </a:lnTo>
                  <a:lnTo>
                    <a:pt x="317" y="1226"/>
                  </a:lnTo>
                  <a:lnTo>
                    <a:pt x="376" y="1245"/>
                  </a:lnTo>
                  <a:lnTo>
                    <a:pt x="396" y="1265"/>
                  </a:lnTo>
                  <a:lnTo>
                    <a:pt x="297" y="1245"/>
                  </a:lnTo>
                  <a:lnTo>
                    <a:pt x="159" y="1206"/>
                  </a:lnTo>
                  <a:lnTo>
                    <a:pt x="1" y="1147"/>
                  </a:lnTo>
                  <a:lnTo>
                    <a:pt x="20" y="1186"/>
                  </a:lnTo>
                  <a:lnTo>
                    <a:pt x="1" y="1186"/>
                  </a:lnTo>
                  <a:lnTo>
                    <a:pt x="80" y="1226"/>
                  </a:lnTo>
                  <a:lnTo>
                    <a:pt x="198" y="1265"/>
                  </a:lnTo>
                  <a:lnTo>
                    <a:pt x="178" y="1265"/>
                  </a:lnTo>
                  <a:lnTo>
                    <a:pt x="139" y="1245"/>
                  </a:lnTo>
                  <a:lnTo>
                    <a:pt x="139" y="1245"/>
                  </a:lnTo>
                  <a:lnTo>
                    <a:pt x="178" y="1285"/>
                  </a:lnTo>
                  <a:lnTo>
                    <a:pt x="198" y="1305"/>
                  </a:lnTo>
                  <a:lnTo>
                    <a:pt x="257" y="1344"/>
                  </a:lnTo>
                  <a:lnTo>
                    <a:pt x="336" y="1364"/>
                  </a:lnTo>
                  <a:lnTo>
                    <a:pt x="356" y="1364"/>
                  </a:lnTo>
                  <a:lnTo>
                    <a:pt x="376" y="1384"/>
                  </a:lnTo>
                  <a:lnTo>
                    <a:pt x="415" y="1403"/>
                  </a:lnTo>
                  <a:lnTo>
                    <a:pt x="356" y="1384"/>
                  </a:lnTo>
                  <a:lnTo>
                    <a:pt x="336" y="1384"/>
                  </a:lnTo>
                  <a:lnTo>
                    <a:pt x="356" y="1403"/>
                  </a:lnTo>
                  <a:lnTo>
                    <a:pt x="297" y="1384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139" y="1344"/>
                  </a:lnTo>
                  <a:lnTo>
                    <a:pt x="198" y="1364"/>
                  </a:lnTo>
                  <a:lnTo>
                    <a:pt x="257" y="1384"/>
                  </a:lnTo>
                  <a:lnTo>
                    <a:pt x="178" y="1384"/>
                  </a:lnTo>
                  <a:lnTo>
                    <a:pt x="159" y="1403"/>
                  </a:lnTo>
                  <a:lnTo>
                    <a:pt x="60" y="1384"/>
                  </a:lnTo>
                  <a:lnTo>
                    <a:pt x="60" y="1384"/>
                  </a:lnTo>
                  <a:lnTo>
                    <a:pt x="139" y="1423"/>
                  </a:lnTo>
                  <a:lnTo>
                    <a:pt x="178" y="1443"/>
                  </a:lnTo>
                  <a:lnTo>
                    <a:pt x="277" y="1482"/>
                  </a:lnTo>
                  <a:lnTo>
                    <a:pt x="297" y="1482"/>
                  </a:lnTo>
                  <a:lnTo>
                    <a:pt x="277" y="1463"/>
                  </a:lnTo>
                  <a:lnTo>
                    <a:pt x="238" y="1443"/>
                  </a:lnTo>
                  <a:lnTo>
                    <a:pt x="277" y="1443"/>
                  </a:lnTo>
                  <a:lnTo>
                    <a:pt x="178" y="1403"/>
                  </a:lnTo>
                  <a:lnTo>
                    <a:pt x="218" y="1403"/>
                  </a:lnTo>
                  <a:lnTo>
                    <a:pt x="297" y="1443"/>
                  </a:lnTo>
                  <a:lnTo>
                    <a:pt x="356" y="1463"/>
                  </a:lnTo>
                  <a:lnTo>
                    <a:pt x="415" y="1482"/>
                  </a:lnTo>
                  <a:lnTo>
                    <a:pt x="415" y="1463"/>
                  </a:lnTo>
                  <a:lnTo>
                    <a:pt x="514" y="1482"/>
                  </a:lnTo>
                  <a:lnTo>
                    <a:pt x="652" y="1542"/>
                  </a:lnTo>
                  <a:lnTo>
                    <a:pt x="573" y="1522"/>
                  </a:lnTo>
                  <a:lnTo>
                    <a:pt x="573" y="1522"/>
                  </a:lnTo>
                  <a:lnTo>
                    <a:pt x="672" y="1561"/>
                  </a:lnTo>
                  <a:lnTo>
                    <a:pt x="672" y="1561"/>
                  </a:lnTo>
                  <a:lnTo>
                    <a:pt x="534" y="1542"/>
                  </a:lnTo>
                  <a:lnTo>
                    <a:pt x="534" y="1542"/>
                  </a:lnTo>
                  <a:lnTo>
                    <a:pt x="554" y="1561"/>
                  </a:lnTo>
                  <a:lnTo>
                    <a:pt x="593" y="1581"/>
                  </a:lnTo>
                  <a:lnTo>
                    <a:pt x="593" y="1561"/>
                  </a:lnTo>
                  <a:lnTo>
                    <a:pt x="633" y="1581"/>
                  </a:lnTo>
                  <a:lnTo>
                    <a:pt x="672" y="1601"/>
                  </a:lnTo>
                  <a:lnTo>
                    <a:pt x="731" y="1621"/>
                  </a:lnTo>
                  <a:lnTo>
                    <a:pt x="633" y="1621"/>
                  </a:lnTo>
                  <a:lnTo>
                    <a:pt x="494" y="1561"/>
                  </a:lnTo>
                  <a:lnTo>
                    <a:pt x="514" y="1581"/>
                  </a:lnTo>
                  <a:lnTo>
                    <a:pt x="514" y="1581"/>
                  </a:lnTo>
                  <a:lnTo>
                    <a:pt x="317" y="1522"/>
                  </a:lnTo>
                  <a:lnTo>
                    <a:pt x="277" y="1522"/>
                  </a:lnTo>
                  <a:lnTo>
                    <a:pt x="277" y="1542"/>
                  </a:lnTo>
                  <a:lnTo>
                    <a:pt x="139" y="1502"/>
                  </a:lnTo>
                  <a:lnTo>
                    <a:pt x="159" y="1522"/>
                  </a:lnTo>
                  <a:lnTo>
                    <a:pt x="80" y="1522"/>
                  </a:lnTo>
                  <a:lnTo>
                    <a:pt x="139" y="1542"/>
                  </a:lnTo>
                  <a:lnTo>
                    <a:pt x="218" y="1561"/>
                  </a:lnTo>
                  <a:lnTo>
                    <a:pt x="198" y="1561"/>
                  </a:lnTo>
                  <a:lnTo>
                    <a:pt x="218" y="1581"/>
                  </a:lnTo>
                  <a:lnTo>
                    <a:pt x="277" y="1561"/>
                  </a:lnTo>
                  <a:lnTo>
                    <a:pt x="376" y="1601"/>
                  </a:lnTo>
                  <a:lnTo>
                    <a:pt x="396" y="1601"/>
                  </a:lnTo>
                  <a:lnTo>
                    <a:pt x="435" y="1621"/>
                  </a:lnTo>
                  <a:lnTo>
                    <a:pt x="435" y="1621"/>
                  </a:lnTo>
                  <a:lnTo>
                    <a:pt x="277" y="1581"/>
                  </a:lnTo>
                  <a:lnTo>
                    <a:pt x="297" y="1601"/>
                  </a:lnTo>
                  <a:lnTo>
                    <a:pt x="218" y="1601"/>
                  </a:lnTo>
                  <a:lnTo>
                    <a:pt x="198" y="1581"/>
                  </a:lnTo>
                  <a:lnTo>
                    <a:pt x="139" y="1581"/>
                  </a:lnTo>
                  <a:lnTo>
                    <a:pt x="139" y="1561"/>
                  </a:lnTo>
                  <a:lnTo>
                    <a:pt x="99" y="1581"/>
                  </a:lnTo>
                  <a:lnTo>
                    <a:pt x="60" y="1581"/>
                  </a:lnTo>
                  <a:lnTo>
                    <a:pt x="159" y="1621"/>
                  </a:lnTo>
                  <a:lnTo>
                    <a:pt x="119" y="1621"/>
                  </a:lnTo>
                  <a:lnTo>
                    <a:pt x="119" y="1640"/>
                  </a:lnTo>
                  <a:lnTo>
                    <a:pt x="159" y="1640"/>
                  </a:lnTo>
                  <a:lnTo>
                    <a:pt x="190" y="1671"/>
                  </a:lnTo>
                  <a:lnTo>
                    <a:pt x="139" y="1660"/>
                  </a:lnTo>
                  <a:lnTo>
                    <a:pt x="139" y="1680"/>
                  </a:lnTo>
                  <a:lnTo>
                    <a:pt x="119" y="1680"/>
                  </a:lnTo>
                  <a:lnTo>
                    <a:pt x="178" y="1700"/>
                  </a:lnTo>
                  <a:lnTo>
                    <a:pt x="238" y="1700"/>
                  </a:lnTo>
                  <a:lnTo>
                    <a:pt x="257" y="1719"/>
                  </a:lnTo>
                  <a:lnTo>
                    <a:pt x="238" y="1719"/>
                  </a:lnTo>
                  <a:lnTo>
                    <a:pt x="277" y="1739"/>
                  </a:lnTo>
                  <a:lnTo>
                    <a:pt x="376" y="1779"/>
                  </a:lnTo>
                  <a:lnTo>
                    <a:pt x="336" y="1779"/>
                  </a:lnTo>
                  <a:lnTo>
                    <a:pt x="396" y="1818"/>
                  </a:lnTo>
                  <a:lnTo>
                    <a:pt x="415" y="1798"/>
                  </a:lnTo>
                  <a:lnTo>
                    <a:pt x="435" y="1798"/>
                  </a:lnTo>
                  <a:lnTo>
                    <a:pt x="475" y="1779"/>
                  </a:lnTo>
                  <a:lnTo>
                    <a:pt x="415" y="1779"/>
                  </a:lnTo>
                  <a:lnTo>
                    <a:pt x="336" y="1739"/>
                  </a:lnTo>
                  <a:lnTo>
                    <a:pt x="376" y="1739"/>
                  </a:lnTo>
                  <a:lnTo>
                    <a:pt x="415" y="1759"/>
                  </a:lnTo>
                  <a:lnTo>
                    <a:pt x="494" y="1779"/>
                  </a:lnTo>
                  <a:lnTo>
                    <a:pt x="633" y="1838"/>
                  </a:lnTo>
                  <a:lnTo>
                    <a:pt x="712" y="1858"/>
                  </a:lnTo>
                  <a:lnTo>
                    <a:pt x="751" y="1877"/>
                  </a:lnTo>
                  <a:lnTo>
                    <a:pt x="830" y="1897"/>
                  </a:lnTo>
                  <a:lnTo>
                    <a:pt x="850" y="1897"/>
                  </a:lnTo>
                  <a:lnTo>
                    <a:pt x="850" y="1877"/>
                  </a:lnTo>
                  <a:lnTo>
                    <a:pt x="890" y="1897"/>
                  </a:lnTo>
                  <a:lnTo>
                    <a:pt x="909" y="1917"/>
                  </a:lnTo>
                  <a:lnTo>
                    <a:pt x="949" y="1917"/>
                  </a:lnTo>
                  <a:lnTo>
                    <a:pt x="929" y="1897"/>
                  </a:lnTo>
                  <a:lnTo>
                    <a:pt x="949" y="1897"/>
                  </a:lnTo>
                  <a:lnTo>
                    <a:pt x="850" y="1877"/>
                  </a:lnTo>
                  <a:lnTo>
                    <a:pt x="870" y="1877"/>
                  </a:lnTo>
                  <a:lnTo>
                    <a:pt x="870" y="1858"/>
                  </a:lnTo>
                  <a:lnTo>
                    <a:pt x="830" y="1838"/>
                  </a:lnTo>
                  <a:lnTo>
                    <a:pt x="870" y="1838"/>
                  </a:lnTo>
                  <a:lnTo>
                    <a:pt x="771" y="1818"/>
                  </a:lnTo>
                  <a:lnTo>
                    <a:pt x="751" y="1779"/>
                  </a:lnTo>
                  <a:lnTo>
                    <a:pt x="830" y="1818"/>
                  </a:lnTo>
                  <a:lnTo>
                    <a:pt x="830" y="1798"/>
                  </a:lnTo>
                  <a:lnTo>
                    <a:pt x="811" y="1779"/>
                  </a:lnTo>
                  <a:lnTo>
                    <a:pt x="745" y="1746"/>
                  </a:lnTo>
                  <a:lnTo>
                    <a:pt x="745" y="1746"/>
                  </a:lnTo>
                  <a:lnTo>
                    <a:pt x="791" y="1759"/>
                  </a:lnTo>
                  <a:lnTo>
                    <a:pt x="712" y="1719"/>
                  </a:lnTo>
                  <a:lnTo>
                    <a:pt x="811" y="1739"/>
                  </a:lnTo>
                  <a:lnTo>
                    <a:pt x="870" y="1779"/>
                  </a:lnTo>
                  <a:lnTo>
                    <a:pt x="850" y="1779"/>
                  </a:lnTo>
                  <a:lnTo>
                    <a:pt x="870" y="1798"/>
                  </a:lnTo>
                  <a:lnTo>
                    <a:pt x="890" y="1798"/>
                  </a:lnTo>
                  <a:lnTo>
                    <a:pt x="909" y="1818"/>
                  </a:lnTo>
                  <a:lnTo>
                    <a:pt x="988" y="1838"/>
                  </a:lnTo>
                  <a:lnTo>
                    <a:pt x="1028" y="1838"/>
                  </a:lnTo>
                  <a:lnTo>
                    <a:pt x="1008" y="1818"/>
                  </a:lnTo>
                  <a:lnTo>
                    <a:pt x="1127" y="1858"/>
                  </a:lnTo>
                  <a:lnTo>
                    <a:pt x="1146" y="1877"/>
                  </a:lnTo>
                  <a:lnTo>
                    <a:pt x="1166" y="1877"/>
                  </a:lnTo>
                  <a:lnTo>
                    <a:pt x="1166" y="1858"/>
                  </a:lnTo>
                  <a:lnTo>
                    <a:pt x="969" y="1798"/>
                  </a:lnTo>
                  <a:lnTo>
                    <a:pt x="949" y="1779"/>
                  </a:lnTo>
                  <a:lnTo>
                    <a:pt x="969" y="1759"/>
                  </a:lnTo>
                  <a:lnTo>
                    <a:pt x="1008" y="1779"/>
                  </a:lnTo>
                  <a:lnTo>
                    <a:pt x="1048" y="1798"/>
                  </a:lnTo>
                  <a:lnTo>
                    <a:pt x="1048" y="1798"/>
                  </a:lnTo>
                  <a:lnTo>
                    <a:pt x="1067" y="1779"/>
                  </a:lnTo>
                  <a:lnTo>
                    <a:pt x="1146" y="1798"/>
                  </a:lnTo>
                  <a:lnTo>
                    <a:pt x="1146" y="1818"/>
                  </a:lnTo>
                  <a:lnTo>
                    <a:pt x="1186" y="1818"/>
                  </a:lnTo>
                  <a:lnTo>
                    <a:pt x="1186" y="1838"/>
                  </a:lnTo>
                  <a:lnTo>
                    <a:pt x="1245" y="1838"/>
                  </a:lnTo>
                  <a:lnTo>
                    <a:pt x="1225" y="1818"/>
                  </a:lnTo>
                  <a:lnTo>
                    <a:pt x="1225" y="1818"/>
                  </a:lnTo>
                  <a:lnTo>
                    <a:pt x="1304" y="1838"/>
                  </a:lnTo>
                  <a:lnTo>
                    <a:pt x="1324" y="1818"/>
                  </a:lnTo>
                  <a:lnTo>
                    <a:pt x="1344" y="1818"/>
                  </a:lnTo>
                  <a:lnTo>
                    <a:pt x="1265" y="1779"/>
                  </a:lnTo>
                  <a:lnTo>
                    <a:pt x="1166" y="1739"/>
                  </a:lnTo>
                  <a:lnTo>
                    <a:pt x="1285" y="1779"/>
                  </a:lnTo>
                  <a:lnTo>
                    <a:pt x="1285" y="1759"/>
                  </a:lnTo>
                  <a:lnTo>
                    <a:pt x="1225" y="1739"/>
                  </a:lnTo>
                  <a:lnTo>
                    <a:pt x="1146" y="1719"/>
                  </a:lnTo>
                  <a:lnTo>
                    <a:pt x="1146" y="1700"/>
                  </a:lnTo>
                  <a:lnTo>
                    <a:pt x="1166" y="1700"/>
                  </a:lnTo>
                  <a:lnTo>
                    <a:pt x="1245" y="1739"/>
                  </a:lnTo>
                  <a:lnTo>
                    <a:pt x="1285" y="1719"/>
                  </a:lnTo>
                  <a:lnTo>
                    <a:pt x="1344" y="1739"/>
                  </a:lnTo>
                  <a:lnTo>
                    <a:pt x="1344" y="1739"/>
                  </a:lnTo>
                  <a:lnTo>
                    <a:pt x="1285" y="1700"/>
                  </a:lnTo>
                  <a:lnTo>
                    <a:pt x="1206" y="1680"/>
                  </a:lnTo>
                  <a:lnTo>
                    <a:pt x="1206" y="1680"/>
                  </a:lnTo>
                  <a:lnTo>
                    <a:pt x="1166" y="1660"/>
                  </a:lnTo>
                  <a:lnTo>
                    <a:pt x="1245" y="1660"/>
                  </a:lnTo>
                  <a:lnTo>
                    <a:pt x="1285" y="1680"/>
                  </a:lnTo>
                  <a:lnTo>
                    <a:pt x="1304" y="1690"/>
                  </a:lnTo>
                  <a:lnTo>
                    <a:pt x="1304" y="1690"/>
                  </a:lnTo>
                  <a:lnTo>
                    <a:pt x="1304" y="1680"/>
                  </a:lnTo>
                  <a:lnTo>
                    <a:pt x="1304" y="1660"/>
                  </a:lnTo>
                  <a:lnTo>
                    <a:pt x="1344" y="1660"/>
                  </a:lnTo>
                  <a:lnTo>
                    <a:pt x="1285" y="1640"/>
                  </a:lnTo>
                  <a:lnTo>
                    <a:pt x="1206" y="1621"/>
                  </a:lnTo>
                  <a:lnTo>
                    <a:pt x="1265" y="1621"/>
                  </a:lnTo>
                  <a:lnTo>
                    <a:pt x="1285" y="1640"/>
                  </a:lnTo>
                  <a:lnTo>
                    <a:pt x="1304" y="1640"/>
                  </a:lnTo>
                  <a:lnTo>
                    <a:pt x="1285" y="1621"/>
                  </a:lnTo>
                  <a:lnTo>
                    <a:pt x="1166" y="1581"/>
                  </a:lnTo>
                  <a:lnTo>
                    <a:pt x="1166" y="1581"/>
                  </a:lnTo>
                  <a:lnTo>
                    <a:pt x="1245" y="1601"/>
                  </a:lnTo>
                  <a:lnTo>
                    <a:pt x="1344" y="1621"/>
                  </a:lnTo>
                  <a:lnTo>
                    <a:pt x="1285" y="1601"/>
                  </a:lnTo>
                  <a:lnTo>
                    <a:pt x="1344" y="1601"/>
                  </a:lnTo>
                  <a:lnTo>
                    <a:pt x="1304" y="1581"/>
                  </a:lnTo>
                  <a:lnTo>
                    <a:pt x="1265" y="1542"/>
                  </a:lnTo>
                  <a:lnTo>
                    <a:pt x="1245" y="1522"/>
                  </a:lnTo>
                  <a:lnTo>
                    <a:pt x="1324" y="1561"/>
                  </a:lnTo>
                  <a:lnTo>
                    <a:pt x="1364" y="1581"/>
                  </a:lnTo>
                  <a:lnTo>
                    <a:pt x="1383" y="1581"/>
                  </a:lnTo>
                  <a:lnTo>
                    <a:pt x="1383" y="1561"/>
                  </a:lnTo>
                  <a:lnTo>
                    <a:pt x="1364" y="1542"/>
                  </a:lnTo>
                  <a:lnTo>
                    <a:pt x="1285" y="1522"/>
                  </a:lnTo>
                  <a:lnTo>
                    <a:pt x="1285" y="1502"/>
                  </a:lnTo>
                  <a:lnTo>
                    <a:pt x="1285" y="1482"/>
                  </a:lnTo>
                  <a:lnTo>
                    <a:pt x="1344" y="1502"/>
                  </a:lnTo>
                  <a:lnTo>
                    <a:pt x="1285" y="1463"/>
                  </a:lnTo>
                  <a:lnTo>
                    <a:pt x="1186" y="1443"/>
                  </a:lnTo>
                  <a:lnTo>
                    <a:pt x="1206" y="1443"/>
                  </a:lnTo>
                  <a:lnTo>
                    <a:pt x="1146" y="1423"/>
                  </a:lnTo>
                  <a:lnTo>
                    <a:pt x="1166" y="1443"/>
                  </a:lnTo>
                  <a:lnTo>
                    <a:pt x="1186" y="1463"/>
                  </a:lnTo>
                  <a:lnTo>
                    <a:pt x="1127" y="1463"/>
                  </a:lnTo>
                  <a:lnTo>
                    <a:pt x="1067" y="1443"/>
                  </a:lnTo>
                  <a:lnTo>
                    <a:pt x="1087" y="1443"/>
                  </a:lnTo>
                  <a:lnTo>
                    <a:pt x="1028" y="1423"/>
                  </a:lnTo>
                  <a:lnTo>
                    <a:pt x="929" y="1384"/>
                  </a:lnTo>
                  <a:lnTo>
                    <a:pt x="909" y="1364"/>
                  </a:lnTo>
                  <a:lnTo>
                    <a:pt x="909" y="1364"/>
                  </a:lnTo>
                  <a:lnTo>
                    <a:pt x="988" y="1384"/>
                  </a:lnTo>
                  <a:lnTo>
                    <a:pt x="1028" y="1403"/>
                  </a:lnTo>
                  <a:lnTo>
                    <a:pt x="1107" y="1423"/>
                  </a:lnTo>
                  <a:lnTo>
                    <a:pt x="1048" y="1403"/>
                  </a:lnTo>
                  <a:lnTo>
                    <a:pt x="969" y="1364"/>
                  </a:lnTo>
                  <a:lnTo>
                    <a:pt x="929" y="1344"/>
                  </a:lnTo>
                  <a:lnTo>
                    <a:pt x="969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988" y="1344"/>
                  </a:lnTo>
                  <a:lnTo>
                    <a:pt x="949" y="1324"/>
                  </a:lnTo>
                  <a:lnTo>
                    <a:pt x="1028" y="1344"/>
                  </a:lnTo>
                  <a:lnTo>
                    <a:pt x="1008" y="1344"/>
                  </a:lnTo>
                  <a:lnTo>
                    <a:pt x="1028" y="1364"/>
                  </a:lnTo>
                  <a:lnTo>
                    <a:pt x="1087" y="1384"/>
                  </a:lnTo>
                  <a:lnTo>
                    <a:pt x="1206" y="1423"/>
                  </a:lnTo>
                  <a:lnTo>
                    <a:pt x="1304" y="1463"/>
                  </a:lnTo>
                  <a:lnTo>
                    <a:pt x="1364" y="1463"/>
                  </a:lnTo>
                  <a:lnTo>
                    <a:pt x="1324" y="1443"/>
                  </a:lnTo>
                  <a:lnTo>
                    <a:pt x="1324" y="1423"/>
                  </a:lnTo>
                  <a:lnTo>
                    <a:pt x="1285" y="1403"/>
                  </a:lnTo>
                  <a:lnTo>
                    <a:pt x="1344" y="1423"/>
                  </a:lnTo>
                  <a:lnTo>
                    <a:pt x="1344" y="1403"/>
                  </a:lnTo>
                  <a:lnTo>
                    <a:pt x="1304" y="1384"/>
                  </a:lnTo>
                  <a:lnTo>
                    <a:pt x="1304" y="1384"/>
                  </a:lnTo>
                  <a:lnTo>
                    <a:pt x="1364" y="1403"/>
                  </a:lnTo>
                  <a:lnTo>
                    <a:pt x="1383" y="1384"/>
                  </a:lnTo>
                  <a:lnTo>
                    <a:pt x="1344" y="1344"/>
                  </a:lnTo>
                  <a:lnTo>
                    <a:pt x="1285" y="1324"/>
                  </a:lnTo>
                  <a:lnTo>
                    <a:pt x="1285" y="1305"/>
                  </a:lnTo>
                  <a:lnTo>
                    <a:pt x="1344" y="1305"/>
                  </a:lnTo>
                  <a:lnTo>
                    <a:pt x="1304" y="1285"/>
                  </a:lnTo>
                  <a:lnTo>
                    <a:pt x="1364" y="1305"/>
                  </a:lnTo>
                  <a:lnTo>
                    <a:pt x="1344" y="1285"/>
                  </a:lnTo>
                  <a:lnTo>
                    <a:pt x="1324" y="1265"/>
                  </a:lnTo>
                  <a:lnTo>
                    <a:pt x="1383" y="1265"/>
                  </a:lnTo>
                  <a:lnTo>
                    <a:pt x="1344" y="1245"/>
                  </a:lnTo>
                  <a:lnTo>
                    <a:pt x="1285" y="1206"/>
                  </a:lnTo>
                  <a:lnTo>
                    <a:pt x="1383" y="1245"/>
                  </a:lnTo>
                  <a:lnTo>
                    <a:pt x="1344" y="1186"/>
                  </a:lnTo>
                  <a:lnTo>
                    <a:pt x="1344" y="1107"/>
                  </a:lnTo>
                  <a:lnTo>
                    <a:pt x="1364" y="1127"/>
                  </a:lnTo>
                  <a:lnTo>
                    <a:pt x="1364" y="1107"/>
                  </a:lnTo>
                  <a:lnTo>
                    <a:pt x="1324" y="1068"/>
                  </a:lnTo>
                  <a:lnTo>
                    <a:pt x="1304" y="1048"/>
                  </a:lnTo>
                  <a:lnTo>
                    <a:pt x="1304" y="1028"/>
                  </a:lnTo>
                  <a:lnTo>
                    <a:pt x="1324" y="1028"/>
                  </a:lnTo>
                  <a:lnTo>
                    <a:pt x="1285" y="1008"/>
                  </a:lnTo>
                  <a:lnTo>
                    <a:pt x="1225" y="989"/>
                  </a:lnTo>
                  <a:lnTo>
                    <a:pt x="1107" y="949"/>
                  </a:lnTo>
                  <a:lnTo>
                    <a:pt x="1087" y="929"/>
                  </a:lnTo>
                  <a:lnTo>
                    <a:pt x="1127" y="929"/>
                  </a:lnTo>
                  <a:lnTo>
                    <a:pt x="1186" y="949"/>
                  </a:lnTo>
                  <a:lnTo>
                    <a:pt x="1265" y="989"/>
                  </a:lnTo>
                  <a:lnTo>
                    <a:pt x="1344" y="1028"/>
                  </a:lnTo>
                  <a:lnTo>
                    <a:pt x="1344" y="1028"/>
                  </a:lnTo>
                  <a:lnTo>
                    <a:pt x="1285" y="989"/>
                  </a:lnTo>
                  <a:lnTo>
                    <a:pt x="1304" y="969"/>
                  </a:lnTo>
                  <a:lnTo>
                    <a:pt x="1304" y="949"/>
                  </a:lnTo>
                  <a:lnTo>
                    <a:pt x="1324" y="969"/>
                  </a:lnTo>
                  <a:lnTo>
                    <a:pt x="1344" y="969"/>
                  </a:lnTo>
                  <a:lnTo>
                    <a:pt x="1344" y="989"/>
                  </a:lnTo>
                  <a:lnTo>
                    <a:pt x="1364" y="989"/>
                  </a:lnTo>
                  <a:lnTo>
                    <a:pt x="1403" y="1028"/>
                  </a:lnTo>
                  <a:lnTo>
                    <a:pt x="1383" y="989"/>
                  </a:lnTo>
                  <a:lnTo>
                    <a:pt x="1383" y="969"/>
                  </a:lnTo>
                  <a:lnTo>
                    <a:pt x="1344" y="949"/>
                  </a:lnTo>
                  <a:lnTo>
                    <a:pt x="1324" y="929"/>
                  </a:lnTo>
                  <a:lnTo>
                    <a:pt x="1265" y="910"/>
                  </a:lnTo>
                  <a:lnTo>
                    <a:pt x="1364" y="929"/>
                  </a:lnTo>
                  <a:lnTo>
                    <a:pt x="1304" y="910"/>
                  </a:lnTo>
                  <a:lnTo>
                    <a:pt x="1285" y="910"/>
                  </a:lnTo>
                  <a:lnTo>
                    <a:pt x="1285" y="890"/>
                  </a:lnTo>
                  <a:lnTo>
                    <a:pt x="1324" y="890"/>
                  </a:lnTo>
                  <a:lnTo>
                    <a:pt x="1383" y="910"/>
                  </a:lnTo>
                  <a:lnTo>
                    <a:pt x="1383" y="910"/>
                  </a:lnTo>
                  <a:lnTo>
                    <a:pt x="1344" y="890"/>
                  </a:lnTo>
                  <a:lnTo>
                    <a:pt x="1344" y="870"/>
                  </a:lnTo>
                  <a:lnTo>
                    <a:pt x="1383" y="890"/>
                  </a:lnTo>
                  <a:lnTo>
                    <a:pt x="1403" y="870"/>
                  </a:lnTo>
                  <a:lnTo>
                    <a:pt x="140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791"/>
                  </a:lnTo>
                  <a:lnTo>
                    <a:pt x="1344" y="791"/>
                  </a:lnTo>
                  <a:lnTo>
                    <a:pt x="1285" y="771"/>
                  </a:lnTo>
                  <a:lnTo>
                    <a:pt x="1265" y="752"/>
                  </a:lnTo>
                  <a:lnTo>
                    <a:pt x="1245" y="732"/>
                  </a:lnTo>
                  <a:lnTo>
                    <a:pt x="1304" y="752"/>
                  </a:lnTo>
                  <a:lnTo>
                    <a:pt x="1324" y="771"/>
                  </a:lnTo>
                  <a:lnTo>
                    <a:pt x="1423" y="771"/>
                  </a:lnTo>
                  <a:lnTo>
                    <a:pt x="1403" y="752"/>
                  </a:lnTo>
                  <a:lnTo>
                    <a:pt x="1364" y="732"/>
                  </a:lnTo>
                  <a:lnTo>
                    <a:pt x="1423" y="752"/>
                  </a:lnTo>
                  <a:lnTo>
                    <a:pt x="1443" y="752"/>
                  </a:lnTo>
                  <a:lnTo>
                    <a:pt x="1403" y="732"/>
                  </a:lnTo>
                  <a:lnTo>
                    <a:pt x="1324" y="692"/>
                  </a:lnTo>
                  <a:lnTo>
                    <a:pt x="1344" y="692"/>
                  </a:lnTo>
                  <a:lnTo>
                    <a:pt x="1324" y="673"/>
                  </a:lnTo>
                  <a:lnTo>
                    <a:pt x="1403" y="712"/>
                  </a:lnTo>
                  <a:lnTo>
                    <a:pt x="1403" y="712"/>
                  </a:lnTo>
                  <a:lnTo>
                    <a:pt x="1324" y="653"/>
                  </a:lnTo>
                  <a:lnTo>
                    <a:pt x="1285" y="613"/>
                  </a:lnTo>
                  <a:lnTo>
                    <a:pt x="1245" y="594"/>
                  </a:lnTo>
                  <a:lnTo>
                    <a:pt x="1304" y="613"/>
                  </a:lnTo>
                  <a:lnTo>
                    <a:pt x="1383" y="633"/>
                  </a:lnTo>
                  <a:lnTo>
                    <a:pt x="1344" y="633"/>
                  </a:lnTo>
                  <a:lnTo>
                    <a:pt x="1423" y="653"/>
                  </a:lnTo>
                  <a:lnTo>
                    <a:pt x="1462" y="653"/>
                  </a:lnTo>
                  <a:lnTo>
                    <a:pt x="1462" y="633"/>
                  </a:lnTo>
                  <a:lnTo>
                    <a:pt x="1443" y="613"/>
                  </a:lnTo>
                  <a:lnTo>
                    <a:pt x="1462" y="594"/>
                  </a:lnTo>
                  <a:lnTo>
                    <a:pt x="1443" y="574"/>
                  </a:lnTo>
                  <a:lnTo>
                    <a:pt x="1502" y="574"/>
                  </a:lnTo>
                  <a:lnTo>
                    <a:pt x="1502" y="554"/>
                  </a:lnTo>
                  <a:lnTo>
                    <a:pt x="1502" y="534"/>
                  </a:lnTo>
                  <a:lnTo>
                    <a:pt x="1502" y="515"/>
                  </a:lnTo>
                  <a:lnTo>
                    <a:pt x="1462" y="475"/>
                  </a:lnTo>
                  <a:lnTo>
                    <a:pt x="1522" y="495"/>
                  </a:lnTo>
                  <a:lnTo>
                    <a:pt x="1522" y="495"/>
                  </a:lnTo>
                  <a:lnTo>
                    <a:pt x="1443" y="455"/>
                  </a:lnTo>
                  <a:lnTo>
                    <a:pt x="1423" y="416"/>
                  </a:lnTo>
                  <a:lnTo>
                    <a:pt x="1383" y="376"/>
                  </a:lnTo>
                  <a:lnTo>
                    <a:pt x="1285" y="317"/>
                  </a:lnTo>
                  <a:lnTo>
                    <a:pt x="1344" y="337"/>
                  </a:lnTo>
                  <a:lnTo>
                    <a:pt x="1403" y="376"/>
                  </a:lnTo>
                  <a:lnTo>
                    <a:pt x="1364" y="337"/>
                  </a:lnTo>
                  <a:lnTo>
                    <a:pt x="1344" y="317"/>
                  </a:lnTo>
                  <a:lnTo>
                    <a:pt x="1344" y="317"/>
                  </a:lnTo>
                  <a:lnTo>
                    <a:pt x="1383" y="337"/>
                  </a:lnTo>
                  <a:lnTo>
                    <a:pt x="1423" y="357"/>
                  </a:lnTo>
                  <a:lnTo>
                    <a:pt x="1423" y="342"/>
                  </a:lnTo>
                  <a:lnTo>
                    <a:pt x="1423" y="342"/>
                  </a:lnTo>
                  <a:lnTo>
                    <a:pt x="1364" y="297"/>
                  </a:lnTo>
                  <a:lnTo>
                    <a:pt x="1304" y="258"/>
                  </a:lnTo>
                  <a:lnTo>
                    <a:pt x="1265" y="238"/>
                  </a:lnTo>
                  <a:lnTo>
                    <a:pt x="1285" y="238"/>
                  </a:lnTo>
                  <a:lnTo>
                    <a:pt x="1245" y="179"/>
                  </a:lnTo>
                  <a:lnTo>
                    <a:pt x="1245" y="139"/>
                  </a:lnTo>
                  <a:lnTo>
                    <a:pt x="1245" y="100"/>
                  </a:lnTo>
                  <a:lnTo>
                    <a:pt x="1304" y="80"/>
                  </a:lnTo>
                  <a:lnTo>
                    <a:pt x="1324" y="100"/>
                  </a:lnTo>
                  <a:lnTo>
                    <a:pt x="1324" y="80"/>
                  </a:lnTo>
                  <a:lnTo>
                    <a:pt x="1344" y="80"/>
                  </a:lnTo>
                  <a:lnTo>
                    <a:pt x="1344" y="100"/>
                  </a:lnTo>
                  <a:lnTo>
                    <a:pt x="1383" y="100"/>
                  </a:lnTo>
                  <a:lnTo>
                    <a:pt x="1364" y="80"/>
                  </a:lnTo>
                  <a:lnTo>
                    <a:pt x="1344" y="60"/>
                  </a:lnTo>
                  <a:lnTo>
                    <a:pt x="1344" y="60"/>
                  </a:lnTo>
                  <a:lnTo>
                    <a:pt x="1383" y="80"/>
                  </a:lnTo>
                  <a:lnTo>
                    <a:pt x="1462" y="80"/>
                  </a:lnTo>
                  <a:lnTo>
                    <a:pt x="1443" y="60"/>
                  </a:lnTo>
                  <a:lnTo>
                    <a:pt x="1443" y="60"/>
                  </a:lnTo>
                  <a:lnTo>
                    <a:pt x="1581" y="120"/>
                  </a:lnTo>
                  <a:lnTo>
                    <a:pt x="1522" y="60"/>
                  </a:lnTo>
                  <a:lnTo>
                    <a:pt x="1502" y="60"/>
                  </a:lnTo>
                  <a:lnTo>
                    <a:pt x="1462" y="40"/>
                  </a:lnTo>
                  <a:lnTo>
                    <a:pt x="1443" y="21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11"/>
            <p:cNvSpPr/>
            <p:nvPr/>
          </p:nvSpPr>
          <p:spPr>
            <a:xfrm>
              <a:off x="-1781250" y="3410200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20"/>
                  </a:move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11"/>
            <p:cNvSpPr/>
            <p:nvPr/>
          </p:nvSpPr>
          <p:spPr>
            <a:xfrm>
              <a:off x="-1798050" y="33781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11"/>
            <p:cNvSpPr/>
            <p:nvPr/>
          </p:nvSpPr>
          <p:spPr>
            <a:xfrm>
              <a:off x="-1795075" y="340722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0" y="1"/>
                  </a:lnTo>
                  <a:lnTo>
                    <a:pt x="2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11"/>
            <p:cNvSpPr/>
            <p:nvPr/>
          </p:nvSpPr>
          <p:spPr>
            <a:xfrm>
              <a:off x="-1709150" y="3594375"/>
              <a:ext cx="52850" cy="55325"/>
            </a:xfrm>
            <a:custGeom>
              <a:rect b="b" l="l" r="r" t="t"/>
              <a:pathLst>
                <a:path extrusionOk="0" h="2213" w="2114">
                  <a:moveTo>
                    <a:pt x="178" y="574"/>
                  </a:moveTo>
                  <a:lnTo>
                    <a:pt x="158" y="593"/>
                  </a:lnTo>
                  <a:lnTo>
                    <a:pt x="178" y="574"/>
                  </a:lnTo>
                  <a:lnTo>
                    <a:pt x="178" y="574"/>
                  </a:lnTo>
                  <a:close/>
                  <a:moveTo>
                    <a:pt x="158" y="593"/>
                  </a:moveTo>
                  <a:lnTo>
                    <a:pt x="138" y="613"/>
                  </a:lnTo>
                  <a:lnTo>
                    <a:pt x="158" y="593"/>
                  </a:lnTo>
                  <a:close/>
                  <a:moveTo>
                    <a:pt x="1363" y="692"/>
                  </a:moveTo>
                  <a:lnTo>
                    <a:pt x="1323" y="71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363" y="692"/>
                  </a:lnTo>
                  <a:close/>
                  <a:moveTo>
                    <a:pt x="79" y="811"/>
                  </a:moveTo>
                  <a:lnTo>
                    <a:pt x="40" y="830"/>
                  </a:lnTo>
                  <a:lnTo>
                    <a:pt x="59" y="830"/>
                  </a:lnTo>
                  <a:lnTo>
                    <a:pt x="79" y="811"/>
                  </a:lnTo>
                  <a:close/>
                  <a:moveTo>
                    <a:pt x="99" y="1127"/>
                  </a:moveTo>
                  <a:lnTo>
                    <a:pt x="79" y="1146"/>
                  </a:lnTo>
                  <a:lnTo>
                    <a:pt x="79" y="1146"/>
                  </a:lnTo>
                  <a:lnTo>
                    <a:pt x="105" y="1127"/>
                  </a:lnTo>
                  <a:close/>
                  <a:moveTo>
                    <a:pt x="79" y="1127"/>
                  </a:moveTo>
                  <a:lnTo>
                    <a:pt x="0" y="1186"/>
                  </a:lnTo>
                  <a:lnTo>
                    <a:pt x="20" y="1206"/>
                  </a:lnTo>
                  <a:lnTo>
                    <a:pt x="59" y="1186"/>
                  </a:lnTo>
                  <a:lnTo>
                    <a:pt x="99" y="1146"/>
                  </a:lnTo>
                  <a:lnTo>
                    <a:pt x="40" y="1186"/>
                  </a:lnTo>
                  <a:lnTo>
                    <a:pt x="59" y="1166"/>
                  </a:lnTo>
                  <a:lnTo>
                    <a:pt x="79" y="1146"/>
                  </a:lnTo>
                  <a:lnTo>
                    <a:pt x="79" y="1127"/>
                  </a:lnTo>
                  <a:close/>
                  <a:moveTo>
                    <a:pt x="573" y="1443"/>
                  </a:moveTo>
                  <a:lnTo>
                    <a:pt x="553" y="146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73" y="1443"/>
                  </a:lnTo>
                  <a:close/>
                  <a:moveTo>
                    <a:pt x="869" y="1838"/>
                  </a:moveTo>
                  <a:lnTo>
                    <a:pt x="834" y="1861"/>
                  </a:lnTo>
                  <a:lnTo>
                    <a:pt x="834" y="1861"/>
                  </a:lnTo>
                  <a:lnTo>
                    <a:pt x="849" y="1857"/>
                  </a:lnTo>
                  <a:lnTo>
                    <a:pt x="869" y="1838"/>
                  </a:lnTo>
                  <a:close/>
                  <a:moveTo>
                    <a:pt x="834" y="1861"/>
                  </a:moveTo>
                  <a:lnTo>
                    <a:pt x="770" y="1877"/>
                  </a:lnTo>
                  <a:lnTo>
                    <a:pt x="770" y="1887"/>
                  </a:lnTo>
                  <a:lnTo>
                    <a:pt x="770" y="1887"/>
                  </a:lnTo>
                  <a:lnTo>
                    <a:pt x="790" y="1877"/>
                  </a:lnTo>
                  <a:lnTo>
                    <a:pt x="810" y="1877"/>
                  </a:lnTo>
                  <a:lnTo>
                    <a:pt x="834" y="1861"/>
                  </a:lnTo>
                  <a:close/>
                  <a:moveTo>
                    <a:pt x="770" y="1887"/>
                  </a:moveTo>
                  <a:lnTo>
                    <a:pt x="751" y="1897"/>
                  </a:lnTo>
                  <a:lnTo>
                    <a:pt x="672" y="1956"/>
                  </a:lnTo>
                  <a:lnTo>
                    <a:pt x="691" y="1956"/>
                  </a:lnTo>
                  <a:lnTo>
                    <a:pt x="672" y="1996"/>
                  </a:lnTo>
                  <a:lnTo>
                    <a:pt x="672" y="1996"/>
                  </a:lnTo>
                  <a:lnTo>
                    <a:pt x="711" y="1956"/>
                  </a:lnTo>
                  <a:lnTo>
                    <a:pt x="731" y="1936"/>
                  </a:lnTo>
                  <a:lnTo>
                    <a:pt x="731" y="1956"/>
                  </a:lnTo>
                  <a:lnTo>
                    <a:pt x="810" y="1897"/>
                  </a:lnTo>
                  <a:lnTo>
                    <a:pt x="770" y="1897"/>
                  </a:lnTo>
                  <a:lnTo>
                    <a:pt x="770" y="1887"/>
                  </a:lnTo>
                  <a:close/>
                  <a:moveTo>
                    <a:pt x="968" y="2075"/>
                  </a:moveTo>
                  <a:lnTo>
                    <a:pt x="968" y="2094"/>
                  </a:lnTo>
                  <a:lnTo>
                    <a:pt x="988" y="2114"/>
                  </a:lnTo>
                  <a:lnTo>
                    <a:pt x="988" y="2094"/>
                  </a:lnTo>
                  <a:lnTo>
                    <a:pt x="988" y="2075"/>
                  </a:lnTo>
                  <a:close/>
                  <a:moveTo>
                    <a:pt x="751" y="1"/>
                  </a:moveTo>
                  <a:lnTo>
                    <a:pt x="711" y="20"/>
                  </a:lnTo>
                  <a:lnTo>
                    <a:pt x="672" y="40"/>
                  </a:lnTo>
                  <a:lnTo>
                    <a:pt x="632" y="80"/>
                  </a:lnTo>
                  <a:lnTo>
                    <a:pt x="612" y="80"/>
                  </a:lnTo>
                  <a:lnTo>
                    <a:pt x="474" y="178"/>
                  </a:lnTo>
                  <a:lnTo>
                    <a:pt x="356" y="277"/>
                  </a:lnTo>
                  <a:lnTo>
                    <a:pt x="356" y="297"/>
                  </a:lnTo>
                  <a:lnTo>
                    <a:pt x="316" y="337"/>
                  </a:lnTo>
                  <a:lnTo>
                    <a:pt x="277" y="356"/>
                  </a:lnTo>
                  <a:lnTo>
                    <a:pt x="257" y="376"/>
                  </a:lnTo>
                  <a:lnTo>
                    <a:pt x="296" y="376"/>
                  </a:lnTo>
                  <a:lnTo>
                    <a:pt x="277" y="396"/>
                  </a:lnTo>
                  <a:lnTo>
                    <a:pt x="277" y="416"/>
                  </a:lnTo>
                  <a:lnTo>
                    <a:pt x="296" y="416"/>
                  </a:lnTo>
                  <a:lnTo>
                    <a:pt x="257" y="455"/>
                  </a:lnTo>
                  <a:lnTo>
                    <a:pt x="198" y="495"/>
                  </a:lnTo>
                  <a:lnTo>
                    <a:pt x="178" y="514"/>
                  </a:lnTo>
                  <a:lnTo>
                    <a:pt x="217" y="514"/>
                  </a:lnTo>
                  <a:lnTo>
                    <a:pt x="217" y="534"/>
                  </a:lnTo>
                  <a:lnTo>
                    <a:pt x="178" y="554"/>
                  </a:lnTo>
                  <a:lnTo>
                    <a:pt x="178" y="574"/>
                  </a:lnTo>
                  <a:lnTo>
                    <a:pt x="198" y="554"/>
                  </a:lnTo>
                  <a:lnTo>
                    <a:pt x="217" y="554"/>
                  </a:lnTo>
                  <a:lnTo>
                    <a:pt x="198" y="574"/>
                  </a:lnTo>
                  <a:lnTo>
                    <a:pt x="198" y="574"/>
                  </a:lnTo>
                  <a:lnTo>
                    <a:pt x="257" y="534"/>
                  </a:lnTo>
                  <a:lnTo>
                    <a:pt x="257" y="554"/>
                  </a:lnTo>
                  <a:lnTo>
                    <a:pt x="237" y="574"/>
                  </a:lnTo>
                  <a:lnTo>
                    <a:pt x="158" y="613"/>
                  </a:lnTo>
                  <a:lnTo>
                    <a:pt x="138" y="633"/>
                  </a:lnTo>
                  <a:lnTo>
                    <a:pt x="79" y="672"/>
                  </a:lnTo>
                  <a:lnTo>
                    <a:pt x="138" y="653"/>
                  </a:lnTo>
                  <a:lnTo>
                    <a:pt x="158" y="653"/>
                  </a:lnTo>
                  <a:lnTo>
                    <a:pt x="138" y="672"/>
                  </a:lnTo>
                  <a:lnTo>
                    <a:pt x="119" y="672"/>
                  </a:lnTo>
                  <a:lnTo>
                    <a:pt x="59" y="732"/>
                  </a:lnTo>
                  <a:lnTo>
                    <a:pt x="79" y="732"/>
                  </a:lnTo>
                  <a:lnTo>
                    <a:pt x="119" y="712"/>
                  </a:lnTo>
                  <a:lnTo>
                    <a:pt x="138" y="712"/>
                  </a:lnTo>
                  <a:lnTo>
                    <a:pt x="119" y="732"/>
                  </a:lnTo>
                  <a:lnTo>
                    <a:pt x="119" y="751"/>
                  </a:lnTo>
                  <a:lnTo>
                    <a:pt x="79" y="811"/>
                  </a:lnTo>
                  <a:lnTo>
                    <a:pt x="79" y="830"/>
                  </a:lnTo>
                  <a:lnTo>
                    <a:pt x="99" y="830"/>
                  </a:lnTo>
                  <a:lnTo>
                    <a:pt x="138" y="811"/>
                  </a:lnTo>
                  <a:lnTo>
                    <a:pt x="138" y="811"/>
                  </a:lnTo>
                  <a:lnTo>
                    <a:pt x="79" y="850"/>
                  </a:lnTo>
                  <a:lnTo>
                    <a:pt x="178" y="791"/>
                  </a:lnTo>
                  <a:lnTo>
                    <a:pt x="237" y="751"/>
                  </a:lnTo>
                  <a:lnTo>
                    <a:pt x="257" y="751"/>
                  </a:lnTo>
                  <a:lnTo>
                    <a:pt x="217" y="791"/>
                  </a:lnTo>
                  <a:lnTo>
                    <a:pt x="178" y="830"/>
                  </a:lnTo>
                  <a:lnTo>
                    <a:pt x="119" y="870"/>
                  </a:lnTo>
                  <a:lnTo>
                    <a:pt x="79" y="90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20" y="949"/>
                  </a:lnTo>
                  <a:lnTo>
                    <a:pt x="20" y="969"/>
                  </a:lnTo>
                  <a:lnTo>
                    <a:pt x="0" y="1008"/>
                  </a:lnTo>
                  <a:lnTo>
                    <a:pt x="0" y="1028"/>
                  </a:lnTo>
                  <a:lnTo>
                    <a:pt x="59" y="988"/>
                  </a:lnTo>
                  <a:lnTo>
                    <a:pt x="40" y="1008"/>
                  </a:lnTo>
                  <a:lnTo>
                    <a:pt x="20" y="1048"/>
                  </a:lnTo>
                  <a:lnTo>
                    <a:pt x="40" y="1048"/>
                  </a:lnTo>
                  <a:lnTo>
                    <a:pt x="40" y="1067"/>
                  </a:lnTo>
                  <a:lnTo>
                    <a:pt x="20" y="1087"/>
                  </a:lnTo>
                  <a:lnTo>
                    <a:pt x="0" y="1107"/>
                  </a:lnTo>
                  <a:lnTo>
                    <a:pt x="20" y="1107"/>
                  </a:lnTo>
                  <a:lnTo>
                    <a:pt x="59" y="1067"/>
                  </a:lnTo>
                  <a:lnTo>
                    <a:pt x="99" y="1048"/>
                  </a:lnTo>
                  <a:lnTo>
                    <a:pt x="99" y="1048"/>
                  </a:lnTo>
                  <a:lnTo>
                    <a:pt x="79" y="1067"/>
                  </a:lnTo>
                  <a:lnTo>
                    <a:pt x="79" y="1087"/>
                  </a:lnTo>
                  <a:lnTo>
                    <a:pt x="59" y="1107"/>
                  </a:lnTo>
                  <a:lnTo>
                    <a:pt x="40" y="1127"/>
                  </a:lnTo>
                  <a:lnTo>
                    <a:pt x="99" y="1087"/>
                  </a:lnTo>
                  <a:lnTo>
                    <a:pt x="178" y="1028"/>
                  </a:lnTo>
                  <a:lnTo>
                    <a:pt x="158" y="1087"/>
                  </a:lnTo>
                  <a:lnTo>
                    <a:pt x="105" y="1127"/>
                  </a:lnTo>
                  <a:lnTo>
                    <a:pt x="138" y="1127"/>
                  </a:lnTo>
                  <a:lnTo>
                    <a:pt x="178" y="1107"/>
                  </a:lnTo>
                  <a:lnTo>
                    <a:pt x="277" y="1067"/>
                  </a:lnTo>
                  <a:lnTo>
                    <a:pt x="237" y="1107"/>
                  </a:lnTo>
                  <a:lnTo>
                    <a:pt x="138" y="1166"/>
                  </a:lnTo>
                  <a:lnTo>
                    <a:pt x="158" y="1166"/>
                  </a:lnTo>
                  <a:lnTo>
                    <a:pt x="119" y="1225"/>
                  </a:lnTo>
                  <a:lnTo>
                    <a:pt x="119" y="1225"/>
                  </a:lnTo>
                  <a:lnTo>
                    <a:pt x="198" y="1186"/>
                  </a:lnTo>
                  <a:lnTo>
                    <a:pt x="138" y="1245"/>
                  </a:lnTo>
                  <a:lnTo>
                    <a:pt x="138" y="1265"/>
                  </a:lnTo>
                  <a:lnTo>
                    <a:pt x="138" y="1304"/>
                  </a:lnTo>
                  <a:lnTo>
                    <a:pt x="119" y="1324"/>
                  </a:lnTo>
                  <a:lnTo>
                    <a:pt x="158" y="1344"/>
                  </a:lnTo>
                  <a:lnTo>
                    <a:pt x="217" y="1265"/>
                  </a:lnTo>
                  <a:lnTo>
                    <a:pt x="138" y="1324"/>
                  </a:lnTo>
                  <a:lnTo>
                    <a:pt x="138" y="1324"/>
                  </a:lnTo>
                  <a:lnTo>
                    <a:pt x="237" y="1245"/>
                  </a:lnTo>
                  <a:lnTo>
                    <a:pt x="336" y="1186"/>
                  </a:lnTo>
                  <a:lnTo>
                    <a:pt x="336" y="1206"/>
                  </a:lnTo>
                  <a:lnTo>
                    <a:pt x="296" y="1225"/>
                  </a:lnTo>
                  <a:lnTo>
                    <a:pt x="336" y="1225"/>
                  </a:lnTo>
                  <a:lnTo>
                    <a:pt x="356" y="1206"/>
                  </a:lnTo>
                  <a:lnTo>
                    <a:pt x="375" y="1186"/>
                  </a:lnTo>
                  <a:lnTo>
                    <a:pt x="356" y="1225"/>
                  </a:lnTo>
                  <a:lnTo>
                    <a:pt x="316" y="1245"/>
                  </a:lnTo>
                  <a:lnTo>
                    <a:pt x="336" y="1245"/>
                  </a:lnTo>
                  <a:lnTo>
                    <a:pt x="395" y="1225"/>
                  </a:lnTo>
                  <a:lnTo>
                    <a:pt x="336" y="1265"/>
                  </a:lnTo>
                  <a:lnTo>
                    <a:pt x="277" y="1285"/>
                  </a:lnTo>
                  <a:lnTo>
                    <a:pt x="237" y="1324"/>
                  </a:lnTo>
                  <a:lnTo>
                    <a:pt x="198" y="1364"/>
                  </a:lnTo>
                  <a:lnTo>
                    <a:pt x="217" y="1364"/>
                  </a:lnTo>
                  <a:lnTo>
                    <a:pt x="138" y="1403"/>
                  </a:lnTo>
                  <a:lnTo>
                    <a:pt x="178" y="1403"/>
                  </a:lnTo>
                  <a:lnTo>
                    <a:pt x="158" y="1423"/>
                  </a:lnTo>
                  <a:lnTo>
                    <a:pt x="158" y="1423"/>
                  </a:lnTo>
                  <a:lnTo>
                    <a:pt x="217" y="1383"/>
                  </a:lnTo>
                  <a:lnTo>
                    <a:pt x="178" y="1443"/>
                  </a:lnTo>
                  <a:lnTo>
                    <a:pt x="178" y="1482"/>
                  </a:lnTo>
                  <a:lnTo>
                    <a:pt x="217" y="1443"/>
                  </a:lnTo>
                  <a:lnTo>
                    <a:pt x="257" y="1443"/>
                  </a:lnTo>
                  <a:lnTo>
                    <a:pt x="237" y="146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257" y="1502"/>
                  </a:lnTo>
                  <a:lnTo>
                    <a:pt x="336" y="1443"/>
                  </a:lnTo>
                  <a:lnTo>
                    <a:pt x="336" y="1462"/>
                  </a:lnTo>
                  <a:lnTo>
                    <a:pt x="296" y="1482"/>
                  </a:lnTo>
                  <a:lnTo>
                    <a:pt x="375" y="1462"/>
                  </a:lnTo>
                  <a:lnTo>
                    <a:pt x="375" y="1462"/>
                  </a:lnTo>
                  <a:lnTo>
                    <a:pt x="316" y="1482"/>
                  </a:lnTo>
                  <a:lnTo>
                    <a:pt x="296" y="1502"/>
                  </a:lnTo>
                  <a:lnTo>
                    <a:pt x="296" y="1522"/>
                  </a:lnTo>
                  <a:lnTo>
                    <a:pt x="296" y="1541"/>
                  </a:lnTo>
                  <a:lnTo>
                    <a:pt x="494" y="1462"/>
                  </a:lnTo>
                  <a:lnTo>
                    <a:pt x="593" y="1403"/>
                  </a:lnTo>
                  <a:lnTo>
                    <a:pt x="691" y="1344"/>
                  </a:lnTo>
                  <a:lnTo>
                    <a:pt x="652" y="1383"/>
                  </a:lnTo>
                  <a:lnTo>
                    <a:pt x="632" y="1423"/>
                  </a:lnTo>
                  <a:lnTo>
                    <a:pt x="573" y="1462"/>
                  </a:lnTo>
                  <a:lnTo>
                    <a:pt x="553" y="148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454" y="1561"/>
                  </a:lnTo>
                  <a:lnTo>
                    <a:pt x="395" y="1581"/>
                  </a:lnTo>
                  <a:lnTo>
                    <a:pt x="454" y="1541"/>
                  </a:lnTo>
                  <a:lnTo>
                    <a:pt x="454" y="1541"/>
                  </a:lnTo>
                  <a:lnTo>
                    <a:pt x="415" y="1561"/>
                  </a:lnTo>
                  <a:lnTo>
                    <a:pt x="375" y="1581"/>
                  </a:lnTo>
                  <a:lnTo>
                    <a:pt x="296" y="1640"/>
                  </a:lnTo>
                  <a:lnTo>
                    <a:pt x="336" y="1640"/>
                  </a:lnTo>
                  <a:lnTo>
                    <a:pt x="336" y="1660"/>
                  </a:lnTo>
                  <a:lnTo>
                    <a:pt x="375" y="1660"/>
                  </a:lnTo>
                  <a:lnTo>
                    <a:pt x="356" y="1680"/>
                  </a:lnTo>
                  <a:lnTo>
                    <a:pt x="395" y="1660"/>
                  </a:lnTo>
                  <a:lnTo>
                    <a:pt x="435" y="1640"/>
                  </a:lnTo>
                  <a:lnTo>
                    <a:pt x="435" y="1640"/>
                  </a:lnTo>
                  <a:lnTo>
                    <a:pt x="415" y="1660"/>
                  </a:lnTo>
                  <a:lnTo>
                    <a:pt x="375" y="1699"/>
                  </a:lnTo>
                  <a:lnTo>
                    <a:pt x="415" y="1680"/>
                  </a:lnTo>
                  <a:lnTo>
                    <a:pt x="435" y="1680"/>
                  </a:lnTo>
                  <a:lnTo>
                    <a:pt x="494" y="1640"/>
                  </a:lnTo>
                  <a:lnTo>
                    <a:pt x="573" y="1581"/>
                  </a:lnTo>
                  <a:lnTo>
                    <a:pt x="612" y="1581"/>
                  </a:lnTo>
                  <a:lnTo>
                    <a:pt x="612" y="1601"/>
                  </a:lnTo>
                  <a:lnTo>
                    <a:pt x="593" y="1620"/>
                  </a:lnTo>
                  <a:lnTo>
                    <a:pt x="612" y="1620"/>
                  </a:lnTo>
                  <a:lnTo>
                    <a:pt x="553" y="1660"/>
                  </a:lnTo>
                  <a:lnTo>
                    <a:pt x="533" y="1660"/>
                  </a:lnTo>
                  <a:lnTo>
                    <a:pt x="533" y="1680"/>
                  </a:lnTo>
                  <a:lnTo>
                    <a:pt x="612" y="1640"/>
                  </a:lnTo>
                  <a:lnTo>
                    <a:pt x="612" y="1660"/>
                  </a:lnTo>
                  <a:lnTo>
                    <a:pt x="593" y="1680"/>
                  </a:lnTo>
                  <a:lnTo>
                    <a:pt x="514" y="1719"/>
                  </a:lnTo>
                  <a:lnTo>
                    <a:pt x="533" y="1699"/>
                  </a:lnTo>
                  <a:lnTo>
                    <a:pt x="533" y="1699"/>
                  </a:lnTo>
                  <a:lnTo>
                    <a:pt x="474" y="1739"/>
                  </a:lnTo>
                  <a:lnTo>
                    <a:pt x="514" y="1719"/>
                  </a:lnTo>
                  <a:lnTo>
                    <a:pt x="514" y="1719"/>
                  </a:lnTo>
                  <a:lnTo>
                    <a:pt x="454" y="1759"/>
                  </a:lnTo>
                  <a:lnTo>
                    <a:pt x="474" y="1739"/>
                  </a:lnTo>
                  <a:lnTo>
                    <a:pt x="474" y="1719"/>
                  </a:lnTo>
                  <a:lnTo>
                    <a:pt x="474" y="1699"/>
                  </a:lnTo>
                  <a:lnTo>
                    <a:pt x="415" y="1699"/>
                  </a:lnTo>
                  <a:lnTo>
                    <a:pt x="395" y="1739"/>
                  </a:lnTo>
                  <a:lnTo>
                    <a:pt x="415" y="1739"/>
                  </a:lnTo>
                  <a:lnTo>
                    <a:pt x="415" y="1759"/>
                  </a:lnTo>
                  <a:lnTo>
                    <a:pt x="395" y="1798"/>
                  </a:lnTo>
                  <a:lnTo>
                    <a:pt x="494" y="1759"/>
                  </a:lnTo>
                  <a:lnTo>
                    <a:pt x="553" y="1719"/>
                  </a:lnTo>
                  <a:lnTo>
                    <a:pt x="612" y="1680"/>
                  </a:lnTo>
                  <a:lnTo>
                    <a:pt x="533" y="1739"/>
                  </a:lnTo>
                  <a:lnTo>
                    <a:pt x="514" y="1778"/>
                  </a:lnTo>
                  <a:lnTo>
                    <a:pt x="593" y="1739"/>
                  </a:lnTo>
                  <a:lnTo>
                    <a:pt x="652" y="1719"/>
                  </a:lnTo>
                  <a:lnTo>
                    <a:pt x="632" y="1719"/>
                  </a:lnTo>
                  <a:lnTo>
                    <a:pt x="652" y="1699"/>
                  </a:lnTo>
                  <a:lnTo>
                    <a:pt x="672" y="1680"/>
                  </a:lnTo>
                  <a:lnTo>
                    <a:pt x="711" y="1660"/>
                  </a:lnTo>
                  <a:lnTo>
                    <a:pt x="751" y="1640"/>
                  </a:lnTo>
                  <a:lnTo>
                    <a:pt x="751" y="1660"/>
                  </a:lnTo>
                  <a:lnTo>
                    <a:pt x="731" y="1680"/>
                  </a:lnTo>
                  <a:lnTo>
                    <a:pt x="711" y="1680"/>
                  </a:lnTo>
                  <a:lnTo>
                    <a:pt x="691" y="1719"/>
                  </a:lnTo>
                  <a:lnTo>
                    <a:pt x="533" y="1778"/>
                  </a:lnTo>
                  <a:lnTo>
                    <a:pt x="533" y="1798"/>
                  </a:lnTo>
                  <a:lnTo>
                    <a:pt x="514" y="1818"/>
                  </a:lnTo>
                  <a:lnTo>
                    <a:pt x="514" y="1818"/>
                  </a:lnTo>
                  <a:lnTo>
                    <a:pt x="573" y="1778"/>
                  </a:lnTo>
                  <a:lnTo>
                    <a:pt x="612" y="1759"/>
                  </a:lnTo>
                  <a:lnTo>
                    <a:pt x="691" y="1739"/>
                  </a:lnTo>
                  <a:lnTo>
                    <a:pt x="770" y="1719"/>
                  </a:lnTo>
                  <a:lnTo>
                    <a:pt x="770" y="1719"/>
                  </a:lnTo>
                  <a:lnTo>
                    <a:pt x="711" y="1759"/>
                  </a:lnTo>
                  <a:lnTo>
                    <a:pt x="652" y="1778"/>
                  </a:lnTo>
                  <a:lnTo>
                    <a:pt x="612" y="1798"/>
                  </a:lnTo>
                  <a:lnTo>
                    <a:pt x="533" y="1857"/>
                  </a:lnTo>
                  <a:lnTo>
                    <a:pt x="573" y="1838"/>
                  </a:lnTo>
                  <a:lnTo>
                    <a:pt x="612" y="1818"/>
                  </a:lnTo>
                  <a:lnTo>
                    <a:pt x="593" y="1857"/>
                  </a:lnTo>
                  <a:lnTo>
                    <a:pt x="632" y="1857"/>
                  </a:lnTo>
                  <a:lnTo>
                    <a:pt x="652" y="1838"/>
                  </a:lnTo>
                  <a:lnTo>
                    <a:pt x="672" y="1838"/>
                  </a:lnTo>
                  <a:lnTo>
                    <a:pt x="672" y="1857"/>
                  </a:lnTo>
                  <a:lnTo>
                    <a:pt x="652" y="1877"/>
                  </a:lnTo>
                  <a:lnTo>
                    <a:pt x="691" y="1857"/>
                  </a:lnTo>
                  <a:lnTo>
                    <a:pt x="691" y="1877"/>
                  </a:lnTo>
                  <a:lnTo>
                    <a:pt x="711" y="1877"/>
                  </a:lnTo>
                  <a:lnTo>
                    <a:pt x="711" y="1897"/>
                  </a:lnTo>
                  <a:lnTo>
                    <a:pt x="751" y="1877"/>
                  </a:lnTo>
                  <a:lnTo>
                    <a:pt x="731" y="1857"/>
                  </a:lnTo>
                  <a:lnTo>
                    <a:pt x="711" y="1857"/>
                  </a:lnTo>
                  <a:lnTo>
                    <a:pt x="731" y="1838"/>
                  </a:lnTo>
                  <a:lnTo>
                    <a:pt x="790" y="1798"/>
                  </a:lnTo>
                  <a:lnTo>
                    <a:pt x="889" y="1798"/>
                  </a:lnTo>
                  <a:lnTo>
                    <a:pt x="928" y="1778"/>
                  </a:lnTo>
                  <a:lnTo>
                    <a:pt x="928" y="1798"/>
                  </a:lnTo>
                  <a:lnTo>
                    <a:pt x="909" y="1818"/>
                  </a:lnTo>
                  <a:lnTo>
                    <a:pt x="869" y="1838"/>
                  </a:lnTo>
                  <a:lnTo>
                    <a:pt x="889" y="1857"/>
                  </a:lnTo>
                  <a:lnTo>
                    <a:pt x="869" y="1857"/>
                  </a:lnTo>
                  <a:lnTo>
                    <a:pt x="849" y="1877"/>
                  </a:lnTo>
                  <a:lnTo>
                    <a:pt x="889" y="1877"/>
                  </a:lnTo>
                  <a:lnTo>
                    <a:pt x="849" y="1897"/>
                  </a:lnTo>
                  <a:lnTo>
                    <a:pt x="830" y="1936"/>
                  </a:lnTo>
                  <a:lnTo>
                    <a:pt x="849" y="1917"/>
                  </a:lnTo>
                  <a:lnTo>
                    <a:pt x="869" y="1897"/>
                  </a:lnTo>
                  <a:lnTo>
                    <a:pt x="869" y="1917"/>
                  </a:lnTo>
                  <a:lnTo>
                    <a:pt x="830" y="1936"/>
                  </a:lnTo>
                  <a:lnTo>
                    <a:pt x="849" y="1936"/>
                  </a:lnTo>
                  <a:lnTo>
                    <a:pt x="909" y="1917"/>
                  </a:lnTo>
                  <a:lnTo>
                    <a:pt x="948" y="1877"/>
                  </a:lnTo>
                  <a:lnTo>
                    <a:pt x="1007" y="1838"/>
                  </a:lnTo>
                  <a:lnTo>
                    <a:pt x="1027" y="1857"/>
                  </a:lnTo>
                  <a:lnTo>
                    <a:pt x="1027" y="1877"/>
                  </a:lnTo>
                  <a:lnTo>
                    <a:pt x="1007" y="1917"/>
                  </a:lnTo>
                  <a:lnTo>
                    <a:pt x="1027" y="1917"/>
                  </a:lnTo>
                  <a:lnTo>
                    <a:pt x="988" y="1936"/>
                  </a:lnTo>
                  <a:lnTo>
                    <a:pt x="968" y="1936"/>
                  </a:lnTo>
                  <a:lnTo>
                    <a:pt x="909" y="1976"/>
                  </a:lnTo>
                  <a:lnTo>
                    <a:pt x="869" y="1996"/>
                  </a:lnTo>
                  <a:lnTo>
                    <a:pt x="830" y="2035"/>
                  </a:lnTo>
                  <a:lnTo>
                    <a:pt x="830" y="2035"/>
                  </a:lnTo>
                  <a:lnTo>
                    <a:pt x="889" y="1996"/>
                  </a:lnTo>
                  <a:lnTo>
                    <a:pt x="968" y="1956"/>
                  </a:lnTo>
                  <a:lnTo>
                    <a:pt x="948" y="1976"/>
                  </a:lnTo>
                  <a:lnTo>
                    <a:pt x="928" y="1996"/>
                  </a:lnTo>
                  <a:lnTo>
                    <a:pt x="968" y="1996"/>
                  </a:lnTo>
                  <a:lnTo>
                    <a:pt x="869" y="2055"/>
                  </a:lnTo>
                  <a:lnTo>
                    <a:pt x="869" y="2075"/>
                  </a:lnTo>
                  <a:lnTo>
                    <a:pt x="909" y="2055"/>
                  </a:lnTo>
                  <a:lnTo>
                    <a:pt x="909" y="2035"/>
                  </a:lnTo>
                  <a:lnTo>
                    <a:pt x="948" y="2035"/>
                  </a:lnTo>
                  <a:lnTo>
                    <a:pt x="928" y="2055"/>
                  </a:lnTo>
                  <a:lnTo>
                    <a:pt x="948" y="2055"/>
                  </a:lnTo>
                  <a:lnTo>
                    <a:pt x="948" y="2075"/>
                  </a:lnTo>
                  <a:lnTo>
                    <a:pt x="968" y="2055"/>
                  </a:lnTo>
                  <a:lnTo>
                    <a:pt x="988" y="2015"/>
                  </a:lnTo>
                  <a:lnTo>
                    <a:pt x="1047" y="2015"/>
                  </a:lnTo>
                  <a:lnTo>
                    <a:pt x="1067" y="2035"/>
                  </a:lnTo>
                  <a:lnTo>
                    <a:pt x="1106" y="2035"/>
                  </a:lnTo>
                  <a:lnTo>
                    <a:pt x="1067" y="2075"/>
                  </a:lnTo>
                  <a:lnTo>
                    <a:pt x="1027" y="2094"/>
                  </a:lnTo>
                  <a:lnTo>
                    <a:pt x="1027" y="2094"/>
                  </a:lnTo>
                  <a:lnTo>
                    <a:pt x="1027" y="2134"/>
                  </a:lnTo>
                  <a:lnTo>
                    <a:pt x="988" y="2173"/>
                  </a:lnTo>
                  <a:lnTo>
                    <a:pt x="948" y="2193"/>
                  </a:lnTo>
                  <a:lnTo>
                    <a:pt x="948" y="2213"/>
                  </a:lnTo>
                  <a:lnTo>
                    <a:pt x="1027" y="2154"/>
                  </a:lnTo>
                  <a:lnTo>
                    <a:pt x="1027" y="2173"/>
                  </a:lnTo>
                  <a:lnTo>
                    <a:pt x="1067" y="2154"/>
                  </a:lnTo>
                  <a:lnTo>
                    <a:pt x="1047" y="2173"/>
                  </a:lnTo>
                  <a:lnTo>
                    <a:pt x="1027" y="2193"/>
                  </a:lnTo>
                  <a:lnTo>
                    <a:pt x="1007" y="2213"/>
                  </a:lnTo>
                  <a:lnTo>
                    <a:pt x="1047" y="2213"/>
                  </a:lnTo>
                  <a:lnTo>
                    <a:pt x="1047" y="2193"/>
                  </a:lnTo>
                  <a:lnTo>
                    <a:pt x="1106" y="2154"/>
                  </a:lnTo>
                  <a:lnTo>
                    <a:pt x="1165" y="2134"/>
                  </a:lnTo>
                  <a:lnTo>
                    <a:pt x="1146" y="2154"/>
                  </a:lnTo>
                  <a:lnTo>
                    <a:pt x="1106" y="2173"/>
                  </a:lnTo>
                  <a:lnTo>
                    <a:pt x="1086" y="2193"/>
                  </a:lnTo>
                  <a:lnTo>
                    <a:pt x="1165" y="2173"/>
                  </a:lnTo>
                  <a:lnTo>
                    <a:pt x="1146" y="2173"/>
                  </a:lnTo>
                  <a:lnTo>
                    <a:pt x="1185" y="2154"/>
                  </a:lnTo>
                  <a:lnTo>
                    <a:pt x="1225" y="2114"/>
                  </a:lnTo>
                  <a:lnTo>
                    <a:pt x="1225" y="2154"/>
                  </a:lnTo>
                  <a:lnTo>
                    <a:pt x="2074" y="1462"/>
                  </a:lnTo>
                  <a:lnTo>
                    <a:pt x="2114" y="1443"/>
                  </a:lnTo>
                  <a:lnTo>
                    <a:pt x="2094" y="1423"/>
                  </a:lnTo>
                  <a:lnTo>
                    <a:pt x="2054" y="1423"/>
                  </a:lnTo>
                  <a:lnTo>
                    <a:pt x="2074" y="1403"/>
                  </a:lnTo>
                  <a:lnTo>
                    <a:pt x="2114" y="1383"/>
                  </a:lnTo>
                  <a:lnTo>
                    <a:pt x="2094" y="1364"/>
                  </a:lnTo>
                  <a:lnTo>
                    <a:pt x="2094" y="1344"/>
                  </a:lnTo>
                  <a:lnTo>
                    <a:pt x="2035" y="1364"/>
                  </a:lnTo>
                  <a:lnTo>
                    <a:pt x="1955" y="1364"/>
                  </a:lnTo>
                  <a:lnTo>
                    <a:pt x="1955" y="1344"/>
                  </a:lnTo>
                  <a:lnTo>
                    <a:pt x="1995" y="1324"/>
                  </a:lnTo>
                  <a:lnTo>
                    <a:pt x="1995" y="1304"/>
                  </a:lnTo>
                  <a:lnTo>
                    <a:pt x="1955" y="1324"/>
                  </a:lnTo>
                  <a:lnTo>
                    <a:pt x="1995" y="1285"/>
                  </a:lnTo>
                  <a:lnTo>
                    <a:pt x="1936" y="1285"/>
                  </a:lnTo>
                  <a:lnTo>
                    <a:pt x="1975" y="1245"/>
                  </a:lnTo>
                  <a:lnTo>
                    <a:pt x="1975" y="1225"/>
                  </a:lnTo>
                  <a:lnTo>
                    <a:pt x="1936" y="1245"/>
                  </a:lnTo>
                  <a:lnTo>
                    <a:pt x="1857" y="1285"/>
                  </a:lnTo>
                  <a:lnTo>
                    <a:pt x="1916" y="1245"/>
                  </a:lnTo>
                  <a:lnTo>
                    <a:pt x="1936" y="1206"/>
                  </a:lnTo>
                  <a:lnTo>
                    <a:pt x="1857" y="1186"/>
                  </a:lnTo>
                  <a:lnTo>
                    <a:pt x="1778" y="1127"/>
                  </a:lnTo>
                  <a:lnTo>
                    <a:pt x="1797" y="1127"/>
                  </a:lnTo>
                  <a:lnTo>
                    <a:pt x="1778" y="1107"/>
                  </a:lnTo>
                  <a:lnTo>
                    <a:pt x="1679" y="1107"/>
                  </a:lnTo>
                  <a:lnTo>
                    <a:pt x="1679" y="1087"/>
                  </a:lnTo>
                  <a:lnTo>
                    <a:pt x="1639" y="1087"/>
                  </a:lnTo>
                  <a:lnTo>
                    <a:pt x="1580" y="1127"/>
                  </a:lnTo>
                  <a:lnTo>
                    <a:pt x="1481" y="1206"/>
                  </a:lnTo>
                  <a:lnTo>
                    <a:pt x="1462" y="1206"/>
                  </a:lnTo>
                  <a:lnTo>
                    <a:pt x="1481" y="1166"/>
                  </a:lnTo>
                  <a:lnTo>
                    <a:pt x="1521" y="1146"/>
                  </a:lnTo>
                  <a:lnTo>
                    <a:pt x="1521" y="1127"/>
                  </a:lnTo>
                  <a:lnTo>
                    <a:pt x="1600" y="1087"/>
                  </a:lnTo>
                  <a:lnTo>
                    <a:pt x="1679" y="1028"/>
                  </a:lnTo>
                  <a:lnTo>
                    <a:pt x="1679" y="1028"/>
                  </a:lnTo>
                  <a:lnTo>
                    <a:pt x="1600" y="1048"/>
                  </a:lnTo>
                  <a:lnTo>
                    <a:pt x="1600" y="1028"/>
                  </a:lnTo>
                  <a:lnTo>
                    <a:pt x="1580" y="1028"/>
                  </a:lnTo>
                  <a:lnTo>
                    <a:pt x="1600" y="1008"/>
                  </a:lnTo>
                  <a:lnTo>
                    <a:pt x="1620" y="988"/>
                  </a:lnTo>
                  <a:lnTo>
                    <a:pt x="1639" y="988"/>
                  </a:lnTo>
                  <a:lnTo>
                    <a:pt x="1620" y="1008"/>
                  </a:lnTo>
                  <a:lnTo>
                    <a:pt x="1659" y="1008"/>
                  </a:lnTo>
                  <a:lnTo>
                    <a:pt x="1699" y="988"/>
                  </a:lnTo>
                  <a:lnTo>
                    <a:pt x="1659" y="969"/>
                  </a:lnTo>
                  <a:lnTo>
                    <a:pt x="1639" y="969"/>
                  </a:lnTo>
                  <a:lnTo>
                    <a:pt x="1639" y="949"/>
                  </a:lnTo>
                  <a:lnTo>
                    <a:pt x="1600" y="969"/>
                  </a:lnTo>
                  <a:lnTo>
                    <a:pt x="1580" y="988"/>
                  </a:lnTo>
                  <a:lnTo>
                    <a:pt x="1521" y="1008"/>
                  </a:lnTo>
                  <a:lnTo>
                    <a:pt x="1521" y="1008"/>
                  </a:lnTo>
                  <a:lnTo>
                    <a:pt x="1600" y="949"/>
                  </a:lnTo>
                  <a:lnTo>
                    <a:pt x="1541" y="988"/>
                  </a:lnTo>
                  <a:lnTo>
                    <a:pt x="1521" y="988"/>
                  </a:lnTo>
                  <a:lnTo>
                    <a:pt x="1521" y="969"/>
                  </a:lnTo>
                  <a:lnTo>
                    <a:pt x="1521" y="949"/>
                  </a:lnTo>
                  <a:lnTo>
                    <a:pt x="1560" y="909"/>
                  </a:lnTo>
                  <a:lnTo>
                    <a:pt x="1501" y="909"/>
                  </a:lnTo>
                  <a:lnTo>
                    <a:pt x="1541" y="890"/>
                  </a:lnTo>
                  <a:lnTo>
                    <a:pt x="1541" y="850"/>
                  </a:lnTo>
                  <a:lnTo>
                    <a:pt x="1521" y="830"/>
                  </a:lnTo>
                  <a:lnTo>
                    <a:pt x="1541" y="791"/>
                  </a:lnTo>
                  <a:lnTo>
                    <a:pt x="1481" y="791"/>
                  </a:lnTo>
                  <a:lnTo>
                    <a:pt x="1422" y="811"/>
                  </a:lnTo>
                  <a:lnTo>
                    <a:pt x="1422" y="830"/>
                  </a:lnTo>
                  <a:lnTo>
                    <a:pt x="1363" y="850"/>
                  </a:lnTo>
                  <a:lnTo>
                    <a:pt x="1343" y="870"/>
                  </a:lnTo>
                  <a:lnTo>
                    <a:pt x="1323" y="870"/>
                  </a:lnTo>
                  <a:lnTo>
                    <a:pt x="1363" y="830"/>
                  </a:lnTo>
                  <a:lnTo>
                    <a:pt x="1383" y="811"/>
                  </a:lnTo>
                  <a:lnTo>
                    <a:pt x="1422" y="791"/>
                  </a:lnTo>
                  <a:lnTo>
                    <a:pt x="1402" y="771"/>
                  </a:lnTo>
                  <a:lnTo>
                    <a:pt x="1442" y="732"/>
                  </a:lnTo>
                  <a:lnTo>
                    <a:pt x="1402" y="732"/>
                  </a:lnTo>
                  <a:lnTo>
                    <a:pt x="1363" y="751"/>
                  </a:lnTo>
                  <a:lnTo>
                    <a:pt x="1383" y="732"/>
                  </a:lnTo>
                  <a:lnTo>
                    <a:pt x="1422" y="712"/>
                  </a:lnTo>
                  <a:lnTo>
                    <a:pt x="1402" y="712"/>
                  </a:lnTo>
                  <a:lnTo>
                    <a:pt x="1422" y="692"/>
                  </a:lnTo>
                  <a:lnTo>
                    <a:pt x="1383" y="712"/>
                  </a:lnTo>
                  <a:lnTo>
                    <a:pt x="1304" y="751"/>
                  </a:lnTo>
                  <a:lnTo>
                    <a:pt x="1304" y="732"/>
                  </a:lnTo>
                  <a:lnTo>
                    <a:pt x="1284" y="73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264" y="732"/>
                  </a:lnTo>
                  <a:lnTo>
                    <a:pt x="1284" y="712"/>
                  </a:lnTo>
                  <a:lnTo>
                    <a:pt x="1205" y="732"/>
                  </a:lnTo>
                  <a:lnTo>
                    <a:pt x="1146" y="751"/>
                  </a:lnTo>
                  <a:lnTo>
                    <a:pt x="1146" y="751"/>
                  </a:lnTo>
                  <a:lnTo>
                    <a:pt x="1185" y="712"/>
                  </a:lnTo>
                  <a:lnTo>
                    <a:pt x="1264" y="653"/>
                  </a:lnTo>
                  <a:lnTo>
                    <a:pt x="1244" y="672"/>
                  </a:lnTo>
                  <a:lnTo>
                    <a:pt x="1244" y="692"/>
                  </a:lnTo>
                  <a:lnTo>
                    <a:pt x="1304" y="633"/>
                  </a:lnTo>
                  <a:lnTo>
                    <a:pt x="1323" y="593"/>
                  </a:lnTo>
                  <a:lnTo>
                    <a:pt x="1304" y="574"/>
                  </a:lnTo>
                  <a:lnTo>
                    <a:pt x="1284" y="554"/>
                  </a:lnTo>
                  <a:lnTo>
                    <a:pt x="1264" y="554"/>
                  </a:lnTo>
                  <a:lnTo>
                    <a:pt x="1244" y="534"/>
                  </a:lnTo>
                  <a:lnTo>
                    <a:pt x="1225" y="534"/>
                  </a:lnTo>
                  <a:lnTo>
                    <a:pt x="1165" y="574"/>
                  </a:lnTo>
                  <a:lnTo>
                    <a:pt x="1165" y="574"/>
                  </a:lnTo>
                  <a:lnTo>
                    <a:pt x="1205" y="534"/>
                  </a:lnTo>
                  <a:lnTo>
                    <a:pt x="1225" y="475"/>
                  </a:lnTo>
                  <a:lnTo>
                    <a:pt x="1205" y="455"/>
                  </a:lnTo>
                  <a:lnTo>
                    <a:pt x="1205" y="435"/>
                  </a:lnTo>
                  <a:lnTo>
                    <a:pt x="1165" y="416"/>
                  </a:lnTo>
                  <a:lnTo>
                    <a:pt x="1126" y="435"/>
                  </a:lnTo>
                  <a:lnTo>
                    <a:pt x="1165" y="396"/>
                  </a:lnTo>
                  <a:lnTo>
                    <a:pt x="1086" y="416"/>
                  </a:lnTo>
                  <a:lnTo>
                    <a:pt x="968" y="416"/>
                  </a:lnTo>
                  <a:lnTo>
                    <a:pt x="869" y="475"/>
                  </a:lnTo>
                  <a:lnTo>
                    <a:pt x="928" y="435"/>
                  </a:lnTo>
                  <a:lnTo>
                    <a:pt x="968" y="396"/>
                  </a:lnTo>
                  <a:lnTo>
                    <a:pt x="948" y="396"/>
                  </a:lnTo>
                  <a:lnTo>
                    <a:pt x="928" y="416"/>
                  </a:lnTo>
                  <a:lnTo>
                    <a:pt x="909" y="416"/>
                  </a:lnTo>
                  <a:lnTo>
                    <a:pt x="928" y="396"/>
                  </a:lnTo>
                  <a:lnTo>
                    <a:pt x="948" y="376"/>
                  </a:lnTo>
                  <a:lnTo>
                    <a:pt x="968" y="356"/>
                  </a:lnTo>
                  <a:lnTo>
                    <a:pt x="948" y="356"/>
                  </a:lnTo>
                  <a:lnTo>
                    <a:pt x="968" y="337"/>
                  </a:lnTo>
                  <a:lnTo>
                    <a:pt x="889" y="396"/>
                  </a:lnTo>
                  <a:lnTo>
                    <a:pt x="830" y="416"/>
                  </a:lnTo>
                  <a:lnTo>
                    <a:pt x="790" y="435"/>
                  </a:lnTo>
                  <a:lnTo>
                    <a:pt x="770" y="435"/>
                  </a:lnTo>
                  <a:lnTo>
                    <a:pt x="790" y="416"/>
                  </a:lnTo>
                  <a:lnTo>
                    <a:pt x="711" y="416"/>
                  </a:lnTo>
                  <a:lnTo>
                    <a:pt x="652" y="376"/>
                  </a:lnTo>
                  <a:lnTo>
                    <a:pt x="632" y="337"/>
                  </a:lnTo>
                  <a:lnTo>
                    <a:pt x="612" y="277"/>
                  </a:lnTo>
                  <a:lnTo>
                    <a:pt x="652" y="258"/>
                  </a:lnTo>
                  <a:lnTo>
                    <a:pt x="632" y="258"/>
                  </a:lnTo>
                  <a:lnTo>
                    <a:pt x="652" y="238"/>
                  </a:lnTo>
                  <a:lnTo>
                    <a:pt x="672" y="198"/>
                  </a:lnTo>
                  <a:lnTo>
                    <a:pt x="632" y="218"/>
                  </a:lnTo>
                  <a:lnTo>
                    <a:pt x="612" y="218"/>
                  </a:lnTo>
                  <a:lnTo>
                    <a:pt x="632" y="198"/>
                  </a:lnTo>
                  <a:lnTo>
                    <a:pt x="652" y="178"/>
                  </a:lnTo>
                  <a:lnTo>
                    <a:pt x="652" y="159"/>
                  </a:lnTo>
                  <a:lnTo>
                    <a:pt x="672" y="139"/>
                  </a:lnTo>
                  <a:lnTo>
                    <a:pt x="672" y="119"/>
                  </a:lnTo>
                  <a:lnTo>
                    <a:pt x="652" y="119"/>
                  </a:lnTo>
                  <a:lnTo>
                    <a:pt x="691" y="60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11"/>
            <p:cNvSpPr/>
            <p:nvPr/>
          </p:nvSpPr>
          <p:spPr>
            <a:xfrm>
              <a:off x="-1692875" y="36413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11"/>
            <p:cNvSpPr/>
            <p:nvPr/>
          </p:nvSpPr>
          <p:spPr>
            <a:xfrm>
              <a:off x="-1600025" y="3561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11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11"/>
            <p:cNvSpPr/>
            <p:nvPr/>
          </p:nvSpPr>
          <p:spPr>
            <a:xfrm>
              <a:off x="-1619775" y="3485250"/>
              <a:ext cx="41500" cy="78050"/>
            </a:xfrm>
            <a:custGeom>
              <a:rect b="b" l="l" r="r" t="t"/>
              <a:pathLst>
                <a:path extrusionOk="0" h="3122" w="1660">
                  <a:moveTo>
                    <a:pt x="454" y="159"/>
                  </a:moveTo>
                  <a:lnTo>
                    <a:pt x="469" y="163"/>
                  </a:lnTo>
                  <a:lnTo>
                    <a:pt x="469" y="163"/>
                  </a:lnTo>
                  <a:lnTo>
                    <a:pt x="474" y="159"/>
                  </a:lnTo>
                  <a:close/>
                  <a:moveTo>
                    <a:pt x="1422" y="238"/>
                  </a:moveTo>
                  <a:lnTo>
                    <a:pt x="1422" y="257"/>
                  </a:lnTo>
                  <a:lnTo>
                    <a:pt x="1462" y="257"/>
                  </a:lnTo>
                  <a:lnTo>
                    <a:pt x="1422" y="238"/>
                  </a:lnTo>
                  <a:close/>
                  <a:moveTo>
                    <a:pt x="119" y="1057"/>
                  </a:moveTo>
                  <a:lnTo>
                    <a:pt x="138" y="1067"/>
                  </a:lnTo>
                  <a:lnTo>
                    <a:pt x="158" y="1067"/>
                  </a:lnTo>
                  <a:lnTo>
                    <a:pt x="119" y="1057"/>
                  </a:lnTo>
                  <a:close/>
                  <a:moveTo>
                    <a:pt x="40" y="988"/>
                  </a:moveTo>
                  <a:lnTo>
                    <a:pt x="40" y="1008"/>
                  </a:lnTo>
                  <a:lnTo>
                    <a:pt x="40" y="1028"/>
                  </a:lnTo>
                  <a:lnTo>
                    <a:pt x="0" y="1028"/>
                  </a:lnTo>
                  <a:lnTo>
                    <a:pt x="79" y="1087"/>
                  </a:lnTo>
                  <a:lnTo>
                    <a:pt x="138" y="1107"/>
                  </a:lnTo>
                  <a:lnTo>
                    <a:pt x="217" y="1126"/>
                  </a:lnTo>
                  <a:lnTo>
                    <a:pt x="217" y="1126"/>
                  </a:lnTo>
                  <a:lnTo>
                    <a:pt x="119" y="1087"/>
                  </a:lnTo>
                  <a:lnTo>
                    <a:pt x="40" y="1047"/>
                  </a:lnTo>
                  <a:lnTo>
                    <a:pt x="79" y="1047"/>
                  </a:lnTo>
                  <a:lnTo>
                    <a:pt x="119" y="1057"/>
                  </a:lnTo>
                  <a:lnTo>
                    <a:pt x="119" y="1057"/>
                  </a:lnTo>
                  <a:lnTo>
                    <a:pt x="99" y="1047"/>
                  </a:lnTo>
                  <a:lnTo>
                    <a:pt x="99" y="1028"/>
                  </a:lnTo>
                  <a:lnTo>
                    <a:pt x="119" y="1028"/>
                  </a:lnTo>
                  <a:lnTo>
                    <a:pt x="119" y="1008"/>
                  </a:lnTo>
                  <a:lnTo>
                    <a:pt x="79" y="988"/>
                  </a:lnTo>
                  <a:close/>
                  <a:moveTo>
                    <a:pt x="158" y="1146"/>
                  </a:moveTo>
                  <a:lnTo>
                    <a:pt x="178" y="1166"/>
                  </a:lnTo>
                  <a:lnTo>
                    <a:pt x="217" y="1185"/>
                  </a:lnTo>
                  <a:lnTo>
                    <a:pt x="138" y="1146"/>
                  </a:lnTo>
                  <a:close/>
                  <a:moveTo>
                    <a:pt x="217" y="1166"/>
                  </a:moveTo>
                  <a:lnTo>
                    <a:pt x="257" y="1186"/>
                  </a:lnTo>
                  <a:lnTo>
                    <a:pt x="296" y="1205"/>
                  </a:lnTo>
                  <a:lnTo>
                    <a:pt x="336" y="1205"/>
                  </a:lnTo>
                  <a:lnTo>
                    <a:pt x="316" y="1225"/>
                  </a:lnTo>
                  <a:lnTo>
                    <a:pt x="296" y="1225"/>
                  </a:lnTo>
                  <a:lnTo>
                    <a:pt x="277" y="1205"/>
                  </a:lnTo>
                  <a:lnTo>
                    <a:pt x="257" y="1205"/>
                  </a:lnTo>
                  <a:lnTo>
                    <a:pt x="217" y="1186"/>
                  </a:lnTo>
                  <a:lnTo>
                    <a:pt x="198" y="1166"/>
                  </a:lnTo>
                  <a:close/>
                  <a:moveTo>
                    <a:pt x="119" y="1699"/>
                  </a:moveTo>
                  <a:lnTo>
                    <a:pt x="119" y="1719"/>
                  </a:lnTo>
                  <a:lnTo>
                    <a:pt x="138" y="1719"/>
                  </a:lnTo>
                  <a:lnTo>
                    <a:pt x="138" y="1699"/>
                  </a:lnTo>
                  <a:close/>
                  <a:moveTo>
                    <a:pt x="119" y="1857"/>
                  </a:moveTo>
                  <a:lnTo>
                    <a:pt x="119" y="1877"/>
                  </a:lnTo>
                  <a:lnTo>
                    <a:pt x="178" y="1897"/>
                  </a:lnTo>
                  <a:lnTo>
                    <a:pt x="138" y="1877"/>
                  </a:lnTo>
                  <a:lnTo>
                    <a:pt x="138" y="1857"/>
                  </a:lnTo>
                  <a:close/>
                  <a:moveTo>
                    <a:pt x="79" y="1936"/>
                  </a:moveTo>
                  <a:lnTo>
                    <a:pt x="99" y="1956"/>
                  </a:lnTo>
                  <a:lnTo>
                    <a:pt x="119" y="1936"/>
                  </a:lnTo>
                  <a:close/>
                  <a:moveTo>
                    <a:pt x="277" y="2272"/>
                  </a:moveTo>
                  <a:lnTo>
                    <a:pt x="277" y="2292"/>
                  </a:lnTo>
                  <a:lnTo>
                    <a:pt x="316" y="2292"/>
                  </a:lnTo>
                  <a:lnTo>
                    <a:pt x="277" y="2272"/>
                  </a:lnTo>
                  <a:close/>
                  <a:moveTo>
                    <a:pt x="1245" y="2529"/>
                  </a:moveTo>
                  <a:lnTo>
                    <a:pt x="1264" y="2549"/>
                  </a:lnTo>
                  <a:lnTo>
                    <a:pt x="1284" y="2549"/>
                  </a:lnTo>
                  <a:lnTo>
                    <a:pt x="1245" y="2529"/>
                  </a:lnTo>
                  <a:close/>
                  <a:moveTo>
                    <a:pt x="40" y="2647"/>
                  </a:moveTo>
                  <a:lnTo>
                    <a:pt x="99" y="266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40" y="2647"/>
                  </a:lnTo>
                  <a:close/>
                  <a:moveTo>
                    <a:pt x="119" y="2726"/>
                  </a:moveTo>
                  <a:lnTo>
                    <a:pt x="137" y="2728"/>
                  </a:lnTo>
                  <a:lnTo>
                    <a:pt x="137" y="2728"/>
                  </a:lnTo>
                  <a:lnTo>
                    <a:pt x="138" y="2726"/>
                  </a:lnTo>
                  <a:close/>
                  <a:moveTo>
                    <a:pt x="810" y="2786"/>
                  </a:moveTo>
                  <a:lnTo>
                    <a:pt x="830" y="2805"/>
                  </a:lnTo>
                  <a:lnTo>
                    <a:pt x="830" y="2786"/>
                  </a:lnTo>
                  <a:close/>
                  <a:moveTo>
                    <a:pt x="1136" y="2805"/>
                  </a:moveTo>
                  <a:lnTo>
                    <a:pt x="1146" y="2809"/>
                  </a:lnTo>
                  <a:lnTo>
                    <a:pt x="1146" y="2809"/>
                  </a:lnTo>
                  <a:lnTo>
                    <a:pt x="1146" y="2805"/>
                  </a:lnTo>
                  <a:close/>
                  <a:moveTo>
                    <a:pt x="237" y="2805"/>
                  </a:moveTo>
                  <a:lnTo>
                    <a:pt x="237" y="2825"/>
                  </a:lnTo>
                  <a:lnTo>
                    <a:pt x="257" y="2825"/>
                  </a:lnTo>
                  <a:lnTo>
                    <a:pt x="237" y="2805"/>
                  </a:lnTo>
                  <a:close/>
                  <a:moveTo>
                    <a:pt x="1146" y="2809"/>
                  </a:moveTo>
                  <a:lnTo>
                    <a:pt x="1146" y="2825"/>
                  </a:lnTo>
                  <a:lnTo>
                    <a:pt x="1126" y="2825"/>
                  </a:lnTo>
                  <a:lnTo>
                    <a:pt x="1166" y="2845"/>
                  </a:lnTo>
                  <a:lnTo>
                    <a:pt x="1185" y="2825"/>
                  </a:lnTo>
                  <a:lnTo>
                    <a:pt x="1146" y="2809"/>
                  </a:lnTo>
                  <a:close/>
                  <a:moveTo>
                    <a:pt x="929" y="2805"/>
                  </a:moveTo>
                  <a:lnTo>
                    <a:pt x="948" y="2825"/>
                  </a:lnTo>
                  <a:lnTo>
                    <a:pt x="929" y="2825"/>
                  </a:lnTo>
                  <a:lnTo>
                    <a:pt x="1027" y="2845"/>
                  </a:lnTo>
                  <a:lnTo>
                    <a:pt x="1146" y="2884"/>
                  </a:lnTo>
                  <a:lnTo>
                    <a:pt x="1126" y="2865"/>
                  </a:lnTo>
                  <a:lnTo>
                    <a:pt x="1067" y="2845"/>
                  </a:lnTo>
                  <a:lnTo>
                    <a:pt x="929" y="2805"/>
                  </a:lnTo>
                  <a:close/>
                  <a:moveTo>
                    <a:pt x="257" y="2884"/>
                  </a:moveTo>
                  <a:lnTo>
                    <a:pt x="316" y="2904"/>
                  </a:lnTo>
                  <a:lnTo>
                    <a:pt x="336" y="2904"/>
                  </a:lnTo>
                  <a:lnTo>
                    <a:pt x="296" y="2884"/>
                  </a:lnTo>
                  <a:close/>
                  <a:moveTo>
                    <a:pt x="1077" y="3062"/>
                  </a:moveTo>
                  <a:lnTo>
                    <a:pt x="1087" y="3082"/>
                  </a:lnTo>
                  <a:lnTo>
                    <a:pt x="1087" y="3062"/>
                  </a:lnTo>
                  <a:close/>
                  <a:moveTo>
                    <a:pt x="948" y="3082"/>
                  </a:moveTo>
                  <a:lnTo>
                    <a:pt x="929" y="3102"/>
                  </a:lnTo>
                  <a:lnTo>
                    <a:pt x="948" y="3102"/>
                  </a:lnTo>
                  <a:lnTo>
                    <a:pt x="948" y="3082"/>
                  </a:lnTo>
                  <a:close/>
                  <a:moveTo>
                    <a:pt x="1106" y="1"/>
                  </a:moveTo>
                  <a:lnTo>
                    <a:pt x="1087" y="20"/>
                  </a:lnTo>
                  <a:lnTo>
                    <a:pt x="1106" y="40"/>
                  </a:lnTo>
                  <a:lnTo>
                    <a:pt x="1047" y="40"/>
                  </a:lnTo>
                  <a:lnTo>
                    <a:pt x="1087" y="60"/>
                  </a:lnTo>
                  <a:lnTo>
                    <a:pt x="1027" y="40"/>
                  </a:lnTo>
                  <a:lnTo>
                    <a:pt x="948" y="20"/>
                  </a:lnTo>
                  <a:lnTo>
                    <a:pt x="929" y="20"/>
                  </a:lnTo>
                  <a:lnTo>
                    <a:pt x="948" y="40"/>
                  </a:lnTo>
                  <a:lnTo>
                    <a:pt x="948" y="60"/>
                  </a:lnTo>
                  <a:lnTo>
                    <a:pt x="929" y="60"/>
                  </a:lnTo>
                  <a:lnTo>
                    <a:pt x="889" y="40"/>
                  </a:lnTo>
                  <a:lnTo>
                    <a:pt x="889" y="60"/>
                  </a:lnTo>
                  <a:lnTo>
                    <a:pt x="869" y="40"/>
                  </a:lnTo>
                  <a:lnTo>
                    <a:pt x="810" y="40"/>
                  </a:lnTo>
                  <a:lnTo>
                    <a:pt x="909" y="80"/>
                  </a:lnTo>
                  <a:lnTo>
                    <a:pt x="889" y="80"/>
                  </a:lnTo>
                  <a:lnTo>
                    <a:pt x="968" y="9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48" y="99"/>
                  </a:lnTo>
                  <a:lnTo>
                    <a:pt x="909" y="99"/>
                  </a:lnTo>
                  <a:lnTo>
                    <a:pt x="830" y="60"/>
                  </a:lnTo>
                  <a:lnTo>
                    <a:pt x="810" y="60"/>
                  </a:lnTo>
                  <a:lnTo>
                    <a:pt x="731" y="40"/>
                  </a:lnTo>
                  <a:lnTo>
                    <a:pt x="790" y="60"/>
                  </a:lnTo>
                  <a:lnTo>
                    <a:pt x="790" y="80"/>
                  </a:lnTo>
                  <a:lnTo>
                    <a:pt x="770" y="80"/>
                  </a:lnTo>
                  <a:lnTo>
                    <a:pt x="751" y="60"/>
                  </a:lnTo>
                  <a:lnTo>
                    <a:pt x="691" y="40"/>
                  </a:lnTo>
                  <a:lnTo>
                    <a:pt x="691" y="60"/>
                  </a:lnTo>
                  <a:lnTo>
                    <a:pt x="731" y="99"/>
                  </a:lnTo>
                  <a:lnTo>
                    <a:pt x="731" y="119"/>
                  </a:lnTo>
                  <a:lnTo>
                    <a:pt x="711" y="99"/>
                  </a:lnTo>
                  <a:lnTo>
                    <a:pt x="672" y="99"/>
                  </a:lnTo>
                  <a:lnTo>
                    <a:pt x="691" y="119"/>
                  </a:lnTo>
                  <a:lnTo>
                    <a:pt x="691" y="119"/>
                  </a:lnTo>
                  <a:lnTo>
                    <a:pt x="632" y="99"/>
                  </a:lnTo>
                  <a:lnTo>
                    <a:pt x="573" y="99"/>
                  </a:lnTo>
                  <a:lnTo>
                    <a:pt x="612" y="119"/>
                  </a:lnTo>
                  <a:lnTo>
                    <a:pt x="612" y="139"/>
                  </a:lnTo>
                  <a:lnTo>
                    <a:pt x="652" y="159"/>
                  </a:lnTo>
                  <a:lnTo>
                    <a:pt x="593" y="139"/>
                  </a:lnTo>
                  <a:lnTo>
                    <a:pt x="593" y="139"/>
                  </a:lnTo>
                  <a:lnTo>
                    <a:pt x="691" y="198"/>
                  </a:lnTo>
                  <a:lnTo>
                    <a:pt x="751" y="218"/>
                  </a:lnTo>
                  <a:lnTo>
                    <a:pt x="770" y="238"/>
                  </a:lnTo>
                  <a:lnTo>
                    <a:pt x="770" y="238"/>
                  </a:lnTo>
                  <a:lnTo>
                    <a:pt x="711" y="218"/>
                  </a:lnTo>
                  <a:lnTo>
                    <a:pt x="652" y="198"/>
                  </a:lnTo>
                  <a:lnTo>
                    <a:pt x="593" y="178"/>
                  </a:lnTo>
                  <a:lnTo>
                    <a:pt x="553" y="178"/>
                  </a:lnTo>
                  <a:lnTo>
                    <a:pt x="553" y="198"/>
                  </a:lnTo>
                  <a:lnTo>
                    <a:pt x="514" y="178"/>
                  </a:lnTo>
                  <a:lnTo>
                    <a:pt x="469" y="163"/>
                  </a:lnTo>
                  <a:lnTo>
                    <a:pt x="469" y="163"/>
                  </a:lnTo>
                  <a:lnTo>
                    <a:pt x="454" y="178"/>
                  </a:lnTo>
                  <a:lnTo>
                    <a:pt x="395" y="178"/>
                  </a:lnTo>
                  <a:lnTo>
                    <a:pt x="454" y="218"/>
                  </a:lnTo>
                  <a:lnTo>
                    <a:pt x="435" y="218"/>
                  </a:lnTo>
                  <a:lnTo>
                    <a:pt x="375" y="198"/>
                  </a:lnTo>
                  <a:lnTo>
                    <a:pt x="395" y="218"/>
                  </a:lnTo>
                  <a:lnTo>
                    <a:pt x="375" y="238"/>
                  </a:lnTo>
                  <a:lnTo>
                    <a:pt x="336" y="238"/>
                  </a:lnTo>
                  <a:lnTo>
                    <a:pt x="375" y="257"/>
                  </a:lnTo>
                  <a:lnTo>
                    <a:pt x="435" y="277"/>
                  </a:lnTo>
                  <a:lnTo>
                    <a:pt x="336" y="277"/>
                  </a:lnTo>
                  <a:lnTo>
                    <a:pt x="395" y="317"/>
                  </a:lnTo>
                  <a:lnTo>
                    <a:pt x="494" y="336"/>
                  </a:lnTo>
                  <a:lnTo>
                    <a:pt x="435" y="336"/>
                  </a:lnTo>
                  <a:lnTo>
                    <a:pt x="356" y="317"/>
                  </a:lnTo>
                  <a:lnTo>
                    <a:pt x="257" y="297"/>
                  </a:lnTo>
                  <a:lnTo>
                    <a:pt x="257" y="317"/>
                  </a:lnTo>
                  <a:lnTo>
                    <a:pt x="237" y="317"/>
                  </a:lnTo>
                  <a:lnTo>
                    <a:pt x="296" y="336"/>
                  </a:lnTo>
                  <a:lnTo>
                    <a:pt x="356" y="356"/>
                  </a:lnTo>
                  <a:lnTo>
                    <a:pt x="277" y="317"/>
                  </a:lnTo>
                  <a:lnTo>
                    <a:pt x="316" y="317"/>
                  </a:lnTo>
                  <a:lnTo>
                    <a:pt x="375" y="336"/>
                  </a:lnTo>
                  <a:lnTo>
                    <a:pt x="395" y="356"/>
                  </a:lnTo>
                  <a:lnTo>
                    <a:pt x="435" y="376"/>
                  </a:lnTo>
                  <a:lnTo>
                    <a:pt x="514" y="435"/>
                  </a:lnTo>
                  <a:lnTo>
                    <a:pt x="454" y="435"/>
                  </a:lnTo>
                  <a:lnTo>
                    <a:pt x="415" y="415"/>
                  </a:lnTo>
                  <a:lnTo>
                    <a:pt x="356" y="396"/>
                  </a:lnTo>
                  <a:lnTo>
                    <a:pt x="375" y="415"/>
                  </a:lnTo>
                  <a:lnTo>
                    <a:pt x="336" y="415"/>
                  </a:lnTo>
                  <a:lnTo>
                    <a:pt x="375" y="435"/>
                  </a:lnTo>
                  <a:lnTo>
                    <a:pt x="395" y="455"/>
                  </a:lnTo>
                  <a:lnTo>
                    <a:pt x="375" y="455"/>
                  </a:lnTo>
                  <a:lnTo>
                    <a:pt x="296" y="435"/>
                  </a:lnTo>
                  <a:lnTo>
                    <a:pt x="277" y="455"/>
                  </a:lnTo>
                  <a:lnTo>
                    <a:pt x="237" y="475"/>
                  </a:lnTo>
                  <a:lnTo>
                    <a:pt x="217" y="475"/>
                  </a:lnTo>
                  <a:lnTo>
                    <a:pt x="217" y="514"/>
                  </a:lnTo>
                  <a:lnTo>
                    <a:pt x="296" y="514"/>
                  </a:lnTo>
                  <a:lnTo>
                    <a:pt x="356" y="534"/>
                  </a:lnTo>
                  <a:lnTo>
                    <a:pt x="454" y="573"/>
                  </a:lnTo>
                  <a:lnTo>
                    <a:pt x="395" y="573"/>
                  </a:lnTo>
                  <a:lnTo>
                    <a:pt x="415" y="593"/>
                  </a:lnTo>
                  <a:lnTo>
                    <a:pt x="454" y="593"/>
                  </a:lnTo>
                  <a:lnTo>
                    <a:pt x="474" y="613"/>
                  </a:lnTo>
                  <a:lnTo>
                    <a:pt x="435" y="613"/>
                  </a:lnTo>
                  <a:lnTo>
                    <a:pt x="395" y="593"/>
                  </a:lnTo>
                  <a:lnTo>
                    <a:pt x="395" y="613"/>
                  </a:lnTo>
                  <a:lnTo>
                    <a:pt x="336" y="593"/>
                  </a:lnTo>
                  <a:lnTo>
                    <a:pt x="277" y="573"/>
                  </a:lnTo>
                  <a:lnTo>
                    <a:pt x="237" y="554"/>
                  </a:lnTo>
                  <a:lnTo>
                    <a:pt x="237" y="573"/>
                  </a:lnTo>
                  <a:lnTo>
                    <a:pt x="158" y="554"/>
                  </a:lnTo>
                  <a:lnTo>
                    <a:pt x="158" y="573"/>
                  </a:lnTo>
                  <a:lnTo>
                    <a:pt x="138" y="573"/>
                  </a:lnTo>
                  <a:lnTo>
                    <a:pt x="217" y="593"/>
                  </a:lnTo>
                  <a:lnTo>
                    <a:pt x="158" y="613"/>
                  </a:lnTo>
                  <a:lnTo>
                    <a:pt x="119" y="633"/>
                  </a:lnTo>
                  <a:lnTo>
                    <a:pt x="178" y="633"/>
                  </a:lnTo>
                  <a:lnTo>
                    <a:pt x="198" y="652"/>
                  </a:lnTo>
                  <a:lnTo>
                    <a:pt x="119" y="652"/>
                  </a:lnTo>
                  <a:lnTo>
                    <a:pt x="119" y="672"/>
                  </a:lnTo>
                  <a:lnTo>
                    <a:pt x="158" y="712"/>
                  </a:lnTo>
                  <a:lnTo>
                    <a:pt x="237" y="731"/>
                  </a:lnTo>
                  <a:lnTo>
                    <a:pt x="237" y="751"/>
                  </a:lnTo>
                  <a:lnTo>
                    <a:pt x="198" y="731"/>
                  </a:lnTo>
                  <a:lnTo>
                    <a:pt x="257" y="771"/>
                  </a:lnTo>
                  <a:lnTo>
                    <a:pt x="277" y="791"/>
                  </a:lnTo>
                  <a:lnTo>
                    <a:pt x="257" y="791"/>
                  </a:lnTo>
                  <a:lnTo>
                    <a:pt x="198" y="751"/>
                  </a:lnTo>
                  <a:lnTo>
                    <a:pt x="158" y="751"/>
                  </a:lnTo>
                  <a:lnTo>
                    <a:pt x="158" y="771"/>
                  </a:lnTo>
                  <a:lnTo>
                    <a:pt x="138" y="771"/>
                  </a:lnTo>
                  <a:lnTo>
                    <a:pt x="316" y="889"/>
                  </a:lnTo>
                  <a:lnTo>
                    <a:pt x="435" y="909"/>
                  </a:lnTo>
                  <a:lnTo>
                    <a:pt x="533" y="968"/>
                  </a:lnTo>
                  <a:lnTo>
                    <a:pt x="454" y="968"/>
                  </a:lnTo>
                  <a:lnTo>
                    <a:pt x="375" y="949"/>
                  </a:lnTo>
                  <a:lnTo>
                    <a:pt x="336" y="949"/>
                  </a:lnTo>
                  <a:lnTo>
                    <a:pt x="316" y="929"/>
                  </a:lnTo>
                  <a:lnTo>
                    <a:pt x="375" y="929"/>
                  </a:lnTo>
                  <a:lnTo>
                    <a:pt x="237" y="909"/>
                  </a:lnTo>
                  <a:lnTo>
                    <a:pt x="198" y="870"/>
                  </a:lnTo>
                  <a:lnTo>
                    <a:pt x="158" y="870"/>
                  </a:lnTo>
                  <a:lnTo>
                    <a:pt x="59" y="850"/>
                  </a:lnTo>
                  <a:lnTo>
                    <a:pt x="59" y="850"/>
                  </a:lnTo>
                  <a:lnTo>
                    <a:pt x="79" y="870"/>
                  </a:lnTo>
                  <a:lnTo>
                    <a:pt x="99" y="889"/>
                  </a:lnTo>
                  <a:lnTo>
                    <a:pt x="59" y="870"/>
                  </a:lnTo>
                  <a:lnTo>
                    <a:pt x="59" y="870"/>
                  </a:lnTo>
                  <a:lnTo>
                    <a:pt x="79" y="88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99" y="929"/>
                  </a:lnTo>
                  <a:lnTo>
                    <a:pt x="138" y="949"/>
                  </a:lnTo>
                  <a:lnTo>
                    <a:pt x="59" y="949"/>
                  </a:lnTo>
                  <a:lnTo>
                    <a:pt x="99" y="968"/>
                  </a:lnTo>
                  <a:lnTo>
                    <a:pt x="99" y="988"/>
                  </a:lnTo>
                  <a:lnTo>
                    <a:pt x="178" y="1008"/>
                  </a:lnTo>
                  <a:lnTo>
                    <a:pt x="277" y="1028"/>
                  </a:lnTo>
                  <a:lnTo>
                    <a:pt x="296" y="1047"/>
                  </a:lnTo>
                  <a:lnTo>
                    <a:pt x="296" y="1067"/>
                  </a:lnTo>
                  <a:lnTo>
                    <a:pt x="257" y="1067"/>
                  </a:lnTo>
                  <a:lnTo>
                    <a:pt x="237" y="1047"/>
                  </a:lnTo>
                  <a:lnTo>
                    <a:pt x="257" y="1087"/>
                  </a:lnTo>
                  <a:lnTo>
                    <a:pt x="257" y="1087"/>
                  </a:lnTo>
                  <a:lnTo>
                    <a:pt x="198" y="1067"/>
                  </a:lnTo>
                  <a:lnTo>
                    <a:pt x="198" y="1047"/>
                  </a:lnTo>
                  <a:lnTo>
                    <a:pt x="178" y="1047"/>
                  </a:lnTo>
                  <a:lnTo>
                    <a:pt x="178" y="1067"/>
                  </a:lnTo>
                  <a:lnTo>
                    <a:pt x="237" y="1107"/>
                  </a:lnTo>
                  <a:lnTo>
                    <a:pt x="217" y="1126"/>
                  </a:lnTo>
                  <a:lnTo>
                    <a:pt x="119" y="1107"/>
                  </a:lnTo>
                  <a:lnTo>
                    <a:pt x="79" y="1126"/>
                  </a:lnTo>
                  <a:lnTo>
                    <a:pt x="79" y="1146"/>
                  </a:lnTo>
                  <a:lnTo>
                    <a:pt x="40" y="1146"/>
                  </a:lnTo>
                  <a:lnTo>
                    <a:pt x="119" y="1166"/>
                  </a:lnTo>
                  <a:lnTo>
                    <a:pt x="158" y="1166"/>
                  </a:lnTo>
                  <a:lnTo>
                    <a:pt x="217" y="1225"/>
                  </a:lnTo>
                  <a:lnTo>
                    <a:pt x="277" y="1284"/>
                  </a:lnTo>
                  <a:lnTo>
                    <a:pt x="217" y="1265"/>
                  </a:lnTo>
                  <a:lnTo>
                    <a:pt x="158" y="1225"/>
                  </a:lnTo>
                  <a:lnTo>
                    <a:pt x="119" y="1205"/>
                  </a:lnTo>
                  <a:lnTo>
                    <a:pt x="40" y="1186"/>
                  </a:lnTo>
                  <a:lnTo>
                    <a:pt x="79" y="1205"/>
                  </a:lnTo>
                  <a:lnTo>
                    <a:pt x="99" y="1225"/>
                  </a:lnTo>
                  <a:lnTo>
                    <a:pt x="59" y="1225"/>
                  </a:lnTo>
                  <a:lnTo>
                    <a:pt x="79" y="1265"/>
                  </a:lnTo>
                  <a:lnTo>
                    <a:pt x="119" y="1265"/>
                  </a:lnTo>
                  <a:lnTo>
                    <a:pt x="138" y="1284"/>
                  </a:lnTo>
                  <a:lnTo>
                    <a:pt x="119" y="1304"/>
                  </a:lnTo>
                  <a:lnTo>
                    <a:pt x="119" y="1324"/>
                  </a:lnTo>
                  <a:lnTo>
                    <a:pt x="119" y="1344"/>
                  </a:lnTo>
                  <a:lnTo>
                    <a:pt x="119" y="1363"/>
                  </a:lnTo>
                  <a:lnTo>
                    <a:pt x="158" y="1363"/>
                  </a:lnTo>
                  <a:lnTo>
                    <a:pt x="138" y="1344"/>
                  </a:lnTo>
                  <a:lnTo>
                    <a:pt x="217" y="1344"/>
                  </a:lnTo>
                  <a:lnTo>
                    <a:pt x="237" y="1363"/>
                  </a:lnTo>
                  <a:lnTo>
                    <a:pt x="257" y="1383"/>
                  </a:lnTo>
                  <a:lnTo>
                    <a:pt x="277" y="1403"/>
                  </a:lnTo>
                  <a:lnTo>
                    <a:pt x="277" y="1423"/>
                  </a:lnTo>
                  <a:lnTo>
                    <a:pt x="296" y="1423"/>
                  </a:lnTo>
                  <a:lnTo>
                    <a:pt x="336" y="1442"/>
                  </a:lnTo>
                  <a:lnTo>
                    <a:pt x="316" y="1462"/>
                  </a:lnTo>
                  <a:lnTo>
                    <a:pt x="296" y="1462"/>
                  </a:lnTo>
                  <a:lnTo>
                    <a:pt x="257" y="1442"/>
                  </a:lnTo>
                  <a:lnTo>
                    <a:pt x="198" y="1423"/>
                  </a:lnTo>
                  <a:lnTo>
                    <a:pt x="178" y="1403"/>
                  </a:lnTo>
                  <a:lnTo>
                    <a:pt x="138" y="1383"/>
                  </a:lnTo>
                  <a:lnTo>
                    <a:pt x="40" y="1363"/>
                  </a:lnTo>
                  <a:lnTo>
                    <a:pt x="40" y="1363"/>
                  </a:lnTo>
                  <a:lnTo>
                    <a:pt x="59" y="1383"/>
                  </a:lnTo>
                  <a:lnTo>
                    <a:pt x="20" y="1383"/>
                  </a:lnTo>
                  <a:lnTo>
                    <a:pt x="59" y="1403"/>
                  </a:lnTo>
                  <a:lnTo>
                    <a:pt x="158" y="1423"/>
                  </a:lnTo>
                  <a:lnTo>
                    <a:pt x="138" y="1403"/>
                  </a:lnTo>
                  <a:lnTo>
                    <a:pt x="158" y="1403"/>
                  </a:lnTo>
                  <a:lnTo>
                    <a:pt x="217" y="1442"/>
                  </a:lnTo>
                  <a:lnTo>
                    <a:pt x="257" y="1462"/>
                  </a:lnTo>
                  <a:lnTo>
                    <a:pt x="237" y="1462"/>
                  </a:lnTo>
                  <a:lnTo>
                    <a:pt x="237" y="1482"/>
                  </a:lnTo>
                  <a:lnTo>
                    <a:pt x="198" y="1462"/>
                  </a:lnTo>
                  <a:lnTo>
                    <a:pt x="119" y="1442"/>
                  </a:lnTo>
                  <a:lnTo>
                    <a:pt x="158" y="1462"/>
                  </a:lnTo>
                  <a:lnTo>
                    <a:pt x="158" y="1462"/>
                  </a:lnTo>
                  <a:lnTo>
                    <a:pt x="178" y="148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158" y="1482"/>
                  </a:lnTo>
                  <a:lnTo>
                    <a:pt x="158" y="1482"/>
                  </a:lnTo>
                  <a:lnTo>
                    <a:pt x="178" y="1502"/>
                  </a:lnTo>
                  <a:lnTo>
                    <a:pt x="217" y="1521"/>
                  </a:lnTo>
                  <a:lnTo>
                    <a:pt x="277" y="1541"/>
                  </a:lnTo>
                  <a:lnTo>
                    <a:pt x="336" y="1561"/>
                  </a:lnTo>
                  <a:lnTo>
                    <a:pt x="336" y="1581"/>
                  </a:lnTo>
                  <a:lnTo>
                    <a:pt x="336" y="1600"/>
                  </a:lnTo>
                  <a:lnTo>
                    <a:pt x="277" y="1600"/>
                  </a:lnTo>
                  <a:lnTo>
                    <a:pt x="336" y="1620"/>
                  </a:lnTo>
                  <a:lnTo>
                    <a:pt x="257" y="1620"/>
                  </a:lnTo>
                  <a:lnTo>
                    <a:pt x="257" y="1600"/>
                  </a:lnTo>
                  <a:lnTo>
                    <a:pt x="237" y="1581"/>
                  </a:lnTo>
                  <a:lnTo>
                    <a:pt x="178" y="1561"/>
                  </a:lnTo>
                  <a:lnTo>
                    <a:pt x="138" y="1561"/>
                  </a:lnTo>
                  <a:lnTo>
                    <a:pt x="217" y="1600"/>
                  </a:lnTo>
                  <a:lnTo>
                    <a:pt x="198" y="1600"/>
                  </a:lnTo>
                  <a:lnTo>
                    <a:pt x="138" y="1581"/>
                  </a:lnTo>
                  <a:lnTo>
                    <a:pt x="178" y="1600"/>
                  </a:lnTo>
                  <a:lnTo>
                    <a:pt x="198" y="1620"/>
                  </a:lnTo>
                  <a:lnTo>
                    <a:pt x="79" y="1600"/>
                  </a:lnTo>
                  <a:lnTo>
                    <a:pt x="119" y="1620"/>
                  </a:lnTo>
                  <a:lnTo>
                    <a:pt x="138" y="1620"/>
                  </a:lnTo>
                  <a:lnTo>
                    <a:pt x="138" y="1640"/>
                  </a:lnTo>
                  <a:lnTo>
                    <a:pt x="119" y="1660"/>
                  </a:lnTo>
                  <a:lnTo>
                    <a:pt x="119" y="1679"/>
                  </a:lnTo>
                  <a:lnTo>
                    <a:pt x="158" y="1679"/>
                  </a:lnTo>
                  <a:lnTo>
                    <a:pt x="138" y="1660"/>
                  </a:lnTo>
                  <a:lnTo>
                    <a:pt x="198" y="1660"/>
                  </a:lnTo>
                  <a:lnTo>
                    <a:pt x="217" y="1679"/>
                  </a:lnTo>
                  <a:lnTo>
                    <a:pt x="217" y="1699"/>
                  </a:lnTo>
                  <a:lnTo>
                    <a:pt x="217" y="1739"/>
                  </a:lnTo>
                  <a:lnTo>
                    <a:pt x="257" y="1758"/>
                  </a:lnTo>
                  <a:lnTo>
                    <a:pt x="198" y="1758"/>
                  </a:lnTo>
                  <a:lnTo>
                    <a:pt x="138" y="1739"/>
                  </a:lnTo>
                  <a:lnTo>
                    <a:pt x="158" y="1758"/>
                  </a:lnTo>
                  <a:lnTo>
                    <a:pt x="20" y="1758"/>
                  </a:lnTo>
                  <a:lnTo>
                    <a:pt x="20" y="1778"/>
                  </a:lnTo>
                  <a:lnTo>
                    <a:pt x="99" y="1778"/>
                  </a:lnTo>
                  <a:lnTo>
                    <a:pt x="119" y="1798"/>
                  </a:lnTo>
                  <a:lnTo>
                    <a:pt x="99" y="1798"/>
                  </a:lnTo>
                  <a:lnTo>
                    <a:pt x="138" y="1818"/>
                  </a:lnTo>
                  <a:lnTo>
                    <a:pt x="40" y="1818"/>
                  </a:lnTo>
                  <a:lnTo>
                    <a:pt x="79" y="1837"/>
                  </a:lnTo>
                  <a:lnTo>
                    <a:pt x="99" y="1837"/>
                  </a:lnTo>
                  <a:lnTo>
                    <a:pt x="158" y="1857"/>
                  </a:lnTo>
                  <a:lnTo>
                    <a:pt x="198" y="1877"/>
                  </a:lnTo>
                  <a:lnTo>
                    <a:pt x="178" y="1877"/>
                  </a:lnTo>
                  <a:lnTo>
                    <a:pt x="178" y="1897"/>
                  </a:lnTo>
                  <a:lnTo>
                    <a:pt x="217" y="1897"/>
                  </a:lnTo>
                  <a:lnTo>
                    <a:pt x="257" y="1916"/>
                  </a:lnTo>
                  <a:lnTo>
                    <a:pt x="237" y="1936"/>
                  </a:lnTo>
                  <a:lnTo>
                    <a:pt x="158" y="1916"/>
                  </a:lnTo>
                  <a:lnTo>
                    <a:pt x="158" y="1916"/>
                  </a:lnTo>
                  <a:lnTo>
                    <a:pt x="217" y="1956"/>
                  </a:lnTo>
                  <a:lnTo>
                    <a:pt x="237" y="1976"/>
                  </a:lnTo>
                  <a:lnTo>
                    <a:pt x="277" y="1976"/>
                  </a:lnTo>
                  <a:lnTo>
                    <a:pt x="316" y="1995"/>
                  </a:lnTo>
                  <a:lnTo>
                    <a:pt x="237" y="1995"/>
                  </a:lnTo>
                  <a:lnTo>
                    <a:pt x="237" y="1976"/>
                  </a:lnTo>
                  <a:lnTo>
                    <a:pt x="138" y="1976"/>
                  </a:lnTo>
                  <a:lnTo>
                    <a:pt x="99" y="1956"/>
                  </a:lnTo>
                  <a:lnTo>
                    <a:pt x="99" y="1956"/>
                  </a:lnTo>
                  <a:lnTo>
                    <a:pt x="119" y="1976"/>
                  </a:lnTo>
                  <a:lnTo>
                    <a:pt x="79" y="1976"/>
                  </a:lnTo>
                  <a:lnTo>
                    <a:pt x="79" y="1995"/>
                  </a:lnTo>
                  <a:lnTo>
                    <a:pt x="138" y="1995"/>
                  </a:lnTo>
                  <a:lnTo>
                    <a:pt x="198" y="2015"/>
                  </a:lnTo>
                  <a:lnTo>
                    <a:pt x="99" y="2015"/>
                  </a:lnTo>
                  <a:lnTo>
                    <a:pt x="119" y="2035"/>
                  </a:lnTo>
                  <a:lnTo>
                    <a:pt x="138" y="2035"/>
                  </a:lnTo>
                  <a:lnTo>
                    <a:pt x="217" y="2074"/>
                  </a:lnTo>
                  <a:lnTo>
                    <a:pt x="316" y="2074"/>
                  </a:lnTo>
                  <a:lnTo>
                    <a:pt x="375" y="2094"/>
                  </a:lnTo>
                  <a:lnTo>
                    <a:pt x="395" y="2114"/>
                  </a:lnTo>
                  <a:lnTo>
                    <a:pt x="356" y="2114"/>
                  </a:lnTo>
                  <a:lnTo>
                    <a:pt x="336" y="2094"/>
                  </a:lnTo>
                  <a:lnTo>
                    <a:pt x="316" y="2074"/>
                  </a:lnTo>
                  <a:lnTo>
                    <a:pt x="316" y="2094"/>
                  </a:lnTo>
                  <a:lnTo>
                    <a:pt x="356" y="2114"/>
                  </a:lnTo>
                  <a:lnTo>
                    <a:pt x="296" y="2114"/>
                  </a:lnTo>
                  <a:lnTo>
                    <a:pt x="158" y="2074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20" y="2094"/>
                  </a:lnTo>
                  <a:lnTo>
                    <a:pt x="0" y="2094"/>
                  </a:lnTo>
                  <a:lnTo>
                    <a:pt x="79" y="2134"/>
                  </a:lnTo>
                  <a:lnTo>
                    <a:pt x="198" y="2153"/>
                  </a:lnTo>
                  <a:lnTo>
                    <a:pt x="198" y="2173"/>
                  </a:lnTo>
                  <a:lnTo>
                    <a:pt x="178" y="2173"/>
                  </a:lnTo>
                  <a:lnTo>
                    <a:pt x="138" y="2153"/>
                  </a:lnTo>
                  <a:lnTo>
                    <a:pt x="138" y="2153"/>
                  </a:lnTo>
                  <a:lnTo>
                    <a:pt x="198" y="2193"/>
                  </a:lnTo>
                  <a:lnTo>
                    <a:pt x="198" y="2213"/>
                  </a:lnTo>
                  <a:lnTo>
                    <a:pt x="198" y="2232"/>
                  </a:lnTo>
                  <a:lnTo>
                    <a:pt x="257" y="2252"/>
                  </a:lnTo>
                  <a:lnTo>
                    <a:pt x="356" y="2252"/>
                  </a:lnTo>
                  <a:lnTo>
                    <a:pt x="356" y="2272"/>
                  </a:lnTo>
                  <a:lnTo>
                    <a:pt x="375" y="2272"/>
                  </a:lnTo>
                  <a:lnTo>
                    <a:pt x="415" y="2292"/>
                  </a:lnTo>
                  <a:lnTo>
                    <a:pt x="415" y="2312"/>
                  </a:lnTo>
                  <a:lnTo>
                    <a:pt x="356" y="2292"/>
                  </a:lnTo>
                  <a:lnTo>
                    <a:pt x="336" y="2312"/>
                  </a:lnTo>
                  <a:lnTo>
                    <a:pt x="356" y="2331"/>
                  </a:lnTo>
                  <a:lnTo>
                    <a:pt x="356" y="2331"/>
                  </a:lnTo>
                  <a:lnTo>
                    <a:pt x="296" y="2312"/>
                  </a:lnTo>
                  <a:lnTo>
                    <a:pt x="277" y="2292"/>
                  </a:lnTo>
                  <a:lnTo>
                    <a:pt x="257" y="2292"/>
                  </a:lnTo>
                  <a:lnTo>
                    <a:pt x="138" y="2272"/>
                  </a:lnTo>
                  <a:lnTo>
                    <a:pt x="178" y="2292"/>
                  </a:lnTo>
                  <a:lnTo>
                    <a:pt x="237" y="2292"/>
                  </a:lnTo>
                  <a:lnTo>
                    <a:pt x="257" y="2312"/>
                  </a:lnTo>
                  <a:lnTo>
                    <a:pt x="198" y="2312"/>
                  </a:lnTo>
                  <a:lnTo>
                    <a:pt x="178" y="2331"/>
                  </a:lnTo>
                  <a:lnTo>
                    <a:pt x="158" y="2351"/>
                  </a:lnTo>
                  <a:lnTo>
                    <a:pt x="59" y="2331"/>
                  </a:lnTo>
                  <a:lnTo>
                    <a:pt x="138" y="2371"/>
                  </a:lnTo>
                  <a:lnTo>
                    <a:pt x="178" y="2391"/>
                  </a:lnTo>
                  <a:lnTo>
                    <a:pt x="178" y="2410"/>
                  </a:lnTo>
                  <a:lnTo>
                    <a:pt x="217" y="2430"/>
                  </a:lnTo>
                  <a:lnTo>
                    <a:pt x="277" y="2450"/>
                  </a:lnTo>
                  <a:lnTo>
                    <a:pt x="296" y="2450"/>
                  </a:lnTo>
                  <a:lnTo>
                    <a:pt x="277" y="2410"/>
                  </a:lnTo>
                  <a:lnTo>
                    <a:pt x="257" y="2410"/>
                  </a:lnTo>
                  <a:lnTo>
                    <a:pt x="296" y="2391"/>
                  </a:lnTo>
                  <a:lnTo>
                    <a:pt x="178" y="2371"/>
                  </a:lnTo>
                  <a:lnTo>
                    <a:pt x="178" y="2351"/>
                  </a:lnTo>
                  <a:lnTo>
                    <a:pt x="217" y="2351"/>
                  </a:lnTo>
                  <a:lnTo>
                    <a:pt x="316" y="2391"/>
                  </a:lnTo>
                  <a:lnTo>
                    <a:pt x="356" y="2391"/>
                  </a:lnTo>
                  <a:lnTo>
                    <a:pt x="375" y="2410"/>
                  </a:lnTo>
                  <a:lnTo>
                    <a:pt x="415" y="2410"/>
                  </a:lnTo>
                  <a:lnTo>
                    <a:pt x="435" y="2391"/>
                  </a:lnTo>
                  <a:lnTo>
                    <a:pt x="514" y="2410"/>
                  </a:lnTo>
                  <a:lnTo>
                    <a:pt x="652" y="2470"/>
                  </a:lnTo>
                  <a:lnTo>
                    <a:pt x="652" y="2470"/>
                  </a:lnTo>
                  <a:lnTo>
                    <a:pt x="593" y="2450"/>
                  </a:lnTo>
                  <a:lnTo>
                    <a:pt x="593" y="2450"/>
                  </a:lnTo>
                  <a:lnTo>
                    <a:pt x="672" y="2489"/>
                  </a:lnTo>
                  <a:lnTo>
                    <a:pt x="553" y="2470"/>
                  </a:lnTo>
                  <a:lnTo>
                    <a:pt x="553" y="2489"/>
                  </a:lnTo>
                  <a:lnTo>
                    <a:pt x="553" y="2509"/>
                  </a:lnTo>
                  <a:lnTo>
                    <a:pt x="612" y="2509"/>
                  </a:lnTo>
                  <a:lnTo>
                    <a:pt x="593" y="2489"/>
                  </a:lnTo>
                  <a:lnTo>
                    <a:pt x="652" y="2509"/>
                  </a:lnTo>
                  <a:lnTo>
                    <a:pt x="632" y="2509"/>
                  </a:lnTo>
                  <a:lnTo>
                    <a:pt x="632" y="2529"/>
                  </a:lnTo>
                  <a:lnTo>
                    <a:pt x="672" y="2529"/>
                  </a:lnTo>
                  <a:lnTo>
                    <a:pt x="751" y="2568"/>
                  </a:lnTo>
                  <a:lnTo>
                    <a:pt x="632" y="2568"/>
                  </a:lnTo>
                  <a:lnTo>
                    <a:pt x="494" y="2529"/>
                  </a:lnTo>
                  <a:lnTo>
                    <a:pt x="514" y="2549"/>
                  </a:lnTo>
                  <a:lnTo>
                    <a:pt x="316" y="2489"/>
                  </a:lnTo>
                  <a:lnTo>
                    <a:pt x="277" y="2509"/>
                  </a:lnTo>
                  <a:lnTo>
                    <a:pt x="277" y="2529"/>
                  </a:lnTo>
                  <a:lnTo>
                    <a:pt x="138" y="2509"/>
                  </a:lnTo>
                  <a:lnTo>
                    <a:pt x="158" y="2529"/>
                  </a:lnTo>
                  <a:lnTo>
                    <a:pt x="138" y="2529"/>
                  </a:lnTo>
                  <a:lnTo>
                    <a:pt x="79" y="2549"/>
                  </a:lnTo>
                  <a:lnTo>
                    <a:pt x="178" y="2549"/>
                  </a:lnTo>
                  <a:lnTo>
                    <a:pt x="217" y="2568"/>
                  </a:lnTo>
                  <a:lnTo>
                    <a:pt x="198" y="2568"/>
                  </a:lnTo>
                  <a:lnTo>
                    <a:pt x="217" y="2588"/>
                  </a:lnTo>
                  <a:lnTo>
                    <a:pt x="237" y="2568"/>
                  </a:lnTo>
                  <a:lnTo>
                    <a:pt x="277" y="2568"/>
                  </a:lnTo>
                  <a:lnTo>
                    <a:pt x="316" y="2588"/>
                  </a:lnTo>
                  <a:lnTo>
                    <a:pt x="435" y="2588"/>
                  </a:lnTo>
                  <a:lnTo>
                    <a:pt x="435" y="2608"/>
                  </a:lnTo>
                  <a:lnTo>
                    <a:pt x="435" y="2628"/>
                  </a:lnTo>
                  <a:lnTo>
                    <a:pt x="277" y="2588"/>
                  </a:lnTo>
                  <a:lnTo>
                    <a:pt x="296" y="2608"/>
                  </a:lnTo>
                  <a:lnTo>
                    <a:pt x="257" y="2628"/>
                  </a:lnTo>
                  <a:lnTo>
                    <a:pt x="217" y="2608"/>
                  </a:lnTo>
                  <a:lnTo>
                    <a:pt x="138" y="2608"/>
                  </a:lnTo>
                  <a:lnTo>
                    <a:pt x="138" y="2588"/>
                  </a:lnTo>
                  <a:lnTo>
                    <a:pt x="99" y="2628"/>
                  </a:lnTo>
                  <a:lnTo>
                    <a:pt x="79" y="2608"/>
                  </a:lnTo>
                  <a:lnTo>
                    <a:pt x="59" y="2608"/>
                  </a:lnTo>
                  <a:lnTo>
                    <a:pt x="59" y="2628"/>
                  </a:lnTo>
                  <a:lnTo>
                    <a:pt x="158" y="264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119" y="2667"/>
                  </a:lnTo>
                  <a:lnTo>
                    <a:pt x="119" y="2687"/>
                  </a:lnTo>
                  <a:lnTo>
                    <a:pt x="158" y="2707"/>
                  </a:lnTo>
                  <a:lnTo>
                    <a:pt x="217" y="2726"/>
                  </a:lnTo>
                  <a:lnTo>
                    <a:pt x="257" y="2726"/>
                  </a:lnTo>
                  <a:lnTo>
                    <a:pt x="292" y="2744"/>
                  </a:lnTo>
                  <a:lnTo>
                    <a:pt x="292" y="2744"/>
                  </a:lnTo>
                  <a:lnTo>
                    <a:pt x="137" y="2728"/>
                  </a:lnTo>
                  <a:lnTo>
                    <a:pt x="137" y="2728"/>
                  </a:lnTo>
                  <a:lnTo>
                    <a:pt x="119" y="2746"/>
                  </a:lnTo>
                  <a:lnTo>
                    <a:pt x="178" y="2746"/>
                  </a:lnTo>
                  <a:lnTo>
                    <a:pt x="237" y="2766"/>
                  </a:lnTo>
                  <a:lnTo>
                    <a:pt x="257" y="2786"/>
                  </a:lnTo>
                  <a:lnTo>
                    <a:pt x="237" y="2786"/>
                  </a:lnTo>
                  <a:lnTo>
                    <a:pt x="277" y="2805"/>
                  </a:lnTo>
                  <a:lnTo>
                    <a:pt x="316" y="2825"/>
                  </a:lnTo>
                  <a:lnTo>
                    <a:pt x="395" y="2825"/>
                  </a:lnTo>
                  <a:lnTo>
                    <a:pt x="336" y="2845"/>
                  </a:lnTo>
                  <a:lnTo>
                    <a:pt x="237" y="2825"/>
                  </a:lnTo>
                  <a:lnTo>
                    <a:pt x="237" y="2845"/>
                  </a:lnTo>
                  <a:lnTo>
                    <a:pt x="138" y="2845"/>
                  </a:lnTo>
                  <a:lnTo>
                    <a:pt x="119" y="2865"/>
                  </a:lnTo>
                  <a:lnTo>
                    <a:pt x="198" y="2865"/>
                  </a:lnTo>
                  <a:lnTo>
                    <a:pt x="257" y="2884"/>
                  </a:lnTo>
                  <a:lnTo>
                    <a:pt x="237" y="2865"/>
                  </a:lnTo>
                  <a:lnTo>
                    <a:pt x="237" y="2865"/>
                  </a:lnTo>
                  <a:lnTo>
                    <a:pt x="316" y="2884"/>
                  </a:lnTo>
                  <a:lnTo>
                    <a:pt x="395" y="2904"/>
                  </a:lnTo>
                  <a:lnTo>
                    <a:pt x="435" y="2924"/>
                  </a:lnTo>
                  <a:lnTo>
                    <a:pt x="474" y="2924"/>
                  </a:lnTo>
                  <a:lnTo>
                    <a:pt x="375" y="2884"/>
                  </a:lnTo>
                  <a:lnTo>
                    <a:pt x="336" y="2865"/>
                  </a:lnTo>
                  <a:lnTo>
                    <a:pt x="395" y="2884"/>
                  </a:lnTo>
                  <a:lnTo>
                    <a:pt x="415" y="2865"/>
                  </a:lnTo>
                  <a:lnTo>
                    <a:pt x="435" y="2865"/>
                  </a:lnTo>
                  <a:lnTo>
                    <a:pt x="494" y="2845"/>
                  </a:lnTo>
                  <a:lnTo>
                    <a:pt x="415" y="2825"/>
                  </a:lnTo>
                  <a:lnTo>
                    <a:pt x="336" y="2805"/>
                  </a:lnTo>
                  <a:lnTo>
                    <a:pt x="395" y="2786"/>
                  </a:lnTo>
                  <a:lnTo>
                    <a:pt x="435" y="2805"/>
                  </a:lnTo>
                  <a:lnTo>
                    <a:pt x="415" y="2825"/>
                  </a:lnTo>
                  <a:lnTo>
                    <a:pt x="514" y="2825"/>
                  </a:lnTo>
                  <a:lnTo>
                    <a:pt x="632" y="2865"/>
                  </a:lnTo>
                  <a:lnTo>
                    <a:pt x="691" y="2884"/>
                  </a:lnTo>
                  <a:lnTo>
                    <a:pt x="711" y="2904"/>
                  </a:lnTo>
                  <a:lnTo>
                    <a:pt x="770" y="2944"/>
                  </a:lnTo>
                  <a:lnTo>
                    <a:pt x="790" y="2944"/>
                  </a:lnTo>
                  <a:lnTo>
                    <a:pt x="790" y="2963"/>
                  </a:lnTo>
                  <a:lnTo>
                    <a:pt x="810" y="2963"/>
                  </a:lnTo>
                  <a:lnTo>
                    <a:pt x="849" y="2983"/>
                  </a:lnTo>
                  <a:lnTo>
                    <a:pt x="849" y="2983"/>
                  </a:lnTo>
                  <a:lnTo>
                    <a:pt x="652" y="2963"/>
                  </a:lnTo>
                  <a:lnTo>
                    <a:pt x="494" y="2944"/>
                  </a:lnTo>
                  <a:lnTo>
                    <a:pt x="494" y="2963"/>
                  </a:lnTo>
                  <a:lnTo>
                    <a:pt x="533" y="2983"/>
                  </a:lnTo>
                  <a:lnTo>
                    <a:pt x="435" y="2963"/>
                  </a:lnTo>
                  <a:lnTo>
                    <a:pt x="336" y="2944"/>
                  </a:lnTo>
                  <a:lnTo>
                    <a:pt x="375" y="2963"/>
                  </a:lnTo>
                  <a:lnTo>
                    <a:pt x="435" y="2983"/>
                  </a:lnTo>
                  <a:lnTo>
                    <a:pt x="395" y="2983"/>
                  </a:lnTo>
                  <a:lnTo>
                    <a:pt x="435" y="3003"/>
                  </a:lnTo>
                  <a:lnTo>
                    <a:pt x="514" y="3042"/>
                  </a:lnTo>
                  <a:lnTo>
                    <a:pt x="514" y="3023"/>
                  </a:lnTo>
                  <a:lnTo>
                    <a:pt x="533" y="3023"/>
                  </a:lnTo>
                  <a:lnTo>
                    <a:pt x="593" y="3042"/>
                  </a:lnTo>
                  <a:lnTo>
                    <a:pt x="632" y="3023"/>
                  </a:lnTo>
                  <a:lnTo>
                    <a:pt x="672" y="3023"/>
                  </a:lnTo>
                  <a:lnTo>
                    <a:pt x="691" y="3042"/>
                  </a:lnTo>
                  <a:lnTo>
                    <a:pt x="731" y="3042"/>
                  </a:lnTo>
                  <a:lnTo>
                    <a:pt x="711" y="3023"/>
                  </a:lnTo>
                  <a:lnTo>
                    <a:pt x="751" y="3023"/>
                  </a:lnTo>
                  <a:lnTo>
                    <a:pt x="751" y="3003"/>
                  </a:lnTo>
                  <a:lnTo>
                    <a:pt x="790" y="3023"/>
                  </a:lnTo>
                  <a:lnTo>
                    <a:pt x="770" y="3003"/>
                  </a:lnTo>
                  <a:lnTo>
                    <a:pt x="790" y="3003"/>
                  </a:lnTo>
                  <a:lnTo>
                    <a:pt x="909" y="3042"/>
                  </a:lnTo>
                  <a:lnTo>
                    <a:pt x="869" y="3042"/>
                  </a:lnTo>
                  <a:lnTo>
                    <a:pt x="790" y="3023"/>
                  </a:lnTo>
                  <a:lnTo>
                    <a:pt x="790" y="3042"/>
                  </a:lnTo>
                  <a:lnTo>
                    <a:pt x="830" y="3062"/>
                  </a:lnTo>
                  <a:lnTo>
                    <a:pt x="869" y="3062"/>
                  </a:lnTo>
                  <a:lnTo>
                    <a:pt x="929" y="3082"/>
                  </a:lnTo>
                  <a:lnTo>
                    <a:pt x="948" y="3082"/>
                  </a:lnTo>
                  <a:lnTo>
                    <a:pt x="1027" y="3102"/>
                  </a:lnTo>
                  <a:lnTo>
                    <a:pt x="1047" y="3082"/>
                  </a:lnTo>
                  <a:lnTo>
                    <a:pt x="1106" y="3102"/>
                  </a:lnTo>
                  <a:lnTo>
                    <a:pt x="1106" y="3102"/>
                  </a:lnTo>
                  <a:lnTo>
                    <a:pt x="1047" y="3062"/>
                  </a:lnTo>
                  <a:lnTo>
                    <a:pt x="1077" y="3062"/>
                  </a:lnTo>
                  <a:lnTo>
                    <a:pt x="1067" y="3042"/>
                  </a:lnTo>
                  <a:lnTo>
                    <a:pt x="1027" y="3042"/>
                  </a:lnTo>
                  <a:lnTo>
                    <a:pt x="1008" y="3023"/>
                  </a:lnTo>
                  <a:lnTo>
                    <a:pt x="988" y="3023"/>
                  </a:lnTo>
                  <a:lnTo>
                    <a:pt x="889" y="2983"/>
                  </a:lnTo>
                  <a:lnTo>
                    <a:pt x="968" y="3003"/>
                  </a:lnTo>
                  <a:lnTo>
                    <a:pt x="1027" y="3023"/>
                  </a:lnTo>
                  <a:lnTo>
                    <a:pt x="1008" y="3003"/>
                  </a:lnTo>
                  <a:lnTo>
                    <a:pt x="1047" y="3003"/>
                  </a:lnTo>
                  <a:lnTo>
                    <a:pt x="968" y="2983"/>
                  </a:lnTo>
                  <a:lnTo>
                    <a:pt x="1008" y="2983"/>
                  </a:lnTo>
                  <a:lnTo>
                    <a:pt x="909" y="2963"/>
                  </a:lnTo>
                  <a:lnTo>
                    <a:pt x="889" y="2944"/>
                  </a:lnTo>
                  <a:lnTo>
                    <a:pt x="869" y="2924"/>
                  </a:lnTo>
                  <a:lnTo>
                    <a:pt x="849" y="2944"/>
                  </a:lnTo>
                  <a:lnTo>
                    <a:pt x="869" y="2944"/>
                  </a:lnTo>
                  <a:lnTo>
                    <a:pt x="909" y="2963"/>
                  </a:lnTo>
                  <a:lnTo>
                    <a:pt x="909" y="2963"/>
                  </a:lnTo>
                  <a:lnTo>
                    <a:pt x="830" y="2944"/>
                  </a:lnTo>
                  <a:lnTo>
                    <a:pt x="770" y="2924"/>
                  </a:lnTo>
                  <a:lnTo>
                    <a:pt x="869" y="2924"/>
                  </a:lnTo>
                  <a:lnTo>
                    <a:pt x="849" y="2904"/>
                  </a:lnTo>
                  <a:lnTo>
                    <a:pt x="909" y="2924"/>
                  </a:lnTo>
                  <a:lnTo>
                    <a:pt x="929" y="2944"/>
                  </a:lnTo>
                  <a:lnTo>
                    <a:pt x="968" y="2944"/>
                  </a:lnTo>
                  <a:lnTo>
                    <a:pt x="929" y="2924"/>
                  </a:lnTo>
                  <a:lnTo>
                    <a:pt x="948" y="2924"/>
                  </a:lnTo>
                  <a:lnTo>
                    <a:pt x="869" y="2884"/>
                  </a:lnTo>
                  <a:lnTo>
                    <a:pt x="849" y="2865"/>
                  </a:lnTo>
                  <a:lnTo>
                    <a:pt x="830" y="2845"/>
                  </a:lnTo>
                  <a:lnTo>
                    <a:pt x="869" y="2825"/>
                  </a:lnTo>
                  <a:lnTo>
                    <a:pt x="790" y="2825"/>
                  </a:lnTo>
                  <a:lnTo>
                    <a:pt x="770" y="2805"/>
                  </a:lnTo>
                  <a:lnTo>
                    <a:pt x="770" y="2786"/>
                  </a:lnTo>
                  <a:lnTo>
                    <a:pt x="810" y="2786"/>
                  </a:lnTo>
                  <a:lnTo>
                    <a:pt x="731" y="2726"/>
                  </a:lnTo>
                  <a:lnTo>
                    <a:pt x="632" y="2746"/>
                  </a:lnTo>
                  <a:lnTo>
                    <a:pt x="593" y="2726"/>
                  </a:lnTo>
                  <a:lnTo>
                    <a:pt x="652" y="2726"/>
                  </a:lnTo>
                  <a:lnTo>
                    <a:pt x="668" y="2710"/>
                  </a:lnTo>
                  <a:lnTo>
                    <a:pt x="668" y="2710"/>
                  </a:lnTo>
                  <a:lnTo>
                    <a:pt x="810" y="2746"/>
                  </a:lnTo>
                  <a:lnTo>
                    <a:pt x="810" y="2746"/>
                  </a:lnTo>
                  <a:lnTo>
                    <a:pt x="751" y="2707"/>
                  </a:lnTo>
                  <a:lnTo>
                    <a:pt x="711" y="2687"/>
                  </a:lnTo>
                  <a:lnTo>
                    <a:pt x="830" y="2707"/>
                  </a:lnTo>
                  <a:lnTo>
                    <a:pt x="869" y="2746"/>
                  </a:lnTo>
                  <a:lnTo>
                    <a:pt x="849" y="2746"/>
                  </a:lnTo>
                  <a:lnTo>
                    <a:pt x="869" y="2766"/>
                  </a:lnTo>
                  <a:lnTo>
                    <a:pt x="869" y="2786"/>
                  </a:lnTo>
                  <a:lnTo>
                    <a:pt x="909" y="2786"/>
                  </a:lnTo>
                  <a:lnTo>
                    <a:pt x="929" y="2805"/>
                  </a:lnTo>
                  <a:lnTo>
                    <a:pt x="1027" y="2805"/>
                  </a:lnTo>
                  <a:lnTo>
                    <a:pt x="1008" y="2786"/>
                  </a:lnTo>
                  <a:lnTo>
                    <a:pt x="1087" y="2805"/>
                  </a:lnTo>
                  <a:lnTo>
                    <a:pt x="1136" y="2805"/>
                  </a:lnTo>
                  <a:lnTo>
                    <a:pt x="988" y="2746"/>
                  </a:lnTo>
                  <a:lnTo>
                    <a:pt x="948" y="2726"/>
                  </a:lnTo>
                  <a:lnTo>
                    <a:pt x="968" y="2707"/>
                  </a:lnTo>
                  <a:lnTo>
                    <a:pt x="1027" y="2746"/>
                  </a:lnTo>
                  <a:lnTo>
                    <a:pt x="1106" y="2766"/>
                  </a:lnTo>
                  <a:lnTo>
                    <a:pt x="1087" y="2746"/>
                  </a:lnTo>
                  <a:lnTo>
                    <a:pt x="1106" y="2746"/>
                  </a:lnTo>
                  <a:lnTo>
                    <a:pt x="1067" y="2726"/>
                  </a:lnTo>
                  <a:lnTo>
                    <a:pt x="1087" y="2707"/>
                  </a:lnTo>
                  <a:lnTo>
                    <a:pt x="1166" y="2707"/>
                  </a:lnTo>
                  <a:lnTo>
                    <a:pt x="1185" y="2726"/>
                  </a:lnTo>
                  <a:lnTo>
                    <a:pt x="1166" y="2726"/>
                  </a:lnTo>
                  <a:lnTo>
                    <a:pt x="1166" y="2746"/>
                  </a:lnTo>
                  <a:lnTo>
                    <a:pt x="1205" y="2746"/>
                  </a:lnTo>
                  <a:lnTo>
                    <a:pt x="1205" y="2766"/>
                  </a:lnTo>
                  <a:lnTo>
                    <a:pt x="1264" y="2766"/>
                  </a:lnTo>
                  <a:lnTo>
                    <a:pt x="1264" y="2746"/>
                  </a:lnTo>
                  <a:lnTo>
                    <a:pt x="1324" y="2746"/>
                  </a:lnTo>
                  <a:lnTo>
                    <a:pt x="1343" y="2726"/>
                  </a:lnTo>
                  <a:lnTo>
                    <a:pt x="1363" y="2726"/>
                  </a:lnTo>
                  <a:lnTo>
                    <a:pt x="1343" y="2707"/>
                  </a:lnTo>
                  <a:lnTo>
                    <a:pt x="1363" y="2707"/>
                  </a:lnTo>
                  <a:lnTo>
                    <a:pt x="1343" y="2687"/>
                  </a:lnTo>
                  <a:lnTo>
                    <a:pt x="1284" y="2667"/>
                  </a:lnTo>
                  <a:lnTo>
                    <a:pt x="1205" y="2628"/>
                  </a:lnTo>
                  <a:lnTo>
                    <a:pt x="1304" y="2667"/>
                  </a:lnTo>
                  <a:lnTo>
                    <a:pt x="1304" y="2647"/>
                  </a:lnTo>
                  <a:lnTo>
                    <a:pt x="1245" y="2628"/>
                  </a:lnTo>
                  <a:lnTo>
                    <a:pt x="1185" y="2608"/>
                  </a:lnTo>
                  <a:lnTo>
                    <a:pt x="1166" y="2588"/>
                  </a:lnTo>
                  <a:lnTo>
                    <a:pt x="1225" y="2588"/>
                  </a:lnTo>
                  <a:lnTo>
                    <a:pt x="1264" y="2608"/>
                  </a:lnTo>
                  <a:lnTo>
                    <a:pt x="1284" y="2628"/>
                  </a:lnTo>
                  <a:lnTo>
                    <a:pt x="1324" y="2628"/>
                  </a:lnTo>
                  <a:lnTo>
                    <a:pt x="1284" y="2608"/>
                  </a:lnTo>
                  <a:lnTo>
                    <a:pt x="1304" y="2608"/>
                  </a:lnTo>
                  <a:lnTo>
                    <a:pt x="1383" y="2588"/>
                  </a:lnTo>
                  <a:lnTo>
                    <a:pt x="1324" y="2568"/>
                  </a:lnTo>
                  <a:lnTo>
                    <a:pt x="1284" y="2549"/>
                  </a:lnTo>
                  <a:lnTo>
                    <a:pt x="1264" y="2568"/>
                  </a:lnTo>
                  <a:lnTo>
                    <a:pt x="1205" y="2529"/>
                  </a:lnTo>
                  <a:lnTo>
                    <a:pt x="1225" y="2529"/>
                  </a:lnTo>
                  <a:lnTo>
                    <a:pt x="1284" y="2509"/>
                  </a:lnTo>
                  <a:lnTo>
                    <a:pt x="1304" y="2529"/>
                  </a:lnTo>
                  <a:lnTo>
                    <a:pt x="1324" y="2549"/>
                  </a:lnTo>
                  <a:lnTo>
                    <a:pt x="1363" y="2568"/>
                  </a:lnTo>
                  <a:lnTo>
                    <a:pt x="1343" y="2549"/>
                  </a:lnTo>
                  <a:lnTo>
                    <a:pt x="1343" y="2529"/>
                  </a:lnTo>
                  <a:lnTo>
                    <a:pt x="1324" y="2529"/>
                  </a:lnTo>
                  <a:lnTo>
                    <a:pt x="1324" y="2509"/>
                  </a:lnTo>
                  <a:lnTo>
                    <a:pt x="1363" y="2509"/>
                  </a:lnTo>
                  <a:lnTo>
                    <a:pt x="1363" y="2489"/>
                  </a:lnTo>
                  <a:lnTo>
                    <a:pt x="1304" y="2470"/>
                  </a:lnTo>
                  <a:lnTo>
                    <a:pt x="1225" y="2450"/>
                  </a:lnTo>
                  <a:lnTo>
                    <a:pt x="1304" y="2450"/>
                  </a:lnTo>
                  <a:lnTo>
                    <a:pt x="1304" y="2470"/>
                  </a:lnTo>
                  <a:lnTo>
                    <a:pt x="1324" y="2450"/>
                  </a:lnTo>
                  <a:lnTo>
                    <a:pt x="1185" y="2410"/>
                  </a:lnTo>
                  <a:lnTo>
                    <a:pt x="1284" y="2410"/>
                  </a:lnTo>
                  <a:lnTo>
                    <a:pt x="1363" y="2430"/>
                  </a:lnTo>
                  <a:lnTo>
                    <a:pt x="1363" y="2430"/>
                  </a:lnTo>
                  <a:lnTo>
                    <a:pt x="1324" y="2410"/>
                  </a:lnTo>
                  <a:lnTo>
                    <a:pt x="1383" y="2410"/>
                  </a:lnTo>
                  <a:lnTo>
                    <a:pt x="1383" y="2391"/>
                  </a:lnTo>
                  <a:lnTo>
                    <a:pt x="1343" y="2371"/>
                  </a:lnTo>
                  <a:lnTo>
                    <a:pt x="1284" y="2331"/>
                  </a:lnTo>
                  <a:lnTo>
                    <a:pt x="1264" y="2312"/>
                  </a:lnTo>
                  <a:lnTo>
                    <a:pt x="1363" y="2331"/>
                  </a:lnTo>
                  <a:lnTo>
                    <a:pt x="1383" y="2351"/>
                  </a:lnTo>
                  <a:lnTo>
                    <a:pt x="1422" y="2351"/>
                  </a:lnTo>
                  <a:lnTo>
                    <a:pt x="1403" y="2331"/>
                  </a:lnTo>
                  <a:lnTo>
                    <a:pt x="1422" y="2331"/>
                  </a:lnTo>
                  <a:lnTo>
                    <a:pt x="1422" y="2312"/>
                  </a:lnTo>
                  <a:lnTo>
                    <a:pt x="1383" y="2312"/>
                  </a:lnTo>
                  <a:lnTo>
                    <a:pt x="1324" y="2292"/>
                  </a:lnTo>
                  <a:lnTo>
                    <a:pt x="1304" y="2272"/>
                  </a:lnTo>
                  <a:lnTo>
                    <a:pt x="1343" y="2272"/>
                  </a:lnTo>
                  <a:lnTo>
                    <a:pt x="1324" y="2252"/>
                  </a:lnTo>
                  <a:lnTo>
                    <a:pt x="1304" y="2232"/>
                  </a:lnTo>
                  <a:lnTo>
                    <a:pt x="1363" y="2252"/>
                  </a:lnTo>
                  <a:lnTo>
                    <a:pt x="1304" y="2213"/>
                  </a:lnTo>
                  <a:lnTo>
                    <a:pt x="1225" y="2193"/>
                  </a:lnTo>
                  <a:lnTo>
                    <a:pt x="1185" y="2193"/>
                  </a:lnTo>
                  <a:lnTo>
                    <a:pt x="1205" y="2213"/>
                  </a:lnTo>
                  <a:lnTo>
                    <a:pt x="1205" y="2232"/>
                  </a:lnTo>
                  <a:lnTo>
                    <a:pt x="1146" y="2232"/>
                  </a:lnTo>
                  <a:lnTo>
                    <a:pt x="1087" y="2213"/>
                  </a:lnTo>
                  <a:lnTo>
                    <a:pt x="1126" y="2213"/>
                  </a:lnTo>
                  <a:lnTo>
                    <a:pt x="1067" y="2193"/>
                  </a:lnTo>
                  <a:lnTo>
                    <a:pt x="1047" y="2193"/>
                  </a:lnTo>
                  <a:lnTo>
                    <a:pt x="948" y="2173"/>
                  </a:lnTo>
                  <a:lnTo>
                    <a:pt x="929" y="2134"/>
                  </a:lnTo>
                  <a:lnTo>
                    <a:pt x="1008" y="2153"/>
                  </a:lnTo>
                  <a:lnTo>
                    <a:pt x="1087" y="2193"/>
                  </a:lnTo>
                  <a:lnTo>
                    <a:pt x="1067" y="2173"/>
                  </a:lnTo>
                  <a:lnTo>
                    <a:pt x="1146" y="2193"/>
                  </a:lnTo>
                  <a:lnTo>
                    <a:pt x="1087" y="2153"/>
                  </a:lnTo>
                  <a:lnTo>
                    <a:pt x="988" y="2134"/>
                  </a:lnTo>
                  <a:lnTo>
                    <a:pt x="948" y="2134"/>
                  </a:lnTo>
                  <a:lnTo>
                    <a:pt x="948" y="2114"/>
                  </a:lnTo>
                  <a:lnTo>
                    <a:pt x="988" y="2114"/>
                  </a:lnTo>
                  <a:lnTo>
                    <a:pt x="1008" y="2134"/>
                  </a:lnTo>
                  <a:lnTo>
                    <a:pt x="1027" y="2114"/>
                  </a:lnTo>
                  <a:lnTo>
                    <a:pt x="1008" y="2114"/>
                  </a:lnTo>
                  <a:lnTo>
                    <a:pt x="988" y="2094"/>
                  </a:lnTo>
                  <a:lnTo>
                    <a:pt x="1027" y="2094"/>
                  </a:lnTo>
                  <a:lnTo>
                    <a:pt x="1067" y="2114"/>
                  </a:lnTo>
                  <a:lnTo>
                    <a:pt x="1106" y="2134"/>
                  </a:lnTo>
                  <a:lnTo>
                    <a:pt x="1106" y="2153"/>
                  </a:lnTo>
                  <a:lnTo>
                    <a:pt x="1166" y="2153"/>
                  </a:lnTo>
                  <a:lnTo>
                    <a:pt x="1225" y="2173"/>
                  </a:lnTo>
                  <a:lnTo>
                    <a:pt x="1343" y="2213"/>
                  </a:lnTo>
                  <a:lnTo>
                    <a:pt x="1343" y="2193"/>
                  </a:lnTo>
                  <a:lnTo>
                    <a:pt x="1383" y="2193"/>
                  </a:lnTo>
                  <a:lnTo>
                    <a:pt x="1343" y="2173"/>
                  </a:lnTo>
                  <a:lnTo>
                    <a:pt x="1363" y="2173"/>
                  </a:lnTo>
                  <a:lnTo>
                    <a:pt x="1363" y="2153"/>
                  </a:lnTo>
                  <a:lnTo>
                    <a:pt x="1304" y="2134"/>
                  </a:lnTo>
                  <a:lnTo>
                    <a:pt x="1363" y="2134"/>
                  </a:lnTo>
                  <a:lnTo>
                    <a:pt x="1363" y="2114"/>
                  </a:lnTo>
                  <a:lnTo>
                    <a:pt x="1324" y="2074"/>
                  </a:lnTo>
                  <a:lnTo>
                    <a:pt x="1363" y="2074"/>
                  </a:lnTo>
                  <a:lnTo>
                    <a:pt x="1403" y="2094"/>
                  </a:lnTo>
                  <a:lnTo>
                    <a:pt x="1422" y="2074"/>
                  </a:lnTo>
                  <a:lnTo>
                    <a:pt x="1403" y="2055"/>
                  </a:lnTo>
                  <a:lnTo>
                    <a:pt x="1363" y="2035"/>
                  </a:lnTo>
                  <a:lnTo>
                    <a:pt x="1324" y="1995"/>
                  </a:lnTo>
                  <a:lnTo>
                    <a:pt x="1324" y="1976"/>
                  </a:lnTo>
                  <a:lnTo>
                    <a:pt x="1324" y="1956"/>
                  </a:lnTo>
                  <a:lnTo>
                    <a:pt x="1383" y="1976"/>
                  </a:lnTo>
                  <a:lnTo>
                    <a:pt x="1343" y="1956"/>
                  </a:lnTo>
                  <a:lnTo>
                    <a:pt x="1403" y="1956"/>
                  </a:lnTo>
                  <a:lnTo>
                    <a:pt x="1383" y="1936"/>
                  </a:lnTo>
                  <a:lnTo>
                    <a:pt x="1363" y="1916"/>
                  </a:lnTo>
                  <a:lnTo>
                    <a:pt x="1422" y="1916"/>
                  </a:lnTo>
                  <a:lnTo>
                    <a:pt x="1422" y="1897"/>
                  </a:lnTo>
                  <a:lnTo>
                    <a:pt x="1383" y="1877"/>
                  </a:lnTo>
                  <a:lnTo>
                    <a:pt x="1324" y="1837"/>
                  </a:lnTo>
                  <a:lnTo>
                    <a:pt x="1422" y="1877"/>
                  </a:lnTo>
                  <a:lnTo>
                    <a:pt x="1383" y="1778"/>
                  </a:lnTo>
                  <a:lnTo>
                    <a:pt x="1383" y="1699"/>
                  </a:lnTo>
                  <a:lnTo>
                    <a:pt x="1403" y="1699"/>
                  </a:lnTo>
                  <a:lnTo>
                    <a:pt x="1403" y="1679"/>
                  </a:lnTo>
                  <a:lnTo>
                    <a:pt x="1363" y="1640"/>
                  </a:lnTo>
                  <a:lnTo>
                    <a:pt x="1343" y="1600"/>
                  </a:lnTo>
                  <a:lnTo>
                    <a:pt x="1343" y="1581"/>
                  </a:lnTo>
                  <a:lnTo>
                    <a:pt x="1363" y="1581"/>
                  </a:lnTo>
                  <a:lnTo>
                    <a:pt x="1324" y="1561"/>
                  </a:lnTo>
                  <a:lnTo>
                    <a:pt x="1264" y="1541"/>
                  </a:lnTo>
                  <a:lnTo>
                    <a:pt x="1126" y="1502"/>
                  </a:lnTo>
                  <a:lnTo>
                    <a:pt x="1126" y="1482"/>
                  </a:lnTo>
                  <a:lnTo>
                    <a:pt x="1166" y="1502"/>
                  </a:lnTo>
                  <a:lnTo>
                    <a:pt x="1225" y="1502"/>
                  </a:lnTo>
                  <a:lnTo>
                    <a:pt x="1304" y="1521"/>
                  </a:lnTo>
                  <a:lnTo>
                    <a:pt x="1383" y="1561"/>
                  </a:lnTo>
                  <a:lnTo>
                    <a:pt x="1324" y="1502"/>
                  </a:lnTo>
                  <a:lnTo>
                    <a:pt x="1343" y="1502"/>
                  </a:lnTo>
                  <a:lnTo>
                    <a:pt x="1343" y="148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403" y="1521"/>
                  </a:lnTo>
                  <a:lnTo>
                    <a:pt x="1442" y="1541"/>
                  </a:lnTo>
                  <a:lnTo>
                    <a:pt x="1422" y="1502"/>
                  </a:lnTo>
                  <a:lnTo>
                    <a:pt x="1422" y="1482"/>
                  </a:lnTo>
                  <a:lnTo>
                    <a:pt x="1442" y="1482"/>
                  </a:lnTo>
                  <a:lnTo>
                    <a:pt x="1383" y="1462"/>
                  </a:lnTo>
                  <a:lnTo>
                    <a:pt x="1363" y="1442"/>
                  </a:lnTo>
                  <a:lnTo>
                    <a:pt x="1304" y="1403"/>
                  </a:lnTo>
                  <a:lnTo>
                    <a:pt x="1304" y="1403"/>
                  </a:lnTo>
                  <a:lnTo>
                    <a:pt x="1403" y="1442"/>
                  </a:lnTo>
                  <a:lnTo>
                    <a:pt x="1343" y="1403"/>
                  </a:lnTo>
                  <a:lnTo>
                    <a:pt x="1343" y="1383"/>
                  </a:lnTo>
                  <a:lnTo>
                    <a:pt x="1422" y="1383"/>
                  </a:lnTo>
                  <a:lnTo>
                    <a:pt x="1403" y="1363"/>
                  </a:lnTo>
                  <a:lnTo>
                    <a:pt x="1383" y="1344"/>
                  </a:lnTo>
                  <a:lnTo>
                    <a:pt x="1422" y="1363"/>
                  </a:lnTo>
                  <a:lnTo>
                    <a:pt x="1442" y="1324"/>
                  </a:lnTo>
                  <a:lnTo>
                    <a:pt x="1462" y="1304"/>
                  </a:lnTo>
                  <a:lnTo>
                    <a:pt x="1501" y="1304"/>
                  </a:lnTo>
                  <a:lnTo>
                    <a:pt x="1462" y="1265"/>
                  </a:lnTo>
                  <a:lnTo>
                    <a:pt x="1403" y="1225"/>
                  </a:lnTo>
                  <a:lnTo>
                    <a:pt x="1383" y="1225"/>
                  </a:lnTo>
                  <a:lnTo>
                    <a:pt x="1343" y="1205"/>
                  </a:lnTo>
                  <a:lnTo>
                    <a:pt x="1304" y="1186"/>
                  </a:lnTo>
                  <a:lnTo>
                    <a:pt x="1304" y="1166"/>
                  </a:lnTo>
                  <a:lnTo>
                    <a:pt x="1343" y="1186"/>
                  </a:lnTo>
                  <a:lnTo>
                    <a:pt x="1383" y="1186"/>
                  </a:lnTo>
                  <a:lnTo>
                    <a:pt x="1422" y="1205"/>
                  </a:lnTo>
                  <a:lnTo>
                    <a:pt x="1422" y="1186"/>
                  </a:lnTo>
                  <a:lnTo>
                    <a:pt x="1482" y="1186"/>
                  </a:lnTo>
                  <a:lnTo>
                    <a:pt x="1462" y="1166"/>
                  </a:lnTo>
                  <a:lnTo>
                    <a:pt x="1422" y="1126"/>
                  </a:lnTo>
                  <a:lnTo>
                    <a:pt x="1422" y="1126"/>
                  </a:lnTo>
                  <a:lnTo>
                    <a:pt x="1462" y="1146"/>
                  </a:lnTo>
                  <a:lnTo>
                    <a:pt x="1501" y="1146"/>
                  </a:lnTo>
                  <a:lnTo>
                    <a:pt x="1462" y="1126"/>
                  </a:lnTo>
                  <a:lnTo>
                    <a:pt x="1383" y="1087"/>
                  </a:lnTo>
                  <a:lnTo>
                    <a:pt x="1403" y="1087"/>
                  </a:lnTo>
                  <a:lnTo>
                    <a:pt x="1383" y="1067"/>
                  </a:lnTo>
                  <a:lnTo>
                    <a:pt x="1383" y="1067"/>
                  </a:lnTo>
                  <a:lnTo>
                    <a:pt x="1462" y="1107"/>
                  </a:lnTo>
                  <a:lnTo>
                    <a:pt x="1422" y="1067"/>
                  </a:lnTo>
                  <a:lnTo>
                    <a:pt x="1363" y="1047"/>
                  </a:lnTo>
                  <a:lnTo>
                    <a:pt x="1403" y="1047"/>
                  </a:lnTo>
                  <a:lnTo>
                    <a:pt x="1343" y="1008"/>
                  </a:lnTo>
                  <a:lnTo>
                    <a:pt x="1284" y="968"/>
                  </a:lnTo>
                  <a:lnTo>
                    <a:pt x="1343" y="968"/>
                  </a:lnTo>
                  <a:lnTo>
                    <a:pt x="1442" y="988"/>
                  </a:lnTo>
                  <a:lnTo>
                    <a:pt x="1422" y="1008"/>
                  </a:lnTo>
                  <a:lnTo>
                    <a:pt x="1403" y="1008"/>
                  </a:lnTo>
                  <a:lnTo>
                    <a:pt x="1482" y="1028"/>
                  </a:lnTo>
                  <a:lnTo>
                    <a:pt x="1521" y="1008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501" y="929"/>
                  </a:lnTo>
                  <a:lnTo>
                    <a:pt x="1521" y="909"/>
                  </a:lnTo>
                  <a:lnTo>
                    <a:pt x="1501" y="889"/>
                  </a:lnTo>
                  <a:lnTo>
                    <a:pt x="1561" y="870"/>
                  </a:lnTo>
                  <a:lnTo>
                    <a:pt x="1561" y="830"/>
                  </a:lnTo>
                  <a:lnTo>
                    <a:pt x="1580" y="810"/>
                  </a:lnTo>
                  <a:lnTo>
                    <a:pt x="1561" y="791"/>
                  </a:lnTo>
                  <a:lnTo>
                    <a:pt x="1541" y="751"/>
                  </a:lnTo>
                  <a:lnTo>
                    <a:pt x="1541" y="751"/>
                  </a:lnTo>
                  <a:lnTo>
                    <a:pt x="1580" y="771"/>
                  </a:lnTo>
                  <a:lnTo>
                    <a:pt x="1580" y="771"/>
                  </a:lnTo>
                  <a:lnTo>
                    <a:pt x="1501" y="712"/>
                  </a:lnTo>
                  <a:lnTo>
                    <a:pt x="1482" y="672"/>
                  </a:lnTo>
                  <a:lnTo>
                    <a:pt x="1442" y="633"/>
                  </a:lnTo>
                  <a:lnTo>
                    <a:pt x="1343" y="573"/>
                  </a:lnTo>
                  <a:lnTo>
                    <a:pt x="1403" y="593"/>
                  </a:lnTo>
                  <a:lnTo>
                    <a:pt x="1462" y="613"/>
                  </a:lnTo>
                  <a:lnTo>
                    <a:pt x="1422" y="573"/>
                  </a:lnTo>
                  <a:lnTo>
                    <a:pt x="1442" y="573"/>
                  </a:lnTo>
                  <a:lnTo>
                    <a:pt x="1482" y="593"/>
                  </a:lnTo>
                  <a:lnTo>
                    <a:pt x="1501" y="593"/>
                  </a:lnTo>
                  <a:lnTo>
                    <a:pt x="1482" y="573"/>
                  </a:lnTo>
                  <a:lnTo>
                    <a:pt x="1501" y="573"/>
                  </a:lnTo>
                  <a:lnTo>
                    <a:pt x="1422" y="534"/>
                  </a:lnTo>
                  <a:lnTo>
                    <a:pt x="1383" y="494"/>
                  </a:lnTo>
                  <a:lnTo>
                    <a:pt x="1363" y="494"/>
                  </a:lnTo>
                  <a:lnTo>
                    <a:pt x="1324" y="475"/>
                  </a:lnTo>
                  <a:lnTo>
                    <a:pt x="1343" y="475"/>
                  </a:lnTo>
                  <a:lnTo>
                    <a:pt x="1304" y="415"/>
                  </a:lnTo>
                  <a:lnTo>
                    <a:pt x="1304" y="356"/>
                  </a:lnTo>
                  <a:lnTo>
                    <a:pt x="1324" y="297"/>
                  </a:lnTo>
                  <a:lnTo>
                    <a:pt x="1363" y="257"/>
                  </a:lnTo>
                  <a:lnTo>
                    <a:pt x="1403" y="277"/>
                  </a:lnTo>
                  <a:lnTo>
                    <a:pt x="1383" y="257"/>
                  </a:lnTo>
                  <a:lnTo>
                    <a:pt x="1403" y="257"/>
                  </a:lnTo>
                  <a:lnTo>
                    <a:pt x="1422" y="238"/>
                  </a:lnTo>
                  <a:lnTo>
                    <a:pt x="1422" y="218"/>
                  </a:lnTo>
                  <a:lnTo>
                    <a:pt x="1521" y="218"/>
                  </a:lnTo>
                  <a:lnTo>
                    <a:pt x="1541" y="198"/>
                  </a:lnTo>
                  <a:lnTo>
                    <a:pt x="1521" y="178"/>
                  </a:lnTo>
                  <a:lnTo>
                    <a:pt x="1521" y="178"/>
                  </a:lnTo>
                  <a:lnTo>
                    <a:pt x="1600" y="198"/>
                  </a:lnTo>
                  <a:lnTo>
                    <a:pt x="1659" y="218"/>
                  </a:lnTo>
                  <a:lnTo>
                    <a:pt x="1640" y="178"/>
                  </a:lnTo>
                  <a:lnTo>
                    <a:pt x="1600" y="159"/>
                  </a:lnTo>
                  <a:lnTo>
                    <a:pt x="1580" y="178"/>
                  </a:lnTo>
                  <a:lnTo>
                    <a:pt x="1541" y="139"/>
                  </a:lnTo>
                  <a:lnTo>
                    <a:pt x="1521" y="119"/>
                  </a:lnTo>
                  <a:lnTo>
                    <a:pt x="1383" y="80"/>
                  </a:lnTo>
                  <a:lnTo>
                    <a:pt x="1205" y="20"/>
                  </a:lnTo>
                  <a:lnTo>
                    <a:pt x="1205" y="40"/>
                  </a:lnTo>
                  <a:lnTo>
                    <a:pt x="1146" y="20"/>
                  </a:lnTo>
                  <a:lnTo>
                    <a:pt x="1106" y="1"/>
                  </a:lnTo>
                  <a:close/>
                  <a:moveTo>
                    <a:pt x="1027" y="3102"/>
                  </a:moveTo>
                  <a:lnTo>
                    <a:pt x="1106" y="3121"/>
                  </a:lnTo>
                  <a:lnTo>
                    <a:pt x="1067" y="31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11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11"/>
            <p:cNvSpPr/>
            <p:nvPr/>
          </p:nvSpPr>
          <p:spPr>
            <a:xfrm>
              <a:off x="-1617800" y="35178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0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11"/>
            <p:cNvSpPr/>
            <p:nvPr/>
          </p:nvSpPr>
          <p:spPr>
            <a:xfrm>
              <a:off x="-1614850" y="35568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11"/>
            <p:cNvSpPr/>
            <p:nvPr/>
          </p:nvSpPr>
          <p:spPr>
            <a:xfrm>
              <a:off x="-1530900" y="3470425"/>
              <a:ext cx="42000" cy="38550"/>
            </a:xfrm>
            <a:custGeom>
              <a:rect b="b" l="l" r="r" t="t"/>
              <a:pathLst>
                <a:path extrusionOk="0" h="1542" w="1680">
                  <a:moveTo>
                    <a:pt x="218" y="1245"/>
                  </a:moveTo>
                  <a:lnTo>
                    <a:pt x="218" y="1245"/>
                  </a:lnTo>
                  <a:lnTo>
                    <a:pt x="218" y="1245"/>
                  </a:lnTo>
                  <a:close/>
                  <a:moveTo>
                    <a:pt x="1344" y="1265"/>
                  </a:moveTo>
                  <a:lnTo>
                    <a:pt x="1344" y="1285"/>
                  </a:lnTo>
                  <a:lnTo>
                    <a:pt x="1354" y="1265"/>
                  </a:lnTo>
                  <a:close/>
                  <a:moveTo>
                    <a:pt x="310" y="1265"/>
                  </a:moveTo>
                  <a:lnTo>
                    <a:pt x="300" y="1296"/>
                  </a:lnTo>
                  <a:lnTo>
                    <a:pt x="310" y="1265"/>
                  </a:lnTo>
                  <a:close/>
                  <a:moveTo>
                    <a:pt x="1304" y="1314"/>
                  </a:moveTo>
                  <a:lnTo>
                    <a:pt x="1284" y="1344"/>
                  </a:lnTo>
                  <a:lnTo>
                    <a:pt x="1304" y="1324"/>
                  </a:lnTo>
                  <a:lnTo>
                    <a:pt x="1304" y="1314"/>
                  </a:lnTo>
                  <a:close/>
                  <a:moveTo>
                    <a:pt x="1284" y="1344"/>
                  </a:moveTo>
                  <a:lnTo>
                    <a:pt x="1284" y="1344"/>
                  </a:lnTo>
                  <a:lnTo>
                    <a:pt x="1284" y="1344"/>
                  </a:lnTo>
                  <a:close/>
                  <a:moveTo>
                    <a:pt x="1585" y="1348"/>
                  </a:moveTo>
                  <a:lnTo>
                    <a:pt x="1574" y="1364"/>
                  </a:lnTo>
                  <a:lnTo>
                    <a:pt x="1581" y="1364"/>
                  </a:lnTo>
                  <a:lnTo>
                    <a:pt x="1585" y="1348"/>
                  </a:lnTo>
                  <a:close/>
                  <a:moveTo>
                    <a:pt x="376" y="1265"/>
                  </a:moveTo>
                  <a:lnTo>
                    <a:pt x="336" y="1344"/>
                  </a:lnTo>
                  <a:lnTo>
                    <a:pt x="336" y="1364"/>
                  </a:lnTo>
                  <a:lnTo>
                    <a:pt x="336" y="1384"/>
                  </a:lnTo>
                  <a:lnTo>
                    <a:pt x="356" y="1324"/>
                  </a:lnTo>
                  <a:lnTo>
                    <a:pt x="376" y="1265"/>
                  </a:lnTo>
                  <a:close/>
                  <a:moveTo>
                    <a:pt x="1561" y="1344"/>
                  </a:moveTo>
                  <a:lnTo>
                    <a:pt x="1541" y="1364"/>
                  </a:lnTo>
                  <a:lnTo>
                    <a:pt x="1561" y="1384"/>
                  </a:lnTo>
                  <a:lnTo>
                    <a:pt x="1574" y="1364"/>
                  </a:lnTo>
                  <a:lnTo>
                    <a:pt x="1561" y="1364"/>
                  </a:lnTo>
                  <a:lnTo>
                    <a:pt x="1561" y="1344"/>
                  </a:lnTo>
                  <a:close/>
                  <a:moveTo>
                    <a:pt x="1092" y="1377"/>
                  </a:moveTo>
                  <a:lnTo>
                    <a:pt x="1087" y="1384"/>
                  </a:lnTo>
                  <a:lnTo>
                    <a:pt x="1084" y="1398"/>
                  </a:lnTo>
                  <a:lnTo>
                    <a:pt x="1092" y="1377"/>
                  </a:lnTo>
                  <a:close/>
                  <a:moveTo>
                    <a:pt x="1660" y="1384"/>
                  </a:moveTo>
                  <a:lnTo>
                    <a:pt x="1660" y="1423"/>
                  </a:lnTo>
                  <a:lnTo>
                    <a:pt x="1660" y="1443"/>
                  </a:lnTo>
                  <a:lnTo>
                    <a:pt x="1679" y="1423"/>
                  </a:lnTo>
                  <a:lnTo>
                    <a:pt x="1679" y="1403"/>
                  </a:lnTo>
                  <a:lnTo>
                    <a:pt x="1660" y="1384"/>
                  </a:lnTo>
                  <a:close/>
                  <a:moveTo>
                    <a:pt x="1304" y="1344"/>
                  </a:moveTo>
                  <a:lnTo>
                    <a:pt x="1304" y="1364"/>
                  </a:lnTo>
                  <a:lnTo>
                    <a:pt x="1284" y="1364"/>
                  </a:lnTo>
                  <a:lnTo>
                    <a:pt x="1284" y="1344"/>
                  </a:lnTo>
                  <a:lnTo>
                    <a:pt x="1265" y="1384"/>
                  </a:lnTo>
                  <a:lnTo>
                    <a:pt x="1265" y="1463"/>
                  </a:lnTo>
                  <a:lnTo>
                    <a:pt x="1284" y="1463"/>
                  </a:lnTo>
                  <a:lnTo>
                    <a:pt x="1284" y="1443"/>
                  </a:lnTo>
                  <a:lnTo>
                    <a:pt x="1304" y="1423"/>
                  </a:lnTo>
                  <a:lnTo>
                    <a:pt x="1304" y="1443"/>
                  </a:lnTo>
                  <a:lnTo>
                    <a:pt x="1324" y="1344"/>
                  </a:lnTo>
                  <a:close/>
                  <a:moveTo>
                    <a:pt x="1084" y="1398"/>
                  </a:moveTo>
                  <a:lnTo>
                    <a:pt x="1067" y="1443"/>
                  </a:lnTo>
                  <a:lnTo>
                    <a:pt x="1067" y="1463"/>
                  </a:lnTo>
                  <a:lnTo>
                    <a:pt x="1067" y="1482"/>
                  </a:lnTo>
                  <a:lnTo>
                    <a:pt x="1084" y="1398"/>
                  </a:lnTo>
                  <a:close/>
                  <a:moveTo>
                    <a:pt x="119" y="1"/>
                  </a:moveTo>
                  <a:lnTo>
                    <a:pt x="99" y="40"/>
                  </a:lnTo>
                  <a:lnTo>
                    <a:pt x="99" y="80"/>
                  </a:lnTo>
                  <a:lnTo>
                    <a:pt x="80" y="119"/>
                  </a:lnTo>
                  <a:lnTo>
                    <a:pt x="60" y="139"/>
                  </a:lnTo>
                  <a:lnTo>
                    <a:pt x="40" y="297"/>
                  </a:lnTo>
                  <a:lnTo>
                    <a:pt x="20" y="475"/>
                  </a:lnTo>
                  <a:lnTo>
                    <a:pt x="20" y="534"/>
                  </a:lnTo>
                  <a:lnTo>
                    <a:pt x="1" y="594"/>
                  </a:lnTo>
                  <a:lnTo>
                    <a:pt x="20" y="613"/>
                  </a:lnTo>
                  <a:lnTo>
                    <a:pt x="20" y="574"/>
                  </a:lnTo>
                  <a:lnTo>
                    <a:pt x="40" y="594"/>
                  </a:lnTo>
                  <a:lnTo>
                    <a:pt x="40" y="633"/>
                  </a:lnTo>
                  <a:lnTo>
                    <a:pt x="60" y="594"/>
                  </a:lnTo>
                  <a:lnTo>
                    <a:pt x="40" y="653"/>
                  </a:lnTo>
                  <a:lnTo>
                    <a:pt x="20" y="732"/>
                  </a:lnTo>
                  <a:lnTo>
                    <a:pt x="40" y="752"/>
                  </a:lnTo>
                  <a:lnTo>
                    <a:pt x="40" y="732"/>
                  </a:lnTo>
                  <a:lnTo>
                    <a:pt x="60" y="712"/>
                  </a:lnTo>
                  <a:lnTo>
                    <a:pt x="60" y="752"/>
                  </a:lnTo>
                  <a:lnTo>
                    <a:pt x="60" y="791"/>
                  </a:lnTo>
                  <a:lnTo>
                    <a:pt x="60" y="811"/>
                  </a:lnTo>
                  <a:lnTo>
                    <a:pt x="60" y="850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99" y="712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80" y="831"/>
                  </a:lnTo>
                  <a:lnTo>
                    <a:pt x="80" y="870"/>
                  </a:lnTo>
                  <a:lnTo>
                    <a:pt x="99" y="870"/>
                  </a:lnTo>
                  <a:lnTo>
                    <a:pt x="99" y="890"/>
                  </a:lnTo>
                  <a:lnTo>
                    <a:pt x="80" y="910"/>
                  </a:lnTo>
                  <a:lnTo>
                    <a:pt x="80" y="989"/>
                  </a:lnTo>
                  <a:lnTo>
                    <a:pt x="99" y="969"/>
                  </a:lnTo>
                  <a:lnTo>
                    <a:pt x="119" y="929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9" y="949"/>
                  </a:lnTo>
                  <a:lnTo>
                    <a:pt x="139" y="969"/>
                  </a:lnTo>
                  <a:lnTo>
                    <a:pt x="139" y="1028"/>
                  </a:lnTo>
                  <a:lnTo>
                    <a:pt x="139" y="1048"/>
                  </a:lnTo>
                  <a:lnTo>
                    <a:pt x="159" y="1048"/>
                  </a:lnTo>
                  <a:lnTo>
                    <a:pt x="178" y="1008"/>
                  </a:lnTo>
                  <a:lnTo>
                    <a:pt x="178" y="1068"/>
                  </a:lnTo>
                  <a:lnTo>
                    <a:pt x="198" y="949"/>
                  </a:lnTo>
                  <a:lnTo>
                    <a:pt x="218" y="910"/>
                  </a:lnTo>
                  <a:lnTo>
                    <a:pt x="238" y="870"/>
                  </a:lnTo>
                  <a:lnTo>
                    <a:pt x="238" y="929"/>
                  </a:lnTo>
                  <a:lnTo>
                    <a:pt x="218" y="989"/>
                  </a:lnTo>
                  <a:lnTo>
                    <a:pt x="198" y="1107"/>
                  </a:lnTo>
                  <a:lnTo>
                    <a:pt x="218" y="1107"/>
                  </a:lnTo>
                  <a:lnTo>
                    <a:pt x="218" y="1147"/>
                  </a:lnTo>
                  <a:lnTo>
                    <a:pt x="198" y="1186"/>
                  </a:lnTo>
                  <a:lnTo>
                    <a:pt x="218" y="1226"/>
                  </a:lnTo>
                  <a:lnTo>
                    <a:pt x="218" y="1245"/>
                  </a:lnTo>
                  <a:lnTo>
                    <a:pt x="238" y="1186"/>
                  </a:lnTo>
                  <a:lnTo>
                    <a:pt x="238" y="1206"/>
                  </a:lnTo>
                  <a:lnTo>
                    <a:pt x="238" y="1265"/>
                  </a:lnTo>
                  <a:lnTo>
                    <a:pt x="257" y="1245"/>
                  </a:lnTo>
                  <a:lnTo>
                    <a:pt x="257" y="1265"/>
                  </a:lnTo>
                  <a:lnTo>
                    <a:pt x="277" y="1245"/>
                  </a:lnTo>
                  <a:lnTo>
                    <a:pt x="297" y="1206"/>
                  </a:lnTo>
                  <a:lnTo>
                    <a:pt x="317" y="1245"/>
                  </a:lnTo>
                  <a:lnTo>
                    <a:pt x="310" y="1265"/>
                  </a:lnTo>
                  <a:lnTo>
                    <a:pt x="356" y="1127"/>
                  </a:lnTo>
                  <a:lnTo>
                    <a:pt x="356" y="1186"/>
                  </a:lnTo>
                  <a:lnTo>
                    <a:pt x="336" y="1285"/>
                  </a:lnTo>
                  <a:lnTo>
                    <a:pt x="336" y="1265"/>
                  </a:lnTo>
                  <a:lnTo>
                    <a:pt x="317" y="1305"/>
                  </a:lnTo>
                  <a:lnTo>
                    <a:pt x="317" y="1324"/>
                  </a:lnTo>
                  <a:lnTo>
                    <a:pt x="336" y="1305"/>
                  </a:lnTo>
                  <a:lnTo>
                    <a:pt x="356" y="1265"/>
                  </a:lnTo>
                  <a:lnTo>
                    <a:pt x="376" y="1226"/>
                  </a:lnTo>
                  <a:lnTo>
                    <a:pt x="396" y="1186"/>
                  </a:lnTo>
                  <a:lnTo>
                    <a:pt x="435" y="1087"/>
                  </a:lnTo>
                  <a:lnTo>
                    <a:pt x="435" y="1147"/>
                  </a:lnTo>
                  <a:lnTo>
                    <a:pt x="415" y="1265"/>
                  </a:lnTo>
                  <a:lnTo>
                    <a:pt x="415" y="1344"/>
                  </a:lnTo>
                  <a:lnTo>
                    <a:pt x="435" y="1285"/>
                  </a:lnTo>
                  <a:lnTo>
                    <a:pt x="455" y="1226"/>
                  </a:lnTo>
                  <a:lnTo>
                    <a:pt x="455" y="1305"/>
                  </a:lnTo>
                  <a:lnTo>
                    <a:pt x="475" y="1324"/>
                  </a:lnTo>
                  <a:lnTo>
                    <a:pt x="475" y="1364"/>
                  </a:lnTo>
                  <a:lnTo>
                    <a:pt x="494" y="1384"/>
                  </a:lnTo>
                  <a:lnTo>
                    <a:pt x="514" y="1384"/>
                  </a:lnTo>
                  <a:lnTo>
                    <a:pt x="514" y="1285"/>
                  </a:lnTo>
                  <a:lnTo>
                    <a:pt x="494" y="1364"/>
                  </a:lnTo>
                  <a:lnTo>
                    <a:pt x="514" y="1245"/>
                  </a:lnTo>
                  <a:lnTo>
                    <a:pt x="554" y="1147"/>
                  </a:lnTo>
                  <a:lnTo>
                    <a:pt x="554" y="1166"/>
                  </a:lnTo>
                  <a:lnTo>
                    <a:pt x="554" y="1206"/>
                  </a:lnTo>
                  <a:lnTo>
                    <a:pt x="573" y="1166"/>
                  </a:lnTo>
                  <a:lnTo>
                    <a:pt x="573" y="1127"/>
                  </a:lnTo>
                  <a:lnTo>
                    <a:pt x="593" y="1107"/>
                  </a:lnTo>
                  <a:lnTo>
                    <a:pt x="593" y="1147"/>
                  </a:lnTo>
                  <a:lnTo>
                    <a:pt x="573" y="1206"/>
                  </a:lnTo>
                  <a:lnTo>
                    <a:pt x="593" y="1186"/>
                  </a:lnTo>
                  <a:lnTo>
                    <a:pt x="573" y="1265"/>
                  </a:lnTo>
                  <a:lnTo>
                    <a:pt x="573" y="1305"/>
                  </a:lnTo>
                  <a:lnTo>
                    <a:pt x="554" y="1364"/>
                  </a:lnTo>
                  <a:lnTo>
                    <a:pt x="573" y="1344"/>
                  </a:lnTo>
                  <a:lnTo>
                    <a:pt x="573" y="1344"/>
                  </a:lnTo>
                  <a:lnTo>
                    <a:pt x="554" y="1423"/>
                  </a:lnTo>
                  <a:lnTo>
                    <a:pt x="554" y="1443"/>
                  </a:lnTo>
                  <a:lnTo>
                    <a:pt x="573" y="1423"/>
                  </a:lnTo>
                  <a:lnTo>
                    <a:pt x="573" y="1443"/>
                  </a:lnTo>
                  <a:lnTo>
                    <a:pt x="593" y="1384"/>
                  </a:lnTo>
                  <a:lnTo>
                    <a:pt x="613" y="1443"/>
                  </a:lnTo>
                  <a:lnTo>
                    <a:pt x="633" y="1463"/>
                  </a:lnTo>
                  <a:lnTo>
                    <a:pt x="633" y="1403"/>
                  </a:lnTo>
                  <a:lnTo>
                    <a:pt x="652" y="1384"/>
                  </a:lnTo>
                  <a:lnTo>
                    <a:pt x="652" y="1403"/>
                  </a:lnTo>
                  <a:lnTo>
                    <a:pt x="652" y="1443"/>
                  </a:lnTo>
                  <a:lnTo>
                    <a:pt x="652" y="1463"/>
                  </a:lnTo>
                  <a:lnTo>
                    <a:pt x="692" y="1423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712" y="1384"/>
                  </a:lnTo>
                  <a:lnTo>
                    <a:pt x="751" y="1305"/>
                  </a:lnTo>
                  <a:lnTo>
                    <a:pt x="731" y="1364"/>
                  </a:lnTo>
                  <a:lnTo>
                    <a:pt x="731" y="1403"/>
                  </a:lnTo>
                  <a:lnTo>
                    <a:pt x="751" y="1403"/>
                  </a:lnTo>
                  <a:lnTo>
                    <a:pt x="751" y="1423"/>
                  </a:lnTo>
                  <a:lnTo>
                    <a:pt x="830" y="1226"/>
                  </a:lnTo>
                  <a:lnTo>
                    <a:pt x="870" y="1127"/>
                  </a:lnTo>
                  <a:lnTo>
                    <a:pt x="889" y="1008"/>
                  </a:lnTo>
                  <a:lnTo>
                    <a:pt x="889" y="1068"/>
                  </a:lnTo>
                  <a:lnTo>
                    <a:pt x="909" y="1107"/>
                  </a:lnTo>
                  <a:lnTo>
                    <a:pt x="889" y="1186"/>
                  </a:lnTo>
                  <a:lnTo>
                    <a:pt x="889" y="1206"/>
                  </a:lnTo>
                  <a:lnTo>
                    <a:pt x="870" y="1245"/>
                  </a:lnTo>
                  <a:lnTo>
                    <a:pt x="870" y="1324"/>
                  </a:lnTo>
                  <a:lnTo>
                    <a:pt x="850" y="1384"/>
                  </a:lnTo>
                  <a:lnTo>
                    <a:pt x="850" y="1324"/>
                  </a:lnTo>
                  <a:lnTo>
                    <a:pt x="830" y="1364"/>
                  </a:lnTo>
                  <a:lnTo>
                    <a:pt x="830" y="1403"/>
                  </a:lnTo>
                  <a:lnTo>
                    <a:pt x="810" y="1502"/>
                  </a:lnTo>
                  <a:lnTo>
                    <a:pt x="830" y="1482"/>
                  </a:lnTo>
                  <a:lnTo>
                    <a:pt x="830" y="1463"/>
                  </a:lnTo>
                  <a:lnTo>
                    <a:pt x="850" y="1502"/>
                  </a:lnTo>
                  <a:lnTo>
                    <a:pt x="850" y="1482"/>
                  </a:lnTo>
                  <a:lnTo>
                    <a:pt x="870" y="1463"/>
                  </a:lnTo>
                  <a:lnTo>
                    <a:pt x="870" y="1482"/>
                  </a:lnTo>
                  <a:lnTo>
                    <a:pt x="889" y="1403"/>
                  </a:lnTo>
                  <a:lnTo>
                    <a:pt x="909" y="1403"/>
                  </a:lnTo>
                  <a:lnTo>
                    <a:pt x="909" y="1423"/>
                  </a:lnTo>
                  <a:lnTo>
                    <a:pt x="889" y="1482"/>
                  </a:lnTo>
                  <a:lnTo>
                    <a:pt x="909" y="1443"/>
                  </a:lnTo>
                  <a:lnTo>
                    <a:pt x="929" y="1443"/>
                  </a:lnTo>
                  <a:lnTo>
                    <a:pt x="949" y="1364"/>
                  </a:lnTo>
                  <a:lnTo>
                    <a:pt x="968" y="1265"/>
                  </a:lnTo>
                  <a:lnTo>
                    <a:pt x="988" y="1245"/>
                  </a:lnTo>
                  <a:lnTo>
                    <a:pt x="1008" y="1245"/>
                  </a:lnTo>
                  <a:lnTo>
                    <a:pt x="988" y="1285"/>
                  </a:lnTo>
                  <a:lnTo>
                    <a:pt x="968" y="1305"/>
                  </a:lnTo>
                  <a:lnTo>
                    <a:pt x="1008" y="1285"/>
                  </a:lnTo>
                  <a:lnTo>
                    <a:pt x="1008" y="1324"/>
                  </a:lnTo>
                  <a:lnTo>
                    <a:pt x="988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1028" y="1285"/>
                  </a:lnTo>
                  <a:lnTo>
                    <a:pt x="1047" y="1305"/>
                  </a:lnTo>
                  <a:lnTo>
                    <a:pt x="1047" y="1324"/>
                  </a:lnTo>
                  <a:lnTo>
                    <a:pt x="1047" y="1403"/>
                  </a:lnTo>
                  <a:lnTo>
                    <a:pt x="1047" y="1463"/>
                  </a:lnTo>
                  <a:lnTo>
                    <a:pt x="1067" y="1384"/>
                  </a:lnTo>
                  <a:lnTo>
                    <a:pt x="1107" y="1305"/>
                  </a:lnTo>
                  <a:lnTo>
                    <a:pt x="1087" y="1324"/>
                  </a:lnTo>
                  <a:lnTo>
                    <a:pt x="1087" y="1305"/>
                  </a:lnTo>
                  <a:lnTo>
                    <a:pt x="1087" y="1265"/>
                  </a:lnTo>
                  <a:lnTo>
                    <a:pt x="1107" y="1226"/>
                  </a:lnTo>
                  <a:lnTo>
                    <a:pt x="1126" y="1186"/>
                  </a:lnTo>
                  <a:lnTo>
                    <a:pt x="1126" y="1206"/>
                  </a:lnTo>
                  <a:lnTo>
                    <a:pt x="1126" y="1226"/>
                  </a:lnTo>
                  <a:lnTo>
                    <a:pt x="1126" y="1285"/>
                  </a:lnTo>
                  <a:lnTo>
                    <a:pt x="1092" y="1377"/>
                  </a:lnTo>
                  <a:lnTo>
                    <a:pt x="1146" y="1305"/>
                  </a:lnTo>
                  <a:lnTo>
                    <a:pt x="1186" y="1245"/>
                  </a:lnTo>
                  <a:lnTo>
                    <a:pt x="1166" y="1305"/>
                  </a:lnTo>
                  <a:lnTo>
                    <a:pt x="1146" y="1364"/>
                  </a:lnTo>
                  <a:lnTo>
                    <a:pt x="1126" y="1403"/>
                  </a:lnTo>
                  <a:lnTo>
                    <a:pt x="1107" y="1482"/>
                  </a:lnTo>
                  <a:lnTo>
                    <a:pt x="1126" y="1443"/>
                  </a:lnTo>
                  <a:lnTo>
                    <a:pt x="1146" y="1423"/>
                  </a:lnTo>
                  <a:lnTo>
                    <a:pt x="1146" y="1463"/>
                  </a:lnTo>
                  <a:lnTo>
                    <a:pt x="1186" y="1443"/>
                  </a:lnTo>
                  <a:lnTo>
                    <a:pt x="1186" y="1403"/>
                  </a:lnTo>
                  <a:lnTo>
                    <a:pt x="1186" y="1384"/>
                  </a:lnTo>
                  <a:lnTo>
                    <a:pt x="1205" y="1403"/>
                  </a:lnTo>
                  <a:lnTo>
                    <a:pt x="1225" y="1384"/>
                  </a:lnTo>
                  <a:lnTo>
                    <a:pt x="1245" y="1403"/>
                  </a:lnTo>
                  <a:lnTo>
                    <a:pt x="1245" y="1384"/>
                  </a:lnTo>
                  <a:lnTo>
                    <a:pt x="1265" y="1364"/>
                  </a:lnTo>
                  <a:lnTo>
                    <a:pt x="1245" y="1364"/>
                  </a:lnTo>
                  <a:lnTo>
                    <a:pt x="1245" y="1344"/>
                  </a:lnTo>
                  <a:lnTo>
                    <a:pt x="1245" y="1285"/>
                  </a:lnTo>
                  <a:lnTo>
                    <a:pt x="1284" y="1245"/>
                  </a:lnTo>
                  <a:lnTo>
                    <a:pt x="1304" y="1226"/>
                  </a:lnTo>
                  <a:lnTo>
                    <a:pt x="1304" y="1206"/>
                  </a:lnTo>
                  <a:lnTo>
                    <a:pt x="1324" y="1186"/>
                  </a:lnTo>
                  <a:lnTo>
                    <a:pt x="1344" y="1186"/>
                  </a:lnTo>
                  <a:lnTo>
                    <a:pt x="1344" y="1226"/>
                  </a:lnTo>
                  <a:lnTo>
                    <a:pt x="1324" y="1245"/>
                  </a:lnTo>
                  <a:lnTo>
                    <a:pt x="1304" y="1305"/>
                  </a:lnTo>
                  <a:lnTo>
                    <a:pt x="1304" y="1314"/>
                  </a:lnTo>
                  <a:lnTo>
                    <a:pt x="1324" y="1285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54" y="1265"/>
                  </a:lnTo>
                  <a:lnTo>
                    <a:pt x="1363" y="1265"/>
                  </a:lnTo>
                  <a:lnTo>
                    <a:pt x="1344" y="1305"/>
                  </a:lnTo>
                  <a:lnTo>
                    <a:pt x="1324" y="1384"/>
                  </a:lnTo>
                  <a:lnTo>
                    <a:pt x="1363" y="1305"/>
                  </a:lnTo>
                  <a:lnTo>
                    <a:pt x="1344" y="1364"/>
                  </a:lnTo>
                  <a:lnTo>
                    <a:pt x="1363" y="1324"/>
                  </a:lnTo>
                  <a:lnTo>
                    <a:pt x="1383" y="1305"/>
                  </a:lnTo>
                  <a:lnTo>
                    <a:pt x="1383" y="1305"/>
                  </a:lnTo>
                  <a:lnTo>
                    <a:pt x="1363" y="1344"/>
                  </a:lnTo>
                  <a:lnTo>
                    <a:pt x="1383" y="1344"/>
                  </a:lnTo>
                  <a:lnTo>
                    <a:pt x="1403" y="1285"/>
                  </a:lnTo>
                  <a:lnTo>
                    <a:pt x="1403" y="1226"/>
                  </a:lnTo>
                  <a:lnTo>
                    <a:pt x="1423" y="1166"/>
                  </a:lnTo>
                  <a:lnTo>
                    <a:pt x="1462" y="1166"/>
                  </a:lnTo>
                  <a:lnTo>
                    <a:pt x="1462" y="1226"/>
                  </a:lnTo>
                  <a:lnTo>
                    <a:pt x="1482" y="1166"/>
                  </a:lnTo>
                  <a:lnTo>
                    <a:pt x="1482" y="1206"/>
                  </a:lnTo>
                  <a:lnTo>
                    <a:pt x="1482" y="1245"/>
                  </a:lnTo>
                  <a:lnTo>
                    <a:pt x="1462" y="1245"/>
                  </a:lnTo>
                  <a:lnTo>
                    <a:pt x="1462" y="1265"/>
                  </a:lnTo>
                  <a:lnTo>
                    <a:pt x="1442" y="1324"/>
                  </a:lnTo>
                  <a:lnTo>
                    <a:pt x="1442" y="1364"/>
                  </a:lnTo>
                  <a:lnTo>
                    <a:pt x="1462" y="1285"/>
                  </a:lnTo>
                  <a:lnTo>
                    <a:pt x="1462" y="1305"/>
                  </a:lnTo>
                  <a:lnTo>
                    <a:pt x="1462" y="1364"/>
                  </a:lnTo>
                  <a:lnTo>
                    <a:pt x="1475" y="1338"/>
                  </a:lnTo>
                  <a:lnTo>
                    <a:pt x="1475" y="1338"/>
                  </a:lnTo>
                  <a:lnTo>
                    <a:pt x="1462" y="1403"/>
                  </a:lnTo>
                  <a:lnTo>
                    <a:pt x="1482" y="1423"/>
                  </a:lnTo>
                  <a:lnTo>
                    <a:pt x="1482" y="1384"/>
                  </a:lnTo>
                  <a:lnTo>
                    <a:pt x="1482" y="1344"/>
                  </a:lnTo>
                  <a:lnTo>
                    <a:pt x="1502" y="1344"/>
                  </a:lnTo>
                  <a:lnTo>
                    <a:pt x="1502" y="1364"/>
                  </a:lnTo>
                  <a:lnTo>
                    <a:pt x="1521" y="1364"/>
                  </a:lnTo>
                  <a:lnTo>
                    <a:pt x="1521" y="1384"/>
                  </a:lnTo>
                  <a:lnTo>
                    <a:pt x="1541" y="1324"/>
                  </a:lnTo>
                  <a:lnTo>
                    <a:pt x="1521" y="1324"/>
                  </a:lnTo>
                  <a:lnTo>
                    <a:pt x="1521" y="1305"/>
                  </a:lnTo>
                  <a:lnTo>
                    <a:pt x="1541" y="1285"/>
                  </a:lnTo>
                  <a:lnTo>
                    <a:pt x="1561" y="1265"/>
                  </a:lnTo>
                  <a:lnTo>
                    <a:pt x="1581" y="1265"/>
                  </a:lnTo>
                  <a:lnTo>
                    <a:pt x="1600" y="1226"/>
                  </a:lnTo>
                  <a:lnTo>
                    <a:pt x="1600" y="1285"/>
                  </a:lnTo>
                  <a:lnTo>
                    <a:pt x="1585" y="1348"/>
                  </a:lnTo>
                  <a:lnTo>
                    <a:pt x="1600" y="1324"/>
                  </a:lnTo>
                  <a:lnTo>
                    <a:pt x="1620" y="1364"/>
                  </a:lnTo>
                  <a:lnTo>
                    <a:pt x="1600" y="1423"/>
                  </a:lnTo>
                  <a:lnTo>
                    <a:pt x="1600" y="1463"/>
                  </a:lnTo>
                  <a:lnTo>
                    <a:pt x="1600" y="1482"/>
                  </a:lnTo>
                  <a:lnTo>
                    <a:pt x="1620" y="1463"/>
                  </a:lnTo>
                  <a:lnTo>
                    <a:pt x="1620" y="1384"/>
                  </a:lnTo>
                  <a:lnTo>
                    <a:pt x="1640" y="1384"/>
                  </a:lnTo>
                  <a:lnTo>
                    <a:pt x="1660" y="1344"/>
                  </a:lnTo>
                  <a:lnTo>
                    <a:pt x="1423" y="732"/>
                  </a:lnTo>
                  <a:lnTo>
                    <a:pt x="1126" y="60"/>
                  </a:lnTo>
                  <a:lnTo>
                    <a:pt x="1087" y="119"/>
                  </a:lnTo>
                  <a:lnTo>
                    <a:pt x="1087" y="139"/>
                  </a:lnTo>
                  <a:lnTo>
                    <a:pt x="1087" y="198"/>
                  </a:lnTo>
                  <a:lnTo>
                    <a:pt x="1067" y="218"/>
                  </a:lnTo>
                  <a:lnTo>
                    <a:pt x="1047" y="238"/>
                  </a:lnTo>
                  <a:lnTo>
                    <a:pt x="1047" y="198"/>
                  </a:lnTo>
                  <a:lnTo>
                    <a:pt x="1067" y="159"/>
                  </a:lnTo>
                  <a:lnTo>
                    <a:pt x="1067" y="100"/>
                  </a:lnTo>
                  <a:lnTo>
                    <a:pt x="1047" y="100"/>
                  </a:lnTo>
                  <a:lnTo>
                    <a:pt x="1047" y="60"/>
                  </a:lnTo>
                  <a:lnTo>
                    <a:pt x="1028" y="80"/>
                  </a:lnTo>
                  <a:lnTo>
                    <a:pt x="1008" y="119"/>
                  </a:lnTo>
                  <a:lnTo>
                    <a:pt x="1008" y="80"/>
                  </a:lnTo>
                  <a:lnTo>
                    <a:pt x="1028" y="40"/>
                  </a:lnTo>
                  <a:lnTo>
                    <a:pt x="1008" y="40"/>
                  </a:lnTo>
                  <a:lnTo>
                    <a:pt x="988" y="80"/>
                  </a:lnTo>
                  <a:lnTo>
                    <a:pt x="988" y="80"/>
                  </a:lnTo>
                  <a:lnTo>
                    <a:pt x="968" y="159"/>
                  </a:lnTo>
                  <a:lnTo>
                    <a:pt x="968" y="139"/>
                  </a:lnTo>
                  <a:lnTo>
                    <a:pt x="949" y="159"/>
                  </a:lnTo>
                  <a:lnTo>
                    <a:pt x="988" y="80"/>
                  </a:lnTo>
                  <a:lnTo>
                    <a:pt x="929" y="179"/>
                  </a:lnTo>
                  <a:lnTo>
                    <a:pt x="929" y="159"/>
                  </a:lnTo>
                  <a:lnTo>
                    <a:pt x="889" y="218"/>
                  </a:lnTo>
                  <a:lnTo>
                    <a:pt x="870" y="258"/>
                  </a:lnTo>
                  <a:lnTo>
                    <a:pt x="870" y="218"/>
                  </a:lnTo>
                  <a:lnTo>
                    <a:pt x="870" y="198"/>
                  </a:lnTo>
                  <a:lnTo>
                    <a:pt x="850" y="218"/>
                  </a:lnTo>
                  <a:lnTo>
                    <a:pt x="870" y="119"/>
                  </a:lnTo>
                  <a:lnTo>
                    <a:pt x="889" y="119"/>
                  </a:lnTo>
                  <a:lnTo>
                    <a:pt x="889" y="80"/>
                  </a:lnTo>
                  <a:lnTo>
                    <a:pt x="889" y="40"/>
                  </a:lnTo>
                  <a:lnTo>
                    <a:pt x="850" y="40"/>
                  </a:lnTo>
                  <a:lnTo>
                    <a:pt x="810" y="60"/>
                  </a:lnTo>
                  <a:lnTo>
                    <a:pt x="791" y="40"/>
                  </a:lnTo>
                  <a:lnTo>
                    <a:pt x="771" y="60"/>
                  </a:lnTo>
                  <a:lnTo>
                    <a:pt x="751" y="1"/>
                  </a:lnTo>
                  <a:lnTo>
                    <a:pt x="692" y="1"/>
                  </a:lnTo>
                  <a:lnTo>
                    <a:pt x="672" y="21"/>
                  </a:lnTo>
                  <a:lnTo>
                    <a:pt x="652" y="40"/>
                  </a:lnTo>
                  <a:lnTo>
                    <a:pt x="652" y="1"/>
                  </a:lnTo>
                  <a:lnTo>
                    <a:pt x="613" y="80"/>
                  </a:lnTo>
                  <a:lnTo>
                    <a:pt x="573" y="119"/>
                  </a:lnTo>
                  <a:lnTo>
                    <a:pt x="534" y="159"/>
                  </a:lnTo>
                  <a:lnTo>
                    <a:pt x="494" y="258"/>
                  </a:lnTo>
                  <a:lnTo>
                    <a:pt x="494" y="198"/>
                  </a:lnTo>
                  <a:lnTo>
                    <a:pt x="514" y="139"/>
                  </a:lnTo>
                  <a:lnTo>
                    <a:pt x="494" y="179"/>
                  </a:lnTo>
                  <a:lnTo>
                    <a:pt x="475" y="198"/>
                  </a:lnTo>
                  <a:lnTo>
                    <a:pt x="475" y="159"/>
                  </a:lnTo>
                  <a:lnTo>
                    <a:pt x="494" y="119"/>
                  </a:lnTo>
                  <a:lnTo>
                    <a:pt x="494" y="100"/>
                  </a:lnTo>
                  <a:lnTo>
                    <a:pt x="475" y="119"/>
                  </a:lnTo>
                  <a:lnTo>
                    <a:pt x="475" y="100"/>
                  </a:lnTo>
                  <a:lnTo>
                    <a:pt x="455" y="179"/>
                  </a:lnTo>
                  <a:lnTo>
                    <a:pt x="415" y="238"/>
                  </a:lnTo>
                  <a:lnTo>
                    <a:pt x="415" y="277"/>
                  </a:lnTo>
                  <a:lnTo>
                    <a:pt x="356" y="317"/>
                  </a:lnTo>
                  <a:lnTo>
                    <a:pt x="297" y="337"/>
                  </a:lnTo>
                  <a:lnTo>
                    <a:pt x="238" y="317"/>
                  </a:lnTo>
                  <a:lnTo>
                    <a:pt x="198" y="277"/>
                  </a:lnTo>
                  <a:lnTo>
                    <a:pt x="218" y="238"/>
                  </a:lnTo>
                  <a:lnTo>
                    <a:pt x="198" y="258"/>
                  </a:lnTo>
                  <a:lnTo>
                    <a:pt x="178" y="238"/>
                  </a:lnTo>
                  <a:lnTo>
                    <a:pt x="198" y="238"/>
                  </a:lnTo>
                  <a:lnTo>
                    <a:pt x="178" y="19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59" y="198"/>
                  </a:lnTo>
                  <a:lnTo>
                    <a:pt x="159" y="179"/>
                  </a:lnTo>
                  <a:lnTo>
                    <a:pt x="139" y="139"/>
                  </a:lnTo>
                  <a:lnTo>
                    <a:pt x="139" y="119"/>
                  </a:lnTo>
                  <a:lnTo>
                    <a:pt x="119" y="139"/>
                  </a:lnTo>
                  <a:lnTo>
                    <a:pt x="119" y="80"/>
                  </a:lnTo>
                  <a:lnTo>
                    <a:pt x="119" y="1"/>
                  </a:lnTo>
                  <a:close/>
                  <a:moveTo>
                    <a:pt x="1047" y="1324"/>
                  </a:moveTo>
                  <a:lnTo>
                    <a:pt x="1008" y="1403"/>
                  </a:lnTo>
                  <a:lnTo>
                    <a:pt x="988" y="1482"/>
                  </a:lnTo>
                  <a:lnTo>
                    <a:pt x="988" y="1463"/>
                  </a:lnTo>
                  <a:lnTo>
                    <a:pt x="988" y="1443"/>
                  </a:lnTo>
                  <a:lnTo>
                    <a:pt x="968" y="1443"/>
                  </a:lnTo>
                  <a:lnTo>
                    <a:pt x="968" y="1423"/>
                  </a:lnTo>
                  <a:lnTo>
                    <a:pt x="949" y="1423"/>
                  </a:lnTo>
                  <a:lnTo>
                    <a:pt x="929" y="1463"/>
                  </a:lnTo>
                  <a:lnTo>
                    <a:pt x="929" y="1502"/>
                  </a:lnTo>
                  <a:lnTo>
                    <a:pt x="968" y="1502"/>
                  </a:lnTo>
                  <a:lnTo>
                    <a:pt x="968" y="1542"/>
                  </a:lnTo>
                  <a:lnTo>
                    <a:pt x="1028" y="1443"/>
                  </a:lnTo>
                  <a:lnTo>
                    <a:pt x="1028" y="1384"/>
                  </a:lnTo>
                  <a:lnTo>
                    <a:pt x="1047" y="1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11"/>
            <p:cNvSpPr/>
            <p:nvPr/>
          </p:nvSpPr>
          <p:spPr>
            <a:xfrm>
              <a:off x="-1500775" y="3505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11"/>
            <p:cNvSpPr/>
            <p:nvPr/>
          </p:nvSpPr>
          <p:spPr>
            <a:xfrm>
              <a:off x="-1570900" y="3408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11"/>
            <p:cNvSpPr/>
            <p:nvPr/>
          </p:nvSpPr>
          <p:spPr>
            <a:xfrm>
              <a:off x="-1572875" y="3408225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11"/>
            <p:cNvSpPr/>
            <p:nvPr/>
          </p:nvSpPr>
          <p:spPr>
            <a:xfrm>
              <a:off x="-1629175" y="3384025"/>
              <a:ext cx="61750" cy="41500"/>
            </a:xfrm>
            <a:custGeom>
              <a:rect b="b" l="l" r="r" t="t"/>
              <a:pathLst>
                <a:path extrusionOk="0" h="1660" w="2470">
                  <a:moveTo>
                    <a:pt x="850" y="237"/>
                  </a:moveTo>
                  <a:lnTo>
                    <a:pt x="850" y="237"/>
                  </a:lnTo>
                  <a:lnTo>
                    <a:pt x="850" y="237"/>
                  </a:lnTo>
                  <a:close/>
                  <a:moveTo>
                    <a:pt x="1186" y="257"/>
                  </a:moveTo>
                  <a:lnTo>
                    <a:pt x="1186" y="257"/>
                  </a:lnTo>
                  <a:lnTo>
                    <a:pt x="1186" y="257"/>
                  </a:lnTo>
                  <a:close/>
                  <a:moveTo>
                    <a:pt x="1285" y="198"/>
                  </a:moveTo>
                  <a:lnTo>
                    <a:pt x="1245" y="237"/>
                  </a:lnTo>
                  <a:lnTo>
                    <a:pt x="1245" y="257"/>
                  </a:lnTo>
                  <a:lnTo>
                    <a:pt x="1225" y="277"/>
                  </a:lnTo>
                  <a:lnTo>
                    <a:pt x="1245" y="277"/>
                  </a:lnTo>
                  <a:lnTo>
                    <a:pt x="1265" y="257"/>
                  </a:lnTo>
                  <a:lnTo>
                    <a:pt x="1285" y="198"/>
                  </a:lnTo>
                  <a:close/>
                  <a:moveTo>
                    <a:pt x="2055" y="435"/>
                  </a:moveTo>
                  <a:lnTo>
                    <a:pt x="2055" y="435"/>
                  </a:lnTo>
                  <a:lnTo>
                    <a:pt x="2055" y="435"/>
                  </a:lnTo>
                  <a:close/>
                  <a:moveTo>
                    <a:pt x="1660" y="652"/>
                  </a:moveTo>
                  <a:lnTo>
                    <a:pt x="1660" y="672"/>
                  </a:lnTo>
                  <a:lnTo>
                    <a:pt x="1680" y="672"/>
                  </a:lnTo>
                  <a:lnTo>
                    <a:pt x="1660" y="652"/>
                  </a:lnTo>
                  <a:close/>
                  <a:moveTo>
                    <a:pt x="2253" y="692"/>
                  </a:moveTo>
                  <a:lnTo>
                    <a:pt x="2253" y="692"/>
                  </a:lnTo>
                  <a:lnTo>
                    <a:pt x="2253" y="692"/>
                  </a:lnTo>
                  <a:close/>
                  <a:moveTo>
                    <a:pt x="2470" y="692"/>
                  </a:moveTo>
                  <a:lnTo>
                    <a:pt x="2470" y="692"/>
                  </a:lnTo>
                  <a:lnTo>
                    <a:pt x="2470" y="692"/>
                  </a:lnTo>
                  <a:close/>
                  <a:moveTo>
                    <a:pt x="2253" y="692"/>
                  </a:moveTo>
                  <a:lnTo>
                    <a:pt x="2243" y="711"/>
                  </a:lnTo>
                  <a:lnTo>
                    <a:pt x="2253" y="692"/>
                  </a:lnTo>
                  <a:close/>
                  <a:moveTo>
                    <a:pt x="2243" y="711"/>
                  </a:moveTo>
                  <a:lnTo>
                    <a:pt x="2230" y="737"/>
                  </a:lnTo>
                  <a:lnTo>
                    <a:pt x="2233" y="731"/>
                  </a:lnTo>
                  <a:lnTo>
                    <a:pt x="2243" y="711"/>
                  </a:lnTo>
                  <a:close/>
                  <a:moveTo>
                    <a:pt x="2230" y="737"/>
                  </a:moveTo>
                  <a:lnTo>
                    <a:pt x="2218" y="761"/>
                  </a:lnTo>
                  <a:lnTo>
                    <a:pt x="2230" y="737"/>
                  </a:lnTo>
                  <a:close/>
                  <a:moveTo>
                    <a:pt x="2218" y="761"/>
                  </a:moveTo>
                  <a:lnTo>
                    <a:pt x="2213" y="771"/>
                  </a:lnTo>
                  <a:lnTo>
                    <a:pt x="2218" y="761"/>
                  </a:lnTo>
                  <a:close/>
                  <a:moveTo>
                    <a:pt x="2213" y="771"/>
                  </a:moveTo>
                  <a:lnTo>
                    <a:pt x="2204" y="789"/>
                  </a:lnTo>
                  <a:lnTo>
                    <a:pt x="2213" y="771"/>
                  </a:lnTo>
                  <a:close/>
                  <a:moveTo>
                    <a:pt x="2371" y="731"/>
                  </a:moveTo>
                  <a:lnTo>
                    <a:pt x="2332" y="790"/>
                  </a:lnTo>
                  <a:lnTo>
                    <a:pt x="2371" y="751"/>
                  </a:lnTo>
                  <a:lnTo>
                    <a:pt x="2391" y="731"/>
                  </a:lnTo>
                  <a:close/>
                  <a:moveTo>
                    <a:pt x="2401" y="850"/>
                  </a:moveTo>
                  <a:lnTo>
                    <a:pt x="2391" y="869"/>
                  </a:lnTo>
                  <a:lnTo>
                    <a:pt x="2391" y="869"/>
                  </a:lnTo>
                  <a:lnTo>
                    <a:pt x="2411" y="850"/>
                  </a:lnTo>
                  <a:close/>
                  <a:moveTo>
                    <a:pt x="2272" y="929"/>
                  </a:moveTo>
                  <a:lnTo>
                    <a:pt x="2246" y="968"/>
                  </a:lnTo>
                  <a:lnTo>
                    <a:pt x="2253" y="968"/>
                  </a:lnTo>
                  <a:lnTo>
                    <a:pt x="2272" y="929"/>
                  </a:lnTo>
                  <a:close/>
                  <a:moveTo>
                    <a:pt x="2238" y="968"/>
                  </a:moveTo>
                  <a:lnTo>
                    <a:pt x="2233" y="988"/>
                  </a:lnTo>
                  <a:lnTo>
                    <a:pt x="2246" y="968"/>
                  </a:lnTo>
                  <a:close/>
                  <a:moveTo>
                    <a:pt x="80" y="988"/>
                  </a:moveTo>
                  <a:lnTo>
                    <a:pt x="80" y="988"/>
                  </a:lnTo>
                  <a:lnTo>
                    <a:pt x="80" y="988"/>
                  </a:lnTo>
                  <a:lnTo>
                    <a:pt x="67" y="1027"/>
                  </a:lnTo>
                  <a:lnTo>
                    <a:pt x="80" y="988"/>
                  </a:lnTo>
                  <a:close/>
                  <a:moveTo>
                    <a:pt x="67" y="1027"/>
                  </a:moveTo>
                  <a:lnTo>
                    <a:pt x="62" y="1043"/>
                  </a:lnTo>
                  <a:lnTo>
                    <a:pt x="67" y="1027"/>
                  </a:lnTo>
                  <a:close/>
                  <a:moveTo>
                    <a:pt x="2312" y="1027"/>
                  </a:moveTo>
                  <a:lnTo>
                    <a:pt x="2292" y="1067"/>
                  </a:lnTo>
                  <a:lnTo>
                    <a:pt x="2312" y="1047"/>
                  </a:lnTo>
                  <a:lnTo>
                    <a:pt x="2312" y="1027"/>
                  </a:lnTo>
                  <a:close/>
                  <a:moveTo>
                    <a:pt x="1858" y="1087"/>
                  </a:moveTo>
                  <a:lnTo>
                    <a:pt x="1838" y="1146"/>
                  </a:lnTo>
                  <a:lnTo>
                    <a:pt x="1858" y="1126"/>
                  </a:lnTo>
                  <a:lnTo>
                    <a:pt x="1858" y="1146"/>
                  </a:lnTo>
                  <a:lnTo>
                    <a:pt x="1877" y="1106"/>
                  </a:lnTo>
                  <a:lnTo>
                    <a:pt x="1877" y="1087"/>
                  </a:lnTo>
                  <a:close/>
                  <a:moveTo>
                    <a:pt x="179" y="1264"/>
                  </a:moveTo>
                  <a:lnTo>
                    <a:pt x="179" y="1264"/>
                  </a:lnTo>
                  <a:lnTo>
                    <a:pt x="179" y="1264"/>
                  </a:lnTo>
                  <a:close/>
                  <a:moveTo>
                    <a:pt x="100" y="1284"/>
                  </a:moveTo>
                  <a:lnTo>
                    <a:pt x="100" y="1284"/>
                  </a:lnTo>
                  <a:lnTo>
                    <a:pt x="100" y="1284"/>
                  </a:lnTo>
                  <a:close/>
                  <a:moveTo>
                    <a:pt x="2154" y="1245"/>
                  </a:moveTo>
                  <a:lnTo>
                    <a:pt x="2154" y="1264"/>
                  </a:lnTo>
                  <a:lnTo>
                    <a:pt x="2138" y="1304"/>
                  </a:lnTo>
                  <a:lnTo>
                    <a:pt x="2174" y="1245"/>
                  </a:lnTo>
                  <a:close/>
                  <a:moveTo>
                    <a:pt x="2138" y="1304"/>
                  </a:moveTo>
                  <a:lnTo>
                    <a:pt x="2138" y="1304"/>
                  </a:lnTo>
                  <a:lnTo>
                    <a:pt x="2138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68" y="1327"/>
                  </a:lnTo>
                  <a:lnTo>
                    <a:pt x="2174" y="1314"/>
                  </a:lnTo>
                  <a:lnTo>
                    <a:pt x="2174" y="1304"/>
                  </a:lnTo>
                  <a:close/>
                  <a:moveTo>
                    <a:pt x="2450" y="672"/>
                  </a:moveTo>
                  <a:lnTo>
                    <a:pt x="2411" y="731"/>
                  </a:lnTo>
                  <a:lnTo>
                    <a:pt x="2411" y="711"/>
                  </a:lnTo>
                  <a:lnTo>
                    <a:pt x="2430" y="692"/>
                  </a:lnTo>
                  <a:lnTo>
                    <a:pt x="2430" y="692"/>
                  </a:lnTo>
                  <a:lnTo>
                    <a:pt x="2391" y="711"/>
                  </a:lnTo>
                  <a:lnTo>
                    <a:pt x="2391" y="751"/>
                  </a:lnTo>
                  <a:lnTo>
                    <a:pt x="2371" y="771"/>
                  </a:lnTo>
                  <a:lnTo>
                    <a:pt x="2351" y="790"/>
                  </a:lnTo>
                  <a:lnTo>
                    <a:pt x="2312" y="869"/>
                  </a:lnTo>
                  <a:lnTo>
                    <a:pt x="2312" y="869"/>
                  </a:lnTo>
                  <a:lnTo>
                    <a:pt x="2332" y="790"/>
                  </a:lnTo>
                  <a:lnTo>
                    <a:pt x="2332" y="771"/>
                  </a:lnTo>
                  <a:lnTo>
                    <a:pt x="2292" y="850"/>
                  </a:lnTo>
                  <a:lnTo>
                    <a:pt x="2253" y="889"/>
                  </a:lnTo>
                  <a:lnTo>
                    <a:pt x="2272" y="909"/>
                  </a:lnTo>
                  <a:lnTo>
                    <a:pt x="2272" y="889"/>
                  </a:lnTo>
                  <a:lnTo>
                    <a:pt x="2292" y="869"/>
                  </a:lnTo>
                  <a:lnTo>
                    <a:pt x="2272" y="929"/>
                  </a:lnTo>
                  <a:lnTo>
                    <a:pt x="2292" y="889"/>
                  </a:lnTo>
                  <a:lnTo>
                    <a:pt x="2292" y="909"/>
                  </a:lnTo>
                  <a:lnTo>
                    <a:pt x="2272" y="948"/>
                  </a:lnTo>
                  <a:lnTo>
                    <a:pt x="2272" y="948"/>
                  </a:lnTo>
                  <a:lnTo>
                    <a:pt x="2292" y="929"/>
                  </a:lnTo>
                  <a:lnTo>
                    <a:pt x="2292" y="929"/>
                  </a:lnTo>
                  <a:lnTo>
                    <a:pt x="2233" y="1087"/>
                  </a:lnTo>
                  <a:lnTo>
                    <a:pt x="2174" y="1245"/>
                  </a:lnTo>
                  <a:lnTo>
                    <a:pt x="2193" y="1245"/>
                  </a:lnTo>
                  <a:lnTo>
                    <a:pt x="2213" y="1225"/>
                  </a:lnTo>
                  <a:lnTo>
                    <a:pt x="2174" y="1314"/>
                  </a:lnTo>
                  <a:lnTo>
                    <a:pt x="2174" y="1343"/>
                  </a:lnTo>
                  <a:lnTo>
                    <a:pt x="2174" y="1363"/>
                  </a:lnTo>
                  <a:lnTo>
                    <a:pt x="2213" y="1324"/>
                  </a:lnTo>
                  <a:lnTo>
                    <a:pt x="2193" y="1324"/>
                  </a:lnTo>
                  <a:lnTo>
                    <a:pt x="2253" y="1245"/>
                  </a:lnTo>
                  <a:lnTo>
                    <a:pt x="2253" y="1225"/>
                  </a:lnTo>
                  <a:lnTo>
                    <a:pt x="2233" y="1225"/>
                  </a:lnTo>
                  <a:lnTo>
                    <a:pt x="2272" y="1166"/>
                  </a:lnTo>
                  <a:lnTo>
                    <a:pt x="2292" y="1067"/>
                  </a:lnTo>
                  <a:lnTo>
                    <a:pt x="2292" y="1027"/>
                  </a:lnTo>
                  <a:lnTo>
                    <a:pt x="2292" y="1008"/>
                  </a:lnTo>
                  <a:lnTo>
                    <a:pt x="2312" y="968"/>
                  </a:lnTo>
                  <a:lnTo>
                    <a:pt x="2292" y="988"/>
                  </a:lnTo>
                  <a:lnTo>
                    <a:pt x="2292" y="988"/>
                  </a:lnTo>
                  <a:lnTo>
                    <a:pt x="2351" y="869"/>
                  </a:lnTo>
                  <a:lnTo>
                    <a:pt x="2371" y="869"/>
                  </a:lnTo>
                  <a:lnTo>
                    <a:pt x="2351" y="889"/>
                  </a:lnTo>
                  <a:lnTo>
                    <a:pt x="2312" y="968"/>
                  </a:lnTo>
                  <a:lnTo>
                    <a:pt x="2332" y="968"/>
                  </a:lnTo>
                  <a:lnTo>
                    <a:pt x="2351" y="929"/>
                  </a:lnTo>
                  <a:lnTo>
                    <a:pt x="2351" y="909"/>
                  </a:lnTo>
                  <a:lnTo>
                    <a:pt x="2391" y="850"/>
                  </a:lnTo>
                  <a:lnTo>
                    <a:pt x="2401" y="850"/>
                  </a:lnTo>
                  <a:lnTo>
                    <a:pt x="2411" y="830"/>
                  </a:lnTo>
                  <a:lnTo>
                    <a:pt x="2450" y="751"/>
                  </a:lnTo>
                  <a:lnTo>
                    <a:pt x="2470" y="692"/>
                  </a:lnTo>
                  <a:lnTo>
                    <a:pt x="2430" y="771"/>
                  </a:lnTo>
                  <a:lnTo>
                    <a:pt x="2430" y="751"/>
                  </a:lnTo>
                  <a:lnTo>
                    <a:pt x="2450" y="672"/>
                  </a:lnTo>
                  <a:close/>
                  <a:moveTo>
                    <a:pt x="1717" y="1387"/>
                  </a:moveTo>
                  <a:lnTo>
                    <a:pt x="1709" y="1403"/>
                  </a:lnTo>
                  <a:lnTo>
                    <a:pt x="1717" y="1387"/>
                  </a:lnTo>
                  <a:close/>
                  <a:moveTo>
                    <a:pt x="1917" y="1264"/>
                  </a:moveTo>
                  <a:lnTo>
                    <a:pt x="1838" y="1403"/>
                  </a:lnTo>
                  <a:lnTo>
                    <a:pt x="1877" y="1324"/>
                  </a:lnTo>
                  <a:lnTo>
                    <a:pt x="1877" y="1304"/>
                  </a:lnTo>
                  <a:lnTo>
                    <a:pt x="1897" y="1264"/>
                  </a:lnTo>
                  <a:close/>
                  <a:moveTo>
                    <a:pt x="1709" y="1403"/>
                  </a:moveTo>
                  <a:lnTo>
                    <a:pt x="1709" y="1403"/>
                  </a:lnTo>
                  <a:lnTo>
                    <a:pt x="1709" y="1403"/>
                  </a:lnTo>
                  <a:close/>
                  <a:moveTo>
                    <a:pt x="2138" y="1304"/>
                  </a:moveTo>
                  <a:lnTo>
                    <a:pt x="2114" y="1343"/>
                  </a:lnTo>
                  <a:lnTo>
                    <a:pt x="2075" y="1403"/>
                  </a:lnTo>
                  <a:lnTo>
                    <a:pt x="2114" y="1363"/>
                  </a:lnTo>
                  <a:lnTo>
                    <a:pt x="2138" y="1304"/>
                  </a:lnTo>
                  <a:close/>
                  <a:moveTo>
                    <a:pt x="2168" y="1327"/>
                  </a:moveTo>
                  <a:lnTo>
                    <a:pt x="2134" y="1403"/>
                  </a:lnTo>
                  <a:lnTo>
                    <a:pt x="2154" y="1383"/>
                  </a:lnTo>
                  <a:lnTo>
                    <a:pt x="2168" y="1327"/>
                  </a:lnTo>
                  <a:close/>
                  <a:moveTo>
                    <a:pt x="692" y="1442"/>
                  </a:moveTo>
                  <a:lnTo>
                    <a:pt x="692" y="1442"/>
                  </a:lnTo>
                  <a:lnTo>
                    <a:pt x="692" y="1442"/>
                  </a:lnTo>
                  <a:close/>
                  <a:moveTo>
                    <a:pt x="988" y="1363"/>
                  </a:moveTo>
                  <a:lnTo>
                    <a:pt x="969" y="1383"/>
                  </a:lnTo>
                  <a:lnTo>
                    <a:pt x="929" y="1442"/>
                  </a:lnTo>
                  <a:lnTo>
                    <a:pt x="929" y="1452"/>
                  </a:lnTo>
                  <a:lnTo>
                    <a:pt x="949" y="1422"/>
                  </a:lnTo>
                  <a:lnTo>
                    <a:pt x="969" y="1403"/>
                  </a:lnTo>
                  <a:lnTo>
                    <a:pt x="988" y="1363"/>
                  </a:lnTo>
                  <a:close/>
                  <a:moveTo>
                    <a:pt x="1146" y="1442"/>
                  </a:moveTo>
                  <a:lnTo>
                    <a:pt x="1140" y="1462"/>
                  </a:lnTo>
                  <a:lnTo>
                    <a:pt x="1146" y="1462"/>
                  </a:lnTo>
                  <a:lnTo>
                    <a:pt x="1146" y="1442"/>
                  </a:lnTo>
                  <a:close/>
                  <a:moveTo>
                    <a:pt x="1087" y="1383"/>
                  </a:moveTo>
                  <a:lnTo>
                    <a:pt x="1048" y="1482"/>
                  </a:lnTo>
                  <a:lnTo>
                    <a:pt x="1067" y="1442"/>
                  </a:lnTo>
                  <a:lnTo>
                    <a:pt x="1087" y="1383"/>
                  </a:lnTo>
                  <a:close/>
                  <a:moveTo>
                    <a:pt x="2095" y="1403"/>
                  </a:moveTo>
                  <a:lnTo>
                    <a:pt x="2075" y="1422"/>
                  </a:lnTo>
                  <a:lnTo>
                    <a:pt x="2055" y="1482"/>
                  </a:lnTo>
                  <a:lnTo>
                    <a:pt x="2055" y="1482"/>
                  </a:lnTo>
                  <a:lnTo>
                    <a:pt x="2095" y="1403"/>
                  </a:lnTo>
                  <a:close/>
                  <a:moveTo>
                    <a:pt x="1048" y="1482"/>
                  </a:moveTo>
                  <a:lnTo>
                    <a:pt x="1048" y="1482"/>
                  </a:lnTo>
                  <a:lnTo>
                    <a:pt x="1048" y="1482"/>
                  </a:lnTo>
                  <a:close/>
                  <a:moveTo>
                    <a:pt x="1067" y="1482"/>
                  </a:moveTo>
                  <a:lnTo>
                    <a:pt x="1067" y="1482"/>
                  </a:lnTo>
                  <a:lnTo>
                    <a:pt x="1067" y="1482"/>
                  </a:lnTo>
                  <a:close/>
                  <a:moveTo>
                    <a:pt x="969" y="1482"/>
                  </a:moveTo>
                  <a:lnTo>
                    <a:pt x="969" y="1482"/>
                  </a:lnTo>
                  <a:lnTo>
                    <a:pt x="969" y="1482"/>
                  </a:lnTo>
                  <a:close/>
                  <a:moveTo>
                    <a:pt x="1522" y="1475"/>
                  </a:moveTo>
                  <a:lnTo>
                    <a:pt x="1488" y="1498"/>
                  </a:lnTo>
                  <a:lnTo>
                    <a:pt x="1488" y="1498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522" y="1482"/>
                  </a:lnTo>
                  <a:lnTo>
                    <a:pt x="1522" y="1475"/>
                  </a:lnTo>
                  <a:close/>
                  <a:moveTo>
                    <a:pt x="1305" y="1422"/>
                  </a:moveTo>
                  <a:lnTo>
                    <a:pt x="1305" y="1442"/>
                  </a:lnTo>
                  <a:lnTo>
                    <a:pt x="1285" y="1482"/>
                  </a:lnTo>
                  <a:lnTo>
                    <a:pt x="1265" y="1501"/>
                  </a:lnTo>
                  <a:lnTo>
                    <a:pt x="1305" y="1422"/>
                  </a:lnTo>
                  <a:close/>
                  <a:moveTo>
                    <a:pt x="1146" y="1482"/>
                  </a:moveTo>
                  <a:lnTo>
                    <a:pt x="1146" y="1501"/>
                  </a:lnTo>
                  <a:lnTo>
                    <a:pt x="1166" y="1501"/>
                  </a:lnTo>
                  <a:lnTo>
                    <a:pt x="1166" y="1482"/>
                  </a:lnTo>
                  <a:close/>
                  <a:moveTo>
                    <a:pt x="521" y="1508"/>
                  </a:moveTo>
                  <a:lnTo>
                    <a:pt x="514" y="1521"/>
                  </a:lnTo>
                  <a:lnTo>
                    <a:pt x="514" y="1541"/>
                  </a:lnTo>
                  <a:lnTo>
                    <a:pt x="521" y="1508"/>
                  </a:lnTo>
                  <a:close/>
                  <a:moveTo>
                    <a:pt x="761" y="1541"/>
                  </a:moveTo>
                  <a:lnTo>
                    <a:pt x="760" y="1543"/>
                  </a:lnTo>
                  <a:lnTo>
                    <a:pt x="760" y="1543"/>
                  </a:lnTo>
                  <a:lnTo>
                    <a:pt x="761" y="1541"/>
                  </a:lnTo>
                  <a:close/>
                  <a:moveTo>
                    <a:pt x="969" y="1442"/>
                  </a:moveTo>
                  <a:lnTo>
                    <a:pt x="949" y="1462"/>
                  </a:lnTo>
                  <a:lnTo>
                    <a:pt x="929" y="1462"/>
                  </a:lnTo>
                  <a:lnTo>
                    <a:pt x="929" y="1452"/>
                  </a:lnTo>
                  <a:lnTo>
                    <a:pt x="909" y="1482"/>
                  </a:lnTo>
                  <a:lnTo>
                    <a:pt x="890" y="1561"/>
                  </a:lnTo>
                  <a:lnTo>
                    <a:pt x="909" y="1541"/>
                  </a:lnTo>
                  <a:lnTo>
                    <a:pt x="929" y="1521"/>
                  </a:lnTo>
                  <a:lnTo>
                    <a:pt x="929" y="1541"/>
                  </a:lnTo>
                  <a:lnTo>
                    <a:pt x="969" y="1442"/>
                  </a:lnTo>
                  <a:close/>
                  <a:moveTo>
                    <a:pt x="1364" y="1501"/>
                  </a:moveTo>
                  <a:lnTo>
                    <a:pt x="1324" y="1541"/>
                  </a:lnTo>
                  <a:lnTo>
                    <a:pt x="1324" y="1561"/>
                  </a:lnTo>
                  <a:lnTo>
                    <a:pt x="1344" y="1541"/>
                  </a:lnTo>
                  <a:lnTo>
                    <a:pt x="1364" y="1501"/>
                  </a:lnTo>
                  <a:close/>
                  <a:moveTo>
                    <a:pt x="1818" y="1541"/>
                  </a:moveTo>
                  <a:lnTo>
                    <a:pt x="1818" y="156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18" y="1541"/>
                  </a:lnTo>
                  <a:close/>
                  <a:moveTo>
                    <a:pt x="1739" y="1383"/>
                  </a:moveTo>
                  <a:lnTo>
                    <a:pt x="1719" y="1403"/>
                  </a:lnTo>
                  <a:lnTo>
                    <a:pt x="1700" y="1422"/>
                  </a:lnTo>
                  <a:lnTo>
                    <a:pt x="1709" y="1403"/>
                  </a:lnTo>
                  <a:lnTo>
                    <a:pt x="1660" y="1501"/>
                  </a:lnTo>
                  <a:lnTo>
                    <a:pt x="1640" y="1482"/>
                  </a:lnTo>
                  <a:lnTo>
                    <a:pt x="1640" y="1501"/>
                  </a:lnTo>
                  <a:lnTo>
                    <a:pt x="1621" y="1600"/>
                  </a:lnTo>
                  <a:lnTo>
                    <a:pt x="1660" y="1521"/>
                  </a:lnTo>
                  <a:lnTo>
                    <a:pt x="1700" y="1501"/>
                  </a:lnTo>
                  <a:lnTo>
                    <a:pt x="1719" y="1442"/>
                  </a:lnTo>
                  <a:lnTo>
                    <a:pt x="1759" y="1403"/>
                  </a:lnTo>
                  <a:lnTo>
                    <a:pt x="1759" y="1383"/>
                  </a:lnTo>
                  <a:close/>
                  <a:moveTo>
                    <a:pt x="238" y="0"/>
                  </a:moveTo>
                  <a:lnTo>
                    <a:pt x="198" y="60"/>
                  </a:lnTo>
                  <a:lnTo>
                    <a:pt x="198" y="79"/>
                  </a:lnTo>
                  <a:lnTo>
                    <a:pt x="179" y="119"/>
                  </a:lnTo>
                  <a:lnTo>
                    <a:pt x="159" y="139"/>
                  </a:lnTo>
                  <a:lnTo>
                    <a:pt x="100" y="297"/>
                  </a:lnTo>
                  <a:lnTo>
                    <a:pt x="40" y="455"/>
                  </a:lnTo>
                  <a:lnTo>
                    <a:pt x="60" y="455"/>
                  </a:lnTo>
                  <a:lnTo>
                    <a:pt x="40" y="514"/>
                  </a:lnTo>
                  <a:lnTo>
                    <a:pt x="21" y="553"/>
                  </a:lnTo>
                  <a:lnTo>
                    <a:pt x="21" y="573"/>
                  </a:lnTo>
                  <a:lnTo>
                    <a:pt x="40" y="553"/>
                  </a:lnTo>
                  <a:lnTo>
                    <a:pt x="40" y="573"/>
                  </a:lnTo>
                  <a:lnTo>
                    <a:pt x="40" y="593"/>
                  </a:lnTo>
                  <a:lnTo>
                    <a:pt x="60" y="573"/>
                  </a:lnTo>
                  <a:lnTo>
                    <a:pt x="60" y="573"/>
                  </a:lnTo>
                  <a:lnTo>
                    <a:pt x="40" y="632"/>
                  </a:lnTo>
                  <a:lnTo>
                    <a:pt x="1" y="692"/>
                  </a:lnTo>
                  <a:lnTo>
                    <a:pt x="1" y="711"/>
                  </a:lnTo>
                  <a:lnTo>
                    <a:pt x="21" y="711"/>
                  </a:lnTo>
                  <a:lnTo>
                    <a:pt x="40" y="692"/>
                  </a:lnTo>
                  <a:lnTo>
                    <a:pt x="40" y="731"/>
                  </a:lnTo>
                  <a:lnTo>
                    <a:pt x="21" y="771"/>
                  </a:lnTo>
                  <a:lnTo>
                    <a:pt x="1" y="830"/>
                  </a:lnTo>
                  <a:lnTo>
                    <a:pt x="40" y="751"/>
                  </a:lnTo>
                  <a:lnTo>
                    <a:pt x="40" y="771"/>
                  </a:lnTo>
                  <a:lnTo>
                    <a:pt x="80" y="692"/>
                  </a:lnTo>
                  <a:lnTo>
                    <a:pt x="80" y="711"/>
                  </a:lnTo>
                  <a:lnTo>
                    <a:pt x="60" y="751"/>
                  </a:lnTo>
                  <a:lnTo>
                    <a:pt x="21" y="810"/>
                  </a:lnTo>
                  <a:lnTo>
                    <a:pt x="21" y="850"/>
                  </a:lnTo>
                  <a:lnTo>
                    <a:pt x="40" y="850"/>
                  </a:lnTo>
                  <a:lnTo>
                    <a:pt x="21" y="889"/>
                  </a:lnTo>
                  <a:lnTo>
                    <a:pt x="1" y="948"/>
                  </a:lnTo>
                  <a:lnTo>
                    <a:pt x="21" y="948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40" y="929"/>
                  </a:lnTo>
                  <a:lnTo>
                    <a:pt x="40" y="948"/>
                  </a:lnTo>
                  <a:lnTo>
                    <a:pt x="40" y="968"/>
                  </a:lnTo>
                  <a:lnTo>
                    <a:pt x="60" y="948"/>
                  </a:lnTo>
                  <a:lnTo>
                    <a:pt x="60" y="948"/>
                  </a:lnTo>
                  <a:lnTo>
                    <a:pt x="40" y="1008"/>
                  </a:lnTo>
                  <a:lnTo>
                    <a:pt x="21" y="1067"/>
                  </a:lnTo>
                  <a:lnTo>
                    <a:pt x="40" y="1027"/>
                  </a:lnTo>
                  <a:lnTo>
                    <a:pt x="60" y="1027"/>
                  </a:lnTo>
                  <a:lnTo>
                    <a:pt x="80" y="988"/>
                  </a:lnTo>
                  <a:lnTo>
                    <a:pt x="80" y="988"/>
                  </a:lnTo>
                  <a:lnTo>
                    <a:pt x="100" y="929"/>
                  </a:lnTo>
                  <a:lnTo>
                    <a:pt x="139" y="889"/>
                  </a:lnTo>
                  <a:lnTo>
                    <a:pt x="159" y="869"/>
                  </a:lnTo>
                  <a:lnTo>
                    <a:pt x="119" y="968"/>
                  </a:lnTo>
                  <a:lnTo>
                    <a:pt x="60" y="1087"/>
                  </a:lnTo>
                  <a:lnTo>
                    <a:pt x="100" y="1047"/>
                  </a:lnTo>
                  <a:lnTo>
                    <a:pt x="80" y="1087"/>
                  </a:lnTo>
                  <a:lnTo>
                    <a:pt x="80" y="1126"/>
                  </a:lnTo>
                  <a:lnTo>
                    <a:pt x="60" y="1166"/>
                  </a:lnTo>
                  <a:lnTo>
                    <a:pt x="60" y="1205"/>
                  </a:lnTo>
                  <a:lnTo>
                    <a:pt x="60" y="1225"/>
                  </a:lnTo>
                  <a:lnTo>
                    <a:pt x="100" y="1166"/>
                  </a:lnTo>
                  <a:lnTo>
                    <a:pt x="100" y="1166"/>
                  </a:lnTo>
                  <a:lnTo>
                    <a:pt x="80" y="1205"/>
                  </a:lnTo>
                  <a:lnTo>
                    <a:pt x="80" y="1225"/>
                  </a:lnTo>
                  <a:lnTo>
                    <a:pt x="100" y="1225"/>
                  </a:lnTo>
                  <a:lnTo>
                    <a:pt x="100" y="1264"/>
                  </a:lnTo>
                  <a:lnTo>
                    <a:pt x="100" y="1284"/>
                  </a:lnTo>
                  <a:lnTo>
                    <a:pt x="139" y="1185"/>
                  </a:lnTo>
                  <a:lnTo>
                    <a:pt x="139" y="1225"/>
                  </a:lnTo>
                  <a:lnTo>
                    <a:pt x="119" y="1284"/>
                  </a:lnTo>
                  <a:lnTo>
                    <a:pt x="198" y="1126"/>
                  </a:lnTo>
                  <a:lnTo>
                    <a:pt x="179" y="1185"/>
                  </a:lnTo>
                  <a:lnTo>
                    <a:pt x="159" y="1264"/>
                  </a:lnTo>
                  <a:lnTo>
                    <a:pt x="159" y="1245"/>
                  </a:lnTo>
                  <a:lnTo>
                    <a:pt x="139" y="1304"/>
                  </a:lnTo>
                  <a:lnTo>
                    <a:pt x="119" y="1343"/>
                  </a:lnTo>
                  <a:lnTo>
                    <a:pt x="139" y="1343"/>
                  </a:lnTo>
                  <a:lnTo>
                    <a:pt x="139" y="1363"/>
                  </a:lnTo>
                  <a:lnTo>
                    <a:pt x="159" y="1304"/>
                  </a:lnTo>
                  <a:lnTo>
                    <a:pt x="179" y="1264"/>
                  </a:lnTo>
                  <a:lnTo>
                    <a:pt x="165" y="1284"/>
                  </a:lnTo>
                  <a:lnTo>
                    <a:pt x="179" y="1245"/>
                  </a:lnTo>
                  <a:lnTo>
                    <a:pt x="218" y="1185"/>
                  </a:lnTo>
                  <a:lnTo>
                    <a:pt x="277" y="1106"/>
                  </a:lnTo>
                  <a:lnTo>
                    <a:pt x="258" y="1146"/>
                  </a:lnTo>
                  <a:lnTo>
                    <a:pt x="218" y="1264"/>
                  </a:lnTo>
                  <a:lnTo>
                    <a:pt x="238" y="1245"/>
                  </a:lnTo>
                  <a:lnTo>
                    <a:pt x="238" y="1264"/>
                  </a:lnTo>
                  <a:lnTo>
                    <a:pt x="218" y="1324"/>
                  </a:lnTo>
                  <a:lnTo>
                    <a:pt x="258" y="1225"/>
                  </a:lnTo>
                  <a:lnTo>
                    <a:pt x="277" y="1225"/>
                  </a:lnTo>
                  <a:lnTo>
                    <a:pt x="258" y="1245"/>
                  </a:lnTo>
                  <a:lnTo>
                    <a:pt x="238" y="1304"/>
                  </a:lnTo>
                  <a:lnTo>
                    <a:pt x="258" y="1324"/>
                  </a:lnTo>
                  <a:lnTo>
                    <a:pt x="258" y="1363"/>
                  </a:lnTo>
                  <a:lnTo>
                    <a:pt x="258" y="1383"/>
                  </a:lnTo>
                  <a:lnTo>
                    <a:pt x="277" y="1383"/>
                  </a:lnTo>
                  <a:lnTo>
                    <a:pt x="291" y="1330"/>
                  </a:lnTo>
                  <a:lnTo>
                    <a:pt x="317" y="1264"/>
                  </a:lnTo>
                  <a:lnTo>
                    <a:pt x="356" y="1199"/>
                  </a:lnTo>
                  <a:lnTo>
                    <a:pt x="356" y="1205"/>
                  </a:lnTo>
                  <a:lnTo>
                    <a:pt x="376" y="1185"/>
                  </a:lnTo>
                  <a:lnTo>
                    <a:pt x="376" y="1166"/>
                  </a:lnTo>
                  <a:lnTo>
                    <a:pt x="396" y="1126"/>
                  </a:lnTo>
                  <a:lnTo>
                    <a:pt x="396" y="1166"/>
                  </a:lnTo>
                  <a:lnTo>
                    <a:pt x="376" y="1225"/>
                  </a:lnTo>
                  <a:lnTo>
                    <a:pt x="396" y="1205"/>
                  </a:lnTo>
                  <a:lnTo>
                    <a:pt x="396" y="1205"/>
                  </a:lnTo>
                  <a:lnTo>
                    <a:pt x="356" y="1284"/>
                  </a:lnTo>
                  <a:lnTo>
                    <a:pt x="337" y="1324"/>
                  </a:lnTo>
                  <a:lnTo>
                    <a:pt x="317" y="1383"/>
                  </a:lnTo>
                  <a:lnTo>
                    <a:pt x="337" y="1363"/>
                  </a:lnTo>
                  <a:lnTo>
                    <a:pt x="297" y="1442"/>
                  </a:lnTo>
                  <a:lnTo>
                    <a:pt x="317" y="1442"/>
                  </a:lnTo>
                  <a:lnTo>
                    <a:pt x="317" y="1462"/>
                  </a:lnTo>
                  <a:lnTo>
                    <a:pt x="337" y="1383"/>
                  </a:lnTo>
                  <a:lnTo>
                    <a:pt x="337" y="1442"/>
                  </a:lnTo>
                  <a:lnTo>
                    <a:pt x="356" y="1482"/>
                  </a:lnTo>
                  <a:lnTo>
                    <a:pt x="376" y="1422"/>
                  </a:lnTo>
                  <a:lnTo>
                    <a:pt x="396" y="1403"/>
                  </a:lnTo>
                  <a:lnTo>
                    <a:pt x="396" y="1403"/>
                  </a:lnTo>
                  <a:lnTo>
                    <a:pt x="376" y="1442"/>
                  </a:lnTo>
                  <a:lnTo>
                    <a:pt x="376" y="1482"/>
                  </a:lnTo>
                  <a:lnTo>
                    <a:pt x="416" y="1442"/>
                  </a:lnTo>
                  <a:lnTo>
                    <a:pt x="455" y="1363"/>
                  </a:lnTo>
                  <a:lnTo>
                    <a:pt x="455" y="1403"/>
                  </a:lnTo>
                  <a:lnTo>
                    <a:pt x="455" y="1442"/>
                  </a:lnTo>
                  <a:lnTo>
                    <a:pt x="475" y="1462"/>
                  </a:lnTo>
                  <a:lnTo>
                    <a:pt x="574" y="1284"/>
                  </a:lnTo>
                  <a:lnTo>
                    <a:pt x="633" y="1166"/>
                  </a:lnTo>
                  <a:lnTo>
                    <a:pt x="672" y="1067"/>
                  </a:lnTo>
                  <a:lnTo>
                    <a:pt x="672" y="1126"/>
                  </a:lnTo>
                  <a:lnTo>
                    <a:pt x="653" y="1166"/>
                  </a:lnTo>
                  <a:lnTo>
                    <a:pt x="633" y="1245"/>
                  </a:lnTo>
                  <a:lnTo>
                    <a:pt x="633" y="1225"/>
                  </a:lnTo>
                  <a:lnTo>
                    <a:pt x="593" y="1383"/>
                  </a:lnTo>
                  <a:lnTo>
                    <a:pt x="554" y="1422"/>
                  </a:lnTo>
                  <a:lnTo>
                    <a:pt x="574" y="1363"/>
                  </a:lnTo>
                  <a:lnTo>
                    <a:pt x="534" y="1442"/>
                  </a:lnTo>
                  <a:lnTo>
                    <a:pt x="521" y="1508"/>
                  </a:lnTo>
                  <a:lnTo>
                    <a:pt x="534" y="1482"/>
                  </a:lnTo>
                  <a:lnTo>
                    <a:pt x="534" y="1541"/>
                  </a:lnTo>
                  <a:lnTo>
                    <a:pt x="554" y="1521"/>
                  </a:lnTo>
                  <a:lnTo>
                    <a:pt x="554" y="1541"/>
                  </a:lnTo>
                  <a:lnTo>
                    <a:pt x="593" y="1462"/>
                  </a:lnTo>
                  <a:lnTo>
                    <a:pt x="593" y="1482"/>
                  </a:lnTo>
                  <a:lnTo>
                    <a:pt x="574" y="1521"/>
                  </a:lnTo>
                  <a:lnTo>
                    <a:pt x="613" y="1501"/>
                  </a:lnTo>
                  <a:lnTo>
                    <a:pt x="653" y="1422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712" y="1343"/>
                  </a:lnTo>
                  <a:lnTo>
                    <a:pt x="692" y="1403"/>
                  </a:lnTo>
                  <a:lnTo>
                    <a:pt x="672" y="1403"/>
                  </a:lnTo>
                  <a:lnTo>
                    <a:pt x="672" y="1422"/>
                  </a:lnTo>
                  <a:lnTo>
                    <a:pt x="692" y="1422"/>
                  </a:lnTo>
                  <a:lnTo>
                    <a:pt x="732" y="1363"/>
                  </a:lnTo>
                  <a:lnTo>
                    <a:pt x="732" y="1383"/>
                  </a:lnTo>
                  <a:lnTo>
                    <a:pt x="672" y="1501"/>
                  </a:lnTo>
                  <a:lnTo>
                    <a:pt x="692" y="1442"/>
                  </a:lnTo>
                  <a:lnTo>
                    <a:pt x="653" y="1501"/>
                  </a:lnTo>
                  <a:lnTo>
                    <a:pt x="633" y="1521"/>
                  </a:lnTo>
                  <a:lnTo>
                    <a:pt x="653" y="1482"/>
                  </a:lnTo>
                  <a:lnTo>
                    <a:pt x="633" y="1482"/>
                  </a:lnTo>
                  <a:lnTo>
                    <a:pt x="613" y="1521"/>
                  </a:lnTo>
                  <a:lnTo>
                    <a:pt x="613" y="1541"/>
                  </a:lnTo>
                  <a:lnTo>
                    <a:pt x="633" y="1561"/>
                  </a:lnTo>
                  <a:lnTo>
                    <a:pt x="633" y="1580"/>
                  </a:lnTo>
                  <a:lnTo>
                    <a:pt x="692" y="1501"/>
                  </a:lnTo>
                  <a:lnTo>
                    <a:pt x="712" y="1442"/>
                  </a:lnTo>
                  <a:lnTo>
                    <a:pt x="751" y="1383"/>
                  </a:lnTo>
                  <a:lnTo>
                    <a:pt x="712" y="1482"/>
                  </a:lnTo>
                  <a:lnTo>
                    <a:pt x="712" y="1521"/>
                  </a:lnTo>
                  <a:lnTo>
                    <a:pt x="751" y="1442"/>
                  </a:lnTo>
                  <a:lnTo>
                    <a:pt x="791" y="1383"/>
                  </a:lnTo>
                  <a:lnTo>
                    <a:pt x="771" y="1403"/>
                  </a:lnTo>
                  <a:lnTo>
                    <a:pt x="771" y="1383"/>
                  </a:lnTo>
                  <a:lnTo>
                    <a:pt x="791" y="1343"/>
                  </a:lnTo>
                  <a:lnTo>
                    <a:pt x="811" y="1304"/>
                  </a:lnTo>
                  <a:lnTo>
                    <a:pt x="830" y="1264"/>
                  </a:lnTo>
                  <a:lnTo>
                    <a:pt x="830" y="1304"/>
                  </a:lnTo>
                  <a:lnTo>
                    <a:pt x="811" y="1363"/>
                  </a:lnTo>
                  <a:lnTo>
                    <a:pt x="732" y="1501"/>
                  </a:lnTo>
                  <a:lnTo>
                    <a:pt x="732" y="1521"/>
                  </a:lnTo>
                  <a:lnTo>
                    <a:pt x="732" y="1541"/>
                  </a:lnTo>
                  <a:lnTo>
                    <a:pt x="771" y="1442"/>
                  </a:lnTo>
                  <a:lnTo>
                    <a:pt x="811" y="1383"/>
                  </a:lnTo>
                  <a:lnTo>
                    <a:pt x="870" y="1324"/>
                  </a:lnTo>
                  <a:lnTo>
                    <a:pt x="811" y="1442"/>
                  </a:lnTo>
                  <a:lnTo>
                    <a:pt x="791" y="1482"/>
                  </a:lnTo>
                  <a:lnTo>
                    <a:pt x="761" y="1541"/>
                  </a:lnTo>
                  <a:lnTo>
                    <a:pt x="771" y="1521"/>
                  </a:lnTo>
                  <a:lnTo>
                    <a:pt x="791" y="1501"/>
                  </a:lnTo>
                  <a:lnTo>
                    <a:pt x="791" y="1541"/>
                  </a:lnTo>
                  <a:lnTo>
                    <a:pt x="830" y="1521"/>
                  </a:lnTo>
                  <a:lnTo>
                    <a:pt x="830" y="1482"/>
                  </a:lnTo>
                  <a:lnTo>
                    <a:pt x="850" y="1462"/>
                  </a:lnTo>
                  <a:lnTo>
                    <a:pt x="850" y="1482"/>
                  </a:lnTo>
                  <a:lnTo>
                    <a:pt x="850" y="1501"/>
                  </a:lnTo>
                  <a:lnTo>
                    <a:pt x="870" y="1482"/>
                  </a:lnTo>
                  <a:lnTo>
                    <a:pt x="890" y="1482"/>
                  </a:lnTo>
                  <a:lnTo>
                    <a:pt x="909" y="1462"/>
                  </a:lnTo>
                  <a:lnTo>
                    <a:pt x="890" y="1462"/>
                  </a:lnTo>
                  <a:lnTo>
                    <a:pt x="890" y="1442"/>
                  </a:lnTo>
                  <a:lnTo>
                    <a:pt x="909" y="1383"/>
                  </a:lnTo>
                  <a:lnTo>
                    <a:pt x="949" y="1343"/>
                  </a:lnTo>
                  <a:lnTo>
                    <a:pt x="969" y="1324"/>
                  </a:lnTo>
                  <a:lnTo>
                    <a:pt x="988" y="1324"/>
                  </a:lnTo>
                  <a:lnTo>
                    <a:pt x="988" y="1304"/>
                  </a:lnTo>
                  <a:lnTo>
                    <a:pt x="1008" y="1284"/>
                  </a:lnTo>
                  <a:lnTo>
                    <a:pt x="988" y="1363"/>
                  </a:lnTo>
                  <a:lnTo>
                    <a:pt x="1008" y="1343"/>
                  </a:lnTo>
                  <a:lnTo>
                    <a:pt x="988" y="1383"/>
                  </a:lnTo>
                  <a:lnTo>
                    <a:pt x="988" y="1403"/>
                  </a:lnTo>
                  <a:lnTo>
                    <a:pt x="1008" y="1383"/>
                  </a:lnTo>
                  <a:lnTo>
                    <a:pt x="1008" y="1383"/>
                  </a:lnTo>
                  <a:lnTo>
                    <a:pt x="988" y="1422"/>
                  </a:lnTo>
                  <a:lnTo>
                    <a:pt x="969" y="1482"/>
                  </a:lnTo>
                  <a:lnTo>
                    <a:pt x="1008" y="1422"/>
                  </a:lnTo>
                  <a:lnTo>
                    <a:pt x="1008" y="1442"/>
                  </a:lnTo>
                  <a:lnTo>
                    <a:pt x="1048" y="1403"/>
                  </a:lnTo>
                  <a:lnTo>
                    <a:pt x="1067" y="1343"/>
                  </a:lnTo>
                  <a:lnTo>
                    <a:pt x="1087" y="1284"/>
                  </a:lnTo>
                  <a:lnTo>
                    <a:pt x="1127" y="1284"/>
                  </a:lnTo>
                  <a:lnTo>
                    <a:pt x="1127" y="1324"/>
                  </a:lnTo>
                  <a:lnTo>
                    <a:pt x="1107" y="1363"/>
                  </a:lnTo>
                  <a:lnTo>
                    <a:pt x="1087" y="1383"/>
                  </a:lnTo>
                  <a:lnTo>
                    <a:pt x="1087" y="1422"/>
                  </a:lnTo>
                  <a:lnTo>
                    <a:pt x="1067" y="1482"/>
                  </a:lnTo>
                  <a:lnTo>
                    <a:pt x="1087" y="1442"/>
                  </a:lnTo>
                  <a:lnTo>
                    <a:pt x="1107" y="1422"/>
                  </a:lnTo>
                  <a:lnTo>
                    <a:pt x="1107" y="1422"/>
                  </a:lnTo>
                  <a:lnTo>
                    <a:pt x="1067" y="1521"/>
                  </a:lnTo>
                  <a:lnTo>
                    <a:pt x="1067" y="1541"/>
                  </a:lnTo>
                  <a:lnTo>
                    <a:pt x="1087" y="1501"/>
                  </a:lnTo>
                  <a:lnTo>
                    <a:pt x="1107" y="1462"/>
                  </a:lnTo>
                  <a:lnTo>
                    <a:pt x="1127" y="1442"/>
                  </a:lnTo>
                  <a:lnTo>
                    <a:pt x="1107" y="1482"/>
                  </a:lnTo>
                  <a:lnTo>
                    <a:pt x="1127" y="1482"/>
                  </a:lnTo>
                  <a:lnTo>
                    <a:pt x="1127" y="1501"/>
                  </a:lnTo>
                  <a:lnTo>
                    <a:pt x="1140" y="1462"/>
                  </a:lnTo>
                  <a:lnTo>
                    <a:pt x="1127" y="1462"/>
                  </a:lnTo>
                  <a:lnTo>
                    <a:pt x="1146" y="1422"/>
                  </a:lnTo>
                  <a:lnTo>
                    <a:pt x="1166" y="1403"/>
                  </a:lnTo>
                  <a:lnTo>
                    <a:pt x="1206" y="1403"/>
                  </a:lnTo>
                  <a:lnTo>
                    <a:pt x="1225" y="1363"/>
                  </a:lnTo>
                  <a:lnTo>
                    <a:pt x="1206" y="1422"/>
                  </a:lnTo>
                  <a:lnTo>
                    <a:pt x="1186" y="1482"/>
                  </a:lnTo>
                  <a:lnTo>
                    <a:pt x="1206" y="1462"/>
                  </a:lnTo>
                  <a:lnTo>
                    <a:pt x="1186" y="1541"/>
                  </a:lnTo>
                  <a:lnTo>
                    <a:pt x="1166" y="1600"/>
                  </a:lnTo>
                  <a:lnTo>
                    <a:pt x="1186" y="1600"/>
                  </a:lnTo>
                  <a:lnTo>
                    <a:pt x="1206" y="1521"/>
                  </a:lnTo>
                  <a:lnTo>
                    <a:pt x="1225" y="1501"/>
                  </a:lnTo>
                  <a:lnTo>
                    <a:pt x="1225" y="1521"/>
                  </a:lnTo>
                  <a:lnTo>
                    <a:pt x="1245" y="1442"/>
                  </a:lnTo>
                  <a:lnTo>
                    <a:pt x="1245" y="1501"/>
                  </a:lnTo>
                  <a:lnTo>
                    <a:pt x="1225" y="1541"/>
                  </a:lnTo>
                  <a:lnTo>
                    <a:pt x="1225" y="1580"/>
                  </a:lnTo>
                  <a:lnTo>
                    <a:pt x="1245" y="1541"/>
                  </a:lnTo>
                  <a:lnTo>
                    <a:pt x="1265" y="1501"/>
                  </a:lnTo>
                  <a:lnTo>
                    <a:pt x="1265" y="1501"/>
                  </a:lnTo>
                  <a:lnTo>
                    <a:pt x="1285" y="1521"/>
                  </a:lnTo>
                  <a:lnTo>
                    <a:pt x="1285" y="1501"/>
                  </a:lnTo>
                  <a:lnTo>
                    <a:pt x="1324" y="1442"/>
                  </a:lnTo>
                  <a:lnTo>
                    <a:pt x="1324" y="1422"/>
                  </a:lnTo>
                  <a:lnTo>
                    <a:pt x="1344" y="1363"/>
                  </a:lnTo>
                  <a:lnTo>
                    <a:pt x="1344" y="1403"/>
                  </a:lnTo>
                  <a:lnTo>
                    <a:pt x="1324" y="1462"/>
                  </a:lnTo>
                  <a:lnTo>
                    <a:pt x="1364" y="1422"/>
                  </a:lnTo>
                  <a:lnTo>
                    <a:pt x="1384" y="1403"/>
                  </a:lnTo>
                  <a:lnTo>
                    <a:pt x="1403" y="1363"/>
                  </a:lnTo>
                  <a:lnTo>
                    <a:pt x="1423" y="1324"/>
                  </a:lnTo>
                  <a:lnTo>
                    <a:pt x="1403" y="1403"/>
                  </a:lnTo>
                  <a:lnTo>
                    <a:pt x="1384" y="1442"/>
                  </a:lnTo>
                  <a:lnTo>
                    <a:pt x="1364" y="1501"/>
                  </a:lnTo>
                  <a:lnTo>
                    <a:pt x="1364" y="1521"/>
                  </a:lnTo>
                  <a:lnTo>
                    <a:pt x="1324" y="1580"/>
                  </a:lnTo>
                  <a:lnTo>
                    <a:pt x="1344" y="1561"/>
                  </a:lnTo>
                  <a:lnTo>
                    <a:pt x="1364" y="1541"/>
                  </a:lnTo>
                  <a:lnTo>
                    <a:pt x="1364" y="1561"/>
                  </a:lnTo>
                  <a:lnTo>
                    <a:pt x="1384" y="1501"/>
                  </a:lnTo>
                  <a:lnTo>
                    <a:pt x="1403" y="1442"/>
                  </a:lnTo>
                  <a:lnTo>
                    <a:pt x="1403" y="1442"/>
                  </a:lnTo>
                  <a:lnTo>
                    <a:pt x="1384" y="1521"/>
                  </a:lnTo>
                  <a:lnTo>
                    <a:pt x="1403" y="1521"/>
                  </a:lnTo>
                  <a:lnTo>
                    <a:pt x="1403" y="1501"/>
                  </a:lnTo>
                  <a:lnTo>
                    <a:pt x="1443" y="1422"/>
                  </a:lnTo>
                  <a:lnTo>
                    <a:pt x="1463" y="1363"/>
                  </a:lnTo>
                  <a:lnTo>
                    <a:pt x="1482" y="1343"/>
                  </a:lnTo>
                  <a:lnTo>
                    <a:pt x="1502" y="1304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502" y="1284"/>
                  </a:lnTo>
                  <a:lnTo>
                    <a:pt x="1522" y="1264"/>
                  </a:lnTo>
                  <a:lnTo>
                    <a:pt x="1502" y="1363"/>
                  </a:lnTo>
                  <a:lnTo>
                    <a:pt x="1443" y="1482"/>
                  </a:lnTo>
                  <a:lnTo>
                    <a:pt x="1384" y="1620"/>
                  </a:lnTo>
                  <a:lnTo>
                    <a:pt x="1384" y="1620"/>
                  </a:lnTo>
                  <a:lnTo>
                    <a:pt x="1403" y="1600"/>
                  </a:lnTo>
                  <a:lnTo>
                    <a:pt x="1423" y="1620"/>
                  </a:lnTo>
                  <a:lnTo>
                    <a:pt x="1423" y="1640"/>
                  </a:lnTo>
                  <a:lnTo>
                    <a:pt x="1463" y="1561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482" y="1501"/>
                  </a:lnTo>
                  <a:lnTo>
                    <a:pt x="1488" y="1498"/>
                  </a:lnTo>
                  <a:lnTo>
                    <a:pt x="1488" y="1498"/>
                  </a:lnTo>
                  <a:lnTo>
                    <a:pt x="1502" y="1462"/>
                  </a:lnTo>
                  <a:lnTo>
                    <a:pt x="1522" y="1462"/>
                  </a:lnTo>
                  <a:lnTo>
                    <a:pt x="1522" y="1475"/>
                  </a:lnTo>
                  <a:lnTo>
                    <a:pt x="1542" y="1462"/>
                  </a:lnTo>
                  <a:lnTo>
                    <a:pt x="1561" y="1442"/>
                  </a:lnTo>
                  <a:lnTo>
                    <a:pt x="1581" y="1403"/>
                  </a:lnTo>
                  <a:lnTo>
                    <a:pt x="1621" y="1324"/>
                  </a:lnTo>
                  <a:lnTo>
                    <a:pt x="1640" y="1304"/>
                  </a:lnTo>
                  <a:lnTo>
                    <a:pt x="1660" y="1245"/>
                  </a:lnTo>
                  <a:lnTo>
                    <a:pt x="1680" y="1264"/>
                  </a:lnTo>
                  <a:lnTo>
                    <a:pt x="1640" y="1304"/>
                  </a:lnTo>
                  <a:lnTo>
                    <a:pt x="1660" y="1324"/>
                  </a:lnTo>
                  <a:lnTo>
                    <a:pt x="1680" y="1304"/>
                  </a:lnTo>
                  <a:lnTo>
                    <a:pt x="1640" y="1363"/>
                  </a:lnTo>
                  <a:lnTo>
                    <a:pt x="1621" y="1383"/>
                  </a:lnTo>
                  <a:lnTo>
                    <a:pt x="1621" y="1403"/>
                  </a:lnTo>
                  <a:lnTo>
                    <a:pt x="1581" y="1501"/>
                  </a:lnTo>
                  <a:lnTo>
                    <a:pt x="1601" y="1462"/>
                  </a:lnTo>
                  <a:lnTo>
                    <a:pt x="1640" y="1403"/>
                  </a:lnTo>
                  <a:lnTo>
                    <a:pt x="1621" y="1482"/>
                  </a:lnTo>
                  <a:lnTo>
                    <a:pt x="1640" y="1482"/>
                  </a:lnTo>
                  <a:lnTo>
                    <a:pt x="1660" y="1442"/>
                  </a:lnTo>
                  <a:lnTo>
                    <a:pt x="1700" y="1363"/>
                  </a:lnTo>
                  <a:lnTo>
                    <a:pt x="1719" y="1324"/>
                  </a:lnTo>
                  <a:lnTo>
                    <a:pt x="1739" y="1304"/>
                  </a:lnTo>
                  <a:lnTo>
                    <a:pt x="1759" y="1264"/>
                  </a:lnTo>
                  <a:lnTo>
                    <a:pt x="1739" y="1245"/>
                  </a:lnTo>
                  <a:lnTo>
                    <a:pt x="1779" y="1166"/>
                  </a:lnTo>
                  <a:lnTo>
                    <a:pt x="1818" y="1106"/>
                  </a:lnTo>
                  <a:lnTo>
                    <a:pt x="1877" y="1027"/>
                  </a:lnTo>
                  <a:lnTo>
                    <a:pt x="1858" y="1087"/>
                  </a:lnTo>
                  <a:lnTo>
                    <a:pt x="1877" y="1047"/>
                  </a:lnTo>
                  <a:lnTo>
                    <a:pt x="1877" y="1067"/>
                  </a:lnTo>
                  <a:lnTo>
                    <a:pt x="1897" y="1067"/>
                  </a:lnTo>
                  <a:lnTo>
                    <a:pt x="1917" y="1027"/>
                  </a:lnTo>
                  <a:lnTo>
                    <a:pt x="1937" y="948"/>
                  </a:lnTo>
                  <a:lnTo>
                    <a:pt x="1937" y="988"/>
                  </a:lnTo>
                  <a:lnTo>
                    <a:pt x="1917" y="1047"/>
                  </a:lnTo>
                  <a:lnTo>
                    <a:pt x="1917" y="1067"/>
                  </a:lnTo>
                  <a:lnTo>
                    <a:pt x="1858" y="1205"/>
                  </a:lnTo>
                  <a:lnTo>
                    <a:pt x="1877" y="1185"/>
                  </a:lnTo>
                  <a:lnTo>
                    <a:pt x="1779" y="1363"/>
                  </a:lnTo>
                  <a:lnTo>
                    <a:pt x="1798" y="1403"/>
                  </a:lnTo>
                  <a:lnTo>
                    <a:pt x="1798" y="1422"/>
                  </a:lnTo>
                  <a:lnTo>
                    <a:pt x="1818" y="1403"/>
                  </a:lnTo>
                  <a:lnTo>
                    <a:pt x="1759" y="1541"/>
                  </a:lnTo>
                  <a:lnTo>
                    <a:pt x="1779" y="1521"/>
                  </a:lnTo>
                  <a:lnTo>
                    <a:pt x="1779" y="1541"/>
                  </a:lnTo>
                  <a:lnTo>
                    <a:pt x="1759" y="1600"/>
                  </a:lnTo>
                  <a:lnTo>
                    <a:pt x="1798" y="1541"/>
                  </a:lnTo>
                  <a:lnTo>
                    <a:pt x="1818" y="1462"/>
                  </a:lnTo>
                  <a:lnTo>
                    <a:pt x="1818" y="1482"/>
                  </a:lnTo>
                  <a:lnTo>
                    <a:pt x="1838" y="1462"/>
                  </a:lnTo>
                  <a:lnTo>
                    <a:pt x="1838" y="1403"/>
                  </a:lnTo>
                  <a:lnTo>
                    <a:pt x="1877" y="1403"/>
                  </a:lnTo>
                  <a:lnTo>
                    <a:pt x="1877" y="1442"/>
                  </a:lnTo>
                  <a:lnTo>
                    <a:pt x="1858" y="1482"/>
                  </a:lnTo>
                  <a:lnTo>
                    <a:pt x="1838" y="1501"/>
                  </a:lnTo>
                  <a:lnTo>
                    <a:pt x="1838" y="154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38" y="1580"/>
                  </a:lnTo>
                  <a:lnTo>
                    <a:pt x="1818" y="1620"/>
                  </a:lnTo>
                  <a:lnTo>
                    <a:pt x="1877" y="1541"/>
                  </a:lnTo>
                  <a:lnTo>
                    <a:pt x="1858" y="1600"/>
                  </a:lnTo>
                  <a:lnTo>
                    <a:pt x="1838" y="1660"/>
                  </a:lnTo>
                  <a:lnTo>
                    <a:pt x="1877" y="1580"/>
                  </a:lnTo>
                  <a:lnTo>
                    <a:pt x="1897" y="1541"/>
                  </a:lnTo>
                  <a:lnTo>
                    <a:pt x="1937" y="1501"/>
                  </a:lnTo>
                  <a:lnTo>
                    <a:pt x="1956" y="1442"/>
                  </a:lnTo>
                  <a:lnTo>
                    <a:pt x="1956" y="1462"/>
                  </a:lnTo>
                  <a:lnTo>
                    <a:pt x="1976" y="1422"/>
                  </a:lnTo>
                  <a:lnTo>
                    <a:pt x="1976" y="1383"/>
                  </a:lnTo>
                  <a:lnTo>
                    <a:pt x="1996" y="1383"/>
                  </a:lnTo>
                  <a:lnTo>
                    <a:pt x="1996" y="1403"/>
                  </a:lnTo>
                  <a:lnTo>
                    <a:pt x="1917" y="1580"/>
                  </a:lnTo>
                  <a:lnTo>
                    <a:pt x="1956" y="1521"/>
                  </a:lnTo>
                  <a:lnTo>
                    <a:pt x="1976" y="1482"/>
                  </a:lnTo>
                  <a:lnTo>
                    <a:pt x="1996" y="1462"/>
                  </a:lnTo>
                  <a:lnTo>
                    <a:pt x="2016" y="1442"/>
                  </a:lnTo>
                  <a:lnTo>
                    <a:pt x="2055" y="1343"/>
                  </a:lnTo>
                  <a:lnTo>
                    <a:pt x="2055" y="1383"/>
                  </a:lnTo>
                  <a:lnTo>
                    <a:pt x="2016" y="1482"/>
                  </a:lnTo>
                  <a:lnTo>
                    <a:pt x="2035" y="1482"/>
                  </a:lnTo>
                  <a:lnTo>
                    <a:pt x="1996" y="1600"/>
                  </a:lnTo>
                  <a:lnTo>
                    <a:pt x="2016" y="1580"/>
                  </a:lnTo>
                  <a:lnTo>
                    <a:pt x="2035" y="1541"/>
                  </a:lnTo>
                  <a:lnTo>
                    <a:pt x="2035" y="1521"/>
                  </a:lnTo>
                  <a:lnTo>
                    <a:pt x="2055" y="1482"/>
                  </a:lnTo>
                  <a:lnTo>
                    <a:pt x="2075" y="1403"/>
                  </a:lnTo>
                  <a:lnTo>
                    <a:pt x="2095" y="1324"/>
                  </a:lnTo>
                  <a:lnTo>
                    <a:pt x="2095" y="1284"/>
                  </a:lnTo>
                  <a:lnTo>
                    <a:pt x="2095" y="1245"/>
                  </a:lnTo>
                  <a:lnTo>
                    <a:pt x="2055" y="1324"/>
                  </a:lnTo>
                  <a:lnTo>
                    <a:pt x="2035" y="1383"/>
                  </a:lnTo>
                  <a:lnTo>
                    <a:pt x="2016" y="1383"/>
                  </a:lnTo>
                  <a:lnTo>
                    <a:pt x="2035" y="1343"/>
                  </a:lnTo>
                  <a:lnTo>
                    <a:pt x="2055" y="1304"/>
                  </a:lnTo>
                  <a:lnTo>
                    <a:pt x="2095" y="1225"/>
                  </a:lnTo>
                  <a:lnTo>
                    <a:pt x="2154" y="1106"/>
                  </a:lnTo>
                  <a:lnTo>
                    <a:pt x="2213" y="1027"/>
                  </a:lnTo>
                  <a:lnTo>
                    <a:pt x="2233" y="968"/>
                  </a:lnTo>
                  <a:lnTo>
                    <a:pt x="2238" y="968"/>
                  </a:lnTo>
                  <a:lnTo>
                    <a:pt x="2253" y="909"/>
                  </a:lnTo>
                  <a:lnTo>
                    <a:pt x="2253" y="889"/>
                  </a:lnTo>
                  <a:lnTo>
                    <a:pt x="2233" y="909"/>
                  </a:lnTo>
                  <a:lnTo>
                    <a:pt x="2272" y="850"/>
                  </a:lnTo>
                  <a:lnTo>
                    <a:pt x="2272" y="830"/>
                  </a:lnTo>
                  <a:lnTo>
                    <a:pt x="2272" y="810"/>
                  </a:lnTo>
                  <a:lnTo>
                    <a:pt x="2233" y="889"/>
                  </a:lnTo>
                  <a:lnTo>
                    <a:pt x="2233" y="869"/>
                  </a:lnTo>
                  <a:lnTo>
                    <a:pt x="2213" y="869"/>
                  </a:lnTo>
                  <a:lnTo>
                    <a:pt x="2193" y="889"/>
                  </a:lnTo>
                  <a:lnTo>
                    <a:pt x="2174" y="909"/>
                  </a:lnTo>
                  <a:lnTo>
                    <a:pt x="2154" y="948"/>
                  </a:lnTo>
                  <a:lnTo>
                    <a:pt x="2134" y="968"/>
                  </a:lnTo>
                  <a:lnTo>
                    <a:pt x="2114" y="968"/>
                  </a:lnTo>
                  <a:lnTo>
                    <a:pt x="2134" y="929"/>
                  </a:lnTo>
                  <a:lnTo>
                    <a:pt x="2075" y="988"/>
                  </a:lnTo>
                  <a:lnTo>
                    <a:pt x="2055" y="1087"/>
                  </a:lnTo>
                  <a:lnTo>
                    <a:pt x="2035" y="1126"/>
                  </a:lnTo>
                  <a:lnTo>
                    <a:pt x="2035" y="1106"/>
                  </a:lnTo>
                  <a:lnTo>
                    <a:pt x="2035" y="1067"/>
                  </a:lnTo>
                  <a:lnTo>
                    <a:pt x="2095" y="929"/>
                  </a:lnTo>
                  <a:lnTo>
                    <a:pt x="2035" y="1008"/>
                  </a:lnTo>
                  <a:lnTo>
                    <a:pt x="2075" y="909"/>
                  </a:lnTo>
                  <a:lnTo>
                    <a:pt x="2114" y="869"/>
                  </a:lnTo>
                  <a:lnTo>
                    <a:pt x="2114" y="889"/>
                  </a:lnTo>
                  <a:lnTo>
                    <a:pt x="2134" y="869"/>
                  </a:lnTo>
                  <a:lnTo>
                    <a:pt x="2134" y="889"/>
                  </a:lnTo>
                  <a:lnTo>
                    <a:pt x="2154" y="830"/>
                  </a:lnTo>
                  <a:lnTo>
                    <a:pt x="2174" y="830"/>
                  </a:lnTo>
                  <a:lnTo>
                    <a:pt x="2193" y="790"/>
                  </a:lnTo>
                  <a:lnTo>
                    <a:pt x="2193" y="751"/>
                  </a:lnTo>
                  <a:lnTo>
                    <a:pt x="2213" y="711"/>
                  </a:lnTo>
                  <a:lnTo>
                    <a:pt x="2193" y="731"/>
                  </a:lnTo>
                  <a:lnTo>
                    <a:pt x="2233" y="613"/>
                  </a:lnTo>
                  <a:lnTo>
                    <a:pt x="2253" y="613"/>
                  </a:lnTo>
                  <a:lnTo>
                    <a:pt x="2253" y="593"/>
                  </a:lnTo>
                  <a:lnTo>
                    <a:pt x="2253" y="573"/>
                  </a:lnTo>
                  <a:lnTo>
                    <a:pt x="2154" y="751"/>
                  </a:lnTo>
                  <a:lnTo>
                    <a:pt x="2134" y="771"/>
                  </a:lnTo>
                  <a:lnTo>
                    <a:pt x="2114" y="751"/>
                  </a:lnTo>
                  <a:lnTo>
                    <a:pt x="2154" y="711"/>
                  </a:lnTo>
                  <a:lnTo>
                    <a:pt x="2193" y="632"/>
                  </a:lnTo>
                  <a:lnTo>
                    <a:pt x="2174" y="652"/>
                  </a:lnTo>
                  <a:lnTo>
                    <a:pt x="2174" y="632"/>
                  </a:lnTo>
                  <a:lnTo>
                    <a:pt x="2154" y="672"/>
                  </a:lnTo>
                  <a:lnTo>
                    <a:pt x="2154" y="652"/>
                  </a:lnTo>
                  <a:lnTo>
                    <a:pt x="2174" y="573"/>
                  </a:lnTo>
                  <a:lnTo>
                    <a:pt x="2193" y="593"/>
                  </a:lnTo>
                  <a:lnTo>
                    <a:pt x="2213" y="534"/>
                  </a:lnTo>
                  <a:lnTo>
                    <a:pt x="2213" y="553"/>
                  </a:lnTo>
                  <a:lnTo>
                    <a:pt x="2233" y="494"/>
                  </a:lnTo>
                  <a:lnTo>
                    <a:pt x="2213" y="494"/>
                  </a:lnTo>
                  <a:lnTo>
                    <a:pt x="2213" y="514"/>
                  </a:lnTo>
                  <a:lnTo>
                    <a:pt x="2193" y="514"/>
                  </a:lnTo>
                  <a:lnTo>
                    <a:pt x="2233" y="435"/>
                  </a:lnTo>
                  <a:lnTo>
                    <a:pt x="2233" y="415"/>
                  </a:lnTo>
                  <a:lnTo>
                    <a:pt x="2213" y="395"/>
                  </a:lnTo>
                  <a:lnTo>
                    <a:pt x="2193" y="395"/>
                  </a:lnTo>
                  <a:lnTo>
                    <a:pt x="2174" y="455"/>
                  </a:lnTo>
                  <a:lnTo>
                    <a:pt x="2114" y="534"/>
                  </a:lnTo>
                  <a:lnTo>
                    <a:pt x="2154" y="435"/>
                  </a:lnTo>
                  <a:lnTo>
                    <a:pt x="2154" y="376"/>
                  </a:lnTo>
                  <a:lnTo>
                    <a:pt x="2144" y="405"/>
                  </a:lnTo>
                  <a:lnTo>
                    <a:pt x="2144" y="405"/>
                  </a:lnTo>
                  <a:lnTo>
                    <a:pt x="2134" y="415"/>
                  </a:lnTo>
                  <a:lnTo>
                    <a:pt x="2114" y="455"/>
                  </a:lnTo>
                  <a:lnTo>
                    <a:pt x="2114" y="455"/>
                  </a:lnTo>
                  <a:lnTo>
                    <a:pt x="2141" y="415"/>
                  </a:lnTo>
                  <a:lnTo>
                    <a:pt x="2141" y="415"/>
                  </a:lnTo>
                  <a:lnTo>
                    <a:pt x="2134" y="435"/>
                  </a:lnTo>
                  <a:lnTo>
                    <a:pt x="2114" y="494"/>
                  </a:lnTo>
                  <a:lnTo>
                    <a:pt x="2075" y="553"/>
                  </a:lnTo>
                  <a:lnTo>
                    <a:pt x="2055" y="553"/>
                  </a:lnTo>
                  <a:lnTo>
                    <a:pt x="2095" y="494"/>
                  </a:lnTo>
                  <a:lnTo>
                    <a:pt x="2114" y="474"/>
                  </a:lnTo>
                  <a:lnTo>
                    <a:pt x="2114" y="455"/>
                  </a:lnTo>
                  <a:lnTo>
                    <a:pt x="2114" y="435"/>
                  </a:lnTo>
                  <a:lnTo>
                    <a:pt x="2114" y="356"/>
                  </a:lnTo>
                  <a:lnTo>
                    <a:pt x="2075" y="415"/>
                  </a:lnTo>
                  <a:lnTo>
                    <a:pt x="2055" y="455"/>
                  </a:lnTo>
                  <a:lnTo>
                    <a:pt x="2075" y="435"/>
                  </a:lnTo>
                  <a:lnTo>
                    <a:pt x="2075" y="455"/>
                  </a:lnTo>
                  <a:lnTo>
                    <a:pt x="2035" y="534"/>
                  </a:lnTo>
                  <a:lnTo>
                    <a:pt x="2035" y="494"/>
                  </a:lnTo>
                  <a:lnTo>
                    <a:pt x="2035" y="455"/>
                  </a:lnTo>
                  <a:lnTo>
                    <a:pt x="2055" y="415"/>
                  </a:lnTo>
                  <a:lnTo>
                    <a:pt x="2055" y="435"/>
                  </a:lnTo>
                  <a:lnTo>
                    <a:pt x="2075" y="395"/>
                  </a:lnTo>
                  <a:lnTo>
                    <a:pt x="2035" y="395"/>
                  </a:lnTo>
                  <a:lnTo>
                    <a:pt x="2035" y="376"/>
                  </a:lnTo>
                  <a:lnTo>
                    <a:pt x="2035" y="356"/>
                  </a:lnTo>
                  <a:lnTo>
                    <a:pt x="1996" y="415"/>
                  </a:lnTo>
                  <a:lnTo>
                    <a:pt x="1976" y="494"/>
                  </a:lnTo>
                  <a:lnTo>
                    <a:pt x="1976" y="455"/>
                  </a:lnTo>
                  <a:lnTo>
                    <a:pt x="1996" y="415"/>
                  </a:lnTo>
                  <a:lnTo>
                    <a:pt x="1996" y="395"/>
                  </a:lnTo>
                  <a:lnTo>
                    <a:pt x="1976" y="395"/>
                  </a:lnTo>
                  <a:lnTo>
                    <a:pt x="1996" y="356"/>
                  </a:lnTo>
                  <a:lnTo>
                    <a:pt x="1956" y="395"/>
                  </a:lnTo>
                  <a:lnTo>
                    <a:pt x="1976" y="356"/>
                  </a:lnTo>
                  <a:lnTo>
                    <a:pt x="1976" y="336"/>
                  </a:lnTo>
                  <a:lnTo>
                    <a:pt x="1956" y="336"/>
                  </a:lnTo>
                  <a:lnTo>
                    <a:pt x="1917" y="376"/>
                  </a:lnTo>
                  <a:lnTo>
                    <a:pt x="1897" y="415"/>
                  </a:lnTo>
                  <a:lnTo>
                    <a:pt x="1858" y="435"/>
                  </a:lnTo>
                  <a:lnTo>
                    <a:pt x="1858" y="435"/>
                  </a:lnTo>
                  <a:lnTo>
                    <a:pt x="1917" y="356"/>
                  </a:lnTo>
                  <a:lnTo>
                    <a:pt x="1937" y="316"/>
                  </a:lnTo>
                  <a:lnTo>
                    <a:pt x="1937" y="297"/>
                  </a:lnTo>
                  <a:lnTo>
                    <a:pt x="1917" y="297"/>
                  </a:lnTo>
                  <a:lnTo>
                    <a:pt x="1897" y="316"/>
                  </a:lnTo>
                  <a:lnTo>
                    <a:pt x="1858" y="376"/>
                  </a:lnTo>
                  <a:lnTo>
                    <a:pt x="1858" y="376"/>
                  </a:lnTo>
                  <a:lnTo>
                    <a:pt x="1877" y="316"/>
                  </a:lnTo>
                  <a:lnTo>
                    <a:pt x="1838" y="376"/>
                  </a:lnTo>
                  <a:lnTo>
                    <a:pt x="1818" y="376"/>
                  </a:lnTo>
                  <a:lnTo>
                    <a:pt x="1838" y="336"/>
                  </a:lnTo>
                  <a:lnTo>
                    <a:pt x="1798" y="395"/>
                  </a:lnTo>
                  <a:lnTo>
                    <a:pt x="1759" y="474"/>
                  </a:lnTo>
                  <a:lnTo>
                    <a:pt x="1759" y="514"/>
                  </a:lnTo>
                  <a:lnTo>
                    <a:pt x="1779" y="494"/>
                  </a:lnTo>
                  <a:lnTo>
                    <a:pt x="1798" y="474"/>
                  </a:lnTo>
                  <a:lnTo>
                    <a:pt x="1798" y="474"/>
                  </a:lnTo>
                  <a:lnTo>
                    <a:pt x="1779" y="534"/>
                  </a:lnTo>
                  <a:lnTo>
                    <a:pt x="1759" y="613"/>
                  </a:lnTo>
                  <a:lnTo>
                    <a:pt x="1759" y="573"/>
                  </a:lnTo>
                  <a:lnTo>
                    <a:pt x="1739" y="613"/>
                  </a:lnTo>
                  <a:lnTo>
                    <a:pt x="1739" y="652"/>
                  </a:lnTo>
                  <a:lnTo>
                    <a:pt x="1680" y="711"/>
                  </a:lnTo>
                  <a:lnTo>
                    <a:pt x="1700" y="672"/>
                  </a:lnTo>
                  <a:lnTo>
                    <a:pt x="1719" y="632"/>
                  </a:lnTo>
                  <a:lnTo>
                    <a:pt x="1739" y="553"/>
                  </a:lnTo>
                  <a:lnTo>
                    <a:pt x="1719" y="593"/>
                  </a:lnTo>
                  <a:lnTo>
                    <a:pt x="1680" y="692"/>
                  </a:lnTo>
                  <a:lnTo>
                    <a:pt x="1660" y="731"/>
                  </a:lnTo>
                  <a:lnTo>
                    <a:pt x="1660" y="711"/>
                  </a:lnTo>
                  <a:lnTo>
                    <a:pt x="1660" y="672"/>
                  </a:lnTo>
                  <a:lnTo>
                    <a:pt x="1621" y="692"/>
                  </a:lnTo>
                  <a:lnTo>
                    <a:pt x="1660" y="632"/>
                  </a:lnTo>
                  <a:lnTo>
                    <a:pt x="1660" y="652"/>
                  </a:lnTo>
                  <a:lnTo>
                    <a:pt x="1680" y="613"/>
                  </a:lnTo>
                  <a:lnTo>
                    <a:pt x="1700" y="573"/>
                  </a:lnTo>
                  <a:lnTo>
                    <a:pt x="1719" y="514"/>
                  </a:lnTo>
                  <a:lnTo>
                    <a:pt x="1739" y="455"/>
                  </a:lnTo>
                  <a:lnTo>
                    <a:pt x="1798" y="356"/>
                  </a:lnTo>
                  <a:lnTo>
                    <a:pt x="1798" y="316"/>
                  </a:lnTo>
                  <a:lnTo>
                    <a:pt x="1779" y="336"/>
                  </a:lnTo>
                  <a:lnTo>
                    <a:pt x="1759" y="336"/>
                  </a:lnTo>
                  <a:lnTo>
                    <a:pt x="1739" y="376"/>
                  </a:lnTo>
                  <a:lnTo>
                    <a:pt x="1759" y="316"/>
                  </a:lnTo>
                  <a:lnTo>
                    <a:pt x="1739" y="316"/>
                  </a:lnTo>
                  <a:lnTo>
                    <a:pt x="1700" y="356"/>
                  </a:lnTo>
                  <a:lnTo>
                    <a:pt x="1700" y="356"/>
                  </a:lnTo>
                  <a:lnTo>
                    <a:pt x="1719" y="277"/>
                  </a:lnTo>
                  <a:lnTo>
                    <a:pt x="1700" y="277"/>
                  </a:lnTo>
                  <a:lnTo>
                    <a:pt x="1660" y="316"/>
                  </a:lnTo>
                  <a:lnTo>
                    <a:pt x="1621" y="356"/>
                  </a:lnTo>
                  <a:lnTo>
                    <a:pt x="1601" y="336"/>
                  </a:lnTo>
                  <a:lnTo>
                    <a:pt x="1601" y="277"/>
                  </a:lnTo>
                  <a:lnTo>
                    <a:pt x="1581" y="297"/>
                  </a:lnTo>
                  <a:lnTo>
                    <a:pt x="1561" y="297"/>
                  </a:lnTo>
                  <a:lnTo>
                    <a:pt x="1581" y="257"/>
                  </a:lnTo>
                  <a:lnTo>
                    <a:pt x="1581" y="237"/>
                  </a:lnTo>
                  <a:lnTo>
                    <a:pt x="1561" y="257"/>
                  </a:lnTo>
                  <a:lnTo>
                    <a:pt x="1542" y="277"/>
                  </a:lnTo>
                  <a:lnTo>
                    <a:pt x="1502" y="356"/>
                  </a:lnTo>
                  <a:lnTo>
                    <a:pt x="1542" y="257"/>
                  </a:lnTo>
                  <a:lnTo>
                    <a:pt x="1542" y="257"/>
                  </a:lnTo>
                  <a:lnTo>
                    <a:pt x="1463" y="277"/>
                  </a:lnTo>
                  <a:lnTo>
                    <a:pt x="1403" y="277"/>
                  </a:lnTo>
                  <a:lnTo>
                    <a:pt x="1403" y="257"/>
                  </a:lnTo>
                  <a:lnTo>
                    <a:pt x="1384" y="257"/>
                  </a:lnTo>
                  <a:lnTo>
                    <a:pt x="1344" y="297"/>
                  </a:lnTo>
                  <a:lnTo>
                    <a:pt x="1324" y="316"/>
                  </a:lnTo>
                  <a:lnTo>
                    <a:pt x="1305" y="316"/>
                  </a:lnTo>
                  <a:lnTo>
                    <a:pt x="1305" y="297"/>
                  </a:lnTo>
                  <a:lnTo>
                    <a:pt x="1285" y="336"/>
                  </a:lnTo>
                  <a:lnTo>
                    <a:pt x="1245" y="395"/>
                  </a:lnTo>
                  <a:lnTo>
                    <a:pt x="1206" y="514"/>
                  </a:lnTo>
                  <a:lnTo>
                    <a:pt x="1186" y="514"/>
                  </a:lnTo>
                  <a:lnTo>
                    <a:pt x="1206" y="474"/>
                  </a:lnTo>
                  <a:lnTo>
                    <a:pt x="1206" y="435"/>
                  </a:lnTo>
                  <a:lnTo>
                    <a:pt x="1206" y="415"/>
                  </a:lnTo>
                  <a:lnTo>
                    <a:pt x="1245" y="336"/>
                  </a:lnTo>
                  <a:lnTo>
                    <a:pt x="1285" y="257"/>
                  </a:lnTo>
                  <a:lnTo>
                    <a:pt x="1285" y="257"/>
                  </a:lnTo>
                  <a:lnTo>
                    <a:pt x="1245" y="316"/>
                  </a:lnTo>
                  <a:lnTo>
                    <a:pt x="1225" y="316"/>
                  </a:lnTo>
                  <a:lnTo>
                    <a:pt x="1225" y="277"/>
                  </a:lnTo>
                  <a:lnTo>
                    <a:pt x="1225" y="257"/>
                  </a:lnTo>
                  <a:lnTo>
                    <a:pt x="1245" y="237"/>
                  </a:lnTo>
                  <a:lnTo>
                    <a:pt x="1225" y="218"/>
                  </a:lnTo>
                  <a:lnTo>
                    <a:pt x="1206" y="257"/>
                  </a:lnTo>
                  <a:lnTo>
                    <a:pt x="1186" y="297"/>
                  </a:lnTo>
                  <a:lnTo>
                    <a:pt x="1186" y="277"/>
                  </a:lnTo>
                  <a:lnTo>
                    <a:pt x="1166" y="336"/>
                  </a:lnTo>
                  <a:lnTo>
                    <a:pt x="1186" y="257"/>
                  </a:lnTo>
                  <a:lnTo>
                    <a:pt x="1166" y="297"/>
                  </a:lnTo>
                  <a:lnTo>
                    <a:pt x="1146" y="316"/>
                  </a:lnTo>
                  <a:lnTo>
                    <a:pt x="1146" y="297"/>
                  </a:lnTo>
                  <a:lnTo>
                    <a:pt x="1146" y="277"/>
                  </a:lnTo>
                  <a:lnTo>
                    <a:pt x="1166" y="218"/>
                  </a:lnTo>
                  <a:lnTo>
                    <a:pt x="1127" y="257"/>
                  </a:lnTo>
                  <a:lnTo>
                    <a:pt x="1146" y="218"/>
                  </a:lnTo>
                  <a:lnTo>
                    <a:pt x="1107" y="198"/>
                  </a:lnTo>
                  <a:lnTo>
                    <a:pt x="1107" y="178"/>
                  </a:lnTo>
                  <a:lnTo>
                    <a:pt x="1087" y="158"/>
                  </a:lnTo>
                  <a:lnTo>
                    <a:pt x="1067" y="178"/>
                  </a:lnTo>
                  <a:lnTo>
                    <a:pt x="1028" y="237"/>
                  </a:lnTo>
                  <a:lnTo>
                    <a:pt x="1028" y="257"/>
                  </a:lnTo>
                  <a:lnTo>
                    <a:pt x="1008" y="297"/>
                  </a:lnTo>
                  <a:lnTo>
                    <a:pt x="988" y="336"/>
                  </a:lnTo>
                  <a:lnTo>
                    <a:pt x="969" y="336"/>
                  </a:lnTo>
                  <a:lnTo>
                    <a:pt x="988" y="297"/>
                  </a:lnTo>
                  <a:lnTo>
                    <a:pt x="988" y="257"/>
                  </a:lnTo>
                  <a:lnTo>
                    <a:pt x="1008" y="218"/>
                  </a:lnTo>
                  <a:lnTo>
                    <a:pt x="988" y="218"/>
                  </a:lnTo>
                  <a:lnTo>
                    <a:pt x="1008" y="178"/>
                  </a:lnTo>
                  <a:lnTo>
                    <a:pt x="988" y="198"/>
                  </a:lnTo>
                  <a:lnTo>
                    <a:pt x="949" y="218"/>
                  </a:lnTo>
                  <a:lnTo>
                    <a:pt x="969" y="198"/>
                  </a:lnTo>
                  <a:lnTo>
                    <a:pt x="988" y="158"/>
                  </a:lnTo>
                  <a:lnTo>
                    <a:pt x="969" y="178"/>
                  </a:lnTo>
                  <a:lnTo>
                    <a:pt x="988" y="139"/>
                  </a:lnTo>
                  <a:lnTo>
                    <a:pt x="969" y="158"/>
                  </a:lnTo>
                  <a:lnTo>
                    <a:pt x="949" y="178"/>
                  </a:lnTo>
                  <a:lnTo>
                    <a:pt x="909" y="257"/>
                  </a:lnTo>
                  <a:lnTo>
                    <a:pt x="909" y="237"/>
                  </a:lnTo>
                  <a:lnTo>
                    <a:pt x="890" y="257"/>
                  </a:lnTo>
                  <a:lnTo>
                    <a:pt x="949" y="178"/>
                  </a:lnTo>
                  <a:lnTo>
                    <a:pt x="870" y="277"/>
                  </a:lnTo>
                  <a:lnTo>
                    <a:pt x="890" y="237"/>
                  </a:lnTo>
                  <a:lnTo>
                    <a:pt x="870" y="257"/>
                  </a:lnTo>
                  <a:lnTo>
                    <a:pt x="870" y="237"/>
                  </a:lnTo>
                  <a:lnTo>
                    <a:pt x="830" y="297"/>
                  </a:lnTo>
                  <a:lnTo>
                    <a:pt x="811" y="336"/>
                  </a:lnTo>
                  <a:lnTo>
                    <a:pt x="811" y="297"/>
                  </a:lnTo>
                  <a:lnTo>
                    <a:pt x="850" y="198"/>
                  </a:lnTo>
                  <a:lnTo>
                    <a:pt x="850" y="218"/>
                  </a:lnTo>
                  <a:lnTo>
                    <a:pt x="850" y="237"/>
                  </a:lnTo>
                  <a:lnTo>
                    <a:pt x="870" y="178"/>
                  </a:lnTo>
                  <a:lnTo>
                    <a:pt x="870" y="139"/>
                  </a:lnTo>
                  <a:lnTo>
                    <a:pt x="850" y="119"/>
                  </a:lnTo>
                  <a:lnTo>
                    <a:pt x="830" y="11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771" y="139"/>
                  </a:lnTo>
                  <a:lnTo>
                    <a:pt x="751" y="79"/>
                  </a:lnTo>
                  <a:lnTo>
                    <a:pt x="692" y="79"/>
                  </a:lnTo>
                  <a:lnTo>
                    <a:pt x="672" y="119"/>
                  </a:lnTo>
                  <a:lnTo>
                    <a:pt x="672" y="60"/>
                  </a:lnTo>
                  <a:lnTo>
                    <a:pt x="633" y="139"/>
                  </a:lnTo>
                  <a:lnTo>
                    <a:pt x="593" y="158"/>
                  </a:lnTo>
                  <a:lnTo>
                    <a:pt x="554" y="198"/>
                  </a:lnTo>
                  <a:lnTo>
                    <a:pt x="495" y="297"/>
                  </a:lnTo>
                  <a:lnTo>
                    <a:pt x="514" y="237"/>
                  </a:lnTo>
                  <a:lnTo>
                    <a:pt x="554" y="178"/>
                  </a:lnTo>
                  <a:lnTo>
                    <a:pt x="514" y="218"/>
                  </a:lnTo>
                  <a:lnTo>
                    <a:pt x="495" y="237"/>
                  </a:lnTo>
                  <a:lnTo>
                    <a:pt x="495" y="237"/>
                  </a:lnTo>
                  <a:lnTo>
                    <a:pt x="514" y="198"/>
                  </a:lnTo>
                  <a:lnTo>
                    <a:pt x="514" y="178"/>
                  </a:lnTo>
                  <a:lnTo>
                    <a:pt x="534" y="158"/>
                  </a:lnTo>
                  <a:lnTo>
                    <a:pt x="534" y="139"/>
                  </a:lnTo>
                  <a:lnTo>
                    <a:pt x="514" y="158"/>
                  </a:lnTo>
                  <a:lnTo>
                    <a:pt x="514" y="139"/>
                  </a:lnTo>
                  <a:lnTo>
                    <a:pt x="475" y="218"/>
                  </a:lnTo>
                  <a:lnTo>
                    <a:pt x="435" y="277"/>
                  </a:lnTo>
                  <a:lnTo>
                    <a:pt x="416" y="316"/>
                  </a:lnTo>
                  <a:lnTo>
                    <a:pt x="416" y="297"/>
                  </a:lnTo>
                  <a:lnTo>
                    <a:pt x="356" y="336"/>
                  </a:lnTo>
                  <a:lnTo>
                    <a:pt x="277" y="336"/>
                  </a:lnTo>
                  <a:lnTo>
                    <a:pt x="238" y="297"/>
                  </a:lnTo>
                  <a:lnTo>
                    <a:pt x="258" y="257"/>
                  </a:lnTo>
                  <a:lnTo>
                    <a:pt x="238" y="257"/>
                  </a:lnTo>
                  <a:lnTo>
                    <a:pt x="238" y="237"/>
                  </a:lnTo>
                  <a:lnTo>
                    <a:pt x="258" y="198"/>
                  </a:lnTo>
                  <a:lnTo>
                    <a:pt x="238" y="218"/>
                  </a:lnTo>
                  <a:lnTo>
                    <a:pt x="218" y="237"/>
                  </a:lnTo>
                  <a:lnTo>
                    <a:pt x="218" y="198"/>
                  </a:lnTo>
                  <a:lnTo>
                    <a:pt x="238" y="198"/>
                  </a:lnTo>
                  <a:lnTo>
                    <a:pt x="218" y="178"/>
                  </a:lnTo>
                  <a:lnTo>
                    <a:pt x="218" y="158"/>
                  </a:lnTo>
                  <a:lnTo>
                    <a:pt x="218" y="119"/>
                  </a:lnTo>
                  <a:lnTo>
                    <a:pt x="198" y="139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11"/>
            <p:cNvSpPr/>
            <p:nvPr/>
          </p:nvSpPr>
          <p:spPr>
            <a:xfrm>
              <a:off x="-1572875" y="34082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11"/>
            <p:cNvSpPr/>
            <p:nvPr/>
          </p:nvSpPr>
          <p:spPr>
            <a:xfrm>
              <a:off x="-1607925" y="34215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11"/>
            <p:cNvSpPr/>
            <p:nvPr/>
          </p:nvSpPr>
          <p:spPr>
            <a:xfrm>
              <a:off x="-1578300" y="3422050"/>
              <a:ext cx="525" cy="25"/>
            </a:xfrm>
            <a:custGeom>
              <a:rect b="b" l="l" r="r" t="t"/>
              <a:pathLst>
                <a:path extrusionOk="0" h="1" w="21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11"/>
            <p:cNvSpPr/>
            <p:nvPr/>
          </p:nvSpPr>
          <p:spPr>
            <a:xfrm>
              <a:off x="-1684975" y="3350450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11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11"/>
            <p:cNvSpPr/>
            <p:nvPr/>
          </p:nvSpPr>
          <p:spPr>
            <a:xfrm>
              <a:off x="-1696325" y="3346500"/>
              <a:ext cx="18800" cy="6925"/>
            </a:xfrm>
            <a:custGeom>
              <a:rect b="b" l="l" r="r" t="t"/>
              <a:pathLst>
                <a:path extrusionOk="0" h="277" w="752">
                  <a:moveTo>
                    <a:pt x="435" y="40"/>
                  </a:moveTo>
                  <a:lnTo>
                    <a:pt x="455" y="59"/>
                  </a:lnTo>
                  <a:lnTo>
                    <a:pt x="455" y="79"/>
                  </a:lnTo>
                  <a:lnTo>
                    <a:pt x="494" y="79"/>
                  </a:lnTo>
                  <a:lnTo>
                    <a:pt x="435" y="40"/>
                  </a:lnTo>
                  <a:close/>
                  <a:moveTo>
                    <a:pt x="494" y="79"/>
                  </a:moveTo>
                  <a:lnTo>
                    <a:pt x="521" y="86"/>
                  </a:lnTo>
                  <a:lnTo>
                    <a:pt x="521" y="86"/>
                  </a:lnTo>
                  <a:lnTo>
                    <a:pt x="514" y="79"/>
                  </a:lnTo>
                  <a:close/>
                  <a:moveTo>
                    <a:pt x="652" y="158"/>
                  </a:moveTo>
                  <a:lnTo>
                    <a:pt x="672" y="178"/>
                  </a:lnTo>
                  <a:lnTo>
                    <a:pt x="712" y="178"/>
                  </a:lnTo>
                  <a:lnTo>
                    <a:pt x="692" y="158"/>
                  </a:lnTo>
                  <a:close/>
                  <a:moveTo>
                    <a:pt x="1" y="0"/>
                  </a:moveTo>
                  <a:lnTo>
                    <a:pt x="40" y="40"/>
                  </a:lnTo>
                  <a:lnTo>
                    <a:pt x="99" y="59"/>
                  </a:lnTo>
                  <a:lnTo>
                    <a:pt x="60" y="59"/>
                  </a:lnTo>
                  <a:lnTo>
                    <a:pt x="99" y="79"/>
                  </a:lnTo>
                  <a:lnTo>
                    <a:pt x="178" y="119"/>
                  </a:lnTo>
                  <a:lnTo>
                    <a:pt x="198" y="11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238" y="119"/>
                  </a:lnTo>
                  <a:lnTo>
                    <a:pt x="356" y="138"/>
                  </a:lnTo>
                  <a:lnTo>
                    <a:pt x="336" y="138"/>
                  </a:lnTo>
                  <a:lnTo>
                    <a:pt x="376" y="158"/>
                  </a:lnTo>
                  <a:lnTo>
                    <a:pt x="396" y="158"/>
                  </a:lnTo>
                  <a:lnTo>
                    <a:pt x="356" y="119"/>
                  </a:lnTo>
                  <a:lnTo>
                    <a:pt x="356" y="119"/>
                  </a:lnTo>
                  <a:lnTo>
                    <a:pt x="396" y="138"/>
                  </a:lnTo>
                  <a:lnTo>
                    <a:pt x="415" y="138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178"/>
                  </a:lnTo>
                  <a:lnTo>
                    <a:pt x="534" y="178"/>
                  </a:lnTo>
                  <a:lnTo>
                    <a:pt x="455" y="138"/>
                  </a:lnTo>
                  <a:lnTo>
                    <a:pt x="455" y="158"/>
                  </a:lnTo>
                  <a:lnTo>
                    <a:pt x="494" y="178"/>
                  </a:lnTo>
                  <a:lnTo>
                    <a:pt x="514" y="178"/>
                  </a:lnTo>
                  <a:lnTo>
                    <a:pt x="593" y="217"/>
                  </a:lnTo>
                  <a:lnTo>
                    <a:pt x="573" y="237"/>
                  </a:lnTo>
                  <a:lnTo>
                    <a:pt x="593" y="237"/>
                  </a:lnTo>
                  <a:lnTo>
                    <a:pt x="672" y="257"/>
                  </a:lnTo>
                  <a:lnTo>
                    <a:pt x="692" y="237"/>
                  </a:lnTo>
                  <a:lnTo>
                    <a:pt x="751" y="257"/>
                  </a:lnTo>
                  <a:lnTo>
                    <a:pt x="692" y="198"/>
                  </a:lnTo>
                  <a:lnTo>
                    <a:pt x="731" y="217"/>
                  </a:lnTo>
                  <a:lnTo>
                    <a:pt x="712" y="198"/>
                  </a:lnTo>
                  <a:lnTo>
                    <a:pt x="672" y="178"/>
                  </a:lnTo>
                  <a:lnTo>
                    <a:pt x="633" y="158"/>
                  </a:lnTo>
                  <a:lnTo>
                    <a:pt x="554" y="119"/>
                  </a:lnTo>
                  <a:lnTo>
                    <a:pt x="633" y="138"/>
                  </a:lnTo>
                  <a:lnTo>
                    <a:pt x="652" y="158"/>
                  </a:lnTo>
                  <a:lnTo>
                    <a:pt x="652" y="138"/>
                  </a:lnTo>
                  <a:lnTo>
                    <a:pt x="712" y="158"/>
                  </a:lnTo>
                  <a:lnTo>
                    <a:pt x="633" y="119"/>
                  </a:lnTo>
                  <a:lnTo>
                    <a:pt x="652" y="119"/>
                  </a:lnTo>
                  <a:lnTo>
                    <a:pt x="573" y="99"/>
                  </a:lnTo>
                  <a:lnTo>
                    <a:pt x="534" y="59"/>
                  </a:lnTo>
                  <a:lnTo>
                    <a:pt x="514" y="59"/>
                  </a:lnTo>
                  <a:lnTo>
                    <a:pt x="534" y="79"/>
                  </a:lnTo>
                  <a:lnTo>
                    <a:pt x="573" y="99"/>
                  </a:lnTo>
                  <a:lnTo>
                    <a:pt x="573" y="99"/>
                  </a:lnTo>
                  <a:lnTo>
                    <a:pt x="521" y="86"/>
                  </a:lnTo>
                  <a:lnTo>
                    <a:pt x="521" y="86"/>
                  </a:lnTo>
                  <a:lnTo>
                    <a:pt x="534" y="9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317" y="79"/>
                  </a:lnTo>
                  <a:lnTo>
                    <a:pt x="178" y="20"/>
                  </a:lnTo>
                  <a:lnTo>
                    <a:pt x="159" y="40"/>
                  </a:lnTo>
                  <a:lnTo>
                    <a:pt x="178" y="40"/>
                  </a:lnTo>
                  <a:lnTo>
                    <a:pt x="198" y="59"/>
                  </a:lnTo>
                  <a:lnTo>
                    <a:pt x="99" y="40"/>
                  </a:lnTo>
                  <a:lnTo>
                    <a:pt x="1" y="0"/>
                  </a:lnTo>
                  <a:close/>
                  <a:moveTo>
                    <a:pt x="672" y="257"/>
                  </a:moveTo>
                  <a:lnTo>
                    <a:pt x="751" y="277"/>
                  </a:lnTo>
                  <a:lnTo>
                    <a:pt x="712" y="257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11"/>
            <p:cNvSpPr/>
            <p:nvPr/>
          </p:nvSpPr>
          <p:spPr>
            <a:xfrm>
              <a:off x="-1679050" y="3346000"/>
              <a:ext cx="3000" cy="1500"/>
            </a:xfrm>
            <a:custGeom>
              <a:rect b="b" l="l" r="r" t="t"/>
              <a:pathLst>
                <a:path extrusionOk="0" h="60" w="120">
                  <a:moveTo>
                    <a:pt x="119" y="60"/>
                  </a:moveTo>
                  <a:lnTo>
                    <a:pt x="119" y="6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0" y="40"/>
                  </a:lnTo>
                  <a:lnTo>
                    <a:pt x="119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11"/>
            <p:cNvSpPr/>
            <p:nvPr/>
          </p:nvSpPr>
          <p:spPr>
            <a:xfrm>
              <a:off x="-1681025" y="3345500"/>
              <a:ext cx="2000" cy="1025"/>
            </a:xfrm>
            <a:custGeom>
              <a:rect b="b" l="l" r="r" t="t"/>
              <a:pathLst>
                <a:path extrusionOk="0" h="41" w="80">
                  <a:moveTo>
                    <a:pt x="1" y="1"/>
                  </a:moveTo>
                  <a:lnTo>
                    <a:pt x="33" y="9"/>
                  </a:lnTo>
                  <a:lnTo>
                    <a:pt x="33" y="9"/>
                  </a:lnTo>
                  <a:lnTo>
                    <a:pt x="21" y="1"/>
                  </a:lnTo>
                  <a:close/>
                  <a:moveTo>
                    <a:pt x="33" y="9"/>
                  </a:moveTo>
                  <a:lnTo>
                    <a:pt x="80" y="40"/>
                  </a:lnTo>
                  <a:lnTo>
                    <a:pt x="80" y="20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11"/>
            <p:cNvSpPr/>
            <p:nvPr/>
          </p:nvSpPr>
          <p:spPr>
            <a:xfrm>
              <a:off x="-1702750" y="3291175"/>
              <a:ext cx="39525" cy="57325"/>
            </a:xfrm>
            <a:custGeom>
              <a:rect b="b" l="l" r="r" t="t"/>
              <a:pathLst>
                <a:path extrusionOk="0" h="2293" w="1581">
                  <a:moveTo>
                    <a:pt x="1403" y="356"/>
                  </a:moveTo>
                  <a:lnTo>
                    <a:pt x="1403" y="376"/>
                  </a:lnTo>
                  <a:lnTo>
                    <a:pt x="1423" y="376"/>
                  </a:lnTo>
                  <a:lnTo>
                    <a:pt x="1403" y="356"/>
                  </a:lnTo>
                  <a:close/>
                  <a:moveTo>
                    <a:pt x="179" y="752"/>
                  </a:moveTo>
                  <a:lnTo>
                    <a:pt x="208" y="761"/>
                  </a:lnTo>
                  <a:lnTo>
                    <a:pt x="198" y="752"/>
                  </a:lnTo>
                  <a:close/>
                  <a:moveTo>
                    <a:pt x="139" y="732"/>
                  </a:moveTo>
                  <a:lnTo>
                    <a:pt x="100" y="752"/>
                  </a:lnTo>
                  <a:lnTo>
                    <a:pt x="179" y="771"/>
                  </a:lnTo>
                  <a:lnTo>
                    <a:pt x="159" y="752"/>
                  </a:lnTo>
                  <a:lnTo>
                    <a:pt x="179" y="752"/>
                  </a:lnTo>
                  <a:lnTo>
                    <a:pt x="139" y="732"/>
                  </a:lnTo>
                  <a:close/>
                  <a:moveTo>
                    <a:pt x="208" y="761"/>
                  </a:moveTo>
                  <a:lnTo>
                    <a:pt x="218" y="77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38" y="771"/>
                  </a:lnTo>
                  <a:lnTo>
                    <a:pt x="208" y="761"/>
                  </a:lnTo>
                  <a:close/>
                  <a:moveTo>
                    <a:pt x="1403" y="870"/>
                  </a:moveTo>
                  <a:lnTo>
                    <a:pt x="1443" y="910"/>
                  </a:lnTo>
                  <a:lnTo>
                    <a:pt x="1443" y="910"/>
                  </a:lnTo>
                  <a:lnTo>
                    <a:pt x="1423" y="870"/>
                  </a:lnTo>
                  <a:close/>
                  <a:moveTo>
                    <a:pt x="139" y="890"/>
                  </a:moveTo>
                  <a:lnTo>
                    <a:pt x="238" y="929"/>
                  </a:lnTo>
                  <a:lnTo>
                    <a:pt x="179" y="890"/>
                  </a:lnTo>
                  <a:close/>
                  <a:moveTo>
                    <a:pt x="1033" y="1537"/>
                  </a:moveTo>
                  <a:lnTo>
                    <a:pt x="1028" y="1542"/>
                  </a:lnTo>
                  <a:lnTo>
                    <a:pt x="1048" y="1542"/>
                  </a:lnTo>
                  <a:lnTo>
                    <a:pt x="1033" y="1537"/>
                  </a:lnTo>
                  <a:close/>
                  <a:moveTo>
                    <a:pt x="139" y="1561"/>
                  </a:moveTo>
                  <a:lnTo>
                    <a:pt x="159" y="1581"/>
                  </a:lnTo>
                  <a:lnTo>
                    <a:pt x="218" y="1581"/>
                  </a:lnTo>
                  <a:lnTo>
                    <a:pt x="139" y="1561"/>
                  </a:lnTo>
                  <a:close/>
                  <a:moveTo>
                    <a:pt x="40" y="1621"/>
                  </a:moveTo>
                  <a:lnTo>
                    <a:pt x="119" y="1660"/>
                  </a:lnTo>
                  <a:lnTo>
                    <a:pt x="139" y="1680"/>
                  </a:lnTo>
                  <a:lnTo>
                    <a:pt x="159" y="1700"/>
                  </a:lnTo>
                  <a:lnTo>
                    <a:pt x="198" y="1719"/>
                  </a:lnTo>
                  <a:lnTo>
                    <a:pt x="258" y="1739"/>
                  </a:lnTo>
                  <a:lnTo>
                    <a:pt x="277" y="1739"/>
                  </a:lnTo>
                  <a:lnTo>
                    <a:pt x="238" y="1719"/>
                  </a:lnTo>
                  <a:lnTo>
                    <a:pt x="218" y="1700"/>
                  </a:lnTo>
                  <a:lnTo>
                    <a:pt x="258" y="1700"/>
                  </a:lnTo>
                  <a:lnTo>
                    <a:pt x="139" y="1660"/>
                  </a:lnTo>
                  <a:lnTo>
                    <a:pt x="159" y="1640"/>
                  </a:lnTo>
                  <a:lnTo>
                    <a:pt x="139" y="1640"/>
                  </a:lnTo>
                  <a:lnTo>
                    <a:pt x="40" y="1621"/>
                  </a:lnTo>
                  <a:close/>
                  <a:moveTo>
                    <a:pt x="475" y="1818"/>
                  </a:moveTo>
                  <a:lnTo>
                    <a:pt x="495" y="1838"/>
                  </a:lnTo>
                  <a:lnTo>
                    <a:pt x="514" y="1838"/>
                  </a:lnTo>
                  <a:lnTo>
                    <a:pt x="475" y="1818"/>
                  </a:lnTo>
                  <a:close/>
                  <a:moveTo>
                    <a:pt x="1245" y="1996"/>
                  </a:moveTo>
                  <a:lnTo>
                    <a:pt x="1304" y="2016"/>
                  </a:lnTo>
                  <a:lnTo>
                    <a:pt x="1304" y="2016"/>
                  </a:lnTo>
                  <a:lnTo>
                    <a:pt x="1285" y="1996"/>
                  </a:lnTo>
                  <a:close/>
                  <a:moveTo>
                    <a:pt x="159" y="2095"/>
                  </a:moveTo>
                  <a:lnTo>
                    <a:pt x="179" y="2114"/>
                  </a:lnTo>
                  <a:lnTo>
                    <a:pt x="198" y="2095"/>
                  </a:lnTo>
                  <a:close/>
                  <a:moveTo>
                    <a:pt x="1462" y="1"/>
                  </a:moveTo>
                  <a:lnTo>
                    <a:pt x="850" y="317"/>
                  </a:lnTo>
                  <a:lnTo>
                    <a:pt x="297" y="633"/>
                  </a:lnTo>
                  <a:lnTo>
                    <a:pt x="198" y="692"/>
                  </a:lnTo>
                  <a:lnTo>
                    <a:pt x="238" y="692"/>
                  </a:lnTo>
                  <a:lnTo>
                    <a:pt x="238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297" y="771"/>
                  </a:lnTo>
                  <a:lnTo>
                    <a:pt x="317" y="771"/>
                  </a:lnTo>
                  <a:lnTo>
                    <a:pt x="337" y="791"/>
                  </a:lnTo>
                  <a:lnTo>
                    <a:pt x="337" y="811"/>
                  </a:lnTo>
                  <a:lnTo>
                    <a:pt x="297" y="791"/>
                  </a:lnTo>
                  <a:lnTo>
                    <a:pt x="277" y="79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58" y="791"/>
                  </a:lnTo>
                  <a:lnTo>
                    <a:pt x="277" y="811"/>
                  </a:lnTo>
                  <a:lnTo>
                    <a:pt x="258" y="811"/>
                  </a:lnTo>
                  <a:lnTo>
                    <a:pt x="238" y="791"/>
                  </a:lnTo>
                  <a:lnTo>
                    <a:pt x="238" y="811"/>
                  </a:lnTo>
                  <a:lnTo>
                    <a:pt x="258" y="831"/>
                  </a:lnTo>
                  <a:lnTo>
                    <a:pt x="198" y="811"/>
                  </a:lnTo>
                  <a:lnTo>
                    <a:pt x="218" y="831"/>
                  </a:lnTo>
                  <a:lnTo>
                    <a:pt x="159" y="831"/>
                  </a:lnTo>
                  <a:lnTo>
                    <a:pt x="179" y="850"/>
                  </a:lnTo>
                  <a:lnTo>
                    <a:pt x="218" y="870"/>
                  </a:lnTo>
                  <a:lnTo>
                    <a:pt x="277" y="870"/>
                  </a:lnTo>
                  <a:lnTo>
                    <a:pt x="356" y="910"/>
                  </a:lnTo>
                  <a:lnTo>
                    <a:pt x="356" y="929"/>
                  </a:lnTo>
                  <a:lnTo>
                    <a:pt x="297" y="929"/>
                  </a:lnTo>
                  <a:lnTo>
                    <a:pt x="337" y="949"/>
                  </a:lnTo>
                  <a:lnTo>
                    <a:pt x="297" y="949"/>
                  </a:lnTo>
                  <a:lnTo>
                    <a:pt x="297" y="969"/>
                  </a:lnTo>
                  <a:lnTo>
                    <a:pt x="258" y="949"/>
                  </a:lnTo>
                  <a:lnTo>
                    <a:pt x="258" y="929"/>
                  </a:lnTo>
                  <a:lnTo>
                    <a:pt x="198" y="929"/>
                  </a:lnTo>
                  <a:lnTo>
                    <a:pt x="159" y="910"/>
                  </a:lnTo>
                  <a:lnTo>
                    <a:pt x="176" y="945"/>
                  </a:lnTo>
                  <a:lnTo>
                    <a:pt x="176" y="945"/>
                  </a:lnTo>
                  <a:lnTo>
                    <a:pt x="100" y="929"/>
                  </a:lnTo>
                  <a:lnTo>
                    <a:pt x="80" y="929"/>
                  </a:lnTo>
                  <a:lnTo>
                    <a:pt x="119" y="949"/>
                  </a:lnTo>
                  <a:lnTo>
                    <a:pt x="159" y="949"/>
                  </a:lnTo>
                  <a:lnTo>
                    <a:pt x="159" y="969"/>
                  </a:lnTo>
                  <a:lnTo>
                    <a:pt x="139" y="969"/>
                  </a:lnTo>
                  <a:lnTo>
                    <a:pt x="139" y="989"/>
                  </a:lnTo>
                  <a:lnTo>
                    <a:pt x="119" y="989"/>
                  </a:lnTo>
                  <a:lnTo>
                    <a:pt x="179" y="1008"/>
                  </a:lnTo>
                  <a:lnTo>
                    <a:pt x="179" y="1008"/>
                  </a:lnTo>
                  <a:lnTo>
                    <a:pt x="159" y="989"/>
                  </a:lnTo>
                  <a:lnTo>
                    <a:pt x="198" y="989"/>
                  </a:lnTo>
                  <a:lnTo>
                    <a:pt x="218" y="1008"/>
                  </a:lnTo>
                  <a:lnTo>
                    <a:pt x="218" y="1028"/>
                  </a:lnTo>
                  <a:lnTo>
                    <a:pt x="238" y="1048"/>
                  </a:lnTo>
                  <a:lnTo>
                    <a:pt x="258" y="1087"/>
                  </a:lnTo>
                  <a:lnTo>
                    <a:pt x="198" y="1087"/>
                  </a:lnTo>
                  <a:lnTo>
                    <a:pt x="139" y="1048"/>
                  </a:lnTo>
                  <a:lnTo>
                    <a:pt x="139" y="1028"/>
                  </a:lnTo>
                  <a:lnTo>
                    <a:pt x="139" y="1008"/>
                  </a:lnTo>
                  <a:lnTo>
                    <a:pt x="119" y="1028"/>
                  </a:lnTo>
                  <a:lnTo>
                    <a:pt x="119" y="1048"/>
                  </a:lnTo>
                  <a:lnTo>
                    <a:pt x="159" y="1087"/>
                  </a:lnTo>
                  <a:lnTo>
                    <a:pt x="139" y="1087"/>
                  </a:lnTo>
                  <a:lnTo>
                    <a:pt x="80" y="1068"/>
                  </a:lnTo>
                  <a:lnTo>
                    <a:pt x="21" y="1068"/>
                  </a:lnTo>
                  <a:lnTo>
                    <a:pt x="21" y="1087"/>
                  </a:lnTo>
                  <a:lnTo>
                    <a:pt x="119" y="1107"/>
                  </a:lnTo>
                  <a:lnTo>
                    <a:pt x="100" y="1127"/>
                  </a:lnTo>
                  <a:lnTo>
                    <a:pt x="139" y="1127"/>
                  </a:lnTo>
                  <a:lnTo>
                    <a:pt x="179" y="1147"/>
                  </a:lnTo>
                  <a:lnTo>
                    <a:pt x="159" y="1147"/>
                  </a:lnTo>
                  <a:lnTo>
                    <a:pt x="119" y="1127"/>
                  </a:lnTo>
                  <a:lnTo>
                    <a:pt x="119" y="1147"/>
                  </a:lnTo>
                  <a:lnTo>
                    <a:pt x="100" y="1147"/>
                  </a:lnTo>
                  <a:lnTo>
                    <a:pt x="159" y="1166"/>
                  </a:lnTo>
                  <a:lnTo>
                    <a:pt x="198" y="1206"/>
                  </a:lnTo>
                  <a:lnTo>
                    <a:pt x="179" y="1206"/>
                  </a:lnTo>
                  <a:lnTo>
                    <a:pt x="159" y="1186"/>
                  </a:lnTo>
                  <a:lnTo>
                    <a:pt x="139" y="1186"/>
                  </a:lnTo>
                  <a:lnTo>
                    <a:pt x="139" y="1166"/>
                  </a:lnTo>
                  <a:lnTo>
                    <a:pt x="119" y="1186"/>
                  </a:lnTo>
                  <a:lnTo>
                    <a:pt x="179" y="1226"/>
                  </a:lnTo>
                  <a:lnTo>
                    <a:pt x="218" y="1226"/>
                  </a:lnTo>
                  <a:lnTo>
                    <a:pt x="258" y="1245"/>
                  </a:lnTo>
                  <a:lnTo>
                    <a:pt x="159" y="1245"/>
                  </a:lnTo>
                  <a:lnTo>
                    <a:pt x="218" y="1265"/>
                  </a:lnTo>
                  <a:lnTo>
                    <a:pt x="238" y="1285"/>
                  </a:lnTo>
                  <a:lnTo>
                    <a:pt x="277" y="1305"/>
                  </a:lnTo>
                  <a:lnTo>
                    <a:pt x="218" y="1305"/>
                  </a:lnTo>
                  <a:lnTo>
                    <a:pt x="198" y="1285"/>
                  </a:lnTo>
                  <a:lnTo>
                    <a:pt x="139" y="1285"/>
                  </a:lnTo>
                  <a:lnTo>
                    <a:pt x="100" y="1245"/>
                  </a:lnTo>
                  <a:lnTo>
                    <a:pt x="80" y="1245"/>
                  </a:lnTo>
                  <a:lnTo>
                    <a:pt x="100" y="1265"/>
                  </a:lnTo>
                  <a:lnTo>
                    <a:pt x="119" y="1285"/>
                  </a:lnTo>
                  <a:lnTo>
                    <a:pt x="80" y="1285"/>
                  </a:lnTo>
                  <a:lnTo>
                    <a:pt x="80" y="1305"/>
                  </a:lnTo>
                  <a:lnTo>
                    <a:pt x="119" y="1305"/>
                  </a:lnTo>
                  <a:lnTo>
                    <a:pt x="179" y="1324"/>
                  </a:lnTo>
                  <a:lnTo>
                    <a:pt x="100" y="1324"/>
                  </a:lnTo>
                  <a:lnTo>
                    <a:pt x="139" y="1344"/>
                  </a:lnTo>
                  <a:lnTo>
                    <a:pt x="218" y="1384"/>
                  </a:lnTo>
                  <a:lnTo>
                    <a:pt x="277" y="1384"/>
                  </a:lnTo>
                  <a:lnTo>
                    <a:pt x="297" y="1403"/>
                  </a:lnTo>
                  <a:lnTo>
                    <a:pt x="317" y="1403"/>
                  </a:lnTo>
                  <a:lnTo>
                    <a:pt x="356" y="1423"/>
                  </a:lnTo>
                  <a:lnTo>
                    <a:pt x="396" y="1423"/>
                  </a:lnTo>
                  <a:lnTo>
                    <a:pt x="356" y="1443"/>
                  </a:lnTo>
                  <a:lnTo>
                    <a:pt x="297" y="1443"/>
                  </a:lnTo>
                  <a:lnTo>
                    <a:pt x="159" y="1384"/>
                  </a:lnTo>
                  <a:lnTo>
                    <a:pt x="1" y="1324"/>
                  </a:lnTo>
                  <a:lnTo>
                    <a:pt x="21" y="1364"/>
                  </a:lnTo>
                  <a:lnTo>
                    <a:pt x="21" y="1384"/>
                  </a:lnTo>
                  <a:lnTo>
                    <a:pt x="1" y="1384"/>
                  </a:lnTo>
                  <a:lnTo>
                    <a:pt x="80" y="1423"/>
                  </a:lnTo>
                  <a:lnTo>
                    <a:pt x="179" y="1463"/>
                  </a:lnTo>
                  <a:lnTo>
                    <a:pt x="159" y="1463"/>
                  </a:lnTo>
                  <a:lnTo>
                    <a:pt x="179" y="1482"/>
                  </a:lnTo>
                  <a:lnTo>
                    <a:pt x="198" y="1502"/>
                  </a:lnTo>
                  <a:lnTo>
                    <a:pt x="198" y="1522"/>
                  </a:lnTo>
                  <a:lnTo>
                    <a:pt x="238" y="1542"/>
                  </a:lnTo>
                  <a:lnTo>
                    <a:pt x="337" y="1561"/>
                  </a:lnTo>
                  <a:lnTo>
                    <a:pt x="337" y="1581"/>
                  </a:lnTo>
                  <a:lnTo>
                    <a:pt x="356" y="1581"/>
                  </a:lnTo>
                  <a:lnTo>
                    <a:pt x="396" y="1621"/>
                  </a:lnTo>
                  <a:lnTo>
                    <a:pt x="337" y="1601"/>
                  </a:lnTo>
                  <a:lnTo>
                    <a:pt x="317" y="1621"/>
                  </a:lnTo>
                  <a:lnTo>
                    <a:pt x="337" y="1640"/>
                  </a:lnTo>
                  <a:lnTo>
                    <a:pt x="277" y="1601"/>
                  </a:lnTo>
                  <a:lnTo>
                    <a:pt x="297" y="1601"/>
                  </a:lnTo>
                  <a:lnTo>
                    <a:pt x="258" y="1581"/>
                  </a:lnTo>
                  <a:lnTo>
                    <a:pt x="218" y="1581"/>
                  </a:lnTo>
                  <a:lnTo>
                    <a:pt x="238" y="1601"/>
                  </a:lnTo>
                  <a:lnTo>
                    <a:pt x="179" y="1601"/>
                  </a:lnTo>
                  <a:lnTo>
                    <a:pt x="159" y="1621"/>
                  </a:lnTo>
                  <a:lnTo>
                    <a:pt x="159" y="1640"/>
                  </a:lnTo>
                  <a:lnTo>
                    <a:pt x="198" y="1640"/>
                  </a:lnTo>
                  <a:lnTo>
                    <a:pt x="277" y="1680"/>
                  </a:lnTo>
                  <a:lnTo>
                    <a:pt x="317" y="1700"/>
                  </a:lnTo>
                  <a:lnTo>
                    <a:pt x="337" y="1719"/>
                  </a:lnTo>
                  <a:lnTo>
                    <a:pt x="376" y="1719"/>
                  </a:lnTo>
                  <a:lnTo>
                    <a:pt x="396" y="1700"/>
                  </a:lnTo>
                  <a:lnTo>
                    <a:pt x="495" y="1719"/>
                  </a:lnTo>
                  <a:lnTo>
                    <a:pt x="613" y="1798"/>
                  </a:lnTo>
                  <a:lnTo>
                    <a:pt x="554" y="1779"/>
                  </a:lnTo>
                  <a:lnTo>
                    <a:pt x="633" y="1818"/>
                  </a:lnTo>
                  <a:lnTo>
                    <a:pt x="514" y="1798"/>
                  </a:lnTo>
                  <a:lnTo>
                    <a:pt x="534" y="1818"/>
                  </a:lnTo>
                  <a:lnTo>
                    <a:pt x="514" y="1838"/>
                  </a:lnTo>
                  <a:lnTo>
                    <a:pt x="574" y="1838"/>
                  </a:lnTo>
                  <a:lnTo>
                    <a:pt x="574" y="1818"/>
                  </a:lnTo>
                  <a:lnTo>
                    <a:pt x="613" y="1838"/>
                  </a:lnTo>
                  <a:lnTo>
                    <a:pt x="593" y="1858"/>
                  </a:lnTo>
                  <a:lnTo>
                    <a:pt x="633" y="1877"/>
                  </a:lnTo>
                  <a:lnTo>
                    <a:pt x="712" y="1897"/>
                  </a:lnTo>
                  <a:lnTo>
                    <a:pt x="593" y="1897"/>
                  </a:lnTo>
                  <a:lnTo>
                    <a:pt x="455" y="1838"/>
                  </a:lnTo>
                  <a:lnTo>
                    <a:pt x="475" y="1858"/>
                  </a:lnTo>
                  <a:lnTo>
                    <a:pt x="475" y="1858"/>
                  </a:lnTo>
                  <a:lnTo>
                    <a:pt x="277" y="1779"/>
                  </a:lnTo>
                  <a:lnTo>
                    <a:pt x="258" y="1798"/>
                  </a:lnTo>
                  <a:lnTo>
                    <a:pt x="238" y="1818"/>
                  </a:lnTo>
                  <a:lnTo>
                    <a:pt x="100" y="1779"/>
                  </a:lnTo>
                  <a:lnTo>
                    <a:pt x="119" y="1818"/>
                  </a:lnTo>
                  <a:lnTo>
                    <a:pt x="40" y="1818"/>
                  </a:lnTo>
                  <a:lnTo>
                    <a:pt x="80" y="1838"/>
                  </a:lnTo>
                  <a:lnTo>
                    <a:pt x="100" y="1838"/>
                  </a:lnTo>
                  <a:lnTo>
                    <a:pt x="179" y="1858"/>
                  </a:lnTo>
                  <a:lnTo>
                    <a:pt x="159" y="1858"/>
                  </a:lnTo>
                  <a:lnTo>
                    <a:pt x="179" y="1877"/>
                  </a:lnTo>
                  <a:lnTo>
                    <a:pt x="198" y="1858"/>
                  </a:lnTo>
                  <a:lnTo>
                    <a:pt x="238" y="1858"/>
                  </a:lnTo>
                  <a:lnTo>
                    <a:pt x="277" y="1877"/>
                  </a:lnTo>
                  <a:lnTo>
                    <a:pt x="337" y="1897"/>
                  </a:lnTo>
                  <a:lnTo>
                    <a:pt x="356" y="1877"/>
                  </a:lnTo>
                  <a:lnTo>
                    <a:pt x="396" y="1897"/>
                  </a:lnTo>
                  <a:lnTo>
                    <a:pt x="380" y="1913"/>
                  </a:lnTo>
                  <a:lnTo>
                    <a:pt x="380" y="1913"/>
                  </a:lnTo>
                  <a:lnTo>
                    <a:pt x="238" y="1877"/>
                  </a:lnTo>
                  <a:lnTo>
                    <a:pt x="258" y="1897"/>
                  </a:lnTo>
                  <a:lnTo>
                    <a:pt x="179" y="1897"/>
                  </a:lnTo>
                  <a:lnTo>
                    <a:pt x="159" y="1877"/>
                  </a:lnTo>
                  <a:lnTo>
                    <a:pt x="139" y="1877"/>
                  </a:lnTo>
                  <a:lnTo>
                    <a:pt x="139" y="1897"/>
                  </a:lnTo>
                  <a:lnTo>
                    <a:pt x="119" y="1877"/>
                  </a:lnTo>
                  <a:lnTo>
                    <a:pt x="100" y="1877"/>
                  </a:lnTo>
                  <a:lnTo>
                    <a:pt x="100" y="1858"/>
                  </a:lnTo>
                  <a:lnTo>
                    <a:pt x="60" y="1897"/>
                  </a:lnTo>
                  <a:lnTo>
                    <a:pt x="40" y="1877"/>
                  </a:lnTo>
                  <a:lnTo>
                    <a:pt x="21" y="1877"/>
                  </a:lnTo>
                  <a:lnTo>
                    <a:pt x="119" y="1937"/>
                  </a:lnTo>
                  <a:lnTo>
                    <a:pt x="60" y="1937"/>
                  </a:lnTo>
                  <a:lnTo>
                    <a:pt x="80" y="1956"/>
                  </a:lnTo>
                  <a:lnTo>
                    <a:pt x="100" y="1976"/>
                  </a:lnTo>
                  <a:lnTo>
                    <a:pt x="159" y="1996"/>
                  </a:lnTo>
                  <a:lnTo>
                    <a:pt x="218" y="2016"/>
                  </a:lnTo>
                  <a:lnTo>
                    <a:pt x="238" y="2016"/>
                  </a:lnTo>
                  <a:lnTo>
                    <a:pt x="258" y="2035"/>
                  </a:lnTo>
                  <a:lnTo>
                    <a:pt x="80" y="1996"/>
                  </a:lnTo>
                  <a:lnTo>
                    <a:pt x="60" y="1996"/>
                  </a:lnTo>
                  <a:lnTo>
                    <a:pt x="119" y="2035"/>
                  </a:lnTo>
                  <a:lnTo>
                    <a:pt x="179" y="2035"/>
                  </a:lnTo>
                  <a:lnTo>
                    <a:pt x="198" y="2055"/>
                  </a:lnTo>
                  <a:lnTo>
                    <a:pt x="179" y="2075"/>
                  </a:lnTo>
                  <a:lnTo>
                    <a:pt x="218" y="2095"/>
                  </a:lnTo>
                  <a:lnTo>
                    <a:pt x="258" y="2095"/>
                  </a:lnTo>
                  <a:lnTo>
                    <a:pt x="317" y="2134"/>
                  </a:lnTo>
                  <a:lnTo>
                    <a:pt x="277" y="2134"/>
                  </a:lnTo>
                  <a:lnTo>
                    <a:pt x="179" y="2114"/>
                  </a:lnTo>
                  <a:lnTo>
                    <a:pt x="119" y="2114"/>
                  </a:lnTo>
                  <a:lnTo>
                    <a:pt x="60" y="2095"/>
                  </a:lnTo>
                  <a:lnTo>
                    <a:pt x="80" y="2114"/>
                  </a:lnTo>
                  <a:lnTo>
                    <a:pt x="40" y="2114"/>
                  </a:lnTo>
                  <a:lnTo>
                    <a:pt x="80" y="2134"/>
                  </a:lnTo>
                  <a:lnTo>
                    <a:pt x="139" y="2134"/>
                  </a:lnTo>
                  <a:lnTo>
                    <a:pt x="258" y="2193"/>
                  </a:lnTo>
                  <a:lnTo>
                    <a:pt x="258" y="2174"/>
                  </a:lnTo>
                  <a:lnTo>
                    <a:pt x="238" y="2174"/>
                  </a:lnTo>
                  <a:lnTo>
                    <a:pt x="198" y="2154"/>
                  </a:lnTo>
                  <a:lnTo>
                    <a:pt x="179" y="2134"/>
                  </a:lnTo>
                  <a:lnTo>
                    <a:pt x="179" y="2134"/>
                  </a:lnTo>
                  <a:lnTo>
                    <a:pt x="258" y="2174"/>
                  </a:lnTo>
                  <a:lnTo>
                    <a:pt x="317" y="2193"/>
                  </a:lnTo>
                  <a:lnTo>
                    <a:pt x="376" y="2213"/>
                  </a:lnTo>
                  <a:lnTo>
                    <a:pt x="416" y="2233"/>
                  </a:lnTo>
                  <a:lnTo>
                    <a:pt x="396" y="2213"/>
                  </a:lnTo>
                  <a:lnTo>
                    <a:pt x="317" y="2174"/>
                  </a:lnTo>
                  <a:lnTo>
                    <a:pt x="297" y="2174"/>
                  </a:lnTo>
                  <a:lnTo>
                    <a:pt x="258" y="2154"/>
                  </a:lnTo>
                  <a:lnTo>
                    <a:pt x="337" y="2174"/>
                  </a:lnTo>
                  <a:lnTo>
                    <a:pt x="356" y="2154"/>
                  </a:lnTo>
                  <a:lnTo>
                    <a:pt x="376" y="2154"/>
                  </a:lnTo>
                  <a:lnTo>
                    <a:pt x="416" y="2134"/>
                  </a:lnTo>
                  <a:lnTo>
                    <a:pt x="356" y="2114"/>
                  </a:lnTo>
                  <a:lnTo>
                    <a:pt x="277" y="2095"/>
                  </a:lnTo>
                  <a:lnTo>
                    <a:pt x="277" y="2075"/>
                  </a:lnTo>
                  <a:lnTo>
                    <a:pt x="337" y="2095"/>
                  </a:lnTo>
                  <a:lnTo>
                    <a:pt x="356" y="2114"/>
                  </a:lnTo>
                  <a:lnTo>
                    <a:pt x="435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33"/>
                  </a:lnTo>
                  <a:lnTo>
                    <a:pt x="692" y="2253"/>
                  </a:lnTo>
                  <a:lnTo>
                    <a:pt x="751" y="2253"/>
                  </a:lnTo>
                  <a:lnTo>
                    <a:pt x="791" y="2272"/>
                  </a:lnTo>
                  <a:lnTo>
                    <a:pt x="791" y="2253"/>
                  </a:lnTo>
                  <a:lnTo>
                    <a:pt x="830" y="2272"/>
                  </a:lnTo>
                  <a:lnTo>
                    <a:pt x="850" y="2292"/>
                  </a:lnTo>
                  <a:lnTo>
                    <a:pt x="890" y="2292"/>
                  </a:lnTo>
                  <a:lnTo>
                    <a:pt x="870" y="2272"/>
                  </a:lnTo>
                  <a:lnTo>
                    <a:pt x="791" y="2233"/>
                  </a:lnTo>
                  <a:lnTo>
                    <a:pt x="811" y="2233"/>
                  </a:lnTo>
                  <a:lnTo>
                    <a:pt x="811" y="2213"/>
                  </a:lnTo>
                  <a:lnTo>
                    <a:pt x="771" y="2193"/>
                  </a:lnTo>
                  <a:lnTo>
                    <a:pt x="771" y="2174"/>
                  </a:lnTo>
                  <a:lnTo>
                    <a:pt x="811" y="2174"/>
                  </a:lnTo>
                  <a:lnTo>
                    <a:pt x="712" y="2154"/>
                  </a:lnTo>
                  <a:lnTo>
                    <a:pt x="712" y="2134"/>
                  </a:lnTo>
                  <a:lnTo>
                    <a:pt x="712" y="2114"/>
                  </a:lnTo>
                  <a:lnTo>
                    <a:pt x="751" y="2134"/>
                  </a:lnTo>
                  <a:lnTo>
                    <a:pt x="771" y="2154"/>
                  </a:lnTo>
                  <a:lnTo>
                    <a:pt x="771" y="2134"/>
                  </a:lnTo>
                  <a:lnTo>
                    <a:pt x="751" y="2114"/>
                  </a:lnTo>
                  <a:lnTo>
                    <a:pt x="672" y="2075"/>
                  </a:lnTo>
                  <a:lnTo>
                    <a:pt x="574" y="2055"/>
                  </a:lnTo>
                  <a:lnTo>
                    <a:pt x="534" y="2035"/>
                  </a:lnTo>
                  <a:lnTo>
                    <a:pt x="593" y="2035"/>
                  </a:lnTo>
                  <a:lnTo>
                    <a:pt x="751" y="2075"/>
                  </a:lnTo>
                  <a:lnTo>
                    <a:pt x="751" y="2075"/>
                  </a:lnTo>
                  <a:lnTo>
                    <a:pt x="712" y="2055"/>
                  </a:lnTo>
                  <a:lnTo>
                    <a:pt x="672" y="2016"/>
                  </a:lnTo>
                  <a:lnTo>
                    <a:pt x="771" y="2055"/>
                  </a:lnTo>
                  <a:lnTo>
                    <a:pt x="811" y="2095"/>
                  </a:lnTo>
                  <a:lnTo>
                    <a:pt x="791" y="2095"/>
                  </a:lnTo>
                  <a:lnTo>
                    <a:pt x="791" y="2114"/>
                  </a:lnTo>
                  <a:lnTo>
                    <a:pt x="850" y="2134"/>
                  </a:lnTo>
                  <a:lnTo>
                    <a:pt x="870" y="2174"/>
                  </a:lnTo>
                  <a:lnTo>
                    <a:pt x="929" y="2154"/>
                  </a:lnTo>
                  <a:lnTo>
                    <a:pt x="969" y="2174"/>
                  </a:lnTo>
                  <a:lnTo>
                    <a:pt x="949" y="2154"/>
                  </a:lnTo>
                  <a:lnTo>
                    <a:pt x="1008" y="2174"/>
                  </a:lnTo>
                  <a:lnTo>
                    <a:pt x="1067" y="2174"/>
                  </a:lnTo>
                  <a:lnTo>
                    <a:pt x="1067" y="2193"/>
                  </a:lnTo>
                  <a:lnTo>
                    <a:pt x="1087" y="2213"/>
                  </a:lnTo>
                  <a:lnTo>
                    <a:pt x="1107" y="2213"/>
                  </a:lnTo>
                  <a:lnTo>
                    <a:pt x="1127" y="2193"/>
                  </a:lnTo>
                  <a:lnTo>
                    <a:pt x="929" y="2114"/>
                  </a:lnTo>
                  <a:lnTo>
                    <a:pt x="909" y="2075"/>
                  </a:lnTo>
                  <a:lnTo>
                    <a:pt x="929" y="2075"/>
                  </a:lnTo>
                  <a:lnTo>
                    <a:pt x="969" y="2095"/>
                  </a:lnTo>
                  <a:lnTo>
                    <a:pt x="1048" y="2134"/>
                  </a:lnTo>
                  <a:lnTo>
                    <a:pt x="1048" y="2134"/>
                  </a:lnTo>
                  <a:lnTo>
                    <a:pt x="1028" y="2114"/>
                  </a:lnTo>
                  <a:lnTo>
                    <a:pt x="1048" y="2114"/>
                  </a:lnTo>
                  <a:lnTo>
                    <a:pt x="1008" y="2095"/>
                  </a:lnTo>
                  <a:lnTo>
                    <a:pt x="1028" y="2075"/>
                  </a:lnTo>
                  <a:lnTo>
                    <a:pt x="1107" y="2095"/>
                  </a:lnTo>
                  <a:lnTo>
                    <a:pt x="1127" y="2095"/>
                  </a:lnTo>
                  <a:lnTo>
                    <a:pt x="1107" y="2114"/>
                  </a:lnTo>
                  <a:lnTo>
                    <a:pt x="1146" y="2134"/>
                  </a:lnTo>
                  <a:lnTo>
                    <a:pt x="1127" y="2134"/>
                  </a:lnTo>
                  <a:lnTo>
                    <a:pt x="1186" y="2154"/>
                  </a:lnTo>
                  <a:lnTo>
                    <a:pt x="1206" y="2154"/>
                  </a:lnTo>
                  <a:lnTo>
                    <a:pt x="1206" y="2134"/>
                  </a:lnTo>
                  <a:lnTo>
                    <a:pt x="1186" y="2134"/>
                  </a:lnTo>
                  <a:lnTo>
                    <a:pt x="1186" y="2114"/>
                  </a:lnTo>
                  <a:lnTo>
                    <a:pt x="1265" y="2134"/>
                  </a:lnTo>
                  <a:lnTo>
                    <a:pt x="1285" y="2114"/>
                  </a:lnTo>
                  <a:lnTo>
                    <a:pt x="1304" y="2114"/>
                  </a:lnTo>
                  <a:lnTo>
                    <a:pt x="1285" y="2095"/>
                  </a:lnTo>
                  <a:lnTo>
                    <a:pt x="1304" y="2095"/>
                  </a:lnTo>
                  <a:lnTo>
                    <a:pt x="1285" y="2075"/>
                  </a:lnTo>
                  <a:lnTo>
                    <a:pt x="1245" y="2055"/>
                  </a:lnTo>
                  <a:lnTo>
                    <a:pt x="1146" y="2016"/>
                  </a:lnTo>
                  <a:lnTo>
                    <a:pt x="1146" y="2016"/>
                  </a:lnTo>
                  <a:lnTo>
                    <a:pt x="1265" y="2055"/>
                  </a:lnTo>
                  <a:lnTo>
                    <a:pt x="1245" y="2035"/>
                  </a:lnTo>
                  <a:lnTo>
                    <a:pt x="1304" y="2035"/>
                  </a:lnTo>
                  <a:lnTo>
                    <a:pt x="1245" y="2016"/>
                  </a:lnTo>
                  <a:lnTo>
                    <a:pt x="1206" y="1996"/>
                  </a:lnTo>
                  <a:lnTo>
                    <a:pt x="1127" y="1976"/>
                  </a:lnTo>
                  <a:lnTo>
                    <a:pt x="1127" y="1956"/>
                  </a:lnTo>
                  <a:lnTo>
                    <a:pt x="1186" y="1976"/>
                  </a:lnTo>
                  <a:lnTo>
                    <a:pt x="1206" y="1996"/>
                  </a:lnTo>
                  <a:lnTo>
                    <a:pt x="1225" y="1996"/>
                  </a:lnTo>
                  <a:lnTo>
                    <a:pt x="1265" y="1976"/>
                  </a:lnTo>
                  <a:lnTo>
                    <a:pt x="1324" y="1976"/>
                  </a:lnTo>
                  <a:lnTo>
                    <a:pt x="1265" y="1956"/>
                  </a:lnTo>
                  <a:lnTo>
                    <a:pt x="1206" y="1917"/>
                  </a:lnTo>
                  <a:lnTo>
                    <a:pt x="1225" y="1937"/>
                  </a:lnTo>
                  <a:lnTo>
                    <a:pt x="1225" y="1937"/>
                  </a:lnTo>
                  <a:lnTo>
                    <a:pt x="1146" y="1897"/>
                  </a:lnTo>
                  <a:lnTo>
                    <a:pt x="1245" y="1897"/>
                  </a:lnTo>
                  <a:lnTo>
                    <a:pt x="1265" y="1917"/>
                  </a:lnTo>
                  <a:lnTo>
                    <a:pt x="1285" y="1937"/>
                  </a:lnTo>
                  <a:lnTo>
                    <a:pt x="1304" y="1937"/>
                  </a:lnTo>
                  <a:lnTo>
                    <a:pt x="1304" y="1917"/>
                  </a:lnTo>
                  <a:lnTo>
                    <a:pt x="1285" y="1897"/>
                  </a:lnTo>
                  <a:lnTo>
                    <a:pt x="1324" y="1877"/>
                  </a:lnTo>
                  <a:lnTo>
                    <a:pt x="1285" y="1838"/>
                  </a:lnTo>
                  <a:lnTo>
                    <a:pt x="1285" y="1818"/>
                  </a:lnTo>
                  <a:lnTo>
                    <a:pt x="1166" y="1779"/>
                  </a:lnTo>
                  <a:lnTo>
                    <a:pt x="1206" y="1779"/>
                  </a:lnTo>
                  <a:lnTo>
                    <a:pt x="1245" y="1798"/>
                  </a:lnTo>
                  <a:lnTo>
                    <a:pt x="1344" y="1818"/>
                  </a:lnTo>
                  <a:lnTo>
                    <a:pt x="1285" y="1779"/>
                  </a:lnTo>
                  <a:lnTo>
                    <a:pt x="1344" y="1798"/>
                  </a:lnTo>
                  <a:lnTo>
                    <a:pt x="1344" y="1779"/>
                  </a:lnTo>
                  <a:lnTo>
                    <a:pt x="1304" y="1739"/>
                  </a:lnTo>
                  <a:lnTo>
                    <a:pt x="1265" y="1700"/>
                  </a:lnTo>
                  <a:lnTo>
                    <a:pt x="1245" y="1680"/>
                  </a:lnTo>
                  <a:lnTo>
                    <a:pt x="1344" y="1719"/>
                  </a:lnTo>
                  <a:lnTo>
                    <a:pt x="1364" y="1739"/>
                  </a:lnTo>
                  <a:lnTo>
                    <a:pt x="1383" y="1739"/>
                  </a:lnTo>
                  <a:lnTo>
                    <a:pt x="1383" y="1719"/>
                  </a:lnTo>
                  <a:lnTo>
                    <a:pt x="1403" y="1719"/>
                  </a:lnTo>
                  <a:lnTo>
                    <a:pt x="1403" y="1700"/>
                  </a:lnTo>
                  <a:lnTo>
                    <a:pt x="1364" y="1680"/>
                  </a:lnTo>
                  <a:lnTo>
                    <a:pt x="1304" y="1660"/>
                  </a:lnTo>
                  <a:lnTo>
                    <a:pt x="1364" y="1660"/>
                  </a:lnTo>
                  <a:lnTo>
                    <a:pt x="1324" y="1640"/>
                  </a:lnTo>
                  <a:lnTo>
                    <a:pt x="1304" y="1640"/>
                  </a:lnTo>
                  <a:lnTo>
                    <a:pt x="1285" y="1601"/>
                  </a:lnTo>
                  <a:lnTo>
                    <a:pt x="1344" y="1621"/>
                  </a:lnTo>
                  <a:lnTo>
                    <a:pt x="1285" y="1581"/>
                  </a:lnTo>
                  <a:lnTo>
                    <a:pt x="1206" y="1561"/>
                  </a:lnTo>
                  <a:lnTo>
                    <a:pt x="1166" y="1561"/>
                  </a:lnTo>
                  <a:lnTo>
                    <a:pt x="1186" y="1581"/>
                  </a:lnTo>
                  <a:lnTo>
                    <a:pt x="1186" y="1601"/>
                  </a:lnTo>
                  <a:lnTo>
                    <a:pt x="1127" y="1601"/>
                  </a:lnTo>
                  <a:lnTo>
                    <a:pt x="1067" y="1581"/>
                  </a:lnTo>
                  <a:lnTo>
                    <a:pt x="1107" y="1581"/>
                  </a:lnTo>
                  <a:lnTo>
                    <a:pt x="1048" y="1561"/>
                  </a:lnTo>
                  <a:lnTo>
                    <a:pt x="1028" y="1561"/>
                  </a:lnTo>
                  <a:lnTo>
                    <a:pt x="949" y="1522"/>
                  </a:lnTo>
                  <a:lnTo>
                    <a:pt x="909" y="1482"/>
                  </a:lnTo>
                  <a:lnTo>
                    <a:pt x="909" y="1482"/>
                  </a:lnTo>
                  <a:lnTo>
                    <a:pt x="988" y="1522"/>
                  </a:lnTo>
                  <a:lnTo>
                    <a:pt x="1033" y="1537"/>
                  </a:lnTo>
                  <a:lnTo>
                    <a:pt x="1033" y="1537"/>
                  </a:lnTo>
                  <a:lnTo>
                    <a:pt x="1048" y="1522"/>
                  </a:lnTo>
                  <a:lnTo>
                    <a:pt x="1127" y="1561"/>
                  </a:lnTo>
                  <a:lnTo>
                    <a:pt x="1067" y="1522"/>
                  </a:lnTo>
                  <a:lnTo>
                    <a:pt x="988" y="1502"/>
                  </a:lnTo>
                  <a:lnTo>
                    <a:pt x="929" y="1482"/>
                  </a:lnTo>
                  <a:lnTo>
                    <a:pt x="1008" y="1482"/>
                  </a:lnTo>
                  <a:lnTo>
                    <a:pt x="988" y="1463"/>
                  </a:lnTo>
                  <a:lnTo>
                    <a:pt x="969" y="1443"/>
                  </a:lnTo>
                  <a:lnTo>
                    <a:pt x="969" y="1443"/>
                  </a:lnTo>
                  <a:lnTo>
                    <a:pt x="1028" y="1463"/>
                  </a:lnTo>
                  <a:lnTo>
                    <a:pt x="1008" y="1463"/>
                  </a:lnTo>
                  <a:lnTo>
                    <a:pt x="1048" y="1482"/>
                  </a:lnTo>
                  <a:lnTo>
                    <a:pt x="1087" y="1502"/>
                  </a:lnTo>
                  <a:lnTo>
                    <a:pt x="1146" y="1522"/>
                  </a:lnTo>
                  <a:lnTo>
                    <a:pt x="1206" y="1542"/>
                  </a:lnTo>
                  <a:lnTo>
                    <a:pt x="1324" y="1581"/>
                  </a:lnTo>
                  <a:lnTo>
                    <a:pt x="1364" y="1581"/>
                  </a:lnTo>
                  <a:lnTo>
                    <a:pt x="1324" y="1542"/>
                  </a:lnTo>
                  <a:lnTo>
                    <a:pt x="1344" y="1542"/>
                  </a:lnTo>
                  <a:lnTo>
                    <a:pt x="1344" y="1522"/>
                  </a:lnTo>
                  <a:lnTo>
                    <a:pt x="1364" y="1522"/>
                  </a:lnTo>
                  <a:lnTo>
                    <a:pt x="1364" y="1502"/>
                  </a:lnTo>
                  <a:lnTo>
                    <a:pt x="1324" y="1463"/>
                  </a:lnTo>
                  <a:lnTo>
                    <a:pt x="1403" y="1463"/>
                  </a:lnTo>
                  <a:lnTo>
                    <a:pt x="1403" y="1443"/>
                  </a:lnTo>
                  <a:lnTo>
                    <a:pt x="1364" y="1403"/>
                  </a:lnTo>
                  <a:lnTo>
                    <a:pt x="1324" y="1364"/>
                  </a:lnTo>
                  <a:lnTo>
                    <a:pt x="1324" y="1344"/>
                  </a:lnTo>
                  <a:lnTo>
                    <a:pt x="1383" y="1344"/>
                  </a:lnTo>
                  <a:lnTo>
                    <a:pt x="1344" y="1324"/>
                  </a:lnTo>
                  <a:lnTo>
                    <a:pt x="1403" y="1324"/>
                  </a:lnTo>
                  <a:lnTo>
                    <a:pt x="1383" y="1305"/>
                  </a:lnTo>
                  <a:lnTo>
                    <a:pt x="1364" y="1285"/>
                  </a:lnTo>
                  <a:lnTo>
                    <a:pt x="1423" y="1285"/>
                  </a:lnTo>
                  <a:lnTo>
                    <a:pt x="1423" y="1265"/>
                  </a:lnTo>
                  <a:lnTo>
                    <a:pt x="1383" y="1245"/>
                  </a:lnTo>
                  <a:lnTo>
                    <a:pt x="1324" y="1206"/>
                  </a:lnTo>
                  <a:lnTo>
                    <a:pt x="1324" y="1206"/>
                  </a:lnTo>
                  <a:lnTo>
                    <a:pt x="1423" y="1245"/>
                  </a:lnTo>
                  <a:lnTo>
                    <a:pt x="1423" y="1245"/>
                  </a:lnTo>
                  <a:lnTo>
                    <a:pt x="1403" y="1147"/>
                  </a:lnTo>
                  <a:lnTo>
                    <a:pt x="1383" y="1068"/>
                  </a:lnTo>
                  <a:lnTo>
                    <a:pt x="1403" y="1068"/>
                  </a:lnTo>
                  <a:lnTo>
                    <a:pt x="1403" y="1048"/>
                  </a:lnTo>
                  <a:lnTo>
                    <a:pt x="1383" y="1008"/>
                  </a:lnTo>
                  <a:lnTo>
                    <a:pt x="1344" y="969"/>
                  </a:lnTo>
                  <a:lnTo>
                    <a:pt x="1344" y="949"/>
                  </a:lnTo>
                  <a:lnTo>
                    <a:pt x="1364" y="949"/>
                  </a:lnTo>
                  <a:lnTo>
                    <a:pt x="1324" y="929"/>
                  </a:lnTo>
                  <a:lnTo>
                    <a:pt x="1265" y="890"/>
                  </a:lnTo>
                  <a:lnTo>
                    <a:pt x="1146" y="870"/>
                  </a:lnTo>
                  <a:lnTo>
                    <a:pt x="1127" y="850"/>
                  </a:lnTo>
                  <a:lnTo>
                    <a:pt x="1166" y="850"/>
                  </a:lnTo>
                  <a:lnTo>
                    <a:pt x="1225" y="870"/>
                  </a:lnTo>
                  <a:lnTo>
                    <a:pt x="1324" y="890"/>
                  </a:lnTo>
                  <a:lnTo>
                    <a:pt x="1403" y="929"/>
                  </a:lnTo>
                  <a:lnTo>
                    <a:pt x="1344" y="870"/>
                  </a:lnTo>
                  <a:lnTo>
                    <a:pt x="1344" y="850"/>
                  </a:lnTo>
                  <a:lnTo>
                    <a:pt x="1383" y="850"/>
                  </a:lnTo>
                  <a:lnTo>
                    <a:pt x="1383" y="870"/>
                  </a:lnTo>
                  <a:lnTo>
                    <a:pt x="1403" y="870"/>
                  </a:lnTo>
                  <a:lnTo>
                    <a:pt x="1383" y="850"/>
                  </a:lnTo>
                  <a:lnTo>
                    <a:pt x="1403" y="850"/>
                  </a:lnTo>
                  <a:lnTo>
                    <a:pt x="1423" y="870"/>
                  </a:lnTo>
                  <a:lnTo>
                    <a:pt x="142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811"/>
                  </a:lnTo>
                  <a:lnTo>
                    <a:pt x="1383" y="811"/>
                  </a:lnTo>
                  <a:lnTo>
                    <a:pt x="1324" y="771"/>
                  </a:lnTo>
                  <a:lnTo>
                    <a:pt x="1403" y="791"/>
                  </a:lnTo>
                  <a:lnTo>
                    <a:pt x="1403" y="791"/>
                  </a:lnTo>
                  <a:lnTo>
                    <a:pt x="1344" y="771"/>
                  </a:lnTo>
                  <a:lnTo>
                    <a:pt x="1344" y="752"/>
                  </a:lnTo>
                  <a:lnTo>
                    <a:pt x="1423" y="752"/>
                  </a:lnTo>
                  <a:lnTo>
                    <a:pt x="1403" y="732"/>
                  </a:lnTo>
                  <a:lnTo>
                    <a:pt x="1383" y="712"/>
                  </a:lnTo>
                  <a:lnTo>
                    <a:pt x="1383" y="712"/>
                  </a:lnTo>
                  <a:lnTo>
                    <a:pt x="1443" y="732"/>
                  </a:lnTo>
                  <a:lnTo>
                    <a:pt x="1462" y="692"/>
                  </a:lnTo>
                  <a:lnTo>
                    <a:pt x="1462" y="673"/>
                  </a:lnTo>
                  <a:lnTo>
                    <a:pt x="1502" y="653"/>
                  </a:lnTo>
                  <a:lnTo>
                    <a:pt x="1482" y="633"/>
                  </a:lnTo>
                  <a:lnTo>
                    <a:pt x="1423" y="593"/>
                  </a:lnTo>
                  <a:lnTo>
                    <a:pt x="1403" y="593"/>
                  </a:lnTo>
                  <a:lnTo>
                    <a:pt x="1344" y="574"/>
                  </a:lnTo>
                  <a:lnTo>
                    <a:pt x="1324" y="554"/>
                  </a:lnTo>
                  <a:lnTo>
                    <a:pt x="1304" y="534"/>
                  </a:lnTo>
                  <a:lnTo>
                    <a:pt x="1304" y="534"/>
                  </a:lnTo>
                  <a:lnTo>
                    <a:pt x="1364" y="554"/>
                  </a:lnTo>
                  <a:lnTo>
                    <a:pt x="1383" y="554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43" y="534"/>
                  </a:lnTo>
                  <a:lnTo>
                    <a:pt x="1482" y="554"/>
                  </a:lnTo>
                  <a:lnTo>
                    <a:pt x="1482" y="554"/>
                  </a:lnTo>
                  <a:lnTo>
                    <a:pt x="1462" y="534"/>
                  </a:lnTo>
                  <a:lnTo>
                    <a:pt x="1423" y="495"/>
                  </a:lnTo>
                  <a:lnTo>
                    <a:pt x="1462" y="514"/>
                  </a:lnTo>
                  <a:lnTo>
                    <a:pt x="1502" y="514"/>
                  </a:lnTo>
                  <a:lnTo>
                    <a:pt x="1502" y="495"/>
                  </a:lnTo>
                  <a:lnTo>
                    <a:pt x="1462" y="475"/>
                  </a:lnTo>
                  <a:lnTo>
                    <a:pt x="1383" y="455"/>
                  </a:lnTo>
                  <a:lnTo>
                    <a:pt x="1403" y="455"/>
                  </a:lnTo>
                  <a:lnTo>
                    <a:pt x="1383" y="435"/>
                  </a:lnTo>
                  <a:lnTo>
                    <a:pt x="1383" y="435"/>
                  </a:lnTo>
                  <a:lnTo>
                    <a:pt x="1482" y="475"/>
                  </a:lnTo>
                  <a:lnTo>
                    <a:pt x="1423" y="435"/>
                  </a:lnTo>
                  <a:lnTo>
                    <a:pt x="1383" y="416"/>
                  </a:lnTo>
                  <a:lnTo>
                    <a:pt x="1403" y="416"/>
                  </a:lnTo>
                  <a:lnTo>
                    <a:pt x="1383" y="396"/>
                  </a:lnTo>
                  <a:lnTo>
                    <a:pt x="1403" y="396"/>
                  </a:lnTo>
                  <a:lnTo>
                    <a:pt x="1344" y="376"/>
                  </a:lnTo>
                  <a:lnTo>
                    <a:pt x="1304" y="337"/>
                  </a:lnTo>
                  <a:lnTo>
                    <a:pt x="1364" y="337"/>
                  </a:lnTo>
                  <a:lnTo>
                    <a:pt x="1443" y="356"/>
                  </a:lnTo>
                  <a:lnTo>
                    <a:pt x="1443" y="376"/>
                  </a:lnTo>
                  <a:lnTo>
                    <a:pt x="1522" y="376"/>
                  </a:lnTo>
                  <a:lnTo>
                    <a:pt x="1541" y="356"/>
                  </a:lnTo>
                  <a:lnTo>
                    <a:pt x="1541" y="317"/>
                  </a:lnTo>
                  <a:lnTo>
                    <a:pt x="1522" y="297"/>
                  </a:lnTo>
                  <a:lnTo>
                    <a:pt x="1522" y="277"/>
                  </a:lnTo>
                  <a:lnTo>
                    <a:pt x="1502" y="258"/>
                  </a:lnTo>
                  <a:lnTo>
                    <a:pt x="1443" y="218"/>
                  </a:lnTo>
                  <a:lnTo>
                    <a:pt x="1502" y="238"/>
                  </a:lnTo>
                  <a:lnTo>
                    <a:pt x="1561" y="218"/>
                  </a:lnTo>
                  <a:lnTo>
                    <a:pt x="1561" y="198"/>
                  </a:lnTo>
                  <a:lnTo>
                    <a:pt x="1581" y="179"/>
                  </a:lnTo>
                  <a:lnTo>
                    <a:pt x="1561" y="139"/>
                  </a:lnTo>
                  <a:lnTo>
                    <a:pt x="1541" y="119"/>
                  </a:lnTo>
                  <a:lnTo>
                    <a:pt x="1581" y="119"/>
                  </a:lnTo>
                  <a:lnTo>
                    <a:pt x="1522" y="80"/>
                  </a:lnTo>
                  <a:lnTo>
                    <a:pt x="1502" y="60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11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11"/>
            <p:cNvSpPr/>
            <p:nvPr/>
          </p:nvSpPr>
          <p:spPr>
            <a:xfrm>
              <a:off x="-1699275" y="3344525"/>
              <a:ext cx="25" cy="500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11"/>
            <p:cNvSpPr/>
            <p:nvPr/>
          </p:nvSpPr>
          <p:spPr>
            <a:xfrm>
              <a:off x="-1610900" y="33149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11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11"/>
            <p:cNvSpPr/>
            <p:nvPr/>
          </p:nvSpPr>
          <p:spPr>
            <a:xfrm>
              <a:off x="-1607450" y="3317850"/>
              <a:ext cx="1525" cy="5450"/>
            </a:xfrm>
            <a:custGeom>
              <a:rect b="b" l="l" r="r" t="t"/>
              <a:pathLst>
                <a:path extrusionOk="0" h="218" w="61">
                  <a:moveTo>
                    <a:pt x="60" y="1"/>
                  </a:moveTo>
                  <a:lnTo>
                    <a:pt x="40" y="20"/>
                  </a:lnTo>
                  <a:lnTo>
                    <a:pt x="40" y="80"/>
                  </a:lnTo>
                  <a:lnTo>
                    <a:pt x="1" y="218"/>
                  </a:lnTo>
                  <a:lnTo>
                    <a:pt x="40" y="11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11"/>
            <p:cNvSpPr/>
            <p:nvPr/>
          </p:nvSpPr>
          <p:spPr>
            <a:xfrm>
              <a:off x="-1602000" y="3297600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11"/>
            <p:cNvSpPr/>
            <p:nvPr/>
          </p:nvSpPr>
          <p:spPr>
            <a:xfrm>
              <a:off x="-1612375" y="3293150"/>
              <a:ext cx="39525" cy="35600"/>
            </a:xfrm>
            <a:custGeom>
              <a:rect b="b" l="l" r="r" t="t"/>
              <a:pathLst>
                <a:path extrusionOk="0" h="1424" w="1581">
                  <a:moveTo>
                    <a:pt x="929" y="60"/>
                  </a:moveTo>
                  <a:lnTo>
                    <a:pt x="909" y="100"/>
                  </a:lnTo>
                  <a:lnTo>
                    <a:pt x="929" y="80"/>
                  </a:lnTo>
                  <a:lnTo>
                    <a:pt x="929" y="60"/>
                  </a:lnTo>
                  <a:close/>
                  <a:moveTo>
                    <a:pt x="376" y="100"/>
                  </a:moveTo>
                  <a:lnTo>
                    <a:pt x="376" y="100"/>
                  </a:lnTo>
                  <a:lnTo>
                    <a:pt x="376" y="100"/>
                  </a:lnTo>
                  <a:close/>
                  <a:moveTo>
                    <a:pt x="870" y="100"/>
                  </a:moveTo>
                  <a:lnTo>
                    <a:pt x="870" y="100"/>
                  </a:lnTo>
                  <a:lnTo>
                    <a:pt x="870" y="100"/>
                  </a:lnTo>
                  <a:close/>
                  <a:moveTo>
                    <a:pt x="474" y="119"/>
                  </a:moveTo>
                  <a:lnTo>
                    <a:pt x="474" y="119"/>
                  </a:lnTo>
                  <a:lnTo>
                    <a:pt x="474" y="119"/>
                  </a:lnTo>
                  <a:close/>
                  <a:moveTo>
                    <a:pt x="415" y="119"/>
                  </a:moveTo>
                  <a:lnTo>
                    <a:pt x="395" y="15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415" y="119"/>
                  </a:lnTo>
                  <a:close/>
                  <a:moveTo>
                    <a:pt x="771" y="139"/>
                  </a:moveTo>
                  <a:lnTo>
                    <a:pt x="751" y="179"/>
                  </a:lnTo>
                  <a:lnTo>
                    <a:pt x="756" y="184"/>
                  </a:lnTo>
                  <a:lnTo>
                    <a:pt x="771" y="139"/>
                  </a:lnTo>
                  <a:close/>
                  <a:moveTo>
                    <a:pt x="633" y="100"/>
                  </a:moveTo>
                  <a:lnTo>
                    <a:pt x="593" y="159"/>
                  </a:lnTo>
                  <a:lnTo>
                    <a:pt x="573" y="218"/>
                  </a:lnTo>
                  <a:lnTo>
                    <a:pt x="534" y="317"/>
                  </a:lnTo>
                  <a:lnTo>
                    <a:pt x="534" y="337"/>
                  </a:lnTo>
                  <a:lnTo>
                    <a:pt x="553" y="337"/>
                  </a:lnTo>
                  <a:lnTo>
                    <a:pt x="573" y="297"/>
                  </a:lnTo>
                  <a:lnTo>
                    <a:pt x="573" y="317"/>
                  </a:lnTo>
                  <a:lnTo>
                    <a:pt x="613" y="198"/>
                  </a:lnTo>
                  <a:lnTo>
                    <a:pt x="633" y="100"/>
                  </a:lnTo>
                  <a:close/>
                  <a:moveTo>
                    <a:pt x="672" y="297"/>
                  </a:moveTo>
                  <a:lnTo>
                    <a:pt x="672" y="337"/>
                  </a:lnTo>
                  <a:lnTo>
                    <a:pt x="692" y="297"/>
                  </a:lnTo>
                  <a:close/>
                  <a:moveTo>
                    <a:pt x="316" y="277"/>
                  </a:moveTo>
                  <a:lnTo>
                    <a:pt x="316" y="317"/>
                  </a:lnTo>
                  <a:lnTo>
                    <a:pt x="316" y="337"/>
                  </a:lnTo>
                  <a:lnTo>
                    <a:pt x="297" y="376"/>
                  </a:lnTo>
                  <a:lnTo>
                    <a:pt x="316" y="277"/>
                  </a:lnTo>
                  <a:close/>
                  <a:moveTo>
                    <a:pt x="158" y="831"/>
                  </a:moveTo>
                  <a:lnTo>
                    <a:pt x="152" y="850"/>
                  </a:lnTo>
                  <a:lnTo>
                    <a:pt x="158" y="850"/>
                  </a:lnTo>
                  <a:lnTo>
                    <a:pt x="158" y="831"/>
                  </a:lnTo>
                  <a:close/>
                  <a:moveTo>
                    <a:pt x="139" y="850"/>
                  </a:moveTo>
                  <a:lnTo>
                    <a:pt x="139" y="890"/>
                  </a:lnTo>
                  <a:lnTo>
                    <a:pt x="152" y="850"/>
                  </a:lnTo>
                  <a:close/>
                  <a:moveTo>
                    <a:pt x="277" y="870"/>
                  </a:moveTo>
                  <a:lnTo>
                    <a:pt x="257" y="890"/>
                  </a:lnTo>
                  <a:lnTo>
                    <a:pt x="277" y="890"/>
                  </a:lnTo>
                  <a:lnTo>
                    <a:pt x="277" y="870"/>
                  </a:lnTo>
                  <a:close/>
                  <a:moveTo>
                    <a:pt x="139" y="890"/>
                  </a:moveTo>
                  <a:lnTo>
                    <a:pt x="132" y="916"/>
                  </a:lnTo>
                  <a:lnTo>
                    <a:pt x="132" y="916"/>
                  </a:lnTo>
                  <a:lnTo>
                    <a:pt x="139" y="910"/>
                  </a:lnTo>
                  <a:lnTo>
                    <a:pt x="139" y="890"/>
                  </a:lnTo>
                  <a:close/>
                  <a:moveTo>
                    <a:pt x="830" y="989"/>
                  </a:moveTo>
                  <a:lnTo>
                    <a:pt x="810" y="1008"/>
                  </a:lnTo>
                  <a:lnTo>
                    <a:pt x="830" y="1008"/>
                  </a:lnTo>
                  <a:lnTo>
                    <a:pt x="830" y="989"/>
                  </a:lnTo>
                  <a:close/>
                  <a:moveTo>
                    <a:pt x="744" y="1324"/>
                  </a:moveTo>
                  <a:lnTo>
                    <a:pt x="731" y="1364"/>
                  </a:lnTo>
                  <a:lnTo>
                    <a:pt x="751" y="1324"/>
                  </a:lnTo>
                  <a:close/>
                  <a:moveTo>
                    <a:pt x="771" y="1384"/>
                  </a:moveTo>
                  <a:lnTo>
                    <a:pt x="771" y="1384"/>
                  </a:lnTo>
                  <a:lnTo>
                    <a:pt x="771" y="1384"/>
                  </a:lnTo>
                  <a:close/>
                  <a:moveTo>
                    <a:pt x="1028" y="1384"/>
                  </a:moveTo>
                  <a:lnTo>
                    <a:pt x="1028" y="1384"/>
                  </a:lnTo>
                  <a:lnTo>
                    <a:pt x="1028" y="1384"/>
                  </a:lnTo>
                  <a:close/>
                  <a:moveTo>
                    <a:pt x="810" y="1"/>
                  </a:moveTo>
                  <a:lnTo>
                    <a:pt x="791" y="100"/>
                  </a:lnTo>
                  <a:lnTo>
                    <a:pt x="771" y="198"/>
                  </a:lnTo>
                  <a:lnTo>
                    <a:pt x="756" y="184"/>
                  </a:lnTo>
                  <a:lnTo>
                    <a:pt x="751" y="198"/>
                  </a:lnTo>
                  <a:lnTo>
                    <a:pt x="712" y="218"/>
                  </a:lnTo>
                  <a:lnTo>
                    <a:pt x="692" y="277"/>
                  </a:lnTo>
                  <a:lnTo>
                    <a:pt x="692" y="356"/>
                  </a:lnTo>
                  <a:lnTo>
                    <a:pt x="672" y="376"/>
                  </a:lnTo>
                  <a:lnTo>
                    <a:pt x="672" y="396"/>
                  </a:lnTo>
                  <a:lnTo>
                    <a:pt x="672" y="435"/>
                  </a:lnTo>
                  <a:lnTo>
                    <a:pt x="652" y="435"/>
                  </a:lnTo>
                  <a:lnTo>
                    <a:pt x="672" y="376"/>
                  </a:lnTo>
                  <a:lnTo>
                    <a:pt x="652" y="356"/>
                  </a:lnTo>
                  <a:lnTo>
                    <a:pt x="633" y="376"/>
                  </a:lnTo>
                  <a:lnTo>
                    <a:pt x="652" y="317"/>
                  </a:lnTo>
                  <a:lnTo>
                    <a:pt x="652" y="297"/>
                  </a:lnTo>
                  <a:lnTo>
                    <a:pt x="672" y="297"/>
                  </a:lnTo>
                  <a:lnTo>
                    <a:pt x="672" y="277"/>
                  </a:lnTo>
                  <a:lnTo>
                    <a:pt x="672" y="218"/>
                  </a:lnTo>
                  <a:lnTo>
                    <a:pt x="652" y="277"/>
                  </a:lnTo>
                  <a:lnTo>
                    <a:pt x="652" y="218"/>
                  </a:lnTo>
                  <a:lnTo>
                    <a:pt x="633" y="198"/>
                  </a:lnTo>
                  <a:lnTo>
                    <a:pt x="613" y="198"/>
                  </a:lnTo>
                  <a:lnTo>
                    <a:pt x="613" y="238"/>
                  </a:lnTo>
                  <a:lnTo>
                    <a:pt x="593" y="337"/>
                  </a:lnTo>
                  <a:lnTo>
                    <a:pt x="573" y="376"/>
                  </a:lnTo>
                  <a:lnTo>
                    <a:pt x="573" y="396"/>
                  </a:lnTo>
                  <a:lnTo>
                    <a:pt x="573" y="435"/>
                  </a:lnTo>
                  <a:lnTo>
                    <a:pt x="593" y="455"/>
                  </a:lnTo>
                  <a:lnTo>
                    <a:pt x="573" y="534"/>
                  </a:lnTo>
                  <a:lnTo>
                    <a:pt x="553" y="613"/>
                  </a:lnTo>
                  <a:lnTo>
                    <a:pt x="514" y="712"/>
                  </a:lnTo>
                  <a:lnTo>
                    <a:pt x="514" y="712"/>
                  </a:lnTo>
                  <a:lnTo>
                    <a:pt x="534" y="594"/>
                  </a:lnTo>
                  <a:lnTo>
                    <a:pt x="514" y="574"/>
                  </a:lnTo>
                  <a:lnTo>
                    <a:pt x="494" y="594"/>
                  </a:lnTo>
                  <a:lnTo>
                    <a:pt x="494" y="633"/>
                  </a:lnTo>
                  <a:lnTo>
                    <a:pt x="514" y="633"/>
                  </a:lnTo>
                  <a:lnTo>
                    <a:pt x="494" y="673"/>
                  </a:lnTo>
                  <a:lnTo>
                    <a:pt x="474" y="712"/>
                  </a:lnTo>
                  <a:lnTo>
                    <a:pt x="455" y="791"/>
                  </a:lnTo>
                  <a:lnTo>
                    <a:pt x="455" y="752"/>
                  </a:lnTo>
                  <a:lnTo>
                    <a:pt x="455" y="692"/>
                  </a:lnTo>
                  <a:lnTo>
                    <a:pt x="455" y="673"/>
                  </a:lnTo>
                  <a:lnTo>
                    <a:pt x="474" y="534"/>
                  </a:lnTo>
                  <a:lnTo>
                    <a:pt x="474" y="554"/>
                  </a:lnTo>
                  <a:lnTo>
                    <a:pt x="514" y="337"/>
                  </a:lnTo>
                  <a:lnTo>
                    <a:pt x="494" y="317"/>
                  </a:lnTo>
                  <a:lnTo>
                    <a:pt x="474" y="317"/>
                  </a:lnTo>
                  <a:lnTo>
                    <a:pt x="494" y="179"/>
                  </a:lnTo>
                  <a:lnTo>
                    <a:pt x="474" y="198"/>
                  </a:lnTo>
                  <a:lnTo>
                    <a:pt x="474" y="179"/>
                  </a:lnTo>
                  <a:lnTo>
                    <a:pt x="474" y="119"/>
                  </a:lnTo>
                  <a:lnTo>
                    <a:pt x="455" y="179"/>
                  </a:lnTo>
                  <a:lnTo>
                    <a:pt x="455" y="258"/>
                  </a:lnTo>
                  <a:lnTo>
                    <a:pt x="435" y="238"/>
                  </a:lnTo>
                  <a:lnTo>
                    <a:pt x="435" y="258"/>
                  </a:lnTo>
                  <a:lnTo>
                    <a:pt x="435" y="277"/>
                  </a:lnTo>
                  <a:lnTo>
                    <a:pt x="455" y="317"/>
                  </a:lnTo>
                  <a:lnTo>
                    <a:pt x="435" y="416"/>
                  </a:lnTo>
                  <a:lnTo>
                    <a:pt x="435" y="435"/>
                  </a:lnTo>
                  <a:lnTo>
                    <a:pt x="435" y="475"/>
                  </a:lnTo>
                  <a:lnTo>
                    <a:pt x="417" y="475"/>
                  </a:lnTo>
                  <a:lnTo>
                    <a:pt x="435" y="317"/>
                  </a:lnTo>
                  <a:lnTo>
                    <a:pt x="415" y="337"/>
                  </a:lnTo>
                  <a:lnTo>
                    <a:pt x="415" y="297"/>
                  </a:lnTo>
                  <a:lnTo>
                    <a:pt x="415" y="258"/>
                  </a:lnTo>
                  <a:lnTo>
                    <a:pt x="415" y="238"/>
                  </a:lnTo>
                  <a:lnTo>
                    <a:pt x="415" y="198"/>
                  </a:lnTo>
                  <a:lnTo>
                    <a:pt x="415" y="17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76" y="218"/>
                  </a:lnTo>
                  <a:lnTo>
                    <a:pt x="376" y="159"/>
                  </a:lnTo>
                  <a:lnTo>
                    <a:pt x="376" y="100"/>
                  </a:lnTo>
                  <a:lnTo>
                    <a:pt x="356" y="159"/>
                  </a:lnTo>
                  <a:lnTo>
                    <a:pt x="356" y="179"/>
                  </a:lnTo>
                  <a:lnTo>
                    <a:pt x="336" y="198"/>
                  </a:lnTo>
                  <a:lnTo>
                    <a:pt x="326" y="228"/>
                  </a:lnTo>
                  <a:lnTo>
                    <a:pt x="336" y="179"/>
                  </a:lnTo>
                  <a:lnTo>
                    <a:pt x="316" y="198"/>
                  </a:lnTo>
                  <a:lnTo>
                    <a:pt x="316" y="179"/>
                  </a:lnTo>
                  <a:lnTo>
                    <a:pt x="297" y="238"/>
                  </a:lnTo>
                  <a:lnTo>
                    <a:pt x="297" y="297"/>
                  </a:lnTo>
                  <a:lnTo>
                    <a:pt x="277" y="317"/>
                  </a:lnTo>
                  <a:lnTo>
                    <a:pt x="277" y="297"/>
                  </a:lnTo>
                  <a:lnTo>
                    <a:pt x="257" y="337"/>
                  </a:lnTo>
                  <a:lnTo>
                    <a:pt x="257" y="376"/>
                  </a:lnTo>
                  <a:lnTo>
                    <a:pt x="237" y="455"/>
                  </a:lnTo>
                  <a:lnTo>
                    <a:pt x="237" y="396"/>
                  </a:lnTo>
                  <a:lnTo>
                    <a:pt x="237" y="317"/>
                  </a:lnTo>
                  <a:lnTo>
                    <a:pt x="257" y="297"/>
                  </a:lnTo>
                  <a:lnTo>
                    <a:pt x="237" y="297"/>
                  </a:lnTo>
                  <a:lnTo>
                    <a:pt x="237" y="179"/>
                  </a:lnTo>
                  <a:lnTo>
                    <a:pt x="218" y="198"/>
                  </a:lnTo>
                  <a:lnTo>
                    <a:pt x="218" y="218"/>
                  </a:lnTo>
                  <a:lnTo>
                    <a:pt x="218" y="238"/>
                  </a:lnTo>
                  <a:lnTo>
                    <a:pt x="218" y="258"/>
                  </a:lnTo>
                  <a:lnTo>
                    <a:pt x="178" y="396"/>
                  </a:lnTo>
                  <a:lnTo>
                    <a:pt x="198" y="376"/>
                  </a:lnTo>
                  <a:lnTo>
                    <a:pt x="218" y="317"/>
                  </a:lnTo>
                  <a:lnTo>
                    <a:pt x="198" y="396"/>
                  </a:lnTo>
                  <a:lnTo>
                    <a:pt x="178" y="455"/>
                  </a:lnTo>
                  <a:lnTo>
                    <a:pt x="158" y="514"/>
                  </a:lnTo>
                  <a:lnTo>
                    <a:pt x="158" y="554"/>
                  </a:lnTo>
                  <a:lnTo>
                    <a:pt x="178" y="534"/>
                  </a:lnTo>
                  <a:lnTo>
                    <a:pt x="198" y="435"/>
                  </a:lnTo>
                  <a:lnTo>
                    <a:pt x="218" y="396"/>
                  </a:lnTo>
                  <a:lnTo>
                    <a:pt x="198" y="455"/>
                  </a:lnTo>
                  <a:lnTo>
                    <a:pt x="218" y="475"/>
                  </a:lnTo>
                  <a:lnTo>
                    <a:pt x="218" y="495"/>
                  </a:lnTo>
                  <a:lnTo>
                    <a:pt x="237" y="554"/>
                  </a:lnTo>
                  <a:lnTo>
                    <a:pt x="237" y="475"/>
                  </a:lnTo>
                  <a:lnTo>
                    <a:pt x="257" y="396"/>
                  </a:lnTo>
                  <a:lnTo>
                    <a:pt x="277" y="376"/>
                  </a:lnTo>
                  <a:lnTo>
                    <a:pt x="277" y="396"/>
                  </a:lnTo>
                  <a:lnTo>
                    <a:pt x="277" y="435"/>
                  </a:lnTo>
                  <a:lnTo>
                    <a:pt x="257" y="475"/>
                  </a:lnTo>
                  <a:lnTo>
                    <a:pt x="237" y="574"/>
                  </a:lnTo>
                  <a:lnTo>
                    <a:pt x="198" y="692"/>
                  </a:lnTo>
                  <a:lnTo>
                    <a:pt x="178" y="771"/>
                  </a:lnTo>
                  <a:lnTo>
                    <a:pt x="158" y="850"/>
                  </a:lnTo>
                  <a:lnTo>
                    <a:pt x="158" y="890"/>
                  </a:lnTo>
                  <a:lnTo>
                    <a:pt x="158" y="910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2" y="916"/>
                  </a:lnTo>
                  <a:lnTo>
                    <a:pt x="132" y="916"/>
                  </a:lnTo>
                  <a:lnTo>
                    <a:pt x="119" y="929"/>
                  </a:lnTo>
                  <a:lnTo>
                    <a:pt x="119" y="910"/>
                  </a:lnTo>
                  <a:lnTo>
                    <a:pt x="139" y="732"/>
                  </a:lnTo>
                  <a:lnTo>
                    <a:pt x="158" y="574"/>
                  </a:lnTo>
                  <a:lnTo>
                    <a:pt x="139" y="554"/>
                  </a:lnTo>
                  <a:lnTo>
                    <a:pt x="139" y="574"/>
                  </a:lnTo>
                  <a:lnTo>
                    <a:pt x="119" y="594"/>
                  </a:lnTo>
                  <a:lnTo>
                    <a:pt x="119" y="594"/>
                  </a:lnTo>
                  <a:lnTo>
                    <a:pt x="158" y="396"/>
                  </a:lnTo>
                  <a:lnTo>
                    <a:pt x="139" y="435"/>
                  </a:lnTo>
                  <a:lnTo>
                    <a:pt x="119" y="495"/>
                  </a:lnTo>
                  <a:lnTo>
                    <a:pt x="119" y="455"/>
                  </a:lnTo>
                  <a:lnTo>
                    <a:pt x="99" y="514"/>
                  </a:lnTo>
                  <a:lnTo>
                    <a:pt x="99" y="495"/>
                  </a:lnTo>
                  <a:lnTo>
                    <a:pt x="79" y="594"/>
                  </a:lnTo>
                  <a:lnTo>
                    <a:pt x="79" y="613"/>
                  </a:lnTo>
                  <a:lnTo>
                    <a:pt x="99" y="594"/>
                  </a:lnTo>
                  <a:lnTo>
                    <a:pt x="79" y="653"/>
                  </a:lnTo>
                  <a:lnTo>
                    <a:pt x="79" y="752"/>
                  </a:lnTo>
                  <a:lnTo>
                    <a:pt x="79" y="771"/>
                  </a:lnTo>
                  <a:lnTo>
                    <a:pt x="60" y="791"/>
                  </a:lnTo>
                  <a:lnTo>
                    <a:pt x="79" y="791"/>
                  </a:lnTo>
                  <a:lnTo>
                    <a:pt x="79" y="811"/>
                  </a:lnTo>
                  <a:lnTo>
                    <a:pt x="99" y="811"/>
                  </a:lnTo>
                  <a:lnTo>
                    <a:pt x="99" y="850"/>
                  </a:lnTo>
                  <a:lnTo>
                    <a:pt x="79" y="969"/>
                  </a:lnTo>
                  <a:lnTo>
                    <a:pt x="60" y="989"/>
                  </a:lnTo>
                  <a:lnTo>
                    <a:pt x="60" y="949"/>
                  </a:lnTo>
                  <a:lnTo>
                    <a:pt x="79" y="870"/>
                  </a:lnTo>
                  <a:lnTo>
                    <a:pt x="60" y="870"/>
                  </a:lnTo>
                  <a:lnTo>
                    <a:pt x="60" y="910"/>
                  </a:lnTo>
                  <a:lnTo>
                    <a:pt x="60" y="929"/>
                  </a:lnTo>
                  <a:lnTo>
                    <a:pt x="40" y="1008"/>
                  </a:lnTo>
                  <a:lnTo>
                    <a:pt x="20" y="1008"/>
                  </a:lnTo>
                  <a:lnTo>
                    <a:pt x="20" y="1028"/>
                  </a:lnTo>
                  <a:lnTo>
                    <a:pt x="0" y="1107"/>
                  </a:lnTo>
                  <a:lnTo>
                    <a:pt x="0" y="1186"/>
                  </a:lnTo>
                  <a:lnTo>
                    <a:pt x="20" y="1087"/>
                  </a:lnTo>
                  <a:lnTo>
                    <a:pt x="20" y="1107"/>
                  </a:lnTo>
                  <a:lnTo>
                    <a:pt x="20" y="1186"/>
                  </a:lnTo>
                  <a:lnTo>
                    <a:pt x="40" y="1147"/>
                  </a:lnTo>
                  <a:lnTo>
                    <a:pt x="40" y="1166"/>
                  </a:lnTo>
                  <a:lnTo>
                    <a:pt x="60" y="1127"/>
                  </a:lnTo>
                  <a:lnTo>
                    <a:pt x="60" y="1087"/>
                  </a:lnTo>
                  <a:lnTo>
                    <a:pt x="79" y="1087"/>
                  </a:lnTo>
                  <a:lnTo>
                    <a:pt x="79" y="1107"/>
                  </a:lnTo>
                  <a:lnTo>
                    <a:pt x="99" y="1068"/>
                  </a:lnTo>
                  <a:lnTo>
                    <a:pt x="99" y="1107"/>
                  </a:lnTo>
                  <a:lnTo>
                    <a:pt x="119" y="1048"/>
                  </a:lnTo>
                  <a:lnTo>
                    <a:pt x="119" y="1068"/>
                  </a:lnTo>
                  <a:lnTo>
                    <a:pt x="139" y="969"/>
                  </a:lnTo>
                  <a:lnTo>
                    <a:pt x="158" y="929"/>
                  </a:lnTo>
                  <a:lnTo>
                    <a:pt x="178" y="929"/>
                  </a:lnTo>
                  <a:lnTo>
                    <a:pt x="158" y="969"/>
                  </a:lnTo>
                  <a:lnTo>
                    <a:pt x="158" y="989"/>
                  </a:lnTo>
                  <a:lnTo>
                    <a:pt x="139" y="1028"/>
                  </a:lnTo>
                  <a:lnTo>
                    <a:pt x="139" y="1068"/>
                  </a:lnTo>
                  <a:lnTo>
                    <a:pt x="158" y="1028"/>
                  </a:lnTo>
                  <a:lnTo>
                    <a:pt x="158" y="1008"/>
                  </a:lnTo>
                  <a:lnTo>
                    <a:pt x="198" y="929"/>
                  </a:lnTo>
                  <a:lnTo>
                    <a:pt x="218" y="910"/>
                  </a:lnTo>
                  <a:lnTo>
                    <a:pt x="237" y="890"/>
                  </a:lnTo>
                  <a:lnTo>
                    <a:pt x="237" y="929"/>
                  </a:lnTo>
                  <a:lnTo>
                    <a:pt x="257" y="831"/>
                  </a:lnTo>
                  <a:lnTo>
                    <a:pt x="277" y="811"/>
                  </a:lnTo>
                  <a:lnTo>
                    <a:pt x="277" y="870"/>
                  </a:lnTo>
                  <a:lnTo>
                    <a:pt x="316" y="791"/>
                  </a:lnTo>
                  <a:lnTo>
                    <a:pt x="316" y="692"/>
                  </a:lnTo>
                  <a:lnTo>
                    <a:pt x="336" y="653"/>
                  </a:lnTo>
                  <a:lnTo>
                    <a:pt x="336" y="673"/>
                  </a:lnTo>
                  <a:lnTo>
                    <a:pt x="336" y="712"/>
                  </a:lnTo>
                  <a:lnTo>
                    <a:pt x="316" y="850"/>
                  </a:lnTo>
                  <a:lnTo>
                    <a:pt x="356" y="771"/>
                  </a:lnTo>
                  <a:lnTo>
                    <a:pt x="336" y="870"/>
                  </a:lnTo>
                  <a:lnTo>
                    <a:pt x="316" y="929"/>
                  </a:lnTo>
                  <a:lnTo>
                    <a:pt x="316" y="890"/>
                  </a:lnTo>
                  <a:lnTo>
                    <a:pt x="297" y="910"/>
                  </a:lnTo>
                  <a:lnTo>
                    <a:pt x="297" y="929"/>
                  </a:lnTo>
                  <a:lnTo>
                    <a:pt x="277" y="929"/>
                  </a:lnTo>
                  <a:lnTo>
                    <a:pt x="277" y="949"/>
                  </a:lnTo>
                  <a:lnTo>
                    <a:pt x="257" y="989"/>
                  </a:lnTo>
                  <a:lnTo>
                    <a:pt x="257" y="1048"/>
                  </a:lnTo>
                  <a:lnTo>
                    <a:pt x="257" y="1087"/>
                  </a:lnTo>
                  <a:lnTo>
                    <a:pt x="277" y="1068"/>
                  </a:lnTo>
                  <a:lnTo>
                    <a:pt x="277" y="1127"/>
                  </a:lnTo>
                  <a:lnTo>
                    <a:pt x="257" y="1186"/>
                  </a:lnTo>
                  <a:lnTo>
                    <a:pt x="237" y="1186"/>
                  </a:lnTo>
                  <a:lnTo>
                    <a:pt x="237" y="1226"/>
                  </a:lnTo>
                  <a:lnTo>
                    <a:pt x="237" y="1245"/>
                  </a:lnTo>
                  <a:lnTo>
                    <a:pt x="257" y="1245"/>
                  </a:lnTo>
                  <a:lnTo>
                    <a:pt x="297" y="1028"/>
                  </a:lnTo>
                  <a:lnTo>
                    <a:pt x="316" y="1008"/>
                  </a:lnTo>
                  <a:lnTo>
                    <a:pt x="336" y="1028"/>
                  </a:lnTo>
                  <a:lnTo>
                    <a:pt x="316" y="1068"/>
                  </a:lnTo>
                  <a:lnTo>
                    <a:pt x="297" y="1166"/>
                  </a:lnTo>
                  <a:lnTo>
                    <a:pt x="316" y="1127"/>
                  </a:lnTo>
                  <a:lnTo>
                    <a:pt x="316" y="1107"/>
                  </a:lnTo>
                  <a:lnTo>
                    <a:pt x="336" y="1127"/>
                  </a:lnTo>
                  <a:lnTo>
                    <a:pt x="336" y="1226"/>
                  </a:lnTo>
                  <a:lnTo>
                    <a:pt x="316" y="1226"/>
                  </a:lnTo>
                  <a:lnTo>
                    <a:pt x="316" y="1265"/>
                  </a:lnTo>
                  <a:lnTo>
                    <a:pt x="297" y="1245"/>
                  </a:lnTo>
                  <a:lnTo>
                    <a:pt x="297" y="1305"/>
                  </a:lnTo>
                  <a:lnTo>
                    <a:pt x="316" y="1305"/>
                  </a:lnTo>
                  <a:lnTo>
                    <a:pt x="316" y="1384"/>
                  </a:lnTo>
                  <a:lnTo>
                    <a:pt x="336" y="1403"/>
                  </a:lnTo>
                  <a:lnTo>
                    <a:pt x="356" y="1384"/>
                  </a:lnTo>
                  <a:lnTo>
                    <a:pt x="376" y="1324"/>
                  </a:lnTo>
                  <a:lnTo>
                    <a:pt x="395" y="1245"/>
                  </a:lnTo>
                  <a:lnTo>
                    <a:pt x="376" y="1344"/>
                  </a:lnTo>
                  <a:lnTo>
                    <a:pt x="395" y="1344"/>
                  </a:lnTo>
                  <a:lnTo>
                    <a:pt x="395" y="1403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35" y="1305"/>
                  </a:lnTo>
                  <a:lnTo>
                    <a:pt x="415" y="1324"/>
                  </a:lnTo>
                  <a:lnTo>
                    <a:pt x="415" y="1285"/>
                  </a:lnTo>
                  <a:lnTo>
                    <a:pt x="435" y="1206"/>
                  </a:lnTo>
                  <a:lnTo>
                    <a:pt x="455" y="1206"/>
                  </a:lnTo>
                  <a:lnTo>
                    <a:pt x="435" y="1265"/>
                  </a:lnTo>
                  <a:lnTo>
                    <a:pt x="435" y="1305"/>
                  </a:lnTo>
                  <a:lnTo>
                    <a:pt x="435" y="1344"/>
                  </a:lnTo>
                  <a:lnTo>
                    <a:pt x="435" y="1403"/>
                  </a:lnTo>
                  <a:lnTo>
                    <a:pt x="474" y="1344"/>
                  </a:lnTo>
                  <a:lnTo>
                    <a:pt x="494" y="1265"/>
                  </a:lnTo>
                  <a:lnTo>
                    <a:pt x="474" y="1305"/>
                  </a:lnTo>
                  <a:lnTo>
                    <a:pt x="494" y="1226"/>
                  </a:lnTo>
                  <a:lnTo>
                    <a:pt x="494" y="1265"/>
                  </a:lnTo>
                  <a:lnTo>
                    <a:pt x="514" y="1305"/>
                  </a:lnTo>
                  <a:lnTo>
                    <a:pt x="494" y="1344"/>
                  </a:lnTo>
                  <a:lnTo>
                    <a:pt x="494" y="1324"/>
                  </a:lnTo>
                  <a:lnTo>
                    <a:pt x="474" y="1364"/>
                  </a:lnTo>
                  <a:lnTo>
                    <a:pt x="474" y="1403"/>
                  </a:lnTo>
                  <a:lnTo>
                    <a:pt x="494" y="1364"/>
                  </a:lnTo>
                  <a:lnTo>
                    <a:pt x="514" y="1344"/>
                  </a:lnTo>
                  <a:lnTo>
                    <a:pt x="514" y="1364"/>
                  </a:lnTo>
                  <a:lnTo>
                    <a:pt x="514" y="1384"/>
                  </a:lnTo>
                  <a:lnTo>
                    <a:pt x="534" y="1403"/>
                  </a:lnTo>
                  <a:lnTo>
                    <a:pt x="553" y="1344"/>
                  </a:lnTo>
                  <a:lnTo>
                    <a:pt x="573" y="1344"/>
                  </a:lnTo>
                  <a:lnTo>
                    <a:pt x="593" y="1206"/>
                  </a:lnTo>
                  <a:lnTo>
                    <a:pt x="593" y="1305"/>
                  </a:lnTo>
                  <a:lnTo>
                    <a:pt x="573" y="1384"/>
                  </a:lnTo>
                  <a:lnTo>
                    <a:pt x="593" y="1344"/>
                  </a:lnTo>
                  <a:lnTo>
                    <a:pt x="593" y="1384"/>
                  </a:lnTo>
                  <a:lnTo>
                    <a:pt x="613" y="1403"/>
                  </a:lnTo>
                  <a:lnTo>
                    <a:pt x="613" y="1384"/>
                  </a:lnTo>
                  <a:lnTo>
                    <a:pt x="633" y="1344"/>
                  </a:lnTo>
                  <a:lnTo>
                    <a:pt x="652" y="1305"/>
                  </a:lnTo>
                  <a:lnTo>
                    <a:pt x="692" y="1285"/>
                  </a:lnTo>
                  <a:lnTo>
                    <a:pt x="652" y="1364"/>
                  </a:lnTo>
                  <a:lnTo>
                    <a:pt x="633" y="1403"/>
                  </a:lnTo>
                  <a:lnTo>
                    <a:pt x="652" y="1423"/>
                  </a:lnTo>
                  <a:lnTo>
                    <a:pt x="672" y="1423"/>
                  </a:lnTo>
                  <a:lnTo>
                    <a:pt x="692" y="1403"/>
                  </a:lnTo>
                  <a:lnTo>
                    <a:pt x="692" y="1324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692" y="1384"/>
                  </a:lnTo>
                  <a:lnTo>
                    <a:pt x="692" y="1384"/>
                  </a:lnTo>
                  <a:lnTo>
                    <a:pt x="731" y="1324"/>
                  </a:lnTo>
                  <a:lnTo>
                    <a:pt x="744" y="1324"/>
                  </a:lnTo>
                  <a:lnTo>
                    <a:pt x="751" y="1305"/>
                  </a:lnTo>
                  <a:lnTo>
                    <a:pt x="771" y="1226"/>
                  </a:lnTo>
                  <a:lnTo>
                    <a:pt x="771" y="1166"/>
                  </a:lnTo>
                  <a:lnTo>
                    <a:pt x="751" y="1206"/>
                  </a:lnTo>
                  <a:lnTo>
                    <a:pt x="731" y="1206"/>
                  </a:lnTo>
                  <a:lnTo>
                    <a:pt x="731" y="1147"/>
                  </a:lnTo>
                  <a:lnTo>
                    <a:pt x="751" y="1087"/>
                  </a:lnTo>
                  <a:lnTo>
                    <a:pt x="751" y="1048"/>
                  </a:lnTo>
                  <a:lnTo>
                    <a:pt x="791" y="949"/>
                  </a:lnTo>
                  <a:lnTo>
                    <a:pt x="810" y="929"/>
                  </a:lnTo>
                  <a:lnTo>
                    <a:pt x="791" y="1008"/>
                  </a:lnTo>
                  <a:lnTo>
                    <a:pt x="771" y="1068"/>
                  </a:lnTo>
                  <a:lnTo>
                    <a:pt x="791" y="1048"/>
                  </a:lnTo>
                  <a:lnTo>
                    <a:pt x="771" y="1147"/>
                  </a:lnTo>
                  <a:lnTo>
                    <a:pt x="791" y="1068"/>
                  </a:lnTo>
                  <a:lnTo>
                    <a:pt x="810" y="989"/>
                  </a:lnTo>
                  <a:lnTo>
                    <a:pt x="810" y="949"/>
                  </a:lnTo>
                  <a:lnTo>
                    <a:pt x="830" y="989"/>
                  </a:lnTo>
                  <a:lnTo>
                    <a:pt x="850" y="969"/>
                  </a:lnTo>
                  <a:lnTo>
                    <a:pt x="850" y="1028"/>
                  </a:lnTo>
                  <a:lnTo>
                    <a:pt x="830" y="1008"/>
                  </a:lnTo>
                  <a:lnTo>
                    <a:pt x="830" y="1048"/>
                  </a:lnTo>
                  <a:lnTo>
                    <a:pt x="810" y="1107"/>
                  </a:lnTo>
                  <a:lnTo>
                    <a:pt x="810" y="1166"/>
                  </a:lnTo>
                  <a:lnTo>
                    <a:pt x="791" y="1226"/>
                  </a:lnTo>
                  <a:lnTo>
                    <a:pt x="771" y="1344"/>
                  </a:lnTo>
                  <a:lnTo>
                    <a:pt x="771" y="1384"/>
                  </a:lnTo>
                  <a:lnTo>
                    <a:pt x="791" y="1344"/>
                  </a:lnTo>
                  <a:lnTo>
                    <a:pt x="810" y="1344"/>
                  </a:lnTo>
                  <a:lnTo>
                    <a:pt x="830" y="1305"/>
                  </a:lnTo>
                  <a:lnTo>
                    <a:pt x="830" y="1364"/>
                  </a:lnTo>
                  <a:lnTo>
                    <a:pt x="850" y="1364"/>
                  </a:lnTo>
                  <a:lnTo>
                    <a:pt x="870" y="1324"/>
                  </a:lnTo>
                  <a:lnTo>
                    <a:pt x="870" y="1384"/>
                  </a:lnTo>
                  <a:lnTo>
                    <a:pt x="870" y="1403"/>
                  </a:lnTo>
                  <a:lnTo>
                    <a:pt x="889" y="1384"/>
                  </a:lnTo>
                  <a:lnTo>
                    <a:pt x="909" y="1344"/>
                  </a:lnTo>
                  <a:lnTo>
                    <a:pt x="949" y="1305"/>
                  </a:lnTo>
                  <a:lnTo>
                    <a:pt x="949" y="1285"/>
                  </a:lnTo>
                  <a:lnTo>
                    <a:pt x="968" y="1305"/>
                  </a:lnTo>
                  <a:lnTo>
                    <a:pt x="949" y="1344"/>
                  </a:lnTo>
                  <a:lnTo>
                    <a:pt x="968" y="1364"/>
                  </a:lnTo>
                  <a:lnTo>
                    <a:pt x="988" y="1305"/>
                  </a:lnTo>
                  <a:lnTo>
                    <a:pt x="988" y="1364"/>
                  </a:lnTo>
                  <a:lnTo>
                    <a:pt x="1008" y="1344"/>
                  </a:lnTo>
                  <a:lnTo>
                    <a:pt x="1008" y="1324"/>
                  </a:lnTo>
                  <a:lnTo>
                    <a:pt x="1028" y="1384"/>
                  </a:lnTo>
                  <a:lnTo>
                    <a:pt x="1047" y="1344"/>
                  </a:lnTo>
                  <a:lnTo>
                    <a:pt x="1067" y="1265"/>
                  </a:lnTo>
                  <a:lnTo>
                    <a:pt x="1047" y="1384"/>
                  </a:lnTo>
                  <a:lnTo>
                    <a:pt x="1126" y="1344"/>
                  </a:lnTo>
                  <a:lnTo>
                    <a:pt x="1205" y="1305"/>
                  </a:lnTo>
                  <a:lnTo>
                    <a:pt x="1186" y="1344"/>
                  </a:lnTo>
                  <a:lnTo>
                    <a:pt x="1205" y="1324"/>
                  </a:lnTo>
                  <a:lnTo>
                    <a:pt x="1245" y="1305"/>
                  </a:lnTo>
                  <a:lnTo>
                    <a:pt x="1265" y="1265"/>
                  </a:lnTo>
                  <a:lnTo>
                    <a:pt x="1284" y="1265"/>
                  </a:lnTo>
                  <a:lnTo>
                    <a:pt x="1304" y="1245"/>
                  </a:lnTo>
                  <a:lnTo>
                    <a:pt x="1324" y="1166"/>
                  </a:lnTo>
                  <a:lnTo>
                    <a:pt x="1324" y="1048"/>
                  </a:lnTo>
                  <a:lnTo>
                    <a:pt x="1344" y="1028"/>
                  </a:lnTo>
                  <a:lnTo>
                    <a:pt x="1344" y="1068"/>
                  </a:lnTo>
                  <a:lnTo>
                    <a:pt x="1344" y="1107"/>
                  </a:lnTo>
                  <a:lnTo>
                    <a:pt x="1344" y="1127"/>
                  </a:lnTo>
                  <a:lnTo>
                    <a:pt x="1324" y="1226"/>
                  </a:lnTo>
                  <a:lnTo>
                    <a:pt x="1304" y="1305"/>
                  </a:lnTo>
                  <a:lnTo>
                    <a:pt x="1344" y="1226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83" y="1265"/>
                  </a:lnTo>
                  <a:lnTo>
                    <a:pt x="1363" y="1305"/>
                  </a:lnTo>
                  <a:lnTo>
                    <a:pt x="1363" y="1285"/>
                  </a:lnTo>
                  <a:lnTo>
                    <a:pt x="1344" y="1285"/>
                  </a:lnTo>
                  <a:lnTo>
                    <a:pt x="1344" y="1305"/>
                  </a:lnTo>
                  <a:lnTo>
                    <a:pt x="1324" y="1344"/>
                  </a:lnTo>
                  <a:lnTo>
                    <a:pt x="1363" y="1324"/>
                  </a:lnTo>
                  <a:lnTo>
                    <a:pt x="1383" y="1324"/>
                  </a:lnTo>
                  <a:lnTo>
                    <a:pt x="1383" y="1285"/>
                  </a:lnTo>
                  <a:lnTo>
                    <a:pt x="1403" y="1245"/>
                  </a:lnTo>
                  <a:lnTo>
                    <a:pt x="1403" y="1265"/>
                  </a:lnTo>
                  <a:lnTo>
                    <a:pt x="1423" y="1206"/>
                  </a:lnTo>
                  <a:lnTo>
                    <a:pt x="1403" y="1285"/>
                  </a:lnTo>
                  <a:lnTo>
                    <a:pt x="1423" y="1226"/>
                  </a:lnTo>
                  <a:lnTo>
                    <a:pt x="1442" y="1226"/>
                  </a:lnTo>
                  <a:lnTo>
                    <a:pt x="1462" y="1245"/>
                  </a:lnTo>
                  <a:lnTo>
                    <a:pt x="1462" y="1285"/>
                  </a:lnTo>
                  <a:lnTo>
                    <a:pt x="1482" y="1265"/>
                  </a:lnTo>
                  <a:lnTo>
                    <a:pt x="1482" y="1305"/>
                  </a:lnTo>
                  <a:lnTo>
                    <a:pt x="1502" y="1324"/>
                  </a:lnTo>
                  <a:lnTo>
                    <a:pt x="1521" y="1324"/>
                  </a:lnTo>
                  <a:lnTo>
                    <a:pt x="1541" y="1364"/>
                  </a:lnTo>
                  <a:lnTo>
                    <a:pt x="1561" y="1324"/>
                  </a:lnTo>
                  <a:lnTo>
                    <a:pt x="1581" y="1285"/>
                  </a:lnTo>
                  <a:lnTo>
                    <a:pt x="1265" y="692"/>
                  </a:lnTo>
                  <a:lnTo>
                    <a:pt x="968" y="179"/>
                  </a:lnTo>
                  <a:lnTo>
                    <a:pt x="949" y="238"/>
                  </a:lnTo>
                  <a:lnTo>
                    <a:pt x="949" y="218"/>
                  </a:lnTo>
                  <a:lnTo>
                    <a:pt x="949" y="159"/>
                  </a:lnTo>
                  <a:lnTo>
                    <a:pt x="929" y="198"/>
                  </a:lnTo>
                  <a:lnTo>
                    <a:pt x="909" y="218"/>
                  </a:lnTo>
                  <a:lnTo>
                    <a:pt x="909" y="258"/>
                  </a:lnTo>
                  <a:lnTo>
                    <a:pt x="889" y="297"/>
                  </a:lnTo>
                  <a:lnTo>
                    <a:pt x="889" y="238"/>
                  </a:lnTo>
                  <a:lnTo>
                    <a:pt x="909" y="198"/>
                  </a:lnTo>
                  <a:lnTo>
                    <a:pt x="909" y="119"/>
                  </a:lnTo>
                  <a:lnTo>
                    <a:pt x="909" y="100"/>
                  </a:lnTo>
                  <a:lnTo>
                    <a:pt x="909" y="80"/>
                  </a:lnTo>
                  <a:lnTo>
                    <a:pt x="909" y="40"/>
                  </a:lnTo>
                  <a:lnTo>
                    <a:pt x="889" y="60"/>
                  </a:lnTo>
                  <a:lnTo>
                    <a:pt x="889" y="119"/>
                  </a:lnTo>
                  <a:lnTo>
                    <a:pt x="870" y="179"/>
                  </a:lnTo>
                  <a:lnTo>
                    <a:pt x="870" y="100"/>
                  </a:lnTo>
                  <a:lnTo>
                    <a:pt x="850" y="139"/>
                  </a:lnTo>
                  <a:lnTo>
                    <a:pt x="830" y="218"/>
                  </a:lnTo>
                  <a:lnTo>
                    <a:pt x="830" y="277"/>
                  </a:lnTo>
                  <a:lnTo>
                    <a:pt x="830" y="317"/>
                  </a:lnTo>
                  <a:lnTo>
                    <a:pt x="830" y="376"/>
                  </a:lnTo>
                  <a:lnTo>
                    <a:pt x="810" y="396"/>
                  </a:lnTo>
                  <a:lnTo>
                    <a:pt x="791" y="297"/>
                  </a:lnTo>
                  <a:lnTo>
                    <a:pt x="830" y="159"/>
                  </a:lnTo>
                  <a:lnTo>
                    <a:pt x="850" y="1"/>
                  </a:lnTo>
                  <a:lnTo>
                    <a:pt x="830" y="21"/>
                  </a:lnTo>
                  <a:lnTo>
                    <a:pt x="810" y="21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11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11"/>
            <p:cNvSpPr/>
            <p:nvPr/>
          </p:nvSpPr>
          <p:spPr>
            <a:xfrm>
              <a:off x="-1607450" y="32995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11"/>
            <p:cNvSpPr/>
            <p:nvPr/>
          </p:nvSpPr>
          <p:spPr>
            <a:xfrm>
              <a:off x="-1360550" y="3908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11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11"/>
            <p:cNvSpPr/>
            <p:nvPr/>
          </p:nvSpPr>
          <p:spPr>
            <a:xfrm>
              <a:off x="-1371900" y="3904975"/>
              <a:ext cx="19275" cy="6950"/>
            </a:xfrm>
            <a:custGeom>
              <a:rect b="b" l="l" r="r" t="t"/>
              <a:pathLst>
                <a:path extrusionOk="0" h="278" w="771">
                  <a:moveTo>
                    <a:pt x="672" y="1"/>
                  </a:moveTo>
                  <a:lnTo>
                    <a:pt x="593" y="21"/>
                  </a:lnTo>
                  <a:lnTo>
                    <a:pt x="613" y="21"/>
                  </a:lnTo>
                  <a:lnTo>
                    <a:pt x="672" y="1"/>
                  </a:lnTo>
                  <a:close/>
                  <a:moveTo>
                    <a:pt x="712" y="21"/>
                  </a:moveTo>
                  <a:lnTo>
                    <a:pt x="705" y="27"/>
                  </a:lnTo>
                  <a:lnTo>
                    <a:pt x="705" y="27"/>
                  </a:lnTo>
                  <a:lnTo>
                    <a:pt x="732" y="40"/>
                  </a:lnTo>
                  <a:lnTo>
                    <a:pt x="732" y="40"/>
                  </a:lnTo>
                  <a:lnTo>
                    <a:pt x="712" y="21"/>
                  </a:lnTo>
                  <a:close/>
                  <a:moveTo>
                    <a:pt x="613" y="1"/>
                  </a:moveTo>
                  <a:lnTo>
                    <a:pt x="514" y="21"/>
                  </a:lnTo>
                  <a:lnTo>
                    <a:pt x="475" y="40"/>
                  </a:lnTo>
                  <a:lnTo>
                    <a:pt x="514" y="40"/>
                  </a:lnTo>
                  <a:lnTo>
                    <a:pt x="593" y="21"/>
                  </a:lnTo>
                  <a:lnTo>
                    <a:pt x="613" y="1"/>
                  </a:lnTo>
                  <a:close/>
                  <a:moveTo>
                    <a:pt x="396" y="60"/>
                  </a:moveTo>
                  <a:lnTo>
                    <a:pt x="415" y="80"/>
                  </a:lnTo>
                  <a:lnTo>
                    <a:pt x="455" y="60"/>
                  </a:lnTo>
                  <a:close/>
                  <a:moveTo>
                    <a:pt x="613" y="100"/>
                  </a:moveTo>
                  <a:lnTo>
                    <a:pt x="593" y="119"/>
                  </a:lnTo>
                  <a:lnTo>
                    <a:pt x="613" y="119"/>
                  </a:lnTo>
                  <a:lnTo>
                    <a:pt x="613" y="100"/>
                  </a:lnTo>
                  <a:close/>
                  <a:moveTo>
                    <a:pt x="99" y="238"/>
                  </a:moveTo>
                  <a:lnTo>
                    <a:pt x="1" y="277"/>
                  </a:lnTo>
                  <a:lnTo>
                    <a:pt x="40" y="277"/>
                  </a:lnTo>
                  <a:lnTo>
                    <a:pt x="99" y="238"/>
                  </a:lnTo>
                  <a:close/>
                  <a:moveTo>
                    <a:pt x="692" y="21"/>
                  </a:moveTo>
                  <a:lnTo>
                    <a:pt x="652" y="40"/>
                  </a:lnTo>
                  <a:lnTo>
                    <a:pt x="514" y="40"/>
                  </a:lnTo>
                  <a:lnTo>
                    <a:pt x="455" y="60"/>
                  </a:lnTo>
                  <a:lnTo>
                    <a:pt x="494" y="60"/>
                  </a:lnTo>
                  <a:lnTo>
                    <a:pt x="455" y="80"/>
                  </a:lnTo>
                  <a:lnTo>
                    <a:pt x="475" y="80"/>
                  </a:lnTo>
                  <a:lnTo>
                    <a:pt x="297" y="139"/>
                  </a:lnTo>
                  <a:lnTo>
                    <a:pt x="159" y="198"/>
                  </a:lnTo>
                  <a:lnTo>
                    <a:pt x="198" y="218"/>
                  </a:lnTo>
                  <a:lnTo>
                    <a:pt x="99" y="238"/>
                  </a:lnTo>
                  <a:lnTo>
                    <a:pt x="80" y="277"/>
                  </a:lnTo>
                  <a:lnTo>
                    <a:pt x="99" y="277"/>
                  </a:lnTo>
                  <a:lnTo>
                    <a:pt x="119" y="258"/>
                  </a:lnTo>
                  <a:lnTo>
                    <a:pt x="198" y="258"/>
                  </a:lnTo>
                  <a:lnTo>
                    <a:pt x="218" y="238"/>
                  </a:lnTo>
                  <a:lnTo>
                    <a:pt x="198" y="238"/>
                  </a:lnTo>
                  <a:lnTo>
                    <a:pt x="257" y="218"/>
                  </a:lnTo>
                  <a:lnTo>
                    <a:pt x="356" y="179"/>
                  </a:lnTo>
                  <a:lnTo>
                    <a:pt x="396" y="179"/>
                  </a:lnTo>
                  <a:lnTo>
                    <a:pt x="396" y="159"/>
                  </a:lnTo>
                  <a:lnTo>
                    <a:pt x="356" y="159"/>
                  </a:lnTo>
                  <a:lnTo>
                    <a:pt x="396" y="139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80"/>
                  </a:lnTo>
                  <a:lnTo>
                    <a:pt x="554" y="100"/>
                  </a:lnTo>
                  <a:lnTo>
                    <a:pt x="534" y="100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494" y="119"/>
                  </a:lnTo>
                  <a:lnTo>
                    <a:pt x="514" y="119"/>
                  </a:lnTo>
                  <a:lnTo>
                    <a:pt x="593" y="100"/>
                  </a:lnTo>
                  <a:lnTo>
                    <a:pt x="613" y="100"/>
                  </a:lnTo>
                  <a:lnTo>
                    <a:pt x="692" y="80"/>
                  </a:lnTo>
                  <a:lnTo>
                    <a:pt x="692" y="60"/>
                  </a:lnTo>
                  <a:lnTo>
                    <a:pt x="771" y="40"/>
                  </a:lnTo>
                  <a:lnTo>
                    <a:pt x="692" y="40"/>
                  </a:lnTo>
                  <a:lnTo>
                    <a:pt x="705" y="27"/>
                  </a:lnTo>
                  <a:lnTo>
                    <a:pt x="705" y="27"/>
                  </a:lnTo>
                  <a:lnTo>
                    <a:pt x="692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11"/>
            <p:cNvSpPr/>
            <p:nvPr/>
          </p:nvSpPr>
          <p:spPr>
            <a:xfrm>
              <a:off x="-1388675" y="3898575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11"/>
            <p:cNvSpPr/>
            <p:nvPr/>
          </p:nvSpPr>
          <p:spPr>
            <a:xfrm>
              <a:off x="-1360050" y="3902525"/>
              <a:ext cx="2500" cy="500"/>
            </a:xfrm>
            <a:custGeom>
              <a:rect b="b" l="l" r="r" t="t"/>
              <a:pathLst>
                <a:path extrusionOk="0" h="20" w="100">
                  <a:moveTo>
                    <a:pt x="99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11"/>
            <p:cNvSpPr/>
            <p:nvPr/>
          </p:nvSpPr>
          <p:spPr>
            <a:xfrm>
              <a:off x="-1356600" y="3901525"/>
              <a:ext cx="2000" cy="525"/>
            </a:xfrm>
            <a:custGeom>
              <a:rect b="b" l="l" r="r" t="t"/>
              <a:pathLst>
                <a:path extrusionOk="0" h="21" w="80">
                  <a:moveTo>
                    <a:pt x="1" y="20"/>
                  </a:moveTo>
                  <a:lnTo>
                    <a:pt x="1" y="2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11"/>
            <p:cNvSpPr/>
            <p:nvPr/>
          </p:nvSpPr>
          <p:spPr>
            <a:xfrm>
              <a:off x="-1395600" y="3860050"/>
              <a:ext cx="43975" cy="52850"/>
            </a:xfrm>
            <a:custGeom>
              <a:rect b="b" l="l" r="r" t="t"/>
              <a:pathLst>
                <a:path extrusionOk="0" h="2114" w="1759">
                  <a:moveTo>
                    <a:pt x="1225" y="573"/>
                  </a:moveTo>
                  <a:lnTo>
                    <a:pt x="1225" y="593"/>
                  </a:lnTo>
                  <a:lnTo>
                    <a:pt x="1284" y="593"/>
                  </a:lnTo>
                  <a:lnTo>
                    <a:pt x="1245" y="573"/>
                  </a:lnTo>
                  <a:close/>
                  <a:moveTo>
                    <a:pt x="60" y="1126"/>
                  </a:moveTo>
                  <a:lnTo>
                    <a:pt x="60" y="1146"/>
                  </a:lnTo>
                  <a:lnTo>
                    <a:pt x="80" y="1126"/>
                  </a:lnTo>
                  <a:close/>
                  <a:moveTo>
                    <a:pt x="80" y="1146"/>
                  </a:moveTo>
                  <a:lnTo>
                    <a:pt x="1" y="1185"/>
                  </a:lnTo>
                  <a:lnTo>
                    <a:pt x="20" y="1185"/>
                  </a:lnTo>
                  <a:lnTo>
                    <a:pt x="1" y="1205"/>
                  </a:lnTo>
                  <a:lnTo>
                    <a:pt x="1" y="1225"/>
                  </a:lnTo>
                  <a:lnTo>
                    <a:pt x="20" y="1205"/>
                  </a:lnTo>
                  <a:lnTo>
                    <a:pt x="60" y="1185"/>
                  </a:lnTo>
                  <a:lnTo>
                    <a:pt x="60" y="1185"/>
                  </a:lnTo>
                  <a:lnTo>
                    <a:pt x="40" y="1205"/>
                  </a:lnTo>
                  <a:lnTo>
                    <a:pt x="139" y="1166"/>
                  </a:lnTo>
                  <a:lnTo>
                    <a:pt x="99" y="1166"/>
                  </a:lnTo>
                  <a:lnTo>
                    <a:pt x="119" y="1146"/>
                  </a:lnTo>
                  <a:close/>
                  <a:moveTo>
                    <a:pt x="1284" y="1205"/>
                  </a:moveTo>
                  <a:lnTo>
                    <a:pt x="1253" y="1213"/>
                  </a:lnTo>
                  <a:lnTo>
                    <a:pt x="1253" y="1213"/>
                  </a:lnTo>
                  <a:lnTo>
                    <a:pt x="1265" y="1225"/>
                  </a:lnTo>
                  <a:lnTo>
                    <a:pt x="1284" y="1205"/>
                  </a:lnTo>
                  <a:close/>
                  <a:moveTo>
                    <a:pt x="218" y="1264"/>
                  </a:moveTo>
                  <a:lnTo>
                    <a:pt x="198" y="1284"/>
                  </a:lnTo>
                  <a:lnTo>
                    <a:pt x="238" y="1264"/>
                  </a:lnTo>
                  <a:close/>
                  <a:moveTo>
                    <a:pt x="1620" y="1363"/>
                  </a:moveTo>
                  <a:lnTo>
                    <a:pt x="1581" y="138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40" y="1363"/>
                  </a:lnTo>
                  <a:close/>
                  <a:moveTo>
                    <a:pt x="1699" y="1403"/>
                  </a:moveTo>
                  <a:lnTo>
                    <a:pt x="1640" y="1423"/>
                  </a:lnTo>
                  <a:lnTo>
                    <a:pt x="1660" y="1423"/>
                  </a:lnTo>
                  <a:lnTo>
                    <a:pt x="1719" y="1403"/>
                  </a:lnTo>
                  <a:close/>
                  <a:moveTo>
                    <a:pt x="376" y="1423"/>
                  </a:moveTo>
                  <a:lnTo>
                    <a:pt x="356" y="1442"/>
                  </a:lnTo>
                  <a:lnTo>
                    <a:pt x="336" y="1442"/>
                  </a:lnTo>
                  <a:lnTo>
                    <a:pt x="376" y="1423"/>
                  </a:lnTo>
                  <a:close/>
                  <a:moveTo>
                    <a:pt x="336" y="1502"/>
                  </a:moveTo>
                  <a:lnTo>
                    <a:pt x="297" y="1521"/>
                  </a:lnTo>
                  <a:lnTo>
                    <a:pt x="317" y="1521"/>
                  </a:lnTo>
                  <a:lnTo>
                    <a:pt x="336" y="1502"/>
                  </a:lnTo>
                  <a:close/>
                  <a:moveTo>
                    <a:pt x="1541" y="1581"/>
                  </a:moveTo>
                  <a:lnTo>
                    <a:pt x="1541" y="1590"/>
                  </a:lnTo>
                  <a:lnTo>
                    <a:pt x="1541" y="1590"/>
                  </a:lnTo>
                  <a:lnTo>
                    <a:pt x="1561" y="1581"/>
                  </a:lnTo>
                  <a:close/>
                  <a:moveTo>
                    <a:pt x="613" y="1640"/>
                  </a:moveTo>
                  <a:lnTo>
                    <a:pt x="633" y="1660"/>
                  </a:lnTo>
                  <a:lnTo>
                    <a:pt x="652" y="1640"/>
                  </a:lnTo>
                  <a:close/>
                  <a:moveTo>
                    <a:pt x="1008" y="1640"/>
                  </a:moveTo>
                  <a:lnTo>
                    <a:pt x="949" y="1660"/>
                  </a:lnTo>
                  <a:lnTo>
                    <a:pt x="968" y="1660"/>
                  </a:lnTo>
                  <a:lnTo>
                    <a:pt x="968" y="1679"/>
                  </a:lnTo>
                  <a:lnTo>
                    <a:pt x="1008" y="1660"/>
                  </a:lnTo>
                  <a:lnTo>
                    <a:pt x="1008" y="1640"/>
                  </a:lnTo>
                  <a:close/>
                  <a:moveTo>
                    <a:pt x="1034" y="1923"/>
                  </a:moveTo>
                  <a:lnTo>
                    <a:pt x="968" y="1956"/>
                  </a:lnTo>
                  <a:lnTo>
                    <a:pt x="889" y="1976"/>
                  </a:lnTo>
                  <a:lnTo>
                    <a:pt x="909" y="1956"/>
                  </a:lnTo>
                  <a:lnTo>
                    <a:pt x="929" y="1936"/>
                  </a:lnTo>
                  <a:lnTo>
                    <a:pt x="968" y="1936"/>
                  </a:lnTo>
                  <a:lnTo>
                    <a:pt x="1034" y="1923"/>
                  </a:lnTo>
                  <a:close/>
                  <a:moveTo>
                    <a:pt x="830" y="2015"/>
                  </a:moveTo>
                  <a:lnTo>
                    <a:pt x="810" y="2035"/>
                  </a:lnTo>
                  <a:lnTo>
                    <a:pt x="830" y="2035"/>
                  </a:lnTo>
                  <a:lnTo>
                    <a:pt x="830" y="2015"/>
                  </a:lnTo>
                  <a:close/>
                  <a:moveTo>
                    <a:pt x="791" y="0"/>
                  </a:moveTo>
                  <a:lnTo>
                    <a:pt x="633" y="198"/>
                  </a:lnTo>
                  <a:lnTo>
                    <a:pt x="475" y="415"/>
                  </a:lnTo>
                  <a:lnTo>
                    <a:pt x="297" y="672"/>
                  </a:lnTo>
                  <a:lnTo>
                    <a:pt x="139" y="968"/>
                  </a:lnTo>
                  <a:lnTo>
                    <a:pt x="178" y="948"/>
                  </a:lnTo>
                  <a:lnTo>
                    <a:pt x="159" y="968"/>
                  </a:lnTo>
                  <a:lnTo>
                    <a:pt x="119" y="968"/>
                  </a:lnTo>
                  <a:lnTo>
                    <a:pt x="99" y="1008"/>
                  </a:lnTo>
                  <a:lnTo>
                    <a:pt x="159" y="1027"/>
                  </a:lnTo>
                  <a:lnTo>
                    <a:pt x="99" y="1047"/>
                  </a:lnTo>
                  <a:lnTo>
                    <a:pt x="40" y="1106"/>
                  </a:lnTo>
                  <a:lnTo>
                    <a:pt x="60" y="1126"/>
                  </a:lnTo>
                  <a:lnTo>
                    <a:pt x="99" y="1106"/>
                  </a:lnTo>
                  <a:lnTo>
                    <a:pt x="159" y="1087"/>
                  </a:lnTo>
                  <a:lnTo>
                    <a:pt x="198" y="1087"/>
                  </a:lnTo>
                  <a:lnTo>
                    <a:pt x="218" y="1106"/>
                  </a:lnTo>
                  <a:lnTo>
                    <a:pt x="238" y="1106"/>
                  </a:lnTo>
                  <a:lnTo>
                    <a:pt x="257" y="1087"/>
                  </a:lnTo>
                  <a:lnTo>
                    <a:pt x="277" y="1087"/>
                  </a:lnTo>
                  <a:lnTo>
                    <a:pt x="277" y="1106"/>
                  </a:lnTo>
                  <a:lnTo>
                    <a:pt x="218" y="1126"/>
                  </a:lnTo>
                  <a:lnTo>
                    <a:pt x="159" y="1146"/>
                  </a:lnTo>
                  <a:lnTo>
                    <a:pt x="198" y="1146"/>
                  </a:lnTo>
                  <a:lnTo>
                    <a:pt x="198" y="1166"/>
                  </a:lnTo>
                  <a:lnTo>
                    <a:pt x="178" y="1166"/>
                  </a:lnTo>
                  <a:lnTo>
                    <a:pt x="99" y="1205"/>
                  </a:lnTo>
                  <a:lnTo>
                    <a:pt x="178" y="1185"/>
                  </a:lnTo>
                  <a:lnTo>
                    <a:pt x="198" y="1185"/>
                  </a:lnTo>
                  <a:lnTo>
                    <a:pt x="159" y="1205"/>
                  </a:lnTo>
                  <a:lnTo>
                    <a:pt x="218" y="1205"/>
                  </a:lnTo>
                  <a:lnTo>
                    <a:pt x="277" y="1185"/>
                  </a:lnTo>
                  <a:lnTo>
                    <a:pt x="356" y="1166"/>
                  </a:lnTo>
                  <a:lnTo>
                    <a:pt x="356" y="1185"/>
                  </a:lnTo>
                  <a:lnTo>
                    <a:pt x="317" y="1205"/>
                  </a:lnTo>
                  <a:lnTo>
                    <a:pt x="356" y="1205"/>
                  </a:lnTo>
                  <a:lnTo>
                    <a:pt x="336" y="1225"/>
                  </a:lnTo>
                  <a:lnTo>
                    <a:pt x="297" y="1245"/>
                  </a:lnTo>
                  <a:lnTo>
                    <a:pt x="297" y="1225"/>
                  </a:lnTo>
                  <a:lnTo>
                    <a:pt x="257" y="1225"/>
                  </a:lnTo>
                  <a:lnTo>
                    <a:pt x="198" y="1245"/>
                  </a:lnTo>
                  <a:lnTo>
                    <a:pt x="178" y="1264"/>
                  </a:lnTo>
                  <a:lnTo>
                    <a:pt x="257" y="1245"/>
                  </a:lnTo>
                  <a:lnTo>
                    <a:pt x="238" y="1264"/>
                  </a:lnTo>
                  <a:lnTo>
                    <a:pt x="257" y="1264"/>
                  </a:lnTo>
                  <a:lnTo>
                    <a:pt x="139" y="1304"/>
                  </a:lnTo>
                  <a:lnTo>
                    <a:pt x="159" y="1304"/>
                  </a:lnTo>
                  <a:lnTo>
                    <a:pt x="139" y="1324"/>
                  </a:lnTo>
                  <a:lnTo>
                    <a:pt x="178" y="1304"/>
                  </a:lnTo>
                  <a:lnTo>
                    <a:pt x="238" y="1304"/>
                  </a:lnTo>
                  <a:lnTo>
                    <a:pt x="218" y="1324"/>
                  </a:lnTo>
                  <a:lnTo>
                    <a:pt x="198" y="1343"/>
                  </a:lnTo>
                  <a:lnTo>
                    <a:pt x="277" y="1324"/>
                  </a:lnTo>
                  <a:lnTo>
                    <a:pt x="238" y="1324"/>
                  </a:lnTo>
                  <a:lnTo>
                    <a:pt x="277" y="1304"/>
                  </a:lnTo>
                  <a:lnTo>
                    <a:pt x="317" y="1304"/>
                  </a:lnTo>
                  <a:lnTo>
                    <a:pt x="336" y="1324"/>
                  </a:lnTo>
                  <a:lnTo>
                    <a:pt x="376" y="1324"/>
                  </a:lnTo>
                  <a:lnTo>
                    <a:pt x="317" y="1343"/>
                  </a:lnTo>
                  <a:lnTo>
                    <a:pt x="238" y="1363"/>
                  </a:lnTo>
                  <a:lnTo>
                    <a:pt x="238" y="1343"/>
                  </a:lnTo>
                  <a:lnTo>
                    <a:pt x="218" y="1363"/>
                  </a:lnTo>
                  <a:lnTo>
                    <a:pt x="277" y="1383"/>
                  </a:lnTo>
                  <a:lnTo>
                    <a:pt x="257" y="1383"/>
                  </a:lnTo>
                  <a:lnTo>
                    <a:pt x="218" y="1423"/>
                  </a:lnTo>
                  <a:lnTo>
                    <a:pt x="257" y="1403"/>
                  </a:lnTo>
                  <a:lnTo>
                    <a:pt x="257" y="1423"/>
                  </a:lnTo>
                  <a:lnTo>
                    <a:pt x="336" y="1403"/>
                  </a:lnTo>
                  <a:lnTo>
                    <a:pt x="336" y="1403"/>
                  </a:lnTo>
                  <a:lnTo>
                    <a:pt x="277" y="1423"/>
                  </a:lnTo>
                  <a:lnTo>
                    <a:pt x="277" y="1442"/>
                  </a:lnTo>
                  <a:lnTo>
                    <a:pt x="238" y="1462"/>
                  </a:lnTo>
                  <a:lnTo>
                    <a:pt x="257" y="1462"/>
                  </a:lnTo>
                  <a:lnTo>
                    <a:pt x="297" y="1452"/>
                  </a:lnTo>
                  <a:lnTo>
                    <a:pt x="297" y="1452"/>
                  </a:lnTo>
                  <a:lnTo>
                    <a:pt x="297" y="1462"/>
                  </a:lnTo>
                  <a:lnTo>
                    <a:pt x="376" y="1462"/>
                  </a:lnTo>
                  <a:lnTo>
                    <a:pt x="396" y="1442"/>
                  </a:lnTo>
                  <a:lnTo>
                    <a:pt x="455" y="1423"/>
                  </a:lnTo>
                  <a:lnTo>
                    <a:pt x="435" y="1442"/>
                  </a:lnTo>
                  <a:lnTo>
                    <a:pt x="396" y="1462"/>
                  </a:lnTo>
                  <a:lnTo>
                    <a:pt x="494" y="1462"/>
                  </a:lnTo>
                  <a:lnTo>
                    <a:pt x="534" y="1442"/>
                  </a:lnTo>
                  <a:lnTo>
                    <a:pt x="475" y="1482"/>
                  </a:lnTo>
                  <a:lnTo>
                    <a:pt x="415" y="1482"/>
                  </a:lnTo>
                  <a:lnTo>
                    <a:pt x="356" y="1521"/>
                  </a:lnTo>
                  <a:lnTo>
                    <a:pt x="356" y="1541"/>
                  </a:lnTo>
                  <a:lnTo>
                    <a:pt x="317" y="1541"/>
                  </a:lnTo>
                  <a:lnTo>
                    <a:pt x="317" y="1561"/>
                  </a:lnTo>
                  <a:lnTo>
                    <a:pt x="435" y="1521"/>
                  </a:lnTo>
                  <a:lnTo>
                    <a:pt x="356" y="1561"/>
                  </a:lnTo>
                  <a:lnTo>
                    <a:pt x="396" y="1561"/>
                  </a:lnTo>
                  <a:lnTo>
                    <a:pt x="475" y="1541"/>
                  </a:lnTo>
                  <a:lnTo>
                    <a:pt x="534" y="1521"/>
                  </a:lnTo>
                  <a:lnTo>
                    <a:pt x="573" y="1521"/>
                  </a:lnTo>
                  <a:lnTo>
                    <a:pt x="613" y="1502"/>
                  </a:lnTo>
                  <a:lnTo>
                    <a:pt x="573" y="1502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13" y="1521"/>
                  </a:lnTo>
                  <a:lnTo>
                    <a:pt x="573" y="1541"/>
                  </a:lnTo>
                  <a:lnTo>
                    <a:pt x="435" y="1581"/>
                  </a:lnTo>
                  <a:lnTo>
                    <a:pt x="277" y="1620"/>
                  </a:lnTo>
                  <a:lnTo>
                    <a:pt x="317" y="1640"/>
                  </a:lnTo>
                  <a:lnTo>
                    <a:pt x="297" y="1660"/>
                  </a:lnTo>
                  <a:lnTo>
                    <a:pt x="396" y="1640"/>
                  </a:lnTo>
                  <a:lnTo>
                    <a:pt x="494" y="1600"/>
                  </a:lnTo>
                  <a:lnTo>
                    <a:pt x="494" y="1620"/>
                  </a:lnTo>
                  <a:lnTo>
                    <a:pt x="455" y="1620"/>
                  </a:lnTo>
                  <a:lnTo>
                    <a:pt x="514" y="1640"/>
                  </a:lnTo>
                  <a:lnTo>
                    <a:pt x="593" y="1640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712" y="1600"/>
                  </a:lnTo>
                  <a:lnTo>
                    <a:pt x="751" y="1600"/>
                  </a:lnTo>
                  <a:lnTo>
                    <a:pt x="692" y="1620"/>
                  </a:lnTo>
                  <a:lnTo>
                    <a:pt x="692" y="1640"/>
                  </a:lnTo>
                  <a:lnTo>
                    <a:pt x="712" y="1640"/>
                  </a:lnTo>
                  <a:lnTo>
                    <a:pt x="652" y="1660"/>
                  </a:lnTo>
                  <a:lnTo>
                    <a:pt x="613" y="1660"/>
                  </a:lnTo>
                  <a:lnTo>
                    <a:pt x="514" y="1699"/>
                  </a:lnTo>
                  <a:lnTo>
                    <a:pt x="554" y="1699"/>
                  </a:lnTo>
                  <a:lnTo>
                    <a:pt x="613" y="1679"/>
                  </a:lnTo>
                  <a:lnTo>
                    <a:pt x="554" y="1719"/>
                  </a:lnTo>
                  <a:lnTo>
                    <a:pt x="554" y="1739"/>
                  </a:lnTo>
                  <a:lnTo>
                    <a:pt x="455" y="1778"/>
                  </a:lnTo>
                  <a:lnTo>
                    <a:pt x="652" y="1778"/>
                  </a:lnTo>
                  <a:lnTo>
                    <a:pt x="692" y="1758"/>
                  </a:lnTo>
                  <a:lnTo>
                    <a:pt x="712" y="1758"/>
                  </a:lnTo>
                  <a:lnTo>
                    <a:pt x="712" y="1739"/>
                  </a:lnTo>
                  <a:lnTo>
                    <a:pt x="652" y="1739"/>
                  </a:lnTo>
                  <a:lnTo>
                    <a:pt x="692" y="1719"/>
                  </a:lnTo>
                  <a:lnTo>
                    <a:pt x="554" y="1758"/>
                  </a:lnTo>
                  <a:lnTo>
                    <a:pt x="573" y="1739"/>
                  </a:lnTo>
                  <a:lnTo>
                    <a:pt x="593" y="1719"/>
                  </a:lnTo>
                  <a:lnTo>
                    <a:pt x="692" y="1699"/>
                  </a:lnTo>
                  <a:lnTo>
                    <a:pt x="771" y="1699"/>
                  </a:lnTo>
                  <a:lnTo>
                    <a:pt x="791" y="1679"/>
                  </a:lnTo>
                  <a:lnTo>
                    <a:pt x="810" y="1660"/>
                  </a:lnTo>
                  <a:lnTo>
                    <a:pt x="889" y="1620"/>
                  </a:lnTo>
                  <a:lnTo>
                    <a:pt x="1028" y="1600"/>
                  </a:lnTo>
                  <a:lnTo>
                    <a:pt x="968" y="1620"/>
                  </a:lnTo>
                  <a:lnTo>
                    <a:pt x="1067" y="1620"/>
                  </a:lnTo>
                  <a:lnTo>
                    <a:pt x="1008" y="1640"/>
                  </a:lnTo>
                  <a:lnTo>
                    <a:pt x="1087" y="1640"/>
                  </a:lnTo>
                  <a:lnTo>
                    <a:pt x="1166" y="1620"/>
                  </a:lnTo>
                  <a:lnTo>
                    <a:pt x="1146" y="1640"/>
                  </a:lnTo>
                  <a:lnTo>
                    <a:pt x="1067" y="1679"/>
                  </a:lnTo>
                  <a:lnTo>
                    <a:pt x="909" y="1719"/>
                  </a:lnTo>
                  <a:lnTo>
                    <a:pt x="949" y="1719"/>
                  </a:lnTo>
                  <a:lnTo>
                    <a:pt x="731" y="1778"/>
                  </a:lnTo>
                  <a:lnTo>
                    <a:pt x="731" y="1798"/>
                  </a:lnTo>
                  <a:lnTo>
                    <a:pt x="731" y="1818"/>
                  </a:lnTo>
                  <a:lnTo>
                    <a:pt x="593" y="1877"/>
                  </a:lnTo>
                  <a:lnTo>
                    <a:pt x="613" y="1877"/>
                  </a:lnTo>
                  <a:lnTo>
                    <a:pt x="554" y="1916"/>
                  </a:lnTo>
                  <a:lnTo>
                    <a:pt x="613" y="1897"/>
                  </a:lnTo>
                  <a:lnTo>
                    <a:pt x="692" y="1857"/>
                  </a:lnTo>
                  <a:lnTo>
                    <a:pt x="672" y="1877"/>
                  </a:lnTo>
                  <a:lnTo>
                    <a:pt x="692" y="1877"/>
                  </a:lnTo>
                  <a:lnTo>
                    <a:pt x="712" y="1857"/>
                  </a:lnTo>
                  <a:lnTo>
                    <a:pt x="751" y="1837"/>
                  </a:lnTo>
                  <a:lnTo>
                    <a:pt x="850" y="1818"/>
                  </a:lnTo>
                  <a:lnTo>
                    <a:pt x="850" y="1798"/>
                  </a:lnTo>
                  <a:lnTo>
                    <a:pt x="889" y="1778"/>
                  </a:lnTo>
                  <a:lnTo>
                    <a:pt x="889" y="1798"/>
                  </a:lnTo>
                  <a:lnTo>
                    <a:pt x="909" y="1798"/>
                  </a:lnTo>
                  <a:lnTo>
                    <a:pt x="751" y="1857"/>
                  </a:lnTo>
                  <a:lnTo>
                    <a:pt x="791" y="1857"/>
                  </a:lnTo>
                  <a:lnTo>
                    <a:pt x="751" y="1877"/>
                  </a:lnTo>
                  <a:lnTo>
                    <a:pt x="712" y="1897"/>
                  </a:lnTo>
                  <a:lnTo>
                    <a:pt x="692" y="1897"/>
                  </a:lnTo>
                  <a:lnTo>
                    <a:pt x="672" y="1916"/>
                  </a:lnTo>
                  <a:lnTo>
                    <a:pt x="633" y="1916"/>
                  </a:lnTo>
                  <a:lnTo>
                    <a:pt x="613" y="1956"/>
                  </a:lnTo>
                  <a:lnTo>
                    <a:pt x="573" y="1956"/>
                  </a:lnTo>
                  <a:lnTo>
                    <a:pt x="573" y="1976"/>
                  </a:lnTo>
                  <a:lnTo>
                    <a:pt x="672" y="1956"/>
                  </a:lnTo>
                  <a:lnTo>
                    <a:pt x="672" y="1956"/>
                  </a:lnTo>
                  <a:lnTo>
                    <a:pt x="633" y="1976"/>
                  </a:lnTo>
                  <a:lnTo>
                    <a:pt x="573" y="2015"/>
                  </a:lnTo>
                  <a:lnTo>
                    <a:pt x="652" y="1976"/>
                  </a:lnTo>
                  <a:lnTo>
                    <a:pt x="652" y="1995"/>
                  </a:lnTo>
                  <a:lnTo>
                    <a:pt x="692" y="1976"/>
                  </a:lnTo>
                  <a:lnTo>
                    <a:pt x="751" y="1976"/>
                  </a:lnTo>
                  <a:lnTo>
                    <a:pt x="791" y="1956"/>
                  </a:lnTo>
                  <a:lnTo>
                    <a:pt x="850" y="1936"/>
                  </a:lnTo>
                  <a:lnTo>
                    <a:pt x="870" y="1936"/>
                  </a:lnTo>
                  <a:lnTo>
                    <a:pt x="870" y="1956"/>
                  </a:lnTo>
                  <a:lnTo>
                    <a:pt x="672" y="2015"/>
                  </a:lnTo>
                  <a:lnTo>
                    <a:pt x="692" y="2015"/>
                  </a:lnTo>
                  <a:lnTo>
                    <a:pt x="672" y="2035"/>
                  </a:lnTo>
                  <a:lnTo>
                    <a:pt x="731" y="2015"/>
                  </a:lnTo>
                  <a:lnTo>
                    <a:pt x="791" y="1995"/>
                  </a:lnTo>
                  <a:lnTo>
                    <a:pt x="810" y="1995"/>
                  </a:lnTo>
                  <a:lnTo>
                    <a:pt x="810" y="2015"/>
                  </a:lnTo>
                  <a:lnTo>
                    <a:pt x="850" y="1995"/>
                  </a:lnTo>
                  <a:lnTo>
                    <a:pt x="949" y="1976"/>
                  </a:lnTo>
                  <a:lnTo>
                    <a:pt x="909" y="1995"/>
                  </a:lnTo>
                  <a:lnTo>
                    <a:pt x="830" y="2035"/>
                  </a:lnTo>
                  <a:lnTo>
                    <a:pt x="712" y="2094"/>
                  </a:lnTo>
                  <a:lnTo>
                    <a:pt x="731" y="2094"/>
                  </a:lnTo>
                  <a:lnTo>
                    <a:pt x="731" y="2114"/>
                  </a:lnTo>
                  <a:lnTo>
                    <a:pt x="751" y="2094"/>
                  </a:lnTo>
                  <a:lnTo>
                    <a:pt x="791" y="2074"/>
                  </a:lnTo>
                  <a:lnTo>
                    <a:pt x="810" y="2074"/>
                  </a:lnTo>
                  <a:lnTo>
                    <a:pt x="929" y="2055"/>
                  </a:lnTo>
                  <a:lnTo>
                    <a:pt x="929" y="2035"/>
                  </a:lnTo>
                  <a:lnTo>
                    <a:pt x="909" y="2055"/>
                  </a:lnTo>
                  <a:lnTo>
                    <a:pt x="850" y="2055"/>
                  </a:lnTo>
                  <a:lnTo>
                    <a:pt x="909" y="2035"/>
                  </a:lnTo>
                  <a:lnTo>
                    <a:pt x="988" y="2015"/>
                  </a:lnTo>
                  <a:lnTo>
                    <a:pt x="1087" y="1995"/>
                  </a:lnTo>
                  <a:lnTo>
                    <a:pt x="1087" y="1976"/>
                  </a:lnTo>
                  <a:lnTo>
                    <a:pt x="1067" y="1995"/>
                  </a:lnTo>
                  <a:lnTo>
                    <a:pt x="968" y="2015"/>
                  </a:lnTo>
                  <a:lnTo>
                    <a:pt x="909" y="2015"/>
                  </a:lnTo>
                  <a:lnTo>
                    <a:pt x="988" y="1995"/>
                  </a:lnTo>
                  <a:lnTo>
                    <a:pt x="988" y="1976"/>
                  </a:lnTo>
                  <a:lnTo>
                    <a:pt x="1008" y="1956"/>
                  </a:lnTo>
                  <a:lnTo>
                    <a:pt x="1042" y="1921"/>
                  </a:lnTo>
                  <a:lnTo>
                    <a:pt x="1042" y="1921"/>
                  </a:lnTo>
                  <a:lnTo>
                    <a:pt x="1067" y="1916"/>
                  </a:lnTo>
                  <a:lnTo>
                    <a:pt x="1186" y="1877"/>
                  </a:lnTo>
                  <a:lnTo>
                    <a:pt x="1284" y="1877"/>
                  </a:lnTo>
                  <a:lnTo>
                    <a:pt x="1324" y="1857"/>
                  </a:lnTo>
                  <a:lnTo>
                    <a:pt x="1383" y="1837"/>
                  </a:lnTo>
                  <a:lnTo>
                    <a:pt x="1423" y="1818"/>
                  </a:lnTo>
                  <a:lnTo>
                    <a:pt x="1403" y="1818"/>
                  </a:lnTo>
                  <a:lnTo>
                    <a:pt x="1462" y="1798"/>
                  </a:lnTo>
                  <a:lnTo>
                    <a:pt x="1521" y="1798"/>
                  </a:lnTo>
                  <a:lnTo>
                    <a:pt x="1541" y="1778"/>
                  </a:lnTo>
                  <a:lnTo>
                    <a:pt x="1502" y="1778"/>
                  </a:lnTo>
                  <a:lnTo>
                    <a:pt x="1403" y="1798"/>
                  </a:lnTo>
                  <a:lnTo>
                    <a:pt x="1403" y="1778"/>
                  </a:lnTo>
                  <a:lnTo>
                    <a:pt x="1363" y="1778"/>
                  </a:lnTo>
                  <a:lnTo>
                    <a:pt x="1363" y="1758"/>
                  </a:lnTo>
                  <a:lnTo>
                    <a:pt x="1304" y="1778"/>
                  </a:lnTo>
                  <a:lnTo>
                    <a:pt x="1265" y="1758"/>
                  </a:lnTo>
                  <a:lnTo>
                    <a:pt x="1344" y="1758"/>
                  </a:lnTo>
                  <a:lnTo>
                    <a:pt x="1344" y="1739"/>
                  </a:lnTo>
                  <a:lnTo>
                    <a:pt x="1304" y="1739"/>
                  </a:lnTo>
                  <a:lnTo>
                    <a:pt x="1225" y="1758"/>
                  </a:lnTo>
                  <a:lnTo>
                    <a:pt x="1126" y="1798"/>
                  </a:lnTo>
                  <a:lnTo>
                    <a:pt x="1107" y="1798"/>
                  </a:lnTo>
                  <a:lnTo>
                    <a:pt x="1146" y="1778"/>
                  </a:lnTo>
                  <a:lnTo>
                    <a:pt x="1146" y="1758"/>
                  </a:lnTo>
                  <a:lnTo>
                    <a:pt x="1126" y="1758"/>
                  </a:lnTo>
                  <a:lnTo>
                    <a:pt x="1284" y="1719"/>
                  </a:lnTo>
                  <a:lnTo>
                    <a:pt x="1186" y="1719"/>
                  </a:lnTo>
                  <a:lnTo>
                    <a:pt x="1284" y="1699"/>
                  </a:lnTo>
                  <a:lnTo>
                    <a:pt x="1324" y="1699"/>
                  </a:lnTo>
                  <a:lnTo>
                    <a:pt x="1344" y="1719"/>
                  </a:lnTo>
                  <a:lnTo>
                    <a:pt x="1363" y="1719"/>
                  </a:lnTo>
                  <a:lnTo>
                    <a:pt x="1383" y="1699"/>
                  </a:lnTo>
                  <a:lnTo>
                    <a:pt x="1423" y="1719"/>
                  </a:lnTo>
                  <a:lnTo>
                    <a:pt x="1482" y="1679"/>
                  </a:lnTo>
                  <a:lnTo>
                    <a:pt x="1521" y="1660"/>
                  </a:lnTo>
                  <a:lnTo>
                    <a:pt x="1502" y="1660"/>
                  </a:lnTo>
                  <a:lnTo>
                    <a:pt x="1600" y="1620"/>
                  </a:lnTo>
                  <a:lnTo>
                    <a:pt x="1620" y="1620"/>
                  </a:lnTo>
                  <a:lnTo>
                    <a:pt x="1620" y="1640"/>
                  </a:lnTo>
                  <a:lnTo>
                    <a:pt x="1640" y="1620"/>
                  </a:lnTo>
                  <a:lnTo>
                    <a:pt x="1660" y="1620"/>
                  </a:lnTo>
                  <a:lnTo>
                    <a:pt x="1660" y="1600"/>
                  </a:lnTo>
                  <a:lnTo>
                    <a:pt x="1442" y="1640"/>
                  </a:lnTo>
                  <a:lnTo>
                    <a:pt x="1423" y="1640"/>
                  </a:lnTo>
                  <a:lnTo>
                    <a:pt x="1423" y="1620"/>
                  </a:lnTo>
                  <a:lnTo>
                    <a:pt x="1482" y="1620"/>
                  </a:lnTo>
                  <a:lnTo>
                    <a:pt x="1561" y="1600"/>
                  </a:lnTo>
                  <a:lnTo>
                    <a:pt x="1541" y="1600"/>
                  </a:lnTo>
                  <a:lnTo>
                    <a:pt x="1541" y="1590"/>
                  </a:lnTo>
                  <a:lnTo>
                    <a:pt x="1541" y="1590"/>
                  </a:lnTo>
                  <a:lnTo>
                    <a:pt x="1521" y="1600"/>
                  </a:lnTo>
                  <a:lnTo>
                    <a:pt x="1521" y="1581"/>
                  </a:lnTo>
                  <a:lnTo>
                    <a:pt x="1600" y="1541"/>
                  </a:lnTo>
                  <a:lnTo>
                    <a:pt x="1600" y="1561"/>
                  </a:lnTo>
                  <a:lnTo>
                    <a:pt x="1640" y="1541"/>
                  </a:lnTo>
                  <a:lnTo>
                    <a:pt x="1640" y="1561"/>
                  </a:lnTo>
                  <a:lnTo>
                    <a:pt x="1699" y="1541"/>
                  </a:lnTo>
                  <a:lnTo>
                    <a:pt x="1699" y="1521"/>
                  </a:lnTo>
                  <a:lnTo>
                    <a:pt x="1680" y="1521"/>
                  </a:lnTo>
                  <a:lnTo>
                    <a:pt x="1759" y="1502"/>
                  </a:lnTo>
                  <a:lnTo>
                    <a:pt x="1739" y="1482"/>
                  </a:lnTo>
                  <a:lnTo>
                    <a:pt x="1759" y="1462"/>
                  </a:lnTo>
                  <a:lnTo>
                    <a:pt x="1739" y="1442"/>
                  </a:lnTo>
                  <a:lnTo>
                    <a:pt x="1680" y="1462"/>
                  </a:lnTo>
                  <a:lnTo>
                    <a:pt x="1581" y="1462"/>
                  </a:lnTo>
                  <a:lnTo>
                    <a:pt x="1699" y="1442"/>
                  </a:lnTo>
                  <a:lnTo>
                    <a:pt x="1680" y="1442"/>
                  </a:lnTo>
                  <a:lnTo>
                    <a:pt x="1699" y="1423"/>
                  </a:lnTo>
                  <a:lnTo>
                    <a:pt x="1739" y="1403"/>
                  </a:lnTo>
                  <a:lnTo>
                    <a:pt x="1680" y="1423"/>
                  </a:lnTo>
                  <a:lnTo>
                    <a:pt x="1620" y="1442"/>
                  </a:lnTo>
                  <a:lnTo>
                    <a:pt x="1561" y="1462"/>
                  </a:lnTo>
                  <a:lnTo>
                    <a:pt x="1541" y="1442"/>
                  </a:lnTo>
                  <a:lnTo>
                    <a:pt x="1600" y="1423"/>
                  </a:lnTo>
                  <a:lnTo>
                    <a:pt x="1640" y="1423"/>
                  </a:lnTo>
                  <a:lnTo>
                    <a:pt x="1660" y="1383"/>
                  </a:lnTo>
                  <a:lnTo>
                    <a:pt x="1719" y="1363"/>
                  </a:lnTo>
                  <a:lnTo>
                    <a:pt x="1660" y="136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20" y="1383"/>
                  </a:lnTo>
                  <a:lnTo>
                    <a:pt x="1541" y="1403"/>
                  </a:lnTo>
                  <a:lnTo>
                    <a:pt x="1561" y="1363"/>
                  </a:lnTo>
                  <a:lnTo>
                    <a:pt x="1600" y="1343"/>
                  </a:lnTo>
                  <a:lnTo>
                    <a:pt x="1660" y="1343"/>
                  </a:lnTo>
                  <a:lnTo>
                    <a:pt x="1660" y="1324"/>
                  </a:lnTo>
                  <a:lnTo>
                    <a:pt x="1640" y="1324"/>
                  </a:lnTo>
                  <a:lnTo>
                    <a:pt x="1660" y="1304"/>
                  </a:lnTo>
                  <a:lnTo>
                    <a:pt x="1680" y="1284"/>
                  </a:lnTo>
                  <a:lnTo>
                    <a:pt x="1600" y="1304"/>
                  </a:lnTo>
                  <a:lnTo>
                    <a:pt x="1521" y="1324"/>
                  </a:lnTo>
                  <a:lnTo>
                    <a:pt x="1561" y="1304"/>
                  </a:lnTo>
                  <a:lnTo>
                    <a:pt x="1600" y="1304"/>
                  </a:lnTo>
                  <a:lnTo>
                    <a:pt x="1600" y="1284"/>
                  </a:lnTo>
                  <a:lnTo>
                    <a:pt x="1620" y="1284"/>
                  </a:lnTo>
                  <a:lnTo>
                    <a:pt x="1600" y="1264"/>
                  </a:lnTo>
                  <a:lnTo>
                    <a:pt x="1600" y="1264"/>
                  </a:lnTo>
                  <a:lnTo>
                    <a:pt x="1640" y="1245"/>
                  </a:lnTo>
                  <a:lnTo>
                    <a:pt x="1581" y="1245"/>
                  </a:lnTo>
                  <a:lnTo>
                    <a:pt x="1640" y="1225"/>
                  </a:lnTo>
                  <a:lnTo>
                    <a:pt x="1640" y="1205"/>
                  </a:lnTo>
                  <a:lnTo>
                    <a:pt x="1502" y="1205"/>
                  </a:lnTo>
                  <a:lnTo>
                    <a:pt x="1600" y="1185"/>
                  </a:lnTo>
                  <a:lnTo>
                    <a:pt x="1620" y="1185"/>
                  </a:lnTo>
                  <a:lnTo>
                    <a:pt x="1660" y="1166"/>
                  </a:lnTo>
                  <a:lnTo>
                    <a:pt x="1640" y="1166"/>
                  </a:lnTo>
                  <a:lnTo>
                    <a:pt x="1640" y="1146"/>
                  </a:lnTo>
                  <a:lnTo>
                    <a:pt x="1600" y="1146"/>
                  </a:lnTo>
                  <a:lnTo>
                    <a:pt x="1541" y="1166"/>
                  </a:lnTo>
                  <a:lnTo>
                    <a:pt x="1521" y="1166"/>
                  </a:lnTo>
                  <a:lnTo>
                    <a:pt x="1541" y="1146"/>
                  </a:lnTo>
                  <a:lnTo>
                    <a:pt x="1521" y="1146"/>
                  </a:lnTo>
                  <a:lnTo>
                    <a:pt x="1502" y="1126"/>
                  </a:lnTo>
                  <a:lnTo>
                    <a:pt x="1561" y="1106"/>
                  </a:lnTo>
                  <a:lnTo>
                    <a:pt x="1482" y="1126"/>
                  </a:lnTo>
                  <a:lnTo>
                    <a:pt x="1403" y="1146"/>
                  </a:lnTo>
                  <a:lnTo>
                    <a:pt x="1363" y="1166"/>
                  </a:lnTo>
                  <a:lnTo>
                    <a:pt x="1403" y="1185"/>
                  </a:lnTo>
                  <a:lnTo>
                    <a:pt x="1423" y="1185"/>
                  </a:lnTo>
                  <a:lnTo>
                    <a:pt x="1363" y="1205"/>
                  </a:lnTo>
                  <a:lnTo>
                    <a:pt x="1304" y="1225"/>
                  </a:lnTo>
                  <a:lnTo>
                    <a:pt x="1265" y="1225"/>
                  </a:lnTo>
                  <a:lnTo>
                    <a:pt x="1245" y="1245"/>
                  </a:lnTo>
                  <a:lnTo>
                    <a:pt x="1166" y="1264"/>
                  </a:lnTo>
                  <a:lnTo>
                    <a:pt x="1126" y="1245"/>
                  </a:lnTo>
                  <a:lnTo>
                    <a:pt x="1205" y="1225"/>
                  </a:lnTo>
                  <a:lnTo>
                    <a:pt x="1253" y="1213"/>
                  </a:lnTo>
                  <a:lnTo>
                    <a:pt x="1253" y="1213"/>
                  </a:lnTo>
                  <a:lnTo>
                    <a:pt x="1245" y="1205"/>
                  </a:lnTo>
                  <a:lnTo>
                    <a:pt x="1324" y="1185"/>
                  </a:lnTo>
                  <a:lnTo>
                    <a:pt x="1265" y="1185"/>
                  </a:lnTo>
                  <a:lnTo>
                    <a:pt x="1186" y="1225"/>
                  </a:lnTo>
                  <a:lnTo>
                    <a:pt x="1146" y="1225"/>
                  </a:lnTo>
                  <a:lnTo>
                    <a:pt x="1166" y="1205"/>
                  </a:lnTo>
                  <a:lnTo>
                    <a:pt x="1186" y="1205"/>
                  </a:lnTo>
                  <a:lnTo>
                    <a:pt x="1146" y="1185"/>
                  </a:lnTo>
                  <a:lnTo>
                    <a:pt x="1205" y="1166"/>
                  </a:lnTo>
                  <a:lnTo>
                    <a:pt x="1205" y="1166"/>
                  </a:lnTo>
                  <a:lnTo>
                    <a:pt x="1186" y="1185"/>
                  </a:lnTo>
                  <a:lnTo>
                    <a:pt x="1225" y="1185"/>
                  </a:lnTo>
                  <a:lnTo>
                    <a:pt x="1284" y="1166"/>
                  </a:lnTo>
                  <a:lnTo>
                    <a:pt x="1344" y="1146"/>
                  </a:lnTo>
                  <a:lnTo>
                    <a:pt x="1403" y="1126"/>
                  </a:lnTo>
                  <a:lnTo>
                    <a:pt x="1521" y="1106"/>
                  </a:lnTo>
                  <a:lnTo>
                    <a:pt x="1521" y="1087"/>
                  </a:lnTo>
                  <a:lnTo>
                    <a:pt x="1541" y="1067"/>
                  </a:lnTo>
                  <a:lnTo>
                    <a:pt x="1502" y="1067"/>
                  </a:lnTo>
                  <a:lnTo>
                    <a:pt x="1502" y="1047"/>
                  </a:lnTo>
                  <a:lnTo>
                    <a:pt x="1502" y="1027"/>
                  </a:lnTo>
                  <a:lnTo>
                    <a:pt x="1442" y="1027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462" y="968"/>
                  </a:lnTo>
                  <a:lnTo>
                    <a:pt x="1403" y="948"/>
                  </a:lnTo>
                  <a:lnTo>
                    <a:pt x="1383" y="948"/>
                  </a:lnTo>
                  <a:lnTo>
                    <a:pt x="1383" y="929"/>
                  </a:lnTo>
                  <a:lnTo>
                    <a:pt x="1442" y="929"/>
                  </a:lnTo>
                  <a:lnTo>
                    <a:pt x="1442" y="909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442" y="889"/>
                  </a:lnTo>
                  <a:lnTo>
                    <a:pt x="1403" y="889"/>
                  </a:lnTo>
                  <a:lnTo>
                    <a:pt x="1442" y="850"/>
                  </a:lnTo>
                  <a:lnTo>
                    <a:pt x="1403" y="850"/>
                  </a:lnTo>
                  <a:lnTo>
                    <a:pt x="1324" y="869"/>
                  </a:lnTo>
                  <a:lnTo>
                    <a:pt x="1423" y="830"/>
                  </a:lnTo>
                  <a:lnTo>
                    <a:pt x="1344" y="790"/>
                  </a:lnTo>
                  <a:lnTo>
                    <a:pt x="1304" y="731"/>
                  </a:lnTo>
                  <a:lnTo>
                    <a:pt x="1324" y="731"/>
                  </a:lnTo>
                  <a:lnTo>
                    <a:pt x="1304" y="711"/>
                  </a:lnTo>
                  <a:lnTo>
                    <a:pt x="1265" y="692"/>
                  </a:lnTo>
                  <a:lnTo>
                    <a:pt x="1225" y="692"/>
                  </a:lnTo>
                  <a:lnTo>
                    <a:pt x="1225" y="672"/>
                  </a:lnTo>
                  <a:lnTo>
                    <a:pt x="1186" y="672"/>
                  </a:lnTo>
                  <a:lnTo>
                    <a:pt x="1107" y="692"/>
                  </a:lnTo>
                  <a:lnTo>
                    <a:pt x="1008" y="731"/>
                  </a:lnTo>
                  <a:lnTo>
                    <a:pt x="988" y="731"/>
                  </a:lnTo>
                  <a:lnTo>
                    <a:pt x="1028" y="711"/>
                  </a:lnTo>
                  <a:lnTo>
                    <a:pt x="1067" y="692"/>
                  </a:lnTo>
                  <a:lnTo>
                    <a:pt x="1067" y="672"/>
                  </a:lnTo>
                  <a:lnTo>
                    <a:pt x="1166" y="652"/>
                  </a:lnTo>
                  <a:lnTo>
                    <a:pt x="1245" y="632"/>
                  </a:lnTo>
                  <a:lnTo>
                    <a:pt x="1166" y="632"/>
                  </a:lnTo>
                  <a:lnTo>
                    <a:pt x="1166" y="613"/>
                  </a:lnTo>
                  <a:lnTo>
                    <a:pt x="1166" y="593"/>
                  </a:lnTo>
                  <a:lnTo>
                    <a:pt x="1205" y="593"/>
                  </a:lnTo>
                  <a:lnTo>
                    <a:pt x="1225" y="573"/>
                  </a:lnTo>
                  <a:lnTo>
                    <a:pt x="1245" y="553"/>
                  </a:lnTo>
                  <a:lnTo>
                    <a:pt x="1245" y="553"/>
                  </a:lnTo>
                  <a:lnTo>
                    <a:pt x="1186" y="573"/>
                  </a:lnTo>
                  <a:lnTo>
                    <a:pt x="1107" y="573"/>
                  </a:lnTo>
                  <a:lnTo>
                    <a:pt x="1186" y="553"/>
                  </a:lnTo>
                  <a:lnTo>
                    <a:pt x="1107" y="553"/>
                  </a:lnTo>
                  <a:lnTo>
                    <a:pt x="1126" y="534"/>
                  </a:lnTo>
                  <a:lnTo>
                    <a:pt x="1186" y="494"/>
                  </a:lnTo>
                  <a:lnTo>
                    <a:pt x="1166" y="494"/>
                  </a:lnTo>
                  <a:lnTo>
                    <a:pt x="1166" y="455"/>
                  </a:lnTo>
                  <a:lnTo>
                    <a:pt x="1166" y="435"/>
                  </a:lnTo>
                  <a:lnTo>
                    <a:pt x="1186" y="415"/>
                  </a:lnTo>
                  <a:lnTo>
                    <a:pt x="1146" y="395"/>
                  </a:lnTo>
                  <a:lnTo>
                    <a:pt x="1087" y="395"/>
                  </a:lnTo>
                  <a:lnTo>
                    <a:pt x="1067" y="415"/>
                  </a:lnTo>
                  <a:lnTo>
                    <a:pt x="1008" y="435"/>
                  </a:lnTo>
                  <a:lnTo>
                    <a:pt x="968" y="435"/>
                  </a:lnTo>
                  <a:lnTo>
                    <a:pt x="1008" y="415"/>
                  </a:lnTo>
                  <a:lnTo>
                    <a:pt x="1047" y="395"/>
                  </a:lnTo>
                  <a:lnTo>
                    <a:pt x="1087" y="376"/>
                  </a:lnTo>
                  <a:lnTo>
                    <a:pt x="1087" y="356"/>
                  </a:lnTo>
                  <a:lnTo>
                    <a:pt x="1126" y="336"/>
                  </a:lnTo>
                  <a:lnTo>
                    <a:pt x="1107" y="336"/>
                  </a:lnTo>
                  <a:lnTo>
                    <a:pt x="1087" y="316"/>
                  </a:lnTo>
                  <a:lnTo>
                    <a:pt x="1126" y="316"/>
                  </a:lnTo>
                  <a:lnTo>
                    <a:pt x="1107" y="297"/>
                  </a:lnTo>
                  <a:lnTo>
                    <a:pt x="1067" y="316"/>
                  </a:lnTo>
                  <a:lnTo>
                    <a:pt x="988" y="316"/>
                  </a:lnTo>
                  <a:lnTo>
                    <a:pt x="1067" y="297"/>
                  </a:lnTo>
                  <a:lnTo>
                    <a:pt x="1008" y="297"/>
                  </a:lnTo>
                  <a:lnTo>
                    <a:pt x="968" y="316"/>
                  </a:lnTo>
                  <a:lnTo>
                    <a:pt x="988" y="297"/>
                  </a:lnTo>
                  <a:lnTo>
                    <a:pt x="850" y="297"/>
                  </a:lnTo>
                  <a:lnTo>
                    <a:pt x="909" y="277"/>
                  </a:lnTo>
                  <a:lnTo>
                    <a:pt x="889" y="277"/>
                  </a:lnTo>
                  <a:lnTo>
                    <a:pt x="988" y="237"/>
                  </a:lnTo>
                  <a:lnTo>
                    <a:pt x="988" y="257"/>
                  </a:lnTo>
                  <a:lnTo>
                    <a:pt x="968" y="257"/>
                  </a:lnTo>
                  <a:lnTo>
                    <a:pt x="949" y="277"/>
                  </a:lnTo>
                  <a:lnTo>
                    <a:pt x="968" y="277"/>
                  </a:lnTo>
                  <a:lnTo>
                    <a:pt x="1028" y="237"/>
                  </a:lnTo>
                  <a:lnTo>
                    <a:pt x="1067" y="218"/>
                  </a:lnTo>
                  <a:lnTo>
                    <a:pt x="1067" y="198"/>
                  </a:lnTo>
                  <a:lnTo>
                    <a:pt x="1047" y="178"/>
                  </a:lnTo>
                  <a:lnTo>
                    <a:pt x="1008" y="158"/>
                  </a:lnTo>
                  <a:lnTo>
                    <a:pt x="988" y="139"/>
                  </a:lnTo>
                  <a:lnTo>
                    <a:pt x="1028" y="99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988" y="40"/>
                  </a:lnTo>
                  <a:lnTo>
                    <a:pt x="929" y="40"/>
                  </a:lnTo>
                  <a:lnTo>
                    <a:pt x="988" y="20"/>
                  </a:lnTo>
                  <a:lnTo>
                    <a:pt x="870" y="20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11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11"/>
            <p:cNvSpPr/>
            <p:nvPr/>
          </p:nvSpPr>
          <p:spPr>
            <a:xfrm>
              <a:off x="-1375850" y="3911900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11"/>
            <p:cNvSpPr/>
            <p:nvPr/>
          </p:nvSpPr>
          <p:spPr>
            <a:xfrm>
              <a:off x="-1318575" y="4000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11"/>
            <p:cNvSpPr/>
            <p:nvPr/>
          </p:nvSpPr>
          <p:spPr>
            <a:xfrm>
              <a:off x="-1317575" y="399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11"/>
            <p:cNvSpPr/>
            <p:nvPr/>
          </p:nvSpPr>
          <p:spPr>
            <a:xfrm>
              <a:off x="-1323500" y="3961275"/>
              <a:ext cx="57300" cy="48900"/>
            </a:xfrm>
            <a:custGeom>
              <a:rect b="b" l="l" r="r" t="t"/>
              <a:pathLst>
                <a:path extrusionOk="0" h="1956" w="2292">
                  <a:moveTo>
                    <a:pt x="1699" y="60"/>
                  </a:moveTo>
                  <a:lnTo>
                    <a:pt x="1699" y="60"/>
                  </a:lnTo>
                  <a:lnTo>
                    <a:pt x="1699" y="60"/>
                  </a:lnTo>
                  <a:close/>
                  <a:moveTo>
                    <a:pt x="1758" y="1"/>
                  </a:moveTo>
                  <a:lnTo>
                    <a:pt x="1758" y="40"/>
                  </a:lnTo>
                  <a:lnTo>
                    <a:pt x="1778" y="60"/>
                  </a:lnTo>
                  <a:lnTo>
                    <a:pt x="1778" y="99"/>
                  </a:lnTo>
                  <a:lnTo>
                    <a:pt x="1798" y="99"/>
                  </a:lnTo>
                  <a:lnTo>
                    <a:pt x="1798" y="60"/>
                  </a:lnTo>
                  <a:lnTo>
                    <a:pt x="1778" y="40"/>
                  </a:lnTo>
                  <a:lnTo>
                    <a:pt x="1778" y="1"/>
                  </a:lnTo>
                  <a:close/>
                  <a:moveTo>
                    <a:pt x="929" y="218"/>
                  </a:moveTo>
                  <a:lnTo>
                    <a:pt x="948" y="257"/>
                  </a:lnTo>
                  <a:lnTo>
                    <a:pt x="948" y="297"/>
                  </a:lnTo>
                  <a:lnTo>
                    <a:pt x="929" y="277"/>
                  </a:lnTo>
                  <a:lnTo>
                    <a:pt x="968" y="376"/>
                  </a:lnTo>
                  <a:lnTo>
                    <a:pt x="968" y="336"/>
                  </a:lnTo>
                  <a:lnTo>
                    <a:pt x="988" y="356"/>
                  </a:lnTo>
                  <a:lnTo>
                    <a:pt x="988" y="317"/>
                  </a:lnTo>
                  <a:lnTo>
                    <a:pt x="948" y="238"/>
                  </a:lnTo>
                  <a:lnTo>
                    <a:pt x="929" y="218"/>
                  </a:lnTo>
                  <a:close/>
                  <a:moveTo>
                    <a:pt x="652" y="415"/>
                  </a:moveTo>
                  <a:lnTo>
                    <a:pt x="652" y="455"/>
                  </a:lnTo>
                  <a:lnTo>
                    <a:pt x="672" y="475"/>
                  </a:lnTo>
                  <a:lnTo>
                    <a:pt x="672" y="455"/>
                  </a:lnTo>
                  <a:lnTo>
                    <a:pt x="652" y="415"/>
                  </a:lnTo>
                  <a:close/>
                  <a:moveTo>
                    <a:pt x="593" y="494"/>
                  </a:moveTo>
                  <a:lnTo>
                    <a:pt x="593" y="514"/>
                  </a:lnTo>
                  <a:lnTo>
                    <a:pt x="613" y="534"/>
                  </a:lnTo>
                  <a:lnTo>
                    <a:pt x="613" y="534"/>
                  </a:lnTo>
                  <a:lnTo>
                    <a:pt x="593" y="494"/>
                  </a:lnTo>
                  <a:close/>
                  <a:moveTo>
                    <a:pt x="652" y="494"/>
                  </a:moveTo>
                  <a:lnTo>
                    <a:pt x="652" y="514"/>
                  </a:lnTo>
                  <a:lnTo>
                    <a:pt x="652" y="534"/>
                  </a:lnTo>
                  <a:lnTo>
                    <a:pt x="672" y="514"/>
                  </a:lnTo>
                  <a:lnTo>
                    <a:pt x="652" y="494"/>
                  </a:lnTo>
                  <a:close/>
                  <a:moveTo>
                    <a:pt x="139" y="751"/>
                  </a:moveTo>
                  <a:lnTo>
                    <a:pt x="139" y="771"/>
                  </a:lnTo>
                  <a:lnTo>
                    <a:pt x="158" y="771"/>
                  </a:lnTo>
                  <a:lnTo>
                    <a:pt x="139" y="751"/>
                  </a:lnTo>
                  <a:close/>
                  <a:moveTo>
                    <a:pt x="79" y="988"/>
                  </a:moveTo>
                  <a:lnTo>
                    <a:pt x="79" y="1008"/>
                  </a:lnTo>
                  <a:lnTo>
                    <a:pt x="99" y="1028"/>
                  </a:lnTo>
                  <a:lnTo>
                    <a:pt x="79" y="988"/>
                  </a:lnTo>
                  <a:close/>
                  <a:moveTo>
                    <a:pt x="2173" y="1047"/>
                  </a:moveTo>
                  <a:lnTo>
                    <a:pt x="2193" y="1087"/>
                  </a:lnTo>
                  <a:lnTo>
                    <a:pt x="2193" y="1047"/>
                  </a:lnTo>
                  <a:close/>
                  <a:moveTo>
                    <a:pt x="415" y="1146"/>
                  </a:moveTo>
                  <a:lnTo>
                    <a:pt x="415" y="1166"/>
                  </a:lnTo>
                  <a:lnTo>
                    <a:pt x="422" y="1166"/>
                  </a:lnTo>
                  <a:lnTo>
                    <a:pt x="415" y="1146"/>
                  </a:lnTo>
                  <a:close/>
                  <a:moveTo>
                    <a:pt x="435" y="1146"/>
                  </a:moveTo>
                  <a:lnTo>
                    <a:pt x="435" y="1166"/>
                  </a:lnTo>
                  <a:lnTo>
                    <a:pt x="422" y="1166"/>
                  </a:lnTo>
                  <a:lnTo>
                    <a:pt x="435" y="1205"/>
                  </a:lnTo>
                  <a:lnTo>
                    <a:pt x="450" y="1191"/>
                  </a:lnTo>
                  <a:lnTo>
                    <a:pt x="435" y="1146"/>
                  </a:lnTo>
                  <a:close/>
                  <a:moveTo>
                    <a:pt x="455" y="1186"/>
                  </a:moveTo>
                  <a:lnTo>
                    <a:pt x="450" y="1191"/>
                  </a:lnTo>
                  <a:lnTo>
                    <a:pt x="455" y="1205"/>
                  </a:lnTo>
                  <a:lnTo>
                    <a:pt x="455" y="1186"/>
                  </a:lnTo>
                  <a:close/>
                  <a:moveTo>
                    <a:pt x="455" y="1205"/>
                  </a:moveTo>
                  <a:lnTo>
                    <a:pt x="455" y="1205"/>
                  </a:lnTo>
                  <a:lnTo>
                    <a:pt x="455" y="1205"/>
                  </a:lnTo>
                  <a:close/>
                  <a:moveTo>
                    <a:pt x="107" y="1186"/>
                  </a:moveTo>
                  <a:lnTo>
                    <a:pt x="119" y="1245"/>
                  </a:lnTo>
                  <a:lnTo>
                    <a:pt x="139" y="1265"/>
                  </a:lnTo>
                  <a:lnTo>
                    <a:pt x="107" y="1186"/>
                  </a:lnTo>
                  <a:close/>
                  <a:moveTo>
                    <a:pt x="1660" y="1344"/>
                  </a:moveTo>
                  <a:lnTo>
                    <a:pt x="1660" y="1344"/>
                  </a:lnTo>
                  <a:lnTo>
                    <a:pt x="1660" y="1344"/>
                  </a:lnTo>
                  <a:close/>
                  <a:moveTo>
                    <a:pt x="845" y="1462"/>
                  </a:moveTo>
                  <a:lnTo>
                    <a:pt x="850" y="1482"/>
                  </a:lnTo>
                  <a:lnTo>
                    <a:pt x="869" y="1561"/>
                  </a:lnTo>
                  <a:lnTo>
                    <a:pt x="869" y="1561"/>
                  </a:lnTo>
                  <a:lnTo>
                    <a:pt x="850" y="1462"/>
                  </a:lnTo>
                  <a:close/>
                  <a:moveTo>
                    <a:pt x="198" y="1581"/>
                  </a:moveTo>
                  <a:lnTo>
                    <a:pt x="208" y="1600"/>
                  </a:lnTo>
                  <a:lnTo>
                    <a:pt x="198" y="1581"/>
                  </a:lnTo>
                  <a:close/>
                  <a:moveTo>
                    <a:pt x="208" y="1600"/>
                  </a:moveTo>
                  <a:lnTo>
                    <a:pt x="208" y="1600"/>
                  </a:lnTo>
                  <a:lnTo>
                    <a:pt x="208" y="1600"/>
                  </a:lnTo>
                  <a:close/>
                  <a:moveTo>
                    <a:pt x="208" y="1600"/>
                  </a:moveTo>
                  <a:lnTo>
                    <a:pt x="218" y="1620"/>
                  </a:lnTo>
                  <a:lnTo>
                    <a:pt x="208" y="1600"/>
                  </a:lnTo>
                  <a:close/>
                  <a:moveTo>
                    <a:pt x="316" y="1719"/>
                  </a:moveTo>
                  <a:lnTo>
                    <a:pt x="316" y="1739"/>
                  </a:lnTo>
                  <a:lnTo>
                    <a:pt x="336" y="1798"/>
                  </a:lnTo>
                  <a:lnTo>
                    <a:pt x="316" y="1719"/>
                  </a:lnTo>
                  <a:close/>
                  <a:moveTo>
                    <a:pt x="395" y="1600"/>
                  </a:moveTo>
                  <a:lnTo>
                    <a:pt x="395" y="1620"/>
                  </a:lnTo>
                  <a:lnTo>
                    <a:pt x="415" y="1699"/>
                  </a:lnTo>
                  <a:lnTo>
                    <a:pt x="435" y="1837"/>
                  </a:lnTo>
                  <a:lnTo>
                    <a:pt x="435" y="1739"/>
                  </a:lnTo>
                  <a:lnTo>
                    <a:pt x="395" y="1600"/>
                  </a:lnTo>
                  <a:close/>
                  <a:moveTo>
                    <a:pt x="711" y="1837"/>
                  </a:moveTo>
                  <a:lnTo>
                    <a:pt x="731" y="1857"/>
                  </a:lnTo>
                  <a:lnTo>
                    <a:pt x="731" y="1837"/>
                  </a:lnTo>
                  <a:close/>
                  <a:moveTo>
                    <a:pt x="60" y="1126"/>
                  </a:moveTo>
                  <a:lnTo>
                    <a:pt x="60" y="1166"/>
                  </a:lnTo>
                  <a:lnTo>
                    <a:pt x="79" y="1245"/>
                  </a:lnTo>
                  <a:lnTo>
                    <a:pt x="60" y="1205"/>
                  </a:lnTo>
                  <a:lnTo>
                    <a:pt x="60" y="1186"/>
                  </a:lnTo>
                  <a:lnTo>
                    <a:pt x="40" y="1186"/>
                  </a:lnTo>
                  <a:lnTo>
                    <a:pt x="40" y="1205"/>
                  </a:lnTo>
                  <a:lnTo>
                    <a:pt x="60" y="1245"/>
                  </a:lnTo>
                  <a:lnTo>
                    <a:pt x="79" y="1344"/>
                  </a:lnTo>
                  <a:lnTo>
                    <a:pt x="99" y="1344"/>
                  </a:lnTo>
                  <a:lnTo>
                    <a:pt x="99" y="1383"/>
                  </a:lnTo>
                  <a:lnTo>
                    <a:pt x="158" y="1482"/>
                  </a:lnTo>
                  <a:lnTo>
                    <a:pt x="158" y="1521"/>
                  </a:lnTo>
                  <a:lnTo>
                    <a:pt x="178" y="1521"/>
                  </a:lnTo>
                  <a:lnTo>
                    <a:pt x="178" y="1482"/>
                  </a:lnTo>
                  <a:lnTo>
                    <a:pt x="198" y="1541"/>
                  </a:lnTo>
                  <a:lnTo>
                    <a:pt x="198" y="1521"/>
                  </a:lnTo>
                  <a:lnTo>
                    <a:pt x="218" y="1581"/>
                  </a:lnTo>
                  <a:lnTo>
                    <a:pt x="218" y="1561"/>
                  </a:lnTo>
                  <a:lnTo>
                    <a:pt x="257" y="1679"/>
                  </a:lnTo>
                  <a:lnTo>
                    <a:pt x="237" y="1679"/>
                  </a:lnTo>
                  <a:lnTo>
                    <a:pt x="237" y="1660"/>
                  </a:lnTo>
                  <a:lnTo>
                    <a:pt x="218" y="1620"/>
                  </a:lnTo>
                  <a:lnTo>
                    <a:pt x="218" y="1620"/>
                  </a:lnTo>
                  <a:lnTo>
                    <a:pt x="218" y="1640"/>
                  </a:lnTo>
                  <a:lnTo>
                    <a:pt x="237" y="1719"/>
                  </a:lnTo>
                  <a:lnTo>
                    <a:pt x="237" y="1739"/>
                  </a:lnTo>
                  <a:lnTo>
                    <a:pt x="257" y="1818"/>
                  </a:lnTo>
                  <a:lnTo>
                    <a:pt x="297" y="1897"/>
                  </a:lnTo>
                  <a:lnTo>
                    <a:pt x="257" y="1798"/>
                  </a:lnTo>
                  <a:lnTo>
                    <a:pt x="257" y="1798"/>
                  </a:lnTo>
                  <a:lnTo>
                    <a:pt x="277" y="1818"/>
                  </a:lnTo>
                  <a:lnTo>
                    <a:pt x="297" y="1897"/>
                  </a:lnTo>
                  <a:lnTo>
                    <a:pt x="297" y="1818"/>
                  </a:lnTo>
                  <a:lnTo>
                    <a:pt x="316" y="1837"/>
                  </a:lnTo>
                  <a:lnTo>
                    <a:pt x="316" y="1818"/>
                  </a:lnTo>
                  <a:lnTo>
                    <a:pt x="297" y="1778"/>
                  </a:lnTo>
                  <a:lnTo>
                    <a:pt x="297" y="1739"/>
                  </a:lnTo>
                  <a:lnTo>
                    <a:pt x="277" y="1640"/>
                  </a:lnTo>
                  <a:lnTo>
                    <a:pt x="297" y="1719"/>
                  </a:lnTo>
                  <a:lnTo>
                    <a:pt x="316" y="1778"/>
                  </a:lnTo>
                  <a:lnTo>
                    <a:pt x="316" y="1758"/>
                  </a:lnTo>
                  <a:lnTo>
                    <a:pt x="297" y="1660"/>
                  </a:lnTo>
                  <a:lnTo>
                    <a:pt x="297" y="1600"/>
                  </a:lnTo>
                  <a:lnTo>
                    <a:pt x="277" y="1581"/>
                  </a:lnTo>
                  <a:lnTo>
                    <a:pt x="277" y="1620"/>
                  </a:lnTo>
                  <a:lnTo>
                    <a:pt x="277" y="1620"/>
                  </a:lnTo>
                  <a:lnTo>
                    <a:pt x="257" y="1581"/>
                  </a:lnTo>
                  <a:lnTo>
                    <a:pt x="257" y="1541"/>
                  </a:lnTo>
                  <a:lnTo>
                    <a:pt x="237" y="1541"/>
                  </a:lnTo>
                  <a:lnTo>
                    <a:pt x="257" y="1600"/>
                  </a:lnTo>
                  <a:lnTo>
                    <a:pt x="257" y="1600"/>
                  </a:lnTo>
                  <a:lnTo>
                    <a:pt x="178" y="1442"/>
                  </a:lnTo>
                  <a:lnTo>
                    <a:pt x="139" y="1284"/>
                  </a:lnTo>
                  <a:lnTo>
                    <a:pt x="119" y="1284"/>
                  </a:lnTo>
                  <a:lnTo>
                    <a:pt x="119" y="1324"/>
                  </a:lnTo>
                  <a:lnTo>
                    <a:pt x="60" y="1126"/>
                  </a:lnTo>
                  <a:close/>
                  <a:moveTo>
                    <a:pt x="297" y="1897"/>
                  </a:moveTo>
                  <a:lnTo>
                    <a:pt x="297" y="1897"/>
                  </a:lnTo>
                  <a:lnTo>
                    <a:pt x="297" y="1897"/>
                  </a:lnTo>
                  <a:close/>
                  <a:moveTo>
                    <a:pt x="652" y="1837"/>
                  </a:moveTo>
                  <a:lnTo>
                    <a:pt x="672" y="1916"/>
                  </a:lnTo>
                  <a:lnTo>
                    <a:pt x="657" y="1840"/>
                  </a:lnTo>
                  <a:lnTo>
                    <a:pt x="652" y="1837"/>
                  </a:lnTo>
                  <a:close/>
                  <a:moveTo>
                    <a:pt x="711" y="1916"/>
                  </a:moveTo>
                  <a:lnTo>
                    <a:pt x="711" y="1916"/>
                  </a:lnTo>
                  <a:lnTo>
                    <a:pt x="711" y="1916"/>
                  </a:lnTo>
                  <a:close/>
                  <a:moveTo>
                    <a:pt x="1482" y="1"/>
                  </a:moveTo>
                  <a:lnTo>
                    <a:pt x="1502" y="60"/>
                  </a:lnTo>
                  <a:lnTo>
                    <a:pt x="1502" y="80"/>
                  </a:lnTo>
                  <a:lnTo>
                    <a:pt x="1482" y="60"/>
                  </a:lnTo>
                  <a:lnTo>
                    <a:pt x="1482" y="20"/>
                  </a:lnTo>
                  <a:lnTo>
                    <a:pt x="1462" y="20"/>
                  </a:lnTo>
                  <a:lnTo>
                    <a:pt x="1442" y="80"/>
                  </a:lnTo>
                  <a:lnTo>
                    <a:pt x="1462" y="159"/>
                  </a:lnTo>
                  <a:lnTo>
                    <a:pt x="1462" y="178"/>
                  </a:lnTo>
                  <a:lnTo>
                    <a:pt x="1442" y="159"/>
                  </a:lnTo>
                  <a:lnTo>
                    <a:pt x="1442" y="198"/>
                  </a:lnTo>
                  <a:lnTo>
                    <a:pt x="1442" y="218"/>
                  </a:lnTo>
                  <a:lnTo>
                    <a:pt x="1423" y="198"/>
                  </a:lnTo>
                  <a:lnTo>
                    <a:pt x="1442" y="139"/>
                  </a:lnTo>
                  <a:lnTo>
                    <a:pt x="1423" y="99"/>
                  </a:lnTo>
                  <a:lnTo>
                    <a:pt x="1403" y="99"/>
                  </a:lnTo>
                  <a:lnTo>
                    <a:pt x="1403" y="80"/>
                  </a:lnTo>
                  <a:lnTo>
                    <a:pt x="1383" y="297"/>
                  </a:lnTo>
                  <a:lnTo>
                    <a:pt x="1403" y="415"/>
                  </a:lnTo>
                  <a:lnTo>
                    <a:pt x="1423" y="514"/>
                  </a:lnTo>
                  <a:lnTo>
                    <a:pt x="1403" y="475"/>
                  </a:lnTo>
                  <a:lnTo>
                    <a:pt x="1383" y="435"/>
                  </a:lnTo>
                  <a:lnTo>
                    <a:pt x="1363" y="356"/>
                  </a:lnTo>
                  <a:lnTo>
                    <a:pt x="1383" y="376"/>
                  </a:lnTo>
                  <a:lnTo>
                    <a:pt x="1344" y="218"/>
                  </a:lnTo>
                  <a:lnTo>
                    <a:pt x="1344" y="139"/>
                  </a:lnTo>
                  <a:lnTo>
                    <a:pt x="1324" y="40"/>
                  </a:lnTo>
                  <a:lnTo>
                    <a:pt x="1304" y="60"/>
                  </a:lnTo>
                  <a:lnTo>
                    <a:pt x="1284" y="80"/>
                  </a:lnTo>
                  <a:lnTo>
                    <a:pt x="1284" y="99"/>
                  </a:lnTo>
                  <a:lnTo>
                    <a:pt x="1265" y="80"/>
                  </a:lnTo>
                  <a:lnTo>
                    <a:pt x="1284" y="159"/>
                  </a:lnTo>
                  <a:lnTo>
                    <a:pt x="1284" y="159"/>
                  </a:lnTo>
                  <a:lnTo>
                    <a:pt x="1265" y="139"/>
                  </a:lnTo>
                  <a:lnTo>
                    <a:pt x="1245" y="80"/>
                  </a:lnTo>
                  <a:lnTo>
                    <a:pt x="1245" y="139"/>
                  </a:lnTo>
                  <a:lnTo>
                    <a:pt x="1245" y="218"/>
                  </a:lnTo>
                  <a:lnTo>
                    <a:pt x="1265" y="297"/>
                  </a:lnTo>
                  <a:lnTo>
                    <a:pt x="1265" y="336"/>
                  </a:lnTo>
                  <a:lnTo>
                    <a:pt x="1245" y="336"/>
                  </a:lnTo>
                  <a:lnTo>
                    <a:pt x="1245" y="297"/>
                  </a:lnTo>
                  <a:lnTo>
                    <a:pt x="1245" y="277"/>
                  </a:lnTo>
                  <a:lnTo>
                    <a:pt x="1225" y="317"/>
                  </a:lnTo>
                  <a:lnTo>
                    <a:pt x="1225" y="257"/>
                  </a:lnTo>
                  <a:lnTo>
                    <a:pt x="1225" y="238"/>
                  </a:lnTo>
                  <a:lnTo>
                    <a:pt x="1225" y="218"/>
                  </a:lnTo>
                  <a:lnTo>
                    <a:pt x="1205" y="238"/>
                  </a:lnTo>
                  <a:lnTo>
                    <a:pt x="1205" y="297"/>
                  </a:lnTo>
                  <a:lnTo>
                    <a:pt x="1185" y="297"/>
                  </a:lnTo>
                  <a:lnTo>
                    <a:pt x="1185" y="198"/>
                  </a:lnTo>
                  <a:lnTo>
                    <a:pt x="1185" y="159"/>
                  </a:lnTo>
                  <a:lnTo>
                    <a:pt x="1205" y="218"/>
                  </a:lnTo>
                  <a:lnTo>
                    <a:pt x="1185" y="139"/>
                  </a:lnTo>
                  <a:lnTo>
                    <a:pt x="1205" y="159"/>
                  </a:lnTo>
                  <a:lnTo>
                    <a:pt x="1225" y="159"/>
                  </a:lnTo>
                  <a:lnTo>
                    <a:pt x="1225" y="99"/>
                  </a:lnTo>
                  <a:lnTo>
                    <a:pt x="1225" y="80"/>
                  </a:lnTo>
                  <a:lnTo>
                    <a:pt x="1205" y="80"/>
                  </a:lnTo>
                  <a:lnTo>
                    <a:pt x="1185" y="99"/>
                  </a:lnTo>
                  <a:lnTo>
                    <a:pt x="1166" y="60"/>
                  </a:lnTo>
                  <a:lnTo>
                    <a:pt x="1166" y="159"/>
                  </a:lnTo>
                  <a:lnTo>
                    <a:pt x="1166" y="198"/>
                  </a:lnTo>
                  <a:lnTo>
                    <a:pt x="1146" y="159"/>
                  </a:lnTo>
                  <a:lnTo>
                    <a:pt x="1146" y="257"/>
                  </a:lnTo>
                  <a:lnTo>
                    <a:pt x="1146" y="297"/>
                  </a:lnTo>
                  <a:lnTo>
                    <a:pt x="1166" y="317"/>
                  </a:lnTo>
                  <a:lnTo>
                    <a:pt x="1166" y="356"/>
                  </a:lnTo>
                  <a:lnTo>
                    <a:pt x="1166" y="396"/>
                  </a:lnTo>
                  <a:lnTo>
                    <a:pt x="1146" y="356"/>
                  </a:lnTo>
                  <a:lnTo>
                    <a:pt x="1126" y="178"/>
                  </a:lnTo>
                  <a:lnTo>
                    <a:pt x="1126" y="159"/>
                  </a:lnTo>
                  <a:lnTo>
                    <a:pt x="1106" y="139"/>
                  </a:lnTo>
                  <a:lnTo>
                    <a:pt x="1106" y="139"/>
                  </a:lnTo>
                  <a:lnTo>
                    <a:pt x="1126" y="257"/>
                  </a:lnTo>
                  <a:lnTo>
                    <a:pt x="1126" y="336"/>
                  </a:lnTo>
                  <a:lnTo>
                    <a:pt x="1106" y="415"/>
                  </a:lnTo>
                  <a:lnTo>
                    <a:pt x="1087" y="336"/>
                  </a:lnTo>
                  <a:lnTo>
                    <a:pt x="1106" y="297"/>
                  </a:lnTo>
                  <a:lnTo>
                    <a:pt x="1106" y="238"/>
                  </a:lnTo>
                  <a:lnTo>
                    <a:pt x="1087" y="159"/>
                  </a:lnTo>
                  <a:lnTo>
                    <a:pt x="1087" y="198"/>
                  </a:lnTo>
                  <a:lnTo>
                    <a:pt x="1087" y="238"/>
                  </a:lnTo>
                  <a:lnTo>
                    <a:pt x="1067" y="198"/>
                  </a:lnTo>
                  <a:lnTo>
                    <a:pt x="1047" y="198"/>
                  </a:lnTo>
                  <a:lnTo>
                    <a:pt x="1047" y="238"/>
                  </a:lnTo>
                  <a:lnTo>
                    <a:pt x="1047" y="277"/>
                  </a:lnTo>
                  <a:lnTo>
                    <a:pt x="1027" y="277"/>
                  </a:lnTo>
                  <a:lnTo>
                    <a:pt x="1027" y="297"/>
                  </a:lnTo>
                  <a:lnTo>
                    <a:pt x="988" y="297"/>
                  </a:lnTo>
                  <a:lnTo>
                    <a:pt x="1008" y="336"/>
                  </a:lnTo>
                  <a:lnTo>
                    <a:pt x="1008" y="317"/>
                  </a:lnTo>
                  <a:lnTo>
                    <a:pt x="1027" y="336"/>
                  </a:lnTo>
                  <a:lnTo>
                    <a:pt x="1047" y="396"/>
                  </a:lnTo>
                  <a:lnTo>
                    <a:pt x="1027" y="435"/>
                  </a:lnTo>
                  <a:lnTo>
                    <a:pt x="1027" y="455"/>
                  </a:lnTo>
                  <a:lnTo>
                    <a:pt x="1008" y="475"/>
                  </a:lnTo>
                  <a:lnTo>
                    <a:pt x="1027" y="494"/>
                  </a:lnTo>
                  <a:lnTo>
                    <a:pt x="1008" y="534"/>
                  </a:lnTo>
                  <a:lnTo>
                    <a:pt x="988" y="455"/>
                  </a:lnTo>
                  <a:lnTo>
                    <a:pt x="968" y="475"/>
                  </a:lnTo>
                  <a:lnTo>
                    <a:pt x="968" y="455"/>
                  </a:lnTo>
                  <a:lnTo>
                    <a:pt x="948" y="455"/>
                  </a:lnTo>
                  <a:lnTo>
                    <a:pt x="948" y="415"/>
                  </a:lnTo>
                  <a:lnTo>
                    <a:pt x="929" y="376"/>
                  </a:lnTo>
                  <a:lnTo>
                    <a:pt x="909" y="396"/>
                  </a:lnTo>
                  <a:lnTo>
                    <a:pt x="909" y="455"/>
                  </a:lnTo>
                  <a:lnTo>
                    <a:pt x="929" y="514"/>
                  </a:lnTo>
                  <a:lnTo>
                    <a:pt x="948" y="573"/>
                  </a:lnTo>
                  <a:lnTo>
                    <a:pt x="929" y="573"/>
                  </a:lnTo>
                  <a:lnTo>
                    <a:pt x="929" y="593"/>
                  </a:lnTo>
                  <a:lnTo>
                    <a:pt x="909" y="593"/>
                  </a:lnTo>
                  <a:lnTo>
                    <a:pt x="889" y="554"/>
                  </a:lnTo>
                  <a:lnTo>
                    <a:pt x="869" y="534"/>
                  </a:lnTo>
                  <a:lnTo>
                    <a:pt x="889" y="514"/>
                  </a:lnTo>
                  <a:lnTo>
                    <a:pt x="889" y="494"/>
                  </a:lnTo>
                  <a:lnTo>
                    <a:pt x="869" y="435"/>
                  </a:lnTo>
                  <a:lnTo>
                    <a:pt x="869" y="455"/>
                  </a:lnTo>
                  <a:lnTo>
                    <a:pt x="850" y="415"/>
                  </a:lnTo>
                  <a:lnTo>
                    <a:pt x="850" y="455"/>
                  </a:lnTo>
                  <a:lnTo>
                    <a:pt x="850" y="475"/>
                  </a:lnTo>
                  <a:lnTo>
                    <a:pt x="830" y="356"/>
                  </a:lnTo>
                  <a:lnTo>
                    <a:pt x="830" y="376"/>
                  </a:lnTo>
                  <a:lnTo>
                    <a:pt x="810" y="376"/>
                  </a:lnTo>
                  <a:lnTo>
                    <a:pt x="810" y="396"/>
                  </a:lnTo>
                  <a:lnTo>
                    <a:pt x="810" y="415"/>
                  </a:lnTo>
                  <a:lnTo>
                    <a:pt x="830" y="396"/>
                  </a:lnTo>
                  <a:lnTo>
                    <a:pt x="830" y="435"/>
                  </a:lnTo>
                  <a:lnTo>
                    <a:pt x="810" y="435"/>
                  </a:lnTo>
                  <a:lnTo>
                    <a:pt x="790" y="415"/>
                  </a:lnTo>
                  <a:lnTo>
                    <a:pt x="790" y="475"/>
                  </a:lnTo>
                  <a:lnTo>
                    <a:pt x="810" y="455"/>
                  </a:lnTo>
                  <a:lnTo>
                    <a:pt x="810" y="494"/>
                  </a:lnTo>
                  <a:lnTo>
                    <a:pt x="810" y="514"/>
                  </a:lnTo>
                  <a:lnTo>
                    <a:pt x="790" y="534"/>
                  </a:lnTo>
                  <a:lnTo>
                    <a:pt x="790" y="554"/>
                  </a:lnTo>
                  <a:lnTo>
                    <a:pt x="771" y="593"/>
                  </a:lnTo>
                  <a:lnTo>
                    <a:pt x="771" y="534"/>
                  </a:lnTo>
                  <a:lnTo>
                    <a:pt x="751" y="455"/>
                  </a:lnTo>
                  <a:lnTo>
                    <a:pt x="771" y="455"/>
                  </a:lnTo>
                  <a:lnTo>
                    <a:pt x="771" y="435"/>
                  </a:lnTo>
                  <a:lnTo>
                    <a:pt x="751" y="435"/>
                  </a:lnTo>
                  <a:lnTo>
                    <a:pt x="731" y="494"/>
                  </a:lnTo>
                  <a:lnTo>
                    <a:pt x="731" y="475"/>
                  </a:lnTo>
                  <a:lnTo>
                    <a:pt x="711" y="415"/>
                  </a:lnTo>
                  <a:lnTo>
                    <a:pt x="692" y="376"/>
                  </a:lnTo>
                  <a:lnTo>
                    <a:pt x="672" y="376"/>
                  </a:lnTo>
                  <a:lnTo>
                    <a:pt x="711" y="455"/>
                  </a:lnTo>
                  <a:lnTo>
                    <a:pt x="692" y="475"/>
                  </a:lnTo>
                  <a:lnTo>
                    <a:pt x="711" y="534"/>
                  </a:lnTo>
                  <a:lnTo>
                    <a:pt x="692" y="494"/>
                  </a:lnTo>
                  <a:lnTo>
                    <a:pt x="672" y="475"/>
                  </a:lnTo>
                  <a:lnTo>
                    <a:pt x="672" y="573"/>
                  </a:lnTo>
                  <a:lnTo>
                    <a:pt x="652" y="534"/>
                  </a:lnTo>
                  <a:lnTo>
                    <a:pt x="652" y="573"/>
                  </a:lnTo>
                  <a:lnTo>
                    <a:pt x="672" y="613"/>
                  </a:lnTo>
                  <a:lnTo>
                    <a:pt x="672" y="652"/>
                  </a:lnTo>
                  <a:lnTo>
                    <a:pt x="652" y="633"/>
                  </a:lnTo>
                  <a:lnTo>
                    <a:pt x="632" y="573"/>
                  </a:lnTo>
                  <a:lnTo>
                    <a:pt x="632" y="633"/>
                  </a:lnTo>
                  <a:lnTo>
                    <a:pt x="632" y="652"/>
                  </a:lnTo>
                  <a:lnTo>
                    <a:pt x="652" y="692"/>
                  </a:lnTo>
                  <a:lnTo>
                    <a:pt x="652" y="731"/>
                  </a:lnTo>
                  <a:lnTo>
                    <a:pt x="613" y="672"/>
                  </a:lnTo>
                  <a:lnTo>
                    <a:pt x="613" y="633"/>
                  </a:lnTo>
                  <a:lnTo>
                    <a:pt x="593" y="573"/>
                  </a:lnTo>
                  <a:lnTo>
                    <a:pt x="593" y="554"/>
                  </a:lnTo>
                  <a:lnTo>
                    <a:pt x="573" y="554"/>
                  </a:lnTo>
                  <a:lnTo>
                    <a:pt x="573" y="494"/>
                  </a:lnTo>
                  <a:lnTo>
                    <a:pt x="553" y="514"/>
                  </a:lnTo>
                  <a:lnTo>
                    <a:pt x="573" y="573"/>
                  </a:lnTo>
                  <a:lnTo>
                    <a:pt x="573" y="633"/>
                  </a:lnTo>
                  <a:lnTo>
                    <a:pt x="553" y="554"/>
                  </a:lnTo>
                  <a:lnTo>
                    <a:pt x="534" y="573"/>
                  </a:lnTo>
                  <a:lnTo>
                    <a:pt x="553" y="593"/>
                  </a:lnTo>
                  <a:lnTo>
                    <a:pt x="573" y="672"/>
                  </a:lnTo>
                  <a:lnTo>
                    <a:pt x="593" y="731"/>
                  </a:lnTo>
                  <a:lnTo>
                    <a:pt x="593" y="771"/>
                  </a:lnTo>
                  <a:lnTo>
                    <a:pt x="613" y="830"/>
                  </a:lnTo>
                  <a:lnTo>
                    <a:pt x="613" y="850"/>
                  </a:lnTo>
                  <a:lnTo>
                    <a:pt x="553" y="771"/>
                  </a:lnTo>
                  <a:lnTo>
                    <a:pt x="534" y="633"/>
                  </a:lnTo>
                  <a:lnTo>
                    <a:pt x="494" y="475"/>
                  </a:lnTo>
                  <a:lnTo>
                    <a:pt x="474" y="514"/>
                  </a:lnTo>
                  <a:lnTo>
                    <a:pt x="455" y="494"/>
                  </a:lnTo>
                  <a:lnTo>
                    <a:pt x="474" y="593"/>
                  </a:lnTo>
                  <a:lnTo>
                    <a:pt x="494" y="692"/>
                  </a:lnTo>
                  <a:lnTo>
                    <a:pt x="474" y="672"/>
                  </a:lnTo>
                  <a:lnTo>
                    <a:pt x="474" y="692"/>
                  </a:lnTo>
                  <a:lnTo>
                    <a:pt x="455" y="731"/>
                  </a:lnTo>
                  <a:lnTo>
                    <a:pt x="474" y="791"/>
                  </a:lnTo>
                  <a:lnTo>
                    <a:pt x="494" y="870"/>
                  </a:lnTo>
                  <a:lnTo>
                    <a:pt x="494" y="889"/>
                  </a:lnTo>
                  <a:lnTo>
                    <a:pt x="494" y="949"/>
                  </a:lnTo>
                  <a:lnTo>
                    <a:pt x="474" y="889"/>
                  </a:lnTo>
                  <a:lnTo>
                    <a:pt x="455" y="870"/>
                  </a:lnTo>
                  <a:lnTo>
                    <a:pt x="455" y="909"/>
                  </a:lnTo>
                  <a:lnTo>
                    <a:pt x="435" y="850"/>
                  </a:lnTo>
                  <a:lnTo>
                    <a:pt x="455" y="830"/>
                  </a:lnTo>
                  <a:lnTo>
                    <a:pt x="455" y="810"/>
                  </a:lnTo>
                  <a:lnTo>
                    <a:pt x="435" y="791"/>
                  </a:lnTo>
                  <a:lnTo>
                    <a:pt x="395" y="692"/>
                  </a:lnTo>
                  <a:lnTo>
                    <a:pt x="415" y="751"/>
                  </a:lnTo>
                  <a:lnTo>
                    <a:pt x="415" y="810"/>
                  </a:lnTo>
                  <a:lnTo>
                    <a:pt x="395" y="751"/>
                  </a:lnTo>
                  <a:lnTo>
                    <a:pt x="356" y="751"/>
                  </a:lnTo>
                  <a:lnTo>
                    <a:pt x="316" y="652"/>
                  </a:lnTo>
                  <a:lnTo>
                    <a:pt x="316" y="731"/>
                  </a:lnTo>
                  <a:lnTo>
                    <a:pt x="316" y="791"/>
                  </a:lnTo>
                  <a:lnTo>
                    <a:pt x="336" y="830"/>
                  </a:lnTo>
                  <a:lnTo>
                    <a:pt x="336" y="889"/>
                  </a:lnTo>
                  <a:lnTo>
                    <a:pt x="356" y="909"/>
                  </a:lnTo>
                  <a:lnTo>
                    <a:pt x="356" y="870"/>
                  </a:lnTo>
                  <a:lnTo>
                    <a:pt x="356" y="830"/>
                  </a:lnTo>
                  <a:lnTo>
                    <a:pt x="376" y="870"/>
                  </a:lnTo>
                  <a:lnTo>
                    <a:pt x="356" y="751"/>
                  </a:lnTo>
                  <a:lnTo>
                    <a:pt x="376" y="791"/>
                  </a:lnTo>
                  <a:lnTo>
                    <a:pt x="395" y="889"/>
                  </a:lnTo>
                  <a:lnTo>
                    <a:pt x="395" y="929"/>
                  </a:lnTo>
                  <a:lnTo>
                    <a:pt x="395" y="949"/>
                  </a:lnTo>
                  <a:lnTo>
                    <a:pt x="415" y="988"/>
                  </a:lnTo>
                  <a:lnTo>
                    <a:pt x="435" y="988"/>
                  </a:lnTo>
                  <a:lnTo>
                    <a:pt x="474" y="1087"/>
                  </a:lnTo>
                  <a:lnTo>
                    <a:pt x="494" y="1225"/>
                  </a:lnTo>
                  <a:lnTo>
                    <a:pt x="474" y="1166"/>
                  </a:lnTo>
                  <a:lnTo>
                    <a:pt x="474" y="1265"/>
                  </a:lnTo>
                  <a:lnTo>
                    <a:pt x="455" y="1205"/>
                  </a:lnTo>
                  <a:lnTo>
                    <a:pt x="455" y="1245"/>
                  </a:lnTo>
                  <a:lnTo>
                    <a:pt x="455" y="1284"/>
                  </a:lnTo>
                  <a:lnTo>
                    <a:pt x="474" y="1344"/>
                  </a:lnTo>
                  <a:lnTo>
                    <a:pt x="474" y="1344"/>
                  </a:lnTo>
                  <a:lnTo>
                    <a:pt x="455" y="1324"/>
                  </a:lnTo>
                  <a:lnTo>
                    <a:pt x="435" y="1265"/>
                  </a:lnTo>
                  <a:lnTo>
                    <a:pt x="415" y="1245"/>
                  </a:lnTo>
                  <a:lnTo>
                    <a:pt x="376" y="1107"/>
                  </a:lnTo>
                  <a:lnTo>
                    <a:pt x="376" y="1146"/>
                  </a:lnTo>
                  <a:lnTo>
                    <a:pt x="336" y="929"/>
                  </a:lnTo>
                  <a:lnTo>
                    <a:pt x="297" y="909"/>
                  </a:lnTo>
                  <a:lnTo>
                    <a:pt x="277" y="929"/>
                  </a:lnTo>
                  <a:lnTo>
                    <a:pt x="297" y="1028"/>
                  </a:lnTo>
                  <a:lnTo>
                    <a:pt x="297" y="1047"/>
                  </a:lnTo>
                  <a:lnTo>
                    <a:pt x="316" y="1087"/>
                  </a:lnTo>
                  <a:lnTo>
                    <a:pt x="297" y="1087"/>
                  </a:lnTo>
                  <a:lnTo>
                    <a:pt x="297" y="1107"/>
                  </a:lnTo>
                  <a:lnTo>
                    <a:pt x="257" y="949"/>
                  </a:lnTo>
                  <a:lnTo>
                    <a:pt x="257" y="968"/>
                  </a:lnTo>
                  <a:lnTo>
                    <a:pt x="218" y="929"/>
                  </a:lnTo>
                  <a:lnTo>
                    <a:pt x="218" y="889"/>
                  </a:lnTo>
                  <a:lnTo>
                    <a:pt x="237" y="889"/>
                  </a:lnTo>
                  <a:lnTo>
                    <a:pt x="277" y="929"/>
                  </a:lnTo>
                  <a:lnTo>
                    <a:pt x="277" y="929"/>
                  </a:lnTo>
                  <a:lnTo>
                    <a:pt x="237" y="771"/>
                  </a:lnTo>
                  <a:lnTo>
                    <a:pt x="237" y="810"/>
                  </a:lnTo>
                  <a:lnTo>
                    <a:pt x="218" y="791"/>
                  </a:lnTo>
                  <a:lnTo>
                    <a:pt x="198" y="731"/>
                  </a:lnTo>
                  <a:lnTo>
                    <a:pt x="218" y="810"/>
                  </a:lnTo>
                  <a:lnTo>
                    <a:pt x="237" y="889"/>
                  </a:lnTo>
                  <a:lnTo>
                    <a:pt x="237" y="889"/>
                  </a:lnTo>
                  <a:lnTo>
                    <a:pt x="218" y="870"/>
                  </a:lnTo>
                  <a:lnTo>
                    <a:pt x="198" y="850"/>
                  </a:lnTo>
                  <a:lnTo>
                    <a:pt x="178" y="830"/>
                  </a:lnTo>
                  <a:lnTo>
                    <a:pt x="178" y="810"/>
                  </a:lnTo>
                  <a:lnTo>
                    <a:pt x="158" y="810"/>
                  </a:lnTo>
                  <a:lnTo>
                    <a:pt x="139" y="771"/>
                  </a:lnTo>
                  <a:lnTo>
                    <a:pt x="158" y="870"/>
                  </a:lnTo>
                  <a:lnTo>
                    <a:pt x="119" y="810"/>
                  </a:lnTo>
                  <a:lnTo>
                    <a:pt x="99" y="751"/>
                  </a:lnTo>
                  <a:lnTo>
                    <a:pt x="119" y="830"/>
                  </a:lnTo>
                  <a:lnTo>
                    <a:pt x="119" y="870"/>
                  </a:lnTo>
                  <a:lnTo>
                    <a:pt x="139" y="929"/>
                  </a:lnTo>
                  <a:lnTo>
                    <a:pt x="158" y="988"/>
                  </a:lnTo>
                  <a:lnTo>
                    <a:pt x="158" y="1008"/>
                  </a:lnTo>
                  <a:lnTo>
                    <a:pt x="178" y="1047"/>
                  </a:lnTo>
                  <a:lnTo>
                    <a:pt x="158" y="1047"/>
                  </a:lnTo>
                  <a:lnTo>
                    <a:pt x="99" y="850"/>
                  </a:lnTo>
                  <a:lnTo>
                    <a:pt x="99" y="870"/>
                  </a:lnTo>
                  <a:lnTo>
                    <a:pt x="79" y="870"/>
                  </a:lnTo>
                  <a:lnTo>
                    <a:pt x="99" y="929"/>
                  </a:lnTo>
                  <a:lnTo>
                    <a:pt x="119" y="968"/>
                  </a:lnTo>
                  <a:lnTo>
                    <a:pt x="119" y="988"/>
                  </a:lnTo>
                  <a:lnTo>
                    <a:pt x="99" y="988"/>
                  </a:lnTo>
                  <a:lnTo>
                    <a:pt x="119" y="1028"/>
                  </a:lnTo>
                  <a:lnTo>
                    <a:pt x="139" y="1146"/>
                  </a:lnTo>
                  <a:lnTo>
                    <a:pt x="119" y="1107"/>
                  </a:lnTo>
                  <a:lnTo>
                    <a:pt x="79" y="1008"/>
                  </a:lnTo>
                  <a:lnTo>
                    <a:pt x="20" y="889"/>
                  </a:lnTo>
                  <a:lnTo>
                    <a:pt x="20" y="909"/>
                  </a:lnTo>
                  <a:lnTo>
                    <a:pt x="0" y="909"/>
                  </a:lnTo>
                  <a:lnTo>
                    <a:pt x="20" y="929"/>
                  </a:lnTo>
                  <a:lnTo>
                    <a:pt x="40" y="968"/>
                  </a:lnTo>
                  <a:lnTo>
                    <a:pt x="40" y="988"/>
                  </a:lnTo>
                  <a:lnTo>
                    <a:pt x="79" y="1107"/>
                  </a:lnTo>
                  <a:lnTo>
                    <a:pt x="79" y="1097"/>
                  </a:lnTo>
                  <a:lnTo>
                    <a:pt x="99" y="1166"/>
                  </a:lnTo>
                  <a:lnTo>
                    <a:pt x="107" y="1186"/>
                  </a:lnTo>
                  <a:lnTo>
                    <a:pt x="107" y="1186"/>
                  </a:lnTo>
                  <a:lnTo>
                    <a:pt x="99" y="1146"/>
                  </a:lnTo>
                  <a:lnTo>
                    <a:pt x="99" y="110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158" y="1186"/>
                  </a:lnTo>
                  <a:lnTo>
                    <a:pt x="178" y="1225"/>
                  </a:lnTo>
                  <a:lnTo>
                    <a:pt x="158" y="1146"/>
                  </a:lnTo>
                  <a:lnTo>
                    <a:pt x="139" y="1067"/>
                  </a:lnTo>
                  <a:lnTo>
                    <a:pt x="158" y="1087"/>
                  </a:lnTo>
                  <a:lnTo>
                    <a:pt x="178" y="1126"/>
                  </a:lnTo>
                  <a:lnTo>
                    <a:pt x="178" y="1166"/>
                  </a:lnTo>
                  <a:lnTo>
                    <a:pt x="198" y="1245"/>
                  </a:lnTo>
                  <a:lnTo>
                    <a:pt x="237" y="1383"/>
                  </a:lnTo>
                  <a:lnTo>
                    <a:pt x="237" y="1462"/>
                  </a:lnTo>
                  <a:lnTo>
                    <a:pt x="257" y="1521"/>
                  </a:lnTo>
                  <a:lnTo>
                    <a:pt x="257" y="1502"/>
                  </a:lnTo>
                  <a:lnTo>
                    <a:pt x="297" y="1581"/>
                  </a:lnTo>
                  <a:lnTo>
                    <a:pt x="316" y="1620"/>
                  </a:lnTo>
                  <a:lnTo>
                    <a:pt x="316" y="1660"/>
                  </a:lnTo>
                  <a:lnTo>
                    <a:pt x="336" y="1699"/>
                  </a:lnTo>
                  <a:lnTo>
                    <a:pt x="336" y="1679"/>
                  </a:lnTo>
                  <a:lnTo>
                    <a:pt x="316" y="1581"/>
                  </a:lnTo>
                  <a:lnTo>
                    <a:pt x="336" y="1581"/>
                  </a:lnTo>
                  <a:lnTo>
                    <a:pt x="336" y="1561"/>
                  </a:lnTo>
                  <a:lnTo>
                    <a:pt x="336" y="1541"/>
                  </a:lnTo>
                  <a:lnTo>
                    <a:pt x="356" y="1561"/>
                  </a:lnTo>
                  <a:lnTo>
                    <a:pt x="336" y="1482"/>
                  </a:lnTo>
                  <a:lnTo>
                    <a:pt x="336" y="1462"/>
                  </a:lnTo>
                  <a:lnTo>
                    <a:pt x="336" y="1442"/>
                  </a:lnTo>
                  <a:lnTo>
                    <a:pt x="356" y="1521"/>
                  </a:lnTo>
                  <a:lnTo>
                    <a:pt x="376" y="1502"/>
                  </a:lnTo>
                  <a:lnTo>
                    <a:pt x="356" y="1403"/>
                  </a:lnTo>
                  <a:lnTo>
                    <a:pt x="316" y="1324"/>
                  </a:lnTo>
                  <a:lnTo>
                    <a:pt x="297" y="1265"/>
                  </a:lnTo>
                  <a:lnTo>
                    <a:pt x="316" y="1304"/>
                  </a:lnTo>
                  <a:lnTo>
                    <a:pt x="336" y="1324"/>
                  </a:lnTo>
                  <a:lnTo>
                    <a:pt x="395" y="1462"/>
                  </a:lnTo>
                  <a:lnTo>
                    <a:pt x="376" y="1363"/>
                  </a:lnTo>
                  <a:lnTo>
                    <a:pt x="415" y="1482"/>
                  </a:lnTo>
                  <a:lnTo>
                    <a:pt x="415" y="1541"/>
                  </a:lnTo>
                  <a:lnTo>
                    <a:pt x="395" y="1521"/>
                  </a:lnTo>
                  <a:lnTo>
                    <a:pt x="395" y="1541"/>
                  </a:lnTo>
                  <a:lnTo>
                    <a:pt x="376" y="1521"/>
                  </a:lnTo>
                  <a:lnTo>
                    <a:pt x="376" y="1521"/>
                  </a:lnTo>
                  <a:lnTo>
                    <a:pt x="395" y="1581"/>
                  </a:lnTo>
                  <a:lnTo>
                    <a:pt x="395" y="1600"/>
                  </a:lnTo>
                  <a:lnTo>
                    <a:pt x="435" y="1679"/>
                  </a:lnTo>
                  <a:lnTo>
                    <a:pt x="474" y="1798"/>
                  </a:lnTo>
                  <a:lnTo>
                    <a:pt x="474" y="1818"/>
                  </a:lnTo>
                  <a:lnTo>
                    <a:pt x="494" y="1837"/>
                  </a:lnTo>
                  <a:lnTo>
                    <a:pt x="455" y="1640"/>
                  </a:lnTo>
                  <a:lnTo>
                    <a:pt x="455" y="1600"/>
                  </a:lnTo>
                  <a:lnTo>
                    <a:pt x="474" y="1620"/>
                  </a:lnTo>
                  <a:lnTo>
                    <a:pt x="474" y="1660"/>
                  </a:lnTo>
                  <a:lnTo>
                    <a:pt x="494" y="1739"/>
                  </a:lnTo>
                  <a:lnTo>
                    <a:pt x="494" y="1719"/>
                  </a:lnTo>
                  <a:lnTo>
                    <a:pt x="514" y="1739"/>
                  </a:lnTo>
                  <a:lnTo>
                    <a:pt x="494" y="1699"/>
                  </a:lnTo>
                  <a:lnTo>
                    <a:pt x="514" y="1719"/>
                  </a:lnTo>
                  <a:lnTo>
                    <a:pt x="553" y="1778"/>
                  </a:lnTo>
                  <a:lnTo>
                    <a:pt x="553" y="1798"/>
                  </a:lnTo>
                  <a:lnTo>
                    <a:pt x="534" y="1778"/>
                  </a:lnTo>
                  <a:lnTo>
                    <a:pt x="534" y="1798"/>
                  </a:lnTo>
                  <a:lnTo>
                    <a:pt x="553" y="1837"/>
                  </a:lnTo>
                  <a:lnTo>
                    <a:pt x="534" y="1837"/>
                  </a:lnTo>
                  <a:lnTo>
                    <a:pt x="553" y="1877"/>
                  </a:lnTo>
                  <a:lnTo>
                    <a:pt x="573" y="1897"/>
                  </a:lnTo>
                  <a:lnTo>
                    <a:pt x="573" y="1857"/>
                  </a:lnTo>
                  <a:lnTo>
                    <a:pt x="593" y="1936"/>
                  </a:lnTo>
                  <a:lnTo>
                    <a:pt x="613" y="1936"/>
                  </a:lnTo>
                  <a:lnTo>
                    <a:pt x="613" y="1956"/>
                  </a:lnTo>
                  <a:lnTo>
                    <a:pt x="632" y="1956"/>
                  </a:lnTo>
                  <a:lnTo>
                    <a:pt x="632" y="1877"/>
                  </a:lnTo>
                  <a:lnTo>
                    <a:pt x="613" y="1778"/>
                  </a:lnTo>
                  <a:lnTo>
                    <a:pt x="652" y="1897"/>
                  </a:lnTo>
                  <a:lnTo>
                    <a:pt x="672" y="1936"/>
                  </a:lnTo>
                  <a:lnTo>
                    <a:pt x="632" y="1818"/>
                  </a:lnTo>
                  <a:lnTo>
                    <a:pt x="632" y="1739"/>
                  </a:lnTo>
                  <a:lnTo>
                    <a:pt x="652" y="1818"/>
                  </a:lnTo>
                  <a:lnTo>
                    <a:pt x="657" y="1840"/>
                  </a:lnTo>
                  <a:lnTo>
                    <a:pt x="692" y="1857"/>
                  </a:lnTo>
                  <a:lnTo>
                    <a:pt x="711" y="1916"/>
                  </a:lnTo>
                  <a:lnTo>
                    <a:pt x="711" y="1857"/>
                  </a:lnTo>
                  <a:lnTo>
                    <a:pt x="692" y="1778"/>
                  </a:lnTo>
                  <a:lnTo>
                    <a:pt x="692" y="1818"/>
                  </a:lnTo>
                  <a:lnTo>
                    <a:pt x="672" y="1739"/>
                  </a:lnTo>
                  <a:lnTo>
                    <a:pt x="672" y="1739"/>
                  </a:lnTo>
                  <a:lnTo>
                    <a:pt x="692" y="1758"/>
                  </a:lnTo>
                  <a:lnTo>
                    <a:pt x="711" y="1798"/>
                  </a:lnTo>
                  <a:lnTo>
                    <a:pt x="731" y="1837"/>
                  </a:lnTo>
                  <a:lnTo>
                    <a:pt x="751" y="1837"/>
                  </a:lnTo>
                  <a:lnTo>
                    <a:pt x="771" y="1877"/>
                  </a:lnTo>
                  <a:lnTo>
                    <a:pt x="771" y="1818"/>
                  </a:lnTo>
                  <a:lnTo>
                    <a:pt x="731" y="1739"/>
                  </a:lnTo>
                  <a:lnTo>
                    <a:pt x="731" y="1739"/>
                  </a:lnTo>
                  <a:lnTo>
                    <a:pt x="751" y="1758"/>
                  </a:lnTo>
                  <a:lnTo>
                    <a:pt x="771" y="1798"/>
                  </a:lnTo>
                  <a:lnTo>
                    <a:pt x="771" y="1818"/>
                  </a:lnTo>
                  <a:lnTo>
                    <a:pt x="790" y="1818"/>
                  </a:lnTo>
                  <a:lnTo>
                    <a:pt x="781" y="1783"/>
                  </a:lnTo>
                  <a:lnTo>
                    <a:pt x="781" y="1783"/>
                  </a:lnTo>
                  <a:lnTo>
                    <a:pt x="810" y="1857"/>
                  </a:lnTo>
                  <a:lnTo>
                    <a:pt x="810" y="1837"/>
                  </a:lnTo>
                  <a:lnTo>
                    <a:pt x="830" y="1857"/>
                  </a:lnTo>
                  <a:lnTo>
                    <a:pt x="830" y="1837"/>
                  </a:lnTo>
                  <a:lnTo>
                    <a:pt x="830" y="1798"/>
                  </a:lnTo>
                  <a:lnTo>
                    <a:pt x="830" y="1739"/>
                  </a:lnTo>
                  <a:lnTo>
                    <a:pt x="850" y="1719"/>
                  </a:lnTo>
                  <a:lnTo>
                    <a:pt x="869" y="1818"/>
                  </a:lnTo>
                  <a:lnTo>
                    <a:pt x="850" y="1837"/>
                  </a:lnTo>
                  <a:lnTo>
                    <a:pt x="869" y="1877"/>
                  </a:lnTo>
                  <a:lnTo>
                    <a:pt x="869" y="1857"/>
                  </a:lnTo>
                  <a:lnTo>
                    <a:pt x="889" y="1857"/>
                  </a:lnTo>
                  <a:lnTo>
                    <a:pt x="889" y="1837"/>
                  </a:lnTo>
                  <a:lnTo>
                    <a:pt x="869" y="1758"/>
                  </a:lnTo>
                  <a:lnTo>
                    <a:pt x="869" y="1739"/>
                  </a:lnTo>
                  <a:lnTo>
                    <a:pt x="889" y="1758"/>
                  </a:lnTo>
                  <a:lnTo>
                    <a:pt x="889" y="1739"/>
                  </a:lnTo>
                  <a:lnTo>
                    <a:pt x="909" y="1719"/>
                  </a:lnTo>
                  <a:lnTo>
                    <a:pt x="889" y="1620"/>
                  </a:lnTo>
                  <a:lnTo>
                    <a:pt x="889" y="1640"/>
                  </a:lnTo>
                  <a:lnTo>
                    <a:pt x="869" y="1581"/>
                  </a:lnTo>
                  <a:lnTo>
                    <a:pt x="869" y="1620"/>
                  </a:lnTo>
                  <a:lnTo>
                    <a:pt x="869" y="1640"/>
                  </a:lnTo>
                  <a:lnTo>
                    <a:pt x="830" y="1581"/>
                  </a:lnTo>
                  <a:lnTo>
                    <a:pt x="830" y="1541"/>
                  </a:lnTo>
                  <a:lnTo>
                    <a:pt x="810" y="1462"/>
                  </a:lnTo>
                  <a:lnTo>
                    <a:pt x="810" y="1383"/>
                  </a:lnTo>
                  <a:lnTo>
                    <a:pt x="810" y="1344"/>
                  </a:lnTo>
                  <a:lnTo>
                    <a:pt x="830" y="1423"/>
                  </a:lnTo>
                  <a:lnTo>
                    <a:pt x="830" y="1462"/>
                  </a:lnTo>
                  <a:lnTo>
                    <a:pt x="845" y="1462"/>
                  </a:lnTo>
                  <a:lnTo>
                    <a:pt x="830" y="1403"/>
                  </a:lnTo>
                  <a:lnTo>
                    <a:pt x="830" y="1363"/>
                  </a:lnTo>
                  <a:lnTo>
                    <a:pt x="850" y="1403"/>
                  </a:lnTo>
                  <a:lnTo>
                    <a:pt x="850" y="1363"/>
                  </a:lnTo>
                  <a:lnTo>
                    <a:pt x="869" y="1423"/>
                  </a:lnTo>
                  <a:lnTo>
                    <a:pt x="869" y="1462"/>
                  </a:lnTo>
                  <a:lnTo>
                    <a:pt x="869" y="1502"/>
                  </a:lnTo>
                  <a:lnTo>
                    <a:pt x="909" y="1620"/>
                  </a:lnTo>
                  <a:lnTo>
                    <a:pt x="929" y="1739"/>
                  </a:lnTo>
                  <a:lnTo>
                    <a:pt x="948" y="1778"/>
                  </a:lnTo>
                  <a:lnTo>
                    <a:pt x="948" y="1739"/>
                  </a:lnTo>
                  <a:lnTo>
                    <a:pt x="968" y="1739"/>
                  </a:lnTo>
                  <a:lnTo>
                    <a:pt x="968" y="1679"/>
                  </a:lnTo>
                  <a:lnTo>
                    <a:pt x="988" y="1739"/>
                  </a:lnTo>
                  <a:lnTo>
                    <a:pt x="1008" y="1679"/>
                  </a:lnTo>
                  <a:lnTo>
                    <a:pt x="1027" y="1758"/>
                  </a:lnTo>
                  <a:lnTo>
                    <a:pt x="1047" y="1758"/>
                  </a:lnTo>
                  <a:lnTo>
                    <a:pt x="1047" y="1699"/>
                  </a:lnTo>
                  <a:lnTo>
                    <a:pt x="1047" y="1640"/>
                  </a:lnTo>
                  <a:lnTo>
                    <a:pt x="1067" y="1640"/>
                  </a:lnTo>
                  <a:lnTo>
                    <a:pt x="1087" y="1679"/>
                  </a:lnTo>
                  <a:lnTo>
                    <a:pt x="1087" y="1640"/>
                  </a:lnTo>
                  <a:lnTo>
                    <a:pt x="1106" y="1699"/>
                  </a:lnTo>
                  <a:lnTo>
                    <a:pt x="1106" y="1679"/>
                  </a:lnTo>
                  <a:lnTo>
                    <a:pt x="1126" y="1640"/>
                  </a:lnTo>
                  <a:lnTo>
                    <a:pt x="1146" y="1699"/>
                  </a:lnTo>
                  <a:lnTo>
                    <a:pt x="1146" y="1660"/>
                  </a:lnTo>
                  <a:lnTo>
                    <a:pt x="1146" y="1581"/>
                  </a:lnTo>
                  <a:lnTo>
                    <a:pt x="1166" y="1679"/>
                  </a:lnTo>
                  <a:lnTo>
                    <a:pt x="1205" y="1620"/>
                  </a:lnTo>
                  <a:lnTo>
                    <a:pt x="1265" y="1581"/>
                  </a:lnTo>
                  <a:lnTo>
                    <a:pt x="1265" y="1600"/>
                  </a:lnTo>
                  <a:lnTo>
                    <a:pt x="1284" y="1581"/>
                  </a:lnTo>
                  <a:lnTo>
                    <a:pt x="1284" y="1541"/>
                  </a:lnTo>
                  <a:lnTo>
                    <a:pt x="1304" y="1502"/>
                  </a:lnTo>
                  <a:lnTo>
                    <a:pt x="1324" y="1502"/>
                  </a:lnTo>
                  <a:lnTo>
                    <a:pt x="1324" y="1462"/>
                  </a:lnTo>
                  <a:lnTo>
                    <a:pt x="1304" y="1403"/>
                  </a:lnTo>
                  <a:lnTo>
                    <a:pt x="1284" y="1284"/>
                  </a:lnTo>
                  <a:lnTo>
                    <a:pt x="1284" y="1265"/>
                  </a:lnTo>
                  <a:lnTo>
                    <a:pt x="1304" y="1304"/>
                  </a:lnTo>
                  <a:lnTo>
                    <a:pt x="1304" y="1344"/>
                  </a:lnTo>
                  <a:lnTo>
                    <a:pt x="1324" y="1363"/>
                  </a:lnTo>
                  <a:lnTo>
                    <a:pt x="1344" y="144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383" y="1521"/>
                  </a:lnTo>
                  <a:lnTo>
                    <a:pt x="1363" y="1581"/>
                  </a:lnTo>
                  <a:lnTo>
                    <a:pt x="1383" y="1541"/>
                  </a:lnTo>
                  <a:lnTo>
                    <a:pt x="1403" y="1541"/>
                  </a:lnTo>
                  <a:lnTo>
                    <a:pt x="1403" y="1482"/>
                  </a:lnTo>
                  <a:lnTo>
                    <a:pt x="1403" y="1462"/>
                  </a:lnTo>
                  <a:lnTo>
                    <a:pt x="1403" y="1403"/>
                  </a:lnTo>
                  <a:lnTo>
                    <a:pt x="1423" y="1502"/>
                  </a:lnTo>
                  <a:lnTo>
                    <a:pt x="1423" y="1442"/>
                  </a:lnTo>
                  <a:lnTo>
                    <a:pt x="1423" y="1423"/>
                  </a:lnTo>
                  <a:lnTo>
                    <a:pt x="1442" y="1423"/>
                  </a:lnTo>
                  <a:lnTo>
                    <a:pt x="1442" y="1442"/>
                  </a:lnTo>
                  <a:lnTo>
                    <a:pt x="1462" y="1502"/>
                  </a:lnTo>
                  <a:lnTo>
                    <a:pt x="1462" y="1462"/>
                  </a:lnTo>
                  <a:lnTo>
                    <a:pt x="1462" y="1442"/>
                  </a:lnTo>
                  <a:lnTo>
                    <a:pt x="1482" y="1482"/>
                  </a:lnTo>
                  <a:lnTo>
                    <a:pt x="1502" y="1502"/>
                  </a:lnTo>
                  <a:lnTo>
                    <a:pt x="1521" y="1502"/>
                  </a:lnTo>
                  <a:lnTo>
                    <a:pt x="1541" y="1521"/>
                  </a:lnTo>
                  <a:lnTo>
                    <a:pt x="1561" y="1482"/>
                  </a:lnTo>
                  <a:lnTo>
                    <a:pt x="1561" y="1423"/>
                  </a:lnTo>
                  <a:lnTo>
                    <a:pt x="1541" y="1403"/>
                  </a:lnTo>
                  <a:lnTo>
                    <a:pt x="1541" y="1344"/>
                  </a:lnTo>
                  <a:lnTo>
                    <a:pt x="1541" y="1324"/>
                  </a:lnTo>
                  <a:lnTo>
                    <a:pt x="1541" y="1304"/>
                  </a:lnTo>
                  <a:lnTo>
                    <a:pt x="1561" y="1344"/>
                  </a:lnTo>
                  <a:lnTo>
                    <a:pt x="1561" y="1383"/>
                  </a:lnTo>
                  <a:lnTo>
                    <a:pt x="1581" y="1423"/>
                  </a:lnTo>
                  <a:lnTo>
                    <a:pt x="1600" y="1423"/>
                  </a:lnTo>
                  <a:lnTo>
                    <a:pt x="1600" y="1462"/>
                  </a:lnTo>
                  <a:lnTo>
                    <a:pt x="1620" y="1442"/>
                  </a:lnTo>
                  <a:lnTo>
                    <a:pt x="1620" y="1482"/>
                  </a:lnTo>
                  <a:lnTo>
                    <a:pt x="1640" y="1462"/>
                  </a:lnTo>
                  <a:lnTo>
                    <a:pt x="1640" y="1423"/>
                  </a:lnTo>
                  <a:lnTo>
                    <a:pt x="1660" y="1324"/>
                  </a:lnTo>
                  <a:lnTo>
                    <a:pt x="1660" y="1344"/>
                  </a:lnTo>
                  <a:lnTo>
                    <a:pt x="1679" y="1265"/>
                  </a:lnTo>
                  <a:lnTo>
                    <a:pt x="1679" y="1205"/>
                  </a:lnTo>
                  <a:lnTo>
                    <a:pt x="1699" y="1265"/>
                  </a:lnTo>
                  <a:lnTo>
                    <a:pt x="1699" y="1324"/>
                  </a:lnTo>
                  <a:lnTo>
                    <a:pt x="1679" y="1324"/>
                  </a:lnTo>
                  <a:lnTo>
                    <a:pt x="1699" y="1403"/>
                  </a:lnTo>
                  <a:lnTo>
                    <a:pt x="1719" y="1423"/>
                  </a:lnTo>
                  <a:lnTo>
                    <a:pt x="1739" y="1442"/>
                  </a:lnTo>
                  <a:lnTo>
                    <a:pt x="1758" y="1423"/>
                  </a:lnTo>
                  <a:lnTo>
                    <a:pt x="1778" y="1403"/>
                  </a:lnTo>
                  <a:lnTo>
                    <a:pt x="1798" y="1383"/>
                  </a:lnTo>
                  <a:lnTo>
                    <a:pt x="1798" y="1363"/>
                  </a:lnTo>
                  <a:lnTo>
                    <a:pt x="1837" y="1423"/>
                  </a:lnTo>
                  <a:lnTo>
                    <a:pt x="1857" y="1403"/>
                  </a:lnTo>
                  <a:lnTo>
                    <a:pt x="1877" y="1403"/>
                  </a:lnTo>
                  <a:lnTo>
                    <a:pt x="1897" y="1344"/>
                  </a:lnTo>
                  <a:lnTo>
                    <a:pt x="1897" y="1403"/>
                  </a:lnTo>
                  <a:lnTo>
                    <a:pt x="1916" y="1304"/>
                  </a:lnTo>
                  <a:lnTo>
                    <a:pt x="1936" y="1265"/>
                  </a:lnTo>
                  <a:lnTo>
                    <a:pt x="1956" y="1225"/>
                  </a:lnTo>
                  <a:lnTo>
                    <a:pt x="1976" y="1186"/>
                  </a:lnTo>
                  <a:lnTo>
                    <a:pt x="1976" y="1205"/>
                  </a:lnTo>
                  <a:lnTo>
                    <a:pt x="1976" y="1245"/>
                  </a:lnTo>
                  <a:lnTo>
                    <a:pt x="1995" y="1265"/>
                  </a:lnTo>
                  <a:lnTo>
                    <a:pt x="1995" y="1166"/>
                  </a:lnTo>
                  <a:lnTo>
                    <a:pt x="1995" y="1107"/>
                  </a:lnTo>
                  <a:lnTo>
                    <a:pt x="1995" y="1067"/>
                  </a:lnTo>
                  <a:lnTo>
                    <a:pt x="2015" y="1047"/>
                  </a:lnTo>
                  <a:lnTo>
                    <a:pt x="2015" y="1067"/>
                  </a:lnTo>
                  <a:lnTo>
                    <a:pt x="2035" y="1008"/>
                  </a:lnTo>
                  <a:lnTo>
                    <a:pt x="2074" y="988"/>
                  </a:lnTo>
                  <a:lnTo>
                    <a:pt x="2114" y="968"/>
                  </a:lnTo>
                  <a:lnTo>
                    <a:pt x="2173" y="988"/>
                  </a:lnTo>
                  <a:lnTo>
                    <a:pt x="2153" y="1047"/>
                  </a:lnTo>
                  <a:lnTo>
                    <a:pt x="2173" y="1028"/>
                  </a:lnTo>
                  <a:lnTo>
                    <a:pt x="2193" y="1047"/>
                  </a:lnTo>
                  <a:lnTo>
                    <a:pt x="2193" y="1028"/>
                  </a:lnTo>
                  <a:lnTo>
                    <a:pt x="2213" y="1067"/>
                  </a:lnTo>
                  <a:lnTo>
                    <a:pt x="2213" y="1087"/>
                  </a:lnTo>
                  <a:lnTo>
                    <a:pt x="2232" y="1126"/>
                  </a:lnTo>
                  <a:lnTo>
                    <a:pt x="2252" y="1146"/>
                  </a:lnTo>
                  <a:lnTo>
                    <a:pt x="2252" y="1126"/>
                  </a:lnTo>
                  <a:lnTo>
                    <a:pt x="2292" y="1265"/>
                  </a:lnTo>
                  <a:lnTo>
                    <a:pt x="2292" y="1186"/>
                  </a:lnTo>
                  <a:lnTo>
                    <a:pt x="2292" y="1166"/>
                  </a:lnTo>
                  <a:lnTo>
                    <a:pt x="2292" y="1126"/>
                  </a:lnTo>
                  <a:lnTo>
                    <a:pt x="2292" y="1107"/>
                  </a:lnTo>
                  <a:lnTo>
                    <a:pt x="2292" y="929"/>
                  </a:lnTo>
                  <a:lnTo>
                    <a:pt x="2272" y="771"/>
                  </a:lnTo>
                  <a:lnTo>
                    <a:pt x="2252" y="771"/>
                  </a:lnTo>
                  <a:lnTo>
                    <a:pt x="2252" y="712"/>
                  </a:lnTo>
                  <a:lnTo>
                    <a:pt x="2252" y="652"/>
                  </a:lnTo>
                  <a:lnTo>
                    <a:pt x="2232" y="652"/>
                  </a:lnTo>
                  <a:lnTo>
                    <a:pt x="2232" y="672"/>
                  </a:lnTo>
                  <a:lnTo>
                    <a:pt x="2213" y="652"/>
                  </a:lnTo>
                  <a:lnTo>
                    <a:pt x="2193" y="593"/>
                  </a:lnTo>
                  <a:lnTo>
                    <a:pt x="2193" y="534"/>
                  </a:lnTo>
                  <a:lnTo>
                    <a:pt x="2193" y="514"/>
                  </a:lnTo>
                  <a:lnTo>
                    <a:pt x="2173" y="534"/>
                  </a:lnTo>
                  <a:lnTo>
                    <a:pt x="2173" y="554"/>
                  </a:lnTo>
                  <a:lnTo>
                    <a:pt x="2153" y="514"/>
                  </a:lnTo>
                  <a:lnTo>
                    <a:pt x="2153" y="475"/>
                  </a:lnTo>
                  <a:lnTo>
                    <a:pt x="2153" y="455"/>
                  </a:lnTo>
                  <a:lnTo>
                    <a:pt x="2134" y="415"/>
                  </a:lnTo>
                  <a:lnTo>
                    <a:pt x="2134" y="494"/>
                  </a:lnTo>
                  <a:lnTo>
                    <a:pt x="2134" y="554"/>
                  </a:lnTo>
                  <a:lnTo>
                    <a:pt x="2114" y="514"/>
                  </a:lnTo>
                  <a:lnTo>
                    <a:pt x="2134" y="435"/>
                  </a:lnTo>
                  <a:lnTo>
                    <a:pt x="2114" y="396"/>
                  </a:lnTo>
                  <a:lnTo>
                    <a:pt x="2094" y="396"/>
                  </a:lnTo>
                  <a:lnTo>
                    <a:pt x="2094" y="356"/>
                  </a:lnTo>
                  <a:lnTo>
                    <a:pt x="2074" y="297"/>
                  </a:lnTo>
                  <a:lnTo>
                    <a:pt x="2074" y="317"/>
                  </a:lnTo>
                  <a:lnTo>
                    <a:pt x="2074" y="356"/>
                  </a:lnTo>
                  <a:lnTo>
                    <a:pt x="2055" y="356"/>
                  </a:lnTo>
                  <a:lnTo>
                    <a:pt x="2055" y="336"/>
                  </a:lnTo>
                  <a:lnTo>
                    <a:pt x="2055" y="317"/>
                  </a:lnTo>
                  <a:lnTo>
                    <a:pt x="2035" y="297"/>
                  </a:lnTo>
                  <a:lnTo>
                    <a:pt x="2035" y="257"/>
                  </a:lnTo>
                  <a:lnTo>
                    <a:pt x="2015" y="218"/>
                  </a:lnTo>
                  <a:lnTo>
                    <a:pt x="2015" y="257"/>
                  </a:lnTo>
                  <a:lnTo>
                    <a:pt x="1995" y="257"/>
                  </a:lnTo>
                  <a:lnTo>
                    <a:pt x="1995" y="356"/>
                  </a:lnTo>
                  <a:lnTo>
                    <a:pt x="1995" y="415"/>
                  </a:lnTo>
                  <a:lnTo>
                    <a:pt x="1995" y="435"/>
                  </a:lnTo>
                  <a:lnTo>
                    <a:pt x="1976" y="336"/>
                  </a:lnTo>
                  <a:lnTo>
                    <a:pt x="1956" y="198"/>
                  </a:lnTo>
                  <a:lnTo>
                    <a:pt x="1956" y="218"/>
                  </a:lnTo>
                  <a:lnTo>
                    <a:pt x="1936" y="218"/>
                  </a:lnTo>
                  <a:lnTo>
                    <a:pt x="1936" y="178"/>
                  </a:lnTo>
                  <a:lnTo>
                    <a:pt x="1936" y="139"/>
                  </a:lnTo>
                  <a:lnTo>
                    <a:pt x="1916" y="99"/>
                  </a:lnTo>
                  <a:lnTo>
                    <a:pt x="1897" y="80"/>
                  </a:lnTo>
                  <a:lnTo>
                    <a:pt x="1897" y="159"/>
                  </a:lnTo>
                  <a:lnTo>
                    <a:pt x="1877" y="119"/>
                  </a:lnTo>
                  <a:lnTo>
                    <a:pt x="1877" y="99"/>
                  </a:lnTo>
                  <a:lnTo>
                    <a:pt x="1857" y="99"/>
                  </a:lnTo>
                  <a:lnTo>
                    <a:pt x="1837" y="60"/>
                  </a:lnTo>
                  <a:lnTo>
                    <a:pt x="1837" y="159"/>
                  </a:lnTo>
                  <a:lnTo>
                    <a:pt x="1818" y="119"/>
                  </a:lnTo>
                  <a:lnTo>
                    <a:pt x="1818" y="238"/>
                  </a:lnTo>
                  <a:lnTo>
                    <a:pt x="1798" y="178"/>
                  </a:lnTo>
                  <a:lnTo>
                    <a:pt x="1778" y="99"/>
                  </a:lnTo>
                  <a:lnTo>
                    <a:pt x="1778" y="119"/>
                  </a:lnTo>
                  <a:lnTo>
                    <a:pt x="1778" y="198"/>
                  </a:lnTo>
                  <a:lnTo>
                    <a:pt x="1758" y="297"/>
                  </a:lnTo>
                  <a:lnTo>
                    <a:pt x="1739" y="238"/>
                  </a:lnTo>
                  <a:lnTo>
                    <a:pt x="1739" y="159"/>
                  </a:lnTo>
                  <a:lnTo>
                    <a:pt x="1719" y="139"/>
                  </a:lnTo>
                  <a:lnTo>
                    <a:pt x="1699" y="60"/>
                  </a:lnTo>
                  <a:lnTo>
                    <a:pt x="1719" y="178"/>
                  </a:lnTo>
                  <a:lnTo>
                    <a:pt x="1699" y="178"/>
                  </a:lnTo>
                  <a:lnTo>
                    <a:pt x="1699" y="159"/>
                  </a:lnTo>
                  <a:lnTo>
                    <a:pt x="1679" y="99"/>
                  </a:lnTo>
                  <a:lnTo>
                    <a:pt x="1660" y="80"/>
                  </a:lnTo>
                  <a:lnTo>
                    <a:pt x="1640" y="60"/>
                  </a:lnTo>
                  <a:lnTo>
                    <a:pt x="1620" y="40"/>
                  </a:lnTo>
                  <a:lnTo>
                    <a:pt x="1620" y="60"/>
                  </a:lnTo>
                  <a:lnTo>
                    <a:pt x="1640" y="178"/>
                  </a:lnTo>
                  <a:lnTo>
                    <a:pt x="1640" y="238"/>
                  </a:lnTo>
                  <a:lnTo>
                    <a:pt x="1620" y="277"/>
                  </a:lnTo>
                  <a:lnTo>
                    <a:pt x="1640" y="297"/>
                  </a:lnTo>
                  <a:lnTo>
                    <a:pt x="1640" y="336"/>
                  </a:lnTo>
                  <a:lnTo>
                    <a:pt x="1620" y="297"/>
                  </a:lnTo>
                  <a:lnTo>
                    <a:pt x="1620" y="238"/>
                  </a:lnTo>
                  <a:lnTo>
                    <a:pt x="1600" y="257"/>
                  </a:lnTo>
                  <a:lnTo>
                    <a:pt x="1600" y="178"/>
                  </a:lnTo>
                  <a:lnTo>
                    <a:pt x="1581" y="139"/>
                  </a:lnTo>
                  <a:lnTo>
                    <a:pt x="1581" y="80"/>
                  </a:lnTo>
                  <a:lnTo>
                    <a:pt x="1561" y="99"/>
                  </a:lnTo>
                  <a:lnTo>
                    <a:pt x="1561" y="20"/>
                  </a:lnTo>
                  <a:lnTo>
                    <a:pt x="1541" y="40"/>
                  </a:lnTo>
                  <a:lnTo>
                    <a:pt x="1541" y="80"/>
                  </a:lnTo>
                  <a:lnTo>
                    <a:pt x="1521" y="2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11"/>
            <p:cNvSpPr/>
            <p:nvPr/>
          </p:nvSpPr>
          <p:spPr>
            <a:xfrm>
              <a:off x="-1317575" y="3999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11"/>
            <p:cNvSpPr/>
            <p:nvPr/>
          </p:nvSpPr>
          <p:spPr>
            <a:xfrm>
              <a:off x="-1297825" y="396720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11"/>
            <p:cNvSpPr/>
            <p:nvPr/>
          </p:nvSpPr>
          <p:spPr>
            <a:xfrm>
              <a:off x="-1322525" y="398597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11"/>
            <p:cNvSpPr/>
            <p:nvPr/>
          </p:nvSpPr>
          <p:spPr>
            <a:xfrm>
              <a:off x="-1189200" y="3983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11"/>
            <p:cNvSpPr/>
            <p:nvPr/>
          </p:nvSpPr>
          <p:spPr>
            <a:xfrm>
              <a:off x="-1161050" y="3983000"/>
              <a:ext cx="1025" cy="2500"/>
            </a:xfrm>
            <a:custGeom>
              <a:rect b="b" l="l" r="r" t="t"/>
              <a:pathLst>
                <a:path extrusionOk="0" h="100" w="41">
                  <a:moveTo>
                    <a:pt x="1" y="1"/>
                  </a:moveTo>
                  <a:lnTo>
                    <a:pt x="1" y="80"/>
                  </a:lnTo>
                  <a:lnTo>
                    <a:pt x="21" y="8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11"/>
            <p:cNvSpPr/>
            <p:nvPr/>
          </p:nvSpPr>
          <p:spPr>
            <a:xfrm>
              <a:off x="-1146725" y="3974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11"/>
            <p:cNvSpPr/>
            <p:nvPr/>
          </p:nvSpPr>
          <p:spPr>
            <a:xfrm>
              <a:off x="-1145250" y="39637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0"/>
                  </a:moveTo>
                  <a:lnTo>
                    <a:pt x="1" y="20"/>
                  </a:lnTo>
                  <a:lnTo>
                    <a:pt x="21" y="2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11"/>
            <p:cNvSpPr/>
            <p:nvPr/>
          </p:nvSpPr>
          <p:spPr>
            <a:xfrm>
              <a:off x="-1144750" y="3964250"/>
              <a:ext cx="4475" cy="5450"/>
            </a:xfrm>
            <a:custGeom>
              <a:rect b="b" l="l" r="r" t="t"/>
              <a:pathLst>
                <a:path extrusionOk="0" h="218" w="179">
                  <a:moveTo>
                    <a:pt x="40" y="79"/>
                  </a:moveTo>
                  <a:lnTo>
                    <a:pt x="40" y="99"/>
                  </a:lnTo>
                  <a:lnTo>
                    <a:pt x="53" y="112"/>
                  </a:lnTo>
                  <a:lnTo>
                    <a:pt x="40" y="79"/>
                  </a:lnTo>
                  <a:close/>
                  <a:moveTo>
                    <a:pt x="1" y="0"/>
                  </a:moveTo>
                  <a:lnTo>
                    <a:pt x="20" y="40"/>
                  </a:lnTo>
                  <a:lnTo>
                    <a:pt x="20" y="59"/>
                  </a:lnTo>
                  <a:lnTo>
                    <a:pt x="40" y="79"/>
                  </a:lnTo>
                  <a:lnTo>
                    <a:pt x="80" y="119"/>
                  </a:lnTo>
                  <a:lnTo>
                    <a:pt x="119" y="119"/>
                  </a:lnTo>
                  <a:lnTo>
                    <a:pt x="99" y="79"/>
                  </a:lnTo>
                  <a:lnTo>
                    <a:pt x="80" y="40"/>
                  </a:lnTo>
                  <a:lnTo>
                    <a:pt x="1" y="0"/>
                  </a:lnTo>
                  <a:close/>
                  <a:moveTo>
                    <a:pt x="53" y="112"/>
                  </a:moveTo>
                  <a:lnTo>
                    <a:pt x="80" y="178"/>
                  </a:lnTo>
                  <a:lnTo>
                    <a:pt x="80" y="138"/>
                  </a:lnTo>
                  <a:lnTo>
                    <a:pt x="60" y="119"/>
                  </a:lnTo>
                  <a:lnTo>
                    <a:pt x="53" y="112"/>
                  </a:lnTo>
                  <a:close/>
                  <a:moveTo>
                    <a:pt x="99" y="40"/>
                  </a:moveTo>
                  <a:lnTo>
                    <a:pt x="119" y="119"/>
                  </a:lnTo>
                  <a:lnTo>
                    <a:pt x="178" y="217"/>
                  </a:lnTo>
                  <a:lnTo>
                    <a:pt x="159" y="119"/>
                  </a:lnTo>
                  <a:lnTo>
                    <a:pt x="159" y="79"/>
                  </a:lnTo>
                  <a:lnTo>
                    <a:pt x="9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11"/>
            <p:cNvSpPr/>
            <p:nvPr/>
          </p:nvSpPr>
          <p:spPr>
            <a:xfrm>
              <a:off x="-1198075" y="3951400"/>
              <a:ext cx="54350" cy="41500"/>
            </a:xfrm>
            <a:custGeom>
              <a:rect b="b" l="l" r="r" t="t"/>
              <a:pathLst>
                <a:path extrusionOk="0" h="1660" w="2174">
                  <a:moveTo>
                    <a:pt x="1008" y="0"/>
                  </a:moveTo>
                  <a:lnTo>
                    <a:pt x="988" y="40"/>
                  </a:lnTo>
                  <a:lnTo>
                    <a:pt x="988" y="60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1008" y="0"/>
                  </a:lnTo>
                  <a:close/>
                  <a:moveTo>
                    <a:pt x="2035" y="850"/>
                  </a:moveTo>
                  <a:lnTo>
                    <a:pt x="2035" y="870"/>
                  </a:lnTo>
                  <a:lnTo>
                    <a:pt x="2055" y="909"/>
                  </a:lnTo>
                  <a:lnTo>
                    <a:pt x="2055" y="889"/>
                  </a:lnTo>
                  <a:lnTo>
                    <a:pt x="2074" y="889"/>
                  </a:lnTo>
                  <a:lnTo>
                    <a:pt x="2035" y="850"/>
                  </a:lnTo>
                  <a:close/>
                  <a:moveTo>
                    <a:pt x="2015" y="870"/>
                  </a:moveTo>
                  <a:lnTo>
                    <a:pt x="2015" y="889"/>
                  </a:lnTo>
                  <a:lnTo>
                    <a:pt x="1995" y="889"/>
                  </a:lnTo>
                  <a:lnTo>
                    <a:pt x="2035" y="929"/>
                  </a:lnTo>
                  <a:lnTo>
                    <a:pt x="2035" y="889"/>
                  </a:lnTo>
                  <a:lnTo>
                    <a:pt x="2015" y="870"/>
                  </a:lnTo>
                  <a:close/>
                  <a:moveTo>
                    <a:pt x="1837" y="988"/>
                  </a:moveTo>
                  <a:lnTo>
                    <a:pt x="1837" y="1008"/>
                  </a:lnTo>
                  <a:lnTo>
                    <a:pt x="1857" y="1008"/>
                  </a:lnTo>
                  <a:lnTo>
                    <a:pt x="1837" y="988"/>
                  </a:lnTo>
                  <a:close/>
                  <a:moveTo>
                    <a:pt x="1600" y="1028"/>
                  </a:moveTo>
                  <a:lnTo>
                    <a:pt x="1620" y="1087"/>
                  </a:lnTo>
                  <a:lnTo>
                    <a:pt x="1620" y="1067"/>
                  </a:lnTo>
                  <a:lnTo>
                    <a:pt x="1600" y="1028"/>
                  </a:lnTo>
                  <a:close/>
                  <a:moveTo>
                    <a:pt x="1640" y="1107"/>
                  </a:moveTo>
                  <a:lnTo>
                    <a:pt x="1640" y="1126"/>
                  </a:lnTo>
                  <a:lnTo>
                    <a:pt x="1640" y="1146"/>
                  </a:lnTo>
                  <a:lnTo>
                    <a:pt x="1620" y="1146"/>
                  </a:lnTo>
                  <a:lnTo>
                    <a:pt x="1620" y="1166"/>
                  </a:lnTo>
                  <a:lnTo>
                    <a:pt x="1660" y="1245"/>
                  </a:lnTo>
                  <a:lnTo>
                    <a:pt x="1660" y="1225"/>
                  </a:lnTo>
                  <a:lnTo>
                    <a:pt x="1679" y="1245"/>
                  </a:lnTo>
                  <a:lnTo>
                    <a:pt x="1699" y="1265"/>
                  </a:lnTo>
                  <a:lnTo>
                    <a:pt x="1699" y="1265"/>
                  </a:lnTo>
                  <a:lnTo>
                    <a:pt x="1679" y="1225"/>
                  </a:lnTo>
                  <a:lnTo>
                    <a:pt x="1679" y="1205"/>
                  </a:lnTo>
                  <a:lnTo>
                    <a:pt x="1640" y="1107"/>
                  </a:lnTo>
                  <a:close/>
                  <a:moveTo>
                    <a:pt x="1344" y="1265"/>
                  </a:moveTo>
                  <a:lnTo>
                    <a:pt x="1344" y="1265"/>
                  </a:lnTo>
                  <a:lnTo>
                    <a:pt x="1344" y="1265"/>
                  </a:lnTo>
                  <a:close/>
                  <a:moveTo>
                    <a:pt x="1482" y="1265"/>
                  </a:moveTo>
                  <a:lnTo>
                    <a:pt x="1482" y="1265"/>
                  </a:lnTo>
                  <a:lnTo>
                    <a:pt x="1482" y="1265"/>
                  </a:lnTo>
                  <a:close/>
                  <a:moveTo>
                    <a:pt x="1541" y="1363"/>
                  </a:moveTo>
                  <a:lnTo>
                    <a:pt x="1541" y="1363"/>
                  </a:lnTo>
                  <a:lnTo>
                    <a:pt x="1541" y="1363"/>
                  </a:lnTo>
                  <a:close/>
                  <a:moveTo>
                    <a:pt x="1383" y="1383"/>
                  </a:moveTo>
                  <a:lnTo>
                    <a:pt x="1403" y="1442"/>
                  </a:lnTo>
                  <a:lnTo>
                    <a:pt x="1442" y="1442"/>
                  </a:lnTo>
                  <a:lnTo>
                    <a:pt x="1462" y="1462"/>
                  </a:lnTo>
                  <a:lnTo>
                    <a:pt x="1462" y="1423"/>
                  </a:lnTo>
                  <a:lnTo>
                    <a:pt x="1442" y="1403"/>
                  </a:lnTo>
                  <a:lnTo>
                    <a:pt x="1423" y="1383"/>
                  </a:lnTo>
                  <a:lnTo>
                    <a:pt x="1423" y="1403"/>
                  </a:lnTo>
                  <a:lnTo>
                    <a:pt x="1403" y="1383"/>
                  </a:lnTo>
                  <a:close/>
                  <a:moveTo>
                    <a:pt x="1223" y="1482"/>
                  </a:moveTo>
                  <a:lnTo>
                    <a:pt x="1225" y="1502"/>
                  </a:lnTo>
                  <a:lnTo>
                    <a:pt x="1225" y="1482"/>
                  </a:lnTo>
                  <a:close/>
                  <a:moveTo>
                    <a:pt x="1080" y="1581"/>
                  </a:moveTo>
                  <a:lnTo>
                    <a:pt x="1087" y="1600"/>
                  </a:lnTo>
                  <a:lnTo>
                    <a:pt x="1087" y="1581"/>
                  </a:lnTo>
                  <a:close/>
                  <a:moveTo>
                    <a:pt x="1107" y="0"/>
                  </a:moveTo>
                  <a:lnTo>
                    <a:pt x="1107" y="40"/>
                  </a:lnTo>
                  <a:lnTo>
                    <a:pt x="1087" y="60"/>
                  </a:lnTo>
                  <a:lnTo>
                    <a:pt x="1087" y="99"/>
                  </a:lnTo>
                  <a:lnTo>
                    <a:pt x="1107" y="159"/>
                  </a:lnTo>
                  <a:lnTo>
                    <a:pt x="1146" y="277"/>
                  </a:lnTo>
                  <a:lnTo>
                    <a:pt x="1146" y="297"/>
                  </a:lnTo>
                  <a:lnTo>
                    <a:pt x="1126" y="257"/>
                  </a:lnTo>
                  <a:lnTo>
                    <a:pt x="1107" y="218"/>
                  </a:lnTo>
                  <a:lnTo>
                    <a:pt x="1087" y="218"/>
                  </a:lnTo>
                  <a:lnTo>
                    <a:pt x="1067" y="119"/>
                  </a:lnTo>
                  <a:lnTo>
                    <a:pt x="1047" y="40"/>
                  </a:lnTo>
                  <a:lnTo>
                    <a:pt x="1047" y="119"/>
                  </a:lnTo>
                  <a:lnTo>
                    <a:pt x="1027" y="119"/>
                  </a:lnTo>
                  <a:lnTo>
                    <a:pt x="1027" y="139"/>
                  </a:lnTo>
                  <a:lnTo>
                    <a:pt x="1008" y="119"/>
                  </a:lnTo>
                  <a:lnTo>
                    <a:pt x="988" y="79"/>
                  </a:lnTo>
                  <a:lnTo>
                    <a:pt x="988" y="60"/>
                  </a:lnTo>
                  <a:lnTo>
                    <a:pt x="968" y="60"/>
                  </a:lnTo>
                  <a:lnTo>
                    <a:pt x="988" y="99"/>
                  </a:lnTo>
                  <a:lnTo>
                    <a:pt x="988" y="139"/>
                  </a:lnTo>
                  <a:lnTo>
                    <a:pt x="988" y="198"/>
                  </a:lnTo>
                  <a:lnTo>
                    <a:pt x="948" y="99"/>
                  </a:lnTo>
                  <a:lnTo>
                    <a:pt x="968" y="159"/>
                  </a:lnTo>
                  <a:lnTo>
                    <a:pt x="968" y="178"/>
                  </a:lnTo>
                  <a:lnTo>
                    <a:pt x="948" y="178"/>
                  </a:lnTo>
                  <a:lnTo>
                    <a:pt x="929" y="159"/>
                  </a:lnTo>
                  <a:lnTo>
                    <a:pt x="909" y="119"/>
                  </a:lnTo>
                  <a:lnTo>
                    <a:pt x="909" y="139"/>
                  </a:lnTo>
                  <a:lnTo>
                    <a:pt x="909" y="178"/>
                  </a:lnTo>
                  <a:lnTo>
                    <a:pt x="889" y="119"/>
                  </a:lnTo>
                  <a:lnTo>
                    <a:pt x="830" y="119"/>
                  </a:lnTo>
                  <a:lnTo>
                    <a:pt x="810" y="99"/>
                  </a:lnTo>
                  <a:lnTo>
                    <a:pt x="810" y="159"/>
                  </a:lnTo>
                  <a:lnTo>
                    <a:pt x="810" y="218"/>
                  </a:lnTo>
                  <a:lnTo>
                    <a:pt x="810" y="238"/>
                  </a:lnTo>
                  <a:lnTo>
                    <a:pt x="850" y="277"/>
                  </a:lnTo>
                  <a:lnTo>
                    <a:pt x="850" y="317"/>
                  </a:lnTo>
                  <a:lnTo>
                    <a:pt x="830" y="336"/>
                  </a:lnTo>
                  <a:lnTo>
                    <a:pt x="810" y="297"/>
                  </a:lnTo>
                  <a:lnTo>
                    <a:pt x="810" y="257"/>
                  </a:lnTo>
                  <a:lnTo>
                    <a:pt x="790" y="218"/>
                  </a:lnTo>
                  <a:lnTo>
                    <a:pt x="771" y="218"/>
                  </a:lnTo>
                  <a:lnTo>
                    <a:pt x="751" y="178"/>
                  </a:lnTo>
                  <a:lnTo>
                    <a:pt x="731" y="218"/>
                  </a:lnTo>
                  <a:lnTo>
                    <a:pt x="711" y="178"/>
                  </a:lnTo>
                  <a:lnTo>
                    <a:pt x="711" y="198"/>
                  </a:lnTo>
                  <a:lnTo>
                    <a:pt x="711" y="238"/>
                  </a:lnTo>
                  <a:lnTo>
                    <a:pt x="731" y="317"/>
                  </a:lnTo>
                  <a:lnTo>
                    <a:pt x="692" y="238"/>
                  </a:lnTo>
                  <a:lnTo>
                    <a:pt x="711" y="336"/>
                  </a:lnTo>
                  <a:lnTo>
                    <a:pt x="692" y="317"/>
                  </a:lnTo>
                  <a:lnTo>
                    <a:pt x="692" y="356"/>
                  </a:lnTo>
                  <a:lnTo>
                    <a:pt x="692" y="396"/>
                  </a:lnTo>
                  <a:lnTo>
                    <a:pt x="711" y="455"/>
                  </a:lnTo>
                  <a:lnTo>
                    <a:pt x="692" y="415"/>
                  </a:lnTo>
                  <a:lnTo>
                    <a:pt x="672" y="396"/>
                  </a:lnTo>
                  <a:lnTo>
                    <a:pt x="632" y="317"/>
                  </a:lnTo>
                  <a:lnTo>
                    <a:pt x="652" y="317"/>
                  </a:lnTo>
                  <a:lnTo>
                    <a:pt x="652" y="336"/>
                  </a:lnTo>
                  <a:lnTo>
                    <a:pt x="672" y="356"/>
                  </a:lnTo>
                  <a:lnTo>
                    <a:pt x="672" y="336"/>
                  </a:lnTo>
                  <a:lnTo>
                    <a:pt x="632" y="277"/>
                  </a:lnTo>
                  <a:lnTo>
                    <a:pt x="613" y="257"/>
                  </a:lnTo>
                  <a:lnTo>
                    <a:pt x="573" y="257"/>
                  </a:lnTo>
                  <a:lnTo>
                    <a:pt x="553" y="297"/>
                  </a:lnTo>
                  <a:lnTo>
                    <a:pt x="534" y="317"/>
                  </a:lnTo>
                  <a:lnTo>
                    <a:pt x="553" y="396"/>
                  </a:lnTo>
                  <a:lnTo>
                    <a:pt x="553" y="396"/>
                  </a:lnTo>
                  <a:lnTo>
                    <a:pt x="534" y="336"/>
                  </a:lnTo>
                  <a:lnTo>
                    <a:pt x="474" y="297"/>
                  </a:lnTo>
                  <a:lnTo>
                    <a:pt x="455" y="297"/>
                  </a:lnTo>
                  <a:lnTo>
                    <a:pt x="435" y="317"/>
                  </a:lnTo>
                  <a:lnTo>
                    <a:pt x="435" y="336"/>
                  </a:lnTo>
                  <a:lnTo>
                    <a:pt x="435" y="376"/>
                  </a:lnTo>
                  <a:lnTo>
                    <a:pt x="395" y="336"/>
                  </a:lnTo>
                  <a:lnTo>
                    <a:pt x="395" y="336"/>
                  </a:lnTo>
                  <a:lnTo>
                    <a:pt x="415" y="415"/>
                  </a:lnTo>
                  <a:lnTo>
                    <a:pt x="395" y="475"/>
                  </a:lnTo>
                  <a:lnTo>
                    <a:pt x="395" y="514"/>
                  </a:lnTo>
                  <a:lnTo>
                    <a:pt x="415" y="633"/>
                  </a:lnTo>
                  <a:lnTo>
                    <a:pt x="395" y="573"/>
                  </a:lnTo>
                  <a:lnTo>
                    <a:pt x="376" y="514"/>
                  </a:lnTo>
                  <a:lnTo>
                    <a:pt x="376" y="554"/>
                  </a:lnTo>
                  <a:lnTo>
                    <a:pt x="376" y="573"/>
                  </a:lnTo>
                  <a:lnTo>
                    <a:pt x="356" y="554"/>
                  </a:lnTo>
                  <a:lnTo>
                    <a:pt x="356" y="514"/>
                  </a:lnTo>
                  <a:lnTo>
                    <a:pt x="336" y="494"/>
                  </a:lnTo>
                  <a:lnTo>
                    <a:pt x="336" y="514"/>
                  </a:lnTo>
                  <a:lnTo>
                    <a:pt x="316" y="494"/>
                  </a:lnTo>
                  <a:lnTo>
                    <a:pt x="356" y="593"/>
                  </a:lnTo>
                  <a:lnTo>
                    <a:pt x="356" y="652"/>
                  </a:lnTo>
                  <a:lnTo>
                    <a:pt x="356" y="692"/>
                  </a:lnTo>
                  <a:lnTo>
                    <a:pt x="336" y="751"/>
                  </a:lnTo>
                  <a:lnTo>
                    <a:pt x="297" y="791"/>
                  </a:lnTo>
                  <a:lnTo>
                    <a:pt x="237" y="810"/>
                  </a:lnTo>
                  <a:lnTo>
                    <a:pt x="198" y="810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58" y="771"/>
                  </a:lnTo>
                  <a:lnTo>
                    <a:pt x="158" y="751"/>
                  </a:lnTo>
                  <a:lnTo>
                    <a:pt x="139" y="731"/>
                  </a:lnTo>
                  <a:lnTo>
                    <a:pt x="139" y="771"/>
                  </a:lnTo>
                  <a:lnTo>
                    <a:pt x="139" y="791"/>
                  </a:lnTo>
                  <a:lnTo>
                    <a:pt x="119" y="751"/>
                  </a:lnTo>
                  <a:lnTo>
                    <a:pt x="99" y="731"/>
                  </a:lnTo>
                  <a:lnTo>
                    <a:pt x="79" y="712"/>
                  </a:lnTo>
                  <a:lnTo>
                    <a:pt x="60" y="692"/>
                  </a:lnTo>
                  <a:lnTo>
                    <a:pt x="60" y="712"/>
                  </a:lnTo>
                  <a:lnTo>
                    <a:pt x="20" y="652"/>
                  </a:lnTo>
                  <a:lnTo>
                    <a:pt x="0" y="593"/>
                  </a:lnTo>
                  <a:lnTo>
                    <a:pt x="0" y="672"/>
                  </a:lnTo>
                  <a:lnTo>
                    <a:pt x="20" y="672"/>
                  </a:lnTo>
                  <a:lnTo>
                    <a:pt x="20" y="712"/>
                  </a:lnTo>
                  <a:lnTo>
                    <a:pt x="20" y="751"/>
                  </a:lnTo>
                  <a:lnTo>
                    <a:pt x="79" y="909"/>
                  </a:lnTo>
                  <a:lnTo>
                    <a:pt x="139" y="1047"/>
                  </a:lnTo>
                  <a:lnTo>
                    <a:pt x="139" y="1067"/>
                  </a:lnTo>
                  <a:lnTo>
                    <a:pt x="158" y="1107"/>
                  </a:lnTo>
                  <a:lnTo>
                    <a:pt x="198" y="1146"/>
                  </a:lnTo>
                  <a:lnTo>
                    <a:pt x="198" y="1126"/>
                  </a:lnTo>
                  <a:lnTo>
                    <a:pt x="218" y="1146"/>
                  </a:lnTo>
                  <a:lnTo>
                    <a:pt x="237" y="1166"/>
                  </a:lnTo>
                  <a:lnTo>
                    <a:pt x="237" y="1146"/>
                  </a:lnTo>
                  <a:lnTo>
                    <a:pt x="257" y="1205"/>
                  </a:lnTo>
                  <a:lnTo>
                    <a:pt x="277" y="1265"/>
                  </a:lnTo>
                  <a:lnTo>
                    <a:pt x="297" y="1284"/>
                  </a:lnTo>
                  <a:lnTo>
                    <a:pt x="297" y="1265"/>
                  </a:lnTo>
                  <a:lnTo>
                    <a:pt x="297" y="1245"/>
                  </a:lnTo>
                  <a:lnTo>
                    <a:pt x="316" y="1265"/>
                  </a:lnTo>
                  <a:lnTo>
                    <a:pt x="336" y="1304"/>
                  </a:lnTo>
                  <a:lnTo>
                    <a:pt x="356" y="1324"/>
                  </a:lnTo>
                  <a:lnTo>
                    <a:pt x="336" y="1284"/>
                  </a:lnTo>
                  <a:lnTo>
                    <a:pt x="336" y="1265"/>
                  </a:lnTo>
                  <a:lnTo>
                    <a:pt x="356" y="1284"/>
                  </a:lnTo>
                  <a:lnTo>
                    <a:pt x="316" y="1205"/>
                  </a:lnTo>
                  <a:lnTo>
                    <a:pt x="316" y="1166"/>
                  </a:lnTo>
                  <a:lnTo>
                    <a:pt x="336" y="1225"/>
                  </a:lnTo>
                  <a:lnTo>
                    <a:pt x="356" y="1265"/>
                  </a:lnTo>
                  <a:lnTo>
                    <a:pt x="376" y="1344"/>
                  </a:lnTo>
                  <a:lnTo>
                    <a:pt x="395" y="1363"/>
                  </a:lnTo>
                  <a:lnTo>
                    <a:pt x="415" y="1363"/>
                  </a:lnTo>
                  <a:lnTo>
                    <a:pt x="415" y="1383"/>
                  </a:lnTo>
                  <a:lnTo>
                    <a:pt x="415" y="1403"/>
                  </a:lnTo>
                  <a:lnTo>
                    <a:pt x="455" y="1462"/>
                  </a:lnTo>
                  <a:lnTo>
                    <a:pt x="455" y="1442"/>
                  </a:lnTo>
                  <a:lnTo>
                    <a:pt x="455" y="1403"/>
                  </a:lnTo>
                  <a:lnTo>
                    <a:pt x="455" y="1383"/>
                  </a:lnTo>
                  <a:lnTo>
                    <a:pt x="474" y="1383"/>
                  </a:lnTo>
                  <a:lnTo>
                    <a:pt x="474" y="1423"/>
                  </a:lnTo>
                  <a:lnTo>
                    <a:pt x="494" y="1423"/>
                  </a:lnTo>
                  <a:lnTo>
                    <a:pt x="514" y="1482"/>
                  </a:lnTo>
                  <a:lnTo>
                    <a:pt x="553" y="1521"/>
                  </a:lnTo>
                  <a:lnTo>
                    <a:pt x="534" y="1482"/>
                  </a:lnTo>
                  <a:lnTo>
                    <a:pt x="553" y="1482"/>
                  </a:lnTo>
                  <a:lnTo>
                    <a:pt x="534" y="1423"/>
                  </a:lnTo>
                  <a:lnTo>
                    <a:pt x="573" y="1482"/>
                  </a:lnTo>
                  <a:lnTo>
                    <a:pt x="573" y="1482"/>
                  </a:lnTo>
                  <a:lnTo>
                    <a:pt x="534" y="1363"/>
                  </a:lnTo>
                  <a:lnTo>
                    <a:pt x="514" y="1324"/>
                  </a:lnTo>
                  <a:lnTo>
                    <a:pt x="514" y="1284"/>
                  </a:lnTo>
                  <a:lnTo>
                    <a:pt x="573" y="1403"/>
                  </a:lnTo>
                  <a:lnTo>
                    <a:pt x="593" y="1462"/>
                  </a:lnTo>
                  <a:lnTo>
                    <a:pt x="613" y="1502"/>
                  </a:lnTo>
                  <a:lnTo>
                    <a:pt x="632" y="1502"/>
                  </a:lnTo>
                  <a:lnTo>
                    <a:pt x="632" y="1521"/>
                  </a:lnTo>
                  <a:lnTo>
                    <a:pt x="652" y="1581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692" y="1541"/>
                  </a:lnTo>
                  <a:lnTo>
                    <a:pt x="711" y="1600"/>
                  </a:lnTo>
                  <a:lnTo>
                    <a:pt x="751" y="1600"/>
                  </a:lnTo>
                  <a:lnTo>
                    <a:pt x="751" y="1581"/>
                  </a:lnTo>
                  <a:lnTo>
                    <a:pt x="751" y="1541"/>
                  </a:lnTo>
                  <a:lnTo>
                    <a:pt x="771" y="1561"/>
                  </a:lnTo>
                  <a:lnTo>
                    <a:pt x="790" y="1620"/>
                  </a:lnTo>
                  <a:lnTo>
                    <a:pt x="771" y="1541"/>
                  </a:lnTo>
                  <a:lnTo>
                    <a:pt x="751" y="1442"/>
                  </a:lnTo>
                  <a:lnTo>
                    <a:pt x="790" y="1502"/>
                  </a:lnTo>
                  <a:lnTo>
                    <a:pt x="810" y="1581"/>
                  </a:lnTo>
                  <a:lnTo>
                    <a:pt x="810" y="1620"/>
                  </a:lnTo>
                  <a:lnTo>
                    <a:pt x="830" y="1620"/>
                  </a:lnTo>
                  <a:lnTo>
                    <a:pt x="814" y="1589"/>
                  </a:lnTo>
                  <a:lnTo>
                    <a:pt x="850" y="1660"/>
                  </a:lnTo>
                  <a:lnTo>
                    <a:pt x="869" y="1660"/>
                  </a:lnTo>
                  <a:lnTo>
                    <a:pt x="850" y="1600"/>
                  </a:lnTo>
                  <a:lnTo>
                    <a:pt x="830" y="1561"/>
                  </a:lnTo>
                  <a:lnTo>
                    <a:pt x="850" y="1640"/>
                  </a:lnTo>
                  <a:lnTo>
                    <a:pt x="850" y="1640"/>
                  </a:lnTo>
                  <a:lnTo>
                    <a:pt x="830" y="1600"/>
                  </a:lnTo>
                  <a:lnTo>
                    <a:pt x="810" y="1561"/>
                  </a:lnTo>
                  <a:lnTo>
                    <a:pt x="810" y="1521"/>
                  </a:lnTo>
                  <a:lnTo>
                    <a:pt x="810" y="1482"/>
                  </a:lnTo>
                  <a:lnTo>
                    <a:pt x="790" y="1383"/>
                  </a:lnTo>
                  <a:lnTo>
                    <a:pt x="830" y="1423"/>
                  </a:lnTo>
                  <a:lnTo>
                    <a:pt x="869" y="1541"/>
                  </a:lnTo>
                  <a:lnTo>
                    <a:pt x="869" y="1521"/>
                  </a:lnTo>
                  <a:lnTo>
                    <a:pt x="909" y="1561"/>
                  </a:lnTo>
                  <a:lnTo>
                    <a:pt x="869" y="1482"/>
                  </a:lnTo>
                  <a:lnTo>
                    <a:pt x="889" y="1462"/>
                  </a:lnTo>
                  <a:lnTo>
                    <a:pt x="889" y="1482"/>
                  </a:lnTo>
                  <a:lnTo>
                    <a:pt x="929" y="1561"/>
                  </a:lnTo>
                  <a:lnTo>
                    <a:pt x="948" y="1561"/>
                  </a:lnTo>
                  <a:lnTo>
                    <a:pt x="968" y="1581"/>
                  </a:lnTo>
                  <a:lnTo>
                    <a:pt x="988" y="1600"/>
                  </a:lnTo>
                  <a:lnTo>
                    <a:pt x="1008" y="1581"/>
                  </a:lnTo>
                  <a:lnTo>
                    <a:pt x="968" y="1502"/>
                  </a:lnTo>
                  <a:lnTo>
                    <a:pt x="988" y="1581"/>
                  </a:lnTo>
                  <a:lnTo>
                    <a:pt x="948" y="1462"/>
                  </a:lnTo>
                  <a:lnTo>
                    <a:pt x="934" y="1373"/>
                  </a:lnTo>
                  <a:lnTo>
                    <a:pt x="948" y="1403"/>
                  </a:lnTo>
                  <a:lnTo>
                    <a:pt x="948" y="1363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04"/>
                  </a:lnTo>
                  <a:lnTo>
                    <a:pt x="948" y="1344"/>
                  </a:lnTo>
                  <a:lnTo>
                    <a:pt x="968" y="1383"/>
                  </a:lnTo>
                  <a:lnTo>
                    <a:pt x="968" y="1363"/>
                  </a:lnTo>
                  <a:lnTo>
                    <a:pt x="968" y="1324"/>
                  </a:lnTo>
                  <a:lnTo>
                    <a:pt x="988" y="1363"/>
                  </a:lnTo>
                  <a:lnTo>
                    <a:pt x="1008" y="1442"/>
                  </a:lnTo>
                  <a:lnTo>
                    <a:pt x="1027" y="1482"/>
                  </a:lnTo>
                  <a:lnTo>
                    <a:pt x="1027" y="1541"/>
                  </a:lnTo>
                  <a:lnTo>
                    <a:pt x="1047" y="1521"/>
                  </a:lnTo>
                  <a:lnTo>
                    <a:pt x="1067" y="1600"/>
                  </a:lnTo>
                  <a:lnTo>
                    <a:pt x="1067" y="1581"/>
                  </a:lnTo>
                  <a:lnTo>
                    <a:pt x="1080" y="1581"/>
                  </a:lnTo>
                  <a:lnTo>
                    <a:pt x="1067" y="1541"/>
                  </a:lnTo>
                  <a:lnTo>
                    <a:pt x="1107" y="1581"/>
                  </a:lnTo>
                  <a:lnTo>
                    <a:pt x="1146" y="1581"/>
                  </a:lnTo>
                  <a:lnTo>
                    <a:pt x="1126" y="1541"/>
                  </a:lnTo>
                  <a:lnTo>
                    <a:pt x="1126" y="1521"/>
                  </a:lnTo>
                  <a:lnTo>
                    <a:pt x="1146" y="1541"/>
                  </a:lnTo>
                  <a:lnTo>
                    <a:pt x="1166" y="1561"/>
                  </a:lnTo>
                  <a:lnTo>
                    <a:pt x="1166" y="1521"/>
                  </a:lnTo>
                  <a:lnTo>
                    <a:pt x="1146" y="1442"/>
                  </a:lnTo>
                  <a:lnTo>
                    <a:pt x="1186" y="1482"/>
                  </a:lnTo>
                  <a:lnTo>
                    <a:pt x="1166" y="1403"/>
                  </a:lnTo>
                  <a:lnTo>
                    <a:pt x="1166" y="1383"/>
                  </a:lnTo>
                  <a:lnTo>
                    <a:pt x="1186" y="1383"/>
                  </a:lnTo>
                  <a:lnTo>
                    <a:pt x="1186" y="1462"/>
                  </a:lnTo>
                  <a:lnTo>
                    <a:pt x="1205" y="1482"/>
                  </a:lnTo>
                  <a:lnTo>
                    <a:pt x="1223" y="1482"/>
                  </a:lnTo>
                  <a:lnTo>
                    <a:pt x="1205" y="1284"/>
                  </a:lnTo>
                  <a:lnTo>
                    <a:pt x="1166" y="1186"/>
                  </a:lnTo>
                  <a:lnTo>
                    <a:pt x="1126" y="1067"/>
                  </a:lnTo>
                  <a:lnTo>
                    <a:pt x="1146" y="1107"/>
                  </a:lnTo>
                  <a:lnTo>
                    <a:pt x="1186" y="1146"/>
                  </a:lnTo>
                  <a:lnTo>
                    <a:pt x="1205" y="1205"/>
                  </a:lnTo>
                  <a:lnTo>
                    <a:pt x="1225" y="1265"/>
                  </a:lnTo>
                  <a:lnTo>
                    <a:pt x="1205" y="1225"/>
                  </a:lnTo>
                  <a:lnTo>
                    <a:pt x="1186" y="1205"/>
                  </a:lnTo>
                  <a:lnTo>
                    <a:pt x="1265" y="1344"/>
                  </a:lnTo>
                  <a:lnTo>
                    <a:pt x="1265" y="1403"/>
                  </a:lnTo>
                  <a:lnTo>
                    <a:pt x="1284" y="1442"/>
                  </a:lnTo>
                  <a:lnTo>
                    <a:pt x="1324" y="1521"/>
                  </a:lnTo>
                  <a:lnTo>
                    <a:pt x="1324" y="1502"/>
                  </a:lnTo>
                  <a:lnTo>
                    <a:pt x="1324" y="1482"/>
                  </a:lnTo>
                  <a:lnTo>
                    <a:pt x="1344" y="1502"/>
                  </a:lnTo>
                  <a:lnTo>
                    <a:pt x="1344" y="148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44" y="1403"/>
                  </a:lnTo>
                  <a:lnTo>
                    <a:pt x="1344" y="1403"/>
                  </a:lnTo>
                  <a:lnTo>
                    <a:pt x="1363" y="1423"/>
                  </a:lnTo>
                  <a:lnTo>
                    <a:pt x="1383" y="1462"/>
                  </a:lnTo>
                  <a:lnTo>
                    <a:pt x="1383" y="1423"/>
                  </a:lnTo>
                  <a:lnTo>
                    <a:pt x="1383" y="1403"/>
                  </a:lnTo>
                  <a:lnTo>
                    <a:pt x="1363" y="1344"/>
                  </a:lnTo>
                  <a:lnTo>
                    <a:pt x="1324" y="1245"/>
                  </a:lnTo>
                  <a:lnTo>
                    <a:pt x="1324" y="1205"/>
                  </a:lnTo>
                  <a:lnTo>
                    <a:pt x="1344" y="1205"/>
                  </a:lnTo>
                  <a:lnTo>
                    <a:pt x="1344" y="1245"/>
                  </a:lnTo>
                  <a:lnTo>
                    <a:pt x="1344" y="1265"/>
                  </a:lnTo>
                  <a:lnTo>
                    <a:pt x="1363" y="1225"/>
                  </a:lnTo>
                  <a:lnTo>
                    <a:pt x="1383" y="1284"/>
                  </a:lnTo>
                  <a:lnTo>
                    <a:pt x="1383" y="1304"/>
                  </a:lnTo>
                  <a:lnTo>
                    <a:pt x="1383" y="1324"/>
                  </a:lnTo>
                  <a:lnTo>
                    <a:pt x="1403" y="1304"/>
                  </a:lnTo>
                  <a:lnTo>
                    <a:pt x="1383" y="1225"/>
                  </a:lnTo>
                  <a:lnTo>
                    <a:pt x="1403" y="1225"/>
                  </a:lnTo>
                  <a:lnTo>
                    <a:pt x="1403" y="1245"/>
                  </a:lnTo>
                  <a:lnTo>
                    <a:pt x="1442" y="1344"/>
                  </a:lnTo>
                  <a:lnTo>
                    <a:pt x="1462" y="1423"/>
                  </a:lnTo>
                  <a:lnTo>
                    <a:pt x="1462" y="1363"/>
                  </a:lnTo>
                  <a:lnTo>
                    <a:pt x="1442" y="1304"/>
                  </a:lnTo>
                  <a:lnTo>
                    <a:pt x="1423" y="1245"/>
                  </a:lnTo>
                  <a:lnTo>
                    <a:pt x="1462" y="1324"/>
                  </a:lnTo>
                  <a:lnTo>
                    <a:pt x="1482" y="1363"/>
                  </a:lnTo>
                  <a:lnTo>
                    <a:pt x="1482" y="1363"/>
                  </a:lnTo>
                  <a:lnTo>
                    <a:pt x="1462" y="1284"/>
                  </a:lnTo>
                  <a:lnTo>
                    <a:pt x="1442" y="1205"/>
                  </a:lnTo>
                  <a:lnTo>
                    <a:pt x="1423" y="1166"/>
                  </a:lnTo>
                  <a:lnTo>
                    <a:pt x="1423" y="1126"/>
                  </a:lnTo>
                  <a:lnTo>
                    <a:pt x="1403" y="1087"/>
                  </a:lnTo>
                  <a:lnTo>
                    <a:pt x="1423" y="1107"/>
                  </a:lnTo>
                  <a:lnTo>
                    <a:pt x="1423" y="1126"/>
                  </a:lnTo>
                  <a:lnTo>
                    <a:pt x="1462" y="1166"/>
                  </a:lnTo>
                  <a:lnTo>
                    <a:pt x="1482" y="1265"/>
                  </a:lnTo>
                  <a:lnTo>
                    <a:pt x="1482" y="1186"/>
                  </a:lnTo>
                  <a:lnTo>
                    <a:pt x="1482" y="1107"/>
                  </a:lnTo>
                  <a:lnTo>
                    <a:pt x="1502" y="1166"/>
                  </a:lnTo>
                  <a:lnTo>
                    <a:pt x="1502" y="1225"/>
                  </a:lnTo>
                  <a:lnTo>
                    <a:pt x="1521" y="1265"/>
                  </a:lnTo>
                  <a:lnTo>
                    <a:pt x="1541" y="1363"/>
                  </a:lnTo>
                  <a:lnTo>
                    <a:pt x="1541" y="1304"/>
                  </a:lnTo>
                  <a:lnTo>
                    <a:pt x="1541" y="1284"/>
                  </a:lnTo>
                  <a:lnTo>
                    <a:pt x="1561" y="1304"/>
                  </a:lnTo>
                  <a:lnTo>
                    <a:pt x="1581" y="1265"/>
                  </a:lnTo>
                  <a:lnTo>
                    <a:pt x="1561" y="1245"/>
                  </a:lnTo>
                  <a:lnTo>
                    <a:pt x="1561" y="1225"/>
                  </a:lnTo>
                  <a:lnTo>
                    <a:pt x="1581" y="1225"/>
                  </a:lnTo>
                  <a:lnTo>
                    <a:pt x="1581" y="1205"/>
                  </a:lnTo>
                  <a:lnTo>
                    <a:pt x="1620" y="1205"/>
                  </a:lnTo>
                  <a:lnTo>
                    <a:pt x="1620" y="1186"/>
                  </a:lnTo>
                  <a:lnTo>
                    <a:pt x="1600" y="1166"/>
                  </a:lnTo>
                  <a:lnTo>
                    <a:pt x="1600" y="1186"/>
                  </a:lnTo>
                  <a:lnTo>
                    <a:pt x="1581" y="1166"/>
                  </a:lnTo>
                  <a:lnTo>
                    <a:pt x="1561" y="1107"/>
                  </a:lnTo>
                  <a:lnTo>
                    <a:pt x="1561" y="1067"/>
                  </a:lnTo>
                  <a:lnTo>
                    <a:pt x="1561" y="1028"/>
                  </a:lnTo>
                  <a:lnTo>
                    <a:pt x="1581" y="1028"/>
                  </a:lnTo>
                  <a:lnTo>
                    <a:pt x="1561" y="1008"/>
                  </a:lnTo>
                  <a:lnTo>
                    <a:pt x="1561" y="968"/>
                  </a:lnTo>
                  <a:lnTo>
                    <a:pt x="1581" y="968"/>
                  </a:lnTo>
                  <a:lnTo>
                    <a:pt x="1600" y="1028"/>
                  </a:lnTo>
                  <a:lnTo>
                    <a:pt x="1620" y="1008"/>
                  </a:lnTo>
                  <a:lnTo>
                    <a:pt x="1620" y="1047"/>
                  </a:lnTo>
                  <a:lnTo>
                    <a:pt x="1640" y="1067"/>
                  </a:lnTo>
                  <a:lnTo>
                    <a:pt x="1640" y="1047"/>
                  </a:lnTo>
                  <a:lnTo>
                    <a:pt x="1640" y="1028"/>
                  </a:lnTo>
                  <a:lnTo>
                    <a:pt x="1660" y="1067"/>
                  </a:lnTo>
                  <a:lnTo>
                    <a:pt x="1660" y="1047"/>
                  </a:lnTo>
                  <a:lnTo>
                    <a:pt x="1679" y="1087"/>
                  </a:lnTo>
                  <a:lnTo>
                    <a:pt x="1679" y="1067"/>
                  </a:lnTo>
                  <a:lnTo>
                    <a:pt x="1679" y="1028"/>
                  </a:lnTo>
                  <a:lnTo>
                    <a:pt x="1660" y="968"/>
                  </a:lnTo>
                  <a:lnTo>
                    <a:pt x="1640" y="909"/>
                  </a:lnTo>
                  <a:lnTo>
                    <a:pt x="1640" y="889"/>
                  </a:lnTo>
                  <a:lnTo>
                    <a:pt x="1660" y="889"/>
                  </a:lnTo>
                  <a:lnTo>
                    <a:pt x="1679" y="929"/>
                  </a:lnTo>
                  <a:lnTo>
                    <a:pt x="1679" y="889"/>
                  </a:lnTo>
                  <a:lnTo>
                    <a:pt x="1699" y="929"/>
                  </a:lnTo>
                  <a:lnTo>
                    <a:pt x="1699" y="909"/>
                  </a:lnTo>
                  <a:lnTo>
                    <a:pt x="1719" y="949"/>
                  </a:lnTo>
                  <a:lnTo>
                    <a:pt x="1699" y="968"/>
                  </a:lnTo>
                  <a:lnTo>
                    <a:pt x="1699" y="988"/>
                  </a:lnTo>
                  <a:lnTo>
                    <a:pt x="1719" y="1047"/>
                  </a:lnTo>
                  <a:lnTo>
                    <a:pt x="1739" y="1067"/>
                  </a:lnTo>
                  <a:lnTo>
                    <a:pt x="1719" y="988"/>
                  </a:lnTo>
                  <a:lnTo>
                    <a:pt x="1719" y="988"/>
                  </a:lnTo>
                  <a:lnTo>
                    <a:pt x="1739" y="1008"/>
                  </a:lnTo>
                  <a:lnTo>
                    <a:pt x="1758" y="1047"/>
                  </a:lnTo>
                  <a:lnTo>
                    <a:pt x="1758" y="1008"/>
                  </a:lnTo>
                  <a:lnTo>
                    <a:pt x="1758" y="988"/>
                  </a:lnTo>
                  <a:lnTo>
                    <a:pt x="1798" y="1087"/>
                  </a:lnTo>
                  <a:lnTo>
                    <a:pt x="1798" y="1067"/>
                  </a:lnTo>
                  <a:lnTo>
                    <a:pt x="1778" y="1028"/>
                  </a:lnTo>
                  <a:lnTo>
                    <a:pt x="1837" y="1028"/>
                  </a:lnTo>
                  <a:lnTo>
                    <a:pt x="1798" y="968"/>
                  </a:lnTo>
                  <a:lnTo>
                    <a:pt x="1798" y="988"/>
                  </a:lnTo>
                  <a:lnTo>
                    <a:pt x="1798" y="1008"/>
                  </a:lnTo>
                  <a:lnTo>
                    <a:pt x="1778" y="968"/>
                  </a:lnTo>
                  <a:lnTo>
                    <a:pt x="1778" y="929"/>
                  </a:lnTo>
                  <a:lnTo>
                    <a:pt x="1798" y="929"/>
                  </a:lnTo>
                  <a:lnTo>
                    <a:pt x="1818" y="909"/>
                  </a:lnTo>
                  <a:lnTo>
                    <a:pt x="1818" y="870"/>
                  </a:lnTo>
                  <a:lnTo>
                    <a:pt x="1837" y="909"/>
                  </a:lnTo>
                  <a:lnTo>
                    <a:pt x="1857" y="988"/>
                  </a:lnTo>
                  <a:lnTo>
                    <a:pt x="1857" y="949"/>
                  </a:lnTo>
                  <a:lnTo>
                    <a:pt x="1877" y="968"/>
                  </a:lnTo>
                  <a:lnTo>
                    <a:pt x="1916" y="1008"/>
                  </a:lnTo>
                  <a:lnTo>
                    <a:pt x="1936" y="1047"/>
                  </a:lnTo>
                  <a:lnTo>
                    <a:pt x="1936" y="1067"/>
                  </a:lnTo>
                  <a:lnTo>
                    <a:pt x="1956" y="1047"/>
                  </a:lnTo>
                  <a:lnTo>
                    <a:pt x="1916" y="968"/>
                  </a:lnTo>
                  <a:lnTo>
                    <a:pt x="1916" y="949"/>
                  </a:lnTo>
                  <a:lnTo>
                    <a:pt x="1936" y="949"/>
                  </a:lnTo>
                  <a:lnTo>
                    <a:pt x="1956" y="988"/>
                  </a:lnTo>
                  <a:lnTo>
                    <a:pt x="1976" y="1008"/>
                  </a:lnTo>
                  <a:lnTo>
                    <a:pt x="1976" y="1008"/>
                  </a:lnTo>
                  <a:lnTo>
                    <a:pt x="1956" y="968"/>
                  </a:lnTo>
                  <a:lnTo>
                    <a:pt x="1946" y="929"/>
                  </a:lnTo>
                  <a:lnTo>
                    <a:pt x="1956" y="929"/>
                  </a:lnTo>
                  <a:lnTo>
                    <a:pt x="1956" y="909"/>
                  </a:lnTo>
                  <a:lnTo>
                    <a:pt x="1956" y="889"/>
                  </a:lnTo>
                  <a:lnTo>
                    <a:pt x="1943" y="916"/>
                  </a:lnTo>
                  <a:lnTo>
                    <a:pt x="1936" y="889"/>
                  </a:lnTo>
                  <a:lnTo>
                    <a:pt x="1916" y="850"/>
                  </a:lnTo>
                  <a:lnTo>
                    <a:pt x="1916" y="850"/>
                  </a:lnTo>
                  <a:lnTo>
                    <a:pt x="1936" y="870"/>
                  </a:lnTo>
                  <a:lnTo>
                    <a:pt x="1936" y="850"/>
                  </a:lnTo>
                  <a:lnTo>
                    <a:pt x="1956" y="889"/>
                  </a:lnTo>
                  <a:lnTo>
                    <a:pt x="1956" y="850"/>
                  </a:lnTo>
                  <a:lnTo>
                    <a:pt x="1936" y="830"/>
                  </a:lnTo>
                  <a:lnTo>
                    <a:pt x="1916" y="771"/>
                  </a:lnTo>
                  <a:lnTo>
                    <a:pt x="1936" y="791"/>
                  </a:lnTo>
                  <a:lnTo>
                    <a:pt x="1956" y="830"/>
                  </a:lnTo>
                  <a:lnTo>
                    <a:pt x="1956" y="791"/>
                  </a:lnTo>
                  <a:lnTo>
                    <a:pt x="1956" y="771"/>
                  </a:lnTo>
                  <a:lnTo>
                    <a:pt x="1936" y="731"/>
                  </a:lnTo>
                  <a:lnTo>
                    <a:pt x="1936" y="692"/>
                  </a:lnTo>
                  <a:lnTo>
                    <a:pt x="1976" y="751"/>
                  </a:lnTo>
                  <a:lnTo>
                    <a:pt x="1995" y="791"/>
                  </a:lnTo>
                  <a:lnTo>
                    <a:pt x="2015" y="850"/>
                  </a:lnTo>
                  <a:lnTo>
                    <a:pt x="2015" y="870"/>
                  </a:lnTo>
                  <a:lnTo>
                    <a:pt x="2035" y="850"/>
                  </a:lnTo>
                  <a:lnTo>
                    <a:pt x="2015" y="791"/>
                  </a:lnTo>
                  <a:lnTo>
                    <a:pt x="2074" y="850"/>
                  </a:lnTo>
                  <a:lnTo>
                    <a:pt x="2055" y="810"/>
                  </a:lnTo>
                  <a:lnTo>
                    <a:pt x="2035" y="731"/>
                  </a:lnTo>
                  <a:lnTo>
                    <a:pt x="2015" y="692"/>
                  </a:lnTo>
                  <a:lnTo>
                    <a:pt x="1995" y="652"/>
                  </a:lnTo>
                  <a:lnTo>
                    <a:pt x="1976" y="593"/>
                  </a:lnTo>
                  <a:lnTo>
                    <a:pt x="1976" y="573"/>
                  </a:lnTo>
                  <a:lnTo>
                    <a:pt x="2035" y="652"/>
                  </a:lnTo>
                  <a:lnTo>
                    <a:pt x="2074" y="771"/>
                  </a:lnTo>
                  <a:lnTo>
                    <a:pt x="2134" y="929"/>
                  </a:lnTo>
                  <a:lnTo>
                    <a:pt x="2153" y="889"/>
                  </a:lnTo>
                  <a:lnTo>
                    <a:pt x="2173" y="889"/>
                  </a:lnTo>
                  <a:lnTo>
                    <a:pt x="2153" y="810"/>
                  </a:lnTo>
                  <a:lnTo>
                    <a:pt x="2114" y="712"/>
                  </a:lnTo>
                  <a:lnTo>
                    <a:pt x="2134" y="712"/>
                  </a:lnTo>
                  <a:lnTo>
                    <a:pt x="2134" y="692"/>
                  </a:lnTo>
                  <a:lnTo>
                    <a:pt x="2134" y="672"/>
                  </a:lnTo>
                  <a:lnTo>
                    <a:pt x="2153" y="672"/>
                  </a:lnTo>
                  <a:lnTo>
                    <a:pt x="2134" y="613"/>
                  </a:lnTo>
                  <a:lnTo>
                    <a:pt x="2094" y="534"/>
                  </a:lnTo>
                  <a:lnTo>
                    <a:pt x="2094" y="514"/>
                  </a:lnTo>
                  <a:lnTo>
                    <a:pt x="2094" y="494"/>
                  </a:lnTo>
                  <a:lnTo>
                    <a:pt x="2094" y="475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11"/>
            <p:cNvSpPr/>
            <p:nvPr/>
          </p:nvSpPr>
          <p:spPr>
            <a:xfrm>
              <a:off x="-1158575" y="3982025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1" y="0"/>
                  </a:moveTo>
                  <a:lnTo>
                    <a:pt x="1" y="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11"/>
            <p:cNvSpPr/>
            <p:nvPr/>
          </p:nvSpPr>
          <p:spPr>
            <a:xfrm>
              <a:off x="-1159550" y="4098050"/>
              <a:ext cx="500" cy="525"/>
            </a:xfrm>
            <a:custGeom>
              <a:rect b="b" l="l" r="r" t="t"/>
              <a:pathLst>
                <a:path extrusionOk="0" h="21" w="20">
                  <a:moveTo>
                    <a:pt x="0" y="21"/>
                  </a:move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11"/>
            <p:cNvSpPr/>
            <p:nvPr/>
          </p:nvSpPr>
          <p:spPr>
            <a:xfrm>
              <a:off x="-1161050" y="409707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100" y="0"/>
                  </a:moveTo>
                  <a:lnTo>
                    <a:pt x="60" y="2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80" y="2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11"/>
            <p:cNvSpPr/>
            <p:nvPr/>
          </p:nvSpPr>
          <p:spPr>
            <a:xfrm>
              <a:off x="-1159075" y="409657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20"/>
                  </a:lnTo>
                  <a:lnTo>
                    <a:pt x="4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11"/>
            <p:cNvSpPr/>
            <p:nvPr/>
          </p:nvSpPr>
          <p:spPr>
            <a:xfrm>
              <a:off x="-1164000" y="4095600"/>
              <a:ext cx="6450" cy="3475"/>
            </a:xfrm>
            <a:custGeom>
              <a:rect b="b" l="l" r="r" t="t"/>
              <a:pathLst>
                <a:path extrusionOk="0" h="139" w="258">
                  <a:moveTo>
                    <a:pt x="257" y="0"/>
                  </a:moveTo>
                  <a:lnTo>
                    <a:pt x="198" y="20"/>
                  </a:lnTo>
                  <a:lnTo>
                    <a:pt x="158" y="40"/>
                  </a:lnTo>
                  <a:lnTo>
                    <a:pt x="237" y="40"/>
                  </a:lnTo>
                  <a:lnTo>
                    <a:pt x="257" y="0"/>
                  </a:lnTo>
                  <a:close/>
                  <a:moveTo>
                    <a:pt x="79" y="40"/>
                  </a:moveTo>
                  <a:lnTo>
                    <a:pt x="0" y="99"/>
                  </a:lnTo>
                  <a:lnTo>
                    <a:pt x="20" y="99"/>
                  </a:lnTo>
                  <a:lnTo>
                    <a:pt x="0" y="138"/>
                  </a:lnTo>
                  <a:lnTo>
                    <a:pt x="40" y="99"/>
                  </a:lnTo>
                  <a:lnTo>
                    <a:pt x="79" y="99"/>
                  </a:lnTo>
                  <a:lnTo>
                    <a:pt x="60" y="119"/>
                  </a:lnTo>
                  <a:lnTo>
                    <a:pt x="139" y="59"/>
                  </a:lnTo>
                  <a:lnTo>
                    <a:pt x="99" y="59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11"/>
            <p:cNvSpPr/>
            <p:nvPr/>
          </p:nvSpPr>
          <p:spPr>
            <a:xfrm>
              <a:off x="-1174375" y="4056575"/>
              <a:ext cx="31625" cy="40025"/>
            </a:xfrm>
            <a:custGeom>
              <a:rect b="b" l="l" r="r" t="t"/>
              <a:pathLst>
                <a:path extrusionOk="0" h="1601" w="1265">
                  <a:moveTo>
                    <a:pt x="1028" y="149"/>
                  </a:moveTo>
                  <a:lnTo>
                    <a:pt x="1028" y="159"/>
                  </a:lnTo>
                  <a:lnTo>
                    <a:pt x="1047" y="159"/>
                  </a:lnTo>
                  <a:lnTo>
                    <a:pt x="1028" y="149"/>
                  </a:lnTo>
                  <a:close/>
                  <a:moveTo>
                    <a:pt x="60" y="573"/>
                  </a:moveTo>
                  <a:lnTo>
                    <a:pt x="40" y="593"/>
                  </a:lnTo>
                  <a:lnTo>
                    <a:pt x="60" y="593"/>
                  </a:lnTo>
                  <a:lnTo>
                    <a:pt x="50" y="603"/>
                  </a:lnTo>
                  <a:lnTo>
                    <a:pt x="50" y="603"/>
                  </a:lnTo>
                  <a:lnTo>
                    <a:pt x="99" y="593"/>
                  </a:lnTo>
                  <a:lnTo>
                    <a:pt x="99" y="573"/>
                  </a:lnTo>
                  <a:close/>
                  <a:moveTo>
                    <a:pt x="50" y="603"/>
                  </a:moveTo>
                  <a:lnTo>
                    <a:pt x="0" y="613"/>
                  </a:lnTo>
                  <a:lnTo>
                    <a:pt x="20" y="613"/>
                  </a:lnTo>
                  <a:lnTo>
                    <a:pt x="0" y="633"/>
                  </a:lnTo>
                  <a:lnTo>
                    <a:pt x="60" y="613"/>
                  </a:lnTo>
                  <a:lnTo>
                    <a:pt x="40" y="613"/>
                  </a:lnTo>
                  <a:lnTo>
                    <a:pt x="50" y="603"/>
                  </a:lnTo>
                  <a:close/>
                  <a:moveTo>
                    <a:pt x="336" y="1344"/>
                  </a:moveTo>
                  <a:lnTo>
                    <a:pt x="257" y="1383"/>
                  </a:lnTo>
                  <a:lnTo>
                    <a:pt x="277" y="1383"/>
                  </a:lnTo>
                  <a:lnTo>
                    <a:pt x="317" y="1364"/>
                  </a:lnTo>
                  <a:lnTo>
                    <a:pt x="336" y="1344"/>
                  </a:lnTo>
                  <a:close/>
                  <a:moveTo>
                    <a:pt x="791" y="1"/>
                  </a:moveTo>
                  <a:lnTo>
                    <a:pt x="791" y="20"/>
                  </a:lnTo>
                  <a:lnTo>
                    <a:pt x="652" y="20"/>
                  </a:lnTo>
                  <a:lnTo>
                    <a:pt x="692" y="40"/>
                  </a:lnTo>
                  <a:lnTo>
                    <a:pt x="672" y="40"/>
                  </a:lnTo>
                  <a:lnTo>
                    <a:pt x="652" y="60"/>
                  </a:lnTo>
                  <a:lnTo>
                    <a:pt x="534" y="60"/>
                  </a:lnTo>
                  <a:lnTo>
                    <a:pt x="514" y="80"/>
                  </a:lnTo>
                  <a:lnTo>
                    <a:pt x="534" y="80"/>
                  </a:lnTo>
                  <a:lnTo>
                    <a:pt x="554" y="99"/>
                  </a:lnTo>
                  <a:lnTo>
                    <a:pt x="534" y="11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415" y="119"/>
                  </a:lnTo>
                  <a:lnTo>
                    <a:pt x="514" y="139"/>
                  </a:lnTo>
                  <a:lnTo>
                    <a:pt x="573" y="139"/>
                  </a:lnTo>
                  <a:lnTo>
                    <a:pt x="554" y="159"/>
                  </a:lnTo>
                  <a:lnTo>
                    <a:pt x="514" y="159"/>
                  </a:lnTo>
                  <a:lnTo>
                    <a:pt x="435" y="139"/>
                  </a:lnTo>
                  <a:lnTo>
                    <a:pt x="415" y="159"/>
                  </a:lnTo>
                  <a:lnTo>
                    <a:pt x="396" y="178"/>
                  </a:lnTo>
                  <a:lnTo>
                    <a:pt x="297" y="178"/>
                  </a:lnTo>
                  <a:lnTo>
                    <a:pt x="317" y="198"/>
                  </a:lnTo>
                  <a:lnTo>
                    <a:pt x="356" y="218"/>
                  </a:lnTo>
                  <a:lnTo>
                    <a:pt x="336" y="218"/>
                  </a:lnTo>
                  <a:lnTo>
                    <a:pt x="336" y="238"/>
                  </a:lnTo>
                  <a:lnTo>
                    <a:pt x="297" y="238"/>
                  </a:lnTo>
                  <a:lnTo>
                    <a:pt x="317" y="257"/>
                  </a:lnTo>
                  <a:lnTo>
                    <a:pt x="238" y="257"/>
                  </a:lnTo>
                  <a:lnTo>
                    <a:pt x="218" y="277"/>
                  </a:lnTo>
                  <a:lnTo>
                    <a:pt x="257" y="277"/>
                  </a:lnTo>
                  <a:lnTo>
                    <a:pt x="257" y="297"/>
                  </a:lnTo>
                  <a:lnTo>
                    <a:pt x="317" y="297"/>
                  </a:lnTo>
                  <a:lnTo>
                    <a:pt x="238" y="317"/>
                  </a:lnTo>
                  <a:lnTo>
                    <a:pt x="435" y="317"/>
                  </a:lnTo>
                  <a:lnTo>
                    <a:pt x="396" y="336"/>
                  </a:lnTo>
                  <a:lnTo>
                    <a:pt x="198" y="336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218" y="376"/>
                  </a:lnTo>
                  <a:lnTo>
                    <a:pt x="139" y="376"/>
                  </a:lnTo>
                  <a:lnTo>
                    <a:pt x="139" y="396"/>
                  </a:lnTo>
                  <a:lnTo>
                    <a:pt x="99" y="415"/>
                  </a:lnTo>
                  <a:lnTo>
                    <a:pt x="79" y="415"/>
                  </a:lnTo>
                  <a:lnTo>
                    <a:pt x="159" y="435"/>
                  </a:lnTo>
                  <a:lnTo>
                    <a:pt x="119" y="455"/>
                  </a:lnTo>
                  <a:lnTo>
                    <a:pt x="99" y="455"/>
                  </a:lnTo>
                  <a:lnTo>
                    <a:pt x="99" y="475"/>
                  </a:lnTo>
                  <a:lnTo>
                    <a:pt x="79" y="494"/>
                  </a:lnTo>
                  <a:lnTo>
                    <a:pt x="99" y="494"/>
                  </a:lnTo>
                  <a:lnTo>
                    <a:pt x="60" y="514"/>
                  </a:lnTo>
                  <a:lnTo>
                    <a:pt x="119" y="514"/>
                  </a:lnTo>
                  <a:lnTo>
                    <a:pt x="119" y="534"/>
                  </a:lnTo>
                  <a:lnTo>
                    <a:pt x="99" y="534"/>
                  </a:lnTo>
                  <a:lnTo>
                    <a:pt x="60" y="554"/>
                  </a:lnTo>
                  <a:lnTo>
                    <a:pt x="238" y="554"/>
                  </a:lnTo>
                  <a:lnTo>
                    <a:pt x="178" y="573"/>
                  </a:lnTo>
                  <a:lnTo>
                    <a:pt x="99" y="593"/>
                  </a:lnTo>
                  <a:lnTo>
                    <a:pt x="119" y="593"/>
                  </a:lnTo>
                  <a:lnTo>
                    <a:pt x="159" y="613"/>
                  </a:lnTo>
                  <a:lnTo>
                    <a:pt x="297" y="613"/>
                  </a:lnTo>
                  <a:lnTo>
                    <a:pt x="257" y="633"/>
                  </a:lnTo>
                  <a:lnTo>
                    <a:pt x="198" y="653"/>
                  </a:lnTo>
                  <a:lnTo>
                    <a:pt x="139" y="653"/>
                  </a:lnTo>
                  <a:lnTo>
                    <a:pt x="159" y="672"/>
                  </a:lnTo>
                  <a:lnTo>
                    <a:pt x="79" y="712"/>
                  </a:lnTo>
                  <a:lnTo>
                    <a:pt x="178" y="692"/>
                  </a:lnTo>
                  <a:lnTo>
                    <a:pt x="198" y="692"/>
                  </a:lnTo>
                  <a:lnTo>
                    <a:pt x="178" y="712"/>
                  </a:lnTo>
                  <a:lnTo>
                    <a:pt x="99" y="732"/>
                  </a:lnTo>
                  <a:lnTo>
                    <a:pt x="99" y="751"/>
                  </a:lnTo>
                  <a:lnTo>
                    <a:pt x="79" y="791"/>
                  </a:lnTo>
                  <a:lnTo>
                    <a:pt x="60" y="811"/>
                  </a:lnTo>
                  <a:lnTo>
                    <a:pt x="79" y="830"/>
                  </a:lnTo>
                  <a:lnTo>
                    <a:pt x="139" y="801"/>
                  </a:lnTo>
                  <a:lnTo>
                    <a:pt x="139" y="801"/>
                  </a:lnTo>
                  <a:lnTo>
                    <a:pt x="198" y="791"/>
                  </a:lnTo>
                  <a:lnTo>
                    <a:pt x="317" y="771"/>
                  </a:lnTo>
                  <a:lnTo>
                    <a:pt x="297" y="791"/>
                  </a:lnTo>
                  <a:lnTo>
                    <a:pt x="257" y="791"/>
                  </a:lnTo>
                  <a:lnTo>
                    <a:pt x="297" y="811"/>
                  </a:lnTo>
                  <a:lnTo>
                    <a:pt x="317" y="791"/>
                  </a:lnTo>
                  <a:lnTo>
                    <a:pt x="356" y="791"/>
                  </a:lnTo>
                  <a:lnTo>
                    <a:pt x="317" y="811"/>
                  </a:lnTo>
                  <a:lnTo>
                    <a:pt x="257" y="830"/>
                  </a:lnTo>
                  <a:lnTo>
                    <a:pt x="336" y="830"/>
                  </a:lnTo>
                  <a:lnTo>
                    <a:pt x="297" y="850"/>
                  </a:lnTo>
                  <a:lnTo>
                    <a:pt x="198" y="850"/>
                  </a:lnTo>
                  <a:lnTo>
                    <a:pt x="159" y="870"/>
                  </a:lnTo>
                  <a:lnTo>
                    <a:pt x="119" y="870"/>
                  </a:lnTo>
                  <a:lnTo>
                    <a:pt x="119" y="890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60" y="929"/>
                  </a:lnTo>
                  <a:lnTo>
                    <a:pt x="119" y="929"/>
                  </a:lnTo>
                  <a:lnTo>
                    <a:pt x="60" y="969"/>
                  </a:lnTo>
                  <a:lnTo>
                    <a:pt x="60" y="1008"/>
                  </a:lnTo>
                  <a:lnTo>
                    <a:pt x="99" y="988"/>
                  </a:lnTo>
                  <a:lnTo>
                    <a:pt x="139" y="988"/>
                  </a:lnTo>
                  <a:lnTo>
                    <a:pt x="99" y="1008"/>
                  </a:lnTo>
                  <a:lnTo>
                    <a:pt x="79" y="1028"/>
                  </a:lnTo>
                  <a:lnTo>
                    <a:pt x="60" y="1028"/>
                  </a:lnTo>
                  <a:lnTo>
                    <a:pt x="79" y="1048"/>
                  </a:lnTo>
                  <a:lnTo>
                    <a:pt x="119" y="1048"/>
                  </a:lnTo>
                  <a:lnTo>
                    <a:pt x="218" y="1028"/>
                  </a:lnTo>
                  <a:lnTo>
                    <a:pt x="218" y="1048"/>
                  </a:lnTo>
                  <a:lnTo>
                    <a:pt x="178" y="1067"/>
                  </a:lnTo>
                  <a:lnTo>
                    <a:pt x="238" y="1048"/>
                  </a:lnTo>
                  <a:lnTo>
                    <a:pt x="277" y="1067"/>
                  </a:lnTo>
                  <a:lnTo>
                    <a:pt x="198" y="1067"/>
                  </a:lnTo>
                  <a:lnTo>
                    <a:pt x="159" y="1087"/>
                  </a:lnTo>
                  <a:lnTo>
                    <a:pt x="159" y="1107"/>
                  </a:lnTo>
                  <a:lnTo>
                    <a:pt x="159" y="1127"/>
                  </a:lnTo>
                  <a:lnTo>
                    <a:pt x="356" y="1107"/>
                  </a:lnTo>
                  <a:lnTo>
                    <a:pt x="475" y="1067"/>
                  </a:lnTo>
                  <a:lnTo>
                    <a:pt x="593" y="1048"/>
                  </a:lnTo>
                  <a:lnTo>
                    <a:pt x="593" y="1048"/>
                  </a:lnTo>
                  <a:lnTo>
                    <a:pt x="534" y="1087"/>
                  </a:lnTo>
                  <a:lnTo>
                    <a:pt x="514" y="1107"/>
                  </a:lnTo>
                  <a:lnTo>
                    <a:pt x="435" y="1127"/>
                  </a:lnTo>
                  <a:lnTo>
                    <a:pt x="396" y="1146"/>
                  </a:lnTo>
                  <a:lnTo>
                    <a:pt x="376" y="1146"/>
                  </a:lnTo>
                  <a:lnTo>
                    <a:pt x="435" y="1127"/>
                  </a:lnTo>
                  <a:lnTo>
                    <a:pt x="435" y="1107"/>
                  </a:lnTo>
                  <a:lnTo>
                    <a:pt x="297" y="1186"/>
                  </a:lnTo>
                  <a:lnTo>
                    <a:pt x="257" y="1186"/>
                  </a:lnTo>
                  <a:lnTo>
                    <a:pt x="297" y="1166"/>
                  </a:lnTo>
                  <a:lnTo>
                    <a:pt x="297" y="1166"/>
                  </a:lnTo>
                  <a:lnTo>
                    <a:pt x="238" y="1186"/>
                  </a:lnTo>
                  <a:lnTo>
                    <a:pt x="218" y="1186"/>
                  </a:lnTo>
                  <a:lnTo>
                    <a:pt x="119" y="1225"/>
                  </a:lnTo>
                  <a:lnTo>
                    <a:pt x="139" y="1245"/>
                  </a:lnTo>
                  <a:lnTo>
                    <a:pt x="159" y="1245"/>
                  </a:lnTo>
                  <a:lnTo>
                    <a:pt x="139" y="1265"/>
                  </a:lnTo>
                  <a:lnTo>
                    <a:pt x="198" y="1265"/>
                  </a:lnTo>
                  <a:lnTo>
                    <a:pt x="178" y="1285"/>
                  </a:lnTo>
                  <a:lnTo>
                    <a:pt x="257" y="1265"/>
                  </a:lnTo>
                  <a:lnTo>
                    <a:pt x="238" y="1285"/>
                  </a:lnTo>
                  <a:lnTo>
                    <a:pt x="198" y="1304"/>
                  </a:lnTo>
                  <a:lnTo>
                    <a:pt x="238" y="1304"/>
                  </a:lnTo>
                  <a:lnTo>
                    <a:pt x="238" y="1324"/>
                  </a:lnTo>
                  <a:lnTo>
                    <a:pt x="317" y="1285"/>
                  </a:lnTo>
                  <a:lnTo>
                    <a:pt x="415" y="1265"/>
                  </a:lnTo>
                  <a:lnTo>
                    <a:pt x="435" y="1265"/>
                  </a:lnTo>
                  <a:lnTo>
                    <a:pt x="455" y="1285"/>
                  </a:lnTo>
                  <a:lnTo>
                    <a:pt x="376" y="1285"/>
                  </a:lnTo>
                  <a:lnTo>
                    <a:pt x="435" y="1304"/>
                  </a:lnTo>
                  <a:lnTo>
                    <a:pt x="376" y="1324"/>
                  </a:lnTo>
                  <a:lnTo>
                    <a:pt x="356" y="1324"/>
                  </a:lnTo>
                  <a:lnTo>
                    <a:pt x="336" y="1344"/>
                  </a:lnTo>
                  <a:lnTo>
                    <a:pt x="356" y="1344"/>
                  </a:lnTo>
                  <a:lnTo>
                    <a:pt x="435" y="1324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17" y="1383"/>
                  </a:lnTo>
                  <a:lnTo>
                    <a:pt x="238" y="1403"/>
                  </a:lnTo>
                  <a:lnTo>
                    <a:pt x="257" y="1383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277" y="1344"/>
                  </a:lnTo>
                  <a:lnTo>
                    <a:pt x="277" y="1324"/>
                  </a:lnTo>
                  <a:lnTo>
                    <a:pt x="218" y="1324"/>
                  </a:lnTo>
                  <a:lnTo>
                    <a:pt x="198" y="1364"/>
                  </a:lnTo>
                  <a:lnTo>
                    <a:pt x="218" y="1383"/>
                  </a:lnTo>
                  <a:lnTo>
                    <a:pt x="178" y="1403"/>
                  </a:lnTo>
                  <a:lnTo>
                    <a:pt x="297" y="1423"/>
                  </a:lnTo>
                  <a:lnTo>
                    <a:pt x="356" y="1383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36" y="1403"/>
                  </a:lnTo>
                  <a:lnTo>
                    <a:pt x="297" y="1443"/>
                  </a:lnTo>
                  <a:lnTo>
                    <a:pt x="376" y="1423"/>
                  </a:lnTo>
                  <a:lnTo>
                    <a:pt x="455" y="1403"/>
                  </a:lnTo>
                  <a:lnTo>
                    <a:pt x="475" y="1383"/>
                  </a:lnTo>
                  <a:lnTo>
                    <a:pt x="534" y="1364"/>
                  </a:lnTo>
                  <a:lnTo>
                    <a:pt x="573" y="1364"/>
                  </a:lnTo>
                  <a:lnTo>
                    <a:pt x="554" y="1383"/>
                  </a:lnTo>
                  <a:lnTo>
                    <a:pt x="534" y="1383"/>
                  </a:lnTo>
                  <a:lnTo>
                    <a:pt x="514" y="1403"/>
                  </a:lnTo>
                  <a:lnTo>
                    <a:pt x="494" y="1423"/>
                  </a:lnTo>
                  <a:lnTo>
                    <a:pt x="317" y="1443"/>
                  </a:lnTo>
                  <a:lnTo>
                    <a:pt x="297" y="1462"/>
                  </a:lnTo>
                  <a:lnTo>
                    <a:pt x="317" y="1462"/>
                  </a:lnTo>
                  <a:lnTo>
                    <a:pt x="297" y="1482"/>
                  </a:lnTo>
                  <a:lnTo>
                    <a:pt x="297" y="1482"/>
                  </a:lnTo>
                  <a:lnTo>
                    <a:pt x="356" y="1462"/>
                  </a:lnTo>
                  <a:lnTo>
                    <a:pt x="396" y="1443"/>
                  </a:lnTo>
                  <a:lnTo>
                    <a:pt x="554" y="1443"/>
                  </a:lnTo>
                  <a:lnTo>
                    <a:pt x="494" y="1462"/>
                  </a:lnTo>
                  <a:lnTo>
                    <a:pt x="435" y="1482"/>
                  </a:lnTo>
                  <a:lnTo>
                    <a:pt x="396" y="1482"/>
                  </a:lnTo>
                  <a:lnTo>
                    <a:pt x="297" y="1522"/>
                  </a:lnTo>
                  <a:lnTo>
                    <a:pt x="356" y="1502"/>
                  </a:lnTo>
                  <a:lnTo>
                    <a:pt x="376" y="1502"/>
                  </a:lnTo>
                  <a:lnTo>
                    <a:pt x="356" y="1522"/>
                  </a:lnTo>
                  <a:lnTo>
                    <a:pt x="356" y="1541"/>
                  </a:lnTo>
                  <a:lnTo>
                    <a:pt x="396" y="1561"/>
                  </a:lnTo>
                  <a:lnTo>
                    <a:pt x="435" y="1541"/>
                  </a:lnTo>
                  <a:lnTo>
                    <a:pt x="455" y="1541"/>
                  </a:lnTo>
                  <a:lnTo>
                    <a:pt x="435" y="1561"/>
                  </a:lnTo>
                  <a:lnTo>
                    <a:pt x="455" y="1561"/>
                  </a:lnTo>
                  <a:lnTo>
                    <a:pt x="455" y="1581"/>
                  </a:lnTo>
                  <a:lnTo>
                    <a:pt x="475" y="1581"/>
                  </a:lnTo>
                  <a:lnTo>
                    <a:pt x="514" y="1561"/>
                  </a:lnTo>
                  <a:lnTo>
                    <a:pt x="554" y="1522"/>
                  </a:lnTo>
                  <a:lnTo>
                    <a:pt x="613" y="1541"/>
                  </a:lnTo>
                  <a:lnTo>
                    <a:pt x="692" y="1541"/>
                  </a:lnTo>
                  <a:lnTo>
                    <a:pt x="830" y="1304"/>
                  </a:lnTo>
                  <a:lnTo>
                    <a:pt x="968" y="1048"/>
                  </a:lnTo>
                  <a:lnTo>
                    <a:pt x="1245" y="396"/>
                  </a:lnTo>
                  <a:lnTo>
                    <a:pt x="1107" y="396"/>
                  </a:lnTo>
                  <a:lnTo>
                    <a:pt x="1166" y="376"/>
                  </a:lnTo>
                  <a:lnTo>
                    <a:pt x="1186" y="376"/>
                  </a:lnTo>
                  <a:lnTo>
                    <a:pt x="1166" y="356"/>
                  </a:lnTo>
                  <a:lnTo>
                    <a:pt x="1245" y="356"/>
                  </a:lnTo>
                  <a:lnTo>
                    <a:pt x="1245" y="336"/>
                  </a:lnTo>
                  <a:lnTo>
                    <a:pt x="1067" y="336"/>
                  </a:lnTo>
                  <a:lnTo>
                    <a:pt x="1047" y="317"/>
                  </a:lnTo>
                  <a:lnTo>
                    <a:pt x="1067" y="317"/>
                  </a:lnTo>
                  <a:lnTo>
                    <a:pt x="1008" y="277"/>
                  </a:lnTo>
                  <a:lnTo>
                    <a:pt x="988" y="238"/>
                  </a:lnTo>
                  <a:lnTo>
                    <a:pt x="968" y="198"/>
                  </a:lnTo>
                  <a:lnTo>
                    <a:pt x="1008" y="139"/>
                  </a:lnTo>
                  <a:lnTo>
                    <a:pt x="1028" y="149"/>
                  </a:lnTo>
                  <a:lnTo>
                    <a:pt x="1028" y="149"/>
                  </a:lnTo>
                  <a:lnTo>
                    <a:pt x="1028" y="139"/>
                  </a:lnTo>
                  <a:lnTo>
                    <a:pt x="1067" y="139"/>
                  </a:lnTo>
                  <a:lnTo>
                    <a:pt x="1087" y="119"/>
                  </a:lnTo>
                  <a:lnTo>
                    <a:pt x="1047" y="119"/>
                  </a:lnTo>
                  <a:lnTo>
                    <a:pt x="1087" y="99"/>
                  </a:lnTo>
                  <a:lnTo>
                    <a:pt x="1087" y="119"/>
                  </a:lnTo>
                  <a:lnTo>
                    <a:pt x="1107" y="99"/>
                  </a:lnTo>
                  <a:lnTo>
                    <a:pt x="1126" y="80"/>
                  </a:lnTo>
                  <a:lnTo>
                    <a:pt x="1146" y="80"/>
                  </a:lnTo>
                  <a:lnTo>
                    <a:pt x="1146" y="60"/>
                  </a:lnTo>
                  <a:lnTo>
                    <a:pt x="1265" y="60"/>
                  </a:lnTo>
                  <a:lnTo>
                    <a:pt x="1205" y="40"/>
                  </a:lnTo>
                  <a:lnTo>
                    <a:pt x="1146" y="40"/>
                  </a:lnTo>
                  <a:lnTo>
                    <a:pt x="1126" y="20"/>
                  </a:lnTo>
                  <a:lnTo>
                    <a:pt x="968" y="1"/>
                  </a:lnTo>
                  <a:close/>
                  <a:moveTo>
                    <a:pt x="475" y="1581"/>
                  </a:moveTo>
                  <a:lnTo>
                    <a:pt x="475" y="1601"/>
                  </a:lnTo>
                  <a:lnTo>
                    <a:pt x="514" y="1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11"/>
            <p:cNvSpPr/>
            <p:nvPr/>
          </p:nvSpPr>
          <p:spPr>
            <a:xfrm>
              <a:off x="-1164000" y="40956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20" y="0"/>
                  </a:moveTo>
                  <a:lnTo>
                    <a:pt x="2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11"/>
            <p:cNvSpPr/>
            <p:nvPr/>
          </p:nvSpPr>
          <p:spPr>
            <a:xfrm>
              <a:off x="-1395600" y="4100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11"/>
            <p:cNvSpPr/>
            <p:nvPr/>
          </p:nvSpPr>
          <p:spPr>
            <a:xfrm>
              <a:off x="-1397075" y="40990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11"/>
            <p:cNvSpPr/>
            <p:nvPr/>
          </p:nvSpPr>
          <p:spPr>
            <a:xfrm>
              <a:off x="-1435600" y="4052125"/>
              <a:ext cx="48425" cy="55350"/>
            </a:xfrm>
            <a:custGeom>
              <a:rect b="b" l="l" r="r" t="t"/>
              <a:pathLst>
                <a:path extrusionOk="0" h="2214" w="1937">
                  <a:moveTo>
                    <a:pt x="652" y="80"/>
                  </a:moveTo>
                  <a:lnTo>
                    <a:pt x="692" y="100"/>
                  </a:lnTo>
                  <a:lnTo>
                    <a:pt x="633" y="80"/>
                  </a:lnTo>
                  <a:close/>
                  <a:moveTo>
                    <a:pt x="1403" y="712"/>
                  </a:moveTo>
                  <a:lnTo>
                    <a:pt x="1403" y="732"/>
                  </a:lnTo>
                  <a:lnTo>
                    <a:pt x="1304" y="732"/>
                  </a:lnTo>
                  <a:lnTo>
                    <a:pt x="1344" y="712"/>
                  </a:lnTo>
                  <a:close/>
                  <a:moveTo>
                    <a:pt x="336" y="831"/>
                  </a:moveTo>
                  <a:lnTo>
                    <a:pt x="277" y="850"/>
                  </a:lnTo>
                  <a:lnTo>
                    <a:pt x="356" y="831"/>
                  </a:lnTo>
                  <a:close/>
                  <a:moveTo>
                    <a:pt x="218" y="969"/>
                  </a:moveTo>
                  <a:lnTo>
                    <a:pt x="198" y="989"/>
                  </a:lnTo>
                  <a:lnTo>
                    <a:pt x="238" y="989"/>
                  </a:lnTo>
                  <a:lnTo>
                    <a:pt x="218" y="969"/>
                  </a:lnTo>
                  <a:close/>
                  <a:moveTo>
                    <a:pt x="80" y="969"/>
                  </a:moveTo>
                  <a:lnTo>
                    <a:pt x="60" y="989"/>
                  </a:lnTo>
                  <a:lnTo>
                    <a:pt x="60" y="1008"/>
                  </a:lnTo>
                  <a:lnTo>
                    <a:pt x="40" y="1028"/>
                  </a:lnTo>
                  <a:lnTo>
                    <a:pt x="139" y="1048"/>
                  </a:lnTo>
                  <a:lnTo>
                    <a:pt x="198" y="1028"/>
                  </a:lnTo>
                  <a:lnTo>
                    <a:pt x="80" y="1028"/>
                  </a:lnTo>
                  <a:lnTo>
                    <a:pt x="99" y="1008"/>
                  </a:lnTo>
                  <a:lnTo>
                    <a:pt x="119" y="1008"/>
                  </a:lnTo>
                  <a:lnTo>
                    <a:pt x="99" y="989"/>
                  </a:lnTo>
                  <a:lnTo>
                    <a:pt x="139" y="989"/>
                  </a:lnTo>
                  <a:lnTo>
                    <a:pt x="139" y="969"/>
                  </a:lnTo>
                  <a:close/>
                  <a:moveTo>
                    <a:pt x="1778" y="1265"/>
                  </a:moveTo>
                  <a:lnTo>
                    <a:pt x="1719" y="1285"/>
                  </a:lnTo>
                  <a:lnTo>
                    <a:pt x="1739" y="1285"/>
                  </a:lnTo>
                  <a:lnTo>
                    <a:pt x="1778" y="1265"/>
                  </a:lnTo>
                  <a:close/>
                  <a:moveTo>
                    <a:pt x="376" y="1285"/>
                  </a:moveTo>
                  <a:lnTo>
                    <a:pt x="317" y="1305"/>
                  </a:lnTo>
                  <a:lnTo>
                    <a:pt x="317" y="1305"/>
                  </a:lnTo>
                  <a:lnTo>
                    <a:pt x="396" y="1285"/>
                  </a:lnTo>
                  <a:close/>
                  <a:moveTo>
                    <a:pt x="297" y="1245"/>
                  </a:moveTo>
                  <a:lnTo>
                    <a:pt x="198" y="1265"/>
                  </a:lnTo>
                  <a:lnTo>
                    <a:pt x="218" y="1265"/>
                  </a:lnTo>
                  <a:lnTo>
                    <a:pt x="218" y="1285"/>
                  </a:lnTo>
                  <a:lnTo>
                    <a:pt x="198" y="1305"/>
                  </a:lnTo>
                  <a:lnTo>
                    <a:pt x="198" y="1305"/>
                  </a:lnTo>
                  <a:lnTo>
                    <a:pt x="238" y="1285"/>
                  </a:lnTo>
                  <a:lnTo>
                    <a:pt x="336" y="1265"/>
                  </a:lnTo>
                  <a:lnTo>
                    <a:pt x="317" y="1265"/>
                  </a:lnTo>
                  <a:lnTo>
                    <a:pt x="336" y="1245"/>
                  </a:lnTo>
                  <a:close/>
                  <a:moveTo>
                    <a:pt x="1522" y="1324"/>
                  </a:moveTo>
                  <a:lnTo>
                    <a:pt x="1443" y="1344"/>
                  </a:lnTo>
                  <a:lnTo>
                    <a:pt x="1443" y="1349"/>
                  </a:lnTo>
                  <a:lnTo>
                    <a:pt x="1443" y="1349"/>
                  </a:lnTo>
                  <a:lnTo>
                    <a:pt x="1462" y="1344"/>
                  </a:lnTo>
                  <a:lnTo>
                    <a:pt x="1522" y="1324"/>
                  </a:lnTo>
                  <a:close/>
                  <a:moveTo>
                    <a:pt x="1482" y="1344"/>
                  </a:moveTo>
                  <a:lnTo>
                    <a:pt x="1443" y="1354"/>
                  </a:lnTo>
                  <a:lnTo>
                    <a:pt x="1443" y="1354"/>
                  </a:lnTo>
                  <a:lnTo>
                    <a:pt x="1443" y="1364"/>
                  </a:lnTo>
                  <a:lnTo>
                    <a:pt x="1482" y="1344"/>
                  </a:lnTo>
                  <a:close/>
                  <a:moveTo>
                    <a:pt x="1443" y="1349"/>
                  </a:moveTo>
                  <a:lnTo>
                    <a:pt x="1383" y="1364"/>
                  </a:lnTo>
                  <a:lnTo>
                    <a:pt x="1324" y="1384"/>
                  </a:lnTo>
                  <a:lnTo>
                    <a:pt x="1324" y="1384"/>
                  </a:lnTo>
                  <a:lnTo>
                    <a:pt x="1403" y="1364"/>
                  </a:lnTo>
                  <a:lnTo>
                    <a:pt x="1443" y="1354"/>
                  </a:lnTo>
                  <a:lnTo>
                    <a:pt x="1443" y="1354"/>
                  </a:lnTo>
                  <a:lnTo>
                    <a:pt x="1443" y="1349"/>
                  </a:lnTo>
                  <a:close/>
                  <a:moveTo>
                    <a:pt x="1798" y="1423"/>
                  </a:moveTo>
                  <a:lnTo>
                    <a:pt x="1786" y="1435"/>
                  </a:lnTo>
                  <a:lnTo>
                    <a:pt x="1786" y="1435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23"/>
                  </a:lnTo>
                  <a:close/>
                  <a:moveTo>
                    <a:pt x="1786" y="1435"/>
                  </a:moveTo>
                  <a:lnTo>
                    <a:pt x="1759" y="1443"/>
                  </a:lnTo>
                  <a:lnTo>
                    <a:pt x="1778" y="1443"/>
                  </a:lnTo>
                  <a:lnTo>
                    <a:pt x="1786" y="1435"/>
                  </a:lnTo>
                  <a:close/>
                  <a:moveTo>
                    <a:pt x="415" y="1443"/>
                  </a:moveTo>
                  <a:lnTo>
                    <a:pt x="396" y="1463"/>
                  </a:lnTo>
                  <a:lnTo>
                    <a:pt x="396" y="1463"/>
                  </a:lnTo>
                  <a:lnTo>
                    <a:pt x="455" y="1443"/>
                  </a:lnTo>
                  <a:close/>
                  <a:moveTo>
                    <a:pt x="1877" y="1443"/>
                  </a:moveTo>
                  <a:lnTo>
                    <a:pt x="1824" y="1456"/>
                  </a:lnTo>
                  <a:lnTo>
                    <a:pt x="1824" y="1456"/>
                  </a:lnTo>
                  <a:lnTo>
                    <a:pt x="1818" y="1463"/>
                  </a:lnTo>
                  <a:lnTo>
                    <a:pt x="1818" y="1463"/>
                  </a:lnTo>
                  <a:lnTo>
                    <a:pt x="1877" y="1443"/>
                  </a:lnTo>
                  <a:close/>
                  <a:moveTo>
                    <a:pt x="415" y="1463"/>
                  </a:moveTo>
                  <a:lnTo>
                    <a:pt x="415" y="1482"/>
                  </a:lnTo>
                  <a:lnTo>
                    <a:pt x="435" y="1489"/>
                  </a:lnTo>
                  <a:lnTo>
                    <a:pt x="435" y="1489"/>
                  </a:lnTo>
                  <a:lnTo>
                    <a:pt x="435" y="1482"/>
                  </a:lnTo>
                  <a:lnTo>
                    <a:pt x="435" y="1463"/>
                  </a:lnTo>
                  <a:close/>
                  <a:moveTo>
                    <a:pt x="435" y="1489"/>
                  </a:moveTo>
                  <a:lnTo>
                    <a:pt x="435" y="150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35" y="1489"/>
                  </a:lnTo>
                  <a:close/>
                  <a:moveTo>
                    <a:pt x="514" y="1640"/>
                  </a:moveTo>
                  <a:lnTo>
                    <a:pt x="475" y="1660"/>
                  </a:lnTo>
                  <a:lnTo>
                    <a:pt x="514" y="1660"/>
                  </a:lnTo>
                  <a:lnTo>
                    <a:pt x="514" y="1640"/>
                  </a:lnTo>
                  <a:close/>
                  <a:moveTo>
                    <a:pt x="1818" y="1640"/>
                  </a:moveTo>
                  <a:lnTo>
                    <a:pt x="1778" y="1660"/>
                  </a:lnTo>
                  <a:lnTo>
                    <a:pt x="1818" y="1640"/>
                  </a:lnTo>
                  <a:close/>
                  <a:moveTo>
                    <a:pt x="1620" y="1719"/>
                  </a:moveTo>
                  <a:lnTo>
                    <a:pt x="1601" y="1739"/>
                  </a:lnTo>
                  <a:lnTo>
                    <a:pt x="1601" y="1739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19"/>
                  </a:lnTo>
                  <a:close/>
                  <a:moveTo>
                    <a:pt x="1778" y="1660"/>
                  </a:moveTo>
                  <a:lnTo>
                    <a:pt x="1739" y="1680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39"/>
                  </a:lnTo>
                  <a:lnTo>
                    <a:pt x="1699" y="1700"/>
                  </a:lnTo>
                  <a:lnTo>
                    <a:pt x="1778" y="1660"/>
                  </a:lnTo>
                  <a:close/>
                  <a:moveTo>
                    <a:pt x="850" y="1846"/>
                  </a:moveTo>
                  <a:lnTo>
                    <a:pt x="771" y="1877"/>
                  </a:lnTo>
                  <a:lnTo>
                    <a:pt x="791" y="1858"/>
                  </a:lnTo>
                  <a:lnTo>
                    <a:pt x="850" y="1846"/>
                  </a:lnTo>
                  <a:close/>
                  <a:moveTo>
                    <a:pt x="1581" y="1897"/>
                  </a:moveTo>
                  <a:lnTo>
                    <a:pt x="1561" y="1907"/>
                  </a:lnTo>
                  <a:lnTo>
                    <a:pt x="1561" y="1907"/>
                  </a:lnTo>
                  <a:lnTo>
                    <a:pt x="1561" y="1917"/>
                  </a:lnTo>
                  <a:lnTo>
                    <a:pt x="1581" y="1897"/>
                  </a:lnTo>
                  <a:close/>
                  <a:moveTo>
                    <a:pt x="1660" y="1858"/>
                  </a:moveTo>
                  <a:lnTo>
                    <a:pt x="1581" y="1897"/>
                  </a:lnTo>
                  <a:lnTo>
                    <a:pt x="1601" y="1917"/>
                  </a:lnTo>
                  <a:lnTo>
                    <a:pt x="1640" y="1897"/>
                  </a:lnTo>
                  <a:lnTo>
                    <a:pt x="1660" y="1877"/>
                  </a:lnTo>
                  <a:lnTo>
                    <a:pt x="1699" y="1858"/>
                  </a:lnTo>
                  <a:close/>
                  <a:moveTo>
                    <a:pt x="1522" y="1956"/>
                  </a:moveTo>
                  <a:lnTo>
                    <a:pt x="1502" y="1976"/>
                  </a:lnTo>
                  <a:lnTo>
                    <a:pt x="1522" y="1976"/>
                  </a:lnTo>
                  <a:lnTo>
                    <a:pt x="1541" y="1956"/>
                  </a:lnTo>
                  <a:close/>
                  <a:moveTo>
                    <a:pt x="731" y="1"/>
                  </a:moveTo>
                  <a:lnTo>
                    <a:pt x="771" y="21"/>
                  </a:lnTo>
                  <a:lnTo>
                    <a:pt x="731" y="21"/>
                  </a:lnTo>
                  <a:lnTo>
                    <a:pt x="751" y="40"/>
                  </a:lnTo>
                  <a:lnTo>
                    <a:pt x="692" y="21"/>
                  </a:lnTo>
                  <a:lnTo>
                    <a:pt x="593" y="21"/>
                  </a:lnTo>
                  <a:lnTo>
                    <a:pt x="613" y="40"/>
                  </a:lnTo>
                  <a:lnTo>
                    <a:pt x="633" y="40"/>
                  </a:lnTo>
                  <a:lnTo>
                    <a:pt x="613" y="60"/>
                  </a:lnTo>
                  <a:lnTo>
                    <a:pt x="554" y="40"/>
                  </a:lnTo>
                  <a:lnTo>
                    <a:pt x="573" y="60"/>
                  </a:lnTo>
                  <a:lnTo>
                    <a:pt x="562" y="72"/>
                  </a:lnTo>
                  <a:lnTo>
                    <a:pt x="562" y="72"/>
                  </a:lnTo>
                  <a:lnTo>
                    <a:pt x="514" y="60"/>
                  </a:lnTo>
                  <a:lnTo>
                    <a:pt x="475" y="80"/>
                  </a:lnTo>
                  <a:lnTo>
                    <a:pt x="475" y="100"/>
                  </a:lnTo>
                  <a:lnTo>
                    <a:pt x="455" y="80"/>
                  </a:lnTo>
                  <a:lnTo>
                    <a:pt x="376" y="80"/>
                  </a:lnTo>
                  <a:lnTo>
                    <a:pt x="376" y="100"/>
                  </a:lnTo>
                  <a:lnTo>
                    <a:pt x="415" y="100"/>
                  </a:lnTo>
                  <a:lnTo>
                    <a:pt x="435" y="119"/>
                  </a:lnTo>
                  <a:lnTo>
                    <a:pt x="376" y="119"/>
                  </a:lnTo>
                  <a:lnTo>
                    <a:pt x="376" y="139"/>
                  </a:lnTo>
                  <a:lnTo>
                    <a:pt x="317" y="139"/>
                  </a:lnTo>
                  <a:lnTo>
                    <a:pt x="317" y="159"/>
                  </a:lnTo>
                  <a:lnTo>
                    <a:pt x="376" y="179"/>
                  </a:lnTo>
                  <a:lnTo>
                    <a:pt x="297" y="179"/>
                  </a:lnTo>
                  <a:lnTo>
                    <a:pt x="415" y="198"/>
                  </a:lnTo>
                  <a:lnTo>
                    <a:pt x="317" y="198"/>
                  </a:lnTo>
                  <a:lnTo>
                    <a:pt x="277" y="21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39" y="238"/>
                  </a:lnTo>
                  <a:lnTo>
                    <a:pt x="198" y="258"/>
                  </a:lnTo>
                  <a:lnTo>
                    <a:pt x="119" y="258"/>
                  </a:lnTo>
                  <a:lnTo>
                    <a:pt x="139" y="277"/>
                  </a:lnTo>
                  <a:lnTo>
                    <a:pt x="119" y="297"/>
                  </a:lnTo>
                  <a:lnTo>
                    <a:pt x="139" y="297"/>
                  </a:lnTo>
                  <a:lnTo>
                    <a:pt x="178" y="317"/>
                  </a:lnTo>
                  <a:lnTo>
                    <a:pt x="159" y="317"/>
                  </a:lnTo>
                  <a:lnTo>
                    <a:pt x="80" y="337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119" y="376"/>
                  </a:lnTo>
                  <a:lnTo>
                    <a:pt x="119" y="376"/>
                  </a:lnTo>
                  <a:lnTo>
                    <a:pt x="139" y="356"/>
                  </a:lnTo>
                  <a:lnTo>
                    <a:pt x="119" y="356"/>
                  </a:lnTo>
                  <a:lnTo>
                    <a:pt x="20" y="376"/>
                  </a:lnTo>
                  <a:lnTo>
                    <a:pt x="40" y="376"/>
                  </a:lnTo>
                  <a:lnTo>
                    <a:pt x="20" y="396"/>
                  </a:lnTo>
                  <a:lnTo>
                    <a:pt x="139" y="396"/>
                  </a:lnTo>
                  <a:lnTo>
                    <a:pt x="60" y="376"/>
                  </a:lnTo>
                  <a:lnTo>
                    <a:pt x="178" y="376"/>
                  </a:lnTo>
                  <a:lnTo>
                    <a:pt x="218" y="396"/>
                  </a:lnTo>
                  <a:lnTo>
                    <a:pt x="317" y="416"/>
                  </a:lnTo>
                  <a:lnTo>
                    <a:pt x="257" y="435"/>
                  </a:lnTo>
                  <a:lnTo>
                    <a:pt x="139" y="416"/>
                  </a:lnTo>
                  <a:lnTo>
                    <a:pt x="178" y="435"/>
                  </a:lnTo>
                  <a:lnTo>
                    <a:pt x="159" y="435"/>
                  </a:lnTo>
                  <a:lnTo>
                    <a:pt x="80" y="455"/>
                  </a:lnTo>
                  <a:lnTo>
                    <a:pt x="198" y="455"/>
                  </a:lnTo>
                  <a:lnTo>
                    <a:pt x="178" y="475"/>
                  </a:lnTo>
                  <a:lnTo>
                    <a:pt x="99" y="475"/>
                  </a:lnTo>
                  <a:lnTo>
                    <a:pt x="99" y="495"/>
                  </a:lnTo>
                  <a:lnTo>
                    <a:pt x="60" y="514"/>
                  </a:lnTo>
                  <a:lnTo>
                    <a:pt x="40" y="534"/>
                  </a:lnTo>
                  <a:lnTo>
                    <a:pt x="60" y="554"/>
                  </a:lnTo>
                  <a:lnTo>
                    <a:pt x="139" y="534"/>
                  </a:lnTo>
                  <a:lnTo>
                    <a:pt x="297" y="534"/>
                  </a:lnTo>
                  <a:lnTo>
                    <a:pt x="277" y="554"/>
                  </a:lnTo>
                  <a:lnTo>
                    <a:pt x="336" y="554"/>
                  </a:lnTo>
                  <a:lnTo>
                    <a:pt x="297" y="574"/>
                  </a:lnTo>
                  <a:lnTo>
                    <a:pt x="257" y="574"/>
                  </a:lnTo>
                  <a:lnTo>
                    <a:pt x="317" y="593"/>
                  </a:lnTo>
                  <a:lnTo>
                    <a:pt x="257" y="593"/>
                  </a:lnTo>
                  <a:lnTo>
                    <a:pt x="178" y="574"/>
                  </a:lnTo>
                  <a:lnTo>
                    <a:pt x="139" y="593"/>
                  </a:lnTo>
                  <a:lnTo>
                    <a:pt x="20" y="593"/>
                  </a:lnTo>
                  <a:lnTo>
                    <a:pt x="20" y="613"/>
                  </a:lnTo>
                  <a:lnTo>
                    <a:pt x="1" y="613"/>
                  </a:lnTo>
                  <a:lnTo>
                    <a:pt x="80" y="633"/>
                  </a:lnTo>
                  <a:lnTo>
                    <a:pt x="20" y="653"/>
                  </a:lnTo>
                  <a:lnTo>
                    <a:pt x="1" y="672"/>
                  </a:lnTo>
                  <a:lnTo>
                    <a:pt x="80" y="672"/>
                  </a:lnTo>
                  <a:lnTo>
                    <a:pt x="60" y="692"/>
                  </a:lnTo>
                  <a:lnTo>
                    <a:pt x="1" y="692"/>
                  </a:lnTo>
                  <a:lnTo>
                    <a:pt x="20" y="712"/>
                  </a:lnTo>
                  <a:lnTo>
                    <a:pt x="60" y="732"/>
                  </a:lnTo>
                  <a:lnTo>
                    <a:pt x="99" y="732"/>
                  </a:lnTo>
                  <a:lnTo>
                    <a:pt x="178" y="751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19" y="751"/>
                  </a:lnTo>
                  <a:lnTo>
                    <a:pt x="80" y="751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277" y="811"/>
                  </a:lnTo>
                  <a:lnTo>
                    <a:pt x="455" y="811"/>
                  </a:lnTo>
                  <a:lnTo>
                    <a:pt x="415" y="831"/>
                  </a:lnTo>
                  <a:lnTo>
                    <a:pt x="336" y="850"/>
                  </a:lnTo>
                  <a:lnTo>
                    <a:pt x="277" y="850"/>
                  </a:lnTo>
                  <a:lnTo>
                    <a:pt x="198" y="870"/>
                  </a:lnTo>
                  <a:lnTo>
                    <a:pt x="139" y="850"/>
                  </a:lnTo>
                  <a:lnTo>
                    <a:pt x="119" y="850"/>
                  </a:lnTo>
                  <a:lnTo>
                    <a:pt x="20" y="870"/>
                  </a:lnTo>
                  <a:lnTo>
                    <a:pt x="80" y="870"/>
                  </a:lnTo>
                  <a:lnTo>
                    <a:pt x="40" y="890"/>
                  </a:lnTo>
                  <a:lnTo>
                    <a:pt x="60" y="910"/>
                  </a:lnTo>
                  <a:lnTo>
                    <a:pt x="80" y="910"/>
                  </a:lnTo>
                  <a:lnTo>
                    <a:pt x="60" y="929"/>
                  </a:lnTo>
                  <a:lnTo>
                    <a:pt x="139" y="910"/>
                  </a:lnTo>
                  <a:lnTo>
                    <a:pt x="139" y="929"/>
                  </a:lnTo>
                  <a:lnTo>
                    <a:pt x="119" y="929"/>
                  </a:lnTo>
                  <a:lnTo>
                    <a:pt x="60" y="949"/>
                  </a:lnTo>
                  <a:lnTo>
                    <a:pt x="317" y="949"/>
                  </a:lnTo>
                  <a:lnTo>
                    <a:pt x="317" y="969"/>
                  </a:lnTo>
                  <a:lnTo>
                    <a:pt x="277" y="969"/>
                  </a:lnTo>
                  <a:lnTo>
                    <a:pt x="297" y="989"/>
                  </a:lnTo>
                  <a:lnTo>
                    <a:pt x="277" y="1008"/>
                  </a:lnTo>
                  <a:lnTo>
                    <a:pt x="257" y="1028"/>
                  </a:lnTo>
                  <a:lnTo>
                    <a:pt x="277" y="1028"/>
                  </a:lnTo>
                  <a:lnTo>
                    <a:pt x="178" y="1048"/>
                  </a:lnTo>
                  <a:lnTo>
                    <a:pt x="139" y="1068"/>
                  </a:lnTo>
                  <a:lnTo>
                    <a:pt x="297" y="1068"/>
                  </a:lnTo>
                  <a:lnTo>
                    <a:pt x="336" y="1048"/>
                  </a:lnTo>
                  <a:lnTo>
                    <a:pt x="396" y="1048"/>
                  </a:lnTo>
                  <a:lnTo>
                    <a:pt x="376" y="1068"/>
                  </a:lnTo>
                  <a:lnTo>
                    <a:pt x="336" y="1087"/>
                  </a:lnTo>
                  <a:lnTo>
                    <a:pt x="159" y="1068"/>
                  </a:lnTo>
                  <a:lnTo>
                    <a:pt x="139" y="1087"/>
                  </a:lnTo>
                  <a:lnTo>
                    <a:pt x="119" y="1107"/>
                  </a:lnTo>
                  <a:lnTo>
                    <a:pt x="218" y="1087"/>
                  </a:lnTo>
                  <a:lnTo>
                    <a:pt x="317" y="1107"/>
                  </a:lnTo>
                  <a:lnTo>
                    <a:pt x="396" y="1127"/>
                  </a:lnTo>
                  <a:lnTo>
                    <a:pt x="178" y="1127"/>
                  </a:lnTo>
                  <a:lnTo>
                    <a:pt x="198" y="1147"/>
                  </a:lnTo>
                  <a:lnTo>
                    <a:pt x="178" y="1147"/>
                  </a:lnTo>
                  <a:lnTo>
                    <a:pt x="178" y="1166"/>
                  </a:lnTo>
                  <a:lnTo>
                    <a:pt x="198" y="1186"/>
                  </a:lnTo>
                  <a:lnTo>
                    <a:pt x="238" y="1166"/>
                  </a:lnTo>
                  <a:lnTo>
                    <a:pt x="257" y="1166"/>
                  </a:lnTo>
                  <a:lnTo>
                    <a:pt x="238" y="1186"/>
                  </a:lnTo>
                  <a:lnTo>
                    <a:pt x="257" y="1186"/>
                  </a:lnTo>
                  <a:lnTo>
                    <a:pt x="238" y="1206"/>
                  </a:lnTo>
                  <a:lnTo>
                    <a:pt x="257" y="1206"/>
                  </a:lnTo>
                  <a:lnTo>
                    <a:pt x="257" y="1226"/>
                  </a:lnTo>
                  <a:lnTo>
                    <a:pt x="297" y="1226"/>
                  </a:lnTo>
                  <a:lnTo>
                    <a:pt x="277" y="1206"/>
                  </a:lnTo>
                  <a:lnTo>
                    <a:pt x="317" y="1206"/>
                  </a:lnTo>
                  <a:lnTo>
                    <a:pt x="356" y="1186"/>
                  </a:lnTo>
                  <a:lnTo>
                    <a:pt x="415" y="1206"/>
                  </a:lnTo>
                  <a:lnTo>
                    <a:pt x="435" y="1206"/>
                  </a:lnTo>
                  <a:lnTo>
                    <a:pt x="455" y="1226"/>
                  </a:lnTo>
                  <a:lnTo>
                    <a:pt x="475" y="1206"/>
                  </a:lnTo>
                  <a:lnTo>
                    <a:pt x="494" y="1206"/>
                  </a:lnTo>
                  <a:lnTo>
                    <a:pt x="494" y="1226"/>
                  </a:lnTo>
                  <a:lnTo>
                    <a:pt x="435" y="1245"/>
                  </a:lnTo>
                  <a:lnTo>
                    <a:pt x="455" y="1265"/>
                  </a:lnTo>
                  <a:lnTo>
                    <a:pt x="435" y="1265"/>
                  </a:lnTo>
                  <a:lnTo>
                    <a:pt x="435" y="1285"/>
                  </a:lnTo>
                  <a:lnTo>
                    <a:pt x="396" y="1285"/>
                  </a:lnTo>
                  <a:lnTo>
                    <a:pt x="336" y="1305"/>
                  </a:lnTo>
                  <a:lnTo>
                    <a:pt x="356" y="1305"/>
                  </a:lnTo>
                  <a:lnTo>
                    <a:pt x="376" y="1324"/>
                  </a:lnTo>
                  <a:lnTo>
                    <a:pt x="415" y="1324"/>
                  </a:lnTo>
                  <a:lnTo>
                    <a:pt x="475" y="1305"/>
                  </a:lnTo>
                  <a:lnTo>
                    <a:pt x="554" y="1285"/>
                  </a:lnTo>
                  <a:lnTo>
                    <a:pt x="554" y="1305"/>
                  </a:lnTo>
                  <a:lnTo>
                    <a:pt x="573" y="1305"/>
                  </a:lnTo>
                  <a:lnTo>
                    <a:pt x="554" y="1324"/>
                  </a:lnTo>
                  <a:lnTo>
                    <a:pt x="573" y="1324"/>
                  </a:lnTo>
                  <a:lnTo>
                    <a:pt x="534" y="1344"/>
                  </a:lnTo>
                  <a:lnTo>
                    <a:pt x="494" y="1364"/>
                  </a:lnTo>
                  <a:lnTo>
                    <a:pt x="494" y="1344"/>
                  </a:lnTo>
                  <a:lnTo>
                    <a:pt x="475" y="1344"/>
                  </a:lnTo>
                  <a:lnTo>
                    <a:pt x="396" y="1364"/>
                  </a:lnTo>
                  <a:lnTo>
                    <a:pt x="376" y="1364"/>
                  </a:lnTo>
                  <a:lnTo>
                    <a:pt x="317" y="1384"/>
                  </a:lnTo>
                  <a:lnTo>
                    <a:pt x="376" y="1384"/>
                  </a:lnTo>
                  <a:lnTo>
                    <a:pt x="415" y="1374"/>
                  </a:lnTo>
                  <a:lnTo>
                    <a:pt x="396" y="1384"/>
                  </a:lnTo>
                  <a:lnTo>
                    <a:pt x="455" y="1384"/>
                  </a:lnTo>
                  <a:lnTo>
                    <a:pt x="336" y="1423"/>
                  </a:lnTo>
                  <a:lnTo>
                    <a:pt x="376" y="1423"/>
                  </a:lnTo>
                  <a:lnTo>
                    <a:pt x="415" y="1403"/>
                  </a:lnTo>
                  <a:lnTo>
                    <a:pt x="415" y="1423"/>
                  </a:lnTo>
                  <a:lnTo>
                    <a:pt x="396" y="1423"/>
                  </a:lnTo>
                  <a:lnTo>
                    <a:pt x="396" y="1443"/>
                  </a:lnTo>
                  <a:lnTo>
                    <a:pt x="415" y="1443"/>
                  </a:lnTo>
                  <a:lnTo>
                    <a:pt x="475" y="1423"/>
                  </a:lnTo>
                  <a:lnTo>
                    <a:pt x="494" y="1423"/>
                  </a:lnTo>
                  <a:lnTo>
                    <a:pt x="514" y="1443"/>
                  </a:lnTo>
                  <a:lnTo>
                    <a:pt x="554" y="1463"/>
                  </a:lnTo>
                  <a:lnTo>
                    <a:pt x="514" y="148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75" y="1502"/>
                  </a:lnTo>
                  <a:lnTo>
                    <a:pt x="455" y="1522"/>
                  </a:lnTo>
                  <a:lnTo>
                    <a:pt x="396" y="1542"/>
                  </a:lnTo>
                  <a:lnTo>
                    <a:pt x="356" y="1561"/>
                  </a:lnTo>
                  <a:lnTo>
                    <a:pt x="435" y="1542"/>
                  </a:lnTo>
                  <a:lnTo>
                    <a:pt x="455" y="1542"/>
                  </a:lnTo>
                  <a:lnTo>
                    <a:pt x="455" y="1561"/>
                  </a:lnTo>
                  <a:lnTo>
                    <a:pt x="475" y="1542"/>
                  </a:lnTo>
                  <a:lnTo>
                    <a:pt x="514" y="1542"/>
                  </a:lnTo>
                  <a:lnTo>
                    <a:pt x="475" y="1561"/>
                  </a:lnTo>
                  <a:lnTo>
                    <a:pt x="435" y="1581"/>
                  </a:lnTo>
                  <a:lnTo>
                    <a:pt x="415" y="1601"/>
                  </a:lnTo>
                  <a:lnTo>
                    <a:pt x="435" y="1601"/>
                  </a:lnTo>
                  <a:lnTo>
                    <a:pt x="455" y="1581"/>
                  </a:lnTo>
                  <a:lnTo>
                    <a:pt x="554" y="1565"/>
                  </a:lnTo>
                  <a:lnTo>
                    <a:pt x="554" y="1581"/>
                  </a:lnTo>
                  <a:lnTo>
                    <a:pt x="593" y="1581"/>
                  </a:lnTo>
                  <a:lnTo>
                    <a:pt x="633" y="1561"/>
                  </a:lnTo>
                  <a:lnTo>
                    <a:pt x="613" y="1581"/>
                  </a:lnTo>
                  <a:lnTo>
                    <a:pt x="554" y="1601"/>
                  </a:lnTo>
                  <a:lnTo>
                    <a:pt x="633" y="1601"/>
                  </a:lnTo>
                  <a:lnTo>
                    <a:pt x="672" y="1581"/>
                  </a:lnTo>
                  <a:lnTo>
                    <a:pt x="731" y="1581"/>
                  </a:lnTo>
                  <a:lnTo>
                    <a:pt x="652" y="1621"/>
                  </a:lnTo>
                  <a:lnTo>
                    <a:pt x="613" y="1621"/>
                  </a:lnTo>
                  <a:lnTo>
                    <a:pt x="554" y="1660"/>
                  </a:lnTo>
                  <a:lnTo>
                    <a:pt x="534" y="1660"/>
                  </a:lnTo>
                  <a:lnTo>
                    <a:pt x="475" y="1680"/>
                  </a:lnTo>
                  <a:lnTo>
                    <a:pt x="514" y="1680"/>
                  </a:lnTo>
                  <a:lnTo>
                    <a:pt x="514" y="1700"/>
                  </a:lnTo>
                  <a:lnTo>
                    <a:pt x="554" y="1680"/>
                  </a:lnTo>
                  <a:lnTo>
                    <a:pt x="613" y="1660"/>
                  </a:lnTo>
                  <a:lnTo>
                    <a:pt x="554" y="1700"/>
                  </a:lnTo>
                  <a:lnTo>
                    <a:pt x="593" y="1700"/>
                  </a:lnTo>
                  <a:lnTo>
                    <a:pt x="672" y="1680"/>
                  </a:lnTo>
                  <a:lnTo>
                    <a:pt x="712" y="1640"/>
                  </a:lnTo>
                  <a:lnTo>
                    <a:pt x="771" y="1640"/>
                  </a:lnTo>
                  <a:lnTo>
                    <a:pt x="810" y="1621"/>
                  </a:lnTo>
                  <a:lnTo>
                    <a:pt x="850" y="1621"/>
                  </a:lnTo>
                  <a:lnTo>
                    <a:pt x="751" y="1680"/>
                  </a:lnTo>
                  <a:lnTo>
                    <a:pt x="633" y="1719"/>
                  </a:lnTo>
                  <a:lnTo>
                    <a:pt x="475" y="1759"/>
                  </a:lnTo>
                  <a:lnTo>
                    <a:pt x="514" y="1779"/>
                  </a:lnTo>
                  <a:lnTo>
                    <a:pt x="494" y="1798"/>
                  </a:lnTo>
                  <a:lnTo>
                    <a:pt x="573" y="1779"/>
                  </a:lnTo>
                  <a:lnTo>
                    <a:pt x="692" y="1739"/>
                  </a:lnTo>
                  <a:lnTo>
                    <a:pt x="672" y="1759"/>
                  </a:lnTo>
                  <a:lnTo>
                    <a:pt x="633" y="1759"/>
                  </a:lnTo>
                  <a:lnTo>
                    <a:pt x="692" y="1779"/>
                  </a:lnTo>
                  <a:lnTo>
                    <a:pt x="731" y="1779"/>
                  </a:lnTo>
                  <a:lnTo>
                    <a:pt x="791" y="1759"/>
                  </a:lnTo>
                  <a:lnTo>
                    <a:pt x="870" y="1739"/>
                  </a:lnTo>
                  <a:lnTo>
                    <a:pt x="890" y="1739"/>
                  </a:lnTo>
                  <a:lnTo>
                    <a:pt x="949" y="1719"/>
                  </a:lnTo>
                  <a:lnTo>
                    <a:pt x="949" y="1739"/>
                  </a:lnTo>
                  <a:lnTo>
                    <a:pt x="890" y="1759"/>
                  </a:lnTo>
                  <a:lnTo>
                    <a:pt x="909" y="1759"/>
                  </a:lnTo>
                  <a:lnTo>
                    <a:pt x="850" y="1779"/>
                  </a:lnTo>
                  <a:lnTo>
                    <a:pt x="810" y="1779"/>
                  </a:lnTo>
                  <a:lnTo>
                    <a:pt x="791" y="1798"/>
                  </a:lnTo>
                  <a:lnTo>
                    <a:pt x="751" y="1818"/>
                  </a:lnTo>
                  <a:lnTo>
                    <a:pt x="751" y="1818"/>
                  </a:lnTo>
                  <a:lnTo>
                    <a:pt x="810" y="1798"/>
                  </a:lnTo>
                  <a:lnTo>
                    <a:pt x="810" y="1798"/>
                  </a:lnTo>
                  <a:lnTo>
                    <a:pt x="751" y="1838"/>
                  </a:lnTo>
                  <a:lnTo>
                    <a:pt x="751" y="1858"/>
                  </a:lnTo>
                  <a:lnTo>
                    <a:pt x="751" y="1877"/>
                  </a:lnTo>
                  <a:lnTo>
                    <a:pt x="672" y="1937"/>
                  </a:lnTo>
                  <a:lnTo>
                    <a:pt x="672" y="1937"/>
                  </a:lnTo>
                  <a:lnTo>
                    <a:pt x="751" y="1917"/>
                  </a:lnTo>
                  <a:lnTo>
                    <a:pt x="791" y="1917"/>
                  </a:lnTo>
                  <a:lnTo>
                    <a:pt x="850" y="1897"/>
                  </a:lnTo>
                  <a:lnTo>
                    <a:pt x="909" y="1877"/>
                  </a:lnTo>
                  <a:lnTo>
                    <a:pt x="909" y="1858"/>
                  </a:lnTo>
                  <a:lnTo>
                    <a:pt x="870" y="1877"/>
                  </a:lnTo>
                  <a:lnTo>
                    <a:pt x="850" y="1877"/>
                  </a:lnTo>
                  <a:lnTo>
                    <a:pt x="868" y="1842"/>
                  </a:lnTo>
                  <a:lnTo>
                    <a:pt x="868" y="1842"/>
                  </a:lnTo>
                  <a:lnTo>
                    <a:pt x="890" y="1838"/>
                  </a:lnTo>
                  <a:lnTo>
                    <a:pt x="929" y="1818"/>
                  </a:lnTo>
                  <a:lnTo>
                    <a:pt x="949" y="1818"/>
                  </a:lnTo>
                  <a:lnTo>
                    <a:pt x="988" y="1798"/>
                  </a:lnTo>
                  <a:lnTo>
                    <a:pt x="988" y="1779"/>
                  </a:lnTo>
                  <a:lnTo>
                    <a:pt x="1087" y="1739"/>
                  </a:lnTo>
                  <a:lnTo>
                    <a:pt x="1225" y="1700"/>
                  </a:lnTo>
                  <a:lnTo>
                    <a:pt x="1225" y="1700"/>
                  </a:lnTo>
                  <a:lnTo>
                    <a:pt x="1166" y="1719"/>
                  </a:lnTo>
                  <a:lnTo>
                    <a:pt x="1245" y="1700"/>
                  </a:lnTo>
                  <a:lnTo>
                    <a:pt x="1146" y="1759"/>
                  </a:lnTo>
                  <a:lnTo>
                    <a:pt x="1166" y="1759"/>
                  </a:lnTo>
                  <a:lnTo>
                    <a:pt x="1166" y="1779"/>
                  </a:lnTo>
                  <a:lnTo>
                    <a:pt x="1206" y="1759"/>
                  </a:lnTo>
                  <a:lnTo>
                    <a:pt x="1186" y="1739"/>
                  </a:lnTo>
                  <a:lnTo>
                    <a:pt x="1225" y="1719"/>
                  </a:lnTo>
                  <a:lnTo>
                    <a:pt x="1225" y="1739"/>
                  </a:lnTo>
                  <a:lnTo>
                    <a:pt x="1265" y="1719"/>
                  </a:lnTo>
                  <a:lnTo>
                    <a:pt x="1344" y="1700"/>
                  </a:lnTo>
                  <a:lnTo>
                    <a:pt x="1344" y="1700"/>
                  </a:lnTo>
                  <a:lnTo>
                    <a:pt x="1324" y="1719"/>
                  </a:lnTo>
                  <a:lnTo>
                    <a:pt x="1245" y="1759"/>
                  </a:lnTo>
                  <a:lnTo>
                    <a:pt x="1107" y="1818"/>
                  </a:lnTo>
                  <a:lnTo>
                    <a:pt x="1146" y="1818"/>
                  </a:lnTo>
                  <a:lnTo>
                    <a:pt x="949" y="1877"/>
                  </a:lnTo>
                  <a:lnTo>
                    <a:pt x="929" y="1917"/>
                  </a:lnTo>
                  <a:lnTo>
                    <a:pt x="929" y="1937"/>
                  </a:lnTo>
                  <a:lnTo>
                    <a:pt x="810" y="1996"/>
                  </a:lnTo>
                  <a:lnTo>
                    <a:pt x="830" y="1996"/>
                  </a:lnTo>
                  <a:lnTo>
                    <a:pt x="830" y="2016"/>
                  </a:lnTo>
                  <a:lnTo>
                    <a:pt x="909" y="1996"/>
                  </a:lnTo>
                  <a:lnTo>
                    <a:pt x="909" y="1976"/>
                  </a:lnTo>
                  <a:lnTo>
                    <a:pt x="949" y="1956"/>
                  </a:lnTo>
                  <a:lnTo>
                    <a:pt x="1048" y="1917"/>
                  </a:lnTo>
                  <a:lnTo>
                    <a:pt x="1048" y="1897"/>
                  </a:lnTo>
                  <a:lnTo>
                    <a:pt x="1107" y="1897"/>
                  </a:lnTo>
                  <a:lnTo>
                    <a:pt x="969" y="1956"/>
                  </a:lnTo>
                  <a:lnTo>
                    <a:pt x="988" y="1956"/>
                  </a:lnTo>
                  <a:lnTo>
                    <a:pt x="969" y="1996"/>
                  </a:lnTo>
                  <a:lnTo>
                    <a:pt x="929" y="2016"/>
                  </a:lnTo>
                  <a:lnTo>
                    <a:pt x="890" y="2016"/>
                  </a:lnTo>
                  <a:lnTo>
                    <a:pt x="890" y="2035"/>
                  </a:lnTo>
                  <a:lnTo>
                    <a:pt x="870" y="2035"/>
                  </a:lnTo>
                  <a:lnTo>
                    <a:pt x="850" y="2055"/>
                  </a:lnTo>
                  <a:lnTo>
                    <a:pt x="850" y="2075"/>
                  </a:lnTo>
                  <a:lnTo>
                    <a:pt x="810" y="2095"/>
                  </a:lnTo>
                  <a:lnTo>
                    <a:pt x="909" y="2075"/>
                  </a:lnTo>
                  <a:lnTo>
                    <a:pt x="850" y="2114"/>
                  </a:lnTo>
                  <a:lnTo>
                    <a:pt x="791" y="2154"/>
                  </a:lnTo>
                  <a:lnTo>
                    <a:pt x="791" y="2154"/>
                  </a:lnTo>
                  <a:lnTo>
                    <a:pt x="870" y="2114"/>
                  </a:lnTo>
                  <a:lnTo>
                    <a:pt x="890" y="2114"/>
                  </a:lnTo>
                  <a:lnTo>
                    <a:pt x="909" y="2095"/>
                  </a:lnTo>
                  <a:lnTo>
                    <a:pt x="969" y="2075"/>
                  </a:lnTo>
                  <a:lnTo>
                    <a:pt x="1028" y="2055"/>
                  </a:lnTo>
                  <a:lnTo>
                    <a:pt x="1048" y="2055"/>
                  </a:lnTo>
                  <a:lnTo>
                    <a:pt x="890" y="2134"/>
                  </a:lnTo>
                  <a:lnTo>
                    <a:pt x="929" y="2134"/>
                  </a:lnTo>
                  <a:lnTo>
                    <a:pt x="909" y="2154"/>
                  </a:lnTo>
                  <a:lnTo>
                    <a:pt x="909" y="2154"/>
                  </a:lnTo>
                  <a:lnTo>
                    <a:pt x="969" y="2114"/>
                  </a:lnTo>
                  <a:lnTo>
                    <a:pt x="1028" y="2095"/>
                  </a:lnTo>
                  <a:lnTo>
                    <a:pt x="1067" y="2095"/>
                  </a:lnTo>
                  <a:lnTo>
                    <a:pt x="1166" y="2035"/>
                  </a:lnTo>
                  <a:lnTo>
                    <a:pt x="1146" y="2075"/>
                  </a:lnTo>
                  <a:lnTo>
                    <a:pt x="1048" y="2114"/>
                  </a:lnTo>
                  <a:lnTo>
                    <a:pt x="1067" y="2114"/>
                  </a:lnTo>
                  <a:lnTo>
                    <a:pt x="1028" y="2134"/>
                  </a:lnTo>
                  <a:lnTo>
                    <a:pt x="1048" y="2134"/>
                  </a:lnTo>
                  <a:lnTo>
                    <a:pt x="949" y="2213"/>
                  </a:lnTo>
                  <a:lnTo>
                    <a:pt x="988" y="2193"/>
                  </a:lnTo>
                  <a:lnTo>
                    <a:pt x="969" y="2213"/>
                  </a:lnTo>
                  <a:lnTo>
                    <a:pt x="988" y="2213"/>
                  </a:lnTo>
                  <a:lnTo>
                    <a:pt x="1028" y="2174"/>
                  </a:lnTo>
                  <a:lnTo>
                    <a:pt x="1048" y="2174"/>
                  </a:lnTo>
                  <a:lnTo>
                    <a:pt x="1097" y="2144"/>
                  </a:lnTo>
                  <a:lnTo>
                    <a:pt x="1097" y="2144"/>
                  </a:lnTo>
                  <a:lnTo>
                    <a:pt x="1087" y="2154"/>
                  </a:lnTo>
                  <a:lnTo>
                    <a:pt x="1206" y="2075"/>
                  </a:lnTo>
                  <a:lnTo>
                    <a:pt x="1304" y="2035"/>
                  </a:lnTo>
                  <a:lnTo>
                    <a:pt x="1285" y="2035"/>
                  </a:lnTo>
                  <a:lnTo>
                    <a:pt x="1186" y="2075"/>
                  </a:lnTo>
                  <a:lnTo>
                    <a:pt x="1146" y="2095"/>
                  </a:lnTo>
                  <a:lnTo>
                    <a:pt x="1206" y="2055"/>
                  </a:lnTo>
                  <a:lnTo>
                    <a:pt x="1225" y="2035"/>
                  </a:lnTo>
                  <a:lnTo>
                    <a:pt x="1265" y="1996"/>
                  </a:lnTo>
                  <a:lnTo>
                    <a:pt x="1186" y="2016"/>
                  </a:lnTo>
                  <a:lnTo>
                    <a:pt x="1133" y="2042"/>
                  </a:lnTo>
                  <a:lnTo>
                    <a:pt x="1133" y="2042"/>
                  </a:lnTo>
                  <a:lnTo>
                    <a:pt x="1146" y="2016"/>
                  </a:lnTo>
                  <a:lnTo>
                    <a:pt x="1186" y="2016"/>
                  </a:lnTo>
                  <a:lnTo>
                    <a:pt x="1265" y="1976"/>
                  </a:lnTo>
                  <a:lnTo>
                    <a:pt x="1383" y="1917"/>
                  </a:lnTo>
                  <a:lnTo>
                    <a:pt x="1482" y="1897"/>
                  </a:lnTo>
                  <a:lnTo>
                    <a:pt x="1541" y="1877"/>
                  </a:lnTo>
                  <a:lnTo>
                    <a:pt x="1561" y="1877"/>
                  </a:lnTo>
                  <a:lnTo>
                    <a:pt x="1601" y="1858"/>
                  </a:lnTo>
                  <a:lnTo>
                    <a:pt x="1640" y="1838"/>
                  </a:lnTo>
                  <a:lnTo>
                    <a:pt x="1640" y="1838"/>
                  </a:lnTo>
                  <a:lnTo>
                    <a:pt x="1620" y="1858"/>
                  </a:lnTo>
                  <a:lnTo>
                    <a:pt x="1601" y="1858"/>
                  </a:lnTo>
                  <a:lnTo>
                    <a:pt x="1462" y="1956"/>
                  </a:lnTo>
                  <a:lnTo>
                    <a:pt x="1324" y="2035"/>
                  </a:lnTo>
                  <a:lnTo>
                    <a:pt x="1364" y="2035"/>
                  </a:lnTo>
                  <a:lnTo>
                    <a:pt x="1186" y="2134"/>
                  </a:lnTo>
                  <a:lnTo>
                    <a:pt x="1225" y="2114"/>
                  </a:lnTo>
                  <a:lnTo>
                    <a:pt x="1285" y="2095"/>
                  </a:lnTo>
                  <a:lnTo>
                    <a:pt x="1245" y="2114"/>
                  </a:lnTo>
                  <a:lnTo>
                    <a:pt x="1225" y="2114"/>
                  </a:lnTo>
                  <a:lnTo>
                    <a:pt x="1225" y="2134"/>
                  </a:lnTo>
                  <a:lnTo>
                    <a:pt x="1245" y="2134"/>
                  </a:lnTo>
                  <a:lnTo>
                    <a:pt x="1304" y="2114"/>
                  </a:lnTo>
                  <a:lnTo>
                    <a:pt x="1285" y="2114"/>
                  </a:lnTo>
                  <a:lnTo>
                    <a:pt x="1383" y="2075"/>
                  </a:lnTo>
                  <a:lnTo>
                    <a:pt x="1364" y="2075"/>
                  </a:lnTo>
                  <a:lnTo>
                    <a:pt x="1383" y="2055"/>
                  </a:lnTo>
                  <a:lnTo>
                    <a:pt x="1364" y="2055"/>
                  </a:lnTo>
                  <a:lnTo>
                    <a:pt x="1423" y="2035"/>
                  </a:lnTo>
                  <a:lnTo>
                    <a:pt x="1522" y="1956"/>
                  </a:lnTo>
                  <a:lnTo>
                    <a:pt x="1561" y="1937"/>
                  </a:lnTo>
                  <a:lnTo>
                    <a:pt x="1541" y="1917"/>
                  </a:lnTo>
                  <a:lnTo>
                    <a:pt x="1561" y="1907"/>
                  </a:lnTo>
                  <a:lnTo>
                    <a:pt x="1561" y="1907"/>
                  </a:lnTo>
                  <a:lnTo>
                    <a:pt x="1561" y="1897"/>
                  </a:lnTo>
                  <a:lnTo>
                    <a:pt x="1680" y="1838"/>
                  </a:lnTo>
                  <a:lnTo>
                    <a:pt x="1699" y="1858"/>
                  </a:lnTo>
                  <a:lnTo>
                    <a:pt x="1739" y="1838"/>
                  </a:lnTo>
                  <a:lnTo>
                    <a:pt x="1818" y="1798"/>
                  </a:lnTo>
                  <a:lnTo>
                    <a:pt x="1877" y="1759"/>
                  </a:lnTo>
                  <a:lnTo>
                    <a:pt x="1818" y="1779"/>
                  </a:lnTo>
                  <a:lnTo>
                    <a:pt x="1857" y="1759"/>
                  </a:lnTo>
                  <a:lnTo>
                    <a:pt x="1818" y="1759"/>
                  </a:lnTo>
                  <a:lnTo>
                    <a:pt x="1778" y="1779"/>
                  </a:lnTo>
                  <a:lnTo>
                    <a:pt x="1739" y="1798"/>
                  </a:lnTo>
                  <a:lnTo>
                    <a:pt x="1640" y="1818"/>
                  </a:lnTo>
                  <a:lnTo>
                    <a:pt x="1640" y="1818"/>
                  </a:lnTo>
                  <a:lnTo>
                    <a:pt x="1778" y="1779"/>
                  </a:lnTo>
                  <a:lnTo>
                    <a:pt x="1798" y="1759"/>
                  </a:lnTo>
                  <a:lnTo>
                    <a:pt x="1778" y="1759"/>
                  </a:lnTo>
                  <a:lnTo>
                    <a:pt x="1719" y="1779"/>
                  </a:lnTo>
                  <a:lnTo>
                    <a:pt x="1739" y="1759"/>
                  </a:lnTo>
                  <a:lnTo>
                    <a:pt x="1660" y="1798"/>
                  </a:lnTo>
                  <a:lnTo>
                    <a:pt x="1601" y="1818"/>
                  </a:lnTo>
                  <a:lnTo>
                    <a:pt x="1601" y="1838"/>
                  </a:lnTo>
                  <a:lnTo>
                    <a:pt x="1620" y="1818"/>
                  </a:lnTo>
                  <a:lnTo>
                    <a:pt x="1660" y="1818"/>
                  </a:lnTo>
                  <a:lnTo>
                    <a:pt x="1581" y="1858"/>
                  </a:lnTo>
                  <a:lnTo>
                    <a:pt x="1522" y="1877"/>
                  </a:lnTo>
                  <a:lnTo>
                    <a:pt x="1581" y="1838"/>
                  </a:lnTo>
                  <a:lnTo>
                    <a:pt x="1601" y="1818"/>
                  </a:lnTo>
                  <a:lnTo>
                    <a:pt x="1581" y="1818"/>
                  </a:lnTo>
                  <a:lnTo>
                    <a:pt x="1640" y="1798"/>
                  </a:lnTo>
                  <a:lnTo>
                    <a:pt x="1660" y="1798"/>
                  </a:lnTo>
                  <a:lnTo>
                    <a:pt x="1739" y="1739"/>
                  </a:lnTo>
                  <a:lnTo>
                    <a:pt x="1680" y="1759"/>
                  </a:lnTo>
                  <a:lnTo>
                    <a:pt x="1660" y="1779"/>
                  </a:lnTo>
                  <a:lnTo>
                    <a:pt x="1680" y="1779"/>
                  </a:lnTo>
                  <a:lnTo>
                    <a:pt x="1581" y="1798"/>
                  </a:lnTo>
                  <a:lnTo>
                    <a:pt x="1541" y="1798"/>
                  </a:lnTo>
                  <a:lnTo>
                    <a:pt x="1561" y="1779"/>
                  </a:lnTo>
                  <a:lnTo>
                    <a:pt x="1482" y="1818"/>
                  </a:lnTo>
                  <a:lnTo>
                    <a:pt x="1462" y="1798"/>
                  </a:lnTo>
                  <a:lnTo>
                    <a:pt x="1522" y="1779"/>
                  </a:lnTo>
                  <a:lnTo>
                    <a:pt x="1502" y="1779"/>
                  </a:lnTo>
                  <a:lnTo>
                    <a:pt x="1403" y="1798"/>
                  </a:lnTo>
                  <a:lnTo>
                    <a:pt x="1324" y="1858"/>
                  </a:lnTo>
                  <a:lnTo>
                    <a:pt x="1285" y="1877"/>
                  </a:lnTo>
                  <a:lnTo>
                    <a:pt x="1285" y="1877"/>
                  </a:lnTo>
                  <a:lnTo>
                    <a:pt x="1304" y="1858"/>
                  </a:lnTo>
                  <a:lnTo>
                    <a:pt x="1344" y="1838"/>
                  </a:lnTo>
                  <a:lnTo>
                    <a:pt x="1344" y="1818"/>
                  </a:lnTo>
                  <a:lnTo>
                    <a:pt x="1324" y="1818"/>
                  </a:lnTo>
                  <a:lnTo>
                    <a:pt x="1462" y="1759"/>
                  </a:lnTo>
                  <a:lnTo>
                    <a:pt x="1383" y="1779"/>
                  </a:lnTo>
                  <a:lnTo>
                    <a:pt x="1383" y="1779"/>
                  </a:lnTo>
                  <a:lnTo>
                    <a:pt x="1482" y="1739"/>
                  </a:lnTo>
                  <a:lnTo>
                    <a:pt x="1522" y="1719"/>
                  </a:lnTo>
                  <a:lnTo>
                    <a:pt x="1502" y="1739"/>
                  </a:lnTo>
                  <a:lnTo>
                    <a:pt x="1541" y="1739"/>
                  </a:lnTo>
                  <a:lnTo>
                    <a:pt x="1522" y="1759"/>
                  </a:lnTo>
                  <a:lnTo>
                    <a:pt x="1581" y="1739"/>
                  </a:lnTo>
                  <a:lnTo>
                    <a:pt x="1601" y="1739"/>
                  </a:lnTo>
                  <a:lnTo>
                    <a:pt x="1660" y="1680"/>
                  </a:lnTo>
                  <a:lnTo>
                    <a:pt x="1778" y="1621"/>
                  </a:lnTo>
                  <a:lnTo>
                    <a:pt x="1818" y="1621"/>
                  </a:lnTo>
                  <a:lnTo>
                    <a:pt x="1818" y="1601"/>
                  </a:lnTo>
                  <a:lnTo>
                    <a:pt x="1620" y="1680"/>
                  </a:lnTo>
                  <a:lnTo>
                    <a:pt x="1601" y="1680"/>
                  </a:lnTo>
                  <a:lnTo>
                    <a:pt x="1601" y="1660"/>
                  </a:lnTo>
                  <a:lnTo>
                    <a:pt x="1739" y="1621"/>
                  </a:lnTo>
                  <a:lnTo>
                    <a:pt x="1699" y="1621"/>
                  </a:lnTo>
                  <a:lnTo>
                    <a:pt x="1719" y="1601"/>
                  </a:lnTo>
                  <a:lnTo>
                    <a:pt x="1719" y="1601"/>
                  </a:lnTo>
                  <a:lnTo>
                    <a:pt x="1680" y="1621"/>
                  </a:lnTo>
                  <a:lnTo>
                    <a:pt x="1699" y="1601"/>
                  </a:lnTo>
                  <a:lnTo>
                    <a:pt x="1759" y="1561"/>
                  </a:lnTo>
                  <a:lnTo>
                    <a:pt x="1778" y="1561"/>
                  </a:lnTo>
                  <a:lnTo>
                    <a:pt x="1759" y="1581"/>
                  </a:lnTo>
                  <a:lnTo>
                    <a:pt x="1778" y="1581"/>
                  </a:lnTo>
                  <a:lnTo>
                    <a:pt x="1818" y="1561"/>
                  </a:lnTo>
                  <a:lnTo>
                    <a:pt x="1857" y="1542"/>
                  </a:lnTo>
                  <a:lnTo>
                    <a:pt x="1857" y="1532"/>
                  </a:lnTo>
                  <a:lnTo>
                    <a:pt x="1857" y="1532"/>
                  </a:lnTo>
                  <a:lnTo>
                    <a:pt x="1917" y="1502"/>
                  </a:lnTo>
                  <a:lnTo>
                    <a:pt x="1897" y="1502"/>
                  </a:lnTo>
                  <a:lnTo>
                    <a:pt x="1917" y="1482"/>
                  </a:lnTo>
                  <a:lnTo>
                    <a:pt x="1936" y="1463"/>
                  </a:lnTo>
                  <a:lnTo>
                    <a:pt x="1917" y="1463"/>
                  </a:lnTo>
                  <a:lnTo>
                    <a:pt x="1857" y="1482"/>
                  </a:lnTo>
                  <a:lnTo>
                    <a:pt x="1759" y="1502"/>
                  </a:lnTo>
                  <a:lnTo>
                    <a:pt x="1857" y="1463"/>
                  </a:lnTo>
                  <a:lnTo>
                    <a:pt x="1897" y="1443"/>
                  </a:lnTo>
                  <a:lnTo>
                    <a:pt x="1798" y="1482"/>
                  </a:lnTo>
                  <a:lnTo>
                    <a:pt x="1719" y="1502"/>
                  </a:lnTo>
                  <a:lnTo>
                    <a:pt x="1719" y="1502"/>
                  </a:lnTo>
                  <a:lnTo>
                    <a:pt x="1798" y="1463"/>
                  </a:lnTo>
                  <a:lnTo>
                    <a:pt x="1824" y="1456"/>
                  </a:lnTo>
                  <a:lnTo>
                    <a:pt x="1824" y="1456"/>
                  </a:lnTo>
                  <a:lnTo>
                    <a:pt x="1838" y="1443"/>
                  </a:lnTo>
                  <a:lnTo>
                    <a:pt x="1897" y="1403"/>
                  </a:lnTo>
                  <a:lnTo>
                    <a:pt x="1897" y="1403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43"/>
                  </a:lnTo>
                  <a:lnTo>
                    <a:pt x="1719" y="1463"/>
                  </a:lnTo>
                  <a:lnTo>
                    <a:pt x="1739" y="1443"/>
                  </a:lnTo>
                  <a:lnTo>
                    <a:pt x="1778" y="1423"/>
                  </a:lnTo>
                  <a:lnTo>
                    <a:pt x="1818" y="1403"/>
                  </a:lnTo>
                  <a:lnTo>
                    <a:pt x="1818" y="1403"/>
                  </a:lnTo>
                  <a:lnTo>
                    <a:pt x="1798" y="1423"/>
                  </a:lnTo>
                  <a:lnTo>
                    <a:pt x="1877" y="1403"/>
                  </a:lnTo>
                  <a:lnTo>
                    <a:pt x="1818" y="1403"/>
                  </a:lnTo>
                  <a:lnTo>
                    <a:pt x="1818" y="1384"/>
                  </a:lnTo>
                  <a:lnTo>
                    <a:pt x="1838" y="1384"/>
                  </a:lnTo>
                  <a:lnTo>
                    <a:pt x="1838" y="1364"/>
                  </a:lnTo>
                  <a:lnTo>
                    <a:pt x="1778" y="1384"/>
                  </a:lnTo>
                  <a:lnTo>
                    <a:pt x="1699" y="1423"/>
                  </a:lnTo>
                  <a:lnTo>
                    <a:pt x="1759" y="1384"/>
                  </a:lnTo>
                  <a:lnTo>
                    <a:pt x="1778" y="1384"/>
                  </a:lnTo>
                  <a:lnTo>
                    <a:pt x="1798" y="1364"/>
                  </a:lnTo>
                  <a:lnTo>
                    <a:pt x="1778" y="1364"/>
                  </a:lnTo>
                  <a:lnTo>
                    <a:pt x="1818" y="1344"/>
                  </a:lnTo>
                  <a:lnTo>
                    <a:pt x="1759" y="1344"/>
                  </a:lnTo>
                  <a:lnTo>
                    <a:pt x="1818" y="1324"/>
                  </a:lnTo>
                  <a:lnTo>
                    <a:pt x="1680" y="1324"/>
                  </a:lnTo>
                  <a:lnTo>
                    <a:pt x="1778" y="1305"/>
                  </a:lnTo>
                  <a:lnTo>
                    <a:pt x="1818" y="1305"/>
                  </a:lnTo>
                  <a:lnTo>
                    <a:pt x="1838" y="1285"/>
                  </a:lnTo>
                  <a:lnTo>
                    <a:pt x="1818" y="1285"/>
                  </a:lnTo>
                  <a:lnTo>
                    <a:pt x="1838" y="1265"/>
                  </a:lnTo>
                  <a:lnTo>
                    <a:pt x="1719" y="1305"/>
                  </a:lnTo>
                  <a:lnTo>
                    <a:pt x="1719" y="1285"/>
                  </a:lnTo>
                  <a:lnTo>
                    <a:pt x="1699" y="1285"/>
                  </a:lnTo>
                  <a:lnTo>
                    <a:pt x="1739" y="1265"/>
                  </a:lnTo>
                  <a:lnTo>
                    <a:pt x="1680" y="1265"/>
                  </a:lnTo>
                  <a:lnTo>
                    <a:pt x="1601" y="1305"/>
                  </a:lnTo>
                  <a:lnTo>
                    <a:pt x="1601" y="1285"/>
                  </a:lnTo>
                  <a:lnTo>
                    <a:pt x="1561" y="1305"/>
                  </a:lnTo>
                  <a:lnTo>
                    <a:pt x="1581" y="1324"/>
                  </a:lnTo>
                  <a:lnTo>
                    <a:pt x="1601" y="1324"/>
                  </a:lnTo>
                  <a:lnTo>
                    <a:pt x="1561" y="1344"/>
                  </a:lnTo>
                  <a:lnTo>
                    <a:pt x="1482" y="1364"/>
                  </a:lnTo>
                  <a:lnTo>
                    <a:pt x="1443" y="1384"/>
                  </a:lnTo>
                  <a:lnTo>
                    <a:pt x="1364" y="1403"/>
                  </a:lnTo>
                  <a:lnTo>
                    <a:pt x="1324" y="1384"/>
                  </a:lnTo>
                  <a:lnTo>
                    <a:pt x="1344" y="1364"/>
                  </a:lnTo>
                  <a:lnTo>
                    <a:pt x="1364" y="1344"/>
                  </a:lnTo>
                  <a:lnTo>
                    <a:pt x="1344" y="1344"/>
                  </a:lnTo>
                  <a:lnTo>
                    <a:pt x="1403" y="1324"/>
                  </a:lnTo>
                  <a:lnTo>
                    <a:pt x="1482" y="1324"/>
                  </a:lnTo>
                  <a:lnTo>
                    <a:pt x="1601" y="1285"/>
                  </a:lnTo>
                  <a:lnTo>
                    <a:pt x="1719" y="1245"/>
                  </a:lnTo>
                  <a:lnTo>
                    <a:pt x="1699" y="1245"/>
                  </a:lnTo>
                  <a:lnTo>
                    <a:pt x="1739" y="1226"/>
                  </a:lnTo>
                  <a:lnTo>
                    <a:pt x="1660" y="1226"/>
                  </a:lnTo>
                  <a:lnTo>
                    <a:pt x="1719" y="1206"/>
                  </a:lnTo>
                  <a:lnTo>
                    <a:pt x="1699" y="1186"/>
                  </a:lnTo>
                  <a:lnTo>
                    <a:pt x="1660" y="1186"/>
                  </a:lnTo>
                  <a:lnTo>
                    <a:pt x="1719" y="1166"/>
                  </a:lnTo>
                  <a:lnTo>
                    <a:pt x="1719" y="1147"/>
                  </a:lnTo>
                  <a:lnTo>
                    <a:pt x="1601" y="1147"/>
                  </a:lnTo>
                  <a:lnTo>
                    <a:pt x="1601" y="1127"/>
                  </a:lnTo>
                  <a:lnTo>
                    <a:pt x="1620" y="1127"/>
                  </a:lnTo>
                  <a:lnTo>
                    <a:pt x="1660" y="1107"/>
                  </a:lnTo>
                  <a:lnTo>
                    <a:pt x="1620" y="1107"/>
                  </a:lnTo>
                  <a:lnTo>
                    <a:pt x="1680" y="1068"/>
                  </a:lnTo>
                  <a:lnTo>
                    <a:pt x="1620" y="1068"/>
                  </a:lnTo>
                  <a:lnTo>
                    <a:pt x="1541" y="1087"/>
                  </a:lnTo>
                  <a:lnTo>
                    <a:pt x="1541" y="1087"/>
                  </a:lnTo>
                  <a:lnTo>
                    <a:pt x="1660" y="1048"/>
                  </a:lnTo>
                  <a:lnTo>
                    <a:pt x="1601" y="1028"/>
                  </a:lnTo>
                  <a:lnTo>
                    <a:pt x="1561" y="989"/>
                  </a:lnTo>
                  <a:lnTo>
                    <a:pt x="1581" y="989"/>
                  </a:lnTo>
                  <a:lnTo>
                    <a:pt x="1561" y="969"/>
                  </a:lnTo>
                  <a:lnTo>
                    <a:pt x="1522" y="949"/>
                  </a:lnTo>
                  <a:lnTo>
                    <a:pt x="1482" y="949"/>
                  </a:lnTo>
                  <a:lnTo>
                    <a:pt x="1482" y="929"/>
                  </a:lnTo>
                  <a:lnTo>
                    <a:pt x="1383" y="929"/>
                  </a:lnTo>
                  <a:lnTo>
                    <a:pt x="1265" y="969"/>
                  </a:lnTo>
                  <a:lnTo>
                    <a:pt x="1245" y="949"/>
                  </a:lnTo>
                  <a:lnTo>
                    <a:pt x="1285" y="949"/>
                  </a:lnTo>
                  <a:lnTo>
                    <a:pt x="1344" y="929"/>
                  </a:lnTo>
                  <a:lnTo>
                    <a:pt x="1423" y="910"/>
                  </a:lnTo>
                  <a:lnTo>
                    <a:pt x="1443" y="910"/>
                  </a:lnTo>
                  <a:lnTo>
                    <a:pt x="1443" y="890"/>
                  </a:lnTo>
                  <a:lnTo>
                    <a:pt x="1462" y="870"/>
                  </a:lnTo>
                  <a:lnTo>
                    <a:pt x="1482" y="870"/>
                  </a:lnTo>
                  <a:lnTo>
                    <a:pt x="1482" y="890"/>
                  </a:lnTo>
                  <a:lnTo>
                    <a:pt x="1561" y="890"/>
                  </a:lnTo>
                  <a:lnTo>
                    <a:pt x="1522" y="870"/>
                  </a:lnTo>
                  <a:lnTo>
                    <a:pt x="1522" y="850"/>
                  </a:lnTo>
                  <a:lnTo>
                    <a:pt x="1423" y="850"/>
                  </a:lnTo>
                  <a:lnTo>
                    <a:pt x="1403" y="831"/>
                  </a:lnTo>
                  <a:lnTo>
                    <a:pt x="1482" y="811"/>
                  </a:lnTo>
                  <a:lnTo>
                    <a:pt x="1443" y="811"/>
                  </a:lnTo>
                  <a:lnTo>
                    <a:pt x="1423" y="791"/>
                  </a:lnTo>
                  <a:lnTo>
                    <a:pt x="1482" y="791"/>
                  </a:lnTo>
                  <a:lnTo>
                    <a:pt x="1482" y="771"/>
                  </a:lnTo>
                  <a:lnTo>
                    <a:pt x="1482" y="751"/>
                  </a:lnTo>
                  <a:lnTo>
                    <a:pt x="1522" y="751"/>
                  </a:lnTo>
                  <a:lnTo>
                    <a:pt x="1482" y="732"/>
                  </a:lnTo>
                  <a:lnTo>
                    <a:pt x="1403" y="712"/>
                  </a:lnTo>
                  <a:lnTo>
                    <a:pt x="1423" y="712"/>
                  </a:lnTo>
                  <a:lnTo>
                    <a:pt x="1423" y="692"/>
                  </a:lnTo>
                  <a:lnTo>
                    <a:pt x="1462" y="692"/>
                  </a:lnTo>
                  <a:lnTo>
                    <a:pt x="1443" y="672"/>
                  </a:lnTo>
                  <a:lnTo>
                    <a:pt x="1482" y="672"/>
                  </a:lnTo>
                  <a:lnTo>
                    <a:pt x="1462" y="653"/>
                  </a:lnTo>
                  <a:lnTo>
                    <a:pt x="1423" y="653"/>
                  </a:lnTo>
                  <a:lnTo>
                    <a:pt x="1324" y="633"/>
                  </a:lnTo>
                  <a:lnTo>
                    <a:pt x="1344" y="633"/>
                  </a:lnTo>
                  <a:lnTo>
                    <a:pt x="1324" y="613"/>
                  </a:lnTo>
                  <a:lnTo>
                    <a:pt x="1225" y="613"/>
                  </a:lnTo>
                  <a:lnTo>
                    <a:pt x="1265" y="593"/>
                  </a:lnTo>
                  <a:lnTo>
                    <a:pt x="1324" y="593"/>
                  </a:lnTo>
                  <a:lnTo>
                    <a:pt x="1324" y="613"/>
                  </a:lnTo>
                  <a:lnTo>
                    <a:pt x="1403" y="593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23" y="534"/>
                  </a:lnTo>
                  <a:lnTo>
                    <a:pt x="1403" y="514"/>
                  </a:lnTo>
                  <a:lnTo>
                    <a:pt x="1383" y="514"/>
                  </a:lnTo>
                  <a:lnTo>
                    <a:pt x="1443" y="495"/>
                  </a:lnTo>
                  <a:lnTo>
                    <a:pt x="1443" y="475"/>
                  </a:lnTo>
                  <a:lnTo>
                    <a:pt x="1443" y="455"/>
                  </a:lnTo>
                  <a:lnTo>
                    <a:pt x="1423" y="435"/>
                  </a:lnTo>
                  <a:lnTo>
                    <a:pt x="1383" y="435"/>
                  </a:lnTo>
                  <a:lnTo>
                    <a:pt x="1443" y="416"/>
                  </a:lnTo>
                  <a:lnTo>
                    <a:pt x="1344" y="416"/>
                  </a:lnTo>
                  <a:lnTo>
                    <a:pt x="1304" y="376"/>
                  </a:lnTo>
                  <a:lnTo>
                    <a:pt x="1265" y="356"/>
                  </a:lnTo>
                  <a:lnTo>
                    <a:pt x="1146" y="337"/>
                  </a:lnTo>
                  <a:lnTo>
                    <a:pt x="1206" y="337"/>
                  </a:lnTo>
                  <a:lnTo>
                    <a:pt x="1265" y="356"/>
                  </a:lnTo>
                  <a:lnTo>
                    <a:pt x="1225" y="337"/>
                  </a:lnTo>
                  <a:lnTo>
                    <a:pt x="1285" y="337"/>
                  </a:lnTo>
                  <a:lnTo>
                    <a:pt x="1304" y="317"/>
                  </a:lnTo>
                  <a:lnTo>
                    <a:pt x="1206" y="317"/>
                  </a:lnTo>
                  <a:lnTo>
                    <a:pt x="1146" y="297"/>
                  </a:lnTo>
                  <a:lnTo>
                    <a:pt x="1107" y="297"/>
                  </a:lnTo>
                  <a:lnTo>
                    <a:pt x="1107" y="277"/>
                  </a:lnTo>
                  <a:lnTo>
                    <a:pt x="1107" y="277"/>
                  </a:lnTo>
                  <a:lnTo>
                    <a:pt x="1067" y="238"/>
                  </a:lnTo>
                  <a:lnTo>
                    <a:pt x="1048" y="198"/>
                  </a:lnTo>
                  <a:lnTo>
                    <a:pt x="1048" y="159"/>
                  </a:lnTo>
                  <a:lnTo>
                    <a:pt x="1067" y="139"/>
                  </a:lnTo>
                  <a:lnTo>
                    <a:pt x="1107" y="139"/>
                  </a:lnTo>
                  <a:lnTo>
                    <a:pt x="1127" y="119"/>
                  </a:lnTo>
                  <a:lnTo>
                    <a:pt x="1107" y="100"/>
                  </a:lnTo>
                  <a:lnTo>
                    <a:pt x="1206" y="100"/>
                  </a:lnTo>
                  <a:lnTo>
                    <a:pt x="1225" y="80"/>
                  </a:lnTo>
                  <a:lnTo>
                    <a:pt x="1344" y="80"/>
                  </a:lnTo>
                  <a:lnTo>
                    <a:pt x="1265" y="60"/>
                  </a:lnTo>
                  <a:lnTo>
                    <a:pt x="1225" y="40"/>
                  </a:lnTo>
                  <a:lnTo>
                    <a:pt x="1206" y="40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11"/>
            <p:cNvSpPr/>
            <p:nvPr/>
          </p:nvSpPr>
          <p:spPr>
            <a:xfrm>
              <a:off x="-1397075" y="40990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0" y="0"/>
                  </a:moveTo>
                  <a:lnTo>
                    <a:pt x="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11"/>
            <p:cNvSpPr/>
            <p:nvPr/>
          </p:nvSpPr>
          <p:spPr>
            <a:xfrm>
              <a:off x="-1430175" y="40822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11"/>
            <p:cNvSpPr/>
            <p:nvPr/>
          </p:nvSpPr>
          <p:spPr>
            <a:xfrm>
              <a:off x="-1409425" y="4106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11"/>
            <p:cNvSpPr/>
            <p:nvPr/>
          </p:nvSpPr>
          <p:spPr>
            <a:xfrm>
              <a:off x="-1243500" y="413657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11"/>
            <p:cNvSpPr/>
            <p:nvPr/>
          </p:nvSpPr>
          <p:spPr>
            <a:xfrm>
              <a:off x="-1245000" y="4137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11"/>
            <p:cNvSpPr/>
            <p:nvPr/>
          </p:nvSpPr>
          <p:spPr>
            <a:xfrm>
              <a:off x="-1295850" y="4123725"/>
              <a:ext cx="53850" cy="43975"/>
            </a:xfrm>
            <a:custGeom>
              <a:rect b="b" l="l" r="r" t="t"/>
              <a:pathLst>
                <a:path extrusionOk="0" h="1759" w="2154">
                  <a:moveTo>
                    <a:pt x="1699" y="100"/>
                  </a:moveTo>
                  <a:lnTo>
                    <a:pt x="1699" y="139"/>
                  </a:lnTo>
                  <a:lnTo>
                    <a:pt x="1709" y="100"/>
                  </a:lnTo>
                  <a:close/>
                  <a:moveTo>
                    <a:pt x="1976" y="179"/>
                  </a:moveTo>
                  <a:lnTo>
                    <a:pt x="1956" y="278"/>
                  </a:lnTo>
                  <a:lnTo>
                    <a:pt x="1943" y="370"/>
                  </a:lnTo>
                  <a:lnTo>
                    <a:pt x="1956" y="317"/>
                  </a:lnTo>
                  <a:lnTo>
                    <a:pt x="1976" y="179"/>
                  </a:lnTo>
                  <a:close/>
                  <a:moveTo>
                    <a:pt x="1943" y="370"/>
                  </a:moveTo>
                  <a:lnTo>
                    <a:pt x="1936" y="396"/>
                  </a:lnTo>
                  <a:lnTo>
                    <a:pt x="1936" y="416"/>
                  </a:lnTo>
                  <a:lnTo>
                    <a:pt x="1943" y="370"/>
                  </a:lnTo>
                  <a:close/>
                  <a:moveTo>
                    <a:pt x="2045" y="455"/>
                  </a:moveTo>
                  <a:lnTo>
                    <a:pt x="2035" y="475"/>
                  </a:lnTo>
                  <a:lnTo>
                    <a:pt x="2035" y="495"/>
                  </a:lnTo>
                  <a:lnTo>
                    <a:pt x="2045" y="455"/>
                  </a:lnTo>
                  <a:close/>
                  <a:moveTo>
                    <a:pt x="2035" y="495"/>
                  </a:moveTo>
                  <a:lnTo>
                    <a:pt x="2022" y="534"/>
                  </a:lnTo>
                  <a:lnTo>
                    <a:pt x="2035" y="534"/>
                  </a:lnTo>
                  <a:lnTo>
                    <a:pt x="2035" y="495"/>
                  </a:lnTo>
                  <a:close/>
                  <a:moveTo>
                    <a:pt x="2134" y="198"/>
                  </a:moveTo>
                  <a:lnTo>
                    <a:pt x="2114" y="258"/>
                  </a:lnTo>
                  <a:lnTo>
                    <a:pt x="2114" y="238"/>
                  </a:lnTo>
                  <a:lnTo>
                    <a:pt x="2114" y="218"/>
                  </a:lnTo>
                  <a:lnTo>
                    <a:pt x="2094" y="258"/>
                  </a:lnTo>
                  <a:lnTo>
                    <a:pt x="2094" y="297"/>
                  </a:lnTo>
                  <a:lnTo>
                    <a:pt x="2074" y="337"/>
                  </a:lnTo>
                  <a:lnTo>
                    <a:pt x="2074" y="297"/>
                  </a:lnTo>
                  <a:lnTo>
                    <a:pt x="2074" y="278"/>
                  </a:lnTo>
                  <a:lnTo>
                    <a:pt x="2055" y="337"/>
                  </a:lnTo>
                  <a:lnTo>
                    <a:pt x="2055" y="317"/>
                  </a:lnTo>
                  <a:lnTo>
                    <a:pt x="2035" y="396"/>
                  </a:lnTo>
                  <a:lnTo>
                    <a:pt x="2015" y="455"/>
                  </a:lnTo>
                  <a:lnTo>
                    <a:pt x="2035" y="475"/>
                  </a:lnTo>
                  <a:lnTo>
                    <a:pt x="2035" y="455"/>
                  </a:lnTo>
                  <a:lnTo>
                    <a:pt x="2055" y="416"/>
                  </a:lnTo>
                  <a:lnTo>
                    <a:pt x="2045" y="455"/>
                  </a:lnTo>
                  <a:lnTo>
                    <a:pt x="2055" y="436"/>
                  </a:lnTo>
                  <a:lnTo>
                    <a:pt x="2055" y="475"/>
                  </a:lnTo>
                  <a:lnTo>
                    <a:pt x="2055" y="653"/>
                  </a:lnTo>
                  <a:lnTo>
                    <a:pt x="2035" y="811"/>
                  </a:lnTo>
                  <a:lnTo>
                    <a:pt x="2055" y="791"/>
                  </a:lnTo>
                  <a:lnTo>
                    <a:pt x="2042" y="923"/>
                  </a:lnTo>
                  <a:lnTo>
                    <a:pt x="2042" y="923"/>
                  </a:lnTo>
                  <a:lnTo>
                    <a:pt x="2055" y="870"/>
                  </a:lnTo>
                  <a:lnTo>
                    <a:pt x="2055" y="910"/>
                  </a:lnTo>
                  <a:lnTo>
                    <a:pt x="2055" y="929"/>
                  </a:lnTo>
                  <a:lnTo>
                    <a:pt x="2074" y="870"/>
                  </a:lnTo>
                  <a:lnTo>
                    <a:pt x="2074" y="890"/>
                  </a:lnTo>
                  <a:lnTo>
                    <a:pt x="2094" y="791"/>
                  </a:lnTo>
                  <a:lnTo>
                    <a:pt x="2094" y="771"/>
                  </a:lnTo>
                  <a:lnTo>
                    <a:pt x="2074" y="791"/>
                  </a:lnTo>
                  <a:lnTo>
                    <a:pt x="2094" y="732"/>
                  </a:lnTo>
                  <a:lnTo>
                    <a:pt x="2094" y="613"/>
                  </a:lnTo>
                  <a:lnTo>
                    <a:pt x="2094" y="594"/>
                  </a:lnTo>
                  <a:lnTo>
                    <a:pt x="2094" y="574"/>
                  </a:lnTo>
                  <a:lnTo>
                    <a:pt x="2074" y="613"/>
                  </a:lnTo>
                  <a:lnTo>
                    <a:pt x="2074" y="574"/>
                  </a:lnTo>
                  <a:lnTo>
                    <a:pt x="2074" y="554"/>
                  </a:lnTo>
                  <a:lnTo>
                    <a:pt x="2074" y="534"/>
                  </a:lnTo>
                  <a:lnTo>
                    <a:pt x="2094" y="416"/>
                  </a:lnTo>
                  <a:lnTo>
                    <a:pt x="2114" y="396"/>
                  </a:lnTo>
                  <a:lnTo>
                    <a:pt x="2094" y="436"/>
                  </a:lnTo>
                  <a:lnTo>
                    <a:pt x="2094" y="515"/>
                  </a:lnTo>
                  <a:lnTo>
                    <a:pt x="2114" y="475"/>
                  </a:lnTo>
                  <a:lnTo>
                    <a:pt x="2114" y="455"/>
                  </a:lnTo>
                  <a:lnTo>
                    <a:pt x="2134" y="376"/>
                  </a:lnTo>
                  <a:lnTo>
                    <a:pt x="2134" y="357"/>
                  </a:lnTo>
                  <a:lnTo>
                    <a:pt x="2153" y="278"/>
                  </a:lnTo>
                  <a:lnTo>
                    <a:pt x="2153" y="198"/>
                  </a:lnTo>
                  <a:lnTo>
                    <a:pt x="2134" y="278"/>
                  </a:lnTo>
                  <a:lnTo>
                    <a:pt x="2134" y="258"/>
                  </a:lnTo>
                  <a:lnTo>
                    <a:pt x="2134" y="198"/>
                  </a:lnTo>
                  <a:close/>
                  <a:moveTo>
                    <a:pt x="1815" y="935"/>
                  </a:moveTo>
                  <a:lnTo>
                    <a:pt x="1810" y="981"/>
                  </a:lnTo>
                  <a:lnTo>
                    <a:pt x="1798" y="969"/>
                  </a:lnTo>
                  <a:lnTo>
                    <a:pt x="1815" y="935"/>
                  </a:lnTo>
                  <a:close/>
                  <a:moveTo>
                    <a:pt x="2042" y="923"/>
                  </a:moveTo>
                  <a:lnTo>
                    <a:pt x="2035" y="949"/>
                  </a:lnTo>
                  <a:lnTo>
                    <a:pt x="2035" y="989"/>
                  </a:lnTo>
                  <a:lnTo>
                    <a:pt x="2042" y="923"/>
                  </a:lnTo>
                  <a:close/>
                  <a:moveTo>
                    <a:pt x="1947" y="898"/>
                  </a:moveTo>
                  <a:lnTo>
                    <a:pt x="1936" y="989"/>
                  </a:lnTo>
                  <a:lnTo>
                    <a:pt x="1936" y="949"/>
                  </a:lnTo>
                  <a:lnTo>
                    <a:pt x="1936" y="910"/>
                  </a:lnTo>
                  <a:lnTo>
                    <a:pt x="1947" y="898"/>
                  </a:lnTo>
                  <a:close/>
                  <a:moveTo>
                    <a:pt x="2035" y="989"/>
                  </a:moveTo>
                  <a:lnTo>
                    <a:pt x="2035" y="989"/>
                  </a:lnTo>
                  <a:lnTo>
                    <a:pt x="2035" y="989"/>
                  </a:lnTo>
                  <a:close/>
                  <a:moveTo>
                    <a:pt x="1995" y="989"/>
                  </a:moveTo>
                  <a:lnTo>
                    <a:pt x="1988" y="1044"/>
                  </a:lnTo>
                  <a:lnTo>
                    <a:pt x="1995" y="1028"/>
                  </a:lnTo>
                  <a:lnTo>
                    <a:pt x="1995" y="989"/>
                  </a:lnTo>
                  <a:close/>
                  <a:moveTo>
                    <a:pt x="1620" y="1127"/>
                  </a:moveTo>
                  <a:lnTo>
                    <a:pt x="1620" y="114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20" y="1127"/>
                  </a:lnTo>
                  <a:close/>
                  <a:moveTo>
                    <a:pt x="1818" y="1127"/>
                  </a:moveTo>
                  <a:lnTo>
                    <a:pt x="1808" y="1137"/>
                  </a:lnTo>
                  <a:lnTo>
                    <a:pt x="1818" y="1147"/>
                  </a:lnTo>
                  <a:lnTo>
                    <a:pt x="1818" y="1127"/>
                  </a:lnTo>
                  <a:close/>
                  <a:moveTo>
                    <a:pt x="1995" y="1166"/>
                  </a:moveTo>
                  <a:lnTo>
                    <a:pt x="1976" y="1186"/>
                  </a:lnTo>
                  <a:lnTo>
                    <a:pt x="1976" y="1206"/>
                  </a:lnTo>
                  <a:lnTo>
                    <a:pt x="1995" y="1166"/>
                  </a:lnTo>
                  <a:close/>
                  <a:moveTo>
                    <a:pt x="1857" y="1226"/>
                  </a:moveTo>
                  <a:lnTo>
                    <a:pt x="1857" y="1226"/>
                  </a:lnTo>
                  <a:lnTo>
                    <a:pt x="1857" y="1226"/>
                  </a:lnTo>
                  <a:close/>
                  <a:moveTo>
                    <a:pt x="1719" y="1087"/>
                  </a:moveTo>
                  <a:lnTo>
                    <a:pt x="1699" y="1107"/>
                  </a:lnTo>
                  <a:lnTo>
                    <a:pt x="1679" y="1226"/>
                  </a:lnTo>
                  <a:lnTo>
                    <a:pt x="1679" y="1324"/>
                  </a:lnTo>
                  <a:lnTo>
                    <a:pt x="1699" y="1245"/>
                  </a:lnTo>
                  <a:lnTo>
                    <a:pt x="1719" y="1206"/>
                  </a:lnTo>
                  <a:lnTo>
                    <a:pt x="1719" y="1087"/>
                  </a:lnTo>
                  <a:close/>
                  <a:moveTo>
                    <a:pt x="1482" y="1344"/>
                  </a:moveTo>
                  <a:lnTo>
                    <a:pt x="1482" y="1344"/>
                  </a:lnTo>
                  <a:lnTo>
                    <a:pt x="1482" y="1344"/>
                  </a:lnTo>
                  <a:close/>
                  <a:moveTo>
                    <a:pt x="277" y="1285"/>
                  </a:moveTo>
                  <a:lnTo>
                    <a:pt x="277" y="1305"/>
                  </a:lnTo>
                  <a:lnTo>
                    <a:pt x="277" y="1324"/>
                  </a:lnTo>
                  <a:lnTo>
                    <a:pt x="297" y="1384"/>
                  </a:lnTo>
                  <a:lnTo>
                    <a:pt x="277" y="1285"/>
                  </a:lnTo>
                  <a:close/>
                  <a:moveTo>
                    <a:pt x="1344" y="1364"/>
                  </a:moveTo>
                  <a:lnTo>
                    <a:pt x="1330" y="1403"/>
                  </a:lnTo>
                  <a:lnTo>
                    <a:pt x="1344" y="1403"/>
                  </a:lnTo>
                  <a:lnTo>
                    <a:pt x="1344" y="1364"/>
                  </a:lnTo>
                  <a:close/>
                  <a:moveTo>
                    <a:pt x="1442" y="1364"/>
                  </a:moveTo>
                  <a:lnTo>
                    <a:pt x="1462" y="1403"/>
                  </a:lnTo>
                  <a:lnTo>
                    <a:pt x="1462" y="1384"/>
                  </a:lnTo>
                  <a:lnTo>
                    <a:pt x="1442" y="1364"/>
                  </a:lnTo>
                  <a:close/>
                  <a:moveTo>
                    <a:pt x="1304" y="1403"/>
                  </a:moveTo>
                  <a:lnTo>
                    <a:pt x="1324" y="1423"/>
                  </a:lnTo>
                  <a:lnTo>
                    <a:pt x="1330" y="1403"/>
                  </a:lnTo>
                  <a:close/>
                  <a:moveTo>
                    <a:pt x="1482" y="1344"/>
                  </a:moveTo>
                  <a:lnTo>
                    <a:pt x="1462" y="1423"/>
                  </a:lnTo>
                  <a:lnTo>
                    <a:pt x="1482" y="1403"/>
                  </a:lnTo>
                  <a:lnTo>
                    <a:pt x="1482" y="1384"/>
                  </a:lnTo>
                  <a:lnTo>
                    <a:pt x="1482" y="1344"/>
                  </a:lnTo>
                  <a:close/>
                  <a:moveTo>
                    <a:pt x="1265" y="1443"/>
                  </a:moveTo>
                  <a:lnTo>
                    <a:pt x="1265" y="1463"/>
                  </a:lnTo>
                  <a:lnTo>
                    <a:pt x="1284" y="1482"/>
                  </a:lnTo>
                  <a:lnTo>
                    <a:pt x="1265" y="1443"/>
                  </a:lnTo>
                  <a:close/>
                  <a:moveTo>
                    <a:pt x="988" y="1522"/>
                  </a:moveTo>
                  <a:lnTo>
                    <a:pt x="968" y="1542"/>
                  </a:lnTo>
                  <a:lnTo>
                    <a:pt x="988" y="1561"/>
                  </a:lnTo>
                  <a:lnTo>
                    <a:pt x="988" y="1542"/>
                  </a:lnTo>
                  <a:lnTo>
                    <a:pt x="988" y="1522"/>
                  </a:lnTo>
                  <a:close/>
                  <a:moveTo>
                    <a:pt x="1166" y="1423"/>
                  </a:moveTo>
                  <a:lnTo>
                    <a:pt x="1146" y="1443"/>
                  </a:lnTo>
                  <a:lnTo>
                    <a:pt x="1146" y="1482"/>
                  </a:lnTo>
                  <a:lnTo>
                    <a:pt x="1166" y="1581"/>
                  </a:lnTo>
                  <a:lnTo>
                    <a:pt x="1186" y="1601"/>
                  </a:lnTo>
                  <a:lnTo>
                    <a:pt x="1186" y="1601"/>
                  </a:lnTo>
                  <a:lnTo>
                    <a:pt x="1166" y="1561"/>
                  </a:lnTo>
                  <a:lnTo>
                    <a:pt x="1166" y="1522"/>
                  </a:lnTo>
                  <a:lnTo>
                    <a:pt x="1186" y="1542"/>
                  </a:lnTo>
                  <a:lnTo>
                    <a:pt x="1166" y="1443"/>
                  </a:lnTo>
                  <a:lnTo>
                    <a:pt x="1166" y="1423"/>
                  </a:lnTo>
                  <a:close/>
                  <a:moveTo>
                    <a:pt x="949" y="1423"/>
                  </a:moveTo>
                  <a:lnTo>
                    <a:pt x="968" y="1443"/>
                  </a:lnTo>
                  <a:lnTo>
                    <a:pt x="968" y="1463"/>
                  </a:lnTo>
                  <a:lnTo>
                    <a:pt x="988" y="1522"/>
                  </a:lnTo>
                  <a:lnTo>
                    <a:pt x="988" y="1463"/>
                  </a:lnTo>
                  <a:lnTo>
                    <a:pt x="1008" y="1502"/>
                  </a:lnTo>
                  <a:lnTo>
                    <a:pt x="1008" y="1621"/>
                  </a:lnTo>
                  <a:lnTo>
                    <a:pt x="988" y="1561"/>
                  </a:lnTo>
                  <a:lnTo>
                    <a:pt x="988" y="1561"/>
                  </a:lnTo>
                  <a:lnTo>
                    <a:pt x="1008" y="1640"/>
                  </a:lnTo>
                  <a:lnTo>
                    <a:pt x="988" y="1621"/>
                  </a:lnTo>
                  <a:lnTo>
                    <a:pt x="968" y="1621"/>
                  </a:lnTo>
                  <a:lnTo>
                    <a:pt x="968" y="1640"/>
                  </a:lnTo>
                  <a:lnTo>
                    <a:pt x="949" y="1463"/>
                  </a:lnTo>
                  <a:lnTo>
                    <a:pt x="949" y="1423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1521" y="1"/>
                  </a:moveTo>
                  <a:lnTo>
                    <a:pt x="1502" y="40"/>
                  </a:lnTo>
                  <a:lnTo>
                    <a:pt x="1482" y="119"/>
                  </a:lnTo>
                  <a:lnTo>
                    <a:pt x="1462" y="119"/>
                  </a:lnTo>
                  <a:lnTo>
                    <a:pt x="1462" y="80"/>
                  </a:lnTo>
                  <a:lnTo>
                    <a:pt x="1442" y="139"/>
                  </a:lnTo>
                  <a:lnTo>
                    <a:pt x="1442" y="218"/>
                  </a:lnTo>
                  <a:lnTo>
                    <a:pt x="1462" y="278"/>
                  </a:lnTo>
                  <a:lnTo>
                    <a:pt x="1462" y="238"/>
                  </a:lnTo>
                  <a:lnTo>
                    <a:pt x="1482" y="218"/>
                  </a:lnTo>
                  <a:lnTo>
                    <a:pt x="1482" y="278"/>
                  </a:lnTo>
                  <a:lnTo>
                    <a:pt x="1482" y="357"/>
                  </a:lnTo>
                  <a:lnTo>
                    <a:pt x="1482" y="396"/>
                  </a:lnTo>
                  <a:lnTo>
                    <a:pt x="1482" y="495"/>
                  </a:lnTo>
                  <a:lnTo>
                    <a:pt x="1462" y="515"/>
                  </a:lnTo>
                  <a:lnTo>
                    <a:pt x="1462" y="436"/>
                  </a:lnTo>
                  <a:lnTo>
                    <a:pt x="1462" y="396"/>
                  </a:lnTo>
                  <a:lnTo>
                    <a:pt x="1462" y="297"/>
                  </a:lnTo>
                  <a:lnTo>
                    <a:pt x="1442" y="376"/>
                  </a:lnTo>
                  <a:lnTo>
                    <a:pt x="1442" y="436"/>
                  </a:lnTo>
                  <a:lnTo>
                    <a:pt x="1423" y="436"/>
                  </a:lnTo>
                  <a:lnTo>
                    <a:pt x="1423" y="455"/>
                  </a:lnTo>
                  <a:lnTo>
                    <a:pt x="1423" y="495"/>
                  </a:lnTo>
                  <a:lnTo>
                    <a:pt x="1403" y="416"/>
                  </a:lnTo>
                  <a:lnTo>
                    <a:pt x="1423" y="436"/>
                  </a:lnTo>
                  <a:lnTo>
                    <a:pt x="1423" y="396"/>
                  </a:lnTo>
                  <a:lnTo>
                    <a:pt x="1423" y="357"/>
                  </a:lnTo>
                  <a:lnTo>
                    <a:pt x="1423" y="297"/>
                  </a:lnTo>
                  <a:lnTo>
                    <a:pt x="1423" y="218"/>
                  </a:lnTo>
                  <a:lnTo>
                    <a:pt x="1442" y="100"/>
                  </a:lnTo>
                  <a:lnTo>
                    <a:pt x="1423" y="100"/>
                  </a:lnTo>
                  <a:lnTo>
                    <a:pt x="1423" y="60"/>
                  </a:lnTo>
                  <a:lnTo>
                    <a:pt x="1403" y="100"/>
                  </a:lnTo>
                  <a:lnTo>
                    <a:pt x="1383" y="159"/>
                  </a:lnTo>
                  <a:lnTo>
                    <a:pt x="1383" y="100"/>
                  </a:lnTo>
                  <a:lnTo>
                    <a:pt x="1363" y="100"/>
                  </a:lnTo>
                  <a:lnTo>
                    <a:pt x="1344" y="139"/>
                  </a:lnTo>
                  <a:lnTo>
                    <a:pt x="1344" y="80"/>
                  </a:lnTo>
                  <a:lnTo>
                    <a:pt x="1324" y="60"/>
                  </a:lnTo>
                  <a:lnTo>
                    <a:pt x="1324" y="80"/>
                  </a:lnTo>
                  <a:lnTo>
                    <a:pt x="1304" y="119"/>
                  </a:lnTo>
                  <a:lnTo>
                    <a:pt x="1284" y="179"/>
                  </a:lnTo>
                  <a:lnTo>
                    <a:pt x="1265" y="179"/>
                  </a:lnTo>
                  <a:lnTo>
                    <a:pt x="1265" y="139"/>
                  </a:lnTo>
                  <a:lnTo>
                    <a:pt x="1245" y="119"/>
                  </a:lnTo>
                  <a:lnTo>
                    <a:pt x="1245" y="159"/>
                  </a:lnTo>
                  <a:lnTo>
                    <a:pt x="1225" y="119"/>
                  </a:lnTo>
                  <a:lnTo>
                    <a:pt x="1225" y="139"/>
                  </a:lnTo>
                  <a:lnTo>
                    <a:pt x="1205" y="159"/>
                  </a:lnTo>
                  <a:lnTo>
                    <a:pt x="1205" y="100"/>
                  </a:lnTo>
                  <a:lnTo>
                    <a:pt x="1186" y="100"/>
                  </a:lnTo>
                  <a:lnTo>
                    <a:pt x="1186" y="139"/>
                  </a:lnTo>
                  <a:lnTo>
                    <a:pt x="1166" y="218"/>
                  </a:lnTo>
                  <a:lnTo>
                    <a:pt x="1166" y="119"/>
                  </a:lnTo>
                  <a:lnTo>
                    <a:pt x="1107" y="179"/>
                  </a:lnTo>
                  <a:lnTo>
                    <a:pt x="1047" y="218"/>
                  </a:lnTo>
                  <a:lnTo>
                    <a:pt x="1047" y="179"/>
                  </a:lnTo>
                  <a:lnTo>
                    <a:pt x="1028" y="198"/>
                  </a:lnTo>
                  <a:lnTo>
                    <a:pt x="1008" y="238"/>
                  </a:lnTo>
                  <a:lnTo>
                    <a:pt x="988" y="278"/>
                  </a:lnTo>
                  <a:lnTo>
                    <a:pt x="968" y="317"/>
                  </a:lnTo>
                  <a:lnTo>
                    <a:pt x="968" y="376"/>
                  </a:lnTo>
                  <a:lnTo>
                    <a:pt x="988" y="495"/>
                  </a:lnTo>
                  <a:lnTo>
                    <a:pt x="988" y="515"/>
                  </a:lnTo>
                  <a:lnTo>
                    <a:pt x="968" y="475"/>
                  </a:lnTo>
                  <a:lnTo>
                    <a:pt x="968" y="436"/>
                  </a:lnTo>
                  <a:lnTo>
                    <a:pt x="968" y="416"/>
                  </a:lnTo>
                  <a:lnTo>
                    <a:pt x="949" y="317"/>
                  </a:lnTo>
                  <a:lnTo>
                    <a:pt x="929" y="297"/>
                  </a:lnTo>
                  <a:lnTo>
                    <a:pt x="929" y="317"/>
                  </a:lnTo>
                  <a:lnTo>
                    <a:pt x="909" y="317"/>
                  </a:lnTo>
                  <a:lnTo>
                    <a:pt x="909" y="297"/>
                  </a:lnTo>
                  <a:lnTo>
                    <a:pt x="909" y="258"/>
                  </a:lnTo>
                  <a:lnTo>
                    <a:pt x="929" y="238"/>
                  </a:lnTo>
                  <a:lnTo>
                    <a:pt x="929" y="198"/>
                  </a:lnTo>
                  <a:lnTo>
                    <a:pt x="909" y="238"/>
                  </a:lnTo>
                  <a:lnTo>
                    <a:pt x="889" y="238"/>
                  </a:lnTo>
                  <a:lnTo>
                    <a:pt x="889" y="278"/>
                  </a:lnTo>
                  <a:lnTo>
                    <a:pt x="889" y="297"/>
                  </a:lnTo>
                  <a:lnTo>
                    <a:pt x="870" y="376"/>
                  </a:lnTo>
                  <a:lnTo>
                    <a:pt x="870" y="357"/>
                  </a:lnTo>
                  <a:lnTo>
                    <a:pt x="850" y="357"/>
                  </a:lnTo>
                  <a:lnTo>
                    <a:pt x="830" y="337"/>
                  </a:lnTo>
                  <a:lnTo>
                    <a:pt x="830" y="278"/>
                  </a:lnTo>
                  <a:lnTo>
                    <a:pt x="810" y="297"/>
                  </a:lnTo>
                  <a:lnTo>
                    <a:pt x="810" y="278"/>
                  </a:lnTo>
                  <a:lnTo>
                    <a:pt x="771" y="278"/>
                  </a:lnTo>
                  <a:lnTo>
                    <a:pt x="751" y="258"/>
                  </a:lnTo>
                  <a:lnTo>
                    <a:pt x="751" y="238"/>
                  </a:lnTo>
                  <a:lnTo>
                    <a:pt x="731" y="278"/>
                  </a:lnTo>
                  <a:lnTo>
                    <a:pt x="712" y="357"/>
                  </a:lnTo>
                  <a:lnTo>
                    <a:pt x="731" y="357"/>
                  </a:lnTo>
                  <a:lnTo>
                    <a:pt x="731" y="416"/>
                  </a:lnTo>
                  <a:lnTo>
                    <a:pt x="731" y="455"/>
                  </a:lnTo>
                  <a:lnTo>
                    <a:pt x="712" y="416"/>
                  </a:lnTo>
                  <a:lnTo>
                    <a:pt x="712" y="376"/>
                  </a:lnTo>
                  <a:lnTo>
                    <a:pt x="692" y="337"/>
                  </a:lnTo>
                  <a:lnTo>
                    <a:pt x="672" y="297"/>
                  </a:lnTo>
                  <a:lnTo>
                    <a:pt x="672" y="317"/>
                  </a:lnTo>
                  <a:lnTo>
                    <a:pt x="652" y="376"/>
                  </a:lnTo>
                  <a:lnTo>
                    <a:pt x="652" y="337"/>
                  </a:lnTo>
                  <a:lnTo>
                    <a:pt x="652" y="297"/>
                  </a:lnTo>
                  <a:lnTo>
                    <a:pt x="633" y="278"/>
                  </a:lnTo>
                  <a:lnTo>
                    <a:pt x="633" y="297"/>
                  </a:lnTo>
                  <a:lnTo>
                    <a:pt x="633" y="337"/>
                  </a:lnTo>
                  <a:lnTo>
                    <a:pt x="613" y="455"/>
                  </a:lnTo>
                  <a:lnTo>
                    <a:pt x="613" y="495"/>
                  </a:lnTo>
                  <a:lnTo>
                    <a:pt x="593" y="554"/>
                  </a:lnTo>
                  <a:lnTo>
                    <a:pt x="593" y="495"/>
                  </a:lnTo>
                  <a:lnTo>
                    <a:pt x="573" y="475"/>
                  </a:lnTo>
                  <a:lnTo>
                    <a:pt x="573" y="436"/>
                  </a:lnTo>
                  <a:lnTo>
                    <a:pt x="593" y="455"/>
                  </a:lnTo>
                  <a:lnTo>
                    <a:pt x="593" y="436"/>
                  </a:lnTo>
                  <a:lnTo>
                    <a:pt x="573" y="357"/>
                  </a:lnTo>
                  <a:lnTo>
                    <a:pt x="554" y="337"/>
                  </a:lnTo>
                  <a:lnTo>
                    <a:pt x="514" y="337"/>
                  </a:lnTo>
                  <a:lnTo>
                    <a:pt x="494" y="376"/>
                  </a:lnTo>
                  <a:lnTo>
                    <a:pt x="475" y="376"/>
                  </a:lnTo>
                  <a:lnTo>
                    <a:pt x="475" y="396"/>
                  </a:lnTo>
                  <a:lnTo>
                    <a:pt x="435" y="357"/>
                  </a:lnTo>
                  <a:lnTo>
                    <a:pt x="396" y="357"/>
                  </a:lnTo>
                  <a:lnTo>
                    <a:pt x="376" y="376"/>
                  </a:lnTo>
                  <a:lnTo>
                    <a:pt x="376" y="416"/>
                  </a:lnTo>
                  <a:lnTo>
                    <a:pt x="356" y="376"/>
                  </a:lnTo>
                  <a:lnTo>
                    <a:pt x="356" y="455"/>
                  </a:lnTo>
                  <a:lnTo>
                    <a:pt x="336" y="515"/>
                  </a:lnTo>
                  <a:lnTo>
                    <a:pt x="336" y="554"/>
                  </a:lnTo>
                  <a:lnTo>
                    <a:pt x="336" y="673"/>
                  </a:lnTo>
                  <a:lnTo>
                    <a:pt x="317" y="613"/>
                  </a:lnTo>
                  <a:lnTo>
                    <a:pt x="297" y="594"/>
                  </a:lnTo>
                  <a:lnTo>
                    <a:pt x="297" y="534"/>
                  </a:lnTo>
                  <a:lnTo>
                    <a:pt x="277" y="515"/>
                  </a:lnTo>
                  <a:lnTo>
                    <a:pt x="277" y="534"/>
                  </a:lnTo>
                  <a:lnTo>
                    <a:pt x="297" y="613"/>
                  </a:lnTo>
                  <a:lnTo>
                    <a:pt x="297" y="673"/>
                  </a:lnTo>
                  <a:lnTo>
                    <a:pt x="297" y="692"/>
                  </a:lnTo>
                  <a:lnTo>
                    <a:pt x="297" y="712"/>
                  </a:lnTo>
                  <a:lnTo>
                    <a:pt x="257" y="771"/>
                  </a:lnTo>
                  <a:lnTo>
                    <a:pt x="238" y="811"/>
                  </a:lnTo>
                  <a:lnTo>
                    <a:pt x="198" y="831"/>
                  </a:lnTo>
                  <a:lnTo>
                    <a:pt x="159" y="811"/>
                  </a:lnTo>
                  <a:lnTo>
                    <a:pt x="159" y="791"/>
                  </a:lnTo>
                  <a:lnTo>
                    <a:pt x="139" y="791"/>
                  </a:lnTo>
                  <a:lnTo>
                    <a:pt x="139" y="771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119" y="791"/>
                  </a:lnTo>
                  <a:lnTo>
                    <a:pt x="99" y="752"/>
                  </a:lnTo>
                  <a:lnTo>
                    <a:pt x="99" y="732"/>
                  </a:lnTo>
                  <a:lnTo>
                    <a:pt x="79" y="732"/>
                  </a:lnTo>
                  <a:lnTo>
                    <a:pt x="60" y="712"/>
                  </a:lnTo>
                  <a:lnTo>
                    <a:pt x="60" y="692"/>
                  </a:lnTo>
                  <a:lnTo>
                    <a:pt x="40" y="712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20" y="712"/>
                  </a:lnTo>
                  <a:lnTo>
                    <a:pt x="20" y="732"/>
                  </a:lnTo>
                  <a:lnTo>
                    <a:pt x="60" y="890"/>
                  </a:lnTo>
                  <a:lnTo>
                    <a:pt x="119" y="1048"/>
                  </a:lnTo>
                  <a:lnTo>
                    <a:pt x="139" y="1107"/>
                  </a:lnTo>
                  <a:lnTo>
                    <a:pt x="178" y="1166"/>
                  </a:lnTo>
                  <a:lnTo>
                    <a:pt x="159" y="1127"/>
                  </a:lnTo>
                  <a:lnTo>
                    <a:pt x="159" y="1127"/>
                  </a:lnTo>
                  <a:lnTo>
                    <a:pt x="178" y="1147"/>
                  </a:lnTo>
                  <a:lnTo>
                    <a:pt x="198" y="1186"/>
                  </a:lnTo>
                  <a:lnTo>
                    <a:pt x="198" y="1147"/>
                  </a:lnTo>
                  <a:lnTo>
                    <a:pt x="218" y="1206"/>
                  </a:lnTo>
                  <a:lnTo>
                    <a:pt x="238" y="1285"/>
                  </a:lnTo>
                  <a:lnTo>
                    <a:pt x="238" y="1265"/>
                  </a:lnTo>
                  <a:lnTo>
                    <a:pt x="238" y="1245"/>
                  </a:lnTo>
                  <a:lnTo>
                    <a:pt x="257" y="1285"/>
                  </a:lnTo>
                  <a:lnTo>
                    <a:pt x="257" y="1324"/>
                  </a:lnTo>
                  <a:lnTo>
                    <a:pt x="277" y="1305"/>
                  </a:lnTo>
                  <a:lnTo>
                    <a:pt x="257" y="1226"/>
                  </a:lnTo>
                  <a:lnTo>
                    <a:pt x="257" y="1186"/>
                  </a:lnTo>
                  <a:lnTo>
                    <a:pt x="277" y="1226"/>
                  </a:lnTo>
                  <a:lnTo>
                    <a:pt x="297" y="1285"/>
                  </a:lnTo>
                  <a:lnTo>
                    <a:pt x="297" y="1364"/>
                  </a:lnTo>
                  <a:lnTo>
                    <a:pt x="317" y="1384"/>
                  </a:lnTo>
                  <a:lnTo>
                    <a:pt x="336" y="1384"/>
                  </a:lnTo>
                  <a:lnTo>
                    <a:pt x="336" y="1423"/>
                  </a:lnTo>
                  <a:lnTo>
                    <a:pt x="356" y="1482"/>
                  </a:lnTo>
                  <a:lnTo>
                    <a:pt x="356" y="1443"/>
                  </a:lnTo>
                  <a:lnTo>
                    <a:pt x="356" y="1423"/>
                  </a:lnTo>
                  <a:lnTo>
                    <a:pt x="376" y="1443"/>
                  </a:lnTo>
                  <a:lnTo>
                    <a:pt x="376" y="1463"/>
                  </a:lnTo>
                  <a:lnTo>
                    <a:pt x="396" y="1522"/>
                  </a:lnTo>
                  <a:lnTo>
                    <a:pt x="415" y="1561"/>
                  </a:lnTo>
                  <a:lnTo>
                    <a:pt x="415" y="1522"/>
                  </a:lnTo>
                  <a:lnTo>
                    <a:pt x="415" y="1463"/>
                  </a:lnTo>
                  <a:lnTo>
                    <a:pt x="435" y="1522"/>
                  </a:lnTo>
                  <a:lnTo>
                    <a:pt x="415" y="1423"/>
                  </a:lnTo>
                  <a:lnTo>
                    <a:pt x="396" y="1344"/>
                  </a:lnTo>
                  <a:lnTo>
                    <a:pt x="435" y="1443"/>
                  </a:lnTo>
                  <a:lnTo>
                    <a:pt x="455" y="1561"/>
                  </a:lnTo>
                  <a:lnTo>
                    <a:pt x="455" y="1502"/>
                  </a:lnTo>
                  <a:lnTo>
                    <a:pt x="475" y="1542"/>
                  </a:lnTo>
                  <a:lnTo>
                    <a:pt x="475" y="1581"/>
                  </a:lnTo>
                  <a:lnTo>
                    <a:pt x="494" y="1640"/>
                  </a:lnTo>
                  <a:lnTo>
                    <a:pt x="494" y="1621"/>
                  </a:lnTo>
                  <a:lnTo>
                    <a:pt x="514" y="1660"/>
                  </a:lnTo>
                  <a:lnTo>
                    <a:pt x="514" y="1621"/>
                  </a:lnTo>
                  <a:lnTo>
                    <a:pt x="534" y="1700"/>
                  </a:lnTo>
                  <a:lnTo>
                    <a:pt x="534" y="1660"/>
                  </a:lnTo>
                  <a:lnTo>
                    <a:pt x="554" y="1680"/>
                  </a:lnTo>
                  <a:lnTo>
                    <a:pt x="554" y="1660"/>
                  </a:lnTo>
                  <a:lnTo>
                    <a:pt x="573" y="1700"/>
                  </a:lnTo>
                  <a:lnTo>
                    <a:pt x="573" y="1700"/>
                  </a:lnTo>
                  <a:lnTo>
                    <a:pt x="554" y="1621"/>
                  </a:lnTo>
                  <a:lnTo>
                    <a:pt x="573" y="1640"/>
                  </a:lnTo>
                  <a:lnTo>
                    <a:pt x="593" y="1700"/>
                  </a:lnTo>
                  <a:lnTo>
                    <a:pt x="554" y="1522"/>
                  </a:lnTo>
                  <a:lnTo>
                    <a:pt x="573" y="1581"/>
                  </a:lnTo>
                  <a:lnTo>
                    <a:pt x="593" y="1660"/>
                  </a:lnTo>
                  <a:lnTo>
                    <a:pt x="613" y="1759"/>
                  </a:lnTo>
                  <a:lnTo>
                    <a:pt x="613" y="1739"/>
                  </a:lnTo>
                  <a:lnTo>
                    <a:pt x="633" y="1759"/>
                  </a:lnTo>
                  <a:lnTo>
                    <a:pt x="633" y="1759"/>
                  </a:lnTo>
                  <a:lnTo>
                    <a:pt x="613" y="1660"/>
                  </a:lnTo>
                  <a:lnTo>
                    <a:pt x="613" y="1700"/>
                  </a:lnTo>
                  <a:lnTo>
                    <a:pt x="593" y="1640"/>
                  </a:lnTo>
                  <a:lnTo>
                    <a:pt x="593" y="1561"/>
                  </a:lnTo>
                  <a:lnTo>
                    <a:pt x="593" y="1463"/>
                  </a:lnTo>
                  <a:lnTo>
                    <a:pt x="613" y="1522"/>
                  </a:lnTo>
                  <a:lnTo>
                    <a:pt x="633" y="1640"/>
                  </a:lnTo>
                  <a:lnTo>
                    <a:pt x="633" y="1621"/>
                  </a:lnTo>
                  <a:lnTo>
                    <a:pt x="652" y="1700"/>
                  </a:lnTo>
                  <a:lnTo>
                    <a:pt x="633" y="1601"/>
                  </a:lnTo>
                  <a:lnTo>
                    <a:pt x="652" y="1581"/>
                  </a:lnTo>
                  <a:lnTo>
                    <a:pt x="652" y="1601"/>
                  </a:lnTo>
                  <a:lnTo>
                    <a:pt x="672" y="1660"/>
                  </a:lnTo>
                  <a:lnTo>
                    <a:pt x="672" y="1680"/>
                  </a:lnTo>
                  <a:lnTo>
                    <a:pt x="692" y="1700"/>
                  </a:lnTo>
                  <a:lnTo>
                    <a:pt x="712" y="1719"/>
                  </a:lnTo>
                  <a:lnTo>
                    <a:pt x="712" y="1700"/>
                  </a:lnTo>
                  <a:lnTo>
                    <a:pt x="672" y="1463"/>
                  </a:lnTo>
                  <a:lnTo>
                    <a:pt x="692" y="1482"/>
                  </a:lnTo>
                  <a:lnTo>
                    <a:pt x="692" y="1463"/>
                  </a:lnTo>
                  <a:lnTo>
                    <a:pt x="712" y="1522"/>
                  </a:lnTo>
                  <a:lnTo>
                    <a:pt x="712" y="1581"/>
                  </a:lnTo>
                  <a:lnTo>
                    <a:pt x="731" y="1680"/>
                  </a:lnTo>
                  <a:lnTo>
                    <a:pt x="751" y="1660"/>
                  </a:lnTo>
                  <a:lnTo>
                    <a:pt x="751" y="1739"/>
                  </a:lnTo>
                  <a:lnTo>
                    <a:pt x="771" y="1739"/>
                  </a:lnTo>
                  <a:lnTo>
                    <a:pt x="771" y="1680"/>
                  </a:lnTo>
                  <a:lnTo>
                    <a:pt x="791" y="1739"/>
                  </a:lnTo>
                  <a:lnTo>
                    <a:pt x="810" y="1759"/>
                  </a:lnTo>
                  <a:lnTo>
                    <a:pt x="810" y="1759"/>
                  </a:lnTo>
                  <a:lnTo>
                    <a:pt x="791" y="1700"/>
                  </a:lnTo>
                  <a:lnTo>
                    <a:pt x="791" y="1680"/>
                  </a:lnTo>
                  <a:lnTo>
                    <a:pt x="810" y="1700"/>
                  </a:lnTo>
                  <a:lnTo>
                    <a:pt x="810" y="1739"/>
                  </a:lnTo>
                  <a:lnTo>
                    <a:pt x="830" y="1739"/>
                  </a:lnTo>
                  <a:lnTo>
                    <a:pt x="830" y="1700"/>
                  </a:lnTo>
                  <a:lnTo>
                    <a:pt x="810" y="1601"/>
                  </a:lnTo>
                  <a:lnTo>
                    <a:pt x="830" y="1601"/>
                  </a:lnTo>
                  <a:lnTo>
                    <a:pt x="830" y="1621"/>
                  </a:lnTo>
                  <a:lnTo>
                    <a:pt x="850" y="1680"/>
                  </a:lnTo>
                  <a:lnTo>
                    <a:pt x="850" y="1660"/>
                  </a:lnTo>
                  <a:lnTo>
                    <a:pt x="870" y="1680"/>
                  </a:lnTo>
                  <a:lnTo>
                    <a:pt x="870" y="1463"/>
                  </a:lnTo>
                  <a:lnTo>
                    <a:pt x="830" y="1245"/>
                  </a:lnTo>
                  <a:lnTo>
                    <a:pt x="850" y="1285"/>
                  </a:lnTo>
                  <a:lnTo>
                    <a:pt x="870" y="1324"/>
                  </a:lnTo>
                  <a:lnTo>
                    <a:pt x="889" y="1403"/>
                  </a:lnTo>
                  <a:lnTo>
                    <a:pt x="889" y="1463"/>
                  </a:lnTo>
                  <a:lnTo>
                    <a:pt x="870" y="1403"/>
                  </a:lnTo>
                  <a:lnTo>
                    <a:pt x="909" y="1542"/>
                  </a:lnTo>
                  <a:lnTo>
                    <a:pt x="909" y="1601"/>
                  </a:lnTo>
                  <a:lnTo>
                    <a:pt x="889" y="1561"/>
                  </a:lnTo>
                  <a:lnTo>
                    <a:pt x="909" y="1640"/>
                  </a:lnTo>
                  <a:lnTo>
                    <a:pt x="909" y="1719"/>
                  </a:lnTo>
                  <a:lnTo>
                    <a:pt x="929" y="1719"/>
                  </a:lnTo>
                  <a:lnTo>
                    <a:pt x="929" y="1700"/>
                  </a:lnTo>
                  <a:lnTo>
                    <a:pt x="949" y="1680"/>
                  </a:lnTo>
                  <a:lnTo>
                    <a:pt x="949" y="1640"/>
                  </a:lnTo>
                  <a:lnTo>
                    <a:pt x="968" y="1680"/>
                  </a:lnTo>
                  <a:lnTo>
                    <a:pt x="988" y="1700"/>
                  </a:lnTo>
                  <a:lnTo>
                    <a:pt x="1008" y="1700"/>
                  </a:lnTo>
                  <a:lnTo>
                    <a:pt x="1008" y="1719"/>
                  </a:lnTo>
                  <a:lnTo>
                    <a:pt x="1028" y="1621"/>
                  </a:lnTo>
                  <a:lnTo>
                    <a:pt x="1008" y="1482"/>
                  </a:lnTo>
                  <a:lnTo>
                    <a:pt x="1028" y="1581"/>
                  </a:lnTo>
                  <a:lnTo>
                    <a:pt x="1047" y="1621"/>
                  </a:lnTo>
                  <a:lnTo>
                    <a:pt x="1028" y="1542"/>
                  </a:lnTo>
                  <a:lnTo>
                    <a:pt x="1028" y="1463"/>
                  </a:lnTo>
                  <a:lnTo>
                    <a:pt x="1028" y="1423"/>
                  </a:lnTo>
                  <a:lnTo>
                    <a:pt x="1028" y="1384"/>
                  </a:lnTo>
                  <a:lnTo>
                    <a:pt x="1047" y="1423"/>
                  </a:lnTo>
                  <a:lnTo>
                    <a:pt x="1047" y="1443"/>
                  </a:lnTo>
                  <a:lnTo>
                    <a:pt x="1067" y="1384"/>
                  </a:lnTo>
                  <a:lnTo>
                    <a:pt x="1067" y="1502"/>
                  </a:lnTo>
                  <a:lnTo>
                    <a:pt x="1067" y="1640"/>
                  </a:lnTo>
                  <a:lnTo>
                    <a:pt x="1087" y="1561"/>
                  </a:lnTo>
                  <a:lnTo>
                    <a:pt x="1087" y="1601"/>
                  </a:lnTo>
                  <a:lnTo>
                    <a:pt x="1107" y="1581"/>
                  </a:lnTo>
                  <a:lnTo>
                    <a:pt x="1107" y="1542"/>
                  </a:lnTo>
                  <a:lnTo>
                    <a:pt x="1126" y="1522"/>
                  </a:lnTo>
                  <a:lnTo>
                    <a:pt x="1146" y="1502"/>
                  </a:lnTo>
                  <a:lnTo>
                    <a:pt x="1126" y="1482"/>
                  </a:lnTo>
                  <a:lnTo>
                    <a:pt x="1126" y="1403"/>
                  </a:lnTo>
                  <a:lnTo>
                    <a:pt x="1126" y="1364"/>
                  </a:lnTo>
                  <a:lnTo>
                    <a:pt x="1146" y="1324"/>
                  </a:lnTo>
                  <a:lnTo>
                    <a:pt x="1146" y="1305"/>
                  </a:lnTo>
                  <a:lnTo>
                    <a:pt x="1146" y="1285"/>
                  </a:lnTo>
                  <a:lnTo>
                    <a:pt x="1166" y="1344"/>
                  </a:lnTo>
                  <a:lnTo>
                    <a:pt x="1166" y="1384"/>
                  </a:lnTo>
                  <a:lnTo>
                    <a:pt x="1186" y="1364"/>
                  </a:lnTo>
                  <a:lnTo>
                    <a:pt x="1186" y="1403"/>
                  </a:lnTo>
                  <a:lnTo>
                    <a:pt x="1186" y="1423"/>
                  </a:lnTo>
                  <a:lnTo>
                    <a:pt x="1205" y="1384"/>
                  </a:lnTo>
                  <a:lnTo>
                    <a:pt x="1205" y="1364"/>
                  </a:lnTo>
                  <a:lnTo>
                    <a:pt x="1205" y="1305"/>
                  </a:lnTo>
                  <a:lnTo>
                    <a:pt x="1205" y="1245"/>
                  </a:lnTo>
                  <a:lnTo>
                    <a:pt x="1225" y="1226"/>
                  </a:lnTo>
                  <a:lnTo>
                    <a:pt x="1245" y="1285"/>
                  </a:lnTo>
                  <a:lnTo>
                    <a:pt x="1245" y="1324"/>
                  </a:lnTo>
                  <a:lnTo>
                    <a:pt x="1245" y="1364"/>
                  </a:lnTo>
                  <a:lnTo>
                    <a:pt x="1265" y="1423"/>
                  </a:lnTo>
                  <a:lnTo>
                    <a:pt x="1265" y="1443"/>
                  </a:lnTo>
                  <a:lnTo>
                    <a:pt x="1284" y="1403"/>
                  </a:lnTo>
                  <a:lnTo>
                    <a:pt x="1284" y="1423"/>
                  </a:lnTo>
                  <a:lnTo>
                    <a:pt x="1304" y="1423"/>
                  </a:lnTo>
                  <a:lnTo>
                    <a:pt x="1304" y="1403"/>
                  </a:lnTo>
                  <a:lnTo>
                    <a:pt x="1284" y="1344"/>
                  </a:lnTo>
                  <a:lnTo>
                    <a:pt x="1304" y="1324"/>
                  </a:lnTo>
                  <a:lnTo>
                    <a:pt x="1324" y="1305"/>
                  </a:lnTo>
                  <a:lnTo>
                    <a:pt x="1324" y="1265"/>
                  </a:lnTo>
                  <a:lnTo>
                    <a:pt x="1344" y="1324"/>
                  </a:lnTo>
                  <a:lnTo>
                    <a:pt x="1344" y="1364"/>
                  </a:lnTo>
                  <a:lnTo>
                    <a:pt x="1363" y="1443"/>
                  </a:lnTo>
                  <a:lnTo>
                    <a:pt x="1363" y="1403"/>
                  </a:lnTo>
                  <a:lnTo>
                    <a:pt x="1383" y="1403"/>
                  </a:lnTo>
                  <a:lnTo>
                    <a:pt x="1383" y="1423"/>
                  </a:lnTo>
                  <a:lnTo>
                    <a:pt x="1403" y="1463"/>
                  </a:lnTo>
                  <a:lnTo>
                    <a:pt x="1403" y="1423"/>
                  </a:lnTo>
                  <a:lnTo>
                    <a:pt x="1403" y="1403"/>
                  </a:lnTo>
                  <a:lnTo>
                    <a:pt x="1403" y="1364"/>
                  </a:lnTo>
                  <a:lnTo>
                    <a:pt x="1423" y="1305"/>
                  </a:lnTo>
                  <a:lnTo>
                    <a:pt x="1403" y="1344"/>
                  </a:lnTo>
                  <a:lnTo>
                    <a:pt x="1403" y="1305"/>
                  </a:lnTo>
                  <a:lnTo>
                    <a:pt x="1423" y="1305"/>
                  </a:lnTo>
                  <a:lnTo>
                    <a:pt x="1423" y="1245"/>
                  </a:lnTo>
                  <a:lnTo>
                    <a:pt x="1442" y="1324"/>
                  </a:lnTo>
                  <a:lnTo>
                    <a:pt x="1442" y="1245"/>
                  </a:lnTo>
                  <a:lnTo>
                    <a:pt x="1442" y="1226"/>
                  </a:lnTo>
                  <a:lnTo>
                    <a:pt x="1462" y="1147"/>
                  </a:lnTo>
                  <a:lnTo>
                    <a:pt x="1462" y="1226"/>
                  </a:lnTo>
                  <a:lnTo>
                    <a:pt x="1462" y="1265"/>
                  </a:lnTo>
                  <a:lnTo>
                    <a:pt x="1462" y="1324"/>
                  </a:lnTo>
                  <a:lnTo>
                    <a:pt x="1462" y="1344"/>
                  </a:lnTo>
                  <a:lnTo>
                    <a:pt x="1482" y="1344"/>
                  </a:lnTo>
                  <a:lnTo>
                    <a:pt x="1482" y="1265"/>
                  </a:lnTo>
                  <a:lnTo>
                    <a:pt x="1502" y="1344"/>
                  </a:lnTo>
                  <a:lnTo>
                    <a:pt x="1502" y="1305"/>
                  </a:lnTo>
                  <a:lnTo>
                    <a:pt x="1502" y="1226"/>
                  </a:lnTo>
                  <a:lnTo>
                    <a:pt x="1502" y="1166"/>
                  </a:lnTo>
                  <a:lnTo>
                    <a:pt x="1502" y="1127"/>
                  </a:lnTo>
                  <a:lnTo>
                    <a:pt x="1502" y="1068"/>
                  </a:lnTo>
                  <a:lnTo>
                    <a:pt x="1521" y="1048"/>
                  </a:lnTo>
                  <a:lnTo>
                    <a:pt x="1521" y="1147"/>
                  </a:lnTo>
                  <a:lnTo>
                    <a:pt x="1521" y="1285"/>
                  </a:lnTo>
                  <a:lnTo>
                    <a:pt x="1521" y="1443"/>
                  </a:lnTo>
                  <a:lnTo>
                    <a:pt x="1541" y="1423"/>
                  </a:lnTo>
                  <a:lnTo>
                    <a:pt x="1541" y="1443"/>
                  </a:lnTo>
                  <a:lnTo>
                    <a:pt x="1561" y="1344"/>
                  </a:lnTo>
                  <a:lnTo>
                    <a:pt x="1561" y="1285"/>
                  </a:lnTo>
                  <a:lnTo>
                    <a:pt x="1581" y="1245"/>
                  </a:lnTo>
                  <a:lnTo>
                    <a:pt x="1600" y="1206"/>
                  </a:lnTo>
                  <a:lnTo>
                    <a:pt x="1600" y="1068"/>
                  </a:lnTo>
                  <a:lnTo>
                    <a:pt x="1620" y="1048"/>
                  </a:lnTo>
                  <a:lnTo>
                    <a:pt x="1620" y="989"/>
                  </a:lnTo>
                  <a:lnTo>
                    <a:pt x="1640" y="989"/>
                  </a:lnTo>
                  <a:lnTo>
                    <a:pt x="1620" y="1048"/>
                  </a:lnTo>
                  <a:lnTo>
                    <a:pt x="1640" y="1068"/>
                  </a:lnTo>
                  <a:lnTo>
                    <a:pt x="1640" y="108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40" y="1147"/>
                  </a:lnTo>
                  <a:lnTo>
                    <a:pt x="1660" y="1206"/>
                  </a:lnTo>
                  <a:lnTo>
                    <a:pt x="1679" y="1226"/>
                  </a:lnTo>
                  <a:lnTo>
                    <a:pt x="1679" y="1186"/>
                  </a:lnTo>
                  <a:lnTo>
                    <a:pt x="1679" y="1087"/>
                  </a:lnTo>
                  <a:lnTo>
                    <a:pt x="1699" y="1008"/>
                  </a:lnTo>
                  <a:lnTo>
                    <a:pt x="1699" y="969"/>
                  </a:lnTo>
                  <a:lnTo>
                    <a:pt x="1679" y="969"/>
                  </a:lnTo>
                  <a:lnTo>
                    <a:pt x="1679" y="870"/>
                  </a:lnTo>
                  <a:lnTo>
                    <a:pt x="1699" y="732"/>
                  </a:lnTo>
                  <a:lnTo>
                    <a:pt x="1699" y="791"/>
                  </a:lnTo>
                  <a:lnTo>
                    <a:pt x="1719" y="712"/>
                  </a:lnTo>
                  <a:lnTo>
                    <a:pt x="1719" y="831"/>
                  </a:lnTo>
                  <a:lnTo>
                    <a:pt x="1739" y="831"/>
                  </a:lnTo>
                  <a:lnTo>
                    <a:pt x="1739" y="850"/>
                  </a:lnTo>
                  <a:lnTo>
                    <a:pt x="1758" y="831"/>
                  </a:lnTo>
                  <a:lnTo>
                    <a:pt x="1739" y="771"/>
                  </a:lnTo>
                  <a:lnTo>
                    <a:pt x="1739" y="732"/>
                  </a:lnTo>
                  <a:lnTo>
                    <a:pt x="1758" y="732"/>
                  </a:lnTo>
                  <a:lnTo>
                    <a:pt x="1758" y="692"/>
                  </a:lnTo>
                  <a:lnTo>
                    <a:pt x="1758" y="613"/>
                  </a:lnTo>
                  <a:lnTo>
                    <a:pt x="1778" y="653"/>
                  </a:lnTo>
                  <a:lnTo>
                    <a:pt x="1778" y="732"/>
                  </a:lnTo>
                  <a:lnTo>
                    <a:pt x="1758" y="870"/>
                  </a:lnTo>
                  <a:lnTo>
                    <a:pt x="1758" y="870"/>
                  </a:lnTo>
                  <a:lnTo>
                    <a:pt x="1778" y="850"/>
                  </a:lnTo>
                  <a:lnTo>
                    <a:pt x="1778" y="850"/>
                  </a:lnTo>
                  <a:lnTo>
                    <a:pt x="1739" y="1068"/>
                  </a:lnTo>
                  <a:lnTo>
                    <a:pt x="1758" y="1087"/>
                  </a:lnTo>
                  <a:lnTo>
                    <a:pt x="1778" y="1087"/>
                  </a:lnTo>
                  <a:lnTo>
                    <a:pt x="1778" y="1226"/>
                  </a:lnTo>
                  <a:lnTo>
                    <a:pt x="1798" y="1285"/>
                  </a:lnTo>
                  <a:lnTo>
                    <a:pt x="1798" y="1226"/>
                  </a:lnTo>
                  <a:lnTo>
                    <a:pt x="1798" y="1147"/>
                  </a:lnTo>
                  <a:lnTo>
                    <a:pt x="1808" y="1137"/>
                  </a:lnTo>
                  <a:lnTo>
                    <a:pt x="1798" y="1127"/>
                  </a:lnTo>
                  <a:lnTo>
                    <a:pt x="1798" y="1087"/>
                  </a:lnTo>
                  <a:lnTo>
                    <a:pt x="1818" y="1048"/>
                  </a:lnTo>
                  <a:lnTo>
                    <a:pt x="1837" y="1107"/>
                  </a:lnTo>
                  <a:lnTo>
                    <a:pt x="1818" y="1166"/>
                  </a:lnTo>
                  <a:lnTo>
                    <a:pt x="1818" y="1206"/>
                  </a:lnTo>
                  <a:lnTo>
                    <a:pt x="1818" y="1226"/>
                  </a:lnTo>
                  <a:lnTo>
                    <a:pt x="1837" y="1245"/>
                  </a:lnTo>
                  <a:lnTo>
                    <a:pt x="1837" y="1285"/>
                  </a:lnTo>
                  <a:lnTo>
                    <a:pt x="1857" y="1186"/>
                  </a:lnTo>
                  <a:lnTo>
                    <a:pt x="1857" y="1226"/>
                  </a:lnTo>
                  <a:lnTo>
                    <a:pt x="1877" y="1186"/>
                  </a:lnTo>
                  <a:lnTo>
                    <a:pt x="1897" y="1127"/>
                  </a:lnTo>
                  <a:lnTo>
                    <a:pt x="1897" y="1087"/>
                  </a:lnTo>
                  <a:lnTo>
                    <a:pt x="1897" y="1048"/>
                  </a:lnTo>
                  <a:lnTo>
                    <a:pt x="1916" y="1008"/>
                  </a:lnTo>
                  <a:lnTo>
                    <a:pt x="1897" y="1226"/>
                  </a:lnTo>
                  <a:lnTo>
                    <a:pt x="1916" y="1087"/>
                  </a:lnTo>
                  <a:lnTo>
                    <a:pt x="1936" y="1087"/>
                  </a:lnTo>
                  <a:lnTo>
                    <a:pt x="1936" y="1048"/>
                  </a:lnTo>
                  <a:lnTo>
                    <a:pt x="1956" y="949"/>
                  </a:lnTo>
                  <a:lnTo>
                    <a:pt x="1976" y="989"/>
                  </a:lnTo>
                  <a:lnTo>
                    <a:pt x="1956" y="1087"/>
                  </a:lnTo>
                  <a:lnTo>
                    <a:pt x="1956" y="1107"/>
                  </a:lnTo>
                  <a:lnTo>
                    <a:pt x="1976" y="1087"/>
                  </a:lnTo>
                  <a:lnTo>
                    <a:pt x="1956" y="1206"/>
                  </a:lnTo>
                  <a:lnTo>
                    <a:pt x="1976" y="1186"/>
                  </a:lnTo>
                  <a:lnTo>
                    <a:pt x="1976" y="1147"/>
                  </a:lnTo>
                  <a:lnTo>
                    <a:pt x="1976" y="1127"/>
                  </a:lnTo>
                  <a:lnTo>
                    <a:pt x="1988" y="1044"/>
                  </a:lnTo>
                  <a:lnTo>
                    <a:pt x="1976" y="1068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76" y="989"/>
                  </a:lnTo>
                  <a:lnTo>
                    <a:pt x="1976" y="989"/>
                  </a:lnTo>
                  <a:lnTo>
                    <a:pt x="1995" y="929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95" y="949"/>
                  </a:lnTo>
                  <a:lnTo>
                    <a:pt x="2015" y="850"/>
                  </a:lnTo>
                  <a:lnTo>
                    <a:pt x="2015" y="831"/>
                  </a:lnTo>
                  <a:lnTo>
                    <a:pt x="1995" y="929"/>
                  </a:lnTo>
                  <a:lnTo>
                    <a:pt x="1976" y="890"/>
                  </a:lnTo>
                  <a:lnTo>
                    <a:pt x="1956" y="831"/>
                  </a:lnTo>
                  <a:lnTo>
                    <a:pt x="1976" y="692"/>
                  </a:lnTo>
                  <a:lnTo>
                    <a:pt x="2015" y="613"/>
                  </a:lnTo>
                  <a:lnTo>
                    <a:pt x="2015" y="554"/>
                  </a:lnTo>
                  <a:lnTo>
                    <a:pt x="2022" y="534"/>
                  </a:lnTo>
                  <a:lnTo>
                    <a:pt x="2015" y="534"/>
                  </a:lnTo>
                  <a:lnTo>
                    <a:pt x="2015" y="475"/>
                  </a:lnTo>
                  <a:lnTo>
                    <a:pt x="2015" y="455"/>
                  </a:lnTo>
                  <a:lnTo>
                    <a:pt x="1995" y="475"/>
                  </a:lnTo>
                  <a:lnTo>
                    <a:pt x="2015" y="416"/>
                  </a:lnTo>
                  <a:lnTo>
                    <a:pt x="2015" y="396"/>
                  </a:lnTo>
                  <a:lnTo>
                    <a:pt x="2035" y="357"/>
                  </a:lnTo>
                  <a:lnTo>
                    <a:pt x="2035" y="317"/>
                  </a:lnTo>
                  <a:lnTo>
                    <a:pt x="2015" y="357"/>
                  </a:lnTo>
                  <a:lnTo>
                    <a:pt x="2015" y="376"/>
                  </a:lnTo>
                  <a:lnTo>
                    <a:pt x="1995" y="455"/>
                  </a:lnTo>
                  <a:lnTo>
                    <a:pt x="1976" y="455"/>
                  </a:lnTo>
                  <a:lnTo>
                    <a:pt x="1956" y="475"/>
                  </a:lnTo>
                  <a:lnTo>
                    <a:pt x="1956" y="455"/>
                  </a:lnTo>
                  <a:lnTo>
                    <a:pt x="1936" y="554"/>
                  </a:lnTo>
                  <a:lnTo>
                    <a:pt x="1916" y="574"/>
                  </a:lnTo>
                  <a:lnTo>
                    <a:pt x="1936" y="495"/>
                  </a:lnTo>
                  <a:lnTo>
                    <a:pt x="1916" y="495"/>
                  </a:lnTo>
                  <a:lnTo>
                    <a:pt x="1916" y="515"/>
                  </a:lnTo>
                  <a:lnTo>
                    <a:pt x="1877" y="613"/>
                  </a:lnTo>
                  <a:lnTo>
                    <a:pt x="1897" y="712"/>
                  </a:lnTo>
                  <a:lnTo>
                    <a:pt x="1877" y="752"/>
                  </a:lnTo>
                  <a:lnTo>
                    <a:pt x="1877" y="732"/>
                  </a:lnTo>
                  <a:lnTo>
                    <a:pt x="1877" y="692"/>
                  </a:lnTo>
                  <a:lnTo>
                    <a:pt x="1877" y="534"/>
                  </a:lnTo>
                  <a:lnTo>
                    <a:pt x="1857" y="633"/>
                  </a:lnTo>
                  <a:lnTo>
                    <a:pt x="1857" y="515"/>
                  </a:lnTo>
                  <a:lnTo>
                    <a:pt x="1877" y="475"/>
                  </a:lnTo>
                  <a:lnTo>
                    <a:pt x="1897" y="495"/>
                  </a:lnTo>
                  <a:lnTo>
                    <a:pt x="1897" y="475"/>
                  </a:lnTo>
                  <a:lnTo>
                    <a:pt x="1916" y="475"/>
                  </a:lnTo>
                  <a:lnTo>
                    <a:pt x="1916" y="436"/>
                  </a:lnTo>
                  <a:lnTo>
                    <a:pt x="1936" y="416"/>
                  </a:lnTo>
                  <a:lnTo>
                    <a:pt x="1916" y="337"/>
                  </a:lnTo>
                  <a:lnTo>
                    <a:pt x="1916" y="317"/>
                  </a:lnTo>
                  <a:lnTo>
                    <a:pt x="1916" y="198"/>
                  </a:lnTo>
                  <a:lnTo>
                    <a:pt x="1936" y="198"/>
                  </a:lnTo>
                  <a:lnTo>
                    <a:pt x="1936" y="179"/>
                  </a:lnTo>
                  <a:lnTo>
                    <a:pt x="1936" y="159"/>
                  </a:lnTo>
                  <a:lnTo>
                    <a:pt x="1916" y="159"/>
                  </a:lnTo>
                  <a:lnTo>
                    <a:pt x="1877" y="357"/>
                  </a:lnTo>
                  <a:lnTo>
                    <a:pt x="1877" y="396"/>
                  </a:lnTo>
                  <a:lnTo>
                    <a:pt x="1857" y="376"/>
                  </a:lnTo>
                  <a:lnTo>
                    <a:pt x="1877" y="317"/>
                  </a:lnTo>
                  <a:lnTo>
                    <a:pt x="1877" y="238"/>
                  </a:lnTo>
                  <a:lnTo>
                    <a:pt x="1857" y="278"/>
                  </a:lnTo>
                  <a:lnTo>
                    <a:pt x="1857" y="258"/>
                  </a:lnTo>
                  <a:lnTo>
                    <a:pt x="1837" y="179"/>
                  </a:lnTo>
                  <a:lnTo>
                    <a:pt x="1877" y="179"/>
                  </a:lnTo>
                  <a:lnTo>
                    <a:pt x="1877" y="139"/>
                  </a:lnTo>
                  <a:lnTo>
                    <a:pt x="1877" y="100"/>
                  </a:lnTo>
                  <a:lnTo>
                    <a:pt x="1857" y="100"/>
                  </a:lnTo>
                  <a:lnTo>
                    <a:pt x="1857" y="21"/>
                  </a:lnTo>
                  <a:lnTo>
                    <a:pt x="1837" y="1"/>
                  </a:lnTo>
                  <a:lnTo>
                    <a:pt x="1818" y="21"/>
                  </a:lnTo>
                  <a:lnTo>
                    <a:pt x="1798" y="60"/>
                  </a:lnTo>
                  <a:lnTo>
                    <a:pt x="1778" y="60"/>
                  </a:lnTo>
                  <a:lnTo>
                    <a:pt x="1778" y="119"/>
                  </a:lnTo>
                  <a:lnTo>
                    <a:pt x="1758" y="198"/>
                  </a:lnTo>
                  <a:lnTo>
                    <a:pt x="1739" y="198"/>
                  </a:lnTo>
                  <a:lnTo>
                    <a:pt x="1758" y="100"/>
                  </a:lnTo>
                  <a:lnTo>
                    <a:pt x="1739" y="60"/>
                  </a:lnTo>
                  <a:lnTo>
                    <a:pt x="1739" y="1"/>
                  </a:lnTo>
                  <a:lnTo>
                    <a:pt x="1719" y="60"/>
                  </a:lnTo>
                  <a:lnTo>
                    <a:pt x="1709" y="100"/>
                  </a:lnTo>
                  <a:lnTo>
                    <a:pt x="1719" y="100"/>
                  </a:lnTo>
                  <a:lnTo>
                    <a:pt x="1699" y="179"/>
                  </a:lnTo>
                  <a:lnTo>
                    <a:pt x="1699" y="159"/>
                  </a:lnTo>
                  <a:lnTo>
                    <a:pt x="1679" y="100"/>
                  </a:lnTo>
                  <a:lnTo>
                    <a:pt x="1699" y="80"/>
                  </a:lnTo>
                  <a:lnTo>
                    <a:pt x="1699" y="60"/>
                  </a:lnTo>
                  <a:lnTo>
                    <a:pt x="1699" y="40"/>
                  </a:lnTo>
                  <a:lnTo>
                    <a:pt x="1679" y="40"/>
                  </a:lnTo>
                  <a:lnTo>
                    <a:pt x="1679" y="60"/>
                  </a:lnTo>
                  <a:lnTo>
                    <a:pt x="1660" y="60"/>
                  </a:lnTo>
                  <a:lnTo>
                    <a:pt x="1660" y="40"/>
                  </a:lnTo>
                  <a:lnTo>
                    <a:pt x="1660" y="21"/>
                  </a:lnTo>
                  <a:lnTo>
                    <a:pt x="1640" y="80"/>
                  </a:lnTo>
                  <a:lnTo>
                    <a:pt x="1620" y="80"/>
                  </a:lnTo>
                  <a:lnTo>
                    <a:pt x="1600" y="218"/>
                  </a:lnTo>
                  <a:lnTo>
                    <a:pt x="1600" y="119"/>
                  </a:lnTo>
                  <a:lnTo>
                    <a:pt x="1600" y="80"/>
                  </a:lnTo>
                  <a:lnTo>
                    <a:pt x="1581" y="40"/>
                  </a:lnTo>
                  <a:lnTo>
                    <a:pt x="1561" y="80"/>
                  </a:lnTo>
                  <a:lnTo>
                    <a:pt x="1541" y="119"/>
                  </a:lnTo>
                  <a:lnTo>
                    <a:pt x="1521" y="159"/>
                  </a:lnTo>
                  <a:lnTo>
                    <a:pt x="1541" y="60"/>
                  </a:lnTo>
                  <a:lnTo>
                    <a:pt x="1541" y="21"/>
                  </a:lnTo>
                  <a:lnTo>
                    <a:pt x="1541" y="1"/>
                  </a:lnTo>
                  <a:lnTo>
                    <a:pt x="1521" y="21"/>
                  </a:lnTo>
                  <a:lnTo>
                    <a:pt x="1521" y="1"/>
                  </a:lnTo>
                  <a:close/>
                  <a:moveTo>
                    <a:pt x="613" y="1759"/>
                  </a:moveTo>
                  <a:lnTo>
                    <a:pt x="613" y="1759"/>
                  </a:lnTo>
                  <a:lnTo>
                    <a:pt x="613" y="17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11"/>
            <p:cNvSpPr/>
            <p:nvPr/>
          </p:nvSpPr>
          <p:spPr>
            <a:xfrm>
              <a:off x="-1245000" y="41370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11"/>
            <p:cNvSpPr/>
            <p:nvPr/>
          </p:nvSpPr>
          <p:spPr>
            <a:xfrm>
              <a:off x="-1267700" y="41622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11"/>
            <p:cNvSpPr/>
            <p:nvPr/>
          </p:nvSpPr>
          <p:spPr>
            <a:xfrm>
              <a:off x="-1246475" y="41514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11"/>
            <p:cNvSpPr/>
            <p:nvPr/>
          </p:nvSpPr>
          <p:spPr>
            <a:xfrm>
              <a:off x="-1245000" y="4279275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11"/>
            <p:cNvSpPr/>
            <p:nvPr/>
          </p:nvSpPr>
          <p:spPr>
            <a:xfrm>
              <a:off x="-1226225" y="4308925"/>
              <a:ext cx="525" cy="0"/>
            </a:xfrm>
            <a:custGeom>
              <a:rect b="b" l="l" r="r" t="t"/>
              <a:pathLst>
                <a:path extrusionOk="0" h="0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3032" name="Shape 303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spTree>
      <p:nvGrpSpPr>
        <p:cNvPr id="3033" name="Shape 3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34" name="Google Shape;3034;p13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3035" name="Google Shape;3035;p13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13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13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1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1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13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13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1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1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13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13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1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1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13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13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1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1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13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13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1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1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13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13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1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1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13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13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1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1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13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13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1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1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13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13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1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1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13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13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1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1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13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13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1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1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13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13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1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1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13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13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1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1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13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13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1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1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13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13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1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1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13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13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1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1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13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13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1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1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13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13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1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1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13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13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1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1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13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13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1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1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13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13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1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1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13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13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1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1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13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13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1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1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13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13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1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1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13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13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1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1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13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13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1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1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13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13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1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1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13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13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1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1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13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13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1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1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52" name="Google Shape;3152;p13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3" name="Google Shape;3153;p13"/>
          <p:cNvSpPr txBox="1"/>
          <p:nvPr>
            <p:ph type="title"/>
          </p:nvPr>
        </p:nvSpPr>
        <p:spPr>
          <a:xfrm>
            <a:off x="1884492" y="1250800"/>
            <a:ext cx="24066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54" name="Google Shape;3154;p13"/>
          <p:cNvSpPr txBox="1"/>
          <p:nvPr>
            <p:ph idx="1" type="subTitle"/>
          </p:nvPr>
        </p:nvSpPr>
        <p:spPr>
          <a:xfrm>
            <a:off x="1884492" y="1465599"/>
            <a:ext cx="24066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55" name="Google Shape;3155;p13"/>
          <p:cNvSpPr txBox="1"/>
          <p:nvPr>
            <p:ph idx="2" type="title"/>
          </p:nvPr>
        </p:nvSpPr>
        <p:spPr>
          <a:xfrm flipH="1">
            <a:off x="5770898" y="1250800"/>
            <a:ext cx="24048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56" name="Google Shape;3156;p13"/>
          <p:cNvSpPr txBox="1"/>
          <p:nvPr>
            <p:ph idx="3" type="subTitle"/>
          </p:nvPr>
        </p:nvSpPr>
        <p:spPr>
          <a:xfrm flipH="1">
            <a:off x="5770890" y="1465598"/>
            <a:ext cx="24045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57" name="Google Shape;3157;p13"/>
          <p:cNvSpPr txBox="1"/>
          <p:nvPr>
            <p:ph hasCustomPrompt="1" idx="4" type="title"/>
          </p:nvPr>
        </p:nvSpPr>
        <p:spPr>
          <a:xfrm>
            <a:off x="980452" y="1403950"/>
            <a:ext cx="734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158" name="Google Shape;3158;p13"/>
          <p:cNvSpPr txBox="1"/>
          <p:nvPr>
            <p:ph hasCustomPrompt="1" idx="5" type="title"/>
          </p:nvPr>
        </p:nvSpPr>
        <p:spPr>
          <a:xfrm flipH="1">
            <a:off x="4867042" y="1403950"/>
            <a:ext cx="734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159" name="Google Shape;3159;p13"/>
          <p:cNvSpPr txBox="1"/>
          <p:nvPr>
            <p:ph idx="6"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3160" name="Google Shape;3160;p13"/>
          <p:cNvSpPr txBox="1"/>
          <p:nvPr>
            <p:ph idx="7" type="title"/>
          </p:nvPr>
        </p:nvSpPr>
        <p:spPr>
          <a:xfrm>
            <a:off x="1884492" y="2397071"/>
            <a:ext cx="24066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61" name="Google Shape;3161;p13"/>
          <p:cNvSpPr txBox="1"/>
          <p:nvPr>
            <p:ph idx="8" type="subTitle"/>
          </p:nvPr>
        </p:nvSpPr>
        <p:spPr>
          <a:xfrm>
            <a:off x="1884492" y="2613104"/>
            <a:ext cx="2406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62" name="Google Shape;3162;p13"/>
          <p:cNvSpPr txBox="1"/>
          <p:nvPr>
            <p:ph idx="9" type="title"/>
          </p:nvPr>
        </p:nvSpPr>
        <p:spPr>
          <a:xfrm flipH="1">
            <a:off x="5770898" y="2397076"/>
            <a:ext cx="24048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63" name="Google Shape;3163;p13"/>
          <p:cNvSpPr txBox="1"/>
          <p:nvPr>
            <p:ph idx="13" type="subTitle"/>
          </p:nvPr>
        </p:nvSpPr>
        <p:spPr>
          <a:xfrm flipH="1">
            <a:off x="5770890" y="2613109"/>
            <a:ext cx="24045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64" name="Google Shape;3164;p13"/>
          <p:cNvSpPr txBox="1"/>
          <p:nvPr>
            <p:ph hasCustomPrompt="1" idx="14" type="title"/>
          </p:nvPr>
        </p:nvSpPr>
        <p:spPr>
          <a:xfrm>
            <a:off x="980452" y="2550842"/>
            <a:ext cx="734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165" name="Google Shape;3165;p13"/>
          <p:cNvSpPr txBox="1"/>
          <p:nvPr>
            <p:ph hasCustomPrompt="1" idx="15" type="title"/>
          </p:nvPr>
        </p:nvSpPr>
        <p:spPr>
          <a:xfrm flipH="1">
            <a:off x="4867042" y="2550842"/>
            <a:ext cx="734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166" name="Google Shape;3166;p13"/>
          <p:cNvSpPr txBox="1"/>
          <p:nvPr>
            <p:ph idx="16" type="title"/>
          </p:nvPr>
        </p:nvSpPr>
        <p:spPr>
          <a:xfrm>
            <a:off x="1884492" y="3540067"/>
            <a:ext cx="24066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67" name="Google Shape;3167;p13"/>
          <p:cNvSpPr txBox="1"/>
          <p:nvPr>
            <p:ph idx="17" type="subTitle"/>
          </p:nvPr>
        </p:nvSpPr>
        <p:spPr>
          <a:xfrm>
            <a:off x="1884492" y="3756100"/>
            <a:ext cx="2406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68" name="Google Shape;3168;p13"/>
          <p:cNvSpPr txBox="1"/>
          <p:nvPr>
            <p:ph idx="18" type="title"/>
          </p:nvPr>
        </p:nvSpPr>
        <p:spPr>
          <a:xfrm flipH="1">
            <a:off x="5770898" y="3540067"/>
            <a:ext cx="24048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69" name="Google Shape;3169;p13"/>
          <p:cNvSpPr txBox="1"/>
          <p:nvPr>
            <p:ph idx="19" type="subTitle"/>
          </p:nvPr>
        </p:nvSpPr>
        <p:spPr>
          <a:xfrm flipH="1">
            <a:off x="5770890" y="3756100"/>
            <a:ext cx="24045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70" name="Google Shape;3170;p13"/>
          <p:cNvSpPr txBox="1"/>
          <p:nvPr>
            <p:ph hasCustomPrompt="1" idx="20" type="title"/>
          </p:nvPr>
        </p:nvSpPr>
        <p:spPr>
          <a:xfrm>
            <a:off x="980452" y="3693842"/>
            <a:ext cx="734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171" name="Google Shape;3171;p13"/>
          <p:cNvSpPr txBox="1"/>
          <p:nvPr>
            <p:ph hasCustomPrompt="1" idx="21" type="title"/>
          </p:nvPr>
        </p:nvSpPr>
        <p:spPr>
          <a:xfrm flipH="1">
            <a:off x="4867042" y="3693842"/>
            <a:ext cx="734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grpSp>
        <p:nvGrpSpPr>
          <p:cNvPr id="3172" name="Google Shape;3172;p13"/>
          <p:cNvGrpSpPr/>
          <p:nvPr/>
        </p:nvGrpSpPr>
        <p:grpSpPr>
          <a:xfrm>
            <a:off x="8497450" y="713375"/>
            <a:ext cx="898165" cy="766770"/>
            <a:chOff x="-252625" y="2918525"/>
            <a:chExt cx="898165" cy="766770"/>
          </a:xfrm>
        </p:grpSpPr>
        <p:sp>
          <p:nvSpPr>
            <p:cNvPr id="3173" name="Google Shape;3173;p13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13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13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13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13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13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13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13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13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13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13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13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13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13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13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13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13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13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13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13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13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13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13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13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13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13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13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13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13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13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13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13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13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13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13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13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9" name="Google Shape;3209;p13"/>
          <p:cNvGrpSpPr/>
          <p:nvPr/>
        </p:nvGrpSpPr>
        <p:grpSpPr>
          <a:xfrm>
            <a:off x="-269025" y="555613"/>
            <a:ext cx="925639" cy="688028"/>
            <a:chOff x="8588925" y="2091476"/>
            <a:chExt cx="925639" cy="688028"/>
          </a:xfrm>
        </p:grpSpPr>
        <p:sp>
          <p:nvSpPr>
            <p:cNvPr id="3210" name="Google Shape;3210;p13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13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13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13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13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13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13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13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13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13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13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13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13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13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23">
    <p:spTree>
      <p:nvGrpSpPr>
        <p:cNvPr id="3224" name="Shape 3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25" name="Google Shape;3225;p14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3226" name="Google Shape;3226;p14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14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14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1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1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14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14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1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1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14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14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1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1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14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14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1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1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14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14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1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1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14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14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1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1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14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14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1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1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14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14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1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1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14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14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1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1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14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14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1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1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14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14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1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1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14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14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1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1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14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14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1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1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14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14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1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1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14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14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1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1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14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14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1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1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14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14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1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1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14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14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1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1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14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14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1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1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14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14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1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1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14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14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1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1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14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14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1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1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14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14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1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1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14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14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1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1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14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14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1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1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14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14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1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1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14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14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1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1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14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14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1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1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14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14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1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1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43" name="Google Shape;3343;p14"/>
          <p:cNvSpPr/>
          <p:nvPr/>
        </p:nvSpPr>
        <p:spPr>
          <a:xfrm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4" name="Google Shape;3344;p14"/>
          <p:cNvSpPr txBox="1"/>
          <p:nvPr>
            <p:ph type="title"/>
          </p:nvPr>
        </p:nvSpPr>
        <p:spPr>
          <a:xfrm>
            <a:off x="1636826" y="1837292"/>
            <a:ext cx="4513200" cy="109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345" name="Google Shape;3345;p14"/>
          <p:cNvSpPr txBox="1"/>
          <p:nvPr>
            <p:ph hasCustomPrompt="1" idx="2" type="title"/>
          </p:nvPr>
        </p:nvSpPr>
        <p:spPr>
          <a:xfrm>
            <a:off x="6463726" y="2040542"/>
            <a:ext cx="914400" cy="690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5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346" name="Google Shape;3346;p14"/>
          <p:cNvSpPr txBox="1"/>
          <p:nvPr>
            <p:ph idx="1" type="subTitle"/>
          </p:nvPr>
        </p:nvSpPr>
        <p:spPr>
          <a:xfrm>
            <a:off x="1632926" y="2982154"/>
            <a:ext cx="4517100" cy="365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347" name="Google Shape;3347;p14"/>
          <p:cNvGrpSpPr/>
          <p:nvPr/>
        </p:nvGrpSpPr>
        <p:grpSpPr>
          <a:xfrm rot="-9281911">
            <a:off x="7648932" y="3797961"/>
            <a:ext cx="1646386" cy="1753585"/>
            <a:chOff x="-2092800" y="-1252032"/>
            <a:chExt cx="1956171" cy="2083646"/>
          </a:xfrm>
        </p:grpSpPr>
        <p:sp>
          <p:nvSpPr>
            <p:cNvPr id="3348" name="Google Shape;3348;p14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14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14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14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14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14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14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14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14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14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14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14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14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14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14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14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14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14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14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14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14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14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14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14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14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14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14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14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14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14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14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14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14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14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14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14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14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14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14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14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14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14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14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14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14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14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14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14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14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7" name="Google Shape;3397;p14"/>
          <p:cNvGrpSpPr/>
          <p:nvPr/>
        </p:nvGrpSpPr>
        <p:grpSpPr>
          <a:xfrm rot="-6300061">
            <a:off x="-399203" y="-311673"/>
            <a:ext cx="1363200" cy="1433311"/>
            <a:chOff x="8529150" y="-173700"/>
            <a:chExt cx="1669089" cy="1754724"/>
          </a:xfrm>
        </p:grpSpPr>
        <p:sp>
          <p:nvSpPr>
            <p:cNvPr id="3398" name="Google Shape;3398;p14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14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14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14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14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14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14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14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14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14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14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14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14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14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14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14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14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14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14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14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14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14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14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14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14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14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14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14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14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14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14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14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14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14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14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14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14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14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14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14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14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14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40" name="Google Shape;3440;p14"/>
          <p:cNvGrpSpPr/>
          <p:nvPr/>
        </p:nvGrpSpPr>
        <p:grpSpPr>
          <a:xfrm>
            <a:off x="960750" y="4376725"/>
            <a:ext cx="898165" cy="766770"/>
            <a:chOff x="-252625" y="2918525"/>
            <a:chExt cx="898165" cy="766770"/>
          </a:xfrm>
        </p:grpSpPr>
        <p:sp>
          <p:nvSpPr>
            <p:cNvPr id="3441" name="Google Shape;3441;p14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14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14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14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14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14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14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14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14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14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14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14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14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14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14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14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14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14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14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14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14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14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14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14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14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14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14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14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14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14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14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14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14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14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14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14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77" name="Google Shape;3477;p14"/>
          <p:cNvGrpSpPr/>
          <p:nvPr/>
        </p:nvGrpSpPr>
        <p:grpSpPr>
          <a:xfrm>
            <a:off x="7783950" y="-93000"/>
            <a:ext cx="898165" cy="766770"/>
            <a:chOff x="-252625" y="2918525"/>
            <a:chExt cx="898165" cy="766770"/>
          </a:xfrm>
        </p:grpSpPr>
        <p:sp>
          <p:nvSpPr>
            <p:cNvPr id="3478" name="Google Shape;3478;p14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14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14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14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14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14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14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14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14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14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14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14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14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14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14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14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14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14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14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14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14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14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14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14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14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14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14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14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14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14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14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14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14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14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14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14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24">
    <p:spTree>
      <p:nvGrpSpPr>
        <p:cNvPr id="3514" name="Shape 3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15" name="Google Shape;3515;p15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3516" name="Google Shape;3516;p15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15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15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15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15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15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15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15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15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15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15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15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15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15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15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15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15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15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15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15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15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15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15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15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15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15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15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15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15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15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15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15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15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15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15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15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15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15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15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15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15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15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15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15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15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15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15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15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15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15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15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15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15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15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15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15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15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15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15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15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15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15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15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15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15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15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15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15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15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15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15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15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15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15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15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15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15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15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15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15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15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15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15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15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15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15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15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15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15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15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15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15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15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15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15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15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15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15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15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15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15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15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15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15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15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15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15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15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15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15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15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15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15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15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15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15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15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33" name="Google Shape;3633;p15"/>
          <p:cNvSpPr txBox="1"/>
          <p:nvPr>
            <p:ph type="title"/>
          </p:nvPr>
        </p:nvSpPr>
        <p:spPr>
          <a:xfrm>
            <a:off x="1939557" y="3254877"/>
            <a:ext cx="5265000" cy="457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3634" name="Google Shape;3634;p15"/>
          <p:cNvSpPr txBox="1"/>
          <p:nvPr>
            <p:ph idx="1" type="subTitle"/>
          </p:nvPr>
        </p:nvSpPr>
        <p:spPr>
          <a:xfrm>
            <a:off x="1938600" y="1279025"/>
            <a:ext cx="5266800" cy="189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2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635" name="Google Shape;3635;p15"/>
          <p:cNvGrpSpPr/>
          <p:nvPr/>
        </p:nvGrpSpPr>
        <p:grpSpPr>
          <a:xfrm>
            <a:off x="8009088" y="-269659"/>
            <a:ext cx="1363145" cy="1433258"/>
            <a:chOff x="8529150" y="-173700"/>
            <a:chExt cx="1669089" cy="1754724"/>
          </a:xfrm>
        </p:grpSpPr>
        <p:sp>
          <p:nvSpPr>
            <p:cNvPr id="3636" name="Google Shape;3636;p15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15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15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15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15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15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15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15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15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15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15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15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15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15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15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15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15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15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15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15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15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15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15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15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15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15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15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15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15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15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15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15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15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15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15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15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15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15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15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15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15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15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78" name="Google Shape;3678;p15"/>
          <p:cNvGrpSpPr/>
          <p:nvPr/>
        </p:nvGrpSpPr>
        <p:grpSpPr>
          <a:xfrm>
            <a:off x="8525275" y="3413813"/>
            <a:ext cx="925639" cy="688028"/>
            <a:chOff x="8588925" y="2091476"/>
            <a:chExt cx="925639" cy="688028"/>
          </a:xfrm>
        </p:grpSpPr>
        <p:sp>
          <p:nvSpPr>
            <p:cNvPr id="3679" name="Google Shape;3679;p15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15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15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15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15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15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15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15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15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15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15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15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15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15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93" name="Google Shape;3693;p15"/>
          <p:cNvGrpSpPr/>
          <p:nvPr/>
        </p:nvGrpSpPr>
        <p:grpSpPr>
          <a:xfrm>
            <a:off x="-314825" y="1642175"/>
            <a:ext cx="898165" cy="766770"/>
            <a:chOff x="-252625" y="2918525"/>
            <a:chExt cx="898165" cy="766770"/>
          </a:xfrm>
        </p:grpSpPr>
        <p:sp>
          <p:nvSpPr>
            <p:cNvPr id="3694" name="Google Shape;3694;p15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15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15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15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15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15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15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15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15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15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15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15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15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15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15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15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15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15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15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15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15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15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15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15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15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15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15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15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15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15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15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15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15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15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15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15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0" name="Google Shape;3730;p15"/>
          <p:cNvGrpSpPr/>
          <p:nvPr/>
        </p:nvGrpSpPr>
        <p:grpSpPr>
          <a:xfrm>
            <a:off x="8042790" y="3923975"/>
            <a:ext cx="1294621" cy="1350901"/>
            <a:chOff x="8465725" y="2863051"/>
            <a:chExt cx="1956212" cy="2041561"/>
          </a:xfrm>
        </p:grpSpPr>
        <p:sp>
          <p:nvSpPr>
            <p:cNvPr id="3731" name="Google Shape;3731;p15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15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15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15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15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15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15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15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15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15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15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15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15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15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15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15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15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15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15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15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15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15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15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15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15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15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15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15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15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15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15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15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15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15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15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15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15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15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15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15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15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15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15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15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5" name="Google Shape;3775;p15"/>
          <p:cNvGrpSpPr/>
          <p:nvPr/>
        </p:nvGrpSpPr>
        <p:grpSpPr>
          <a:xfrm>
            <a:off x="-314833" y="-441745"/>
            <a:ext cx="1646313" cy="1753805"/>
            <a:chOff x="-2092800" y="-1252032"/>
            <a:chExt cx="1956171" cy="2083646"/>
          </a:xfrm>
        </p:grpSpPr>
        <p:sp>
          <p:nvSpPr>
            <p:cNvPr id="3776" name="Google Shape;3776;p15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15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15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15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15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15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15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15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15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15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15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15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15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15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15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15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15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15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15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15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15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15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15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15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15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15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15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15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15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15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15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15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15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15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15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15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15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15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15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15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15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15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15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15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15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15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15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15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15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5" name="Google Shape;3825;p15"/>
          <p:cNvGrpSpPr/>
          <p:nvPr/>
        </p:nvGrpSpPr>
        <p:grpSpPr>
          <a:xfrm>
            <a:off x="8448925" y="1260505"/>
            <a:ext cx="679382" cy="871990"/>
            <a:chOff x="8619938" y="2813305"/>
            <a:chExt cx="679382" cy="871990"/>
          </a:xfrm>
        </p:grpSpPr>
        <p:sp>
          <p:nvSpPr>
            <p:cNvPr id="3826" name="Google Shape;3826;p15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15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15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15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15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15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15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15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15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15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15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15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15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15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15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15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15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15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15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15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15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15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15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15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15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15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15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15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54" name="Google Shape;3854;p15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3855" name="Google Shape;3855;p15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15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57" name="Google Shape;3857;p15"/>
          <p:cNvGrpSpPr/>
          <p:nvPr/>
        </p:nvGrpSpPr>
        <p:grpSpPr>
          <a:xfrm>
            <a:off x="-340873" y="3921240"/>
            <a:ext cx="1973759" cy="1718179"/>
            <a:chOff x="-1914575" y="2967750"/>
            <a:chExt cx="1540675" cy="1341175"/>
          </a:xfrm>
        </p:grpSpPr>
        <p:sp>
          <p:nvSpPr>
            <p:cNvPr id="3858" name="Google Shape;3858;p15"/>
            <p:cNvSpPr/>
            <p:nvPr/>
          </p:nvSpPr>
          <p:spPr>
            <a:xfrm>
              <a:off x="-484050" y="3675375"/>
              <a:ext cx="53850" cy="59775"/>
            </a:xfrm>
            <a:custGeom>
              <a:rect b="b" l="l" r="r" t="t"/>
              <a:pathLst>
                <a:path extrusionOk="0" h="2391" w="2154">
                  <a:moveTo>
                    <a:pt x="1186" y="0"/>
                  </a:moveTo>
                  <a:lnTo>
                    <a:pt x="1048" y="20"/>
                  </a:lnTo>
                  <a:lnTo>
                    <a:pt x="890" y="59"/>
                  </a:lnTo>
                  <a:lnTo>
                    <a:pt x="712" y="119"/>
                  </a:lnTo>
                  <a:lnTo>
                    <a:pt x="534" y="217"/>
                  </a:lnTo>
                  <a:lnTo>
                    <a:pt x="356" y="356"/>
                  </a:lnTo>
                  <a:lnTo>
                    <a:pt x="258" y="435"/>
                  </a:lnTo>
                  <a:lnTo>
                    <a:pt x="179" y="533"/>
                  </a:lnTo>
                  <a:lnTo>
                    <a:pt x="119" y="632"/>
                  </a:lnTo>
                  <a:lnTo>
                    <a:pt x="60" y="751"/>
                  </a:lnTo>
                  <a:lnTo>
                    <a:pt x="40" y="889"/>
                  </a:lnTo>
                  <a:lnTo>
                    <a:pt x="1" y="1007"/>
                  </a:lnTo>
                  <a:lnTo>
                    <a:pt x="1" y="1146"/>
                  </a:lnTo>
                  <a:lnTo>
                    <a:pt x="1" y="1264"/>
                  </a:lnTo>
                  <a:lnTo>
                    <a:pt x="21" y="1402"/>
                  </a:lnTo>
                  <a:lnTo>
                    <a:pt x="60" y="1521"/>
                  </a:lnTo>
                  <a:lnTo>
                    <a:pt x="119" y="1639"/>
                  </a:lnTo>
                  <a:lnTo>
                    <a:pt x="179" y="1758"/>
                  </a:lnTo>
                  <a:lnTo>
                    <a:pt x="258" y="1857"/>
                  </a:lnTo>
                  <a:lnTo>
                    <a:pt x="356" y="1956"/>
                  </a:lnTo>
                  <a:lnTo>
                    <a:pt x="475" y="2054"/>
                  </a:lnTo>
                  <a:lnTo>
                    <a:pt x="593" y="2133"/>
                  </a:lnTo>
                  <a:lnTo>
                    <a:pt x="732" y="2212"/>
                  </a:lnTo>
                  <a:lnTo>
                    <a:pt x="890" y="2272"/>
                  </a:lnTo>
                  <a:lnTo>
                    <a:pt x="1048" y="2331"/>
                  </a:lnTo>
                  <a:lnTo>
                    <a:pt x="1225" y="2370"/>
                  </a:lnTo>
                  <a:lnTo>
                    <a:pt x="1403" y="2390"/>
                  </a:lnTo>
                  <a:lnTo>
                    <a:pt x="1561" y="2370"/>
                  </a:lnTo>
                  <a:lnTo>
                    <a:pt x="1680" y="2331"/>
                  </a:lnTo>
                  <a:lnTo>
                    <a:pt x="1798" y="2272"/>
                  </a:lnTo>
                  <a:lnTo>
                    <a:pt x="1897" y="2193"/>
                  </a:lnTo>
                  <a:lnTo>
                    <a:pt x="1956" y="2094"/>
                  </a:lnTo>
                  <a:lnTo>
                    <a:pt x="2016" y="1995"/>
                  </a:lnTo>
                  <a:lnTo>
                    <a:pt x="2075" y="1877"/>
                  </a:lnTo>
                  <a:lnTo>
                    <a:pt x="2134" y="1659"/>
                  </a:lnTo>
                  <a:lnTo>
                    <a:pt x="2154" y="1462"/>
                  </a:lnTo>
                  <a:lnTo>
                    <a:pt x="2154" y="1264"/>
                  </a:lnTo>
                  <a:lnTo>
                    <a:pt x="2035" y="1304"/>
                  </a:lnTo>
                  <a:lnTo>
                    <a:pt x="1897" y="1323"/>
                  </a:lnTo>
                  <a:lnTo>
                    <a:pt x="1739" y="1343"/>
                  </a:lnTo>
                  <a:lnTo>
                    <a:pt x="1561" y="1363"/>
                  </a:lnTo>
                  <a:lnTo>
                    <a:pt x="1383" y="1323"/>
                  </a:lnTo>
                  <a:lnTo>
                    <a:pt x="1304" y="1304"/>
                  </a:lnTo>
                  <a:lnTo>
                    <a:pt x="1225" y="1244"/>
                  </a:lnTo>
                  <a:lnTo>
                    <a:pt x="1146" y="1205"/>
                  </a:lnTo>
                  <a:lnTo>
                    <a:pt x="1087" y="1126"/>
                  </a:lnTo>
                  <a:lnTo>
                    <a:pt x="1048" y="1047"/>
                  </a:lnTo>
                  <a:lnTo>
                    <a:pt x="1008" y="968"/>
                  </a:lnTo>
                  <a:lnTo>
                    <a:pt x="988" y="770"/>
                  </a:lnTo>
                  <a:lnTo>
                    <a:pt x="988" y="593"/>
                  </a:lnTo>
                  <a:lnTo>
                    <a:pt x="1028" y="395"/>
                  </a:lnTo>
                  <a:lnTo>
                    <a:pt x="1067" y="237"/>
                  </a:lnTo>
                  <a:lnTo>
                    <a:pt x="1127" y="119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15"/>
            <p:cNvSpPr/>
            <p:nvPr/>
          </p:nvSpPr>
          <p:spPr>
            <a:xfrm>
              <a:off x="-1182275" y="2967750"/>
              <a:ext cx="808375" cy="740725"/>
            </a:xfrm>
            <a:custGeom>
              <a:rect b="b" l="l" r="r" t="t"/>
              <a:pathLst>
                <a:path extrusionOk="0" h="29629" w="32335">
                  <a:moveTo>
                    <a:pt x="2706" y="0"/>
                  </a:moveTo>
                  <a:lnTo>
                    <a:pt x="2529" y="20"/>
                  </a:lnTo>
                  <a:lnTo>
                    <a:pt x="2331" y="40"/>
                  </a:lnTo>
                  <a:lnTo>
                    <a:pt x="1956" y="139"/>
                  </a:lnTo>
                  <a:lnTo>
                    <a:pt x="1581" y="277"/>
                  </a:lnTo>
                  <a:lnTo>
                    <a:pt x="1245" y="395"/>
                  </a:lnTo>
                  <a:lnTo>
                    <a:pt x="968" y="514"/>
                  </a:lnTo>
                  <a:lnTo>
                    <a:pt x="731" y="632"/>
                  </a:lnTo>
                  <a:lnTo>
                    <a:pt x="0" y="7309"/>
                  </a:lnTo>
                  <a:lnTo>
                    <a:pt x="4958" y="10943"/>
                  </a:lnTo>
                  <a:lnTo>
                    <a:pt x="10034" y="14637"/>
                  </a:lnTo>
                  <a:lnTo>
                    <a:pt x="15881" y="18844"/>
                  </a:lnTo>
                  <a:lnTo>
                    <a:pt x="18864" y="20957"/>
                  </a:lnTo>
                  <a:lnTo>
                    <a:pt x="21767" y="23012"/>
                  </a:lnTo>
                  <a:lnTo>
                    <a:pt x="24473" y="24888"/>
                  </a:lnTo>
                  <a:lnTo>
                    <a:pt x="26922" y="26547"/>
                  </a:lnTo>
                  <a:lnTo>
                    <a:pt x="28009" y="27278"/>
                  </a:lnTo>
                  <a:lnTo>
                    <a:pt x="29016" y="27930"/>
                  </a:lnTo>
                  <a:lnTo>
                    <a:pt x="29885" y="28483"/>
                  </a:lnTo>
                  <a:lnTo>
                    <a:pt x="30636" y="28937"/>
                  </a:lnTo>
                  <a:lnTo>
                    <a:pt x="31248" y="29293"/>
                  </a:lnTo>
                  <a:lnTo>
                    <a:pt x="31722" y="29530"/>
                  </a:lnTo>
                  <a:lnTo>
                    <a:pt x="31900" y="29589"/>
                  </a:lnTo>
                  <a:lnTo>
                    <a:pt x="32038" y="29628"/>
                  </a:lnTo>
                  <a:lnTo>
                    <a:pt x="32157" y="29628"/>
                  </a:lnTo>
                  <a:lnTo>
                    <a:pt x="32176" y="29609"/>
                  </a:lnTo>
                  <a:lnTo>
                    <a:pt x="32256" y="29411"/>
                  </a:lnTo>
                  <a:lnTo>
                    <a:pt x="32295" y="29194"/>
                  </a:lnTo>
                  <a:lnTo>
                    <a:pt x="32335" y="28996"/>
                  </a:lnTo>
                  <a:lnTo>
                    <a:pt x="32335" y="28799"/>
                  </a:lnTo>
                  <a:lnTo>
                    <a:pt x="32315" y="28582"/>
                  </a:lnTo>
                  <a:lnTo>
                    <a:pt x="32256" y="28384"/>
                  </a:lnTo>
                  <a:lnTo>
                    <a:pt x="32196" y="28187"/>
                  </a:lnTo>
                  <a:lnTo>
                    <a:pt x="32137" y="27969"/>
                  </a:lnTo>
                  <a:lnTo>
                    <a:pt x="32038" y="27792"/>
                  </a:lnTo>
                  <a:lnTo>
                    <a:pt x="31939" y="27594"/>
                  </a:lnTo>
                  <a:lnTo>
                    <a:pt x="31722" y="27238"/>
                  </a:lnTo>
                  <a:lnTo>
                    <a:pt x="31485" y="26942"/>
                  </a:lnTo>
                  <a:lnTo>
                    <a:pt x="31248" y="26685"/>
                  </a:lnTo>
                  <a:lnTo>
                    <a:pt x="31090" y="26547"/>
                  </a:lnTo>
                  <a:lnTo>
                    <a:pt x="30833" y="26369"/>
                  </a:lnTo>
                  <a:lnTo>
                    <a:pt x="30162" y="25915"/>
                  </a:lnTo>
                  <a:lnTo>
                    <a:pt x="29293" y="25362"/>
                  </a:lnTo>
                  <a:lnTo>
                    <a:pt x="28364" y="24809"/>
                  </a:lnTo>
                  <a:lnTo>
                    <a:pt x="26685" y="23802"/>
                  </a:lnTo>
                  <a:lnTo>
                    <a:pt x="25935" y="23367"/>
                  </a:lnTo>
                  <a:lnTo>
                    <a:pt x="26824" y="21096"/>
                  </a:lnTo>
                  <a:lnTo>
                    <a:pt x="27614" y="19061"/>
                  </a:lnTo>
                  <a:lnTo>
                    <a:pt x="28364" y="17185"/>
                  </a:lnTo>
                  <a:lnTo>
                    <a:pt x="28443" y="16967"/>
                  </a:lnTo>
                  <a:lnTo>
                    <a:pt x="28483" y="16770"/>
                  </a:lnTo>
                  <a:lnTo>
                    <a:pt x="28503" y="16572"/>
                  </a:lnTo>
                  <a:lnTo>
                    <a:pt x="28503" y="16355"/>
                  </a:lnTo>
                  <a:lnTo>
                    <a:pt x="28463" y="16158"/>
                  </a:lnTo>
                  <a:lnTo>
                    <a:pt x="28424" y="15960"/>
                  </a:lnTo>
                  <a:lnTo>
                    <a:pt x="28364" y="15762"/>
                  </a:lnTo>
                  <a:lnTo>
                    <a:pt x="28266" y="15545"/>
                  </a:lnTo>
                  <a:lnTo>
                    <a:pt x="28167" y="15348"/>
                  </a:lnTo>
                  <a:lnTo>
                    <a:pt x="28048" y="15150"/>
                  </a:lnTo>
                  <a:lnTo>
                    <a:pt x="27910" y="14972"/>
                  </a:lnTo>
                  <a:lnTo>
                    <a:pt x="27752" y="14775"/>
                  </a:lnTo>
                  <a:lnTo>
                    <a:pt x="27416" y="14400"/>
                  </a:lnTo>
                  <a:lnTo>
                    <a:pt x="27041" y="14024"/>
                  </a:lnTo>
                  <a:lnTo>
                    <a:pt x="26626" y="13689"/>
                  </a:lnTo>
                  <a:lnTo>
                    <a:pt x="26192" y="13353"/>
                  </a:lnTo>
                  <a:lnTo>
                    <a:pt x="25737" y="13037"/>
                  </a:lnTo>
                  <a:lnTo>
                    <a:pt x="25283" y="12740"/>
                  </a:lnTo>
                  <a:lnTo>
                    <a:pt x="24848" y="12464"/>
                  </a:lnTo>
                  <a:lnTo>
                    <a:pt x="24394" y="12207"/>
                  </a:lnTo>
                  <a:lnTo>
                    <a:pt x="23604" y="11773"/>
                  </a:lnTo>
                  <a:lnTo>
                    <a:pt x="23071" y="11476"/>
                  </a:lnTo>
                  <a:lnTo>
                    <a:pt x="22202" y="10982"/>
                  </a:lnTo>
                  <a:lnTo>
                    <a:pt x="19693" y="9541"/>
                  </a:lnTo>
                  <a:lnTo>
                    <a:pt x="12899" y="5570"/>
                  </a:lnTo>
                  <a:lnTo>
                    <a:pt x="9383" y="3536"/>
                  </a:lnTo>
                  <a:lnTo>
                    <a:pt x="6301" y="1778"/>
                  </a:lnTo>
                  <a:lnTo>
                    <a:pt x="5057" y="1067"/>
                  </a:lnTo>
                  <a:lnTo>
                    <a:pt x="4050" y="514"/>
                  </a:lnTo>
                  <a:lnTo>
                    <a:pt x="3358" y="158"/>
                  </a:lnTo>
                  <a:lnTo>
                    <a:pt x="3141" y="60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15"/>
            <p:cNvSpPr/>
            <p:nvPr/>
          </p:nvSpPr>
          <p:spPr>
            <a:xfrm>
              <a:off x="-1370425" y="2977625"/>
              <a:ext cx="991100" cy="806900"/>
            </a:xfrm>
            <a:custGeom>
              <a:rect b="b" l="l" r="r" t="t"/>
              <a:pathLst>
                <a:path extrusionOk="0" h="32276" w="39644">
                  <a:moveTo>
                    <a:pt x="36858" y="28068"/>
                  </a:moveTo>
                  <a:lnTo>
                    <a:pt x="36977" y="28108"/>
                  </a:lnTo>
                  <a:lnTo>
                    <a:pt x="37075" y="28147"/>
                  </a:lnTo>
                  <a:lnTo>
                    <a:pt x="37174" y="28206"/>
                  </a:lnTo>
                  <a:lnTo>
                    <a:pt x="37273" y="28266"/>
                  </a:lnTo>
                  <a:lnTo>
                    <a:pt x="37352" y="28345"/>
                  </a:lnTo>
                  <a:lnTo>
                    <a:pt x="37431" y="28424"/>
                  </a:lnTo>
                  <a:lnTo>
                    <a:pt x="37490" y="28522"/>
                  </a:lnTo>
                  <a:lnTo>
                    <a:pt x="37530" y="28621"/>
                  </a:lnTo>
                  <a:lnTo>
                    <a:pt x="37550" y="28740"/>
                  </a:lnTo>
                  <a:lnTo>
                    <a:pt x="37569" y="28957"/>
                  </a:lnTo>
                  <a:lnTo>
                    <a:pt x="37550" y="29154"/>
                  </a:lnTo>
                  <a:lnTo>
                    <a:pt x="37490" y="29332"/>
                  </a:lnTo>
                  <a:lnTo>
                    <a:pt x="37411" y="29510"/>
                  </a:lnTo>
                  <a:lnTo>
                    <a:pt x="37313" y="29648"/>
                  </a:lnTo>
                  <a:lnTo>
                    <a:pt x="37194" y="29747"/>
                  </a:lnTo>
                  <a:lnTo>
                    <a:pt x="37056" y="29826"/>
                  </a:lnTo>
                  <a:lnTo>
                    <a:pt x="36898" y="29866"/>
                  </a:lnTo>
                  <a:lnTo>
                    <a:pt x="36759" y="29885"/>
                  </a:lnTo>
                  <a:lnTo>
                    <a:pt x="36621" y="29866"/>
                  </a:lnTo>
                  <a:lnTo>
                    <a:pt x="36483" y="29826"/>
                  </a:lnTo>
                  <a:lnTo>
                    <a:pt x="36384" y="29806"/>
                  </a:lnTo>
                  <a:lnTo>
                    <a:pt x="36226" y="29727"/>
                  </a:lnTo>
                  <a:lnTo>
                    <a:pt x="36167" y="29688"/>
                  </a:lnTo>
                  <a:lnTo>
                    <a:pt x="36048" y="29569"/>
                  </a:lnTo>
                  <a:lnTo>
                    <a:pt x="35950" y="29431"/>
                  </a:lnTo>
                  <a:lnTo>
                    <a:pt x="35851" y="29273"/>
                  </a:lnTo>
                  <a:lnTo>
                    <a:pt x="35811" y="29174"/>
                  </a:lnTo>
                  <a:lnTo>
                    <a:pt x="35792" y="29056"/>
                  </a:lnTo>
                  <a:lnTo>
                    <a:pt x="35772" y="28957"/>
                  </a:lnTo>
                  <a:lnTo>
                    <a:pt x="35772" y="28838"/>
                  </a:lnTo>
                  <a:lnTo>
                    <a:pt x="35792" y="28720"/>
                  </a:lnTo>
                  <a:lnTo>
                    <a:pt x="35831" y="28601"/>
                  </a:lnTo>
                  <a:lnTo>
                    <a:pt x="35910" y="28483"/>
                  </a:lnTo>
                  <a:lnTo>
                    <a:pt x="36009" y="28364"/>
                  </a:lnTo>
                  <a:lnTo>
                    <a:pt x="36127" y="28266"/>
                  </a:lnTo>
                  <a:lnTo>
                    <a:pt x="36246" y="28187"/>
                  </a:lnTo>
                  <a:lnTo>
                    <a:pt x="36364" y="28127"/>
                  </a:lnTo>
                  <a:lnTo>
                    <a:pt x="36483" y="28088"/>
                  </a:lnTo>
                  <a:lnTo>
                    <a:pt x="36601" y="28068"/>
                  </a:lnTo>
                  <a:close/>
                  <a:moveTo>
                    <a:pt x="8949" y="0"/>
                  </a:moveTo>
                  <a:lnTo>
                    <a:pt x="8731" y="40"/>
                  </a:lnTo>
                  <a:lnTo>
                    <a:pt x="8514" y="99"/>
                  </a:lnTo>
                  <a:lnTo>
                    <a:pt x="8317" y="178"/>
                  </a:lnTo>
                  <a:lnTo>
                    <a:pt x="8119" y="277"/>
                  </a:lnTo>
                  <a:lnTo>
                    <a:pt x="7902" y="395"/>
                  </a:lnTo>
                  <a:lnTo>
                    <a:pt x="7704" y="553"/>
                  </a:lnTo>
                  <a:lnTo>
                    <a:pt x="7487" y="771"/>
                  </a:lnTo>
                  <a:lnTo>
                    <a:pt x="7210" y="1106"/>
                  </a:lnTo>
                  <a:lnTo>
                    <a:pt x="6894" y="1502"/>
                  </a:lnTo>
                  <a:lnTo>
                    <a:pt x="6559" y="1995"/>
                  </a:lnTo>
                  <a:lnTo>
                    <a:pt x="5808" y="3121"/>
                  </a:lnTo>
                  <a:lnTo>
                    <a:pt x="5038" y="4346"/>
                  </a:lnTo>
                  <a:lnTo>
                    <a:pt x="4307" y="5511"/>
                  </a:lnTo>
                  <a:lnTo>
                    <a:pt x="3695" y="6519"/>
                  </a:lnTo>
                  <a:lnTo>
                    <a:pt x="3122" y="7486"/>
                  </a:lnTo>
                  <a:lnTo>
                    <a:pt x="2964" y="7802"/>
                  </a:lnTo>
                  <a:lnTo>
                    <a:pt x="2529" y="8672"/>
                  </a:lnTo>
                  <a:lnTo>
                    <a:pt x="1956" y="9916"/>
                  </a:lnTo>
                  <a:lnTo>
                    <a:pt x="1621" y="10627"/>
                  </a:lnTo>
                  <a:lnTo>
                    <a:pt x="1305" y="11378"/>
                  </a:lnTo>
                  <a:lnTo>
                    <a:pt x="989" y="12148"/>
                  </a:lnTo>
                  <a:lnTo>
                    <a:pt x="692" y="12918"/>
                  </a:lnTo>
                  <a:lnTo>
                    <a:pt x="435" y="13669"/>
                  </a:lnTo>
                  <a:lnTo>
                    <a:pt x="238" y="14360"/>
                  </a:lnTo>
                  <a:lnTo>
                    <a:pt x="159" y="14676"/>
                  </a:lnTo>
                  <a:lnTo>
                    <a:pt x="80" y="14992"/>
                  </a:lnTo>
                  <a:lnTo>
                    <a:pt x="40" y="15288"/>
                  </a:lnTo>
                  <a:lnTo>
                    <a:pt x="21" y="15545"/>
                  </a:lnTo>
                  <a:lnTo>
                    <a:pt x="1" y="15782"/>
                  </a:lnTo>
                  <a:lnTo>
                    <a:pt x="21" y="16000"/>
                  </a:lnTo>
                  <a:lnTo>
                    <a:pt x="80" y="16177"/>
                  </a:lnTo>
                  <a:lnTo>
                    <a:pt x="139" y="16316"/>
                  </a:lnTo>
                  <a:lnTo>
                    <a:pt x="277" y="16474"/>
                  </a:lnTo>
                  <a:lnTo>
                    <a:pt x="495" y="16671"/>
                  </a:lnTo>
                  <a:lnTo>
                    <a:pt x="791" y="16928"/>
                  </a:lnTo>
                  <a:lnTo>
                    <a:pt x="1186" y="17224"/>
                  </a:lnTo>
                  <a:lnTo>
                    <a:pt x="2154" y="17935"/>
                  </a:lnTo>
                  <a:lnTo>
                    <a:pt x="3398" y="18785"/>
                  </a:lnTo>
                  <a:lnTo>
                    <a:pt x="4820" y="19733"/>
                  </a:lnTo>
                  <a:lnTo>
                    <a:pt x="6401" y="20760"/>
                  </a:lnTo>
                  <a:lnTo>
                    <a:pt x="9837" y="22952"/>
                  </a:lnTo>
                  <a:lnTo>
                    <a:pt x="13314" y="25125"/>
                  </a:lnTo>
                  <a:lnTo>
                    <a:pt x="16494" y="27080"/>
                  </a:lnTo>
                  <a:lnTo>
                    <a:pt x="20385" y="29490"/>
                  </a:lnTo>
                  <a:lnTo>
                    <a:pt x="21175" y="29984"/>
                  </a:lnTo>
                  <a:lnTo>
                    <a:pt x="22024" y="30537"/>
                  </a:lnTo>
                  <a:lnTo>
                    <a:pt x="22894" y="31070"/>
                  </a:lnTo>
                  <a:lnTo>
                    <a:pt x="23328" y="31327"/>
                  </a:lnTo>
                  <a:lnTo>
                    <a:pt x="23743" y="31564"/>
                  </a:lnTo>
                  <a:lnTo>
                    <a:pt x="24177" y="31762"/>
                  </a:lnTo>
                  <a:lnTo>
                    <a:pt x="24592" y="31939"/>
                  </a:lnTo>
                  <a:lnTo>
                    <a:pt x="25007" y="32098"/>
                  </a:lnTo>
                  <a:lnTo>
                    <a:pt x="25402" y="32196"/>
                  </a:lnTo>
                  <a:lnTo>
                    <a:pt x="25777" y="32256"/>
                  </a:lnTo>
                  <a:lnTo>
                    <a:pt x="25955" y="32275"/>
                  </a:lnTo>
                  <a:lnTo>
                    <a:pt x="26133" y="32275"/>
                  </a:lnTo>
                  <a:lnTo>
                    <a:pt x="26311" y="32256"/>
                  </a:lnTo>
                  <a:lnTo>
                    <a:pt x="26469" y="32216"/>
                  </a:lnTo>
                  <a:lnTo>
                    <a:pt x="26627" y="32177"/>
                  </a:lnTo>
                  <a:lnTo>
                    <a:pt x="26785" y="32117"/>
                  </a:lnTo>
                  <a:lnTo>
                    <a:pt x="26943" y="32019"/>
                  </a:lnTo>
                  <a:lnTo>
                    <a:pt x="27081" y="31939"/>
                  </a:lnTo>
                  <a:lnTo>
                    <a:pt x="27397" y="31702"/>
                  </a:lnTo>
                  <a:lnTo>
                    <a:pt x="27713" y="31406"/>
                  </a:lnTo>
                  <a:lnTo>
                    <a:pt x="28029" y="31070"/>
                  </a:lnTo>
                  <a:lnTo>
                    <a:pt x="28345" y="30715"/>
                  </a:lnTo>
                  <a:lnTo>
                    <a:pt x="28641" y="30320"/>
                  </a:lnTo>
                  <a:lnTo>
                    <a:pt x="28938" y="29925"/>
                  </a:lnTo>
                  <a:lnTo>
                    <a:pt x="29214" y="29530"/>
                  </a:lnTo>
                  <a:lnTo>
                    <a:pt x="29708" y="28779"/>
                  </a:lnTo>
                  <a:lnTo>
                    <a:pt x="30103" y="28127"/>
                  </a:lnTo>
                  <a:lnTo>
                    <a:pt x="30459" y="27515"/>
                  </a:lnTo>
                  <a:lnTo>
                    <a:pt x="32750" y="29194"/>
                  </a:lnTo>
                  <a:lnTo>
                    <a:pt x="34468" y="30438"/>
                  </a:lnTo>
                  <a:lnTo>
                    <a:pt x="35535" y="31189"/>
                  </a:lnTo>
                  <a:lnTo>
                    <a:pt x="35792" y="31367"/>
                  </a:lnTo>
                  <a:lnTo>
                    <a:pt x="36127" y="31525"/>
                  </a:lnTo>
                  <a:lnTo>
                    <a:pt x="36285" y="31604"/>
                  </a:lnTo>
                  <a:lnTo>
                    <a:pt x="36483" y="31663"/>
                  </a:lnTo>
                  <a:lnTo>
                    <a:pt x="36680" y="31702"/>
                  </a:lnTo>
                  <a:lnTo>
                    <a:pt x="36878" y="31742"/>
                  </a:lnTo>
                  <a:lnTo>
                    <a:pt x="37075" y="31762"/>
                  </a:lnTo>
                  <a:lnTo>
                    <a:pt x="37510" y="31762"/>
                  </a:lnTo>
                  <a:lnTo>
                    <a:pt x="37727" y="31702"/>
                  </a:lnTo>
                  <a:lnTo>
                    <a:pt x="37945" y="31643"/>
                  </a:lnTo>
                  <a:lnTo>
                    <a:pt x="38162" y="31544"/>
                  </a:lnTo>
                  <a:lnTo>
                    <a:pt x="38379" y="31426"/>
                  </a:lnTo>
                  <a:lnTo>
                    <a:pt x="38596" y="31268"/>
                  </a:lnTo>
                  <a:lnTo>
                    <a:pt x="38794" y="31090"/>
                  </a:lnTo>
                  <a:lnTo>
                    <a:pt x="38972" y="30893"/>
                  </a:lnTo>
                  <a:lnTo>
                    <a:pt x="39130" y="30675"/>
                  </a:lnTo>
                  <a:lnTo>
                    <a:pt x="39248" y="30438"/>
                  </a:lnTo>
                  <a:lnTo>
                    <a:pt x="39367" y="30201"/>
                  </a:lnTo>
                  <a:lnTo>
                    <a:pt x="39465" y="29964"/>
                  </a:lnTo>
                  <a:lnTo>
                    <a:pt x="39525" y="29708"/>
                  </a:lnTo>
                  <a:lnTo>
                    <a:pt x="39584" y="29470"/>
                  </a:lnTo>
                  <a:lnTo>
                    <a:pt x="39623" y="29214"/>
                  </a:lnTo>
                  <a:lnTo>
                    <a:pt x="39643" y="28977"/>
                  </a:lnTo>
                  <a:lnTo>
                    <a:pt x="39643" y="28759"/>
                  </a:lnTo>
                  <a:lnTo>
                    <a:pt x="39623" y="28542"/>
                  </a:lnTo>
                  <a:lnTo>
                    <a:pt x="39604" y="28345"/>
                  </a:lnTo>
                  <a:lnTo>
                    <a:pt x="39564" y="28167"/>
                  </a:lnTo>
                  <a:lnTo>
                    <a:pt x="39525" y="28009"/>
                  </a:lnTo>
                  <a:lnTo>
                    <a:pt x="39446" y="27871"/>
                  </a:lnTo>
                  <a:lnTo>
                    <a:pt x="39406" y="27811"/>
                  </a:lnTo>
                  <a:lnTo>
                    <a:pt x="39327" y="27713"/>
                  </a:lnTo>
                  <a:lnTo>
                    <a:pt x="39070" y="27515"/>
                  </a:lnTo>
                  <a:lnTo>
                    <a:pt x="38735" y="27258"/>
                  </a:lnTo>
                  <a:lnTo>
                    <a:pt x="38300" y="26942"/>
                  </a:lnTo>
                  <a:lnTo>
                    <a:pt x="37273" y="26271"/>
                  </a:lnTo>
                  <a:lnTo>
                    <a:pt x="36127" y="25560"/>
                  </a:lnTo>
                  <a:lnTo>
                    <a:pt x="35002" y="24868"/>
                  </a:lnTo>
                  <a:lnTo>
                    <a:pt x="34034" y="24276"/>
                  </a:lnTo>
                  <a:lnTo>
                    <a:pt x="33086" y="23723"/>
                  </a:lnTo>
                  <a:lnTo>
                    <a:pt x="33441" y="23051"/>
                  </a:lnTo>
                  <a:lnTo>
                    <a:pt x="34231" y="21451"/>
                  </a:lnTo>
                  <a:lnTo>
                    <a:pt x="34685" y="20464"/>
                  </a:lnTo>
                  <a:lnTo>
                    <a:pt x="35120" y="19476"/>
                  </a:lnTo>
                  <a:lnTo>
                    <a:pt x="35515" y="18548"/>
                  </a:lnTo>
                  <a:lnTo>
                    <a:pt x="35673" y="18113"/>
                  </a:lnTo>
                  <a:lnTo>
                    <a:pt x="35811" y="17738"/>
                  </a:lnTo>
                  <a:lnTo>
                    <a:pt x="35890" y="17382"/>
                  </a:lnTo>
                  <a:lnTo>
                    <a:pt x="35930" y="17066"/>
                  </a:lnTo>
                  <a:lnTo>
                    <a:pt x="35930" y="16750"/>
                  </a:lnTo>
                  <a:lnTo>
                    <a:pt x="35890" y="16474"/>
                  </a:lnTo>
                  <a:lnTo>
                    <a:pt x="35831" y="16217"/>
                  </a:lnTo>
                  <a:lnTo>
                    <a:pt x="35732" y="15960"/>
                  </a:lnTo>
                  <a:lnTo>
                    <a:pt x="35594" y="15723"/>
                  </a:lnTo>
                  <a:lnTo>
                    <a:pt x="35456" y="15506"/>
                  </a:lnTo>
                  <a:lnTo>
                    <a:pt x="35278" y="15308"/>
                  </a:lnTo>
                  <a:lnTo>
                    <a:pt x="35081" y="15111"/>
                  </a:lnTo>
                  <a:lnTo>
                    <a:pt x="34883" y="14933"/>
                  </a:lnTo>
                  <a:lnTo>
                    <a:pt x="34666" y="14755"/>
                  </a:lnTo>
                  <a:lnTo>
                    <a:pt x="34231" y="14439"/>
                  </a:lnTo>
                  <a:lnTo>
                    <a:pt x="33797" y="14143"/>
                  </a:lnTo>
                  <a:lnTo>
                    <a:pt x="32592" y="13373"/>
                  </a:lnTo>
                  <a:lnTo>
                    <a:pt x="30103" y="11812"/>
                  </a:lnTo>
                  <a:lnTo>
                    <a:pt x="26745" y="9758"/>
                  </a:lnTo>
                  <a:lnTo>
                    <a:pt x="22953" y="7427"/>
                  </a:lnTo>
                  <a:lnTo>
                    <a:pt x="19141" y="5096"/>
                  </a:lnTo>
                  <a:lnTo>
                    <a:pt x="15704" y="3042"/>
                  </a:lnTo>
                  <a:lnTo>
                    <a:pt x="13077" y="1482"/>
                  </a:lnTo>
                  <a:lnTo>
                    <a:pt x="12188" y="988"/>
                  </a:lnTo>
                  <a:lnTo>
                    <a:pt x="11655" y="711"/>
                  </a:lnTo>
                  <a:lnTo>
                    <a:pt x="11003" y="435"/>
                  </a:lnTo>
                  <a:lnTo>
                    <a:pt x="10430" y="218"/>
                  </a:lnTo>
                  <a:lnTo>
                    <a:pt x="10153" y="139"/>
                  </a:lnTo>
                  <a:lnTo>
                    <a:pt x="9897" y="79"/>
                  </a:lnTo>
                  <a:lnTo>
                    <a:pt x="9640" y="20"/>
                  </a:lnTo>
                  <a:lnTo>
                    <a:pt x="94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15"/>
            <p:cNvSpPr/>
            <p:nvPr/>
          </p:nvSpPr>
          <p:spPr>
            <a:xfrm>
              <a:off x="-1246975" y="3112925"/>
              <a:ext cx="4975" cy="3475"/>
            </a:xfrm>
            <a:custGeom>
              <a:rect b="b" l="l" r="r" t="t"/>
              <a:pathLst>
                <a:path extrusionOk="0" h="139" w="199">
                  <a:moveTo>
                    <a:pt x="198" y="0"/>
                  </a:moveTo>
                  <a:lnTo>
                    <a:pt x="1" y="139"/>
                  </a:lnTo>
                  <a:lnTo>
                    <a:pt x="1" y="139"/>
                  </a:lnTo>
                  <a:lnTo>
                    <a:pt x="80" y="99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15"/>
            <p:cNvSpPr/>
            <p:nvPr/>
          </p:nvSpPr>
          <p:spPr>
            <a:xfrm>
              <a:off x="-1235125" y="3112925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15"/>
            <p:cNvSpPr/>
            <p:nvPr/>
          </p:nvSpPr>
          <p:spPr>
            <a:xfrm>
              <a:off x="-905750" y="3252175"/>
              <a:ext cx="3975" cy="1025"/>
            </a:xfrm>
            <a:custGeom>
              <a:rect b="b" l="l" r="r" t="t"/>
              <a:pathLst>
                <a:path extrusionOk="0" h="41" w="159">
                  <a:moveTo>
                    <a:pt x="1" y="1"/>
                  </a:moveTo>
                  <a:lnTo>
                    <a:pt x="99" y="40"/>
                  </a:lnTo>
                  <a:lnTo>
                    <a:pt x="159" y="40"/>
                  </a:lnTo>
                  <a:lnTo>
                    <a:pt x="6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15"/>
            <p:cNvSpPr/>
            <p:nvPr/>
          </p:nvSpPr>
          <p:spPr>
            <a:xfrm>
              <a:off x="-582300" y="3332175"/>
              <a:ext cx="1000" cy="525"/>
            </a:xfrm>
            <a:custGeom>
              <a:rect b="b" l="l" r="r" t="t"/>
              <a:pathLst>
                <a:path extrusionOk="0" h="21" w="40">
                  <a:moveTo>
                    <a:pt x="0" y="0"/>
                  </a:move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15"/>
            <p:cNvSpPr/>
            <p:nvPr/>
          </p:nvSpPr>
          <p:spPr>
            <a:xfrm>
              <a:off x="-1286950" y="3160825"/>
              <a:ext cx="2000" cy="2500"/>
            </a:xfrm>
            <a:custGeom>
              <a:rect b="b" l="l" r="r" t="t"/>
              <a:pathLst>
                <a:path extrusionOk="0" h="100" w="80">
                  <a:moveTo>
                    <a:pt x="59" y="0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79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15"/>
            <p:cNvSpPr/>
            <p:nvPr/>
          </p:nvSpPr>
          <p:spPr>
            <a:xfrm>
              <a:off x="-968950" y="3215150"/>
              <a:ext cx="1000" cy="500"/>
            </a:xfrm>
            <a:custGeom>
              <a:rect b="b" l="l" r="r" t="t"/>
              <a:pathLst>
                <a:path extrusionOk="0" h="20" w="40">
                  <a:moveTo>
                    <a:pt x="40" y="0"/>
                  </a:moveTo>
                  <a:lnTo>
                    <a:pt x="4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15"/>
            <p:cNvSpPr/>
            <p:nvPr/>
          </p:nvSpPr>
          <p:spPr>
            <a:xfrm>
              <a:off x="-1299300" y="3366250"/>
              <a:ext cx="1500" cy="2000"/>
            </a:xfrm>
            <a:custGeom>
              <a:rect b="b" l="l" r="r" t="t"/>
              <a:pathLst>
                <a:path extrusionOk="0" h="80" w="60">
                  <a:moveTo>
                    <a:pt x="59" y="79"/>
                  </a:moveTo>
                  <a:lnTo>
                    <a:pt x="59" y="7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" y="79"/>
                  </a:lnTo>
                  <a:lnTo>
                    <a:pt x="59" y="79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15"/>
            <p:cNvSpPr/>
            <p:nvPr/>
          </p:nvSpPr>
          <p:spPr>
            <a:xfrm>
              <a:off x="-621825" y="3419575"/>
              <a:ext cx="1525" cy="525"/>
            </a:xfrm>
            <a:custGeom>
              <a:rect b="b" l="l" r="r" t="t"/>
              <a:pathLst>
                <a:path extrusionOk="0" h="21" w="61">
                  <a:moveTo>
                    <a:pt x="60" y="0"/>
                  </a:moveTo>
                  <a:lnTo>
                    <a:pt x="6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15"/>
            <p:cNvSpPr/>
            <p:nvPr/>
          </p:nvSpPr>
          <p:spPr>
            <a:xfrm>
              <a:off x="-1302275" y="316575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15"/>
            <p:cNvSpPr/>
            <p:nvPr/>
          </p:nvSpPr>
          <p:spPr>
            <a:xfrm>
              <a:off x="-1336825" y="3072925"/>
              <a:ext cx="793050" cy="646900"/>
            </a:xfrm>
            <a:custGeom>
              <a:rect b="b" l="l" r="r" t="t"/>
              <a:pathLst>
                <a:path extrusionOk="0" h="25876" w="31722">
                  <a:moveTo>
                    <a:pt x="3773" y="889"/>
                  </a:moveTo>
                  <a:lnTo>
                    <a:pt x="3733" y="909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889"/>
                  </a:lnTo>
                  <a:close/>
                  <a:moveTo>
                    <a:pt x="13115" y="3971"/>
                  </a:moveTo>
                  <a:lnTo>
                    <a:pt x="13115" y="3971"/>
                  </a:lnTo>
                  <a:lnTo>
                    <a:pt x="13115" y="3971"/>
                  </a:lnTo>
                  <a:close/>
                  <a:moveTo>
                    <a:pt x="13115" y="3971"/>
                  </a:moveTo>
                  <a:lnTo>
                    <a:pt x="13135" y="3990"/>
                  </a:lnTo>
                  <a:lnTo>
                    <a:pt x="13135" y="3990"/>
                  </a:lnTo>
                  <a:lnTo>
                    <a:pt x="13115" y="3971"/>
                  </a:lnTo>
                  <a:close/>
                  <a:moveTo>
                    <a:pt x="0" y="7566"/>
                  </a:moveTo>
                  <a:lnTo>
                    <a:pt x="20" y="7803"/>
                  </a:lnTo>
                  <a:lnTo>
                    <a:pt x="79" y="7980"/>
                  </a:lnTo>
                  <a:lnTo>
                    <a:pt x="158" y="8119"/>
                  </a:lnTo>
                  <a:lnTo>
                    <a:pt x="237" y="8217"/>
                  </a:lnTo>
                  <a:lnTo>
                    <a:pt x="395" y="8375"/>
                  </a:lnTo>
                  <a:lnTo>
                    <a:pt x="564" y="8525"/>
                  </a:lnTo>
                  <a:lnTo>
                    <a:pt x="564" y="8525"/>
                  </a:lnTo>
                  <a:lnTo>
                    <a:pt x="553" y="8494"/>
                  </a:lnTo>
                  <a:lnTo>
                    <a:pt x="454" y="8237"/>
                  </a:lnTo>
                  <a:lnTo>
                    <a:pt x="494" y="8237"/>
                  </a:lnTo>
                  <a:lnTo>
                    <a:pt x="296" y="8079"/>
                  </a:lnTo>
                  <a:lnTo>
                    <a:pt x="316" y="8277"/>
                  </a:lnTo>
                  <a:lnTo>
                    <a:pt x="217" y="8138"/>
                  </a:lnTo>
                  <a:lnTo>
                    <a:pt x="119" y="7941"/>
                  </a:lnTo>
                  <a:lnTo>
                    <a:pt x="20" y="7724"/>
                  </a:lnTo>
                  <a:lnTo>
                    <a:pt x="0" y="7566"/>
                  </a:lnTo>
                  <a:close/>
                  <a:moveTo>
                    <a:pt x="564" y="8525"/>
                  </a:moveTo>
                  <a:lnTo>
                    <a:pt x="576" y="8562"/>
                  </a:lnTo>
                  <a:lnTo>
                    <a:pt x="573" y="8533"/>
                  </a:lnTo>
                  <a:lnTo>
                    <a:pt x="564" y="8525"/>
                  </a:lnTo>
                  <a:close/>
                  <a:moveTo>
                    <a:pt x="4800" y="13432"/>
                  </a:moveTo>
                  <a:lnTo>
                    <a:pt x="4820" y="13452"/>
                  </a:lnTo>
                  <a:lnTo>
                    <a:pt x="4820" y="13447"/>
                  </a:lnTo>
                  <a:lnTo>
                    <a:pt x="4800" y="13432"/>
                  </a:lnTo>
                  <a:close/>
                  <a:moveTo>
                    <a:pt x="29253" y="16000"/>
                  </a:moveTo>
                  <a:lnTo>
                    <a:pt x="29253" y="16059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53" y="16000"/>
                  </a:lnTo>
                  <a:close/>
                  <a:moveTo>
                    <a:pt x="9501" y="988"/>
                  </a:moveTo>
                  <a:lnTo>
                    <a:pt x="9481" y="1028"/>
                  </a:lnTo>
                  <a:lnTo>
                    <a:pt x="9422" y="1067"/>
                  </a:lnTo>
                  <a:lnTo>
                    <a:pt x="9303" y="1087"/>
                  </a:lnTo>
                  <a:lnTo>
                    <a:pt x="9481" y="1126"/>
                  </a:lnTo>
                  <a:lnTo>
                    <a:pt x="9600" y="1186"/>
                  </a:lnTo>
                  <a:lnTo>
                    <a:pt x="9639" y="1205"/>
                  </a:lnTo>
                  <a:lnTo>
                    <a:pt x="9659" y="1245"/>
                  </a:lnTo>
                  <a:lnTo>
                    <a:pt x="9442" y="1265"/>
                  </a:lnTo>
                  <a:lnTo>
                    <a:pt x="9343" y="1284"/>
                  </a:lnTo>
                  <a:lnTo>
                    <a:pt x="9244" y="1324"/>
                  </a:lnTo>
                  <a:lnTo>
                    <a:pt x="9442" y="1383"/>
                  </a:lnTo>
                  <a:lnTo>
                    <a:pt x="9442" y="1403"/>
                  </a:lnTo>
                  <a:lnTo>
                    <a:pt x="9442" y="1423"/>
                  </a:lnTo>
                  <a:lnTo>
                    <a:pt x="9422" y="1442"/>
                  </a:lnTo>
                  <a:lnTo>
                    <a:pt x="9402" y="1462"/>
                  </a:lnTo>
                  <a:lnTo>
                    <a:pt x="9422" y="1502"/>
                  </a:lnTo>
                  <a:lnTo>
                    <a:pt x="9461" y="1541"/>
                  </a:lnTo>
                  <a:lnTo>
                    <a:pt x="9461" y="1482"/>
                  </a:lnTo>
                  <a:lnTo>
                    <a:pt x="9521" y="1462"/>
                  </a:lnTo>
                  <a:lnTo>
                    <a:pt x="9679" y="1462"/>
                  </a:lnTo>
                  <a:lnTo>
                    <a:pt x="9876" y="1521"/>
                  </a:lnTo>
                  <a:lnTo>
                    <a:pt x="10093" y="1561"/>
                  </a:lnTo>
                  <a:lnTo>
                    <a:pt x="10074" y="1581"/>
                  </a:lnTo>
                  <a:lnTo>
                    <a:pt x="10054" y="1600"/>
                  </a:lnTo>
                  <a:lnTo>
                    <a:pt x="9995" y="1600"/>
                  </a:lnTo>
                  <a:lnTo>
                    <a:pt x="9916" y="1581"/>
                  </a:lnTo>
                  <a:lnTo>
                    <a:pt x="9837" y="1581"/>
                  </a:lnTo>
                  <a:lnTo>
                    <a:pt x="9975" y="1719"/>
                  </a:lnTo>
                  <a:lnTo>
                    <a:pt x="10093" y="1798"/>
                  </a:lnTo>
                  <a:lnTo>
                    <a:pt x="10232" y="1837"/>
                  </a:lnTo>
                  <a:lnTo>
                    <a:pt x="10350" y="1857"/>
                  </a:lnTo>
                  <a:lnTo>
                    <a:pt x="10508" y="1877"/>
                  </a:lnTo>
                  <a:lnTo>
                    <a:pt x="10666" y="1897"/>
                  </a:lnTo>
                  <a:lnTo>
                    <a:pt x="10844" y="1936"/>
                  </a:lnTo>
                  <a:lnTo>
                    <a:pt x="11022" y="2035"/>
                  </a:lnTo>
                  <a:lnTo>
                    <a:pt x="10883" y="2035"/>
                  </a:lnTo>
                  <a:lnTo>
                    <a:pt x="10982" y="2055"/>
                  </a:lnTo>
                  <a:lnTo>
                    <a:pt x="11061" y="2114"/>
                  </a:lnTo>
                  <a:lnTo>
                    <a:pt x="11199" y="2213"/>
                  </a:lnTo>
                  <a:lnTo>
                    <a:pt x="11318" y="2312"/>
                  </a:lnTo>
                  <a:lnTo>
                    <a:pt x="11377" y="2331"/>
                  </a:lnTo>
                  <a:lnTo>
                    <a:pt x="11456" y="2331"/>
                  </a:lnTo>
                  <a:lnTo>
                    <a:pt x="11496" y="2391"/>
                  </a:lnTo>
                  <a:lnTo>
                    <a:pt x="11535" y="2450"/>
                  </a:lnTo>
                  <a:lnTo>
                    <a:pt x="11535" y="2529"/>
                  </a:lnTo>
                  <a:lnTo>
                    <a:pt x="11535" y="2588"/>
                  </a:lnTo>
                  <a:lnTo>
                    <a:pt x="11555" y="2628"/>
                  </a:lnTo>
                  <a:lnTo>
                    <a:pt x="11614" y="2687"/>
                  </a:lnTo>
                  <a:lnTo>
                    <a:pt x="11713" y="2766"/>
                  </a:lnTo>
                  <a:lnTo>
                    <a:pt x="11713" y="2726"/>
                  </a:lnTo>
                  <a:lnTo>
                    <a:pt x="11733" y="2707"/>
                  </a:lnTo>
                  <a:lnTo>
                    <a:pt x="11772" y="2707"/>
                  </a:lnTo>
                  <a:lnTo>
                    <a:pt x="11832" y="2746"/>
                  </a:lnTo>
                  <a:lnTo>
                    <a:pt x="11911" y="2805"/>
                  </a:lnTo>
                  <a:lnTo>
                    <a:pt x="11990" y="2865"/>
                  </a:lnTo>
                  <a:lnTo>
                    <a:pt x="12069" y="2904"/>
                  </a:lnTo>
                  <a:lnTo>
                    <a:pt x="12148" y="2924"/>
                  </a:lnTo>
                  <a:lnTo>
                    <a:pt x="12167" y="2924"/>
                  </a:lnTo>
                  <a:lnTo>
                    <a:pt x="12207" y="2904"/>
                  </a:lnTo>
                  <a:lnTo>
                    <a:pt x="12365" y="3200"/>
                  </a:lnTo>
                  <a:lnTo>
                    <a:pt x="12444" y="3200"/>
                  </a:lnTo>
                  <a:lnTo>
                    <a:pt x="12523" y="3181"/>
                  </a:lnTo>
                  <a:lnTo>
                    <a:pt x="12622" y="3102"/>
                  </a:lnTo>
                  <a:lnTo>
                    <a:pt x="12661" y="3062"/>
                  </a:lnTo>
                  <a:lnTo>
                    <a:pt x="12740" y="3062"/>
                  </a:lnTo>
                  <a:lnTo>
                    <a:pt x="12839" y="3102"/>
                  </a:lnTo>
                  <a:lnTo>
                    <a:pt x="12977" y="3220"/>
                  </a:lnTo>
                  <a:lnTo>
                    <a:pt x="13056" y="3339"/>
                  </a:lnTo>
                  <a:lnTo>
                    <a:pt x="13076" y="3398"/>
                  </a:lnTo>
                  <a:lnTo>
                    <a:pt x="13076" y="3437"/>
                  </a:lnTo>
                  <a:lnTo>
                    <a:pt x="13056" y="3457"/>
                  </a:lnTo>
                  <a:lnTo>
                    <a:pt x="13036" y="3497"/>
                  </a:lnTo>
                  <a:lnTo>
                    <a:pt x="12977" y="3516"/>
                  </a:lnTo>
                  <a:lnTo>
                    <a:pt x="12898" y="3556"/>
                  </a:lnTo>
                  <a:lnTo>
                    <a:pt x="12839" y="3595"/>
                  </a:lnTo>
                  <a:lnTo>
                    <a:pt x="12819" y="3615"/>
                  </a:lnTo>
                  <a:lnTo>
                    <a:pt x="12819" y="3655"/>
                  </a:lnTo>
                  <a:lnTo>
                    <a:pt x="12819" y="3694"/>
                  </a:lnTo>
                  <a:lnTo>
                    <a:pt x="12839" y="3734"/>
                  </a:lnTo>
                  <a:lnTo>
                    <a:pt x="13017" y="3753"/>
                  </a:lnTo>
                  <a:lnTo>
                    <a:pt x="13135" y="3990"/>
                  </a:lnTo>
                  <a:lnTo>
                    <a:pt x="13214" y="4069"/>
                  </a:lnTo>
                  <a:lnTo>
                    <a:pt x="13333" y="4168"/>
                  </a:lnTo>
                  <a:lnTo>
                    <a:pt x="13412" y="4287"/>
                  </a:lnTo>
                  <a:lnTo>
                    <a:pt x="13412" y="4326"/>
                  </a:lnTo>
                  <a:lnTo>
                    <a:pt x="13412" y="4346"/>
                  </a:lnTo>
                  <a:lnTo>
                    <a:pt x="13352" y="4346"/>
                  </a:lnTo>
                  <a:lnTo>
                    <a:pt x="13293" y="4306"/>
                  </a:lnTo>
                  <a:lnTo>
                    <a:pt x="13214" y="4267"/>
                  </a:lnTo>
                  <a:lnTo>
                    <a:pt x="13175" y="4247"/>
                  </a:lnTo>
                  <a:lnTo>
                    <a:pt x="13214" y="4287"/>
                  </a:lnTo>
                  <a:lnTo>
                    <a:pt x="13273" y="4326"/>
                  </a:lnTo>
                  <a:lnTo>
                    <a:pt x="13392" y="4464"/>
                  </a:lnTo>
                  <a:lnTo>
                    <a:pt x="13668" y="4820"/>
                  </a:lnTo>
                  <a:lnTo>
                    <a:pt x="13826" y="4978"/>
                  </a:lnTo>
                  <a:lnTo>
                    <a:pt x="14004" y="5136"/>
                  </a:lnTo>
                  <a:lnTo>
                    <a:pt x="14103" y="5195"/>
                  </a:lnTo>
                  <a:lnTo>
                    <a:pt x="14202" y="5235"/>
                  </a:lnTo>
                  <a:lnTo>
                    <a:pt x="14281" y="5255"/>
                  </a:lnTo>
                  <a:lnTo>
                    <a:pt x="14380" y="5255"/>
                  </a:lnTo>
                  <a:lnTo>
                    <a:pt x="14518" y="5373"/>
                  </a:lnTo>
                  <a:lnTo>
                    <a:pt x="14656" y="5511"/>
                  </a:lnTo>
                  <a:lnTo>
                    <a:pt x="14755" y="5610"/>
                  </a:lnTo>
                  <a:lnTo>
                    <a:pt x="14775" y="5650"/>
                  </a:lnTo>
                  <a:lnTo>
                    <a:pt x="14755" y="5689"/>
                  </a:lnTo>
                  <a:lnTo>
                    <a:pt x="14854" y="5689"/>
                  </a:lnTo>
                  <a:lnTo>
                    <a:pt x="14972" y="5748"/>
                  </a:lnTo>
                  <a:lnTo>
                    <a:pt x="15249" y="5887"/>
                  </a:lnTo>
                  <a:lnTo>
                    <a:pt x="15505" y="6045"/>
                  </a:lnTo>
                  <a:lnTo>
                    <a:pt x="15624" y="6104"/>
                  </a:lnTo>
                  <a:lnTo>
                    <a:pt x="15742" y="6124"/>
                  </a:lnTo>
                  <a:lnTo>
                    <a:pt x="15723" y="6143"/>
                  </a:lnTo>
                  <a:lnTo>
                    <a:pt x="15742" y="6183"/>
                  </a:lnTo>
                  <a:lnTo>
                    <a:pt x="15802" y="6242"/>
                  </a:lnTo>
                  <a:lnTo>
                    <a:pt x="15900" y="6321"/>
                  </a:lnTo>
                  <a:lnTo>
                    <a:pt x="16019" y="6361"/>
                  </a:lnTo>
                  <a:lnTo>
                    <a:pt x="15960" y="6321"/>
                  </a:lnTo>
                  <a:lnTo>
                    <a:pt x="15940" y="6282"/>
                  </a:lnTo>
                  <a:lnTo>
                    <a:pt x="15940" y="6262"/>
                  </a:lnTo>
                  <a:lnTo>
                    <a:pt x="15960" y="6242"/>
                  </a:lnTo>
                  <a:lnTo>
                    <a:pt x="16039" y="6222"/>
                  </a:lnTo>
                  <a:lnTo>
                    <a:pt x="16157" y="6203"/>
                  </a:lnTo>
                  <a:lnTo>
                    <a:pt x="16216" y="6282"/>
                  </a:lnTo>
                  <a:lnTo>
                    <a:pt x="16315" y="6341"/>
                  </a:lnTo>
                  <a:lnTo>
                    <a:pt x="16513" y="6459"/>
                  </a:lnTo>
                  <a:lnTo>
                    <a:pt x="16612" y="6519"/>
                  </a:lnTo>
                  <a:lnTo>
                    <a:pt x="16691" y="6578"/>
                  </a:lnTo>
                  <a:lnTo>
                    <a:pt x="16750" y="6637"/>
                  </a:lnTo>
                  <a:lnTo>
                    <a:pt x="16750" y="6716"/>
                  </a:lnTo>
                  <a:lnTo>
                    <a:pt x="16849" y="6716"/>
                  </a:lnTo>
                  <a:lnTo>
                    <a:pt x="16908" y="6696"/>
                  </a:lnTo>
                  <a:lnTo>
                    <a:pt x="16967" y="6677"/>
                  </a:lnTo>
                  <a:lnTo>
                    <a:pt x="16987" y="6637"/>
                  </a:lnTo>
                  <a:lnTo>
                    <a:pt x="17046" y="6578"/>
                  </a:lnTo>
                  <a:lnTo>
                    <a:pt x="17105" y="6499"/>
                  </a:lnTo>
                  <a:lnTo>
                    <a:pt x="17165" y="6558"/>
                  </a:lnTo>
                  <a:lnTo>
                    <a:pt x="17224" y="6637"/>
                  </a:lnTo>
                  <a:lnTo>
                    <a:pt x="17382" y="6775"/>
                  </a:lnTo>
                  <a:lnTo>
                    <a:pt x="17441" y="6854"/>
                  </a:lnTo>
                  <a:lnTo>
                    <a:pt x="17500" y="6933"/>
                  </a:lnTo>
                  <a:lnTo>
                    <a:pt x="17500" y="6993"/>
                  </a:lnTo>
                  <a:lnTo>
                    <a:pt x="17481" y="7013"/>
                  </a:lnTo>
                  <a:lnTo>
                    <a:pt x="17461" y="7032"/>
                  </a:lnTo>
                  <a:lnTo>
                    <a:pt x="17362" y="6953"/>
                  </a:lnTo>
                  <a:lnTo>
                    <a:pt x="17244" y="6874"/>
                  </a:lnTo>
                  <a:lnTo>
                    <a:pt x="17184" y="6854"/>
                  </a:lnTo>
                  <a:lnTo>
                    <a:pt x="17125" y="6854"/>
                  </a:lnTo>
                  <a:lnTo>
                    <a:pt x="17105" y="6914"/>
                  </a:lnTo>
                  <a:lnTo>
                    <a:pt x="17184" y="6993"/>
                  </a:lnTo>
                  <a:lnTo>
                    <a:pt x="17244" y="6993"/>
                  </a:lnTo>
                  <a:lnTo>
                    <a:pt x="17303" y="6973"/>
                  </a:lnTo>
                  <a:lnTo>
                    <a:pt x="17342" y="6973"/>
                  </a:lnTo>
                  <a:lnTo>
                    <a:pt x="17402" y="7013"/>
                  </a:lnTo>
                  <a:lnTo>
                    <a:pt x="17402" y="7052"/>
                  </a:lnTo>
                  <a:lnTo>
                    <a:pt x="17421" y="7111"/>
                  </a:lnTo>
                  <a:lnTo>
                    <a:pt x="17421" y="7171"/>
                  </a:lnTo>
                  <a:lnTo>
                    <a:pt x="17421" y="7210"/>
                  </a:lnTo>
                  <a:lnTo>
                    <a:pt x="17402" y="7210"/>
                  </a:lnTo>
                  <a:lnTo>
                    <a:pt x="17619" y="7348"/>
                  </a:lnTo>
                  <a:lnTo>
                    <a:pt x="17876" y="7566"/>
                  </a:lnTo>
                  <a:lnTo>
                    <a:pt x="17816" y="7467"/>
                  </a:lnTo>
                  <a:lnTo>
                    <a:pt x="17797" y="7427"/>
                  </a:lnTo>
                  <a:lnTo>
                    <a:pt x="17895" y="7427"/>
                  </a:lnTo>
                  <a:lnTo>
                    <a:pt x="18014" y="7447"/>
                  </a:lnTo>
                  <a:lnTo>
                    <a:pt x="18034" y="7447"/>
                  </a:lnTo>
                  <a:lnTo>
                    <a:pt x="18034" y="7427"/>
                  </a:lnTo>
                  <a:lnTo>
                    <a:pt x="18014" y="7388"/>
                  </a:lnTo>
                  <a:lnTo>
                    <a:pt x="17639" y="7309"/>
                  </a:lnTo>
                  <a:lnTo>
                    <a:pt x="17560" y="7250"/>
                  </a:lnTo>
                  <a:lnTo>
                    <a:pt x="17500" y="7210"/>
                  </a:lnTo>
                  <a:lnTo>
                    <a:pt x="17500" y="7171"/>
                  </a:lnTo>
                  <a:lnTo>
                    <a:pt x="17520" y="7151"/>
                  </a:lnTo>
                  <a:lnTo>
                    <a:pt x="17560" y="7111"/>
                  </a:lnTo>
                  <a:lnTo>
                    <a:pt x="17560" y="7092"/>
                  </a:lnTo>
                  <a:lnTo>
                    <a:pt x="17560" y="7052"/>
                  </a:lnTo>
                  <a:lnTo>
                    <a:pt x="17737" y="7151"/>
                  </a:lnTo>
                  <a:lnTo>
                    <a:pt x="17895" y="7210"/>
                  </a:lnTo>
                  <a:lnTo>
                    <a:pt x="18034" y="7250"/>
                  </a:lnTo>
                  <a:lnTo>
                    <a:pt x="18152" y="7269"/>
                  </a:lnTo>
                  <a:lnTo>
                    <a:pt x="18429" y="7329"/>
                  </a:lnTo>
                  <a:lnTo>
                    <a:pt x="18606" y="7368"/>
                  </a:lnTo>
                  <a:lnTo>
                    <a:pt x="18843" y="7467"/>
                  </a:lnTo>
                  <a:lnTo>
                    <a:pt x="19081" y="7645"/>
                  </a:lnTo>
                  <a:lnTo>
                    <a:pt x="19278" y="7783"/>
                  </a:lnTo>
                  <a:lnTo>
                    <a:pt x="19179" y="7743"/>
                  </a:lnTo>
                  <a:lnTo>
                    <a:pt x="19120" y="7743"/>
                  </a:lnTo>
                  <a:lnTo>
                    <a:pt x="19081" y="7763"/>
                  </a:lnTo>
                  <a:lnTo>
                    <a:pt x="19041" y="7803"/>
                  </a:lnTo>
                  <a:lnTo>
                    <a:pt x="19041" y="7842"/>
                  </a:lnTo>
                  <a:lnTo>
                    <a:pt x="19041" y="7882"/>
                  </a:lnTo>
                  <a:lnTo>
                    <a:pt x="19081" y="7921"/>
                  </a:lnTo>
                  <a:lnTo>
                    <a:pt x="19120" y="7961"/>
                  </a:lnTo>
                  <a:lnTo>
                    <a:pt x="19298" y="8000"/>
                  </a:lnTo>
                  <a:lnTo>
                    <a:pt x="19436" y="8040"/>
                  </a:lnTo>
                  <a:lnTo>
                    <a:pt x="19594" y="8099"/>
                  </a:lnTo>
                  <a:lnTo>
                    <a:pt x="19713" y="8178"/>
                  </a:lnTo>
                  <a:lnTo>
                    <a:pt x="19950" y="8336"/>
                  </a:lnTo>
                  <a:lnTo>
                    <a:pt x="20068" y="8415"/>
                  </a:lnTo>
                  <a:lnTo>
                    <a:pt x="20206" y="8474"/>
                  </a:lnTo>
                  <a:lnTo>
                    <a:pt x="20206" y="8474"/>
                  </a:lnTo>
                  <a:lnTo>
                    <a:pt x="20108" y="8415"/>
                  </a:lnTo>
                  <a:lnTo>
                    <a:pt x="20068" y="8375"/>
                  </a:lnTo>
                  <a:lnTo>
                    <a:pt x="20048" y="8356"/>
                  </a:lnTo>
                  <a:lnTo>
                    <a:pt x="20048" y="8316"/>
                  </a:lnTo>
                  <a:lnTo>
                    <a:pt x="20088" y="8296"/>
                  </a:lnTo>
                  <a:lnTo>
                    <a:pt x="20127" y="8277"/>
                  </a:lnTo>
                  <a:lnTo>
                    <a:pt x="20226" y="8257"/>
                  </a:lnTo>
                  <a:lnTo>
                    <a:pt x="20443" y="8277"/>
                  </a:lnTo>
                  <a:lnTo>
                    <a:pt x="20562" y="8296"/>
                  </a:lnTo>
                  <a:lnTo>
                    <a:pt x="20621" y="8316"/>
                  </a:lnTo>
                  <a:lnTo>
                    <a:pt x="20641" y="8356"/>
                  </a:lnTo>
                  <a:lnTo>
                    <a:pt x="20641" y="8435"/>
                  </a:lnTo>
                  <a:lnTo>
                    <a:pt x="20680" y="8474"/>
                  </a:lnTo>
                  <a:lnTo>
                    <a:pt x="20740" y="8533"/>
                  </a:lnTo>
                  <a:lnTo>
                    <a:pt x="21115" y="8612"/>
                  </a:lnTo>
                  <a:lnTo>
                    <a:pt x="21411" y="8691"/>
                  </a:lnTo>
                  <a:lnTo>
                    <a:pt x="21984" y="8869"/>
                  </a:lnTo>
                  <a:lnTo>
                    <a:pt x="22241" y="8948"/>
                  </a:lnTo>
                  <a:lnTo>
                    <a:pt x="22498" y="9007"/>
                  </a:lnTo>
                  <a:lnTo>
                    <a:pt x="22774" y="9047"/>
                  </a:lnTo>
                  <a:lnTo>
                    <a:pt x="23051" y="9067"/>
                  </a:lnTo>
                  <a:lnTo>
                    <a:pt x="23051" y="9067"/>
                  </a:lnTo>
                  <a:lnTo>
                    <a:pt x="22735" y="8830"/>
                  </a:lnTo>
                  <a:lnTo>
                    <a:pt x="22577" y="8968"/>
                  </a:lnTo>
                  <a:lnTo>
                    <a:pt x="22517" y="8909"/>
                  </a:lnTo>
                  <a:lnTo>
                    <a:pt x="22498" y="8849"/>
                  </a:lnTo>
                  <a:lnTo>
                    <a:pt x="22517" y="8770"/>
                  </a:lnTo>
                  <a:lnTo>
                    <a:pt x="22557" y="8731"/>
                  </a:lnTo>
                  <a:lnTo>
                    <a:pt x="22636" y="8672"/>
                  </a:lnTo>
                  <a:lnTo>
                    <a:pt x="22715" y="8612"/>
                  </a:lnTo>
                  <a:lnTo>
                    <a:pt x="22873" y="8553"/>
                  </a:lnTo>
                  <a:lnTo>
                    <a:pt x="22912" y="8573"/>
                  </a:lnTo>
                  <a:lnTo>
                    <a:pt x="22972" y="8593"/>
                  </a:lnTo>
                  <a:lnTo>
                    <a:pt x="23110" y="8632"/>
                  </a:lnTo>
                  <a:lnTo>
                    <a:pt x="23209" y="8691"/>
                  </a:lnTo>
                  <a:lnTo>
                    <a:pt x="23228" y="8711"/>
                  </a:lnTo>
                  <a:lnTo>
                    <a:pt x="23169" y="8731"/>
                  </a:lnTo>
                  <a:lnTo>
                    <a:pt x="23643" y="8731"/>
                  </a:lnTo>
                  <a:lnTo>
                    <a:pt x="23604" y="8711"/>
                  </a:lnTo>
                  <a:lnTo>
                    <a:pt x="23564" y="8691"/>
                  </a:lnTo>
                  <a:lnTo>
                    <a:pt x="23465" y="8652"/>
                  </a:lnTo>
                  <a:lnTo>
                    <a:pt x="23446" y="8632"/>
                  </a:lnTo>
                  <a:lnTo>
                    <a:pt x="23426" y="8612"/>
                  </a:lnTo>
                  <a:lnTo>
                    <a:pt x="23446" y="8612"/>
                  </a:lnTo>
                  <a:lnTo>
                    <a:pt x="23505" y="8593"/>
                  </a:lnTo>
                  <a:lnTo>
                    <a:pt x="23663" y="8652"/>
                  </a:lnTo>
                  <a:lnTo>
                    <a:pt x="23821" y="8731"/>
                  </a:lnTo>
                  <a:lnTo>
                    <a:pt x="23880" y="8770"/>
                  </a:lnTo>
                  <a:lnTo>
                    <a:pt x="23900" y="8790"/>
                  </a:lnTo>
                  <a:lnTo>
                    <a:pt x="23880" y="8810"/>
                  </a:lnTo>
                  <a:lnTo>
                    <a:pt x="23801" y="8830"/>
                  </a:lnTo>
                  <a:lnTo>
                    <a:pt x="23979" y="8869"/>
                  </a:lnTo>
                  <a:lnTo>
                    <a:pt x="24236" y="8869"/>
                  </a:lnTo>
                  <a:lnTo>
                    <a:pt x="24295" y="8849"/>
                  </a:lnTo>
                  <a:lnTo>
                    <a:pt x="24315" y="8830"/>
                  </a:lnTo>
                  <a:lnTo>
                    <a:pt x="24315" y="8790"/>
                  </a:lnTo>
                  <a:lnTo>
                    <a:pt x="24433" y="8810"/>
                  </a:lnTo>
                  <a:lnTo>
                    <a:pt x="24473" y="8849"/>
                  </a:lnTo>
                  <a:lnTo>
                    <a:pt x="24453" y="8869"/>
                  </a:lnTo>
                  <a:lnTo>
                    <a:pt x="24394" y="8909"/>
                  </a:lnTo>
                  <a:lnTo>
                    <a:pt x="24236" y="8968"/>
                  </a:lnTo>
                  <a:lnTo>
                    <a:pt x="24058" y="9007"/>
                  </a:lnTo>
                  <a:lnTo>
                    <a:pt x="24157" y="9047"/>
                  </a:lnTo>
                  <a:lnTo>
                    <a:pt x="24216" y="9067"/>
                  </a:lnTo>
                  <a:lnTo>
                    <a:pt x="24256" y="9106"/>
                  </a:lnTo>
                  <a:lnTo>
                    <a:pt x="24275" y="9146"/>
                  </a:lnTo>
                  <a:lnTo>
                    <a:pt x="24275" y="9185"/>
                  </a:lnTo>
                  <a:lnTo>
                    <a:pt x="24256" y="9205"/>
                  </a:lnTo>
                  <a:lnTo>
                    <a:pt x="24196" y="9244"/>
                  </a:lnTo>
                  <a:lnTo>
                    <a:pt x="24611" y="9304"/>
                  </a:lnTo>
                  <a:lnTo>
                    <a:pt x="24552" y="9323"/>
                  </a:lnTo>
                  <a:lnTo>
                    <a:pt x="24512" y="9363"/>
                  </a:lnTo>
                  <a:lnTo>
                    <a:pt x="24453" y="9403"/>
                  </a:lnTo>
                  <a:lnTo>
                    <a:pt x="24394" y="9422"/>
                  </a:lnTo>
                  <a:lnTo>
                    <a:pt x="24493" y="9462"/>
                  </a:lnTo>
                  <a:lnTo>
                    <a:pt x="24769" y="9462"/>
                  </a:lnTo>
                  <a:lnTo>
                    <a:pt x="24848" y="9482"/>
                  </a:lnTo>
                  <a:lnTo>
                    <a:pt x="24927" y="9482"/>
                  </a:lnTo>
                  <a:lnTo>
                    <a:pt x="24986" y="9521"/>
                  </a:lnTo>
                  <a:lnTo>
                    <a:pt x="25065" y="9580"/>
                  </a:lnTo>
                  <a:lnTo>
                    <a:pt x="25184" y="9462"/>
                  </a:lnTo>
                  <a:lnTo>
                    <a:pt x="25539" y="9620"/>
                  </a:lnTo>
                  <a:lnTo>
                    <a:pt x="25757" y="9719"/>
                  </a:lnTo>
                  <a:lnTo>
                    <a:pt x="26231" y="9936"/>
                  </a:lnTo>
                  <a:lnTo>
                    <a:pt x="26191" y="9817"/>
                  </a:lnTo>
                  <a:lnTo>
                    <a:pt x="26330" y="9817"/>
                  </a:lnTo>
                  <a:lnTo>
                    <a:pt x="26409" y="9857"/>
                  </a:lnTo>
                  <a:lnTo>
                    <a:pt x="26468" y="9916"/>
                  </a:lnTo>
                  <a:lnTo>
                    <a:pt x="26507" y="9975"/>
                  </a:lnTo>
                  <a:lnTo>
                    <a:pt x="26547" y="10035"/>
                  </a:lnTo>
                  <a:lnTo>
                    <a:pt x="26586" y="10114"/>
                  </a:lnTo>
                  <a:lnTo>
                    <a:pt x="26665" y="10173"/>
                  </a:lnTo>
                  <a:lnTo>
                    <a:pt x="26784" y="10252"/>
                  </a:lnTo>
                  <a:lnTo>
                    <a:pt x="26942" y="10311"/>
                  </a:lnTo>
                  <a:lnTo>
                    <a:pt x="27060" y="10351"/>
                  </a:lnTo>
                  <a:lnTo>
                    <a:pt x="27120" y="10370"/>
                  </a:lnTo>
                  <a:lnTo>
                    <a:pt x="27159" y="10351"/>
                  </a:lnTo>
                  <a:lnTo>
                    <a:pt x="27199" y="10331"/>
                  </a:lnTo>
                  <a:lnTo>
                    <a:pt x="27238" y="10291"/>
                  </a:lnTo>
                  <a:lnTo>
                    <a:pt x="27317" y="10351"/>
                  </a:lnTo>
                  <a:lnTo>
                    <a:pt x="27337" y="10410"/>
                  </a:lnTo>
                  <a:lnTo>
                    <a:pt x="27337" y="10469"/>
                  </a:lnTo>
                  <a:lnTo>
                    <a:pt x="27317" y="10528"/>
                  </a:lnTo>
                  <a:lnTo>
                    <a:pt x="27436" y="10548"/>
                  </a:lnTo>
                  <a:lnTo>
                    <a:pt x="27554" y="10607"/>
                  </a:lnTo>
                  <a:lnTo>
                    <a:pt x="27613" y="10667"/>
                  </a:lnTo>
                  <a:lnTo>
                    <a:pt x="27633" y="10706"/>
                  </a:lnTo>
                  <a:lnTo>
                    <a:pt x="27653" y="10765"/>
                  </a:lnTo>
                  <a:lnTo>
                    <a:pt x="27653" y="10825"/>
                  </a:lnTo>
                  <a:lnTo>
                    <a:pt x="27436" y="10647"/>
                  </a:lnTo>
                  <a:lnTo>
                    <a:pt x="27416" y="10686"/>
                  </a:lnTo>
                  <a:lnTo>
                    <a:pt x="27396" y="10726"/>
                  </a:lnTo>
                  <a:lnTo>
                    <a:pt x="27436" y="10825"/>
                  </a:lnTo>
                  <a:lnTo>
                    <a:pt x="27475" y="10923"/>
                  </a:lnTo>
                  <a:lnTo>
                    <a:pt x="27475" y="10963"/>
                  </a:lnTo>
                  <a:lnTo>
                    <a:pt x="27455" y="11002"/>
                  </a:lnTo>
                  <a:lnTo>
                    <a:pt x="27495" y="11042"/>
                  </a:lnTo>
                  <a:lnTo>
                    <a:pt x="27515" y="11101"/>
                  </a:lnTo>
                  <a:lnTo>
                    <a:pt x="27574" y="11200"/>
                  </a:lnTo>
                  <a:lnTo>
                    <a:pt x="27613" y="11338"/>
                  </a:lnTo>
                  <a:lnTo>
                    <a:pt x="27673" y="11595"/>
                  </a:lnTo>
                  <a:lnTo>
                    <a:pt x="27771" y="11852"/>
                  </a:lnTo>
                  <a:lnTo>
                    <a:pt x="27870" y="12089"/>
                  </a:lnTo>
                  <a:lnTo>
                    <a:pt x="28008" y="12326"/>
                  </a:lnTo>
                  <a:lnTo>
                    <a:pt x="28166" y="12523"/>
                  </a:lnTo>
                  <a:lnTo>
                    <a:pt x="28324" y="12681"/>
                  </a:lnTo>
                  <a:lnTo>
                    <a:pt x="28305" y="12583"/>
                  </a:lnTo>
                  <a:lnTo>
                    <a:pt x="28344" y="12523"/>
                  </a:lnTo>
                  <a:lnTo>
                    <a:pt x="28384" y="12484"/>
                  </a:lnTo>
                  <a:lnTo>
                    <a:pt x="28443" y="12464"/>
                  </a:lnTo>
                  <a:lnTo>
                    <a:pt x="28542" y="12484"/>
                  </a:lnTo>
                  <a:lnTo>
                    <a:pt x="28641" y="12543"/>
                  </a:lnTo>
                  <a:lnTo>
                    <a:pt x="28917" y="12721"/>
                  </a:lnTo>
                  <a:lnTo>
                    <a:pt x="28897" y="12721"/>
                  </a:lnTo>
                  <a:lnTo>
                    <a:pt x="28897" y="12741"/>
                  </a:lnTo>
                  <a:lnTo>
                    <a:pt x="28917" y="12820"/>
                  </a:lnTo>
                  <a:lnTo>
                    <a:pt x="29055" y="13017"/>
                  </a:lnTo>
                  <a:lnTo>
                    <a:pt x="29194" y="13195"/>
                  </a:lnTo>
                  <a:lnTo>
                    <a:pt x="29253" y="13274"/>
                  </a:lnTo>
                  <a:lnTo>
                    <a:pt x="29273" y="13353"/>
                  </a:lnTo>
                  <a:lnTo>
                    <a:pt x="29233" y="13373"/>
                  </a:lnTo>
                  <a:lnTo>
                    <a:pt x="29213" y="13412"/>
                  </a:lnTo>
                  <a:lnTo>
                    <a:pt x="29194" y="13511"/>
                  </a:lnTo>
                  <a:lnTo>
                    <a:pt x="29174" y="13550"/>
                  </a:lnTo>
                  <a:lnTo>
                    <a:pt x="29154" y="13570"/>
                  </a:lnTo>
                  <a:lnTo>
                    <a:pt x="29115" y="13570"/>
                  </a:lnTo>
                  <a:lnTo>
                    <a:pt x="29055" y="13531"/>
                  </a:lnTo>
                  <a:lnTo>
                    <a:pt x="29075" y="13373"/>
                  </a:lnTo>
                  <a:lnTo>
                    <a:pt x="29055" y="13333"/>
                  </a:lnTo>
                  <a:lnTo>
                    <a:pt x="29036" y="13294"/>
                  </a:lnTo>
                  <a:lnTo>
                    <a:pt x="29016" y="13254"/>
                  </a:lnTo>
                  <a:lnTo>
                    <a:pt x="28957" y="13215"/>
                  </a:lnTo>
                  <a:lnTo>
                    <a:pt x="28976" y="13353"/>
                  </a:lnTo>
                  <a:lnTo>
                    <a:pt x="29016" y="13511"/>
                  </a:lnTo>
                  <a:lnTo>
                    <a:pt x="29016" y="13570"/>
                  </a:lnTo>
                  <a:lnTo>
                    <a:pt x="29016" y="13629"/>
                  </a:lnTo>
                  <a:lnTo>
                    <a:pt x="28996" y="13728"/>
                  </a:lnTo>
                  <a:lnTo>
                    <a:pt x="28858" y="13728"/>
                  </a:lnTo>
                  <a:lnTo>
                    <a:pt x="28838" y="13708"/>
                  </a:lnTo>
                  <a:lnTo>
                    <a:pt x="28897" y="13689"/>
                  </a:lnTo>
                  <a:lnTo>
                    <a:pt x="28937" y="13649"/>
                  </a:lnTo>
                  <a:lnTo>
                    <a:pt x="28838" y="13610"/>
                  </a:lnTo>
                  <a:lnTo>
                    <a:pt x="28779" y="13610"/>
                  </a:lnTo>
                  <a:lnTo>
                    <a:pt x="28759" y="13629"/>
                  </a:lnTo>
                  <a:lnTo>
                    <a:pt x="28759" y="13649"/>
                  </a:lnTo>
                  <a:lnTo>
                    <a:pt x="28739" y="13708"/>
                  </a:lnTo>
                  <a:lnTo>
                    <a:pt x="28739" y="13748"/>
                  </a:lnTo>
                  <a:lnTo>
                    <a:pt x="28720" y="13807"/>
                  </a:lnTo>
                  <a:lnTo>
                    <a:pt x="28660" y="13866"/>
                  </a:lnTo>
                  <a:lnTo>
                    <a:pt x="28680" y="13866"/>
                  </a:lnTo>
                  <a:lnTo>
                    <a:pt x="28700" y="13886"/>
                  </a:lnTo>
                  <a:lnTo>
                    <a:pt x="28720" y="13886"/>
                  </a:lnTo>
                  <a:lnTo>
                    <a:pt x="28759" y="13847"/>
                  </a:lnTo>
                  <a:lnTo>
                    <a:pt x="28720" y="13906"/>
                  </a:lnTo>
                  <a:lnTo>
                    <a:pt x="28720" y="13965"/>
                  </a:lnTo>
                  <a:lnTo>
                    <a:pt x="28739" y="14024"/>
                  </a:lnTo>
                  <a:lnTo>
                    <a:pt x="28799" y="14104"/>
                  </a:lnTo>
                  <a:lnTo>
                    <a:pt x="28838" y="14202"/>
                  </a:lnTo>
                  <a:lnTo>
                    <a:pt x="28878" y="14321"/>
                  </a:lnTo>
                  <a:lnTo>
                    <a:pt x="28878" y="14439"/>
                  </a:lnTo>
                  <a:lnTo>
                    <a:pt x="28858" y="14499"/>
                  </a:lnTo>
                  <a:lnTo>
                    <a:pt x="28838" y="14558"/>
                  </a:lnTo>
                  <a:lnTo>
                    <a:pt x="28858" y="14538"/>
                  </a:lnTo>
                  <a:lnTo>
                    <a:pt x="28897" y="14499"/>
                  </a:lnTo>
                  <a:lnTo>
                    <a:pt x="28957" y="14499"/>
                  </a:lnTo>
                  <a:lnTo>
                    <a:pt x="28976" y="14538"/>
                  </a:lnTo>
                  <a:lnTo>
                    <a:pt x="28996" y="14578"/>
                  </a:lnTo>
                  <a:lnTo>
                    <a:pt x="29016" y="14696"/>
                  </a:lnTo>
                  <a:lnTo>
                    <a:pt x="29016" y="14775"/>
                  </a:lnTo>
                  <a:lnTo>
                    <a:pt x="28996" y="14834"/>
                  </a:lnTo>
                  <a:lnTo>
                    <a:pt x="28976" y="14874"/>
                  </a:lnTo>
                  <a:lnTo>
                    <a:pt x="28917" y="14953"/>
                  </a:lnTo>
                  <a:lnTo>
                    <a:pt x="28878" y="15032"/>
                  </a:lnTo>
                  <a:lnTo>
                    <a:pt x="28897" y="15091"/>
                  </a:lnTo>
                  <a:lnTo>
                    <a:pt x="28937" y="15170"/>
                  </a:lnTo>
                  <a:lnTo>
                    <a:pt x="28957" y="15368"/>
                  </a:lnTo>
                  <a:lnTo>
                    <a:pt x="28976" y="15545"/>
                  </a:lnTo>
                  <a:lnTo>
                    <a:pt x="28976" y="15585"/>
                  </a:lnTo>
                  <a:lnTo>
                    <a:pt x="28996" y="15644"/>
                  </a:lnTo>
                  <a:lnTo>
                    <a:pt x="29036" y="15664"/>
                  </a:lnTo>
                  <a:lnTo>
                    <a:pt x="29075" y="15624"/>
                  </a:lnTo>
                  <a:lnTo>
                    <a:pt x="29134" y="15605"/>
                  </a:lnTo>
                  <a:lnTo>
                    <a:pt x="29174" y="15565"/>
                  </a:lnTo>
                  <a:lnTo>
                    <a:pt x="29233" y="15565"/>
                  </a:lnTo>
                  <a:lnTo>
                    <a:pt x="29273" y="15585"/>
                  </a:lnTo>
                  <a:lnTo>
                    <a:pt x="29312" y="15664"/>
                  </a:lnTo>
                  <a:lnTo>
                    <a:pt x="29371" y="15763"/>
                  </a:lnTo>
                  <a:lnTo>
                    <a:pt x="29391" y="15842"/>
                  </a:lnTo>
                  <a:lnTo>
                    <a:pt x="29391" y="15940"/>
                  </a:lnTo>
                  <a:lnTo>
                    <a:pt x="29391" y="16039"/>
                  </a:lnTo>
                  <a:lnTo>
                    <a:pt x="29371" y="16237"/>
                  </a:lnTo>
                  <a:lnTo>
                    <a:pt x="29371" y="16335"/>
                  </a:lnTo>
                  <a:lnTo>
                    <a:pt x="29371" y="16434"/>
                  </a:lnTo>
                  <a:lnTo>
                    <a:pt x="29332" y="16494"/>
                  </a:lnTo>
                  <a:lnTo>
                    <a:pt x="29312" y="16513"/>
                  </a:lnTo>
                  <a:lnTo>
                    <a:pt x="29292" y="16494"/>
                  </a:lnTo>
                  <a:lnTo>
                    <a:pt x="29292" y="16454"/>
                  </a:lnTo>
                  <a:lnTo>
                    <a:pt x="29273" y="16375"/>
                  </a:lnTo>
                  <a:lnTo>
                    <a:pt x="29273" y="16158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73" y="16415"/>
                  </a:lnTo>
                  <a:lnTo>
                    <a:pt x="29273" y="16849"/>
                  </a:lnTo>
                  <a:lnTo>
                    <a:pt x="29233" y="16908"/>
                  </a:lnTo>
                  <a:lnTo>
                    <a:pt x="29213" y="16928"/>
                  </a:lnTo>
                  <a:lnTo>
                    <a:pt x="29174" y="16908"/>
                  </a:lnTo>
                  <a:lnTo>
                    <a:pt x="29154" y="16849"/>
                  </a:lnTo>
                  <a:lnTo>
                    <a:pt x="29154" y="16671"/>
                  </a:lnTo>
                  <a:lnTo>
                    <a:pt x="29154" y="16474"/>
                  </a:lnTo>
                  <a:lnTo>
                    <a:pt x="29115" y="16612"/>
                  </a:lnTo>
                  <a:lnTo>
                    <a:pt x="29095" y="16731"/>
                  </a:lnTo>
                  <a:lnTo>
                    <a:pt x="29095" y="16869"/>
                  </a:lnTo>
                  <a:lnTo>
                    <a:pt x="29095" y="16987"/>
                  </a:lnTo>
                  <a:lnTo>
                    <a:pt x="29115" y="17106"/>
                  </a:lnTo>
                  <a:lnTo>
                    <a:pt x="29134" y="17205"/>
                  </a:lnTo>
                  <a:lnTo>
                    <a:pt x="29174" y="17303"/>
                  </a:lnTo>
                  <a:lnTo>
                    <a:pt x="29213" y="17343"/>
                  </a:lnTo>
                  <a:lnTo>
                    <a:pt x="29174" y="17481"/>
                  </a:lnTo>
                  <a:lnTo>
                    <a:pt x="29154" y="17600"/>
                  </a:lnTo>
                  <a:lnTo>
                    <a:pt x="29134" y="17718"/>
                  </a:lnTo>
                  <a:lnTo>
                    <a:pt x="29075" y="17856"/>
                  </a:lnTo>
                  <a:lnTo>
                    <a:pt x="29055" y="17777"/>
                  </a:lnTo>
                  <a:lnTo>
                    <a:pt x="29016" y="17718"/>
                  </a:lnTo>
                  <a:lnTo>
                    <a:pt x="28917" y="17619"/>
                  </a:lnTo>
                  <a:lnTo>
                    <a:pt x="28878" y="17560"/>
                  </a:lnTo>
                  <a:lnTo>
                    <a:pt x="28838" y="17501"/>
                  </a:lnTo>
                  <a:lnTo>
                    <a:pt x="28799" y="17422"/>
                  </a:lnTo>
                  <a:lnTo>
                    <a:pt x="28799" y="17323"/>
                  </a:lnTo>
                  <a:lnTo>
                    <a:pt x="28818" y="17185"/>
                  </a:lnTo>
                  <a:lnTo>
                    <a:pt x="28858" y="17145"/>
                  </a:lnTo>
                  <a:lnTo>
                    <a:pt x="28878" y="17145"/>
                  </a:lnTo>
                  <a:lnTo>
                    <a:pt x="28917" y="17185"/>
                  </a:lnTo>
                  <a:lnTo>
                    <a:pt x="28937" y="17224"/>
                  </a:lnTo>
                  <a:lnTo>
                    <a:pt x="28976" y="17244"/>
                  </a:lnTo>
                  <a:lnTo>
                    <a:pt x="28996" y="17244"/>
                  </a:lnTo>
                  <a:lnTo>
                    <a:pt x="29016" y="17224"/>
                  </a:lnTo>
                  <a:lnTo>
                    <a:pt x="29036" y="17106"/>
                  </a:lnTo>
                  <a:lnTo>
                    <a:pt x="28897" y="17066"/>
                  </a:lnTo>
                  <a:lnTo>
                    <a:pt x="28937" y="16987"/>
                  </a:lnTo>
                  <a:lnTo>
                    <a:pt x="28937" y="16928"/>
                  </a:lnTo>
                  <a:lnTo>
                    <a:pt x="28937" y="16810"/>
                  </a:lnTo>
                  <a:lnTo>
                    <a:pt x="28917" y="16671"/>
                  </a:lnTo>
                  <a:lnTo>
                    <a:pt x="28917" y="16533"/>
                  </a:lnTo>
                  <a:lnTo>
                    <a:pt x="28937" y="16494"/>
                  </a:lnTo>
                  <a:lnTo>
                    <a:pt x="28957" y="16513"/>
                  </a:lnTo>
                  <a:lnTo>
                    <a:pt x="28976" y="16632"/>
                  </a:lnTo>
                  <a:lnTo>
                    <a:pt x="29016" y="16158"/>
                  </a:lnTo>
                  <a:lnTo>
                    <a:pt x="29016" y="16039"/>
                  </a:lnTo>
                  <a:lnTo>
                    <a:pt x="28996" y="15940"/>
                  </a:lnTo>
                  <a:lnTo>
                    <a:pt x="28957" y="15822"/>
                  </a:lnTo>
                  <a:lnTo>
                    <a:pt x="28917" y="15723"/>
                  </a:lnTo>
                  <a:lnTo>
                    <a:pt x="28878" y="15921"/>
                  </a:lnTo>
                  <a:lnTo>
                    <a:pt x="28858" y="16118"/>
                  </a:lnTo>
                  <a:lnTo>
                    <a:pt x="28838" y="16533"/>
                  </a:lnTo>
                  <a:lnTo>
                    <a:pt x="28838" y="16711"/>
                  </a:lnTo>
                  <a:lnTo>
                    <a:pt x="28818" y="16889"/>
                  </a:lnTo>
                  <a:lnTo>
                    <a:pt x="28779" y="17027"/>
                  </a:lnTo>
                  <a:lnTo>
                    <a:pt x="28759" y="17066"/>
                  </a:lnTo>
                  <a:lnTo>
                    <a:pt x="28720" y="17106"/>
                  </a:lnTo>
                  <a:lnTo>
                    <a:pt x="28759" y="17580"/>
                  </a:lnTo>
                  <a:lnTo>
                    <a:pt x="28779" y="18054"/>
                  </a:lnTo>
                  <a:lnTo>
                    <a:pt x="28799" y="18034"/>
                  </a:lnTo>
                  <a:lnTo>
                    <a:pt x="28838" y="18014"/>
                  </a:lnTo>
                  <a:lnTo>
                    <a:pt x="28917" y="17955"/>
                  </a:lnTo>
                  <a:lnTo>
                    <a:pt x="28957" y="17935"/>
                  </a:lnTo>
                  <a:lnTo>
                    <a:pt x="28996" y="17935"/>
                  </a:lnTo>
                  <a:lnTo>
                    <a:pt x="29036" y="17955"/>
                  </a:lnTo>
                  <a:lnTo>
                    <a:pt x="29055" y="18034"/>
                  </a:lnTo>
                  <a:lnTo>
                    <a:pt x="28976" y="18074"/>
                  </a:lnTo>
                  <a:lnTo>
                    <a:pt x="28917" y="18133"/>
                  </a:lnTo>
                  <a:lnTo>
                    <a:pt x="28818" y="18271"/>
                  </a:lnTo>
                  <a:lnTo>
                    <a:pt x="28700" y="18469"/>
                  </a:lnTo>
                  <a:lnTo>
                    <a:pt x="28621" y="18686"/>
                  </a:lnTo>
                  <a:lnTo>
                    <a:pt x="28660" y="18686"/>
                  </a:lnTo>
                  <a:lnTo>
                    <a:pt x="28680" y="18706"/>
                  </a:lnTo>
                  <a:lnTo>
                    <a:pt x="28720" y="18745"/>
                  </a:lnTo>
                  <a:lnTo>
                    <a:pt x="28720" y="18844"/>
                  </a:lnTo>
                  <a:lnTo>
                    <a:pt x="28720" y="18943"/>
                  </a:lnTo>
                  <a:lnTo>
                    <a:pt x="28720" y="19042"/>
                  </a:lnTo>
                  <a:lnTo>
                    <a:pt x="28720" y="19121"/>
                  </a:lnTo>
                  <a:lnTo>
                    <a:pt x="28759" y="19160"/>
                  </a:lnTo>
                  <a:lnTo>
                    <a:pt x="28799" y="19160"/>
                  </a:lnTo>
                  <a:lnTo>
                    <a:pt x="28799" y="19081"/>
                  </a:lnTo>
                  <a:lnTo>
                    <a:pt x="28818" y="19042"/>
                  </a:lnTo>
                  <a:lnTo>
                    <a:pt x="28838" y="19002"/>
                  </a:lnTo>
                  <a:lnTo>
                    <a:pt x="28858" y="18963"/>
                  </a:lnTo>
                  <a:lnTo>
                    <a:pt x="28917" y="18923"/>
                  </a:lnTo>
                  <a:lnTo>
                    <a:pt x="28957" y="18903"/>
                  </a:lnTo>
                  <a:lnTo>
                    <a:pt x="28937" y="19022"/>
                  </a:lnTo>
                  <a:lnTo>
                    <a:pt x="28937" y="19081"/>
                  </a:lnTo>
                  <a:lnTo>
                    <a:pt x="28957" y="19101"/>
                  </a:lnTo>
                  <a:lnTo>
                    <a:pt x="28996" y="19101"/>
                  </a:lnTo>
                  <a:lnTo>
                    <a:pt x="29055" y="19121"/>
                  </a:lnTo>
                  <a:lnTo>
                    <a:pt x="29055" y="19140"/>
                  </a:lnTo>
                  <a:lnTo>
                    <a:pt x="29055" y="19200"/>
                  </a:lnTo>
                  <a:lnTo>
                    <a:pt x="28976" y="19358"/>
                  </a:lnTo>
                  <a:lnTo>
                    <a:pt x="28937" y="19437"/>
                  </a:lnTo>
                  <a:lnTo>
                    <a:pt x="28897" y="19476"/>
                  </a:lnTo>
                  <a:lnTo>
                    <a:pt x="28878" y="19456"/>
                  </a:lnTo>
                  <a:lnTo>
                    <a:pt x="28858" y="19456"/>
                  </a:lnTo>
                  <a:lnTo>
                    <a:pt x="28818" y="19476"/>
                  </a:lnTo>
                  <a:lnTo>
                    <a:pt x="28759" y="19535"/>
                  </a:lnTo>
                  <a:lnTo>
                    <a:pt x="28680" y="19693"/>
                  </a:lnTo>
                  <a:lnTo>
                    <a:pt x="28641" y="19338"/>
                  </a:lnTo>
                  <a:lnTo>
                    <a:pt x="28621" y="19101"/>
                  </a:lnTo>
                  <a:lnTo>
                    <a:pt x="28621" y="18844"/>
                  </a:lnTo>
                  <a:lnTo>
                    <a:pt x="28581" y="18844"/>
                  </a:lnTo>
                  <a:lnTo>
                    <a:pt x="28561" y="18884"/>
                  </a:lnTo>
                  <a:lnTo>
                    <a:pt x="28522" y="19002"/>
                  </a:lnTo>
                  <a:lnTo>
                    <a:pt x="28482" y="19160"/>
                  </a:lnTo>
                  <a:lnTo>
                    <a:pt x="28443" y="19219"/>
                  </a:lnTo>
                  <a:lnTo>
                    <a:pt x="28482" y="19219"/>
                  </a:lnTo>
                  <a:lnTo>
                    <a:pt x="28502" y="19239"/>
                  </a:lnTo>
                  <a:lnTo>
                    <a:pt x="28522" y="19279"/>
                  </a:lnTo>
                  <a:lnTo>
                    <a:pt x="28561" y="19338"/>
                  </a:lnTo>
                  <a:lnTo>
                    <a:pt x="28581" y="19338"/>
                  </a:lnTo>
                  <a:lnTo>
                    <a:pt x="28601" y="19298"/>
                  </a:lnTo>
                  <a:lnTo>
                    <a:pt x="28542" y="19693"/>
                  </a:lnTo>
                  <a:lnTo>
                    <a:pt x="28463" y="20088"/>
                  </a:lnTo>
                  <a:lnTo>
                    <a:pt x="28403" y="20306"/>
                  </a:lnTo>
                  <a:lnTo>
                    <a:pt x="28344" y="20503"/>
                  </a:lnTo>
                  <a:lnTo>
                    <a:pt x="28265" y="20720"/>
                  </a:lnTo>
                  <a:lnTo>
                    <a:pt x="28166" y="20918"/>
                  </a:lnTo>
                  <a:lnTo>
                    <a:pt x="28127" y="20859"/>
                  </a:lnTo>
                  <a:lnTo>
                    <a:pt x="28127" y="20799"/>
                  </a:lnTo>
                  <a:lnTo>
                    <a:pt x="28127" y="20661"/>
                  </a:lnTo>
                  <a:lnTo>
                    <a:pt x="28206" y="20365"/>
                  </a:lnTo>
                  <a:lnTo>
                    <a:pt x="28226" y="20207"/>
                  </a:lnTo>
                  <a:lnTo>
                    <a:pt x="28245" y="20088"/>
                  </a:lnTo>
                  <a:lnTo>
                    <a:pt x="28226" y="20029"/>
                  </a:lnTo>
                  <a:lnTo>
                    <a:pt x="28186" y="19990"/>
                  </a:lnTo>
                  <a:lnTo>
                    <a:pt x="28147" y="19970"/>
                  </a:lnTo>
                  <a:lnTo>
                    <a:pt x="28087" y="19970"/>
                  </a:lnTo>
                  <a:lnTo>
                    <a:pt x="28048" y="20148"/>
                  </a:lnTo>
                  <a:lnTo>
                    <a:pt x="28048" y="20266"/>
                  </a:lnTo>
                  <a:lnTo>
                    <a:pt x="28048" y="20365"/>
                  </a:lnTo>
                  <a:lnTo>
                    <a:pt x="28028" y="20404"/>
                  </a:lnTo>
                  <a:lnTo>
                    <a:pt x="27989" y="20483"/>
                  </a:lnTo>
                  <a:lnTo>
                    <a:pt x="27910" y="20523"/>
                  </a:lnTo>
                  <a:lnTo>
                    <a:pt x="27831" y="20602"/>
                  </a:lnTo>
                  <a:lnTo>
                    <a:pt x="27771" y="20701"/>
                  </a:lnTo>
                  <a:lnTo>
                    <a:pt x="27692" y="20799"/>
                  </a:lnTo>
                  <a:lnTo>
                    <a:pt x="27554" y="21056"/>
                  </a:lnTo>
                  <a:lnTo>
                    <a:pt x="27475" y="21175"/>
                  </a:lnTo>
                  <a:lnTo>
                    <a:pt x="27396" y="21293"/>
                  </a:lnTo>
                  <a:lnTo>
                    <a:pt x="27554" y="21214"/>
                  </a:lnTo>
                  <a:lnTo>
                    <a:pt x="27534" y="21274"/>
                  </a:lnTo>
                  <a:lnTo>
                    <a:pt x="27495" y="21333"/>
                  </a:lnTo>
                  <a:lnTo>
                    <a:pt x="27396" y="21451"/>
                  </a:lnTo>
                  <a:lnTo>
                    <a:pt x="27179" y="21649"/>
                  </a:lnTo>
                  <a:lnTo>
                    <a:pt x="27179" y="21590"/>
                  </a:lnTo>
                  <a:lnTo>
                    <a:pt x="27100" y="21748"/>
                  </a:lnTo>
                  <a:lnTo>
                    <a:pt x="27060" y="21748"/>
                  </a:lnTo>
                  <a:lnTo>
                    <a:pt x="27021" y="21807"/>
                  </a:lnTo>
                  <a:lnTo>
                    <a:pt x="26962" y="21886"/>
                  </a:lnTo>
                  <a:lnTo>
                    <a:pt x="26764" y="22064"/>
                  </a:lnTo>
                  <a:lnTo>
                    <a:pt x="26547" y="22222"/>
                  </a:lnTo>
                  <a:lnTo>
                    <a:pt x="26349" y="22399"/>
                  </a:lnTo>
                  <a:lnTo>
                    <a:pt x="26369" y="22419"/>
                  </a:lnTo>
                  <a:lnTo>
                    <a:pt x="26409" y="22399"/>
                  </a:lnTo>
                  <a:lnTo>
                    <a:pt x="26527" y="22320"/>
                  </a:lnTo>
                  <a:lnTo>
                    <a:pt x="26646" y="22202"/>
                  </a:lnTo>
                  <a:lnTo>
                    <a:pt x="26764" y="22103"/>
                  </a:lnTo>
                  <a:lnTo>
                    <a:pt x="26942" y="22044"/>
                  </a:lnTo>
                  <a:lnTo>
                    <a:pt x="26981" y="22024"/>
                  </a:lnTo>
                  <a:lnTo>
                    <a:pt x="27021" y="22044"/>
                  </a:lnTo>
                  <a:lnTo>
                    <a:pt x="27041" y="22064"/>
                  </a:lnTo>
                  <a:lnTo>
                    <a:pt x="27041" y="22103"/>
                  </a:lnTo>
                  <a:lnTo>
                    <a:pt x="26804" y="22320"/>
                  </a:lnTo>
                  <a:lnTo>
                    <a:pt x="26606" y="22538"/>
                  </a:lnTo>
                  <a:lnTo>
                    <a:pt x="26389" y="22755"/>
                  </a:lnTo>
                  <a:lnTo>
                    <a:pt x="26251" y="22854"/>
                  </a:lnTo>
                  <a:lnTo>
                    <a:pt x="26092" y="22952"/>
                  </a:lnTo>
                  <a:lnTo>
                    <a:pt x="26092" y="22952"/>
                  </a:lnTo>
                  <a:lnTo>
                    <a:pt x="26251" y="22913"/>
                  </a:lnTo>
                  <a:lnTo>
                    <a:pt x="26211" y="22972"/>
                  </a:lnTo>
                  <a:lnTo>
                    <a:pt x="26152" y="23012"/>
                  </a:lnTo>
                  <a:lnTo>
                    <a:pt x="26033" y="23091"/>
                  </a:lnTo>
                  <a:lnTo>
                    <a:pt x="25717" y="23229"/>
                  </a:lnTo>
                  <a:lnTo>
                    <a:pt x="25599" y="23249"/>
                  </a:lnTo>
                  <a:lnTo>
                    <a:pt x="25579" y="23229"/>
                  </a:lnTo>
                  <a:lnTo>
                    <a:pt x="25559" y="23209"/>
                  </a:lnTo>
                  <a:lnTo>
                    <a:pt x="25579" y="23170"/>
                  </a:lnTo>
                  <a:lnTo>
                    <a:pt x="25638" y="23110"/>
                  </a:lnTo>
                  <a:lnTo>
                    <a:pt x="25717" y="23012"/>
                  </a:lnTo>
                  <a:lnTo>
                    <a:pt x="25737" y="22992"/>
                  </a:lnTo>
                  <a:lnTo>
                    <a:pt x="25717" y="22972"/>
                  </a:lnTo>
                  <a:lnTo>
                    <a:pt x="25658" y="22972"/>
                  </a:lnTo>
                  <a:lnTo>
                    <a:pt x="25717" y="22913"/>
                  </a:lnTo>
                  <a:lnTo>
                    <a:pt x="25776" y="22873"/>
                  </a:lnTo>
                  <a:lnTo>
                    <a:pt x="25895" y="22794"/>
                  </a:lnTo>
                  <a:lnTo>
                    <a:pt x="25954" y="22755"/>
                  </a:lnTo>
                  <a:lnTo>
                    <a:pt x="26013" y="22715"/>
                  </a:lnTo>
                  <a:lnTo>
                    <a:pt x="26033" y="22676"/>
                  </a:lnTo>
                  <a:lnTo>
                    <a:pt x="26033" y="22617"/>
                  </a:lnTo>
                  <a:lnTo>
                    <a:pt x="25875" y="22597"/>
                  </a:lnTo>
                  <a:lnTo>
                    <a:pt x="25717" y="22577"/>
                  </a:lnTo>
                  <a:lnTo>
                    <a:pt x="25678" y="22636"/>
                  </a:lnTo>
                  <a:lnTo>
                    <a:pt x="25599" y="22676"/>
                  </a:lnTo>
                  <a:lnTo>
                    <a:pt x="25441" y="22715"/>
                  </a:lnTo>
                  <a:lnTo>
                    <a:pt x="25302" y="22735"/>
                  </a:lnTo>
                  <a:lnTo>
                    <a:pt x="25243" y="22735"/>
                  </a:lnTo>
                  <a:lnTo>
                    <a:pt x="25184" y="22755"/>
                  </a:lnTo>
                  <a:lnTo>
                    <a:pt x="25362" y="22794"/>
                  </a:lnTo>
                  <a:lnTo>
                    <a:pt x="25362" y="22834"/>
                  </a:lnTo>
                  <a:lnTo>
                    <a:pt x="25342" y="22873"/>
                  </a:lnTo>
                  <a:lnTo>
                    <a:pt x="25322" y="22873"/>
                  </a:lnTo>
                  <a:lnTo>
                    <a:pt x="25283" y="22893"/>
                  </a:lnTo>
                  <a:lnTo>
                    <a:pt x="25144" y="22873"/>
                  </a:lnTo>
                  <a:lnTo>
                    <a:pt x="25302" y="23051"/>
                  </a:lnTo>
                  <a:lnTo>
                    <a:pt x="25381" y="23031"/>
                  </a:lnTo>
                  <a:lnTo>
                    <a:pt x="25460" y="22992"/>
                  </a:lnTo>
                  <a:lnTo>
                    <a:pt x="25579" y="22893"/>
                  </a:lnTo>
                  <a:lnTo>
                    <a:pt x="25618" y="22854"/>
                  </a:lnTo>
                  <a:lnTo>
                    <a:pt x="25678" y="22814"/>
                  </a:lnTo>
                  <a:lnTo>
                    <a:pt x="25737" y="22794"/>
                  </a:lnTo>
                  <a:lnTo>
                    <a:pt x="25816" y="22794"/>
                  </a:lnTo>
                  <a:lnTo>
                    <a:pt x="25618" y="22952"/>
                  </a:lnTo>
                  <a:lnTo>
                    <a:pt x="25520" y="23091"/>
                  </a:lnTo>
                  <a:lnTo>
                    <a:pt x="25460" y="23150"/>
                  </a:lnTo>
                  <a:lnTo>
                    <a:pt x="25381" y="23209"/>
                  </a:lnTo>
                  <a:lnTo>
                    <a:pt x="25283" y="23268"/>
                  </a:lnTo>
                  <a:lnTo>
                    <a:pt x="25105" y="23328"/>
                  </a:lnTo>
                  <a:lnTo>
                    <a:pt x="25105" y="23308"/>
                  </a:lnTo>
                  <a:lnTo>
                    <a:pt x="25105" y="23288"/>
                  </a:lnTo>
                  <a:lnTo>
                    <a:pt x="25144" y="23268"/>
                  </a:lnTo>
                  <a:lnTo>
                    <a:pt x="25204" y="23249"/>
                  </a:lnTo>
                  <a:lnTo>
                    <a:pt x="25243" y="23189"/>
                  </a:lnTo>
                  <a:lnTo>
                    <a:pt x="25243" y="23189"/>
                  </a:lnTo>
                  <a:lnTo>
                    <a:pt x="25164" y="23209"/>
                  </a:lnTo>
                  <a:lnTo>
                    <a:pt x="25105" y="23229"/>
                  </a:lnTo>
                  <a:lnTo>
                    <a:pt x="24967" y="23288"/>
                  </a:lnTo>
                  <a:lnTo>
                    <a:pt x="24888" y="23328"/>
                  </a:lnTo>
                  <a:lnTo>
                    <a:pt x="24809" y="23367"/>
                  </a:lnTo>
                  <a:lnTo>
                    <a:pt x="24730" y="23387"/>
                  </a:lnTo>
                  <a:lnTo>
                    <a:pt x="24611" y="23387"/>
                  </a:lnTo>
                  <a:lnTo>
                    <a:pt x="24749" y="23328"/>
                  </a:lnTo>
                  <a:lnTo>
                    <a:pt x="24848" y="23249"/>
                  </a:lnTo>
                  <a:lnTo>
                    <a:pt x="24868" y="23209"/>
                  </a:lnTo>
                  <a:lnTo>
                    <a:pt x="24868" y="23170"/>
                  </a:lnTo>
                  <a:lnTo>
                    <a:pt x="24848" y="23130"/>
                  </a:lnTo>
                  <a:lnTo>
                    <a:pt x="24789" y="23110"/>
                  </a:lnTo>
                  <a:lnTo>
                    <a:pt x="24670" y="23288"/>
                  </a:lnTo>
                  <a:lnTo>
                    <a:pt x="24591" y="23288"/>
                  </a:lnTo>
                  <a:lnTo>
                    <a:pt x="24572" y="23249"/>
                  </a:lnTo>
                  <a:lnTo>
                    <a:pt x="24552" y="23229"/>
                  </a:lnTo>
                  <a:lnTo>
                    <a:pt x="24473" y="23229"/>
                  </a:lnTo>
                  <a:lnTo>
                    <a:pt x="24453" y="23249"/>
                  </a:lnTo>
                  <a:lnTo>
                    <a:pt x="24453" y="23308"/>
                  </a:lnTo>
                  <a:lnTo>
                    <a:pt x="24453" y="23328"/>
                  </a:lnTo>
                  <a:lnTo>
                    <a:pt x="24433" y="23347"/>
                  </a:lnTo>
                  <a:lnTo>
                    <a:pt x="24394" y="23367"/>
                  </a:lnTo>
                  <a:lnTo>
                    <a:pt x="24295" y="23367"/>
                  </a:lnTo>
                  <a:lnTo>
                    <a:pt x="24216" y="23328"/>
                  </a:lnTo>
                  <a:lnTo>
                    <a:pt x="24196" y="23308"/>
                  </a:lnTo>
                  <a:lnTo>
                    <a:pt x="24196" y="23288"/>
                  </a:lnTo>
                  <a:lnTo>
                    <a:pt x="24038" y="23288"/>
                  </a:lnTo>
                  <a:lnTo>
                    <a:pt x="23979" y="23308"/>
                  </a:lnTo>
                  <a:lnTo>
                    <a:pt x="23900" y="23347"/>
                  </a:lnTo>
                  <a:lnTo>
                    <a:pt x="23841" y="23387"/>
                  </a:lnTo>
                  <a:lnTo>
                    <a:pt x="23742" y="23407"/>
                  </a:lnTo>
                  <a:lnTo>
                    <a:pt x="23841" y="23407"/>
                  </a:lnTo>
                  <a:lnTo>
                    <a:pt x="23900" y="23446"/>
                  </a:lnTo>
                  <a:lnTo>
                    <a:pt x="23940" y="23486"/>
                  </a:lnTo>
                  <a:lnTo>
                    <a:pt x="23959" y="23525"/>
                  </a:lnTo>
                  <a:lnTo>
                    <a:pt x="23940" y="23585"/>
                  </a:lnTo>
                  <a:lnTo>
                    <a:pt x="23900" y="23624"/>
                  </a:lnTo>
                  <a:lnTo>
                    <a:pt x="23821" y="23644"/>
                  </a:lnTo>
                  <a:lnTo>
                    <a:pt x="23722" y="23664"/>
                  </a:lnTo>
                  <a:lnTo>
                    <a:pt x="23169" y="23604"/>
                  </a:lnTo>
                  <a:lnTo>
                    <a:pt x="23051" y="23565"/>
                  </a:lnTo>
                  <a:lnTo>
                    <a:pt x="22952" y="23525"/>
                  </a:lnTo>
                  <a:lnTo>
                    <a:pt x="22853" y="23466"/>
                  </a:lnTo>
                  <a:lnTo>
                    <a:pt x="22754" y="23367"/>
                  </a:lnTo>
                  <a:lnTo>
                    <a:pt x="22537" y="23387"/>
                  </a:lnTo>
                  <a:lnTo>
                    <a:pt x="22577" y="23367"/>
                  </a:lnTo>
                  <a:lnTo>
                    <a:pt x="22577" y="23328"/>
                  </a:lnTo>
                  <a:lnTo>
                    <a:pt x="22478" y="23268"/>
                  </a:lnTo>
                  <a:lnTo>
                    <a:pt x="22320" y="23209"/>
                  </a:lnTo>
                  <a:lnTo>
                    <a:pt x="22201" y="23150"/>
                  </a:lnTo>
                  <a:lnTo>
                    <a:pt x="22221" y="23130"/>
                  </a:lnTo>
                  <a:lnTo>
                    <a:pt x="22300" y="23130"/>
                  </a:lnTo>
                  <a:lnTo>
                    <a:pt x="22517" y="23209"/>
                  </a:lnTo>
                  <a:lnTo>
                    <a:pt x="22636" y="23229"/>
                  </a:lnTo>
                  <a:lnTo>
                    <a:pt x="22735" y="23249"/>
                  </a:lnTo>
                  <a:lnTo>
                    <a:pt x="22833" y="23229"/>
                  </a:lnTo>
                  <a:lnTo>
                    <a:pt x="22853" y="23189"/>
                  </a:lnTo>
                  <a:lnTo>
                    <a:pt x="22873" y="23150"/>
                  </a:lnTo>
                  <a:lnTo>
                    <a:pt x="22754" y="23091"/>
                  </a:lnTo>
                  <a:lnTo>
                    <a:pt x="22754" y="23051"/>
                  </a:lnTo>
                  <a:lnTo>
                    <a:pt x="22754" y="23031"/>
                  </a:lnTo>
                  <a:lnTo>
                    <a:pt x="22794" y="22992"/>
                  </a:lnTo>
                  <a:lnTo>
                    <a:pt x="22873" y="22972"/>
                  </a:lnTo>
                  <a:lnTo>
                    <a:pt x="22794" y="22952"/>
                  </a:lnTo>
                  <a:lnTo>
                    <a:pt x="22735" y="22952"/>
                  </a:lnTo>
                  <a:lnTo>
                    <a:pt x="22695" y="22992"/>
                  </a:lnTo>
                  <a:lnTo>
                    <a:pt x="22675" y="23012"/>
                  </a:lnTo>
                  <a:lnTo>
                    <a:pt x="22636" y="23110"/>
                  </a:lnTo>
                  <a:lnTo>
                    <a:pt x="22596" y="23130"/>
                  </a:lnTo>
                  <a:lnTo>
                    <a:pt x="22557" y="23170"/>
                  </a:lnTo>
                  <a:lnTo>
                    <a:pt x="22537" y="23130"/>
                  </a:lnTo>
                  <a:lnTo>
                    <a:pt x="22498" y="23091"/>
                  </a:lnTo>
                  <a:lnTo>
                    <a:pt x="22379" y="23012"/>
                  </a:lnTo>
                  <a:lnTo>
                    <a:pt x="22320" y="22972"/>
                  </a:lnTo>
                  <a:lnTo>
                    <a:pt x="22280" y="22933"/>
                  </a:lnTo>
                  <a:lnTo>
                    <a:pt x="22280" y="22893"/>
                  </a:lnTo>
                  <a:lnTo>
                    <a:pt x="22340" y="22873"/>
                  </a:lnTo>
                  <a:lnTo>
                    <a:pt x="22261" y="22834"/>
                  </a:lnTo>
                  <a:lnTo>
                    <a:pt x="22201" y="22814"/>
                  </a:lnTo>
                  <a:lnTo>
                    <a:pt x="21964" y="22814"/>
                  </a:lnTo>
                  <a:lnTo>
                    <a:pt x="21925" y="22794"/>
                  </a:lnTo>
                  <a:lnTo>
                    <a:pt x="21866" y="22755"/>
                  </a:lnTo>
                  <a:lnTo>
                    <a:pt x="21964" y="22676"/>
                  </a:lnTo>
                  <a:lnTo>
                    <a:pt x="22004" y="22636"/>
                  </a:lnTo>
                  <a:lnTo>
                    <a:pt x="22043" y="22577"/>
                  </a:lnTo>
                  <a:lnTo>
                    <a:pt x="21984" y="22577"/>
                  </a:lnTo>
                  <a:lnTo>
                    <a:pt x="21925" y="22518"/>
                  </a:lnTo>
                  <a:lnTo>
                    <a:pt x="21826" y="22399"/>
                  </a:lnTo>
                  <a:lnTo>
                    <a:pt x="21826" y="22419"/>
                  </a:lnTo>
                  <a:lnTo>
                    <a:pt x="21806" y="22439"/>
                  </a:lnTo>
                  <a:lnTo>
                    <a:pt x="21767" y="22459"/>
                  </a:lnTo>
                  <a:lnTo>
                    <a:pt x="21767" y="22478"/>
                  </a:lnTo>
                  <a:lnTo>
                    <a:pt x="21767" y="22498"/>
                  </a:lnTo>
                  <a:lnTo>
                    <a:pt x="21866" y="22538"/>
                  </a:lnTo>
                  <a:lnTo>
                    <a:pt x="21806" y="22557"/>
                  </a:lnTo>
                  <a:lnTo>
                    <a:pt x="21747" y="22538"/>
                  </a:lnTo>
                  <a:lnTo>
                    <a:pt x="21609" y="22439"/>
                  </a:lnTo>
                  <a:lnTo>
                    <a:pt x="21510" y="22340"/>
                  </a:lnTo>
                  <a:lnTo>
                    <a:pt x="21451" y="22320"/>
                  </a:lnTo>
                  <a:lnTo>
                    <a:pt x="21431" y="22320"/>
                  </a:lnTo>
                  <a:lnTo>
                    <a:pt x="21431" y="22281"/>
                  </a:lnTo>
                  <a:lnTo>
                    <a:pt x="21411" y="22222"/>
                  </a:lnTo>
                  <a:lnTo>
                    <a:pt x="21372" y="22162"/>
                  </a:lnTo>
                  <a:lnTo>
                    <a:pt x="21313" y="22083"/>
                  </a:lnTo>
                  <a:lnTo>
                    <a:pt x="21174" y="21945"/>
                  </a:lnTo>
                  <a:lnTo>
                    <a:pt x="21115" y="21866"/>
                  </a:lnTo>
                  <a:lnTo>
                    <a:pt x="21095" y="21787"/>
                  </a:lnTo>
                  <a:lnTo>
                    <a:pt x="21016" y="21846"/>
                  </a:lnTo>
                  <a:lnTo>
                    <a:pt x="21016" y="21886"/>
                  </a:lnTo>
                  <a:lnTo>
                    <a:pt x="21016" y="21906"/>
                  </a:lnTo>
                  <a:lnTo>
                    <a:pt x="21056" y="21965"/>
                  </a:lnTo>
                  <a:lnTo>
                    <a:pt x="21135" y="22004"/>
                  </a:lnTo>
                  <a:lnTo>
                    <a:pt x="21194" y="22044"/>
                  </a:lnTo>
                  <a:lnTo>
                    <a:pt x="21253" y="22103"/>
                  </a:lnTo>
                  <a:lnTo>
                    <a:pt x="21273" y="22123"/>
                  </a:lnTo>
                  <a:lnTo>
                    <a:pt x="21273" y="22162"/>
                  </a:lnTo>
                  <a:lnTo>
                    <a:pt x="21273" y="22202"/>
                  </a:lnTo>
                  <a:lnTo>
                    <a:pt x="21253" y="22241"/>
                  </a:lnTo>
                  <a:lnTo>
                    <a:pt x="21135" y="22162"/>
                  </a:lnTo>
                  <a:lnTo>
                    <a:pt x="21036" y="22064"/>
                  </a:lnTo>
                  <a:lnTo>
                    <a:pt x="20917" y="21925"/>
                  </a:lnTo>
                  <a:lnTo>
                    <a:pt x="20858" y="21846"/>
                  </a:lnTo>
                  <a:lnTo>
                    <a:pt x="20819" y="21767"/>
                  </a:lnTo>
                  <a:lnTo>
                    <a:pt x="20700" y="21590"/>
                  </a:lnTo>
                  <a:lnTo>
                    <a:pt x="20700" y="21570"/>
                  </a:lnTo>
                  <a:lnTo>
                    <a:pt x="20680" y="21530"/>
                  </a:lnTo>
                  <a:lnTo>
                    <a:pt x="20641" y="21432"/>
                  </a:lnTo>
                  <a:lnTo>
                    <a:pt x="20582" y="21254"/>
                  </a:lnTo>
                  <a:lnTo>
                    <a:pt x="20522" y="21096"/>
                  </a:lnTo>
                  <a:lnTo>
                    <a:pt x="20463" y="20918"/>
                  </a:lnTo>
                  <a:lnTo>
                    <a:pt x="20404" y="20740"/>
                  </a:lnTo>
                  <a:lnTo>
                    <a:pt x="20345" y="20562"/>
                  </a:lnTo>
                  <a:lnTo>
                    <a:pt x="20325" y="20306"/>
                  </a:lnTo>
                  <a:lnTo>
                    <a:pt x="20345" y="20167"/>
                  </a:lnTo>
                  <a:lnTo>
                    <a:pt x="20364" y="20128"/>
                  </a:lnTo>
                  <a:lnTo>
                    <a:pt x="20384" y="20148"/>
                  </a:lnTo>
                  <a:lnTo>
                    <a:pt x="20463" y="20227"/>
                  </a:lnTo>
                  <a:lnTo>
                    <a:pt x="20503" y="20227"/>
                  </a:lnTo>
                  <a:lnTo>
                    <a:pt x="20522" y="20207"/>
                  </a:lnTo>
                  <a:lnTo>
                    <a:pt x="20542" y="20167"/>
                  </a:lnTo>
                  <a:lnTo>
                    <a:pt x="20661" y="20681"/>
                  </a:lnTo>
                  <a:lnTo>
                    <a:pt x="20700" y="20898"/>
                  </a:lnTo>
                  <a:lnTo>
                    <a:pt x="20740" y="21056"/>
                  </a:lnTo>
                  <a:lnTo>
                    <a:pt x="20819" y="21392"/>
                  </a:lnTo>
                  <a:lnTo>
                    <a:pt x="20858" y="21530"/>
                  </a:lnTo>
                  <a:lnTo>
                    <a:pt x="20898" y="21570"/>
                  </a:lnTo>
                  <a:lnTo>
                    <a:pt x="20937" y="21609"/>
                  </a:lnTo>
                  <a:lnTo>
                    <a:pt x="20898" y="21511"/>
                  </a:lnTo>
                  <a:lnTo>
                    <a:pt x="20878" y="21471"/>
                  </a:lnTo>
                  <a:lnTo>
                    <a:pt x="20858" y="21432"/>
                  </a:lnTo>
                  <a:lnTo>
                    <a:pt x="20838" y="21293"/>
                  </a:lnTo>
                  <a:lnTo>
                    <a:pt x="20759" y="21036"/>
                  </a:lnTo>
                  <a:lnTo>
                    <a:pt x="20720" y="20918"/>
                  </a:lnTo>
                  <a:lnTo>
                    <a:pt x="20700" y="20760"/>
                  </a:lnTo>
                  <a:lnTo>
                    <a:pt x="20562" y="20167"/>
                  </a:lnTo>
                  <a:lnTo>
                    <a:pt x="20463" y="19674"/>
                  </a:lnTo>
                  <a:lnTo>
                    <a:pt x="20364" y="19674"/>
                  </a:lnTo>
                  <a:lnTo>
                    <a:pt x="20246" y="19693"/>
                  </a:lnTo>
                  <a:lnTo>
                    <a:pt x="20068" y="19753"/>
                  </a:lnTo>
                  <a:lnTo>
                    <a:pt x="19792" y="19772"/>
                  </a:lnTo>
                  <a:lnTo>
                    <a:pt x="19594" y="19753"/>
                  </a:lnTo>
                  <a:lnTo>
                    <a:pt x="19416" y="19713"/>
                  </a:lnTo>
                  <a:lnTo>
                    <a:pt x="19239" y="19674"/>
                  </a:lnTo>
                  <a:lnTo>
                    <a:pt x="19041" y="19634"/>
                  </a:lnTo>
                  <a:lnTo>
                    <a:pt x="18824" y="19595"/>
                  </a:lnTo>
                  <a:lnTo>
                    <a:pt x="18527" y="19575"/>
                  </a:lnTo>
                  <a:lnTo>
                    <a:pt x="18448" y="19595"/>
                  </a:lnTo>
                  <a:lnTo>
                    <a:pt x="18409" y="19575"/>
                  </a:lnTo>
                  <a:lnTo>
                    <a:pt x="18310" y="19595"/>
                  </a:lnTo>
                  <a:lnTo>
                    <a:pt x="18350" y="19654"/>
                  </a:lnTo>
                  <a:lnTo>
                    <a:pt x="18369" y="19713"/>
                  </a:lnTo>
                  <a:lnTo>
                    <a:pt x="18429" y="19753"/>
                  </a:lnTo>
                  <a:lnTo>
                    <a:pt x="18606" y="19772"/>
                  </a:lnTo>
                  <a:lnTo>
                    <a:pt x="18508" y="19792"/>
                  </a:lnTo>
                  <a:lnTo>
                    <a:pt x="18409" y="19792"/>
                  </a:lnTo>
                  <a:lnTo>
                    <a:pt x="18290" y="19772"/>
                  </a:lnTo>
                  <a:lnTo>
                    <a:pt x="18053" y="19753"/>
                  </a:lnTo>
                  <a:lnTo>
                    <a:pt x="18034" y="19772"/>
                  </a:lnTo>
                  <a:lnTo>
                    <a:pt x="18034" y="19792"/>
                  </a:lnTo>
                  <a:lnTo>
                    <a:pt x="18093" y="19832"/>
                  </a:lnTo>
                  <a:lnTo>
                    <a:pt x="18132" y="19851"/>
                  </a:lnTo>
                  <a:lnTo>
                    <a:pt x="18132" y="19871"/>
                  </a:lnTo>
                  <a:lnTo>
                    <a:pt x="18113" y="19891"/>
                  </a:lnTo>
                  <a:lnTo>
                    <a:pt x="18053" y="19891"/>
                  </a:lnTo>
                  <a:lnTo>
                    <a:pt x="17915" y="19851"/>
                  </a:lnTo>
                  <a:lnTo>
                    <a:pt x="17856" y="19812"/>
                  </a:lnTo>
                  <a:lnTo>
                    <a:pt x="17856" y="19792"/>
                  </a:lnTo>
                  <a:lnTo>
                    <a:pt x="17856" y="19753"/>
                  </a:lnTo>
                  <a:lnTo>
                    <a:pt x="17737" y="19753"/>
                  </a:lnTo>
                  <a:lnTo>
                    <a:pt x="17619" y="19713"/>
                  </a:lnTo>
                  <a:lnTo>
                    <a:pt x="17540" y="19674"/>
                  </a:lnTo>
                  <a:lnTo>
                    <a:pt x="17500" y="19614"/>
                  </a:lnTo>
                  <a:lnTo>
                    <a:pt x="17441" y="19575"/>
                  </a:lnTo>
                  <a:lnTo>
                    <a:pt x="17382" y="19535"/>
                  </a:lnTo>
                  <a:lnTo>
                    <a:pt x="17283" y="19535"/>
                  </a:lnTo>
                  <a:lnTo>
                    <a:pt x="17125" y="19555"/>
                  </a:lnTo>
                  <a:lnTo>
                    <a:pt x="17165" y="19575"/>
                  </a:lnTo>
                  <a:lnTo>
                    <a:pt x="17224" y="19595"/>
                  </a:lnTo>
                  <a:lnTo>
                    <a:pt x="17283" y="19595"/>
                  </a:lnTo>
                  <a:lnTo>
                    <a:pt x="17362" y="19634"/>
                  </a:lnTo>
                  <a:lnTo>
                    <a:pt x="17362" y="19654"/>
                  </a:lnTo>
                  <a:lnTo>
                    <a:pt x="17342" y="19693"/>
                  </a:lnTo>
                  <a:lnTo>
                    <a:pt x="17303" y="19713"/>
                  </a:lnTo>
                  <a:lnTo>
                    <a:pt x="17244" y="19753"/>
                  </a:lnTo>
                  <a:lnTo>
                    <a:pt x="17086" y="19772"/>
                  </a:lnTo>
                  <a:lnTo>
                    <a:pt x="16908" y="19772"/>
                  </a:lnTo>
                  <a:lnTo>
                    <a:pt x="16928" y="19753"/>
                  </a:lnTo>
                  <a:lnTo>
                    <a:pt x="16908" y="19733"/>
                  </a:lnTo>
                  <a:lnTo>
                    <a:pt x="16849" y="19693"/>
                  </a:lnTo>
                  <a:lnTo>
                    <a:pt x="16730" y="19674"/>
                  </a:lnTo>
                  <a:lnTo>
                    <a:pt x="16631" y="19634"/>
                  </a:lnTo>
                  <a:lnTo>
                    <a:pt x="16631" y="19595"/>
                  </a:lnTo>
                  <a:lnTo>
                    <a:pt x="16651" y="19575"/>
                  </a:lnTo>
                  <a:lnTo>
                    <a:pt x="16789" y="19614"/>
                  </a:lnTo>
                  <a:lnTo>
                    <a:pt x="16947" y="19654"/>
                  </a:lnTo>
                  <a:lnTo>
                    <a:pt x="17007" y="19654"/>
                  </a:lnTo>
                  <a:lnTo>
                    <a:pt x="17066" y="19634"/>
                  </a:lnTo>
                  <a:lnTo>
                    <a:pt x="16710" y="19516"/>
                  </a:lnTo>
                  <a:lnTo>
                    <a:pt x="16770" y="19555"/>
                  </a:lnTo>
                  <a:lnTo>
                    <a:pt x="16335" y="19535"/>
                  </a:lnTo>
                  <a:lnTo>
                    <a:pt x="16335" y="19535"/>
                  </a:lnTo>
                  <a:lnTo>
                    <a:pt x="16414" y="19555"/>
                  </a:lnTo>
                  <a:lnTo>
                    <a:pt x="16473" y="19595"/>
                  </a:lnTo>
                  <a:lnTo>
                    <a:pt x="16473" y="19614"/>
                  </a:lnTo>
                  <a:lnTo>
                    <a:pt x="16473" y="19654"/>
                  </a:lnTo>
                  <a:lnTo>
                    <a:pt x="16434" y="19674"/>
                  </a:lnTo>
                  <a:lnTo>
                    <a:pt x="16394" y="19693"/>
                  </a:lnTo>
                  <a:lnTo>
                    <a:pt x="16276" y="19693"/>
                  </a:lnTo>
                  <a:lnTo>
                    <a:pt x="16078" y="19595"/>
                  </a:lnTo>
                  <a:lnTo>
                    <a:pt x="15920" y="19476"/>
                  </a:lnTo>
                  <a:lnTo>
                    <a:pt x="15861" y="19437"/>
                  </a:lnTo>
                  <a:lnTo>
                    <a:pt x="15841" y="19377"/>
                  </a:lnTo>
                  <a:lnTo>
                    <a:pt x="15821" y="19338"/>
                  </a:lnTo>
                  <a:lnTo>
                    <a:pt x="15841" y="19279"/>
                  </a:lnTo>
                  <a:lnTo>
                    <a:pt x="15841" y="19279"/>
                  </a:lnTo>
                  <a:lnTo>
                    <a:pt x="15802" y="19318"/>
                  </a:lnTo>
                  <a:lnTo>
                    <a:pt x="15663" y="19318"/>
                  </a:lnTo>
                  <a:lnTo>
                    <a:pt x="15565" y="19279"/>
                  </a:lnTo>
                  <a:lnTo>
                    <a:pt x="15367" y="19200"/>
                  </a:lnTo>
                  <a:lnTo>
                    <a:pt x="15170" y="19101"/>
                  </a:lnTo>
                  <a:lnTo>
                    <a:pt x="15170" y="19101"/>
                  </a:lnTo>
                  <a:lnTo>
                    <a:pt x="15249" y="19160"/>
                  </a:lnTo>
                  <a:lnTo>
                    <a:pt x="15268" y="19219"/>
                  </a:lnTo>
                  <a:lnTo>
                    <a:pt x="15268" y="19239"/>
                  </a:lnTo>
                  <a:lnTo>
                    <a:pt x="15150" y="19239"/>
                  </a:lnTo>
                  <a:lnTo>
                    <a:pt x="15051" y="19219"/>
                  </a:lnTo>
                  <a:lnTo>
                    <a:pt x="14913" y="19042"/>
                  </a:lnTo>
                  <a:lnTo>
                    <a:pt x="14775" y="18864"/>
                  </a:lnTo>
                  <a:lnTo>
                    <a:pt x="14873" y="18923"/>
                  </a:lnTo>
                  <a:lnTo>
                    <a:pt x="14952" y="18923"/>
                  </a:lnTo>
                  <a:lnTo>
                    <a:pt x="14952" y="18903"/>
                  </a:lnTo>
                  <a:lnTo>
                    <a:pt x="14933" y="18864"/>
                  </a:lnTo>
                  <a:lnTo>
                    <a:pt x="14873" y="18745"/>
                  </a:lnTo>
                  <a:lnTo>
                    <a:pt x="14873" y="18706"/>
                  </a:lnTo>
                  <a:lnTo>
                    <a:pt x="14893" y="18686"/>
                  </a:lnTo>
                  <a:lnTo>
                    <a:pt x="15051" y="18686"/>
                  </a:lnTo>
                  <a:lnTo>
                    <a:pt x="15110" y="18725"/>
                  </a:lnTo>
                  <a:lnTo>
                    <a:pt x="15189" y="18765"/>
                  </a:lnTo>
                  <a:lnTo>
                    <a:pt x="15466" y="18982"/>
                  </a:lnTo>
                  <a:lnTo>
                    <a:pt x="15367" y="18844"/>
                  </a:lnTo>
                  <a:lnTo>
                    <a:pt x="15249" y="18765"/>
                  </a:lnTo>
                  <a:lnTo>
                    <a:pt x="15150" y="18706"/>
                  </a:lnTo>
                  <a:lnTo>
                    <a:pt x="15031" y="18666"/>
                  </a:lnTo>
                  <a:lnTo>
                    <a:pt x="14913" y="18627"/>
                  </a:lnTo>
                  <a:lnTo>
                    <a:pt x="14814" y="18587"/>
                  </a:lnTo>
                  <a:lnTo>
                    <a:pt x="14696" y="18508"/>
                  </a:lnTo>
                  <a:lnTo>
                    <a:pt x="14656" y="18469"/>
                  </a:lnTo>
                  <a:lnTo>
                    <a:pt x="14617" y="18409"/>
                  </a:lnTo>
                  <a:lnTo>
                    <a:pt x="14656" y="18370"/>
                  </a:lnTo>
                  <a:lnTo>
                    <a:pt x="14696" y="18350"/>
                  </a:lnTo>
                  <a:lnTo>
                    <a:pt x="14775" y="18370"/>
                  </a:lnTo>
                  <a:lnTo>
                    <a:pt x="14854" y="18429"/>
                  </a:lnTo>
                  <a:lnTo>
                    <a:pt x="14834" y="18409"/>
                  </a:lnTo>
                  <a:lnTo>
                    <a:pt x="14794" y="18370"/>
                  </a:lnTo>
                  <a:lnTo>
                    <a:pt x="14656" y="18311"/>
                  </a:lnTo>
                  <a:lnTo>
                    <a:pt x="14498" y="18212"/>
                  </a:lnTo>
                  <a:lnTo>
                    <a:pt x="14419" y="18153"/>
                  </a:lnTo>
                  <a:lnTo>
                    <a:pt x="14360" y="18054"/>
                  </a:lnTo>
                  <a:lnTo>
                    <a:pt x="14360" y="18133"/>
                  </a:lnTo>
                  <a:lnTo>
                    <a:pt x="14360" y="18212"/>
                  </a:lnTo>
                  <a:lnTo>
                    <a:pt x="14340" y="18251"/>
                  </a:lnTo>
                  <a:lnTo>
                    <a:pt x="14301" y="18251"/>
                  </a:lnTo>
                  <a:lnTo>
                    <a:pt x="14241" y="18232"/>
                  </a:lnTo>
                  <a:lnTo>
                    <a:pt x="14162" y="18192"/>
                  </a:lnTo>
                  <a:lnTo>
                    <a:pt x="14064" y="17975"/>
                  </a:lnTo>
                  <a:lnTo>
                    <a:pt x="13925" y="17758"/>
                  </a:lnTo>
                  <a:lnTo>
                    <a:pt x="13787" y="17639"/>
                  </a:lnTo>
                  <a:lnTo>
                    <a:pt x="13668" y="17560"/>
                  </a:lnTo>
                  <a:lnTo>
                    <a:pt x="13550" y="17560"/>
                  </a:lnTo>
                  <a:lnTo>
                    <a:pt x="13491" y="17580"/>
                  </a:lnTo>
                  <a:lnTo>
                    <a:pt x="13313" y="17580"/>
                  </a:lnTo>
                  <a:lnTo>
                    <a:pt x="13155" y="17521"/>
                  </a:lnTo>
                  <a:lnTo>
                    <a:pt x="13293" y="17659"/>
                  </a:lnTo>
                  <a:lnTo>
                    <a:pt x="13412" y="17797"/>
                  </a:lnTo>
                  <a:lnTo>
                    <a:pt x="13372" y="17817"/>
                  </a:lnTo>
                  <a:lnTo>
                    <a:pt x="13333" y="17817"/>
                  </a:lnTo>
                  <a:lnTo>
                    <a:pt x="13254" y="17777"/>
                  </a:lnTo>
                  <a:lnTo>
                    <a:pt x="13056" y="17679"/>
                  </a:lnTo>
                  <a:lnTo>
                    <a:pt x="12938" y="17639"/>
                  </a:lnTo>
                  <a:lnTo>
                    <a:pt x="12859" y="17600"/>
                  </a:lnTo>
                  <a:lnTo>
                    <a:pt x="12760" y="17600"/>
                  </a:lnTo>
                  <a:lnTo>
                    <a:pt x="12740" y="17639"/>
                  </a:lnTo>
                  <a:lnTo>
                    <a:pt x="12918" y="17698"/>
                  </a:lnTo>
                  <a:lnTo>
                    <a:pt x="13096" y="17738"/>
                  </a:lnTo>
                  <a:lnTo>
                    <a:pt x="13273" y="17817"/>
                  </a:lnTo>
                  <a:lnTo>
                    <a:pt x="13372" y="17856"/>
                  </a:lnTo>
                  <a:lnTo>
                    <a:pt x="13451" y="17935"/>
                  </a:lnTo>
                  <a:lnTo>
                    <a:pt x="13431" y="17995"/>
                  </a:lnTo>
                  <a:lnTo>
                    <a:pt x="13392" y="17995"/>
                  </a:lnTo>
                  <a:lnTo>
                    <a:pt x="13333" y="17975"/>
                  </a:lnTo>
                  <a:lnTo>
                    <a:pt x="13234" y="17916"/>
                  </a:lnTo>
                  <a:lnTo>
                    <a:pt x="13036" y="17837"/>
                  </a:lnTo>
                  <a:lnTo>
                    <a:pt x="12957" y="17797"/>
                  </a:lnTo>
                  <a:lnTo>
                    <a:pt x="12878" y="17797"/>
                  </a:lnTo>
                  <a:lnTo>
                    <a:pt x="12582" y="17619"/>
                  </a:lnTo>
                  <a:lnTo>
                    <a:pt x="12424" y="17540"/>
                  </a:lnTo>
                  <a:lnTo>
                    <a:pt x="12108" y="17323"/>
                  </a:lnTo>
                  <a:lnTo>
                    <a:pt x="12128" y="17284"/>
                  </a:lnTo>
                  <a:lnTo>
                    <a:pt x="12167" y="17244"/>
                  </a:lnTo>
                  <a:lnTo>
                    <a:pt x="12246" y="17205"/>
                  </a:lnTo>
                  <a:lnTo>
                    <a:pt x="12365" y="17165"/>
                  </a:lnTo>
                  <a:lnTo>
                    <a:pt x="12503" y="17145"/>
                  </a:lnTo>
                  <a:lnTo>
                    <a:pt x="12641" y="17126"/>
                  </a:lnTo>
                  <a:lnTo>
                    <a:pt x="12760" y="17086"/>
                  </a:lnTo>
                  <a:lnTo>
                    <a:pt x="12799" y="17066"/>
                  </a:lnTo>
                  <a:lnTo>
                    <a:pt x="12859" y="17027"/>
                  </a:lnTo>
                  <a:lnTo>
                    <a:pt x="12878" y="16987"/>
                  </a:lnTo>
                  <a:lnTo>
                    <a:pt x="12878" y="16928"/>
                  </a:lnTo>
                  <a:lnTo>
                    <a:pt x="12424" y="16810"/>
                  </a:lnTo>
                  <a:lnTo>
                    <a:pt x="12029" y="16731"/>
                  </a:lnTo>
                  <a:lnTo>
                    <a:pt x="11891" y="16671"/>
                  </a:lnTo>
                  <a:lnTo>
                    <a:pt x="11753" y="16612"/>
                  </a:lnTo>
                  <a:lnTo>
                    <a:pt x="11634" y="16533"/>
                  </a:lnTo>
                  <a:lnTo>
                    <a:pt x="11535" y="16454"/>
                  </a:lnTo>
                  <a:lnTo>
                    <a:pt x="11417" y="16434"/>
                  </a:lnTo>
                  <a:lnTo>
                    <a:pt x="11318" y="16415"/>
                  </a:lnTo>
                  <a:lnTo>
                    <a:pt x="11239" y="16434"/>
                  </a:lnTo>
                  <a:lnTo>
                    <a:pt x="11180" y="16454"/>
                  </a:lnTo>
                  <a:lnTo>
                    <a:pt x="11140" y="16494"/>
                  </a:lnTo>
                  <a:lnTo>
                    <a:pt x="11101" y="16553"/>
                  </a:lnTo>
                  <a:lnTo>
                    <a:pt x="11081" y="16652"/>
                  </a:lnTo>
                  <a:lnTo>
                    <a:pt x="10982" y="16612"/>
                  </a:lnTo>
                  <a:lnTo>
                    <a:pt x="10903" y="16553"/>
                  </a:lnTo>
                  <a:lnTo>
                    <a:pt x="10785" y="16434"/>
                  </a:lnTo>
                  <a:lnTo>
                    <a:pt x="10785" y="16434"/>
                  </a:lnTo>
                  <a:lnTo>
                    <a:pt x="10982" y="16474"/>
                  </a:lnTo>
                  <a:lnTo>
                    <a:pt x="10666" y="16335"/>
                  </a:lnTo>
                  <a:lnTo>
                    <a:pt x="10370" y="16177"/>
                  </a:lnTo>
                  <a:lnTo>
                    <a:pt x="10074" y="16000"/>
                  </a:lnTo>
                  <a:lnTo>
                    <a:pt x="9738" y="15763"/>
                  </a:lnTo>
                  <a:lnTo>
                    <a:pt x="9639" y="15723"/>
                  </a:lnTo>
                  <a:lnTo>
                    <a:pt x="9560" y="15703"/>
                  </a:lnTo>
                  <a:lnTo>
                    <a:pt x="9521" y="15723"/>
                  </a:lnTo>
                  <a:lnTo>
                    <a:pt x="9481" y="15743"/>
                  </a:lnTo>
                  <a:lnTo>
                    <a:pt x="9461" y="15782"/>
                  </a:lnTo>
                  <a:lnTo>
                    <a:pt x="9461" y="15822"/>
                  </a:lnTo>
                  <a:lnTo>
                    <a:pt x="9461" y="15940"/>
                  </a:lnTo>
                  <a:lnTo>
                    <a:pt x="9145" y="15743"/>
                  </a:lnTo>
                  <a:lnTo>
                    <a:pt x="9185" y="15802"/>
                  </a:lnTo>
                  <a:lnTo>
                    <a:pt x="9106" y="15822"/>
                  </a:lnTo>
                  <a:lnTo>
                    <a:pt x="9046" y="15802"/>
                  </a:lnTo>
                  <a:lnTo>
                    <a:pt x="8967" y="15782"/>
                  </a:lnTo>
                  <a:lnTo>
                    <a:pt x="8888" y="15723"/>
                  </a:lnTo>
                  <a:lnTo>
                    <a:pt x="8730" y="15624"/>
                  </a:lnTo>
                  <a:lnTo>
                    <a:pt x="8592" y="15506"/>
                  </a:lnTo>
                  <a:lnTo>
                    <a:pt x="8592" y="15486"/>
                  </a:lnTo>
                  <a:lnTo>
                    <a:pt x="8770" y="15486"/>
                  </a:lnTo>
                  <a:lnTo>
                    <a:pt x="8632" y="15348"/>
                  </a:lnTo>
                  <a:lnTo>
                    <a:pt x="8474" y="15249"/>
                  </a:lnTo>
                  <a:lnTo>
                    <a:pt x="8296" y="15150"/>
                  </a:lnTo>
                  <a:lnTo>
                    <a:pt x="8158" y="15091"/>
                  </a:lnTo>
                  <a:lnTo>
                    <a:pt x="8217" y="15052"/>
                  </a:lnTo>
                  <a:lnTo>
                    <a:pt x="8375" y="15052"/>
                  </a:lnTo>
                  <a:lnTo>
                    <a:pt x="8434" y="15091"/>
                  </a:lnTo>
                  <a:lnTo>
                    <a:pt x="8513" y="15131"/>
                  </a:lnTo>
                  <a:lnTo>
                    <a:pt x="8592" y="15190"/>
                  </a:lnTo>
                  <a:lnTo>
                    <a:pt x="8592" y="15210"/>
                  </a:lnTo>
                  <a:lnTo>
                    <a:pt x="8592" y="15249"/>
                  </a:lnTo>
                  <a:lnTo>
                    <a:pt x="8987" y="15427"/>
                  </a:lnTo>
                  <a:lnTo>
                    <a:pt x="8829" y="15348"/>
                  </a:lnTo>
                  <a:lnTo>
                    <a:pt x="8711" y="15249"/>
                  </a:lnTo>
                  <a:lnTo>
                    <a:pt x="8592" y="15150"/>
                  </a:lnTo>
                  <a:lnTo>
                    <a:pt x="8533" y="15071"/>
                  </a:lnTo>
                  <a:lnTo>
                    <a:pt x="8474" y="14973"/>
                  </a:lnTo>
                  <a:lnTo>
                    <a:pt x="8454" y="14894"/>
                  </a:lnTo>
                  <a:lnTo>
                    <a:pt x="8454" y="14834"/>
                  </a:lnTo>
                  <a:lnTo>
                    <a:pt x="8474" y="14775"/>
                  </a:lnTo>
                  <a:lnTo>
                    <a:pt x="8355" y="14736"/>
                  </a:lnTo>
                  <a:lnTo>
                    <a:pt x="8316" y="14736"/>
                  </a:lnTo>
                  <a:lnTo>
                    <a:pt x="8316" y="14795"/>
                  </a:lnTo>
                  <a:lnTo>
                    <a:pt x="8355" y="14854"/>
                  </a:lnTo>
                  <a:lnTo>
                    <a:pt x="8395" y="14894"/>
                  </a:lnTo>
                  <a:lnTo>
                    <a:pt x="8395" y="14933"/>
                  </a:lnTo>
                  <a:lnTo>
                    <a:pt x="8335" y="14933"/>
                  </a:lnTo>
                  <a:lnTo>
                    <a:pt x="8197" y="14854"/>
                  </a:lnTo>
                  <a:lnTo>
                    <a:pt x="8098" y="14736"/>
                  </a:lnTo>
                  <a:lnTo>
                    <a:pt x="8000" y="14617"/>
                  </a:lnTo>
                  <a:lnTo>
                    <a:pt x="7782" y="14439"/>
                  </a:lnTo>
                  <a:lnTo>
                    <a:pt x="7565" y="14281"/>
                  </a:lnTo>
                  <a:lnTo>
                    <a:pt x="7348" y="14143"/>
                  </a:lnTo>
                  <a:lnTo>
                    <a:pt x="7150" y="14005"/>
                  </a:lnTo>
                  <a:lnTo>
                    <a:pt x="6992" y="13866"/>
                  </a:lnTo>
                  <a:lnTo>
                    <a:pt x="6933" y="13787"/>
                  </a:lnTo>
                  <a:lnTo>
                    <a:pt x="6874" y="13708"/>
                  </a:lnTo>
                  <a:lnTo>
                    <a:pt x="6834" y="13610"/>
                  </a:lnTo>
                  <a:lnTo>
                    <a:pt x="6795" y="13491"/>
                  </a:lnTo>
                  <a:lnTo>
                    <a:pt x="6538" y="13412"/>
                  </a:lnTo>
                  <a:lnTo>
                    <a:pt x="6222" y="13294"/>
                  </a:lnTo>
                  <a:lnTo>
                    <a:pt x="5906" y="13136"/>
                  </a:lnTo>
                  <a:lnTo>
                    <a:pt x="5748" y="13037"/>
                  </a:lnTo>
                  <a:lnTo>
                    <a:pt x="5570" y="12938"/>
                  </a:lnTo>
                  <a:lnTo>
                    <a:pt x="5550" y="12958"/>
                  </a:lnTo>
                  <a:lnTo>
                    <a:pt x="5491" y="12958"/>
                  </a:lnTo>
                  <a:lnTo>
                    <a:pt x="5373" y="12899"/>
                  </a:lnTo>
                  <a:lnTo>
                    <a:pt x="5313" y="12879"/>
                  </a:lnTo>
                  <a:lnTo>
                    <a:pt x="5274" y="12859"/>
                  </a:lnTo>
                  <a:lnTo>
                    <a:pt x="5234" y="12859"/>
                  </a:lnTo>
                  <a:lnTo>
                    <a:pt x="5195" y="12899"/>
                  </a:lnTo>
                  <a:lnTo>
                    <a:pt x="5254" y="12978"/>
                  </a:lnTo>
                  <a:lnTo>
                    <a:pt x="5333" y="13057"/>
                  </a:lnTo>
                  <a:lnTo>
                    <a:pt x="5471" y="13175"/>
                  </a:lnTo>
                  <a:lnTo>
                    <a:pt x="5649" y="13254"/>
                  </a:lnTo>
                  <a:lnTo>
                    <a:pt x="5807" y="13333"/>
                  </a:lnTo>
                  <a:lnTo>
                    <a:pt x="5985" y="13412"/>
                  </a:lnTo>
                  <a:lnTo>
                    <a:pt x="6123" y="13491"/>
                  </a:lnTo>
                  <a:lnTo>
                    <a:pt x="6242" y="13590"/>
                  </a:lnTo>
                  <a:lnTo>
                    <a:pt x="6301" y="13669"/>
                  </a:lnTo>
                  <a:lnTo>
                    <a:pt x="6340" y="13748"/>
                  </a:lnTo>
                  <a:lnTo>
                    <a:pt x="6419" y="13768"/>
                  </a:lnTo>
                  <a:lnTo>
                    <a:pt x="6538" y="13768"/>
                  </a:lnTo>
                  <a:lnTo>
                    <a:pt x="6558" y="13748"/>
                  </a:lnTo>
                  <a:lnTo>
                    <a:pt x="6637" y="13708"/>
                  </a:lnTo>
                  <a:lnTo>
                    <a:pt x="6657" y="13689"/>
                  </a:lnTo>
                  <a:lnTo>
                    <a:pt x="6696" y="13689"/>
                  </a:lnTo>
                  <a:lnTo>
                    <a:pt x="6834" y="13768"/>
                  </a:lnTo>
                  <a:lnTo>
                    <a:pt x="6933" y="13866"/>
                  </a:lnTo>
                  <a:lnTo>
                    <a:pt x="7012" y="13945"/>
                  </a:lnTo>
                  <a:lnTo>
                    <a:pt x="7012" y="13985"/>
                  </a:lnTo>
                  <a:lnTo>
                    <a:pt x="7012" y="14005"/>
                  </a:lnTo>
                  <a:lnTo>
                    <a:pt x="6874" y="13965"/>
                  </a:lnTo>
                  <a:lnTo>
                    <a:pt x="6775" y="13945"/>
                  </a:lnTo>
                  <a:lnTo>
                    <a:pt x="6696" y="13965"/>
                  </a:lnTo>
                  <a:lnTo>
                    <a:pt x="6637" y="13985"/>
                  </a:lnTo>
                  <a:lnTo>
                    <a:pt x="6577" y="14005"/>
                  </a:lnTo>
                  <a:lnTo>
                    <a:pt x="6498" y="13985"/>
                  </a:lnTo>
                  <a:lnTo>
                    <a:pt x="6380" y="13945"/>
                  </a:lnTo>
                  <a:lnTo>
                    <a:pt x="6202" y="13847"/>
                  </a:lnTo>
                  <a:lnTo>
                    <a:pt x="6222" y="13906"/>
                  </a:lnTo>
                  <a:lnTo>
                    <a:pt x="6281" y="13965"/>
                  </a:lnTo>
                  <a:lnTo>
                    <a:pt x="6459" y="14123"/>
                  </a:lnTo>
                  <a:lnTo>
                    <a:pt x="6657" y="14262"/>
                  </a:lnTo>
                  <a:lnTo>
                    <a:pt x="6834" y="14400"/>
                  </a:lnTo>
                  <a:lnTo>
                    <a:pt x="6775" y="14420"/>
                  </a:lnTo>
                  <a:lnTo>
                    <a:pt x="6775" y="14479"/>
                  </a:lnTo>
                  <a:lnTo>
                    <a:pt x="6795" y="14538"/>
                  </a:lnTo>
                  <a:lnTo>
                    <a:pt x="6854" y="14637"/>
                  </a:lnTo>
                  <a:lnTo>
                    <a:pt x="6676" y="14617"/>
                  </a:lnTo>
                  <a:lnTo>
                    <a:pt x="6479" y="14558"/>
                  </a:lnTo>
                  <a:lnTo>
                    <a:pt x="6281" y="14499"/>
                  </a:lnTo>
                  <a:lnTo>
                    <a:pt x="6103" y="14459"/>
                  </a:lnTo>
                  <a:lnTo>
                    <a:pt x="6123" y="14459"/>
                  </a:lnTo>
                  <a:lnTo>
                    <a:pt x="6143" y="14439"/>
                  </a:lnTo>
                  <a:lnTo>
                    <a:pt x="6143" y="14400"/>
                  </a:lnTo>
                  <a:lnTo>
                    <a:pt x="6143" y="14380"/>
                  </a:lnTo>
                  <a:lnTo>
                    <a:pt x="6143" y="14360"/>
                  </a:lnTo>
                  <a:lnTo>
                    <a:pt x="6163" y="14360"/>
                  </a:lnTo>
                  <a:lnTo>
                    <a:pt x="5511" y="14123"/>
                  </a:lnTo>
                  <a:lnTo>
                    <a:pt x="5452" y="14005"/>
                  </a:lnTo>
                  <a:lnTo>
                    <a:pt x="5432" y="13906"/>
                  </a:lnTo>
                  <a:lnTo>
                    <a:pt x="5432" y="13886"/>
                  </a:lnTo>
                  <a:lnTo>
                    <a:pt x="5471" y="13847"/>
                  </a:lnTo>
                  <a:lnTo>
                    <a:pt x="5531" y="13847"/>
                  </a:lnTo>
                  <a:lnTo>
                    <a:pt x="5412" y="13748"/>
                  </a:lnTo>
                  <a:lnTo>
                    <a:pt x="5294" y="13649"/>
                  </a:lnTo>
                  <a:lnTo>
                    <a:pt x="5017" y="13471"/>
                  </a:lnTo>
                  <a:lnTo>
                    <a:pt x="4899" y="13392"/>
                  </a:lnTo>
                  <a:lnTo>
                    <a:pt x="4820" y="13313"/>
                  </a:lnTo>
                  <a:lnTo>
                    <a:pt x="4780" y="13254"/>
                  </a:lnTo>
                  <a:lnTo>
                    <a:pt x="4780" y="13215"/>
                  </a:lnTo>
                  <a:lnTo>
                    <a:pt x="4780" y="13195"/>
                  </a:lnTo>
                  <a:lnTo>
                    <a:pt x="4681" y="13116"/>
                  </a:lnTo>
                  <a:lnTo>
                    <a:pt x="4622" y="13096"/>
                  </a:lnTo>
                  <a:lnTo>
                    <a:pt x="4622" y="13136"/>
                  </a:lnTo>
                  <a:lnTo>
                    <a:pt x="4662" y="13195"/>
                  </a:lnTo>
                  <a:lnTo>
                    <a:pt x="4760" y="13333"/>
                  </a:lnTo>
                  <a:lnTo>
                    <a:pt x="4820" y="13392"/>
                  </a:lnTo>
                  <a:lnTo>
                    <a:pt x="4820" y="13447"/>
                  </a:lnTo>
                  <a:lnTo>
                    <a:pt x="5195" y="13728"/>
                  </a:lnTo>
                  <a:lnTo>
                    <a:pt x="5175" y="13748"/>
                  </a:lnTo>
                  <a:lnTo>
                    <a:pt x="5155" y="13768"/>
                  </a:lnTo>
                  <a:lnTo>
                    <a:pt x="5116" y="13768"/>
                  </a:lnTo>
                  <a:lnTo>
                    <a:pt x="5096" y="13748"/>
                  </a:lnTo>
                  <a:lnTo>
                    <a:pt x="5017" y="13689"/>
                  </a:lnTo>
                  <a:lnTo>
                    <a:pt x="4938" y="13629"/>
                  </a:lnTo>
                  <a:lnTo>
                    <a:pt x="4839" y="13531"/>
                  </a:lnTo>
                  <a:lnTo>
                    <a:pt x="4741" y="13471"/>
                  </a:lnTo>
                  <a:lnTo>
                    <a:pt x="4662" y="13432"/>
                  </a:lnTo>
                  <a:lnTo>
                    <a:pt x="4622" y="13432"/>
                  </a:lnTo>
                  <a:lnTo>
                    <a:pt x="4583" y="13452"/>
                  </a:lnTo>
                  <a:lnTo>
                    <a:pt x="4523" y="13491"/>
                  </a:lnTo>
                  <a:lnTo>
                    <a:pt x="4405" y="13491"/>
                  </a:lnTo>
                  <a:lnTo>
                    <a:pt x="4365" y="13471"/>
                  </a:lnTo>
                  <a:lnTo>
                    <a:pt x="4267" y="13373"/>
                  </a:lnTo>
                  <a:lnTo>
                    <a:pt x="4187" y="13234"/>
                  </a:lnTo>
                  <a:lnTo>
                    <a:pt x="4010" y="12938"/>
                  </a:lnTo>
                  <a:lnTo>
                    <a:pt x="3911" y="12800"/>
                  </a:lnTo>
                  <a:lnTo>
                    <a:pt x="3871" y="12741"/>
                  </a:lnTo>
                  <a:lnTo>
                    <a:pt x="3812" y="12701"/>
                  </a:lnTo>
                  <a:lnTo>
                    <a:pt x="4306" y="12741"/>
                  </a:lnTo>
                  <a:lnTo>
                    <a:pt x="4010" y="12563"/>
                  </a:lnTo>
                  <a:lnTo>
                    <a:pt x="4168" y="12563"/>
                  </a:lnTo>
                  <a:lnTo>
                    <a:pt x="4306" y="12543"/>
                  </a:lnTo>
                  <a:lnTo>
                    <a:pt x="4464" y="12523"/>
                  </a:lnTo>
                  <a:lnTo>
                    <a:pt x="4563" y="12543"/>
                  </a:lnTo>
                  <a:lnTo>
                    <a:pt x="4681" y="12563"/>
                  </a:lnTo>
                  <a:lnTo>
                    <a:pt x="4681" y="12563"/>
                  </a:lnTo>
                  <a:lnTo>
                    <a:pt x="4405" y="12306"/>
                  </a:lnTo>
                  <a:lnTo>
                    <a:pt x="4128" y="12010"/>
                  </a:lnTo>
                  <a:lnTo>
                    <a:pt x="3871" y="11733"/>
                  </a:lnTo>
                  <a:lnTo>
                    <a:pt x="3674" y="11536"/>
                  </a:lnTo>
                  <a:lnTo>
                    <a:pt x="3674" y="11437"/>
                  </a:lnTo>
                  <a:lnTo>
                    <a:pt x="3713" y="11358"/>
                  </a:lnTo>
                  <a:lnTo>
                    <a:pt x="3753" y="11299"/>
                  </a:lnTo>
                  <a:lnTo>
                    <a:pt x="3832" y="11259"/>
                  </a:lnTo>
                  <a:lnTo>
                    <a:pt x="3674" y="11160"/>
                  </a:lnTo>
                  <a:lnTo>
                    <a:pt x="3575" y="11062"/>
                  </a:lnTo>
                  <a:lnTo>
                    <a:pt x="3496" y="10943"/>
                  </a:lnTo>
                  <a:lnTo>
                    <a:pt x="3437" y="10825"/>
                  </a:lnTo>
                  <a:lnTo>
                    <a:pt x="3358" y="10588"/>
                  </a:lnTo>
                  <a:lnTo>
                    <a:pt x="3318" y="10469"/>
                  </a:lnTo>
                  <a:lnTo>
                    <a:pt x="3239" y="10351"/>
                  </a:lnTo>
                  <a:lnTo>
                    <a:pt x="3160" y="10272"/>
                  </a:lnTo>
                  <a:lnTo>
                    <a:pt x="3141" y="10272"/>
                  </a:lnTo>
                  <a:lnTo>
                    <a:pt x="3121" y="10291"/>
                  </a:lnTo>
                  <a:lnTo>
                    <a:pt x="3121" y="10351"/>
                  </a:lnTo>
                  <a:lnTo>
                    <a:pt x="3141" y="10430"/>
                  </a:lnTo>
                  <a:lnTo>
                    <a:pt x="3160" y="10528"/>
                  </a:lnTo>
                  <a:lnTo>
                    <a:pt x="3160" y="10588"/>
                  </a:lnTo>
                  <a:lnTo>
                    <a:pt x="3160" y="10607"/>
                  </a:lnTo>
                  <a:lnTo>
                    <a:pt x="3141" y="10627"/>
                  </a:lnTo>
                  <a:lnTo>
                    <a:pt x="3101" y="10627"/>
                  </a:lnTo>
                  <a:lnTo>
                    <a:pt x="3062" y="10607"/>
                  </a:lnTo>
                  <a:lnTo>
                    <a:pt x="3062" y="10548"/>
                  </a:lnTo>
                  <a:lnTo>
                    <a:pt x="3022" y="10489"/>
                  </a:lnTo>
                  <a:lnTo>
                    <a:pt x="2963" y="10390"/>
                  </a:lnTo>
                  <a:lnTo>
                    <a:pt x="2805" y="10212"/>
                  </a:lnTo>
                  <a:lnTo>
                    <a:pt x="2844" y="10272"/>
                  </a:lnTo>
                  <a:lnTo>
                    <a:pt x="2884" y="10331"/>
                  </a:lnTo>
                  <a:lnTo>
                    <a:pt x="2983" y="10528"/>
                  </a:lnTo>
                  <a:lnTo>
                    <a:pt x="3220" y="11002"/>
                  </a:lnTo>
                  <a:lnTo>
                    <a:pt x="3220" y="11002"/>
                  </a:lnTo>
                  <a:lnTo>
                    <a:pt x="3160" y="10943"/>
                  </a:lnTo>
                  <a:lnTo>
                    <a:pt x="3121" y="10904"/>
                  </a:lnTo>
                  <a:lnTo>
                    <a:pt x="3081" y="10884"/>
                  </a:lnTo>
                  <a:lnTo>
                    <a:pt x="3042" y="10884"/>
                  </a:lnTo>
                  <a:lnTo>
                    <a:pt x="2963" y="10904"/>
                  </a:lnTo>
                  <a:lnTo>
                    <a:pt x="2884" y="10904"/>
                  </a:lnTo>
                  <a:lnTo>
                    <a:pt x="3101" y="11239"/>
                  </a:lnTo>
                  <a:lnTo>
                    <a:pt x="3042" y="11239"/>
                  </a:lnTo>
                  <a:lnTo>
                    <a:pt x="2983" y="11220"/>
                  </a:lnTo>
                  <a:lnTo>
                    <a:pt x="2923" y="11160"/>
                  </a:lnTo>
                  <a:lnTo>
                    <a:pt x="2864" y="11062"/>
                  </a:lnTo>
                  <a:lnTo>
                    <a:pt x="2746" y="10884"/>
                  </a:lnTo>
                  <a:lnTo>
                    <a:pt x="2686" y="10805"/>
                  </a:lnTo>
                  <a:lnTo>
                    <a:pt x="2627" y="10746"/>
                  </a:lnTo>
                  <a:lnTo>
                    <a:pt x="2726" y="10746"/>
                  </a:lnTo>
                  <a:lnTo>
                    <a:pt x="2805" y="10726"/>
                  </a:lnTo>
                  <a:lnTo>
                    <a:pt x="2864" y="10706"/>
                  </a:lnTo>
                  <a:lnTo>
                    <a:pt x="2983" y="10706"/>
                  </a:lnTo>
                  <a:lnTo>
                    <a:pt x="2805" y="10489"/>
                  </a:lnTo>
                  <a:lnTo>
                    <a:pt x="2627" y="10252"/>
                  </a:lnTo>
                  <a:lnTo>
                    <a:pt x="2568" y="10114"/>
                  </a:lnTo>
                  <a:lnTo>
                    <a:pt x="2509" y="9975"/>
                  </a:lnTo>
                  <a:lnTo>
                    <a:pt x="2469" y="9857"/>
                  </a:lnTo>
                  <a:lnTo>
                    <a:pt x="2449" y="9738"/>
                  </a:lnTo>
                  <a:lnTo>
                    <a:pt x="2449" y="9679"/>
                  </a:lnTo>
                  <a:lnTo>
                    <a:pt x="2469" y="9679"/>
                  </a:lnTo>
                  <a:lnTo>
                    <a:pt x="2528" y="9719"/>
                  </a:lnTo>
                  <a:lnTo>
                    <a:pt x="2588" y="9798"/>
                  </a:lnTo>
                  <a:lnTo>
                    <a:pt x="2667" y="9877"/>
                  </a:lnTo>
                  <a:lnTo>
                    <a:pt x="2667" y="9837"/>
                  </a:lnTo>
                  <a:lnTo>
                    <a:pt x="2667" y="9778"/>
                  </a:lnTo>
                  <a:lnTo>
                    <a:pt x="2588" y="9679"/>
                  </a:lnTo>
                  <a:lnTo>
                    <a:pt x="2528" y="9600"/>
                  </a:lnTo>
                  <a:lnTo>
                    <a:pt x="2528" y="9541"/>
                  </a:lnTo>
                  <a:lnTo>
                    <a:pt x="2548" y="9501"/>
                  </a:lnTo>
                  <a:lnTo>
                    <a:pt x="2588" y="9501"/>
                  </a:lnTo>
                  <a:lnTo>
                    <a:pt x="2607" y="9521"/>
                  </a:lnTo>
                  <a:lnTo>
                    <a:pt x="2647" y="9600"/>
                  </a:lnTo>
                  <a:lnTo>
                    <a:pt x="2686" y="9679"/>
                  </a:lnTo>
                  <a:lnTo>
                    <a:pt x="2726" y="9758"/>
                  </a:lnTo>
                  <a:lnTo>
                    <a:pt x="2627" y="9541"/>
                  </a:lnTo>
                  <a:lnTo>
                    <a:pt x="2548" y="9323"/>
                  </a:lnTo>
                  <a:lnTo>
                    <a:pt x="2469" y="9106"/>
                  </a:lnTo>
                  <a:lnTo>
                    <a:pt x="2410" y="8889"/>
                  </a:lnTo>
                  <a:lnTo>
                    <a:pt x="2430" y="8889"/>
                  </a:lnTo>
                  <a:lnTo>
                    <a:pt x="2449" y="8909"/>
                  </a:lnTo>
                  <a:lnTo>
                    <a:pt x="2509" y="8988"/>
                  </a:lnTo>
                  <a:lnTo>
                    <a:pt x="2548" y="9106"/>
                  </a:lnTo>
                  <a:lnTo>
                    <a:pt x="2588" y="9205"/>
                  </a:lnTo>
                  <a:lnTo>
                    <a:pt x="2548" y="9027"/>
                  </a:lnTo>
                  <a:lnTo>
                    <a:pt x="2469" y="8849"/>
                  </a:lnTo>
                  <a:lnTo>
                    <a:pt x="2351" y="8691"/>
                  </a:lnTo>
                  <a:lnTo>
                    <a:pt x="2153" y="8514"/>
                  </a:lnTo>
                  <a:lnTo>
                    <a:pt x="2153" y="8277"/>
                  </a:lnTo>
                  <a:lnTo>
                    <a:pt x="2173" y="8059"/>
                  </a:lnTo>
                  <a:lnTo>
                    <a:pt x="2193" y="7980"/>
                  </a:lnTo>
                  <a:lnTo>
                    <a:pt x="2232" y="7941"/>
                  </a:lnTo>
                  <a:lnTo>
                    <a:pt x="2272" y="7901"/>
                  </a:lnTo>
                  <a:lnTo>
                    <a:pt x="2311" y="7921"/>
                  </a:lnTo>
                  <a:lnTo>
                    <a:pt x="2252" y="7862"/>
                  </a:lnTo>
                  <a:lnTo>
                    <a:pt x="2212" y="7862"/>
                  </a:lnTo>
                  <a:lnTo>
                    <a:pt x="2173" y="7882"/>
                  </a:lnTo>
                  <a:lnTo>
                    <a:pt x="2133" y="7901"/>
                  </a:lnTo>
                  <a:lnTo>
                    <a:pt x="2114" y="7763"/>
                  </a:lnTo>
                  <a:lnTo>
                    <a:pt x="2094" y="7664"/>
                  </a:lnTo>
                  <a:lnTo>
                    <a:pt x="2054" y="7566"/>
                  </a:lnTo>
                  <a:lnTo>
                    <a:pt x="2015" y="7506"/>
                  </a:lnTo>
                  <a:lnTo>
                    <a:pt x="1916" y="7368"/>
                  </a:lnTo>
                  <a:lnTo>
                    <a:pt x="1896" y="7289"/>
                  </a:lnTo>
                  <a:lnTo>
                    <a:pt x="1896" y="7210"/>
                  </a:lnTo>
                  <a:lnTo>
                    <a:pt x="1758" y="7408"/>
                  </a:lnTo>
                  <a:lnTo>
                    <a:pt x="1798" y="7269"/>
                  </a:lnTo>
                  <a:lnTo>
                    <a:pt x="1798" y="7190"/>
                  </a:lnTo>
                  <a:lnTo>
                    <a:pt x="1758" y="7171"/>
                  </a:lnTo>
                  <a:lnTo>
                    <a:pt x="1718" y="7151"/>
                  </a:lnTo>
                  <a:lnTo>
                    <a:pt x="1679" y="7131"/>
                  </a:lnTo>
                  <a:lnTo>
                    <a:pt x="1659" y="7092"/>
                  </a:lnTo>
                  <a:lnTo>
                    <a:pt x="1639" y="7032"/>
                  </a:lnTo>
                  <a:lnTo>
                    <a:pt x="1679" y="6914"/>
                  </a:lnTo>
                  <a:lnTo>
                    <a:pt x="1778" y="6953"/>
                  </a:lnTo>
                  <a:lnTo>
                    <a:pt x="1877" y="6973"/>
                  </a:lnTo>
                  <a:lnTo>
                    <a:pt x="1975" y="6953"/>
                  </a:lnTo>
                  <a:lnTo>
                    <a:pt x="2094" y="6933"/>
                  </a:lnTo>
                  <a:lnTo>
                    <a:pt x="2054" y="6894"/>
                  </a:lnTo>
                  <a:lnTo>
                    <a:pt x="2035" y="6854"/>
                  </a:lnTo>
                  <a:lnTo>
                    <a:pt x="2054" y="6756"/>
                  </a:lnTo>
                  <a:lnTo>
                    <a:pt x="2094" y="6637"/>
                  </a:lnTo>
                  <a:lnTo>
                    <a:pt x="2133" y="6519"/>
                  </a:lnTo>
                  <a:lnTo>
                    <a:pt x="2094" y="6519"/>
                  </a:lnTo>
                  <a:lnTo>
                    <a:pt x="2074" y="6499"/>
                  </a:lnTo>
                  <a:lnTo>
                    <a:pt x="2035" y="6380"/>
                  </a:lnTo>
                  <a:lnTo>
                    <a:pt x="2035" y="6341"/>
                  </a:lnTo>
                  <a:lnTo>
                    <a:pt x="1995" y="6321"/>
                  </a:lnTo>
                  <a:lnTo>
                    <a:pt x="1975" y="6321"/>
                  </a:lnTo>
                  <a:lnTo>
                    <a:pt x="1916" y="6380"/>
                  </a:lnTo>
                  <a:lnTo>
                    <a:pt x="1916" y="6242"/>
                  </a:lnTo>
                  <a:lnTo>
                    <a:pt x="1936" y="6124"/>
                  </a:lnTo>
                  <a:lnTo>
                    <a:pt x="2015" y="5946"/>
                  </a:lnTo>
                  <a:lnTo>
                    <a:pt x="2074" y="5768"/>
                  </a:lnTo>
                  <a:lnTo>
                    <a:pt x="2094" y="5689"/>
                  </a:lnTo>
                  <a:lnTo>
                    <a:pt x="2094" y="5571"/>
                  </a:lnTo>
                  <a:lnTo>
                    <a:pt x="2054" y="5590"/>
                  </a:lnTo>
                  <a:lnTo>
                    <a:pt x="2035" y="5571"/>
                  </a:lnTo>
                  <a:lnTo>
                    <a:pt x="2035" y="5452"/>
                  </a:lnTo>
                  <a:lnTo>
                    <a:pt x="2035" y="5334"/>
                  </a:lnTo>
                  <a:lnTo>
                    <a:pt x="1995" y="5294"/>
                  </a:lnTo>
                  <a:lnTo>
                    <a:pt x="1956" y="5314"/>
                  </a:lnTo>
                  <a:lnTo>
                    <a:pt x="2035" y="5195"/>
                  </a:lnTo>
                  <a:lnTo>
                    <a:pt x="2094" y="5077"/>
                  </a:lnTo>
                  <a:lnTo>
                    <a:pt x="2173" y="4998"/>
                  </a:lnTo>
                  <a:lnTo>
                    <a:pt x="2252" y="4939"/>
                  </a:lnTo>
                  <a:lnTo>
                    <a:pt x="2311" y="4919"/>
                  </a:lnTo>
                  <a:lnTo>
                    <a:pt x="2370" y="4899"/>
                  </a:lnTo>
                  <a:lnTo>
                    <a:pt x="2430" y="4919"/>
                  </a:lnTo>
                  <a:lnTo>
                    <a:pt x="2449" y="4958"/>
                  </a:lnTo>
                  <a:lnTo>
                    <a:pt x="2331" y="5136"/>
                  </a:lnTo>
                  <a:lnTo>
                    <a:pt x="2311" y="5215"/>
                  </a:lnTo>
                  <a:lnTo>
                    <a:pt x="2311" y="5255"/>
                  </a:lnTo>
                  <a:lnTo>
                    <a:pt x="2351" y="5255"/>
                  </a:lnTo>
                  <a:lnTo>
                    <a:pt x="2489" y="4958"/>
                  </a:lnTo>
                  <a:lnTo>
                    <a:pt x="2647" y="4662"/>
                  </a:lnTo>
                  <a:lnTo>
                    <a:pt x="2864" y="4484"/>
                  </a:lnTo>
                  <a:lnTo>
                    <a:pt x="2983" y="4425"/>
                  </a:lnTo>
                  <a:lnTo>
                    <a:pt x="3081" y="4425"/>
                  </a:lnTo>
                  <a:lnTo>
                    <a:pt x="3101" y="4326"/>
                  </a:lnTo>
                  <a:lnTo>
                    <a:pt x="3141" y="4247"/>
                  </a:lnTo>
                  <a:lnTo>
                    <a:pt x="3220" y="4148"/>
                  </a:lnTo>
                  <a:lnTo>
                    <a:pt x="3299" y="4069"/>
                  </a:lnTo>
                  <a:lnTo>
                    <a:pt x="3378" y="3990"/>
                  </a:lnTo>
                  <a:lnTo>
                    <a:pt x="3437" y="3911"/>
                  </a:lnTo>
                  <a:lnTo>
                    <a:pt x="3476" y="3832"/>
                  </a:lnTo>
                  <a:lnTo>
                    <a:pt x="3476" y="3734"/>
                  </a:lnTo>
                  <a:lnTo>
                    <a:pt x="3457" y="3813"/>
                  </a:lnTo>
                  <a:lnTo>
                    <a:pt x="3417" y="3892"/>
                  </a:lnTo>
                  <a:lnTo>
                    <a:pt x="3378" y="3951"/>
                  </a:lnTo>
                  <a:lnTo>
                    <a:pt x="3318" y="3990"/>
                  </a:lnTo>
                  <a:lnTo>
                    <a:pt x="3220" y="4050"/>
                  </a:lnTo>
                  <a:lnTo>
                    <a:pt x="3141" y="4089"/>
                  </a:lnTo>
                  <a:lnTo>
                    <a:pt x="3180" y="3990"/>
                  </a:lnTo>
                  <a:lnTo>
                    <a:pt x="3141" y="4030"/>
                  </a:lnTo>
                  <a:lnTo>
                    <a:pt x="3101" y="3635"/>
                  </a:lnTo>
                  <a:lnTo>
                    <a:pt x="3042" y="3694"/>
                  </a:lnTo>
                  <a:lnTo>
                    <a:pt x="3002" y="3734"/>
                  </a:lnTo>
                  <a:lnTo>
                    <a:pt x="3002" y="3773"/>
                  </a:lnTo>
                  <a:lnTo>
                    <a:pt x="3022" y="3813"/>
                  </a:lnTo>
                  <a:lnTo>
                    <a:pt x="3042" y="3872"/>
                  </a:lnTo>
                  <a:lnTo>
                    <a:pt x="3062" y="3931"/>
                  </a:lnTo>
                  <a:lnTo>
                    <a:pt x="3022" y="4010"/>
                  </a:lnTo>
                  <a:lnTo>
                    <a:pt x="2963" y="4109"/>
                  </a:lnTo>
                  <a:lnTo>
                    <a:pt x="2904" y="4129"/>
                  </a:lnTo>
                  <a:lnTo>
                    <a:pt x="2864" y="4129"/>
                  </a:lnTo>
                  <a:lnTo>
                    <a:pt x="2825" y="4089"/>
                  </a:lnTo>
                  <a:lnTo>
                    <a:pt x="2825" y="4050"/>
                  </a:lnTo>
                  <a:lnTo>
                    <a:pt x="2825" y="3911"/>
                  </a:lnTo>
                  <a:lnTo>
                    <a:pt x="2864" y="3753"/>
                  </a:lnTo>
                  <a:lnTo>
                    <a:pt x="2904" y="3615"/>
                  </a:lnTo>
                  <a:lnTo>
                    <a:pt x="2923" y="3497"/>
                  </a:lnTo>
                  <a:lnTo>
                    <a:pt x="2923" y="3457"/>
                  </a:lnTo>
                  <a:lnTo>
                    <a:pt x="2904" y="3437"/>
                  </a:lnTo>
                  <a:lnTo>
                    <a:pt x="2864" y="3437"/>
                  </a:lnTo>
                  <a:lnTo>
                    <a:pt x="2805" y="3457"/>
                  </a:lnTo>
                  <a:lnTo>
                    <a:pt x="2746" y="3536"/>
                  </a:lnTo>
                  <a:lnTo>
                    <a:pt x="2706" y="3595"/>
                  </a:lnTo>
                  <a:lnTo>
                    <a:pt x="2686" y="3655"/>
                  </a:lnTo>
                  <a:lnTo>
                    <a:pt x="2686" y="3714"/>
                  </a:lnTo>
                  <a:lnTo>
                    <a:pt x="2726" y="3852"/>
                  </a:lnTo>
                  <a:lnTo>
                    <a:pt x="2726" y="3931"/>
                  </a:lnTo>
                  <a:lnTo>
                    <a:pt x="2706" y="4010"/>
                  </a:lnTo>
                  <a:lnTo>
                    <a:pt x="2706" y="4010"/>
                  </a:lnTo>
                  <a:lnTo>
                    <a:pt x="2746" y="3971"/>
                  </a:lnTo>
                  <a:lnTo>
                    <a:pt x="2746" y="3971"/>
                  </a:lnTo>
                  <a:lnTo>
                    <a:pt x="2528" y="4504"/>
                  </a:lnTo>
                  <a:lnTo>
                    <a:pt x="2489" y="4484"/>
                  </a:lnTo>
                  <a:lnTo>
                    <a:pt x="2489" y="4464"/>
                  </a:lnTo>
                  <a:lnTo>
                    <a:pt x="2469" y="4385"/>
                  </a:lnTo>
                  <a:lnTo>
                    <a:pt x="2469" y="4287"/>
                  </a:lnTo>
                  <a:lnTo>
                    <a:pt x="2232" y="4662"/>
                  </a:lnTo>
                  <a:lnTo>
                    <a:pt x="2035" y="4919"/>
                  </a:lnTo>
                  <a:lnTo>
                    <a:pt x="1837" y="5195"/>
                  </a:lnTo>
                  <a:lnTo>
                    <a:pt x="1718" y="5393"/>
                  </a:lnTo>
                  <a:lnTo>
                    <a:pt x="1600" y="5610"/>
                  </a:lnTo>
                  <a:lnTo>
                    <a:pt x="1679" y="5590"/>
                  </a:lnTo>
                  <a:lnTo>
                    <a:pt x="1778" y="5590"/>
                  </a:lnTo>
                  <a:lnTo>
                    <a:pt x="1837" y="5630"/>
                  </a:lnTo>
                  <a:lnTo>
                    <a:pt x="1857" y="5669"/>
                  </a:lnTo>
                  <a:lnTo>
                    <a:pt x="1877" y="5748"/>
                  </a:lnTo>
                  <a:lnTo>
                    <a:pt x="1857" y="5847"/>
                  </a:lnTo>
                  <a:lnTo>
                    <a:pt x="1857" y="5926"/>
                  </a:lnTo>
                  <a:lnTo>
                    <a:pt x="1837" y="5985"/>
                  </a:lnTo>
                  <a:lnTo>
                    <a:pt x="1758" y="6064"/>
                  </a:lnTo>
                  <a:lnTo>
                    <a:pt x="1699" y="6143"/>
                  </a:lnTo>
                  <a:lnTo>
                    <a:pt x="1659" y="6203"/>
                  </a:lnTo>
                  <a:lnTo>
                    <a:pt x="1639" y="6262"/>
                  </a:lnTo>
                  <a:lnTo>
                    <a:pt x="1620" y="6163"/>
                  </a:lnTo>
                  <a:lnTo>
                    <a:pt x="1600" y="6064"/>
                  </a:lnTo>
                  <a:lnTo>
                    <a:pt x="1600" y="6025"/>
                  </a:lnTo>
                  <a:lnTo>
                    <a:pt x="1600" y="5966"/>
                  </a:lnTo>
                  <a:lnTo>
                    <a:pt x="1620" y="5926"/>
                  </a:lnTo>
                  <a:lnTo>
                    <a:pt x="1679" y="5867"/>
                  </a:lnTo>
                  <a:lnTo>
                    <a:pt x="1501" y="5827"/>
                  </a:lnTo>
                  <a:lnTo>
                    <a:pt x="1501" y="5630"/>
                  </a:lnTo>
                  <a:lnTo>
                    <a:pt x="1462" y="5492"/>
                  </a:lnTo>
                  <a:lnTo>
                    <a:pt x="1422" y="5294"/>
                  </a:lnTo>
                  <a:lnTo>
                    <a:pt x="1402" y="5195"/>
                  </a:lnTo>
                  <a:lnTo>
                    <a:pt x="1402" y="5077"/>
                  </a:lnTo>
                  <a:lnTo>
                    <a:pt x="1442" y="4899"/>
                  </a:lnTo>
                  <a:lnTo>
                    <a:pt x="1541" y="4642"/>
                  </a:lnTo>
                  <a:lnTo>
                    <a:pt x="1521" y="4603"/>
                  </a:lnTo>
                  <a:lnTo>
                    <a:pt x="1521" y="4504"/>
                  </a:lnTo>
                  <a:lnTo>
                    <a:pt x="1560" y="4385"/>
                  </a:lnTo>
                  <a:lnTo>
                    <a:pt x="1620" y="4247"/>
                  </a:lnTo>
                  <a:lnTo>
                    <a:pt x="1758" y="3951"/>
                  </a:lnTo>
                  <a:lnTo>
                    <a:pt x="1857" y="3793"/>
                  </a:lnTo>
                  <a:lnTo>
                    <a:pt x="1956" y="3655"/>
                  </a:lnTo>
                  <a:lnTo>
                    <a:pt x="1758" y="3773"/>
                  </a:lnTo>
                  <a:lnTo>
                    <a:pt x="1758" y="3773"/>
                  </a:lnTo>
                  <a:lnTo>
                    <a:pt x="1778" y="3635"/>
                  </a:lnTo>
                  <a:lnTo>
                    <a:pt x="1817" y="3556"/>
                  </a:lnTo>
                  <a:lnTo>
                    <a:pt x="1857" y="3536"/>
                  </a:lnTo>
                  <a:lnTo>
                    <a:pt x="1896" y="3516"/>
                  </a:lnTo>
                  <a:lnTo>
                    <a:pt x="1936" y="3516"/>
                  </a:lnTo>
                  <a:lnTo>
                    <a:pt x="1995" y="3477"/>
                  </a:lnTo>
                  <a:lnTo>
                    <a:pt x="2054" y="3378"/>
                  </a:lnTo>
                  <a:lnTo>
                    <a:pt x="2133" y="3200"/>
                  </a:lnTo>
                  <a:lnTo>
                    <a:pt x="2390" y="3141"/>
                  </a:lnTo>
                  <a:lnTo>
                    <a:pt x="2528" y="3121"/>
                  </a:lnTo>
                  <a:lnTo>
                    <a:pt x="2647" y="3102"/>
                  </a:lnTo>
                  <a:lnTo>
                    <a:pt x="2765" y="3102"/>
                  </a:lnTo>
                  <a:lnTo>
                    <a:pt x="2844" y="3141"/>
                  </a:lnTo>
                  <a:lnTo>
                    <a:pt x="2864" y="3181"/>
                  </a:lnTo>
                  <a:lnTo>
                    <a:pt x="2884" y="3220"/>
                  </a:lnTo>
                  <a:lnTo>
                    <a:pt x="2884" y="3260"/>
                  </a:lnTo>
                  <a:lnTo>
                    <a:pt x="2884" y="3319"/>
                  </a:lnTo>
                  <a:lnTo>
                    <a:pt x="2983" y="3220"/>
                  </a:lnTo>
                  <a:lnTo>
                    <a:pt x="3062" y="3141"/>
                  </a:lnTo>
                  <a:lnTo>
                    <a:pt x="3180" y="2963"/>
                  </a:lnTo>
                  <a:lnTo>
                    <a:pt x="3279" y="2786"/>
                  </a:lnTo>
                  <a:lnTo>
                    <a:pt x="3437" y="2608"/>
                  </a:lnTo>
                  <a:lnTo>
                    <a:pt x="3516" y="2608"/>
                  </a:lnTo>
                  <a:lnTo>
                    <a:pt x="3575" y="2628"/>
                  </a:lnTo>
                  <a:lnTo>
                    <a:pt x="3595" y="2667"/>
                  </a:lnTo>
                  <a:lnTo>
                    <a:pt x="3595" y="2726"/>
                  </a:lnTo>
                  <a:lnTo>
                    <a:pt x="3595" y="2825"/>
                  </a:lnTo>
                  <a:lnTo>
                    <a:pt x="3615" y="2884"/>
                  </a:lnTo>
                  <a:lnTo>
                    <a:pt x="3654" y="2924"/>
                  </a:lnTo>
                  <a:lnTo>
                    <a:pt x="3792" y="2786"/>
                  </a:lnTo>
                  <a:lnTo>
                    <a:pt x="3871" y="2647"/>
                  </a:lnTo>
                  <a:lnTo>
                    <a:pt x="3891" y="2588"/>
                  </a:lnTo>
                  <a:lnTo>
                    <a:pt x="3891" y="2529"/>
                  </a:lnTo>
                  <a:lnTo>
                    <a:pt x="3871" y="2509"/>
                  </a:lnTo>
                  <a:lnTo>
                    <a:pt x="3812" y="2509"/>
                  </a:lnTo>
                  <a:lnTo>
                    <a:pt x="4029" y="2391"/>
                  </a:lnTo>
                  <a:lnTo>
                    <a:pt x="4247" y="2292"/>
                  </a:lnTo>
                  <a:lnTo>
                    <a:pt x="4227" y="2312"/>
                  </a:lnTo>
                  <a:lnTo>
                    <a:pt x="4187" y="2351"/>
                  </a:lnTo>
                  <a:lnTo>
                    <a:pt x="4069" y="2450"/>
                  </a:lnTo>
                  <a:lnTo>
                    <a:pt x="4207" y="2351"/>
                  </a:lnTo>
                  <a:lnTo>
                    <a:pt x="4365" y="2232"/>
                  </a:lnTo>
                  <a:lnTo>
                    <a:pt x="4484" y="2094"/>
                  </a:lnTo>
                  <a:lnTo>
                    <a:pt x="4563" y="1995"/>
                  </a:lnTo>
                  <a:lnTo>
                    <a:pt x="4484" y="2055"/>
                  </a:lnTo>
                  <a:lnTo>
                    <a:pt x="4425" y="2094"/>
                  </a:lnTo>
                  <a:lnTo>
                    <a:pt x="4385" y="2114"/>
                  </a:lnTo>
                  <a:lnTo>
                    <a:pt x="4523" y="1976"/>
                  </a:lnTo>
                  <a:lnTo>
                    <a:pt x="4662" y="1857"/>
                  </a:lnTo>
                  <a:lnTo>
                    <a:pt x="4839" y="1699"/>
                  </a:lnTo>
                  <a:lnTo>
                    <a:pt x="5037" y="1699"/>
                  </a:lnTo>
                  <a:lnTo>
                    <a:pt x="5175" y="1660"/>
                  </a:lnTo>
                  <a:lnTo>
                    <a:pt x="5313" y="1620"/>
                  </a:lnTo>
                  <a:lnTo>
                    <a:pt x="5412" y="1541"/>
                  </a:lnTo>
                  <a:lnTo>
                    <a:pt x="5531" y="1502"/>
                  </a:lnTo>
                  <a:lnTo>
                    <a:pt x="5629" y="1482"/>
                  </a:lnTo>
                  <a:lnTo>
                    <a:pt x="5708" y="1482"/>
                  </a:lnTo>
                  <a:lnTo>
                    <a:pt x="5807" y="1502"/>
                  </a:lnTo>
                  <a:lnTo>
                    <a:pt x="5926" y="1482"/>
                  </a:lnTo>
                  <a:lnTo>
                    <a:pt x="6044" y="1462"/>
                  </a:lnTo>
                  <a:lnTo>
                    <a:pt x="6163" y="1403"/>
                  </a:lnTo>
                  <a:lnTo>
                    <a:pt x="6202" y="1344"/>
                  </a:lnTo>
                  <a:lnTo>
                    <a:pt x="6242" y="1304"/>
                  </a:lnTo>
                  <a:lnTo>
                    <a:pt x="6340" y="1245"/>
                  </a:lnTo>
                  <a:lnTo>
                    <a:pt x="6459" y="1205"/>
                  </a:lnTo>
                  <a:lnTo>
                    <a:pt x="6577" y="1186"/>
                  </a:lnTo>
                  <a:lnTo>
                    <a:pt x="6736" y="1166"/>
                  </a:lnTo>
                  <a:lnTo>
                    <a:pt x="6874" y="1146"/>
                  </a:lnTo>
                  <a:lnTo>
                    <a:pt x="7012" y="1087"/>
                  </a:lnTo>
                  <a:lnTo>
                    <a:pt x="7131" y="988"/>
                  </a:lnTo>
                  <a:lnTo>
                    <a:pt x="7111" y="1028"/>
                  </a:lnTo>
                  <a:lnTo>
                    <a:pt x="7111" y="1067"/>
                  </a:lnTo>
                  <a:lnTo>
                    <a:pt x="7131" y="1067"/>
                  </a:lnTo>
                  <a:lnTo>
                    <a:pt x="7150" y="1087"/>
                  </a:lnTo>
                  <a:lnTo>
                    <a:pt x="7210" y="1087"/>
                  </a:lnTo>
                  <a:lnTo>
                    <a:pt x="7289" y="1107"/>
                  </a:lnTo>
                  <a:lnTo>
                    <a:pt x="7407" y="1107"/>
                  </a:lnTo>
                  <a:lnTo>
                    <a:pt x="7407" y="1126"/>
                  </a:lnTo>
                  <a:lnTo>
                    <a:pt x="7407" y="1166"/>
                  </a:lnTo>
                  <a:lnTo>
                    <a:pt x="7328" y="1225"/>
                  </a:lnTo>
                  <a:lnTo>
                    <a:pt x="7407" y="1245"/>
                  </a:lnTo>
                  <a:lnTo>
                    <a:pt x="7526" y="1225"/>
                  </a:lnTo>
                  <a:lnTo>
                    <a:pt x="7842" y="1146"/>
                  </a:lnTo>
                  <a:lnTo>
                    <a:pt x="8000" y="1087"/>
                  </a:lnTo>
                  <a:lnTo>
                    <a:pt x="8177" y="1067"/>
                  </a:lnTo>
                  <a:lnTo>
                    <a:pt x="8335" y="1067"/>
                  </a:lnTo>
                  <a:lnTo>
                    <a:pt x="8454" y="1107"/>
                  </a:lnTo>
                  <a:lnTo>
                    <a:pt x="8414" y="1166"/>
                  </a:lnTo>
                  <a:lnTo>
                    <a:pt x="8395" y="1186"/>
                  </a:lnTo>
                  <a:lnTo>
                    <a:pt x="8355" y="1205"/>
                  </a:lnTo>
                  <a:lnTo>
                    <a:pt x="8493" y="1186"/>
                  </a:lnTo>
                  <a:lnTo>
                    <a:pt x="8572" y="1186"/>
                  </a:lnTo>
                  <a:lnTo>
                    <a:pt x="8651" y="1205"/>
                  </a:lnTo>
                  <a:lnTo>
                    <a:pt x="8691" y="1225"/>
                  </a:lnTo>
                  <a:lnTo>
                    <a:pt x="8790" y="1284"/>
                  </a:lnTo>
                  <a:lnTo>
                    <a:pt x="8849" y="1324"/>
                  </a:lnTo>
                  <a:lnTo>
                    <a:pt x="8948" y="1324"/>
                  </a:lnTo>
                  <a:lnTo>
                    <a:pt x="8948" y="1166"/>
                  </a:lnTo>
                  <a:lnTo>
                    <a:pt x="8987" y="1146"/>
                  </a:lnTo>
                  <a:lnTo>
                    <a:pt x="9027" y="1146"/>
                  </a:lnTo>
                  <a:lnTo>
                    <a:pt x="9086" y="1186"/>
                  </a:lnTo>
                  <a:lnTo>
                    <a:pt x="9145" y="1205"/>
                  </a:lnTo>
                  <a:lnTo>
                    <a:pt x="9165" y="1225"/>
                  </a:lnTo>
                  <a:lnTo>
                    <a:pt x="9205" y="1225"/>
                  </a:lnTo>
                  <a:lnTo>
                    <a:pt x="9126" y="1186"/>
                  </a:lnTo>
                  <a:lnTo>
                    <a:pt x="9066" y="1146"/>
                  </a:lnTo>
                  <a:lnTo>
                    <a:pt x="9027" y="1087"/>
                  </a:lnTo>
                  <a:lnTo>
                    <a:pt x="9027" y="1047"/>
                  </a:lnTo>
                  <a:lnTo>
                    <a:pt x="9046" y="1028"/>
                  </a:lnTo>
                  <a:lnTo>
                    <a:pt x="9284" y="988"/>
                  </a:lnTo>
                  <a:close/>
                  <a:moveTo>
                    <a:pt x="8197" y="1"/>
                  </a:moveTo>
                  <a:lnTo>
                    <a:pt x="8079" y="20"/>
                  </a:lnTo>
                  <a:lnTo>
                    <a:pt x="7960" y="60"/>
                  </a:lnTo>
                  <a:lnTo>
                    <a:pt x="7861" y="99"/>
                  </a:lnTo>
                  <a:lnTo>
                    <a:pt x="7743" y="139"/>
                  </a:lnTo>
                  <a:lnTo>
                    <a:pt x="7624" y="139"/>
                  </a:lnTo>
                  <a:lnTo>
                    <a:pt x="7466" y="99"/>
                  </a:lnTo>
                  <a:lnTo>
                    <a:pt x="7545" y="60"/>
                  </a:lnTo>
                  <a:lnTo>
                    <a:pt x="7071" y="139"/>
                  </a:lnTo>
                  <a:lnTo>
                    <a:pt x="6637" y="178"/>
                  </a:lnTo>
                  <a:lnTo>
                    <a:pt x="6439" y="238"/>
                  </a:lnTo>
                  <a:lnTo>
                    <a:pt x="6222" y="297"/>
                  </a:lnTo>
                  <a:lnTo>
                    <a:pt x="6005" y="376"/>
                  </a:lnTo>
                  <a:lnTo>
                    <a:pt x="5787" y="514"/>
                  </a:lnTo>
                  <a:lnTo>
                    <a:pt x="5491" y="613"/>
                  </a:lnTo>
                  <a:lnTo>
                    <a:pt x="5294" y="652"/>
                  </a:lnTo>
                  <a:lnTo>
                    <a:pt x="5116" y="672"/>
                  </a:lnTo>
                  <a:lnTo>
                    <a:pt x="4879" y="731"/>
                  </a:lnTo>
                  <a:lnTo>
                    <a:pt x="4800" y="810"/>
                  </a:lnTo>
                  <a:lnTo>
                    <a:pt x="4721" y="889"/>
                  </a:lnTo>
                  <a:lnTo>
                    <a:pt x="4622" y="1028"/>
                  </a:lnTo>
                  <a:lnTo>
                    <a:pt x="4583" y="1126"/>
                  </a:lnTo>
                  <a:lnTo>
                    <a:pt x="4563" y="1166"/>
                  </a:lnTo>
                  <a:lnTo>
                    <a:pt x="4701" y="1087"/>
                  </a:lnTo>
                  <a:lnTo>
                    <a:pt x="4760" y="1087"/>
                  </a:lnTo>
                  <a:lnTo>
                    <a:pt x="4760" y="1126"/>
                  </a:lnTo>
                  <a:lnTo>
                    <a:pt x="4721" y="1166"/>
                  </a:lnTo>
                  <a:lnTo>
                    <a:pt x="4662" y="1245"/>
                  </a:lnTo>
                  <a:lnTo>
                    <a:pt x="4504" y="1403"/>
                  </a:lnTo>
                  <a:lnTo>
                    <a:pt x="4365" y="1581"/>
                  </a:lnTo>
                  <a:lnTo>
                    <a:pt x="4464" y="1581"/>
                  </a:lnTo>
                  <a:lnTo>
                    <a:pt x="4543" y="1620"/>
                  </a:lnTo>
                  <a:lnTo>
                    <a:pt x="4721" y="1679"/>
                  </a:lnTo>
                  <a:lnTo>
                    <a:pt x="4820" y="1699"/>
                  </a:lnTo>
                  <a:lnTo>
                    <a:pt x="4741" y="1739"/>
                  </a:lnTo>
                  <a:lnTo>
                    <a:pt x="4681" y="1778"/>
                  </a:lnTo>
                  <a:lnTo>
                    <a:pt x="4543" y="1798"/>
                  </a:lnTo>
                  <a:lnTo>
                    <a:pt x="4484" y="1818"/>
                  </a:lnTo>
                  <a:lnTo>
                    <a:pt x="4405" y="1837"/>
                  </a:lnTo>
                  <a:lnTo>
                    <a:pt x="4326" y="1877"/>
                  </a:lnTo>
                  <a:lnTo>
                    <a:pt x="4247" y="1956"/>
                  </a:lnTo>
                  <a:lnTo>
                    <a:pt x="4247" y="1916"/>
                  </a:lnTo>
                  <a:lnTo>
                    <a:pt x="4267" y="1857"/>
                  </a:lnTo>
                  <a:lnTo>
                    <a:pt x="4326" y="1778"/>
                  </a:lnTo>
                  <a:lnTo>
                    <a:pt x="4425" y="1739"/>
                  </a:lnTo>
                  <a:lnTo>
                    <a:pt x="4306" y="1739"/>
                  </a:lnTo>
                  <a:lnTo>
                    <a:pt x="4207" y="1778"/>
                  </a:lnTo>
                  <a:lnTo>
                    <a:pt x="4010" y="1837"/>
                  </a:lnTo>
                  <a:lnTo>
                    <a:pt x="3852" y="1897"/>
                  </a:lnTo>
                  <a:lnTo>
                    <a:pt x="3773" y="1916"/>
                  </a:lnTo>
                  <a:lnTo>
                    <a:pt x="3713" y="1916"/>
                  </a:lnTo>
                  <a:lnTo>
                    <a:pt x="3792" y="1877"/>
                  </a:lnTo>
                  <a:lnTo>
                    <a:pt x="3871" y="1837"/>
                  </a:lnTo>
                  <a:lnTo>
                    <a:pt x="3970" y="1739"/>
                  </a:lnTo>
                  <a:lnTo>
                    <a:pt x="4029" y="1660"/>
                  </a:lnTo>
                  <a:lnTo>
                    <a:pt x="4069" y="1600"/>
                  </a:lnTo>
                  <a:lnTo>
                    <a:pt x="3891" y="1699"/>
                  </a:lnTo>
                  <a:lnTo>
                    <a:pt x="3694" y="1837"/>
                  </a:lnTo>
                  <a:lnTo>
                    <a:pt x="3536" y="1995"/>
                  </a:lnTo>
                  <a:lnTo>
                    <a:pt x="3437" y="2114"/>
                  </a:lnTo>
                  <a:lnTo>
                    <a:pt x="3358" y="2114"/>
                  </a:lnTo>
                  <a:lnTo>
                    <a:pt x="3259" y="2153"/>
                  </a:lnTo>
                  <a:lnTo>
                    <a:pt x="3160" y="2232"/>
                  </a:lnTo>
                  <a:lnTo>
                    <a:pt x="3081" y="2331"/>
                  </a:lnTo>
                  <a:lnTo>
                    <a:pt x="3002" y="2410"/>
                  </a:lnTo>
                  <a:lnTo>
                    <a:pt x="2943" y="2470"/>
                  </a:lnTo>
                  <a:lnTo>
                    <a:pt x="2904" y="2489"/>
                  </a:lnTo>
                  <a:lnTo>
                    <a:pt x="2904" y="2470"/>
                  </a:lnTo>
                  <a:lnTo>
                    <a:pt x="2884" y="2391"/>
                  </a:lnTo>
                  <a:lnTo>
                    <a:pt x="2884" y="2430"/>
                  </a:lnTo>
                  <a:lnTo>
                    <a:pt x="2864" y="2470"/>
                  </a:lnTo>
                  <a:lnTo>
                    <a:pt x="2785" y="2588"/>
                  </a:lnTo>
                  <a:lnTo>
                    <a:pt x="2686" y="2707"/>
                  </a:lnTo>
                  <a:lnTo>
                    <a:pt x="2568" y="2805"/>
                  </a:lnTo>
                  <a:lnTo>
                    <a:pt x="2548" y="2766"/>
                  </a:lnTo>
                  <a:lnTo>
                    <a:pt x="2568" y="2707"/>
                  </a:lnTo>
                  <a:lnTo>
                    <a:pt x="2627" y="2529"/>
                  </a:lnTo>
                  <a:lnTo>
                    <a:pt x="2726" y="2351"/>
                  </a:lnTo>
                  <a:lnTo>
                    <a:pt x="2805" y="2173"/>
                  </a:lnTo>
                  <a:lnTo>
                    <a:pt x="2963" y="1976"/>
                  </a:lnTo>
                  <a:lnTo>
                    <a:pt x="3062" y="1897"/>
                  </a:lnTo>
                  <a:lnTo>
                    <a:pt x="3081" y="1877"/>
                  </a:lnTo>
                  <a:lnTo>
                    <a:pt x="3101" y="1897"/>
                  </a:lnTo>
                  <a:lnTo>
                    <a:pt x="3081" y="1956"/>
                  </a:lnTo>
                  <a:lnTo>
                    <a:pt x="3042" y="2134"/>
                  </a:lnTo>
                  <a:lnTo>
                    <a:pt x="3042" y="2193"/>
                  </a:lnTo>
                  <a:lnTo>
                    <a:pt x="3101" y="2193"/>
                  </a:lnTo>
                  <a:lnTo>
                    <a:pt x="3338" y="1956"/>
                  </a:lnTo>
                  <a:lnTo>
                    <a:pt x="3595" y="1739"/>
                  </a:lnTo>
                  <a:lnTo>
                    <a:pt x="3575" y="1739"/>
                  </a:lnTo>
                  <a:lnTo>
                    <a:pt x="3575" y="1699"/>
                  </a:lnTo>
                  <a:lnTo>
                    <a:pt x="3595" y="1640"/>
                  </a:lnTo>
                  <a:lnTo>
                    <a:pt x="3595" y="1620"/>
                  </a:lnTo>
                  <a:lnTo>
                    <a:pt x="3555" y="1620"/>
                  </a:lnTo>
                  <a:lnTo>
                    <a:pt x="3496" y="1660"/>
                  </a:lnTo>
                  <a:lnTo>
                    <a:pt x="3378" y="1739"/>
                  </a:lnTo>
                  <a:lnTo>
                    <a:pt x="3417" y="1640"/>
                  </a:lnTo>
                  <a:lnTo>
                    <a:pt x="3476" y="1541"/>
                  </a:lnTo>
                  <a:lnTo>
                    <a:pt x="3575" y="1442"/>
                  </a:lnTo>
                  <a:lnTo>
                    <a:pt x="3674" y="1344"/>
                  </a:lnTo>
                  <a:lnTo>
                    <a:pt x="3792" y="1265"/>
                  </a:lnTo>
                  <a:lnTo>
                    <a:pt x="3931" y="1186"/>
                  </a:lnTo>
                  <a:lnTo>
                    <a:pt x="4069" y="1107"/>
                  </a:lnTo>
                  <a:lnTo>
                    <a:pt x="4207" y="1067"/>
                  </a:lnTo>
                  <a:lnTo>
                    <a:pt x="4227" y="1047"/>
                  </a:lnTo>
                  <a:lnTo>
                    <a:pt x="4207" y="1047"/>
                  </a:lnTo>
                  <a:lnTo>
                    <a:pt x="4128" y="1067"/>
                  </a:lnTo>
                  <a:lnTo>
                    <a:pt x="3931" y="1146"/>
                  </a:lnTo>
                  <a:lnTo>
                    <a:pt x="4010" y="1028"/>
                  </a:lnTo>
                  <a:lnTo>
                    <a:pt x="4069" y="889"/>
                  </a:lnTo>
                  <a:lnTo>
                    <a:pt x="4069" y="830"/>
                  </a:lnTo>
                  <a:lnTo>
                    <a:pt x="4049" y="810"/>
                  </a:lnTo>
                  <a:lnTo>
                    <a:pt x="4029" y="810"/>
                  </a:lnTo>
                  <a:lnTo>
                    <a:pt x="3911" y="830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909"/>
                  </a:lnTo>
                  <a:lnTo>
                    <a:pt x="3713" y="988"/>
                  </a:lnTo>
                  <a:lnTo>
                    <a:pt x="3694" y="1028"/>
                  </a:lnTo>
                  <a:lnTo>
                    <a:pt x="3694" y="1047"/>
                  </a:lnTo>
                  <a:lnTo>
                    <a:pt x="3733" y="1067"/>
                  </a:lnTo>
                  <a:lnTo>
                    <a:pt x="3832" y="1047"/>
                  </a:lnTo>
                  <a:lnTo>
                    <a:pt x="3615" y="1166"/>
                  </a:lnTo>
                  <a:lnTo>
                    <a:pt x="3358" y="1304"/>
                  </a:lnTo>
                  <a:lnTo>
                    <a:pt x="3259" y="1344"/>
                  </a:lnTo>
                  <a:lnTo>
                    <a:pt x="3180" y="1363"/>
                  </a:lnTo>
                  <a:lnTo>
                    <a:pt x="3160" y="1344"/>
                  </a:lnTo>
                  <a:lnTo>
                    <a:pt x="3141" y="1324"/>
                  </a:lnTo>
                  <a:lnTo>
                    <a:pt x="3160" y="1265"/>
                  </a:lnTo>
                  <a:lnTo>
                    <a:pt x="2963" y="1462"/>
                  </a:lnTo>
                  <a:lnTo>
                    <a:pt x="2765" y="1699"/>
                  </a:lnTo>
                  <a:lnTo>
                    <a:pt x="2449" y="2114"/>
                  </a:lnTo>
                  <a:lnTo>
                    <a:pt x="2430" y="2094"/>
                  </a:lnTo>
                  <a:lnTo>
                    <a:pt x="2430" y="2074"/>
                  </a:lnTo>
                  <a:lnTo>
                    <a:pt x="2469" y="1995"/>
                  </a:lnTo>
                  <a:lnTo>
                    <a:pt x="2548" y="1916"/>
                  </a:lnTo>
                  <a:lnTo>
                    <a:pt x="2607" y="1818"/>
                  </a:lnTo>
                  <a:lnTo>
                    <a:pt x="2351" y="2134"/>
                  </a:lnTo>
                  <a:lnTo>
                    <a:pt x="2114" y="2450"/>
                  </a:lnTo>
                  <a:lnTo>
                    <a:pt x="2331" y="2351"/>
                  </a:lnTo>
                  <a:lnTo>
                    <a:pt x="2193" y="2509"/>
                  </a:lnTo>
                  <a:lnTo>
                    <a:pt x="2094" y="2647"/>
                  </a:lnTo>
                  <a:lnTo>
                    <a:pt x="2015" y="2805"/>
                  </a:lnTo>
                  <a:lnTo>
                    <a:pt x="1956" y="2963"/>
                  </a:lnTo>
                  <a:lnTo>
                    <a:pt x="1857" y="3279"/>
                  </a:lnTo>
                  <a:lnTo>
                    <a:pt x="1817" y="3418"/>
                  </a:lnTo>
                  <a:lnTo>
                    <a:pt x="1758" y="3576"/>
                  </a:lnTo>
                  <a:lnTo>
                    <a:pt x="1718" y="3516"/>
                  </a:lnTo>
                  <a:lnTo>
                    <a:pt x="1718" y="3437"/>
                  </a:lnTo>
                  <a:lnTo>
                    <a:pt x="1738" y="3358"/>
                  </a:lnTo>
                  <a:lnTo>
                    <a:pt x="1758" y="3260"/>
                  </a:lnTo>
                  <a:lnTo>
                    <a:pt x="1936" y="2845"/>
                  </a:lnTo>
                  <a:lnTo>
                    <a:pt x="1837" y="2884"/>
                  </a:lnTo>
                  <a:lnTo>
                    <a:pt x="1778" y="2924"/>
                  </a:lnTo>
                  <a:lnTo>
                    <a:pt x="1758" y="2983"/>
                  </a:lnTo>
                  <a:lnTo>
                    <a:pt x="1758" y="3042"/>
                  </a:lnTo>
                  <a:lnTo>
                    <a:pt x="1758" y="3102"/>
                  </a:lnTo>
                  <a:lnTo>
                    <a:pt x="1738" y="3181"/>
                  </a:lnTo>
                  <a:lnTo>
                    <a:pt x="1718" y="3279"/>
                  </a:lnTo>
                  <a:lnTo>
                    <a:pt x="1639" y="3398"/>
                  </a:lnTo>
                  <a:lnTo>
                    <a:pt x="1600" y="3418"/>
                  </a:lnTo>
                  <a:lnTo>
                    <a:pt x="1560" y="3418"/>
                  </a:lnTo>
                  <a:lnTo>
                    <a:pt x="1521" y="3398"/>
                  </a:lnTo>
                  <a:lnTo>
                    <a:pt x="1501" y="3378"/>
                  </a:lnTo>
                  <a:lnTo>
                    <a:pt x="1442" y="3753"/>
                  </a:lnTo>
                  <a:lnTo>
                    <a:pt x="1402" y="3773"/>
                  </a:lnTo>
                  <a:lnTo>
                    <a:pt x="1383" y="3773"/>
                  </a:lnTo>
                  <a:lnTo>
                    <a:pt x="1383" y="3734"/>
                  </a:lnTo>
                  <a:lnTo>
                    <a:pt x="1343" y="3911"/>
                  </a:lnTo>
                  <a:lnTo>
                    <a:pt x="1343" y="4010"/>
                  </a:lnTo>
                  <a:lnTo>
                    <a:pt x="1363" y="4050"/>
                  </a:lnTo>
                  <a:lnTo>
                    <a:pt x="1383" y="4089"/>
                  </a:lnTo>
                  <a:lnTo>
                    <a:pt x="1402" y="4129"/>
                  </a:lnTo>
                  <a:lnTo>
                    <a:pt x="1383" y="4208"/>
                  </a:lnTo>
                  <a:lnTo>
                    <a:pt x="1343" y="4346"/>
                  </a:lnTo>
                  <a:lnTo>
                    <a:pt x="1264" y="4563"/>
                  </a:lnTo>
                  <a:lnTo>
                    <a:pt x="1343" y="4445"/>
                  </a:lnTo>
                  <a:lnTo>
                    <a:pt x="1402" y="4326"/>
                  </a:lnTo>
                  <a:lnTo>
                    <a:pt x="1442" y="4247"/>
                  </a:lnTo>
                  <a:lnTo>
                    <a:pt x="1442" y="4168"/>
                  </a:lnTo>
                  <a:lnTo>
                    <a:pt x="1481" y="4010"/>
                  </a:lnTo>
                  <a:lnTo>
                    <a:pt x="1521" y="3911"/>
                  </a:lnTo>
                  <a:lnTo>
                    <a:pt x="1580" y="3793"/>
                  </a:lnTo>
                  <a:lnTo>
                    <a:pt x="1659" y="3793"/>
                  </a:lnTo>
                  <a:lnTo>
                    <a:pt x="1659" y="3832"/>
                  </a:lnTo>
                  <a:lnTo>
                    <a:pt x="1659" y="3911"/>
                  </a:lnTo>
                  <a:lnTo>
                    <a:pt x="1639" y="4030"/>
                  </a:lnTo>
                  <a:lnTo>
                    <a:pt x="1560" y="4267"/>
                  </a:lnTo>
                  <a:lnTo>
                    <a:pt x="1541" y="4366"/>
                  </a:lnTo>
                  <a:lnTo>
                    <a:pt x="1541" y="4445"/>
                  </a:lnTo>
                  <a:lnTo>
                    <a:pt x="1442" y="4563"/>
                  </a:lnTo>
                  <a:lnTo>
                    <a:pt x="1363" y="4642"/>
                  </a:lnTo>
                  <a:lnTo>
                    <a:pt x="1205" y="4761"/>
                  </a:lnTo>
                  <a:lnTo>
                    <a:pt x="1126" y="4840"/>
                  </a:lnTo>
                  <a:lnTo>
                    <a:pt x="1067" y="4939"/>
                  </a:lnTo>
                  <a:lnTo>
                    <a:pt x="1007" y="5057"/>
                  </a:lnTo>
                  <a:lnTo>
                    <a:pt x="968" y="5235"/>
                  </a:lnTo>
                  <a:lnTo>
                    <a:pt x="988" y="5136"/>
                  </a:lnTo>
                  <a:lnTo>
                    <a:pt x="988" y="5057"/>
                  </a:lnTo>
                  <a:lnTo>
                    <a:pt x="948" y="4998"/>
                  </a:lnTo>
                  <a:lnTo>
                    <a:pt x="948" y="4978"/>
                  </a:lnTo>
                  <a:lnTo>
                    <a:pt x="948" y="4919"/>
                  </a:lnTo>
                  <a:lnTo>
                    <a:pt x="1047" y="4682"/>
                  </a:lnTo>
                  <a:lnTo>
                    <a:pt x="1047" y="4603"/>
                  </a:lnTo>
                  <a:lnTo>
                    <a:pt x="1047" y="4563"/>
                  </a:lnTo>
                  <a:lnTo>
                    <a:pt x="1027" y="4583"/>
                  </a:lnTo>
                  <a:lnTo>
                    <a:pt x="988" y="4622"/>
                  </a:lnTo>
                  <a:lnTo>
                    <a:pt x="889" y="4741"/>
                  </a:lnTo>
                  <a:lnTo>
                    <a:pt x="849" y="4781"/>
                  </a:lnTo>
                  <a:lnTo>
                    <a:pt x="790" y="4800"/>
                  </a:lnTo>
                  <a:lnTo>
                    <a:pt x="790" y="4840"/>
                  </a:lnTo>
                  <a:lnTo>
                    <a:pt x="810" y="4860"/>
                  </a:lnTo>
                  <a:lnTo>
                    <a:pt x="869" y="4899"/>
                  </a:lnTo>
                  <a:lnTo>
                    <a:pt x="889" y="4919"/>
                  </a:lnTo>
                  <a:lnTo>
                    <a:pt x="889" y="4958"/>
                  </a:lnTo>
                  <a:lnTo>
                    <a:pt x="869" y="5037"/>
                  </a:lnTo>
                  <a:lnTo>
                    <a:pt x="810" y="5136"/>
                  </a:lnTo>
                  <a:lnTo>
                    <a:pt x="790" y="5116"/>
                  </a:lnTo>
                  <a:lnTo>
                    <a:pt x="770" y="5452"/>
                  </a:lnTo>
                  <a:lnTo>
                    <a:pt x="751" y="5788"/>
                  </a:lnTo>
                  <a:lnTo>
                    <a:pt x="711" y="5906"/>
                  </a:lnTo>
                  <a:lnTo>
                    <a:pt x="672" y="6025"/>
                  </a:lnTo>
                  <a:lnTo>
                    <a:pt x="632" y="6262"/>
                  </a:lnTo>
                  <a:lnTo>
                    <a:pt x="612" y="6499"/>
                  </a:lnTo>
                  <a:lnTo>
                    <a:pt x="612" y="6756"/>
                  </a:lnTo>
                  <a:lnTo>
                    <a:pt x="612" y="6993"/>
                  </a:lnTo>
                  <a:lnTo>
                    <a:pt x="612" y="7210"/>
                  </a:lnTo>
                  <a:lnTo>
                    <a:pt x="593" y="7388"/>
                  </a:lnTo>
                  <a:lnTo>
                    <a:pt x="553" y="7566"/>
                  </a:lnTo>
                  <a:lnTo>
                    <a:pt x="711" y="7467"/>
                  </a:lnTo>
                  <a:lnTo>
                    <a:pt x="751" y="7763"/>
                  </a:lnTo>
                  <a:lnTo>
                    <a:pt x="790" y="8079"/>
                  </a:lnTo>
                  <a:lnTo>
                    <a:pt x="849" y="8356"/>
                  </a:lnTo>
                  <a:lnTo>
                    <a:pt x="909" y="8593"/>
                  </a:lnTo>
                  <a:lnTo>
                    <a:pt x="909" y="8593"/>
                  </a:lnTo>
                  <a:lnTo>
                    <a:pt x="869" y="8553"/>
                  </a:lnTo>
                  <a:lnTo>
                    <a:pt x="849" y="8533"/>
                  </a:lnTo>
                  <a:lnTo>
                    <a:pt x="770" y="8395"/>
                  </a:lnTo>
                  <a:lnTo>
                    <a:pt x="731" y="8237"/>
                  </a:lnTo>
                  <a:lnTo>
                    <a:pt x="672" y="8059"/>
                  </a:lnTo>
                  <a:lnTo>
                    <a:pt x="711" y="8296"/>
                  </a:lnTo>
                  <a:lnTo>
                    <a:pt x="751" y="8533"/>
                  </a:lnTo>
                  <a:lnTo>
                    <a:pt x="830" y="8751"/>
                  </a:lnTo>
                  <a:lnTo>
                    <a:pt x="909" y="8948"/>
                  </a:lnTo>
                  <a:lnTo>
                    <a:pt x="988" y="9126"/>
                  </a:lnTo>
                  <a:lnTo>
                    <a:pt x="1086" y="9304"/>
                  </a:lnTo>
                  <a:lnTo>
                    <a:pt x="1205" y="9462"/>
                  </a:lnTo>
                  <a:lnTo>
                    <a:pt x="1304" y="9600"/>
                  </a:lnTo>
                  <a:lnTo>
                    <a:pt x="1304" y="9383"/>
                  </a:lnTo>
                  <a:lnTo>
                    <a:pt x="1304" y="9244"/>
                  </a:lnTo>
                  <a:lnTo>
                    <a:pt x="1284" y="8928"/>
                  </a:lnTo>
                  <a:lnTo>
                    <a:pt x="1383" y="9027"/>
                  </a:lnTo>
                  <a:lnTo>
                    <a:pt x="1442" y="9146"/>
                  </a:lnTo>
                  <a:lnTo>
                    <a:pt x="1462" y="9244"/>
                  </a:lnTo>
                  <a:lnTo>
                    <a:pt x="1462" y="9343"/>
                  </a:lnTo>
                  <a:lnTo>
                    <a:pt x="1462" y="9442"/>
                  </a:lnTo>
                  <a:lnTo>
                    <a:pt x="1462" y="9580"/>
                  </a:lnTo>
                  <a:lnTo>
                    <a:pt x="1521" y="9699"/>
                  </a:lnTo>
                  <a:lnTo>
                    <a:pt x="1600" y="9857"/>
                  </a:lnTo>
                  <a:lnTo>
                    <a:pt x="1560" y="9877"/>
                  </a:lnTo>
                  <a:lnTo>
                    <a:pt x="1442" y="9877"/>
                  </a:lnTo>
                  <a:lnTo>
                    <a:pt x="1402" y="9857"/>
                  </a:lnTo>
                  <a:lnTo>
                    <a:pt x="1383" y="9877"/>
                  </a:lnTo>
                  <a:lnTo>
                    <a:pt x="1343" y="9896"/>
                  </a:lnTo>
                  <a:lnTo>
                    <a:pt x="1304" y="9956"/>
                  </a:lnTo>
                  <a:lnTo>
                    <a:pt x="1442" y="10094"/>
                  </a:lnTo>
                  <a:lnTo>
                    <a:pt x="1580" y="10272"/>
                  </a:lnTo>
                  <a:lnTo>
                    <a:pt x="1718" y="10469"/>
                  </a:lnTo>
                  <a:lnTo>
                    <a:pt x="1778" y="10548"/>
                  </a:lnTo>
                  <a:lnTo>
                    <a:pt x="1857" y="10607"/>
                  </a:lnTo>
                  <a:lnTo>
                    <a:pt x="1817" y="10667"/>
                  </a:lnTo>
                  <a:lnTo>
                    <a:pt x="1778" y="10686"/>
                  </a:lnTo>
                  <a:lnTo>
                    <a:pt x="1699" y="10686"/>
                  </a:lnTo>
                  <a:lnTo>
                    <a:pt x="1639" y="10667"/>
                  </a:lnTo>
                  <a:lnTo>
                    <a:pt x="1541" y="10588"/>
                  </a:lnTo>
                  <a:lnTo>
                    <a:pt x="1462" y="10489"/>
                  </a:lnTo>
                  <a:lnTo>
                    <a:pt x="1363" y="10351"/>
                  </a:lnTo>
                  <a:lnTo>
                    <a:pt x="1264" y="10193"/>
                  </a:lnTo>
                  <a:lnTo>
                    <a:pt x="1244" y="10035"/>
                  </a:lnTo>
                  <a:lnTo>
                    <a:pt x="1185" y="9877"/>
                  </a:lnTo>
                  <a:lnTo>
                    <a:pt x="1027" y="9600"/>
                  </a:lnTo>
                  <a:lnTo>
                    <a:pt x="948" y="9442"/>
                  </a:lnTo>
                  <a:lnTo>
                    <a:pt x="889" y="9304"/>
                  </a:lnTo>
                  <a:lnTo>
                    <a:pt x="849" y="9165"/>
                  </a:lnTo>
                  <a:lnTo>
                    <a:pt x="849" y="9027"/>
                  </a:lnTo>
                  <a:lnTo>
                    <a:pt x="810" y="9264"/>
                  </a:lnTo>
                  <a:lnTo>
                    <a:pt x="711" y="8988"/>
                  </a:lnTo>
                  <a:lnTo>
                    <a:pt x="632" y="8731"/>
                  </a:lnTo>
                  <a:lnTo>
                    <a:pt x="576" y="8562"/>
                  </a:lnTo>
                  <a:lnTo>
                    <a:pt x="593" y="8731"/>
                  </a:lnTo>
                  <a:lnTo>
                    <a:pt x="593" y="8909"/>
                  </a:lnTo>
                  <a:lnTo>
                    <a:pt x="593" y="9205"/>
                  </a:lnTo>
                  <a:lnTo>
                    <a:pt x="593" y="9343"/>
                  </a:lnTo>
                  <a:lnTo>
                    <a:pt x="612" y="9462"/>
                  </a:lnTo>
                  <a:lnTo>
                    <a:pt x="652" y="9580"/>
                  </a:lnTo>
                  <a:lnTo>
                    <a:pt x="731" y="9699"/>
                  </a:lnTo>
                  <a:lnTo>
                    <a:pt x="711" y="9738"/>
                  </a:lnTo>
                  <a:lnTo>
                    <a:pt x="691" y="9778"/>
                  </a:lnTo>
                  <a:lnTo>
                    <a:pt x="672" y="9896"/>
                  </a:lnTo>
                  <a:lnTo>
                    <a:pt x="652" y="9936"/>
                  </a:lnTo>
                  <a:lnTo>
                    <a:pt x="632" y="9956"/>
                  </a:lnTo>
                  <a:lnTo>
                    <a:pt x="593" y="9936"/>
                  </a:lnTo>
                  <a:lnTo>
                    <a:pt x="533" y="9877"/>
                  </a:lnTo>
                  <a:lnTo>
                    <a:pt x="454" y="9679"/>
                  </a:lnTo>
                  <a:lnTo>
                    <a:pt x="395" y="9501"/>
                  </a:lnTo>
                  <a:lnTo>
                    <a:pt x="356" y="9383"/>
                  </a:lnTo>
                  <a:lnTo>
                    <a:pt x="336" y="9363"/>
                  </a:lnTo>
                  <a:lnTo>
                    <a:pt x="296" y="9343"/>
                  </a:lnTo>
                  <a:lnTo>
                    <a:pt x="336" y="9521"/>
                  </a:lnTo>
                  <a:lnTo>
                    <a:pt x="356" y="9640"/>
                  </a:lnTo>
                  <a:lnTo>
                    <a:pt x="395" y="9798"/>
                  </a:lnTo>
                  <a:lnTo>
                    <a:pt x="494" y="10054"/>
                  </a:lnTo>
                  <a:lnTo>
                    <a:pt x="573" y="10074"/>
                  </a:lnTo>
                  <a:lnTo>
                    <a:pt x="652" y="10133"/>
                  </a:lnTo>
                  <a:lnTo>
                    <a:pt x="830" y="10272"/>
                  </a:lnTo>
                  <a:lnTo>
                    <a:pt x="1244" y="10627"/>
                  </a:lnTo>
                  <a:lnTo>
                    <a:pt x="1422" y="10864"/>
                  </a:lnTo>
                  <a:lnTo>
                    <a:pt x="1600" y="11101"/>
                  </a:lnTo>
                  <a:lnTo>
                    <a:pt x="1738" y="11358"/>
                  </a:lnTo>
                  <a:lnTo>
                    <a:pt x="1857" y="11575"/>
                  </a:lnTo>
                  <a:lnTo>
                    <a:pt x="1679" y="11378"/>
                  </a:lnTo>
                  <a:lnTo>
                    <a:pt x="1501" y="11220"/>
                  </a:lnTo>
                  <a:lnTo>
                    <a:pt x="1422" y="11180"/>
                  </a:lnTo>
                  <a:lnTo>
                    <a:pt x="1363" y="11141"/>
                  </a:lnTo>
                  <a:lnTo>
                    <a:pt x="1304" y="11141"/>
                  </a:lnTo>
                  <a:lnTo>
                    <a:pt x="1284" y="11180"/>
                  </a:lnTo>
                  <a:lnTo>
                    <a:pt x="1363" y="11239"/>
                  </a:lnTo>
                  <a:lnTo>
                    <a:pt x="1422" y="11338"/>
                  </a:lnTo>
                  <a:lnTo>
                    <a:pt x="1541" y="11536"/>
                  </a:lnTo>
                  <a:lnTo>
                    <a:pt x="1580" y="11615"/>
                  </a:lnTo>
                  <a:lnTo>
                    <a:pt x="1620" y="11674"/>
                  </a:lnTo>
                  <a:lnTo>
                    <a:pt x="1639" y="11694"/>
                  </a:lnTo>
                  <a:lnTo>
                    <a:pt x="1659" y="11694"/>
                  </a:lnTo>
                  <a:lnTo>
                    <a:pt x="1699" y="11654"/>
                  </a:lnTo>
                  <a:lnTo>
                    <a:pt x="1896" y="11951"/>
                  </a:lnTo>
                  <a:lnTo>
                    <a:pt x="2114" y="12267"/>
                  </a:lnTo>
                  <a:lnTo>
                    <a:pt x="2212" y="12405"/>
                  </a:lnTo>
                  <a:lnTo>
                    <a:pt x="2272" y="12523"/>
                  </a:lnTo>
                  <a:lnTo>
                    <a:pt x="2311" y="12642"/>
                  </a:lnTo>
                  <a:lnTo>
                    <a:pt x="2311" y="12681"/>
                  </a:lnTo>
                  <a:lnTo>
                    <a:pt x="2291" y="12721"/>
                  </a:lnTo>
                  <a:lnTo>
                    <a:pt x="2173" y="12602"/>
                  </a:lnTo>
                  <a:lnTo>
                    <a:pt x="2074" y="12504"/>
                  </a:lnTo>
                  <a:lnTo>
                    <a:pt x="1896" y="12267"/>
                  </a:lnTo>
                  <a:lnTo>
                    <a:pt x="1738" y="12030"/>
                  </a:lnTo>
                  <a:lnTo>
                    <a:pt x="1659" y="11911"/>
                  </a:lnTo>
                  <a:lnTo>
                    <a:pt x="1560" y="11812"/>
                  </a:lnTo>
                  <a:lnTo>
                    <a:pt x="1600" y="11872"/>
                  </a:lnTo>
                  <a:lnTo>
                    <a:pt x="1620" y="11931"/>
                  </a:lnTo>
                  <a:lnTo>
                    <a:pt x="1600" y="11970"/>
                  </a:lnTo>
                  <a:lnTo>
                    <a:pt x="1560" y="11970"/>
                  </a:lnTo>
                  <a:lnTo>
                    <a:pt x="1284" y="11536"/>
                  </a:lnTo>
                  <a:lnTo>
                    <a:pt x="1284" y="11536"/>
                  </a:lnTo>
                  <a:lnTo>
                    <a:pt x="1402" y="11891"/>
                  </a:lnTo>
                  <a:lnTo>
                    <a:pt x="1481" y="12049"/>
                  </a:lnTo>
                  <a:lnTo>
                    <a:pt x="1659" y="12286"/>
                  </a:lnTo>
                  <a:lnTo>
                    <a:pt x="1659" y="12227"/>
                  </a:lnTo>
                  <a:lnTo>
                    <a:pt x="1659" y="12207"/>
                  </a:lnTo>
                  <a:lnTo>
                    <a:pt x="1679" y="12207"/>
                  </a:lnTo>
                  <a:lnTo>
                    <a:pt x="1936" y="12523"/>
                  </a:lnTo>
                  <a:lnTo>
                    <a:pt x="1817" y="12642"/>
                  </a:lnTo>
                  <a:lnTo>
                    <a:pt x="1936" y="12760"/>
                  </a:lnTo>
                  <a:lnTo>
                    <a:pt x="2054" y="12899"/>
                  </a:lnTo>
                  <a:lnTo>
                    <a:pt x="2331" y="13254"/>
                  </a:lnTo>
                  <a:lnTo>
                    <a:pt x="2489" y="13452"/>
                  </a:lnTo>
                  <a:lnTo>
                    <a:pt x="2647" y="13629"/>
                  </a:lnTo>
                  <a:lnTo>
                    <a:pt x="2844" y="13787"/>
                  </a:lnTo>
                  <a:lnTo>
                    <a:pt x="3042" y="13945"/>
                  </a:lnTo>
                  <a:lnTo>
                    <a:pt x="3042" y="13945"/>
                  </a:lnTo>
                  <a:lnTo>
                    <a:pt x="2983" y="13926"/>
                  </a:lnTo>
                  <a:lnTo>
                    <a:pt x="2983" y="13926"/>
                  </a:lnTo>
                  <a:lnTo>
                    <a:pt x="3121" y="14044"/>
                  </a:lnTo>
                  <a:lnTo>
                    <a:pt x="3239" y="14123"/>
                  </a:lnTo>
                  <a:lnTo>
                    <a:pt x="3378" y="14163"/>
                  </a:lnTo>
                  <a:lnTo>
                    <a:pt x="3496" y="14183"/>
                  </a:lnTo>
                  <a:lnTo>
                    <a:pt x="3634" y="14202"/>
                  </a:lnTo>
                  <a:lnTo>
                    <a:pt x="3753" y="14242"/>
                  </a:lnTo>
                  <a:lnTo>
                    <a:pt x="3911" y="14301"/>
                  </a:lnTo>
                  <a:lnTo>
                    <a:pt x="4069" y="14400"/>
                  </a:lnTo>
                  <a:lnTo>
                    <a:pt x="3970" y="14380"/>
                  </a:lnTo>
                  <a:lnTo>
                    <a:pt x="3950" y="14400"/>
                  </a:lnTo>
                  <a:lnTo>
                    <a:pt x="3911" y="14420"/>
                  </a:lnTo>
                  <a:lnTo>
                    <a:pt x="3891" y="14479"/>
                  </a:lnTo>
                  <a:lnTo>
                    <a:pt x="3871" y="14538"/>
                  </a:lnTo>
                  <a:lnTo>
                    <a:pt x="3970" y="14578"/>
                  </a:lnTo>
                  <a:lnTo>
                    <a:pt x="4049" y="14637"/>
                  </a:lnTo>
                  <a:lnTo>
                    <a:pt x="4168" y="14755"/>
                  </a:lnTo>
                  <a:lnTo>
                    <a:pt x="4247" y="14894"/>
                  </a:lnTo>
                  <a:lnTo>
                    <a:pt x="4385" y="15052"/>
                  </a:lnTo>
                  <a:lnTo>
                    <a:pt x="4326" y="14973"/>
                  </a:lnTo>
                  <a:lnTo>
                    <a:pt x="4346" y="14933"/>
                  </a:lnTo>
                  <a:lnTo>
                    <a:pt x="4365" y="14913"/>
                  </a:lnTo>
                  <a:lnTo>
                    <a:pt x="4523" y="14913"/>
                  </a:lnTo>
                  <a:lnTo>
                    <a:pt x="4543" y="14894"/>
                  </a:lnTo>
                  <a:lnTo>
                    <a:pt x="4504" y="14854"/>
                  </a:lnTo>
                  <a:lnTo>
                    <a:pt x="4523" y="14815"/>
                  </a:lnTo>
                  <a:lnTo>
                    <a:pt x="4642" y="14815"/>
                  </a:lnTo>
                  <a:lnTo>
                    <a:pt x="4721" y="14854"/>
                  </a:lnTo>
                  <a:lnTo>
                    <a:pt x="4839" y="14894"/>
                  </a:lnTo>
                  <a:lnTo>
                    <a:pt x="5076" y="15052"/>
                  </a:lnTo>
                  <a:lnTo>
                    <a:pt x="5274" y="15210"/>
                  </a:lnTo>
                  <a:lnTo>
                    <a:pt x="5254" y="15249"/>
                  </a:lnTo>
                  <a:lnTo>
                    <a:pt x="5234" y="15269"/>
                  </a:lnTo>
                  <a:lnTo>
                    <a:pt x="5155" y="15269"/>
                  </a:lnTo>
                  <a:lnTo>
                    <a:pt x="5037" y="15229"/>
                  </a:lnTo>
                  <a:lnTo>
                    <a:pt x="4899" y="15150"/>
                  </a:lnTo>
                  <a:lnTo>
                    <a:pt x="4780" y="15111"/>
                  </a:lnTo>
                  <a:lnTo>
                    <a:pt x="4701" y="15071"/>
                  </a:lnTo>
                  <a:lnTo>
                    <a:pt x="4662" y="15091"/>
                  </a:lnTo>
                  <a:lnTo>
                    <a:pt x="4662" y="15111"/>
                  </a:lnTo>
                  <a:lnTo>
                    <a:pt x="4662" y="15150"/>
                  </a:lnTo>
                  <a:lnTo>
                    <a:pt x="4701" y="15229"/>
                  </a:lnTo>
                  <a:lnTo>
                    <a:pt x="4780" y="15289"/>
                  </a:lnTo>
                  <a:lnTo>
                    <a:pt x="4839" y="15328"/>
                  </a:lnTo>
                  <a:lnTo>
                    <a:pt x="4958" y="15328"/>
                  </a:lnTo>
                  <a:lnTo>
                    <a:pt x="4958" y="15289"/>
                  </a:lnTo>
                  <a:lnTo>
                    <a:pt x="4938" y="15249"/>
                  </a:lnTo>
                  <a:lnTo>
                    <a:pt x="4899" y="15190"/>
                  </a:lnTo>
                  <a:lnTo>
                    <a:pt x="5373" y="15585"/>
                  </a:lnTo>
                  <a:lnTo>
                    <a:pt x="5590" y="15802"/>
                  </a:lnTo>
                  <a:lnTo>
                    <a:pt x="5669" y="15901"/>
                  </a:lnTo>
                  <a:lnTo>
                    <a:pt x="5748" y="16000"/>
                  </a:lnTo>
                  <a:lnTo>
                    <a:pt x="5886" y="16039"/>
                  </a:lnTo>
                  <a:lnTo>
                    <a:pt x="6005" y="16079"/>
                  </a:lnTo>
                  <a:lnTo>
                    <a:pt x="6202" y="16158"/>
                  </a:lnTo>
                  <a:lnTo>
                    <a:pt x="6380" y="16217"/>
                  </a:lnTo>
                  <a:lnTo>
                    <a:pt x="6597" y="16217"/>
                  </a:lnTo>
                  <a:lnTo>
                    <a:pt x="6538" y="16177"/>
                  </a:lnTo>
                  <a:lnTo>
                    <a:pt x="6479" y="16177"/>
                  </a:lnTo>
                  <a:lnTo>
                    <a:pt x="6360" y="16158"/>
                  </a:lnTo>
                  <a:lnTo>
                    <a:pt x="6301" y="16138"/>
                  </a:lnTo>
                  <a:lnTo>
                    <a:pt x="6261" y="16118"/>
                  </a:lnTo>
                  <a:lnTo>
                    <a:pt x="6202" y="16079"/>
                  </a:lnTo>
                  <a:lnTo>
                    <a:pt x="6123" y="16000"/>
                  </a:lnTo>
                  <a:lnTo>
                    <a:pt x="6479" y="16039"/>
                  </a:lnTo>
                  <a:lnTo>
                    <a:pt x="6597" y="16118"/>
                  </a:lnTo>
                  <a:lnTo>
                    <a:pt x="6696" y="16197"/>
                  </a:lnTo>
                  <a:lnTo>
                    <a:pt x="6874" y="16395"/>
                  </a:lnTo>
                  <a:lnTo>
                    <a:pt x="7032" y="16553"/>
                  </a:lnTo>
                  <a:lnTo>
                    <a:pt x="7190" y="16711"/>
                  </a:lnTo>
                  <a:lnTo>
                    <a:pt x="7190" y="16711"/>
                  </a:lnTo>
                  <a:lnTo>
                    <a:pt x="6913" y="16612"/>
                  </a:lnTo>
                  <a:lnTo>
                    <a:pt x="6953" y="16592"/>
                  </a:lnTo>
                  <a:lnTo>
                    <a:pt x="6894" y="16573"/>
                  </a:lnTo>
                  <a:lnTo>
                    <a:pt x="6834" y="16553"/>
                  </a:lnTo>
                  <a:lnTo>
                    <a:pt x="6696" y="16494"/>
                  </a:lnTo>
                  <a:lnTo>
                    <a:pt x="6577" y="16454"/>
                  </a:lnTo>
                  <a:lnTo>
                    <a:pt x="6518" y="16454"/>
                  </a:lnTo>
                  <a:lnTo>
                    <a:pt x="6498" y="16474"/>
                  </a:lnTo>
                  <a:lnTo>
                    <a:pt x="6617" y="16494"/>
                  </a:lnTo>
                  <a:lnTo>
                    <a:pt x="6696" y="16533"/>
                  </a:lnTo>
                  <a:lnTo>
                    <a:pt x="6854" y="16632"/>
                  </a:lnTo>
                  <a:lnTo>
                    <a:pt x="7012" y="16731"/>
                  </a:lnTo>
                  <a:lnTo>
                    <a:pt x="7111" y="16790"/>
                  </a:lnTo>
                  <a:lnTo>
                    <a:pt x="7229" y="16829"/>
                  </a:lnTo>
                  <a:lnTo>
                    <a:pt x="7190" y="16829"/>
                  </a:lnTo>
                  <a:lnTo>
                    <a:pt x="7387" y="16928"/>
                  </a:lnTo>
                  <a:lnTo>
                    <a:pt x="7545" y="17047"/>
                  </a:lnTo>
                  <a:lnTo>
                    <a:pt x="7684" y="17165"/>
                  </a:lnTo>
                  <a:lnTo>
                    <a:pt x="7802" y="17303"/>
                  </a:lnTo>
                  <a:lnTo>
                    <a:pt x="7921" y="17402"/>
                  </a:lnTo>
                  <a:lnTo>
                    <a:pt x="8039" y="17501"/>
                  </a:lnTo>
                  <a:lnTo>
                    <a:pt x="8177" y="17540"/>
                  </a:lnTo>
                  <a:lnTo>
                    <a:pt x="8256" y="17560"/>
                  </a:lnTo>
                  <a:lnTo>
                    <a:pt x="8335" y="17560"/>
                  </a:lnTo>
                  <a:lnTo>
                    <a:pt x="8276" y="17481"/>
                  </a:lnTo>
                  <a:lnTo>
                    <a:pt x="8217" y="17402"/>
                  </a:lnTo>
                  <a:lnTo>
                    <a:pt x="8217" y="17303"/>
                  </a:lnTo>
                  <a:lnTo>
                    <a:pt x="8217" y="17284"/>
                  </a:lnTo>
                  <a:lnTo>
                    <a:pt x="8237" y="17264"/>
                  </a:lnTo>
                  <a:lnTo>
                    <a:pt x="8276" y="17323"/>
                  </a:lnTo>
                  <a:lnTo>
                    <a:pt x="8316" y="17382"/>
                  </a:lnTo>
                  <a:lnTo>
                    <a:pt x="8434" y="17481"/>
                  </a:lnTo>
                  <a:lnTo>
                    <a:pt x="8533" y="17580"/>
                  </a:lnTo>
                  <a:lnTo>
                    <a:pt x="8553" y="17619"/>
                  </a:lnTo>
                  <a:lnTo>
                    <a:pt x="8533" y="17659"/>
                  </a:lnTo>
                  <a:lnTo>
                    <a:pt x="8434" y="17619"/>
                  </a:lnTo>
                  <a:lnTo>
                    <a:pt x="8750" y="17876"/>
                  </a:lnTo>
                  <a:lnTo>
                    <a:pt x="8869" y="17975"/>
                  </a:lnTo>
                  <a:lnTo>
                    <a:pt x="8967" y="18014"/>
                  </a:lnTo>
                  <a:lnTo>
                    <a:pt x="9046" y="17975"/>
                  </a:lnTo>
                  <a:lnTo>
                    <a:pt x="9106" y="17935"/>
                  </a:lnTo>
                  <a:lnTo>
                    <a:pt x="9145" y="17935"/>
                  </a:lnTo>
                  <a:lnTo>
                    <a:pt x="9185" y="17916"/>
                  </a:lnTo>
                  <a:lnTo>
                    <a:pt x="9244" y="17935"/>
                  </a:lnTo>
                  <a:lnTo>
                    <a:pt x="9323" y="17955"/>
                  </a:lnTo>
                  <a:lnTo>
                    <a:pt x="9461" y="18093"/>
                  </a:lnTo>
                  <a:lnTo>
                    <a:pt x="9481" y="18133"/>
                  </a:lnTo>
                  <a:lnTo>
                    <a:pt x="9481" y="18153"/>
                  </a:lnTo>
                  <a:lnTo>
                    <a:pt x="9461" y="18172"/>
                  </a:lnTo>
                  <a:lnTo>
                    <a:pt x="9442" y="18192"/>
                  </a:lnTo>
                  <a:lnTo>
                    <a:pt x="9284" y="18192"/>
                  </a:lnTo>
                  <a:lnTo>
                    <a:pt x="9224" y="18212"/>
                  </a:lnTo>
                  <a:lnTo>
                    <a:pt x="9205" y="18232"/>
                  </a:lnTo>
                  <a:lnTo>
                    <a:pt x="9205" y="18271"/>
                  </a:lnTo>
                  <a:lnTo>
                    <a:pt x="9224" y="18311"/>
                  </a:lnTo>
                  <a:lnTo>
                    <a:pt x="9264" y="18350"/>
                  </a:lnTo>
                  <a:lnTo>
                    <a:pt x="9876" y="18607"/>
                  </a:lnTo>
                  <a:lnTo>
                    <a:pt x="9955" y="18785"/>
                  </a:lnTo>
                  <a:lnTo>
                    <a:pt x="10113" y="18884"/>
                  </a:lnTo>
                  <a:lnTo>
                    <a:pt x="10271" y="18982"/>
                  </a:lnTo>
                  <a:lnTo>
                    <a:pt x="10449" y="19061"/>
                  </a:lnTo>
                  <a:lnTo>
                    <a:pt x="10627" y="19121"/>
                  </a:lnTo>
                  <a:lnTo>
                    <a:pt x="10982" y="19239"/>
                  </a:lnTo>
                  <a:lnTo>
                    <a:pt x="11338" y="19318"/>
                  </a:lnTo>
                  <a:lnTo>
                    <a:pt x="11911" y="19377"/>
                  </a:lnTo>
                  <a:lnTo>
                    <a:pt x="12108" y="19417"/>
                  </a:lnTo>
                  <a:lnTo>
                    <a:pt x="12227" y="19456"/>
                  </a:lnTo>
                  <a:lnTo>
                    <a:pt x="12187" y="19516"/>
                  </a:lnTo>
                  <a:lnTo>
                    <a:pt x="12148" y="19535"/>
                  </a:lnTo>
                  <a:lnTo>
                    <a:pt x="12088" y="19555"/>
                  </a:lnTo>
                  <a:lnTo>
                    <a:pt x="12029" y="19575"/>
                  </a:lnTo>
                  <a:lnTo>
                    <a:pt x="11851" y="19555"/>
                  </a:lnTo>
                  <a:lnTo>
                    <a:pt x="11674" y="19516"/>
                  </a:lnTo>
                  <a:lnTo>
                    <a:pt x="11753" y="19595"/>
                  </a:lnTo>
                  <a:lnTo>
                    <a:pt x="11832" y="19634"/>
                  </a:lnTo>
                  <a:lnTo>
                    <a:pt x="11970" y="19674"/>
                  </a:lnTo>
                  <a:lnTo>
                    <a:pt x="12069" y="19693"/>
                  </a:lnTo>
                  <a:lnTo>
                    <a:pt x="12088" y="19693"/>
                  </a:lnTo>
                  <a:lnTo>
                    <a:pt x="12088" y="19733"/>
                  </a:lnTo>
                  <a:lnTo>
                    <a:pt x="12167" y="19772"/>
                  </a:lnTo>
                  <a:lnTo>
                    <a:pt x="12286" y="19812"/>
                  </a:lnTo>
                  <a:lnTo>
                    <a:pt x="12404" y="19832"/>
                  </a:lnTo>
                  <a:lnTo>
                    <a:pt x="12444" y="19812"/>
                  </a:lnTo>
                  <a:lnTo>
                    <a:pt x="12464" y="19772"/>
                  </a:lnTo>
                  <a:lnTo>
                    <a:pt x="12562" y="19851"/>
                  </a:lnTo>
                  <a:lnTo>
                    <a:pt x="12641" y="19930"/>
                  </a:lnTo>
                  <a:lnTo>
                    <a:pt x="12661" y="19990"/>
                  </a:lnTo>
                  <a:lnTo>
                    <a:pt x="12681" y="20029"/>
                  </a:lnTo>
                  <a:lnTo>
                    <a:pt x="12681" y="20069"/>
                  </a:lnTo>
                  <a:lnTo>
                    <a:pt x="12661" y="20088"/>
                  </a:lnTo>
                  <a:lnTo>
                    <a:pt x="12641" y="20108"/>
                  </a:lnTo>
                  <a:lnTo>
                    <a:pt x="12641" y="20128"/>
                  </a:lnTo>
                  <a:lnTo>
                    <a:pt x="12740" y="20148"/>
                  </a:lnTo>
                  <a:lnTo>
                    <a:pt x="12859" y="20207"/>
                  </a:lnTo>
                  <a:lnTo>
                    <a:pt x="12997" y="20286"/>
                  </a:lnTo>
                  <a:lnTo>
                    <a:pt x="13135" y="20385"/>
                  </a:lnTo>
                  <a:lnTo>
                    <a:pt x="13412" y="20602"/>
                  </a:lnTo>
                  <a:lnTo>
                    <a:pt x="13570" y="20701"/>
                  </a:lnTo>
                  <a:lnTo>
                    <a:pt x="13708" y="20780"/>
                  </a:lnTo>
                  <a:lnTo>
                    <a:pt x="13668" y="20878"/>
                  </a:lnTo>
                  <a:lnTo>
                    <a:pt x="13965" y="20997"/>
                  </a:lnTo>
                  <a:lnTo>
                    <a:pt x="14261" y="21116"/>
                  </a:lnTo>
                  <a:lnTo>
                    <a:pt x="14261" y="21116"/>
                  </a:lnTo>
                  <a:lnTo>
                    <a:pt x="14222" y="21076"/>
                  </a:lnTo>
                  <a:lnTo>
                    <a:pt x="14222" y="21056"/>
                  </a:lnTo>
                  <a:lnTo>
                    <a:pt x="14222" y="21036"/>
                  </a:lnTo>
                  <a:lnTo>
                    <a:pt x="14241" y="21017"/>
                  </a:lnTo>
                  <a:lnTo>
                    <a:pt x="14301" y="20997"/>
                  </a:lnTo>
                  <a:lnTo>
                    <a:pt x="14340" y="20957"/>
                  </a:lnTo>
                  <a:lnTo>
                    <a:pt x="14478" y="21036"/>
                  </a:lnTo>
                  <a:lnTo>
                    <a:pt x="14478" y="21036"/>
                  </a:lnTo>
                  <a:lnTo>
                    <a:pt x="14399" y="20938"/>
                  </a:lnTo>
                  <a:lnTo>
                    <a:pt x="14301" y="20859"/>
                  </a:lnTo>
                  <a:lnTo>
                    <a:pt x="14123" y="20720"/>
                  </a:lnTo>
                  <a:lnTo>
                    <a:pt x="13905" y="20582"/>
                  </a:lnTo>
                  <a:lnTo>
                    <a:pt x="13668" y="20464"/>
                  </a:lnTo>
                  <a:lnTo>
                    <a:pt x="13451" y="20325"/>
                  </a:lnTo>
                  <a:lnTo>
                    <a:pt x="13234" y="20187"/>
                  </a:lnTo>
                  <a:lnTo>
                    <a:pt x="13155" y="20088"/>
                  </a:lnTo>
                  <a:lnTo>
                    <a:pt x="13076" y="19990"/>
                  </a:lnTo>
                  <a:lnTo>
                    <a:pt x="12997" y="19891"/>
                  </a:lnTo>
                  <a:lnTo>
                    <a:pt x="12957" y="19772"/>
                  </a:lnTo>
                  <a:lnTo>
                    <a:pt x="12997" y="19792"/>
                  </a:lnTo>
                  <a:lnTo>
                    <a:pt x="13036" y="19792"/>
                  </a:lnTo>
                  <a:lnTo>
                    <a:pt x="13036" y="19772"/>
                  </a:lnTo>
                  <a:lnTo>
                    <a:pt x="13036" y="19753"/>
                  </a:lnTo>
                  <a:lnTo>
                    <a:pt x="13056" y="19733"/>
                  </a:lnTo>
                  <a:lnTo>
                    <a:pt x="13096" y="19733"/>
                  </a:lnTo>
                  <a:lnTo>
                    <a:pt x="13135" y="19753"/>
                  </a:lnTo>
                  <a:lnTo>
                    <a:pt x="13234" y="19871"/>
                  </a:lnTo>
                  <a:lnTo>
                    <a:pt x="13254" y="19911"/>
                  </a:lnTo>
                  <a:lnTo>
                    <a:pt x="13254" y="19930"/>
                  </a:lnTo>
                  <a:lnTo>
                    <a:pt x="13451" y="19950"/>
                  </a:lnTo>
                  <a:lnTo>
                    <a:pt x="13471" y="19950"/>
                  </a:lnTo>
                  <a:lnTo>
                    <a:pt x="13471" y="19930"/>
                  </a:lnTo>
                  <a:lnTo>
                    <a:pt x="13352" y="19832"/>
                  </a:lnTo>
                  <a:lnTo>
                    <a:pt x="13392" y="19812"/>
                  </a:lnTo>
                  <a:lnTo>
                    <a:pt x="13431" y="19792"/>
                  </a:lnTo>
                  <a:lnTo>
                    <a:pt x="13530" y="19812"/>
                  </a:lnTo>
                  <a:lnTo>
                    <a:pt x="13649" y="19851"/>
                  </a:lnTo>
                  <a:lnTo>
                    <a:pt x="13767" y="19930"/>
                  </a:lnTo>
                  <a:lnTo>
                    <a:pt x="14064" y="20108"/>
                  </a:lnTo>
                  <a:lnTo>
                    <a:pt x="14222" y="20207"/>
                  </a:lnTo>
                  <a:lnTo>
                    <a:pt x="14380" y="20286"/>
                  </a:lnTo>
                  <a:lnTo>
                    <a:pt x="14419" y="20365"/>
                  </a:lnTo>
                  <a:lnTo>
                    <a:pt x="14419" y="20385"/>
                  </a:lnTo>
                  <a:lnTo>
                    <a:pt x="14399" y="20404"/>
                  </a:lnTo>
                  <a:lnTo>
                    <a:pt x="14320" y="20404"/>
                  </a:lnTo>
                  <a:lnTo>
                    <a:pt x="14222" y="20385"/>
                  </a:lnTo>
                  <a:lnTo>
                    <a:pt x="13965" y="20306"/>
                  </a:lnTo>
                  <a:lnTo>
                    <a:pt x="13846" y="20246"/>
                  </a:lnTo>
                  <a:lnTo>
                    <a:pt x="13747" y="20227"/>
                  </a:lnTo>
                  <a:lnTo>
                    <a:pt x="13747" y="20227"/>
                  </a:lnTo>
                  <a:lnTo>
                    <a:pt x="13866" y="20286"/>
                  </a:lnTo>
                  <a:lnTo>
                    <a:pt x="13985" y="20325"/>
                  </a:lnTo>
                  <a:lnTo>
                    <a:pt x="14103" y="20404"/>
                  </a:lnTo>
                  <a:lnTo>
                    <a:pt x="14222" y="20503"/>
                  </a:lnTo>
                  <a:lnTo>
                    <a:pt x="14083" y="20602"/>
                  </a:lnTo>
                  <a:lnTo>
                    <a:pt x="14261" y="20681"/>
                  </a:lnTo>
                  <a:lnTo>
                    <a:pt x="14360" y="20701"/>
                  </a:lnTo>
                  <a:lnTo>
                    <a:pt x="14419" y="20701"/>
                  </a:lnTo>
                  <a:lnTo>
                    <a:pt x="14439" y="20681"/>
                  </a:lnTo>
                  <a:lnTo>
                    <a:pt x="14439" y="20582"/>
                  </a:lnTo>
                  <a:lnTo>
                    <a:pt x="14459" y="20543"/>
                  </a:lnTo>
                  <a:lnTo>
                    <a:pt x="14518" y="20503"/>
                  </a:lnTo>
                  <a:lnTo>
                    <a:pt x="14597" y="20483"/>
                  </a:lnTo>
                  <a:lnTo>
                    <a:pt x="14696" y="20503"/>
                  </a:lnTo>
                  <a:lnTo>
                    <a:pt x="14775" y="20562"/>
                  </a:lnTo>
                  <a:lnTo>
                    <a:pt x="14854" y="20622"/>
                  </a:lnTo>
                  <a:lnTo>
                    <a:pt x="15012" y="20760"/>
                  </a:lnTo>
                  <a:lnTo>
                    <a:pt x="15071" y="20799"/>
                  </a:lnTo>
                  <a:lnTo>
                    <a:pt x="15130" y="20839"/>
                  </a:lnTo>
                  <a:lnTo>
                    <a:pt x="15130" y="20839"/>
                  </a:lnTo>
                  <a:lnTo>
                    <a:pt x="14952" y="20799"/>
                  </a:lnTo>
                  <a:lnTo>
                    <a:pt x="15091" y="20878"/>
                  </a:lnTo>
                  <a:lnTo>
                    <a:pt x="15209" y="20938"/>
                  </a:lnTo>
                  <a:lnTo>
                    <a:pt x="15328" y="20977"/>
                  </a:lnTo>
                  <a:lnTo>
                    <a:pt x="15426" y="20997"/>
                  </a:lnTo>
                  <a:lnTo>
                    <a:pt x="15644" y="21036"/>
                  </a:lnTo>
                  <a:lnTo>
                    <a:pt x="15762" y="21056"/>
                  </a:lnTo>
                  <a:lnTo>
                    <a:pt x="15900" y="21116"/>
                  </a:lnTo>
                  <a:lnTo>
                    <a:pt x="16039" y="21293"/>
                  </a:lnTo>
                  <a:lnTo>
                    <a:pt x="15881" y="21195"/>
                  </a:lnTo>
                  <a:lnTo>
                    <a:pt x="15742" y="21155"/>
                  </a:lnTo>
                  <a:lnTo>
                    <a:pt x="15604" y="21135"/>
                  </a:lnTo>
                  <a:lnTo>
                    <a:pt x="15486" y="21135"/>
                  </a:lnTo>
                  <a:lnTo>
                    <a:pt x="15387" y="21155"/>
                  </a:lnTo>
                  <a:lnTo>
                    <a:pt x="15288" y="21155"/>
                  </a:lnTo>
                  <a:lnTo>
                    <a:pt x="15189" y="21135"/>
                  </a:lnTo>
                  <a:lnTo>
                    <a:pt x="15091" y="21076"/>
                  </a:lnTo>
                  <a:lnTo>
                    <a:pt x="15091" y="21076"/>
                  </a:lnTo>
                  <a:lnTo>
                    <a:pt x="15268" y="21214"/>
                  </a:lnTo>
                  <a:lnTo>
                    <a:pt x="15308" y="21274"/>
                  </a:lnTo>
                  <a:lnTo>
                    <a:pt x="15308" y="21313"/>
                  </a:lnTo>
                  <a:lnTo>
                    <a:pt x="15308" y="21333"/>
                  </a:lnTo>
                  <a:lnTo>
                    <a:pt x="15268" y="21353"/>
                  </a:lnTo>
                  <a:lnTo>
                    <a:pt x="15150" y="21372"/>
                  </a:lnTo>
                  <a:lnTo>
                    <a:pt x="14992" y="21372"/>
                  </a:lnTo>
                  <a:lnTo>
                    <a:pt x="14794" y="21353"/>
                  </a:lnTo>
                  <a:lnTo>
                    <a:pt x="14498" y="21313"/>
                  </a:lnTo>
                  <a:lnTo>
                    <a:pt x="14735" y="21432"/>
                  </a:lnTo>
                  <a:lnTo>
                    <a:pt x="14933" y="21530"/>
                  </a:lnTo>
                  <a:lnTo>
                    <a:pt x="15110" y="21649"/>
                  </a:lnTo>
                  <a:lnTo>
                    <a:pt x="15249" y="21767"/>
                  </a:lnTo>
                  <a:lnTo>
                    <a:pt x="15466" y="21787"/>
                  </a:lnTo>
                  <a:lnTo>
                    <a:pt x="15663" y="21827"/>
                  </a:lnTo>
                  <a:lnTo>
                    <a:pt x="16039" y="21985"/>
                  </a:lnTo>
                  <a:lnTo>
                    <a:pt x="16236" y="22044"/>
                  </a:lnTo>
                  <a:lnTo>
                    <a:pt x="16414" y="22083"/>
                  </a:lnTo>
                  <a:lnTo>
                    <a:pt x="16612" y="22103"/>
                  </a:lnTo>
                  <a:lnTo>
                    <a:pt x="16730" y="22103"/>
                  </a:lnTo>
                  <a:lnTo>
                    <a:pt x="16829" y="22083"/>
                  </a:lnTo>
                  <a:lnTo>
                    <a:pt x="16888" y="22103"/>
                  </a:lnTo>
                  <a:lnTo>
                    <a:pt x="16888" y="22123"/>
                  </a:lnTo>
                  <a:lnTo>
                    <a:pt x="16868" y="22143"/>
                  </a:lnTo>
                  <a:lnTo>
                    <a:pt x="16829" y="22143"/>
                  </a:lnTo>
                  <a:lnTo>
                    <a:pt x="16750" y="22162"/>
                  </a:lnTo>
                  <a:lnTo>
                    <a:pt x="16770" y="22182"/>
                  </a:lnTo>
                  <a:lnTo>
                    <a:pt x="16849" y="22202"/>
                  </a:lnTo>
                  <a:lnTo>
                    <a:pt x="17244" y="22281"/>
                  </a:lnTo>
                  <a:lnTo>
                    <a:pt x="17461" y="22320"/>
                  </a:lnTo>
                  <a:lnTo>
                    <a:pt x="17658" y="22340"/>
                  </a:lnTo>
                  <a:lnTo>
                    <a:pt x="18073" y="22340"/>
                  </a:lnTo>
                  <a:lnTo>
                    <a:pt x="18271" y="22320"/>
                  </a:lnTo>
                  <a:lnTo>
                    <a:pt x="18310" y="22281"/>
                  </a:lnTo>
                  <a:lnTo>
                    <a:pt x="18330" y="22301"/>
                  </a:lnTo>
                  <a:lnTo>
                    <a:pt x="18330" y="22340"/>
                  </a:lnTo>
                  <a:lnTo>
                    <a:pt x="18310" y="22439"/>
                  </a:lnTo>
                  <a:lnTo>
                    <a:pt x="18330" y="22459"/>
                  </a:lnTo>
                  <a:lnTo>
                    <a:pt x="18350" y="22459"/>
                  </a:lnTo>
                  <a:lnTo>
                    <a:pt x="18389" y="22439"/>
                  </a:lnTo>
                  <a:lnTo>
                    <a:pt x="18508" y="22439"/>
                  </a:lnTo>
                  <a:lnTo>
                    <a:pt x="18567" y="22498"/>
                  </a:lnTo>
                  <a:lnTo>
                    <a:pt x="18606" y="22538"/>
                  </a:lnTo>
                  <a:lnTo>
                    <a:pt x="18685" y="22656"/>
                  </a:lnTo>
                  <a:lnTo>
                    <a:pt x="18883" y="22972"/>
                  </a:lnTo>
                  <a:lnTo>
                    <a:pt x="19120" y="23308"/>
                  </a:lnTo>
                  <a:lnTo>
                    <a:pt x="19397" y="23683"/>
                  </a:lnTo>
                  <a:lnTo>
                    <a:pt x="19160" y="23545"/>
                  </a:lnTo>
                  <a:lnTo>
                    <a:pt x="19160" y="23545"/>
                  </a:lnTo>
                  <a:lnTo>
                    <a:pt x="19318" y="23743"/>
                  </a:lnTo>
                  <a:lnTo>
                    <a:pt x="19456" y="23940"/>
                  </a:lnTo>
                  <a:lnTo>
                    <a:pt x="19614" y="24059"/>
                  </a:lnTo>
                  <a:lnTo>
                    <a:pt x="19693" y="24098"/>
                  </a:lnTo>
                  <a:lnTo>
                    <a:pt x="19772" y="24118"/>
                  </a:lnTo>
                  <a:lnTo>
                    <a:pt x="19811" y="24217"/>
                  </a:lnTo>
                  <a:lnTo>
                    <a:pt x="19871" y="24315"/>
                  </a:lnTo>
                  <a:lnTo>
                    <a:pt x="19950" y="24394"/>
                  </a:lnTo>
                  <a:lnTo>
                    <a:pt x="20029" y="24473"/>
                  </a:lnTo>
                  <a:lnTo>
                    <a:pt x="20266" y="24631"/>
                  </a:lnTo>
                  <a:lnTo>
                    <a:pt x="20503" y="24770"/>
                  </a:lnTo>
                  <a:lnTo>
                    <a:pt x="20759" y="24908"/>
                  </a:lnTo>
                  <a:lnTo>
                    <a:pt x="21016" y="25046"/>
                  </a:lnTo>
                  <a:lnTo>
                    <a:pt x="21233" y="25184"/>
                  </a:lnTo>
                  <a:lnTo>
                    <a:pt x="21332" y="25283"/>
                  </a:lnTo>
                  <a:lnTo>
                    <a:pt x="21411" y="25362"/>
                  </a:lnTo>
                  <a:lnTo>
                    <a:pt x="21629" y="25461"/>
                  </a:lnTo>
                  <a:lnTo>
                    <a:pt x="21826" y="25540"/>
                  </a:lnTo>
                  <a:lnTo>
                    <a:pt x="21984" y="25560"/>
                  </a:lnTo>
                  <a:lnTo>
                    <a:pt x="22122" y="25560"/>
                  </a:lnTo>
                  <a:lnTo>
                    <a:pt x="22399" y="25540"/>
                  </a:lnTo>
                  <a:lnTo>
                    <a:pt x="22557" y="25540"/>
                  </a:lnTo>
                  <a:lnTo>
                    <a:pt x="22754" y="25579"/>
                  </a:lnTo>
                  <a:lnTo>
                    <a:pt x="22715" y="25619"/>
                  </a:lnTo>
                  <a:lnTo>
                    <a:pt x="22675" y="25678"/>
                  </a:lnTo>
                  <a:lnTo>
                    <a:pt x="22675" y="25718"/>
                  </a:lnTo>
                  <a:lnTo>
                    <a:pt x="22675" y="25737"/>
                  </a:lnTo>
                  <a:lnTo>
                    <a:pt x="22735" y="25777"/>
                  </a:lnTo>
                  <a:lnTo>
                    <a:pt x="22814" y="25816"/>
                  </a:lnTo>
                  <a:lnTo>
                    <a:pt x="23169" y="25856"/>
                  </a:lnTo>
                  <a:lnTo>
                    <a:pt x="23525" y="25876"/>
                  </a:lnTo>
                  <a:lnTo>
                    <a:pt x="23880" y="25876"/>
                  </a:lnTo>
                  <a:lnTo>
                    <a:pt x="24236" y="25856"/>
                  </a:lnTo>
                  <a:lnTo>
                    <a:pt x="24572" y="25816"/>
                  </a:lnTo>
                  <a:lnTo>
                    <a:pt x="24907" y="25777"/>
                  </a:lnTo>
                  <a:lnTo>
                    <a:pt x="25243" y="25718"/>
                  </a:lnTo>
                  <a:lnTo>
                    <a:pt x="25559" y="25619"/>
                  </a:lnTo>
                  <a:lnTo>
                    <a:pt x="25895" y="25520"/>
                  </a:lnTo>
                  <a:lnTo>
                    <a:pt x="26211" y="25421"/>
                  </a:lnTo>
                  <a:lnTo>
                    <a:pt x="26527" y="25283"/>
                  </a:lnTo>
                  <a:lnTo>
                    <a:pt x="26823" y="25145"/>
                  </a:lnTo>
                  <a:lnTo>
                    <a:pt x="27139" y="24987"/>
                  </a:lnTo>
                  <a:lnTo>
                    <a:pt x="27436" y="24809"/>
                  </a:lnTo>
                  <a:lnTo>
                    <a:pt x="27732" y="24612"/>
                  </a:lnTo>
                  <a:lnTo>
                    <a:pt x="28028" y="24394"/>
                  </a:lnTo>
                  <a:lnTo>
                    <a:pt x="28008" y="24434"/>
                  </a:lnTo>
                  <a:lnTo>
                    <a:pt x="27989" y="24473"/>
                  </a:lnTo>
                  <a:lnTo>
                    <a:pt x="27910" y="24533"/>
                  </a:lnTo>
                  <a:lnTo>
                    <a:pt x="28107" y="24394"/>
                  </a:lnTo>
                  <a:lnTo>
                    <a:pt x="28305" y="24256"/>
                  </a:lnTo>
                  <a:lnTo>
                    <a:pt x="28641" y="23940"/>
                  </a:lnTo>
                  <a:lnTo>
                    <a:pt x="28937" y="23604"/>
                  </a:lnTo>
                  <a:lnTo>
                    <a:pt x="29233" y="23249"/>
                  </a:lnTo>
                  <a:lnTo>
                    <a:pt x="29470" y="22913"/>
                  </a:lnTo>
                  <a:lnTo>
                    <a:pt x="29707" y="22557"/>
                  </a:lnTo>
                  <a:lnTo>
                    <a:pt x="30161" y="21925"/>
                  </a:lnTo>
                  <a:lnTo>
                    <a:pt x="30240" y="21728"/>
                  </a:lnTo>
                  <a:lnTo>
                    <a:pt x="30319" y="21511"/>
                  </a:lnTo>
                  <a:lnTo>
                    <a:pt x="30339" y="21412"/>
                  </a:lnTo>
                  <a:lnTo>
                    <a:pt x="30339" y="21333"/>
                  </a:lnTo>
                  <a:lnTo>
                    <a:pt x="30319" y="21293"/>
                  </a:lnTo>
                  <a:lnTo>
                    <a:pt x="30260" y="21313"/>
                  </a:lnTo>
                  <a:lnTo>
                    <a:pt x="30221" y="21372"/>
                  </a:lnTo>
                  <a:lnTo>
                    <a:pt x="30181" y="21412"/>
                  </a:lnTo>
                  <a:lnTo>
                    <a:pt x="30122" y="21432"/>
                  </a:lnTo>
                  <a:lnTo>
                    <a:pt x="30082" y="21451"/>
                  </a:lnTo>
                  <a:lnTo>
                    <a:pt x="29984" y="21432"/>
                  </a:lnTo>
                  <a:lnTo>
                    <a:pt x="29924" y="21392"/>
                  </a:lnTo>
                  <a:lnTo>
                    <a:pt x="30023" y="21155"/>
                  </a:lnTo>
                  <a:lnTo>
                    <a:pt x="30102" y="21017"/>
                  </a:lnTo>
                  <a:lnTo>
                    <a:pt x="30181" y="20938"/>
                  </a:lnTo>
                  <a:lnTo>
                    <a:pt x="30240" y="20898"/>
                  </a:lnTo>
                  <a:lnTo>
                    <a:pt x="30319" y="20878"/>
                  </a:lnTo>
                  <a:lnTo>
                    <a:pt x="30379" y="20839"/>
                  </a:lnTo>
                  <a:lnTo>
                    <a:pt x="30438" y="20740"/>
                  </a:lnTo>
                  <a:lnTo>
                    <a:pt x="30517" y="20602"/>
                  </a:lnTo>
                  <a:lnTo>
                    <a:pt x="30596" y="20582"/>
                  </a:lnTo>
                  <a:lnTo>
                    <a:pt x="30616" y="20602"/>
                  </a:lnTo>
                  <a:lnTo>
                    <a:pt x="30635" y="20622"/>
                  </a:lnTo>
                  <a:lnTo>
                    <a:pt x="30635" y="20681"/>
                  </a:lnTo>
                  <a:lnTo>
                    <a:pt x="30635" y="20760"/>
                  </a:lnTo>
                  <a:lnTo>
                    <a:pt x="30616" y="20938"/>
                  </a:lnTo>
                  <a:lnTo>
                    <a:pt x="30635" y="21017"/>
                  </a:lnTo>
                  <a:lnTo>
                    <a:pt x="30655" y="21056"/>
                  </a:lnTo>
                  <a:lnTo>
                    <a:pt x="30675" y="21076"/>
                  </a:lnTo>
                  <a:lnTo>
                    <a:pt x="30793" y="20641"/>
                  </a:lnTo>
                  <a:lnTo>
                    <a:pt x="30872" y="20227"/>
                  </a:lnTo>
                  <a:lnTo>
                    <a:pt x="30951" y="20069"/>
                  </a:lnTo>
                  <a:lnTo>
                    <a:pt x="31011" y="19911"/>
                  </a:lnTo>
                  <a:lnTo>
                    <a:pt x="31110" y="19575"/>
                  </a:lnTo>
                  <a:lnTo>
                    <a:pt x="31189" y="19259"/>
                  </a:lnTo>
                  <a:lnTo>
                    <a:pt x="31248" y="19101"/>
                  </a:lnTo>
                  <a:lnTo>
                    <a:pt x="31289" y="19005"/>
                  </a:lnTo>
                  <a:lnTo>
                    <a:pt x="31289" y="19005"/>
                  </a:lnTo>
                  <a:lnTo>
                    <a:pt x="31307" y="19042"/>
                  </a:lnTo>
                  <a:lnTo>
                    <a:pt x="31327" y="19101"/>
                  </a:lnTo>
                  <a:lnTo>
                    <a:pt x="31347" y="19140"/>
                  </a:lnTo>
                  <a:lnTo>
                    <a:pt x="31347" y="19180"/>
                  </a:lnTo>
                  <a:lnTo>
                    <a:pt x="31347" y="19239"/>
                  </a:lnTo>
                  <a:lnTo>
                    <a:pt x="31287" y="19338"/>
                  </a:lnTo>
                  <a:lnTo>
                    <a:pt x="31287" y="19298"/>
                  </a:lnTo>
                  <a:lnTo>
                    <a:pt x="31268" y="19259"/>
                  </a:lnTo>
                  <a:lnTo>
                    <a:pt x="31208" y="19476"/>
                  </a:lnTo>
                  <a:lnTo>
                    <a:pt x="31189" y="19614"/>
                  </a:lnTo>
                  <a:lnTo>
                    <a:pt x="31189" y="19713"/>
                  </a:lnTo>
                  <a:lnTo>
                    <a:pt x="31189" y="19792"/>
                  </a:lnTo>
                  <a:lnTo>
                    <a:pt x="31189" y="19950"/>
                  </a:lnTo>
                  <a:lnTo>
                    <a:pt x="31169" y="20088"/>
                  </a:lnTo>
                  <a:lnTo>
                    <a:pt x="31129" y="20266"/>
                  </a:lnTo>
                  <a:lnTo>
                    <a:pt x="31228" y="19832"/>
                  </a:lnTo>
                  <a:lnTo>
                    <a:pt x="31347" y="19377"/>
                  </a:lnTo>
                  <a:lnTo>
                    <a:pt x="31445" y="18923"/>
                  </a:lnTo>
                  <a:lnTo>
                    <a:pt x="31544" y="18528"/>
                  </a:lnTo>
                  <a:lnTo>
                    <a:pt x="31485" y="18528"/>
                  </a:lnTo>
                  <a:lnTo>
                    <a:pt x="31465" y="18488"/>
                  </a:lnTo>
                  <a:lnTo>
                    <a:pt x="31465" y="18429"/>
                  </a:lnTo>
                  <a:lnTo>
                    <a:pt x="31465" y="18350"/>
                  </a:lnTo>
                  <a:lnTo>
                    <a:pt x="31485" y="18153"/>
                  </a:lnTo>
                  <a:lnTo>
                    <a:pt x="31485" y="18054"/>
                  </a:lnTo>
                  <a:lnTo>
                    <a:pt x="31465" y="17995"/>
                  </a:lnTo>
                  <a:lnTo>
                    <a:pt x="31485" y="17955"/>
                  </a:lnTo>
                  <a:lnTo>
                    <a:pt x="31465" y="17935"/>
                  </a:lnTo>
                  <a:lnTo>
                    <a:pt x="31445" y="17916"/>
                  </a:lnTo>
                  <a:lnTo>
                    <a:pt x="31426" y="17797"/>
                  </a:lnTo>
                  <a:lnTo>
                    <a:pt x="31406" y="17560"/>
                  </a:lnTo>
                  <a:lnTo>
                    <a:pt x="31603" y="17481"/>
                  </a:lnTo>
                  <a:lnTo>
                    <a:pt x="31603" y="17422"/>
                  </a:lnTo>
                  <a:lnTo>
                    <a:pt x="31584" y="17382"/>
                  </a:lnTo>
                  <a:lnTo>
                    <a:pt x="31564" y="17382"/>
                  </a:lnTo>
                  <a:lnTo>
                    <a:pt x="31544" y="17402"/>
                  </a:lnTo>
                  <a:lnTo>
                    <a:pt x="31524" y="17402"/>
                  </a:lnTo>
                  <a:lnTo>
                    <a:pt x="31505" y="17363"/>
                  </a:lnTo>
                  <a:lnTo>
                    <a:pt x="31505" y="17303"/>
                  </a:lnTo>
                  <a:lnTo>
                    <a:pt x="31505" y="16987"/>
                  </a:lnTo>
                  <a:lnTo>
                    <a:pt x="31544" y="16533"/>
                  </a:lnTo>
                  <a:lnTo>
                    <a:pt x="31564" y="16316"/>
                  </a:lnTo>
                  <a:lnTo>
                    <a:pt x="31603" y="16138"/>
                  </a:lnTo>
                  <a:lnTo>
                    <a:pt x="31663" y="16000"/>
                  </a:lnTo>
                  <a:lnTo>
                    <a:pt x="31682" y="15960"/>
                  </a:lnTo>
                  <a:lnTo>
                    <a:pt x="31722" y="15921"/>
                  </a:lnTo>
                  <a:lnTo>
                    <a:pt x="31702" y="15703"/>
                  </a:lnTo>
                  <a:lnTo>
                    <a:pt x="31663" y="15526"/>
                  </a:lnTo>
                  <a:lnTo>
                    <a:pt x="31623" y="15348"/>
                  </a:lnTo>
                  <a:lnTo>
                    <a:pt x="31623" y="15131"/>
                  </a:lnTo>
                  <a:lnTo>
                    <a:pt x="31663" y="15150"/>
                  </a:lnTo>
                  <a:lnTo>
                    <a:pt x="31682" y="15190"/>
                  </a:lnTo>
                  <a:lnTo>
                    <a:pt x="31722" y="15249"/>
                  </a:lnTo>
                  <a:lnTo>
                    <a:pt x="31722" y="14953"/>
                  </a:lnTo>
                  <a:lnTo>
                    <a:pt x="31722" y="14657"/>
                  </a:lnTo>
                  <a:lnTo>
                    <a:pt x="31702" y="14321"/>
                  </a:lnTo>
                  <a:lnTo>
                    <a:pt x="31682" y="13965"/>
                  </a:lnTo>
                  <a:lnTo>
                    <a:pt x="31623" y="13590"/>
                  </a:lnTo>
                  <a:lnTo>
                    <a:pt x="31544" y="13195"/>
                  </a:lnTo>
                  <a:lnTo>
                    <a:pt x="31426" y="12800"/>
                  </a:lnTo>
                  <a:lnTo>
                    <a:pt x="31268" y="12385"/>
                  </a:lnTo>
                  <a:lnTo>
                    <a:pt x="31070" y="12109"/>
                  </a:lnTo>
                  <a:lnTo>
                    <a:pt x="30853" y="11872"/>
                  </a:lnTo>
                  <a:lnTo>
                    <a:pt x="30675" y="11714"/>
                  </a:lnTo>
                  <a:lnTo>
                    <a:pt x="30517" y="11595"/>
                  </a:lnTo>
                  <a:lnTo>
                    <a:pt x="30458" y="11536"/>
                  </a:lnTo>
                  <a:lnTo>
                    <a:pt x="30418" y="11516"/>
                  </a:lnTo>
                  <a:lnTo>
                    <a:pt x="30359" y="11496"/>
                  </a:lnTo>
                  <a:lnTo>
                    <a:pt x="30221" y="11457"/>
                  </a:lnTo>
                  <a:lnTo>
                    <a:pt x="30260" y="11496"/>
                  </a:lnTo>
                  <a:lnTo>
                    <a:pt x="30280" y="11555"/>
                  </a:lnTo>
                  <a:lnTo>
                    <a:pt x="30280" y="11595"/>
                  </a:lnTo>
                  <a:lnTo>
                    <a:pt x="30260" y="11615"/>
                  </a:lnTo>
                  <a:lnTo>
                    <a:pt x="30240" y="11634"/>
                  </a:lnTo>
                  <a:lnTo>
                    <a:pt x="30122" y="11634"/>
                  </a:lnTo>
                  <a:lnTo>
                    <a:pt x="30082" y="11595"/>
                  </a:lnTo>
                  <a:lnTo>
                    <a:pt x="30003" y="11476"/>
                  </a:lnTo>
                  <a:lnTo>
                    <a:pt x="29964" y="11437"/>
                  </a:lnTo>
                  <a:lnTo>
                    <a:pt x="30003" y="11417"/>
                  </a:lnTo>
                  <a:lnTo>
                    <a:pt x="30023" y="11378"/>
                  </a:lnTo>
                  <a:lnTo>
                    <a:pt x="30043" y="11299"/>
                  </a:lnTo>
                  <a:lnTo>
                    <a:pt x="30043" y="11279"/>
                  </a:lnTo>
                  <a:lnTo>
                    <a:pt x="30082" y="11279"/>
                  </a:lnTo>
                  <a:lnTo>
                    <a:pt x="30102" y="11338"/>
                  </a:lnTo>
                  <a:lnTo>
                    <a:pt x="30161" y="11279"/>
                  </a:lnTo>
                  <a:lnTo>
                    <a:pt x="30181" y="11239"/>
                  </a:lnTo>
                  <a:lnTo>
                    <a:pt x="30201" y="11200"/>
                  </a:lnTo>
                  <a:lnTo>
                    <a:pt x="30181" y="11160"/>
                  </a:lnTo>
                  <a:lnTo>
                    <a:pt x="30181" y="11002"/>
                  </a:lnTo>
                  <a:lnTo>
                    <a:pt x="30122" y="10588"/>
                  </a:lnTo>
                  <a:lnTo>
                    <a:pt x="30142" y="10430"/>
                  </a:lnTo>
                  <a:lnTo>
                    <a:pt x="30142" y="10390"/>
                  </a:lnTo>
                  <a:lnTo>
                    <a:pt x="30181" y="10370"/>
                  </a:lnTo>
                  <a:lnTo>
                    <a:pt x="30142" y="10272"/>
                  </a:lnTo>
                  <a:lnTo>
                    <a:pt x="30082" y="10133"/>
                  </a:lnTo>
                  <a:lnTo>
                    <a:pt x="30023" y="9936"/>
                  </a:lnTo>
                  <a:lnTo>
                    <a:pt x="29924" y="9738"/>
                  </a:lnTo>
                  <a:lnTo>
                    <a:pt x="29826" y="9541"/>
                  </a:lnTo>
                  <a:lnTo>
                    <a:pt x="29707" y="9363"/>
                  </a:lnTo>
                  <a:lnTo>
                    <a:pt x="29589" y="9205"/>
                  </a:lnTo>
                  <a:lnTo>
                    <a:pt x="29470" y="9106"/>
                  </a:lnTo>
                  <a:lnTo>
                    <a:pt x="29470" y="9086"/>
                  </a:lnTo>
                  <a:lnTo>
                    <a:pt x="29490" y="9086"/>
                  </a:lnTo>
                  <a:lnTo>
                    <a:pt x="29529" y="9106"/>
                  </a:lnTo>
                  <a:lnTo>
                    <a:pt x="29648" y="9244"/>
                  </a:lnTo>
                  <a:lnTo>
                    <a:pt x="29766" y="9403"/>
                  </a:lnTo>
                  <a:lnTo>
                    <a:pt x="29806" y="9442"/>
                  </a:lnTo>
                  <a:lnTo>
                    <a:pt x="29845" y="9462"/>
                  </a:lnTo>
                  <a:lnTo>
                    <a:pt x="29727" y="9284"/>
                  </a:lnTo>
                  <a:lnTo>
                    <a:pt x="29589" y="9106"/>
                  </a:lnTo>
                  <a:lnTo>
                    <a:pt x="29648" y="9067"/>
                  </a:lnTo>
                  <a:lnTo>
                    <a:pt x="29490" y="8849"/>
                  </a:lnTo>
                  <a:lnTo>
                    <a:pt x="29352" y="8691"/>
                  </a:lnTo>
                  <a:lnTo>
                    <a:pt x="29213" y="8573"/>
                  </a:lnTo>
                  <a:lnTo>
                    <a:pt x="29075" y="8494"/>
                  </a:lnTo>
                  <a:lnTo>
                    <a:pt x="28818" y="8375"/>
                  </a:lnTo>
                  <a:lnTo>
                    <a:pt x="28700" y="8336"/>
                  </a:lnTo>
                  <a:lnTo>
                    <a:pt x="28561" y="8257"/>
                  </a:lnTo>
                  <a:lnTo>
                    <a:pt x="28581" y="8237"/>
                  </a:lnTo>
                  <a:lnTo>
                    <a:pt x="28344" y="8099"/>
                  </a:lnTo>
                  <a:lnTo>
                    <a:pt x="28344" y="8099"/>
                  </a:lnTo>
                  <a:lnTo>
                    <a:pt x="28720" y="8158"/>
                  </a:lnTo>
                  <a:lnTo>
                    <a:pt x="28581" y="8079"/>
                  </a:lnTo>
                  <a:lnTo>
                    <a:pt x="28443" y="8000"/>
                  </a:lnTo>
                  <a:lnTo>
                    <a:pt x="28186" y="7901"/>
                  </a:lnTo>
                  <a:lnTo>
                    <a:pt x="27910" y="7803"/>
                  </a:lnTo>
                  <a:lnTo>
                    <a:pt x="27594" y="7684"/>
                  </a:lnTo>
                  <a:lnTo>
                    <a:pt x="27574" y="7605"/>
                  </a:lnTo>
                  <a:lnTo>
                    <a:pt x="27297" y="7546"/>
                  </a:lnTo>
                  <a:lnTo>
                    <a:pt x="27357" y="7546"/>
                  </a:lnTo>
                  <a:lnTo>
                    <a:pt x="27357" y="7526"/>
                  </a:lnTo>
                  <a:lnTo>
                    <a:pt x="27357" y="7506"/>
                  </a:lnTo>
                  <a:lnTo>
                    <a:pt x="27218" y="7506"/>
                  </a:lnTo>
                  <a:lnTo>
                    <a:pt x="27080" y="7487"/>
                  </a:lnTo>
                  <a:lnTo>
                    <a:pt x="26764" y="7427"/>
                  </a:lnTo>
                  <a:lnTo>
                    <a:pt x="26468" y="7368"/>
                  </a:lnTo>
                  <a:lnTo>
                    <a:pt x="26349" y="7348"/>
                  </a:lnTo>
                  <a:lnTo>
                    <a:pt x="26231" y="7368"/>
                  </a:lnTo>
                  <a:lnTo>
                    <a:pt x="26172" y="7348"/>
                  </a:lnTo>
                  <a:lnTo>
                    <a:pt x="26112" y="7289"/>
                  </a:lnTo>
                  <a:lnTo>
                    <a:pt x="26013" y="7210"/>
                  </a:lnTo>
                  <a:lnTo>
                    <a:pt x="25954" y="7171"/>
                  </a:lnTo>
                  <a:lnTo>
                    <a:pt x="25895" y="7131"/>
                  </a:lnTo>
                  <a:lnTo>
                    <a:pt x="25816" y="7131"/>
                  </a:lnTo>
                  <a:lnTo>
                    <a:pt x="25717" y="7151"/>
                  </a:lnTo>
                  <a:lnTo>
                    <a:pt x="25816" y="6953"/>
                  </a:lnTo>
                  <a:lnTo>
                    <a:pt x="25994" y="6993"/>
                  </a:lnTo>
                  <a:lnTo>
                    <a:pt x="26092" y="7032"/>
                  </a:lnTo>
                  <a:lnTo>
                    <a:pt x="26152" y="7072"/>
                  </a:lnTo>
                  <a:lnTo>
                    <a:pt x="26191" y="7111"/>
                  </a:lnTo>
                  <a:lnTo>
                    <a:pt x="26231" y="7151"/>
                  </a:lnTo>
                  <a:lnTo>
                    <a:pt x="26310" y="7171"/>
                  </a:lnTo>
                  <a:lnTo>
                    <a:pt x="26428" y="7210"/>
                  </a:lnTo>
                  <a:lnTo>
                    <a:pt x="26606" y="7250"/>
                  </a:lnTo>
                  <a:lnTo>
                    <a:pt x="26527" y="7171"/>
                  </a:lnTo>
                  <a:lnTo>
                    <a:pt x="26428" y="7111"/>
                  </a:lnTo>
                  <a:lnTo>
                    <a:pt x="26191" y="6973"/>
                  </a:lnTo>
                  <a:lnTo>
                    <a:pt x="25875" y="6854"/>
                  </a:lnTo>
                  <a:lnTo>
                    <a:pt x="25539" y="6736"/>
                  </a:lnTo>
                  <a:lnTo>
                    <a:pt x="25204" y="6657"/>
                  </a:lnTo>
                  <a:lnTo>
                    <a:pt x="24848" y="6598"/>
                  </a:lnTo>
                  <a:lnTo>
                    <a:pt x="24216" y="6479"/>
                  </a:lnTo>
                  <a:lnTo>
                    <a:pt x="23959" y="6459"/>
                  </a:lnTo>
                  <a:lnTo>
                    <a:pt x="23683" y="6420"/>
                  </a:lnTo>
                  <a:lnTo>
                    <a:pt x="23110" y="6321"/>
                  </a:lnTo>
                  <a:lnTo>
                    <a:pt x="22853" y="6282"/>
                  </a:lnTo>
                  <a:lnTo>
                    <a:pt x="22616" y="6262"/>
                  </a:lnTo>
                  <a:lnTo>
                    <a:pt x="22399" y="6262"/>
                  </a:lnTo>
                  <a:lnTo>
                    <a:pt x="22320" y="6301"/>
                  </a:lnTo>
                  <a:lnTo>
                    <a:pt x="22261" y="6341"/>
                  </a:lnTo>
                  <a:lnTo>
                    <a:pt x="22261" y="6341"/>
                  </a:lnTo>
                  <a:lnTo>
                    <a:pt x="22340" y="6222"/>
                  </a:lnTo>
                  <a:lnTo>
                    <a:pt x="21332" y="5926"/>
                  </a:lnTo>
                  <a:lnTo>
                    <a:pt x="21016" y="5867"/>
                  </a:lnTo>
                  <a:lnTo>
                    <a:pt x="20740" y="5808"/>
                  </a:lnTo>
                  <a:lnTo>
                    <a:pt x="20463" y="5729"/>
                  </a:lnTo>
                  <a:lnTo>
                    <a:pt x="20226" y="5630"/>
                  </a:lnTo>
                  <a:lnTo>
                    <a:pt x="19811" y="5452"/>
                  </a:lnTo>
                  <a:lnTo>
                    <a:pt x="19594" y="5353"/>
                  </a:lnTo>
                  <a:lnTo>
                    <a:pt x="19357" y="5274"/>
                  </a:lnTo>
                  <a:lnTo>
                    <a:pt x="19258" y="5077"/>
                  </a:lnTo>
                  <a:lnTo>
                    <a:pt x="19100" y="5057"/>
                  </a:lnTo>
                  <a:lnTo>
                    <a:pt x="18942" y="4998"/>
                  </a:lnTo>
                  <a:lnTo>
                    <a:pt x="18547" y="4820"/>
                  </a:lnTo>
                  <a:lnTo>
                    <a:pt x="18113" y="4622"/>
                  </a:lnTo>
                  <a:lnTo>
                    <a:pt x="17678" y="4445"/>
                  </a:lnTo>
                  <a:lnTo>
                    <a:pt x="17263" y="4287"/>
                  </a:lnTo>
                  <a:lnTo>
                    <a:pt x="16888" y="4188"/>
                  </a:lnTo>
                  <a:lnTo>
                    <a:pt x="16710" y="4148"/>
                  </a:lnTo>
                  <a:lnTo>
                    <a:pt x="16552" y="4129"/>
                  </a:lnTo>
                  <a:lnTo>
                    <a:pt x="16434" y="4129"/>
                  </a:lnTo>
                  <a:lnTo>
                    <a:pt x="16295" y="4148"/>
                  </a:lnTo>
                  <a:lnTo>
                    <a:pt x="16236" y="4069"/>
                  </a:lnTo>
                  <a:lnTo>
                    <a:pt x="16216" y="4030"/>
                  </a:lnTo>
                  <a:lnTo>
                    <a:pt x="16236" y="4010"/>
                  </a:lnTo>
                  <a:lnTo>
                    <a:pt x="16295" y="3990"/>
                  </a:lnTo>
                  <a:lnTo>
                    <a:pt x="16434" y="4010"/>
                  </a:lnTo>
                  <a:lnTo>
                    <a:pt x="16552" y="4010"/>
                  </a:lnTo>
                  <a:lnTo>
                    <a:pt x="16454" y="3951"/>
                  </a:lnTo>
                  <a:lnTo>
                    <a:pt x="16315" y="3911"/>
                  </a:lnTo>
                  <a:lnTo>
                    <a:pt x="16058" y="3852"/>
                  </a:lnTo>
                  <a:lnTo>
                    <a:pt x="15920" y="3813"/>
                  </a:lnTo>
                  <a:lnTo>
                    <a:pt x="15821" y="3753"/>
                  </a:lnTo>
                  <a:lnTo>
                    <a:pt x="15723" y="3674"/>
                  </a:lnTo>
                  <a:lnTo>
                    <a:pt x="15683" y="3635"/>
                  </a:lnTo>
                  <a:lnTo>
                    <a:pt x="15663" y="3576"/>
                  </a:lnTo>
                  <a:lnTo>
                    <a:pt x="15742" y="3576"/>
                  </a:lnTo>
                  <a:lnTo>
                    <a:pt x="15841" y="3615"/>
                  </a:lnTo>
                  <a:lnTo>
                    <a:pt x="15900" y="3635"/>
                  </a:lnTo>
                  <a:lnTo>
                    <a:pt x="15920" y="3635"/>
                  </a:lnTo>
                  <a:lnTo>
                    <a:pt x="15881" y="3595"/>
                  </a:lnTo>
                  <a:lnTo>
                    <a:pt x="15841" y="3536"/>
                  </a:lnTo>
                  <a:lnTo>
                    <a:pt x="15802" y="3497"/>
                  </a:lnTo>
                  <a:lnTo>
                    <a:pt x="15703" y="3477"/>
                  </a:lnTo>
                  <a:lnTo>
                    <a:pt x="15644" y="3457"/>
                  </a:lnTo>
                  <a:lnTo>
                    <a:pt x="15604" y="3437"/>
                  </a:lnTo>
                  <a:lnTo>
                    <a:pt x="15545" y="3398"/>
                  </a:lnTo>
                  <a:lnTo>
                    <a:pt x="15505" y="3319"/>
                  </a:lnTo>
                  <a:lnTo>
                    <a:pt x="15486" y="3378"/>
                  </a:lnTo>
                  <a:lnTo>
                    <a:pt x="15446" y="3398"/>
                  </a:lnTo>
                  <a:lnTo>
                    <a:pt x="15367" y="3398"/>
                  </a:lnTo>
                  <a:lnTo>
                    <a:pt x="15268" y="3378"/>
                  </a:lnTo>
                  <a:lnTo>
                    <a:pt x="15150" y="3319"/>
                  </a:lnTo>
                  <a:lnTo>
                    <a:pt x="15031" y="3260"/>
                  </a:lnTo>
                  <a:lnTo>
                    <a:pt x="14913" y="3200"/>
                  </a:lnTo>
                  <a:lnTo>
                    <a:pt x="14794" y="3121"/>
                  </a:lnTo>
                  <a:lnTo>
                    <a:pt x="14834" y="3161"/>
                  </a:lnTo>
                  <a:lnTo>
                    <a:pt x="14854" y="3200"/>
                  </a:lnTo>
                  <a:lnTo>
                    <a:pt x="14834" y="3220"/>
                  </a:lnTo>
                  <a:lnTo>
                    <a:pt x="14814" y="3220"/>
                  </a:lnTo>
                  <a:lnTo>
                    <a:pt x="14735" y="3181"/>
                  </a:lnTo>
                  <a:lnTo>
                    <a:pt x="14538" y="3023"/>
                  </a:lnTo>
                  <a:lnTo>
                    <a:pt x="14597" y="3023"/>
                  </a:lnTo>
                  <a:lnTo>
                    <a:pt x="14044" y="2568"/>
                  </a:lnTo>
                  <a:lnTo>
                    <a:pt x="13451" y="2094"/>
                  </a:lnTo>
                  <a:lnTo>
                    <a:pt x="13135" y="1857"/>
                  </a:lnTo>
                  <a:lnTo>
                    <a:pt x="12819" y="1640"/>
                  </a:lnTo>
                  <a:lnTo>
                    <a:pt x="12483" y="1423"/>
                  </a:lnTo>
                  <a:lnTo>
                    <a:pt x="12128" y="1225"/>
                  </a:lnTo>
                  <a:lnTo>
                    <a:pt x="11772" y="1028"/>
                  </a:lnTo>
                  <a:lnTo>
                    <a:pt x="11417" y="870"/>
                  </a:lnTo>
                  <a:lnTo>
                    <a:pt x="11041" y="712"/>
                  </a:lnTo>
                  <a:lnTo>
                    <a:pt x="10666" y="554"/>
                  </a:lnTo>
                  <a:lnTo>
                    <a:pt x="10291" y="435"/>
                  </a:lnTo>
                  <a:lnTo>
                    <a:pt x="9916" y="336"/>
                  </a:lnTo>
                  <a:lnTo>
                    <a:pt x="9521" y="238"/>
                  </a:lnTo>
                  <a:lnTo>
                    <a:pt x="9126" y="178"/>
                  </a:lnTo>
                  <a:lnTo>
                    <a:pt x="9521" y="139"/>
                  </a:lnTo>
                  <a:lnTo>
                    <a:pt x="9264" y="139"/>
                  </a:lnTo>
                  <a:lnTo>
                    <a:pt x="8967" y="99"/>
                  </a:lnTo>
                  <a:lnTo>
                    <a:pt x="8513" y="60"/>
                  </a:lnTo>
                  <a:lnTo>
                    <a:pt x="8553" y="40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15"/>
            <p:cNvSpPr/>
            <p:nvPr/>
          </p:nvSpPr>
          <p:spPr>
            <a:xfrm>
              <a:off x="-1287950" y="3163300"/>
              <a:ext cx="2000" cy="1000"/>
            </a:xfrm>
            <a:custGeom>
              <a:rect b="b" l="l" r="r" t="t"/>
              <a:pathLst>
                <a:path extrusionOk="0" h="40" w="80">
                  <a:moveTo>
                    <a:pt x="40" y="0"/>
                  </a:moveTo>
                  <a:lnTo>
                    <a:pt x="1" y="40"/>
                  </a:lnTo>
                  <a:lnTo>
                    <a:pt x="1" y="4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15"/>
            <p:cNvSpPr/>
            <p:nvPr/>
          </p:nvSpPr>
          <p:spPr>
            <a:xfrm>
              <a:off x="-660325" y="3614625"/>
              <a:ext cx="525" cy="2000"/>
            </a:xfrm>
            <a:custGeom>
              <a:rect b="b" l="l" r="r" t="t"/>
              <a:pathLst>
                <a:path extrusionOk="0" h="80" w="21">
                  <a:moveTo>
                    <a:pt x="20" y="1"/>
                  </a:moveTo>
                  <a:lnTo>
                    <a:pt x="0" y="40"/>
                  </a:lnTo>
                  <a:lnTo>
                    <a:pt x="0" y="80"/>
                  </a:lnTo>
                  <a:lnTo>
                    <a:pt x="20" y="4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15"/>
            <p:cNvSpPr/>
            <p:nvPr/>
          </p:nvSpPr>
          <p:spPr>
            <a:xfrm>
              <a:off x="-785750" y="363635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1"/>
                  </a:move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15"/>
            <p:cNvSpPr/>
            <p:nvPr/>
          </p:nvSpPr>
          <p:spPr>
            <a:xfrm>
              <a:off x="-1257325" y="3169700"/>
              <a:ext cx="1000" cy="3000"/>
            </a:xfrm>
            <a:custGeom>
              <a:rect b="b" l="l" r="r" t="t"/>
              <a:pathLst>
                <a:path extrusionOk="0" h="120" w="40">
                  <a:moveTo>
                    <a:pt x="40" y="1"/>
                  </a:moveTo>
                  <a:lnTo>
                    <a:pt x="0" y="119"/>
                  </a:lnTo>
                  <a:lnTo>
                    <a:pt x="20" y="6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15"/>
            <p:cNvSpPr/>
            <p:nvPr/>
          </p:nvSpPr>
          <p:spPr>
            <a:xfrm>
              <a:off x="-831175" y="3371675"/>
              <a:ext cx="278525" cy="333350"/>
            </a:xfrm>
            <a:custGeom>
              <a:rect b="b" l="l" r="r" t="t"/>
              <a:pathLst>
                <a:path extrusionOk="0" h="13334" w="11141">
                  <a:moveTo>
                    <a:pt x="7980" y="1"/>
                  </a:moveTo>
                  <a:lnTo>
                    <a:pt x="7684" y="20"/>
                  </a:lnTo>
                  <a:lnTo>
                    <a:pt x="7387" y="40"/>
                  </a:lnTo>
                  <a:lnTo>
                    <a:pt x="7052" y="99"/>
                  </a:lnTo>
                  <a:lnTo>
                    <a:pt x="6716" y="159"/>
                  </a:lnTo>
                  <a:lnTo>
                    <a:pt x="6360" y="257"/>
                  </a:lnTo>
                  <a:lnTo>
                    <a:pt x="6005" y="396"/>
                  </a:lnTo>
                  <a:lnTo>
                    <a:pt x="5649" y="554"/>
                  </a:lnTo>
                  <a:lnTo>
                    <a:pt x="5294" y="771"/>
                  </a:lnTo>
                  <a:lnTo>
                    <a:pt x="4958" y="1028"/>
                  </a:lnTo>
                  <a:lnTo>
                    <a:pt x="4800" y="1166"/>
                  </a:lnTo>
                  <a:lnTo>
                    <a:pt x="4642" y="1324"/>
                  </a:lnTo>
                  <a:lnTo>
                    <a:pt x="4326" y="1679"/>
                  </a:lnTo>
                  <a:lnTo>
                    <a:pt x="3970" y="2154"/>
                  </a:lnTo>
                  <a:lnTo>
                    <a:pt x="3595" y="2687"/>
                  </a:lnTo>
                  <a:lnTo>
                    <a:pt x="3220" y="3299"/>
                  </a:lnTo>
                  <a:lnTo>
                    <a:pt x="2825" y="3951"/>
                  </a:lnTo>
                  <a:lnTo>
                    <a:pt x="2430" y="4623"/>
                  </a:lnTo>
                  <a:lnTo>
                    <a:pt x="2035" y="5334"/>
                  </a:lnTo>
                  <a:lnTo>
                    <a:pt x="1679" y="6045"/>
                  </a:lnTo>
                  <a:lnTo>
                    <a:pt x="1324" y="6736"/>
                  </a:lnTo>
                  <a:lnTo>
                    <a:pt x="1007" y="7408"/>
                  </a:lnTo>
                  <a:lnTo>
                    <a:pt x="711" y="8040"/>
                  </a:lnTo>
                  <a:lnTo>
                    <a:pt x="454" y="8612"/>
                  </a:lnTo>
                  <a:lnTo>
                    <a:pt x="257" y="9126"/>
                  </a:lnTo>
                  <a:lnTo>
                    <a:pt x="119" y="9561"/>
                  </a:lnTo>
                  <a:lnTo>
                    <a:pt x="20" y="9877"/>
                  </a:lnTo>
                  <a:lnTo>
                    <a:pt x="0" y="9995"/>
                  </a:lnTo>
                  <a:lnTo>
                    <a:pt x="0" y="10094"/>
                  </a:lnTo>
                  <a:lnTo>
                    <a:pt x="59" y="10410"/>
                  </a:lnTo>
                  <a:lnTo>
                    <a:pt x="138" y="10765"/>
                  </a:lnTo>
                  <a:lnTo>
                    <a:pt x="257" y="11121"/>
                  </a:lnTo>
                  <a:lnTo>
                    <a:pt x="336" y="11299"/>
                  </a:lnTo>
                  <a:lnTo>
                    <a:pt x="435" y="11496"/>
                  </a:lnTo>
                  <a:lnTo>
                    <a:pt x="553" y="11674"/>
                  </a:lnTo>
                  <a:lnTo>
                    <a:pt x="672" y="11852"/>
                  </a:lnTo>
                  <a:lnTo>
                    <a:pt x="830" y="12030"/>
                  </a:lnTo>
                  <a:lnTo>
                    <a:pt x="1007" y="12207"/>
                  </a:lnTo>
                  <a:lnTo>
                    <a:pt x="1205" y="12365"/>
                  </a:lnTo>
                  <a:lnTo>
                    <a:pt x="1422" y="12523"/>
                  </a:lnTo>
                  <a:lnTo>
                    <a:pt x="1659" y="12681"/>
                  </a:lnTo>
                  <a:lnTo>
                    <a:pt x="1936" y="12839"/>
                  </a:lnTo>
                  <a:lnTo>
                    <a:pt x="2212" y="12958"/>
                  </a:lnTo>
                  <a:lnTo>
                    <a:pt x="2489" y="13076"/>
                  </a:lnTo>
                  <a:lnTo>
                    <a:pt x="2746" y="13175"/>
                  </a:lnTo>
                  <a:lnTo>
                    <a:pt x="3002" y="13254"/>
                  </a:lnTo>
                  <a:lnTo>
                    <a:pt x="3259" y="13294"/>
                  </a:lnTo>
                  <a:lnTo>
                    <a:pt x="3536" y="13333"/>
                  </a:lnTo>
                  <a:lnTo>
                    <a:pt x="4069" y="13333"/>
                  </a:lnTo>
                  <a:lnTo>
                    <a:pt x="4346" y="13294"/>
                  </a:lnTo>
                  <a:lnTo>
                    <a:pt x="4642" y="13234"/>
                  </a:lnTo>
                  <a:lnTo>
                    <a:pt x="4958" y="13155"/>
                  </a:lnTo>
                  <a:lnTo>
                    <a:pt x="5294" y="13037"/>
                  </a:lnTo>
                  <a:lnTo>
                    <a:pt x="5629" y="12918"/>
                  </a:lnTo>
                  <a:lnTo>
                    <a:pt x="6005" y="12741"/>
                  </a:lnTo>
                  <a:lnTo>
                    <a:pt x="6834" y="12346"/>
                  </a:lnTo>
                  <a:lnTo>
                    <a:pt x="7170" y="12168"/>
                  </a:lnTo>
                  <a:lnTo>
                    <a:pt x="7486" y="11931"/>
                  </a:lnTo>
                  <a:lnTo>
                    <a:pt x="7782" y="11674"/>
                  </a:lnTo>
                  <a:lnTo>
                    <a:pt x="8059" y="11397"/>
                  </a:lnTo>
                  <a:lnTo>
                    <a:pt x="8316" y="11081"/>
                  </a:lnTo>
                  <a:lnTo>
                    <a:pt x="8553" y="10746"/>
                  </a:lnTo>
                  <a:lnTo>
                    <a:pt x="8790" y="10410"/>
                  </a:lnTo>
                  <a:lnTo>
                    <a:pt x="8987" y="10035"/>
                  </a:lnTo>
                  <a:lnTo>
                    <a:pt x="9205" y="9659"/>
                  </a:lnTo>
                  <a:lnTo>
                    <a:pt x="9402" y="9264"/>
                  </a:lnTo>
                  <a:lnTo>
                    <a:pt x="9758" y="8474"/>
                  </a:lnTo>
                  <a:lnTo>
                    <a:pt x="10469" y="6874"/>
                  </a:lnTo>
                  <a:lnTo>
                    <a:pt x="10627" y="6479"/>
                  </a:lnTo>
                  <a:lnTo>
                    <a:pt x="10765" y="6084"/>
                  </a:lnTo>
                  <a:lnTo>
                    <a:pt x="10884" y="5689"/>
                  </a:lnTo>
                  <a:lnTo>
                    <a:pt x="10982" y="5314"/>
                  </a:lnTo>
                  <a:lnTo>
                    <a:pt x="11042" y="4939"/>
                  </a:lnTo>
                  <a:lnTo>
                    <a:pt x="11101" y="4563"/>
                  </a:lnTo>
                  <a:lnTo>
                    <a:pt x="11121" y="4188"/>
                  </a:lnTo>
                  <a:lnTo>
                    <a:pt x="11140" y="3832"/>
                  </a:lnTo>
                  <a:lnTo>
                    <a:pt x="11140" y="3497"/>
                  </a:lnTo>
                  <a:lnTo>
                    <a:pt x="11121" y="3161"/>
                  </a:lnTo>
                  <a:lnTo>
                    <a:pt x="11081" y="2845"/>
                  </a:lnTo>
                  <a:lnTo>
                    <a:pt x="11022" y="2549"/>
                  </a:lnTo>
                  <a:lnTo>
                    <a:pt x="10963" y="2252"/>
                  </a:lnTo>
                  <a:lnTo>
                    <a:pt x="10903" y="1976"/>
                  </a:lnTo>
                  <a:lnTo>
                    <a:pt x="10804" y="1719"/>
                  </a:lnTo>
                  <a:lnTo>
                    <a:pt x="10725" y="1502"/>
                  </a:lnTo>
                  <a:lnTo>
                    <a:pt x="10607" y="1284"/>
                  </a:lnTo>
                  <a:lnTo>
                    <a:pt x="10488" y="1087"/>
                  </a:lnTo>
                  <a:lnTo>
                    <a:pt x="10350" y="929"/>
                  </a:lnTo>
                  <a:lnTo>
                    <a:pt x="10212" y="771"/>
                  </a:lnTo>
                  <a:lnTo>
                    <a:pt x="10074" y="633"/>
                  </a:lnTo>
                  <a:lnTo>
                    <a:pt x="9916" y="514"/>
                  </a:lnTo>
                  <a:lnTo>
                    <a:pt x="9758" y="415"/>
                  </a:lnTo>
                  <a:lnTo>
                    <a:pt x="9600" y="336"/>
                  </a:lnTo>
                  <a:lnTo>
                    <a:pt x="9323" y="198"/>
                  </a:lnTo>
                  <a:lnTo>
                    <a:pt x="9086" y="119"/>
                  </a:lnTo>
                  <a:lnTo>
                    <a:pt x="8869" y="60"/>
                  </a:lnTo>
                  <a:lnTo>
                    <a:pt x="8770" y="40"/>
                  </a:lnTo>
                  <a:lnTo>
                    <a:pt x="8454" y="20"/>
                  </a:lnTo>
                  <a:lnTo>
                    <a:pt x="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15"/>
            <p:cNvSpPr/>
            <p:nvPr/>
          </p:nvSpPr>
          <p:spPr>
            <a:xfrm>
              <a:off x="-813400" y="3369700"/>
              <a:ext cx="247400" cy="321500"/>
            </a:xfrm>
            <a:custGeom>
              <a:rect b="b" l="l" r="r" t="t"/>
              <a:pathLst>
                <a:path extrusionOk="0" h="12860" w="9896">
                  <a:moveTo>
                    <a:pt x="6044" y="1"/>
                  </a:moveTo>
                  <a:lnTo>
                    <a:pt x="5827" y="20"/>
                  </a:lnTo>
                  <a:lnTo>
                    <a:pt x="5709" y="40"/>
                  </a:lnTo>
                  <a:lnTo>
                    <a:pt x="5590" y="99"/>
                  </a:lnTo>
                  <a:lnTo>
                    <a:pt x="5472" y="159"/>
                  </a:lnTo>
                  <a:lnTo>
                    <a:pt x="5333" y="238"/>
                  </a:lnTo>
                  <a:lnTo>
                    <a:pt x="5057" y="455"/>
                  </a:lnTo>
                  <a:lnTo>
                    <a:pt x="4760" y="731"/>
                  </a:lnTo>
                  <a:lnTo>
                    <a:pt x="4464" y="1067"/>
                  </a:lnTo>
                  <a:lnTo>
                    <a:pt x="4148" y="1442"/>
                  </a:lnTo>
                  <a:lnTo>
                    <a:pt x="3832" y="1837"/>
                  </a:lnTo>
                  <a:lnTo>
                    <a:pt x="3496" y="2272"/>
                  </a:lnTo>
                  <a:lnTo>
                    <a:pt x="2884" y="3181"/>
                  </a:lnTo>
                  <a:lnTo>
                    <a:pt x="2291" y="4089"/>
                  </a:lnTo>
                  <a:lnTo>
                    <a:pt x="1798" y="4919"/>
                  </a:lnTo>
                  <a:lnTo>
                    <a:pt x="1403" y="5610"/>
                  </a:lnTo>
                  <a:lnTo>
                    <a:pt x="1225" y="5926"/>
                  </a:lnTo>
                  <a:lnTo>
                    <a:pt x="1067" y="6262"/>
                  </a:lnTo>
                  <a:lnTo>
                    <a:pt x="909" y="6637"/>
                  </a:lnTo>
                  <a:lnTo>
                    <a:pt x="751" y="6993"/>
                  </a:lnTo>
                  <a:lnTo>
                    <a:pt x="613" y="7388"/>
                  </a:lnTo>
                  <a:lnTo>
                    <a:pt x="494" y="7783"/>
                  </a:lnTo>
                  <a:lnTo>
                    <a:pt x="376" y="8178"/>
                  </a:lnTo>
                  <a:lnTo>
                    <a:pt x="257" y="8573"/>
                  </a:lnTo>
                  <a:lnTo>
                    <a:pt x="178" y="8948"/>
                  </a:lnTo>
                  <a:lnTo>
                    <a:pt x="99" y="9343"/>
                  </a:lnTo>
                  <a:lnTo>
                    <a:pt x="40" y="9699"/>
                  </a:lnTo>
                  <a:lnTo>
                    <a:pt x="0" y="10054"/>
                  </a:lnTo>
                  <a:lnTo>
                    <a:pt x="0" y="10390"/>
                  </a:lnTo>
                  <a:lnTo>
                    <a:pt x="0" y="10706"/>
                  </a:lnTo>
                  <a:lnTo>
                    <a:pt x="40" y="10983"/>
                  </a:lnTo>
                  <a:lnTo>
                    <a:pt x="99" y="11220"/>
                  </a:lnTo>
                  <a:lnTo>
                    <a:pt x="138" y="11338"/>
                  </a:lnTo>
                  <a:lnTo>
                    <a:pt x="178" y="11457"/>
                  </a:lnTo>
                  <a:lnTo>
                    <a:pt x="336" y="11694"/>
                  </a:lnTo>
                  <a:lnTo>
                    <a:pt x="534" y="11911"/>
                  </a:lnTo>
                  <a:lnTo>
                    <a:pt x="751" y="12109"/>
                  </a:lnTo>
                  <a:lnTo>
                    <a:pt x="1027" y="12286"/>
                  </a:lnTo>
                  <a:lnTo>
                    <a:pt x="1343" y="12464"/>
                  </a:lnTo>
                  <a:lnTo>
                    <a:pt x="1679" y="12602"/>
                  </a:lnTo>
                  <a:lnTo>
                    <a:pt x="2035" y="12721"/>
                  </a:lnTo>
                  <a:lnTo>
                    <a:pt x="2430" y="12800"/>
                  </a:lnTo>
                  <a:lnTo>
                    <a:pt x="2845" y="12859"/>
                  </a:lnTo>
                  <a:lnTo>
                    <a:pt x="3259" y="12859"/>
                  </a:lnTo>
                  <a:lnTo>
                    <a:pt x="3694" y="12820"/>
                  </a:lnTo>
                  <a:lnTo>
                    <a:pt x="3911" y="12780"/>
                  </a:lnTo>
                  <a:lnTo>
                    <a:pt x="4128" y="12741"/>
                  </a:lnTo>
                  <a:lnTo>
                    <a:pt x="4365" y="12681"/>
                  </a:lnTo>
                  <a:lnTo>
                    <a:pt x="4583" y="12602"/>
                  </a:lnTo>
                  <a:lnTo>
                    <a:pt x="4820" y="12523"/>
                  </a:lnTo>
                  <a:lnTo>
                    <a:pt x="5037" y="12425"/>
                  </a:lnTo>
                  <a:lnTo>
                    <a:pt x="5254" y="12306"/>
                  </a:lnTo>
                  <a:lnTo>
                    <a:pt x="5491" y="12168"/>
                  </a:lnTo>
                  <a:lnTo>
                    <a:pt x="5709" y="12030"/>
                  </a:lnTo>
                  <a:lnTo>
                    <a:pt x="5926" y="11872"/>
                  </a:lnTo>
                  <a:lnTo>
                    <a:pt x="6321" y="11536"/>
                  </a:lnTo>
                  <a:lnTo>
                    <a:pt x="6716" y="11160"/>
                  </a:lnTo>
                  <a:lnTo>
                    <a:pt x="7071" y="10765"/>
                  </a:lnTo>
                  <a:lnTo>
                    <a:pt x="7387" y="10351"/>
                  </a:lnTo>
                  <a:lnTo>
                    <a:pt x="7704" y="9916"/>
                  </a:lnTo>
                  <a:lnTo>
                    <a:pt x="8000" y="9462"/>
                  </a:lnTo>
                  <a:lnTo>
                    <a:pt x="8257" y="9007"/>
                  </a:lnTo>
                  <a:lnTo>
                    <a:pt x="8494" y="8533"/>
                  </a:lnTo>
                  <a:lnTo>
                    <a:pt x="8731" y="8059"/>
                  </a:lnTo>
                  <a:lnTo>
                    <a:pt x="8928" y="7585"/>
                  </a:lnTo>
                  <a:lnTo>
                    <a:pt x="9106" y="7131"/>
                  </a:lnTo>
                  <a:lnTo>
                    <a:pt x="9284" y="6677"/>
                  </a:lnTo>
                  <a:lnTo>
                    <a:pt x="9422" y="6242"/>
                  </a:lnTo>
                  <a:lnTo>
                    <a:pt x="9659" y="5452"/>
                  </a:lnTo>
                  <a:lnTo>
                    <a:pt x="9758" y="5077"/>
                  </a:lnTo>
                  <a:lnTo>
                    <a:pt x="9817" y="4702"/>
                  </a:lnTo>
                  <a:lnTo>
                    <a:pt x="9876" y="4326"/>
                  </a:lnTo>
                  <a:lnTo>
                    <a:pt x="9896" y="3971"/>
                  </a:lnTo>
                  <a:lnTo>
                    <a:pt x="9896" y="3615"/>
                  </a:lnTo>
                  <a:lnTo>
                    <a:pt x="9876" y="3260"/>
                  </a:lnTo>
                  <a:lnTo>
                    <a:pt x="9817" y="2944"/>
                  </a:lnTo>
                  <a:lnTo>
                    <a:pt x="9758" y="2608"/>
                  </a:lnTo>
                  <a:lnTo>
                    <a:pt x="9659" y="2312"/>
                  </a:lnTo>
                  <a:lnTo>
                    <a:pt x="9540" y="2015"/>
                  </a:lnTo>
                  <a:lnTo>
                    <a:pt x="9402" y="1739"/>
                  </a:lnTo>
                  <a:lnTo>
                    <a:pt x="9244" y="1482"/>
                  </a:lnTo>
                  <a:lnTo>
                    <a:pt x="9066" y="1245"/>
                  </a:lnTo>
                  <a:lnTo>
                    <a:pt x="8869" y="1028"/>
                  </a:lnTo>
                  <a:lnTo>
                    <a:pt x="8632" y="830"/>
                  </a:lnTo>
                  <a:lnTo>
                    <a:pt x="8375" y="672"/>
                  </a:lnTo>
                  <a:lnTo>
                    <a:pt x="8118" y="534"/>
                  </a:lnTo>
                  <a:lnTo>
                    <a:pt x="7862" y="415"/>
                  </a:lnTo>
                  <a:lnTo>
                    <a:pt x="7624" y="317"/>
                  </a:lnTo>
                  <a:lnTo>
                    <a:pt x="7387" y="218"/>
                  </a:lnTo>
                  <a:lnTo>
                    <a:pt x="6953" y="99"/>
                  </a:lnTo>
                  <a:lnTo>
                    <a:pt x="6578" y="40"/>
                  </a:lnTo>
                  <a:lnTo>
                    <a:pt x="6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15"/>
            <p:cNvSpPr/>
            <p:nvPr/>
          </p:nvSpPr>
          <p:spPr>
            <a:xfrm>
              <a:off x="-836625" y="3276375"/>
              <a:ext cx="241000" cy="352600"/>
            </a:xfrm>
            <a:custGeom>
              <a:rect b="b" l="l" r="r" t="t"/>
              <a:pathLst>
                <a:path extrusionOk="0" h="14104" w="9640">
                  <a:moveTo>
                    <a:pt x="6025" y="0"/>
                  </a:moveTo>
                  <a:lnTo>
                    <a:pt x="5887" y="20"/>
                  </a:lnTo>
                  <a:lnTo>
                    <a:pt x="5729" y="40"/>
                  </a:lnTo>
                  <a:lnTo>
                    <a:pt x="5591" y="79"/>
                  </a:lnTo>
                  <a:lnTo>
                    <a:pt x="5354" y="158"/>
                  </a:lnTo>
                  <a:lnTo>
                    <a:pt x="5176" y="277"/>
                  </a:lnTo>
                  <a:lnTo>
                    <a:pt x="5018" y="395"/>
                  </a:lnTo>
                  <a:lnTo>
                    <a:pt x="4919" y="514"/>
                  </a:lnTo>
                  <a:lnTo>
                    <a:pt x="4840" y="613"/>
                  </a:lnTo>
                  <a:lnTo>
                    <a:pt x="4781" y="711"/>
                  </a:lnTo>
                  <a:lnTo>
                    <a:pt x="4030" y="2114"/>
                  </a:lnTo>
                  <a:lnTo>
                    <a:pt x="3260" y="3595"/>
                  </a:lnTo>
                  <a:lnTo>
                    <a:pt x="2371" y="5353"/>
                  </a:lnTo>
                  <a:lnTo>
                    <a:pt x="1937" y="6282"/>
                  </a:lnTo>
                  <a:lnTo>
                    <a:pt x="1502" y="7190"/>
                  </a:lnTo>
                  <a:lnTo>
                    <a:pt x="1087" y="8079"/>
                  </a:lnTo>
                  <a:lnTo>
                    <a:pt x="732" y="8928"/>
                  </a:lnTo>
                  <a:lnTo>
                    <a:pt x="435" y="9699"/>
                  </a:lnTo>
                  <a:lnTo>
                    <a:pt x="198" y="10370"/>
                  </a:lnTo>
                  <a:lnTo>
                    <a:pt x="119" y="10647"/>
                  </a:lnTo>
                  <a:lnTo>
                    <a:pt x="60" y="10904"/>
                  </a:lnTo>
                  <a:lnTo>
                    <a:pt x="21" y="11141"/>
                  </a:lnTo>
                  <a:lnTo>
                    <a:pt x="1" y="11318"/>
                  </a:lnTo>
                  <a:lnTo>
                    <a:pt x="21" y="11634"/>
                  </a:lnTo>
                  <a:lnTo>
                    <a:pt x="60" y="11911"/>
                  </a:lnTo>
                  <a:lnTo>
                    <a:pt x="119" y="12168"/>
                  </a:lnTo>
                  <a:lnTo>
                    <a:pt x="198" y="12405"/>
                  </a:lnTo>
                  <a:lnTo>
                    <a:pt x="297" y="12602"/>
                  </a:lnTo>
                  <a:lnTo>
                    <a:pt x="396" y="12780"/>
                  </a:lnTo>
                  <a:lnTo>
                    <a:pt x="514" y="12938"/>
                  </a:lnTo>
                  <a:lnTo>
                    <a:pt x="653" y="13096"/>
                  </a:lnTo>
                  <a:lnTo>
                    <a:pt x="791" y="13215"/>
                  </a:lnTo>
                  <a:lnTo>
                    <a:pt x="949" y="13333"/>
                  </a:lnTo>
                  <a:lnTo>
                    <a:pt x="1107" y="13432"/>
                  </a:lnTo>
                  <a:lnTo>
                    <a:pt x="1265" y="13531"/>
                  </a:lnTo>
                  <a:lnTo>
                    <a:pt x="1601" y="13708"/>
                  </a:lnTo>
                  <a:lnTo>
                    <a:pt x="1937" y="13847"/>
                  </a:lnTo>
                  <a:lnTo>
                    <a:pt x="2114" y="13926"/>
                  </a:lnTo>
                  <a:lnTo>
                    <a:pt x="2312" y="13985"/>
                  </a:lnTo>
                  <a:lnTo>
                    <a:pt x="2509" y="14044"/>
                  </a:lnTo>
                  <a:lnTo>
                    <a:pt x="2727" y="14084"/>
                  </a:lnTo>
                  <a:lnTo>
                    <a:pt x="2964" y="14103"/>
                  </a:lnTo>
                  <a:lnTo>
                    <a:pt x="3477" y="14103"/>
                  </a:lnTo>
                  <a:lnTo>
                    <a:pt x="3734" y="14064"/>
                  </a:lnTo>
                  <a:lnTo>
                    <a:pt x="4011" y="14024"/>
                  </a:lnTo>
                  <a:lnTo>
                    <a:pt x="4287" y="13945"/>
                  </a:lnTo>
                  <a:lnTo>
                    <a:pt x="4583" y="13847"/>
                  </a:lnTo>
                  <a:lnTo>
                    <a:pt x="4880" y="13728"/>
                  </a:lnTo>
                  <a:lnTo>
                    <a:pt x="5176" y="13570"/>
                  </a:lnTo>
                  <a:lnTo>
                    <a:pt x="5472" y="13392"/>
                  </a:lnTo>
                  <a:lnTo>
                    <a:pt x="5768" y="13195"/>
                  </a:lnTo>
                  <a:lnTo>
                    <a:pt x="6065" y="12958"/>
                  </a:lnTo>
                  <a:lnTo>
                    <a:pt x="6361" y="12681"/>
                  </a:lnTo>
                  <a:lnTo>
                    <a:pt x="6618" y="12405"/>
                  </a:lnTo>
                  <a:lnTo>
                    <a:pt x="6875" y="12108"/>
                  </a:lnTo>
                  <a:lnTo>
                    <a:pt x="7131" y="11792"/>
                  </a:lnTo>
                  <a:lnTo>
                    <a:pt x="7368" y="11457"/>
                  </a:lnTo>
                  <a:lnTo>
                    <a:pt x="7586" y="11121"/>
                  </a:lnTo>
                  <a:lnTo>
                    <a:pt x="7783" y="10765"/>
                  </a:lnTo>
                  <a:lnTo>
                    <a:pt x="7981" y="10390"/>
                  </a:lnTo>
                  <a:lnTo>
                    <a:pt x="8178" y="10015"/>
                  </a:lnTo>
                  <a:lnTo>
                    <a:pt x="8356" y="9620"/>
                  </a:lnTo>
                  <a:lnTo>
                    <a:pt x="8692" y="8810"/>
                  </a:lnTo>
                  <a:lnTo>
                    <a:pt x="9008" y="7980"/>
                  </a:lnTo>
                  <a:lnTo>
                    <a:pt x="9304" y="7111"/>
                  </a:lnTo>
                  <a:lnTo>
                    <a:pt x="9442" y="6677"/>
                  </a:lnTo>
                  <a:lnTo>
                    <a:pt x="9541" y="6262"/>
                  </a:lnTo>
                  <a:lnTo>
                    <a:pt x="9600" y="5867"/>
                  </a:lnTo>
                  <a:lnTo>
                    <a:pt x="9640" y="5472"/>
                  </a:lnTo>
                  <a:lnTo>
                    <a:pt x="9640" y="5096"/>
                  </a:lnTo>
                  <a:lnTo>
                    <a:pt x="9620" y="4721"/>
                  </a:lnTo>
                  <a:lnTo>
                    <a:pt x="9581" y="4385"/>
                  </a:lnTo>
                  <a:lnTo>
                    <a:pt x="9502" y="4030"/>
                  </a:lnTo>
                  <a:lnTo>
                    <a:pt x="9423" y="3714"/>
                  </a:lnTo>
                  <a:lnTo>
                    <a:pt x="9324" y="3378"/>
                  </a:lnTo>
                  <a:lnTo>
                    <a:pt x="9205" y="3082"/>
                  </a:lnTo>
                  <a:lnTo>
                    <a:pt x="9087" y="2785"/>
                  </a:lnTo>
                  <a:lnTo>
                    <a:pt x="8949" y="2489"/>
                  </a:lnTo>
                  <a:lnTo>
                    <a:pt x="8791" y="2213"/>
                  </a:lnTo>
                  <a:lnTo>
                    <a:pt x="8474" y="1699"/>
                  </a:lnTo>
                  <a:lnTo>
                    <a:pt x="8316" y="1462"/>
                  </a:lnTo>
                  <a:lnTo>
                    <a:pt x="8158" y="1245"/>
                  </a:lnTo>
                  <a:lnTo>
                    <a:pt x="8000" y="1047"/>
                  </a:lnTo>
                  <a:lnTo>
                    <a:pt x="7823" y="869"/>
                  </a:lnTo>
                  <a:lnTo>
                    <a:pt x="7665" y="711"/>
                  </a:lnTo>
                  <a:lnTo>
                    <a:pt x="7507" y="553"/>
                  </a:lnTo>
                  <a:lnTo>
                    <a:pt x="7329" y="435"/>
                  </a:lnTo>
                  <a:lnTo>
                    <a:pt x="7171" y="316"/>
                  </a:lnTo>
                  <a:lnTo>
                    <a:pt x="7013" y="237"/>
                  </a:lnTo>
                  <a:lnTo>
                    <a:pt x="6835" y="158"/>
                  </a:lnTo>
                  <a:lnTo>
                    <a:pt x="6677" y="99"/>
                  </a:lnTo>
                  <a:lnTo>
                    <a:pt x="6519" y="60"/>
                  </a:lnTo>
                  <a:lnTo>
                    <a:pt x="6361" y="20"/>
                  </a:lnTo>
                  <a:lnTo>
                    <a:pt x="6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15"/>
            <p:cNvSpPr/>
            <p:nvPr/>
          </p:nvSpPr>
          <p:spPr>
            <a:xfrm>
              <a:off x="-826250" y="3285750"/>
              <a:ext cx="215325" cy="330875"/>
            </a:xfrm>
            <a:custGeom>
              <a:rect b="b" l="l" r="r" t="t"/>
              <a:pathLst>
                <a:path extrusionOk="0" h="13235" w="8613">
                  <a:moveTo>
                    <a:pt x="5511" y="1"/>
                  </a:moveTo>
                  <a:lnTo>
                    <a:pt x="5353" y="20"/>
                  </a:lnTo>
                  <a:lnTo>
                    <a:pt x="5215" y="60"/>
                  </a:lnTo>
                  <a:lnTo>
                    <a:pt x="5097" y="99"/>
                  </a:lnTo>
                  <a:lnTo>
                    <a:pt x="4998" y="139"/>
                  </a:lnTo>
                  <a:lnTo>
                    <a:pt x="4899" y="198"/>
                  </a:lnTo>
                  <a:lnTo>
                    <a:pt x="4820" y="277"/>
                  </a:lnTo>
                  <a:lnTo>
                    <a:pt x="4682" y="396"/>
                  </a:lnTo>
                  <a:lnTo>
                    <a:pt x="4603" y="514"/>
                  </a:lnTo>
                  <a:lnTo>
                    <a:pt x="4544" y="652"/>
                  </a:lnTo>
                  <a:lnTo>
                    <a:pt x="4050" y="1541"/>
                  </a:lnTo>
                  <a:lnTo>
                    <a:pt x="2884" y="3615"/>
                  </a:lnTo>
                  <a:lnTo>
                    <a:pt x="2213" y="4820"/>
                  </a:lnTo>
                  <a:lnTo>
                    <a:pt x="1601" y="5986"/>
                  </a:lnTo>
                  <a:lnTo>
                    <a:pt x="1087" y="6973"/>
                  </a:lnTo>
                  <a:lnTo>
                    <a:pt x="890" y="7388"/>
                  </a:lnTo>
                  <a:lnTo>
                    <a:pt x="751" y="7724"/>
                  </a:lnTo>
                  <a:lnTo>
                    <a:pt x="534" y="8297"/>
                  </a:lnTo>
                  <a:lnTo>
                    <a:pt x="336" y="8889"/>
                  </a:lnTo>
                  <a:lnTo>
                    <a:pt x="178" y="9501"/>
                  </a:lnTo>
                  <a:lnTo>
                    <a:pt x="60" y="10074"/>
                  </a:lnTo>
                  <a:lnTo>
                    <a:pt x="20" y="10351"/>
                  </a:lnTo>
                  <a:lnTo>
                    <a:pt x="1" y="10627"/>
                  </a:lnTo>
                  <a:lnTo>
                    <a:pt x="1" y="10884"/>
                  </a:lnTo>
                  <a:lnTo>
                    <a:pt x="20" y="11141"/>
                  </a:lnTo>
                  <a:lnTo>
                    <a:pt x="40" y="11378"/>
                  </a:lnTo>
                  <a:lnTo>
                    <a:pt x="99" y="11595"/>
                  </a:lnTo>
                  <a:lnTo>
                    <a:pt x="159" y="11773"/>
                  </a:lnTo>
                  <a:lnTo>
                    <a:pt x="257" y="11951"/>
                  </a:lnTo>
                  <a:lnTo>
                    <a:pt x="376" y="12128"/>
                  </a:lnTo>
                  <a:lnTo>
                    <a:pt x="534" y="12286"/>
                  </a:lnTo>
                  <a:lnTo>
                    <a:pt x="712" y="12444"/>
                  </a:lnTo>
                  <a:lnTo>
                    <a:pt x="909" y="12603"/>
                  </a:lnTo>
                  <a:lnTo>
                    <a:pt x="1127" y="12741"/>
                  </a:lnTo>
                  <a:lnTo>
                    <a:pt x="1364" y="12859"/>
                  </a:lnTo>
                  <a:lnTo>
                    <a:pt x="1640" y="12978"/>
                  </a:lnTo>
                  <a:lnTo>
                    <a:pt x="1917" y="13077"/>
                  </a:lnTo>
                  <a:lnTo>
                    <a:pt x="2213" y="13156"/>
                  </a:lnTo>
                  <a:lnTo>
                    <a:pt x="2509" y="13195"/>
                  </a:lnTo>
                  <a:lnTo>
                    <a:pt x="2825" y="13235"/>
                  </a:lnTo>
                  <a:lnTo>
                    <a:pt x="3141" y="13215"/>
                  </a:lnTo>
                  <a:lnTo>
                    <a:pt x="3477" y="13195"/>
                  </a:lnTo>
                  <a:lnTo>
                    <a:pt x="3813" y="13116"/>
                  </a:lnTo>
                  <a:lnTo>
                    <a:pt x="4168" y="12998"/>
                  </a:lnTo>
                  <a:lnTo>
                    <a:pt x="4504" y="12859"/>
                  </a:lnTo>
                  <a:lnTo>
                    <a:pt x="4840" y="12662"/>
                  </a:lnTo>
                  <a:lnTo>
                    <a:pt x="5156" y="12444"/>
                  </a:lnTo>
                  <a:lnTo>
                    <a:pt x="5452" y="12188"/>
                  </a:lnTo>
                  <a:lnTo>
                    <a:pt x="5729" y="11931"/>
                  </a:lnTo>
                  <a:lnTo>
                    <a:pt x="5986" y="11635"/>
                  </a:lnTo>
                  <a:lnTo>
                    <a:pt x="6223" y="11319"/>
                  </a:lnTo>
                  <a:lnTo>
                    <a:pt x="6440" y="11003"/>
                  </a:lnTo>
                  <a:lnTo>
                    <a:pt x="6657" y="10667"/>
                  </a:lnTo>
                  <a:lnTo>
                    <a:pt x="6855" y="10331"/>
                  </a:lnTo>
                  <a:lnTo>
                    <a:pt x="7032" y="9975"/>
                  </a:lnTo>
                  <a:lnTo>
                    <a:pt x="7368" y="9284"/>
                  </a:lnTo>
                  <a:lnTo>
                    <a:pt x="7645" y="8632"/>
                  </a:lnTo>
                  <a:lnTo>
                    <a:pt x="7901" y="8020"/>
                  </a:lnTo>
                  <a:lnTo>
                    <a:pt x="8119" y="7427"/>
                  </a:lnTo>
                  <a:lnTo>
                    <a:pt x="8297" y="6815"/>
                  </a:lnTo>
                  <a:lnTo>
                    <a:pt x="8455" y="6183"/>
                  </a:lnTo>
                  <a:lnTo>
                    <a:pt x="8514" y="5867"/>
                  </a:lnTo>
                  <a:lnTo>
                    <a:pt x="8553" y="5551"/>
                  </a:lnTo>
                  <a:lnTo>
                    <a:pt x="8593" y="5215"/>
                  </a:lnTo>
                  <a:lnTo>
                    <a:pt x="8613" y="4899"/>
                  </a:lnTo>
                  <a:lnTo>
                    <a:pt x="8613" y="4583"/>
                  </a:lnTo>
                  <a:lnTo>
                    <a:pt x="8613" y="4267"/>
                  </a:lnTo>
                  <a:lnTo>
                    <a:pt x="8573" y="3971"/>
                  </a:lnTo>
                  <a:lnTo>
                    <a:pt x="8534" y="3655"/>
                  </a:lnTo>
                  <a:lnTo>
                    <a:pt x="8474" y="3339"/>
                  </a:lnTo>
                  <a:lnTo>
                    <a:pt x="8395" y="3042"/>
                  </a:lnTo>
                  <a:lnTo>
                    <a:pt x="8297" y="2746"/>
                  </a:lnTo>
                  <a:lnTo>
                    <a:pt x="8198" y="2470"/>
                  </a:lnTo>
                  <a:lnTo>
                    <a:pt x="8079" y="2193"/>
                  </a:lnTo>
                  <a:lnTo>
                    <a:pt x="7961" y="1936"/>
                  </a:lnTo>
                  <a:lnTo>
                    <a:pt x="7822" y="1680"/>
                  </a:lnTo>
                  <a:lnTo>
                    <a:pt x="7664" y="1443"/>
                  </a:lnTo>
                  <a:lnTo>
                    <a:pt x="7506" y="1225"/>
                  </a:lnTo>
                  <a:lnTo>
                    <a:pt x="7348" y="1028"/>
                  </a:lnTo>
                  <a:lnTo>
                    <a:pt x="7190" y="830"/>
                  </a:lnTo>
                  <a:lnTo>
                    <a:pt x="7013" y="652"/>
                  </a:lnTo>
                  <a:lnTo>
                    <a:pt x="6835" y="494"/>
                  </a:lnTo>
                  <a:lnTo>
                    <a:pt x="6657" y="376"/>
                  </a:lnTo>
                  <a:lnTo>
                    <a:pt x="6460" y="257"/>
                  </a:lnTo>
                  <a:lnTo>
                    <a:pt x="6262" y="159"/>
                  </a:lnTo>
                  <a:lnTo>
                    <a:pt x="6065" y="80"/>
                  </a:lnTo>
                  <a:lnTo>
                    <a:pt x="5867" y="40"/>
                  </a:lnTo>
                  <a:lnTo>
                    <a:pt x="5689" y="20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15"/>
            <p:cNvSpPr/>
            <p:nvPr/>
          </p:nvSpPr>
          <p:spPr>
            <a:xfrm>
              <a:off x="-911675" y="3264025"/>
              <a:ext cx="249900" cy="354575"/>
            </a:xfrm>
            <a:custGeom>
              <a:rect b="b" l="l" r="r" t="t"/>
              <a:pathLst>
                <a:path extrusionOk="0" h="14183" w="9996">
                  <a:moveTo>
                    <a:pt x="5808" y="1"/>
                  </a:moveTo>
                  <a:lnTo>
                    <a:pt x="5689" y="20"/>
                  </a:lnTo>
                  <a:lnTo>
                    <a:pt x="5571" y="40"/>
                  </a:lnTo>
                  <a:lnTo>
                    <a:pt x="5452" y="99"/>
                  </a:lnTo>
                  <a:lnTo>
                    <a:pt x="5215" y="198"/>
                  </a:lnTo>
                  <a:lnTo>
                    <a:pt x="5018" y="336"/>
                  </a:lnTo>
                  <a:lnTo>
                    <a:pt x="4860" y="494"/>
                  </a:lnTo>
                  <a:lnTo>
                    <a:pt x="4721" y="613"/>
                  </a:lnTo>
                  <a:lnTo>
                    <a:pt x="4623" y="731"/>
                  </a:lnTo>
                  <a:lnTo>
                    <a:pt x="4010" y="1956"/>
                  </a:lnTo>
                  <a:lnTo>
                    <a:pt x="2647" y="4741"/>
                  </a:lnTo>
                  <a:lnTo>
                    <a:pt x="1877" y="6341"/>
                  </a:lnTo>
                  <a:lnTo>
                    <a:pt x="1166" y="7862"/>
                  </a:lnTo>
                  <a:lnTo>
                    <a:pt x="593" y="9146"/>
                  </a:lnTo>
                  <a:lnTo>
                    <a:pt x="396" y="9659"/>
                  </a:lnTo>
                  <a:lnTo>
                    <a:pt x="257" y="10054"/>
                  </a:lnTo>
                  <a:lnTo>
                    <a:pt x="178" y="10370"/>
                  </a:lnTo>
                  <a:lnTo>
                    <a:pt x="99" y="10686"/>
                  </a:lnTo>
                  <a:lnTo>
                    <a:pt x="40" y="10983"/>
                  </a:lnTo>
                  <a:lnTo>
                    <a:pt x="20" y="11259"/>
                  </a:lnTo>
                  <a:lnTo>
                    <a:pt x="1" y="11516"/>
                  </a:lnTo>
                  <a:lnTo>
                    <a:pt x="1" y="11773"/>
                  </a:lnTo>
                  <a:lnTo>
                    <a:pt x="20" y="12010"/>
                  </a:lnTo>
                  <a:lnTo>
                    <a:pt x="60" y="12227"/>
                  </a:lnTo>
                  <a:lnTo>
                    <a:pt x="139" y="12444"/>
                  </a:lnTo>
                  <a:lnTo>
                    <a:pt x="218" y="12642"/>
                  </a:lnTo>
                  <a:lnTo>
                    <a:pt x="317" y="12839"/>
                  </a:lnTo>
                  <a:lnTo>
                    <a:pt x="435" y="13017"/>
                  </a:lnTo>
                  <a:lnTo>
                    <a:pt x="573" y="13175"/>
                  </a:lnTo>
                  <a:lnTo>
                    <a:pt x="731" y="13333"/>
                  </a:lnTo>
                  <a:lnTo>
                    <a:pt x="929" y="13491"/>
                  </a:lnTo>
                  <a:lnTo>
                    <a:pt x="1126" y="13630"/>
                  </a:lnTo>
                  <a:lnTo>
                    <a:pt x="1344" y="13748"/>
                  </a:lnTo>
                  <a:lnTo>
                    <a:pt x="1581" y="13867"/>
                  </a:lnTo>
                  <a:lnTo>
                    <a:pt x="1837" y="13965"/>
                  </a:lnTo>
                  <a:lnTo>
                    <a:pt x="2114" y="14044"/>
                  </a:lnTo>
                  <a:lnTo>
                    <a:pt x="2391" y="14104"/>
                  </a:lnTo>
                  <a:lnTo>
                    <a:pt x="2687" y="14163"/>
                  </a:lnTo>
                  <a:lnTo>
                    <a:pt x="2983" y="14183"/>
                  </a:lnTo>
                  <a:lnTo>
                    <a:pt x="3279" y="14183"/>
                  </a:lnTo>
                  <a:lnTo>
                    <a:pt x="3615" y="14163"/>
                  </a:lnTo>
                  <a:lnTo>
                    <a:pt x="3931" y="14104"/>
                  </a:lnTo>
                  <a:lnTo>
                    <a:pt x="4247" y="14044"/>
                  </a:lnTo>
                  <a:lnTo>
                    <a:pt x="4583" y="13946"/>
                  </a:lnTo>
                  <a:lnTo>
                    <a:pt x="4919" y="13807"/>
                  </a:lnTo>
                  <a:lnTo>
                    <a:pt x="5255" y="13649"/>
                  </a:lnTo>
                  <a:lnTo>
                    <a:pt x="5590" y="13452"/>
                  </a:lnTo>
                  <a:lnTo>
                    <a:pt x="5906" y="13234"/>
                  </a:lnTo>
                  <a:lnTo>
                    <a:pt x="6242" y="12997"/>
                  </a:lnTo>
                  <a:lnTo>
                    <a:pt x="6538" y="12721"/>
                  </a:lnTo>
                  <a:lnTo>
                    <a:pt x="6815" y="12444"/>
                  </a:lnTo>
                  <a:lnTo>
                    <a:pt x="7092" y="12148"/>
                  </a:lnTo>
                  <a:lnTo>
                    <a:pt x="7348" y="11832"/>
                  </a:lnTo>
                  <a:lnTo>
                    <a:pt x="7585" y="11516"/>
                  </a:lnTo>
                  <a:lnTo>
                    <a:pt x="7822" y="11161"/>
                  </a:lnTo>
                  <a:lnTo>
                    <a:pt x="8040" y="10805"/>
                  </a:lnTo>
                  <a:lnTo>
                    <a:pt x="8257" y="10449"/>
                  </a:lnTo>
                  <a:lnTo>
                    <a:pt x="8454" y="10074"/>
                  </a:lnTo>
                  <a:lnTo>
                    <a:pt x="8830" y="9284"/>
                  </a:lnTo>
                  <a:lnTo>
                    <a:pt x="9185" y="8454"/>
                  </a:lnTo>
                  <a:lnTo>
                    <a:pt x="9521" y="7585"/>
                  </a:lnTo>
                  <a:lnTo>
                    <a:pt x="9679" y="7131"/>
                  </a:lnTo>
                  <a:lnTo>
                    <a:pt x="9798" y="6697"/>
                  </a:lnTo>
                  <a:lnTo>
                    <a:pt x="9896" y="6282"/>
                  </a:lnTo>
                  <a:lnTo>
                    <a:pt x="9956" y="5867"/>
                  </a:lnTo>
                  <a:lnTo>
                    <a:pt x="9995" y="5472"/>
                  </a:lnTo>
                  <a:lnTo>
                    <a:pt x="9995" y="5077"/>
                  </a:lnTo>
                  <a:lnTo>
                    <a:pt x="9975" y="4682"/>
                  </a:lnTo>
                  <a:lnTo>
                    <a:pt x="9936" y="4307"/>
                  </a:lnTo>
                  <a:lnTo>
                    <a:pt x="9877" y="3951"/>
                  </a:lnTo>
                  <a:lnTo>
                    <a:pt x="9798" y="3595"/>
                  </a:lnTo>
                  <a:lnTo>
                    <a:pt x="9679" y="3260"/>
                  </a:lnTo>
                  <a:lnTo>
                    <a:pt x="9541" y="2924"/>
                  </a:lnTo>
                  <a:lnTo>
                    <a:pt x="9403" y="2608"/>
                  </a:lnTo>
                  <a:lnTo>
                    <a:pt x="9225" y="2292"/>
                  </a:lnTo>
                  <a:lnTo>
                    <a:pt x="9027" y="1996"/>
                  </a:lnTo>
                  <a:lnTo>
                    <a:pt x="8830" y="1719"/>
                  </a:lnTo>
                  <a:lnTo>
                    <a:pt x="8612" y="1462"/>
                  </a:lnTo>
                  <a:lnTo>
                    <a:pt x="8395" y="1225"/>
                  </a:lnTo>
                  <a:lnTo>
                    <a:pt x="8178" y="1028"/>
                  </a:lnTo>
                  <a:lnTo>
                    <a:pt x="7961" y="830"/>
                  </a:lnTo>
                  <a:lnTo>
                    <a:pt x="7763" y="692"/>
                  </a:lnTo>
                  <a:lnTo>
                    <a:pt x="7566" y="554"/>
                  </a:lnTo>
                  <a:lnTo>
                    <a:pt x="7368" y="435"/>
                  </a:lnTo>
                  <a:lnTo>
                    <a:pt x="7190" y="336"/>
                  </a:lnTo>
                  <a:lnTo>
                    <a:pt x="6835" y="198"/>
                  </a:lnTo>
                  <a:lnTo>
                    <a:pt x="6499" y="99"/>
                  </a:lnTo>
                  <a:lnTo>
                    <a:pt x="6203" y="40"/>
                  </a:lnTo>
                  <a:lnTo>
                    <a:pt x="5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15"/>
            <p:cNvSpPr/>
            <p:nvPr/>
          </p:nvSpPr>
          <p:spPr>
            <a:xfrm>
              <a:off x="-899325" y="3276875"/>
              <a:ext cx="221250" cy="328400"/>
            </a:xfrm>
            <a:custGeom>
              <a:rect b="b" l="l" r="r" t="t"/>
              <a:pathLst>
                <a:path extrusionOk="0" h="13136" w="8850">
                  <a:moveTo>
                    <a:pt x="5274" y="0"/>
                  </a:moveTo>
                  <a:lnTo>
                    <a:pt x="5136" y="40"/>
                  </a:lnTo>
                  <a:lnTo>
                    <a:pt x="5017" y="79"/>
                  </a:lnTo>
                  <a:lnTo>
                    <a:pt x="4899" y="138"/>
                  </a:lnTo>
                  <a:lnTo>
                    <a:pt x="4721" y="257"/>
                  </a:lnTo>
                  <a:lnTo>
                    <a:pt x="4583" y="375"/>
                  </a:lnTo>
                  <a:lnTo>
                    <a:pt x="4464" y="494"/>
                  </a:lnTo>
                  <a:lnTo>
                    <a:pt x="4385" y="612"/>
                  </a:lnTo>
                  <a:lnTo>
                    <a:pt x="3773" y="1936"/>
                  </a:lnTo>
                  <a:lnTo>
                    <a:pt x="2390" y="4938"/>
                  </a:lnTo>
                  <a:lnTo>
                    <a:pt x="1620" y="6597"/>
                  </a:lnTo>
                  <a:lnTo>
                    <a:pt x="929" y="8118"/>
                  </a:lnTo>
                  <a:lnTo>
                    <a:pt x="415" y="9323"/>
                  </a:lnTo>
                  <a:lnTo>
                    <a:pt x="237" y="9758"/>
                  </a:lnTo>
                  <a:lnTo>
                    <a:pt x="139" y="10034"/>
                  </a:lnTo>
                  <a:lnTo>
                    <a:pt x="79" y="10232"/>
                  </a:lnTo>
                  <a:lnTo>
                    <a:pt x="40" y="10429"/>
                  </a:lnTo>
                  <a:lnTo>
                    <a:pt x="20" y="10647"/>
                  </a:lnTo>
                  <a:lnTo>
                    <a:pt x="0" y="10844"/>
                  </a:lnTo>
                  <a:lnTo>
                    <a:pt x="0" y="11061"/>
                  </a:lnTo>
                  <a:lnTo>
                    <a:pt x="20" y="11259"/>
                  </a:lnTo>
                  <a:lnTo>
                    <a:pt x="40" y="11456"/>
                  </a:lnTo>
                  <a:lnTo>
                    <a:pt x="79" y="11654"/>
                  </a:lnTo>
                  <a:lnTo>
                    <a:pt x="139" y="11851"/>
                  </a:lnTo>
                  <a:lnTo>
                    <a:pt x="218" y="12029"/>
                  </a:lnTo>
                  <a:lnTo>
                    <a:pt x="297" y="12187"/>
                  </a:lnTo>
                  <a:lnTo>
                    <a:pt x="415" y="12345"/>
                  </a:lnTo>
                  <a:lnTo>
                    <a:pt x="534" y="12483"/>
                  </a:lnTo>
                  <a:lnTo>
                    <a:pt x="672" y="12622"/>
                  </a:lnTo>
                  <a:lnTo>
                    <a:pt x="850" y="12720"/>
                  </a:lnTo>
                  <a:lnTo>
                    <a:pt x="1027" y="12799"/>
                  </a:lnTo>
                  <a:lnTo>
                    <a:pt x="1423" y="12938"/>
                  </a:lnTo>
                  <a:lnTo>
                    <a:pt x="1877" y="13037"/>
                  </a:lnTo>
                  <a:lnTo>
                    <a:pt x="2351" y="13116"/>
                  </a:lnTo>
                  <a:lnTo>
                    <a:pt x="2845" y="13135"/>
                  </a:lnTo>
                  <a:lnTo>
                    <a:pt x="3101" y="13135"/>
                  </a:lnTo>
                  <a:lnTo>
                    <a:pt x="3338" y="13116"/>
                  </a:lnTo>
                  <a:lnTo>
                    <a:pt x="3575" y="13076"/>
                  </a:lnTo>
                  <a:lnTo>
                    <a:pt x="3813" y="13017"/>
                  </a:lnTo>
                  <a:lnTo>
                    <a:pt x="4050" y="12958"/>
                  </a:lnTo>
                  <a:lnTo>
                    <a:pt x="4287" y="12878"/>
                  </a:lnTo>
                  <a:lnTo>
                    <a:pt x="4504" y="12799"/>
                  </a:lnTo>
                  <a:lnTo>
                    <a:pt x="4721" y="12681"/>
                  </a:lnTo>
                  <a:lnTo>
                    <a:pt x="4919" y="12543"/>
                  </a:lnTo>
                  <a:lnTo>
                    <a:pt x="5136" y="12385"/>
                  </a:lnTo>
                  <a:lnTo>
                    <a:pt x="5353" y="12227"/>
                  </a:lnTo>
                  <a:lnTo>
                    <a:pt x="5570" y="12029"/>
                  </a:lnTo>
                  <a:lnTo>
                    <a:pt x="5807" y="11812"/>
                  </a:lnTo>
                  <a:lnTo>
                    <a:pt x="6025" y="11575"/>
                  </a:lnTo>
                  <a:lnTo>
                    <a:pt x="6262" y="11318"/>
                  </a:lnTo>
                  <a:lnTo>
                    <a:pt x="6479" y="11042"/>
                  </a:lnTo>
                  <a:lnTo>
                    <a:pt x="6696" y="10745"/>
                  </a:lnTo>
                  <a:lnTo>
                    <a:pt x="6914" y="10429"/>
                  </a:lnTo>
                  <a:lnTo>
                    <a:pt x="7111" y="10113"/>
                  </a:lnTo>
                  <a:lnTo>
                    <a:pt x="7328" y="9758"/>
                  </a:lnTo>
                  <a:lnTo>
                    <a:pt x="7506" y="9402"/>
                  </a:lnTo>
                  <a:lnTo>
                    <a:pt x="7684" y="9027"/>
                  </a:lnTo>
                  <a:lnTo>
                    <a:pt x="7862" y="8632"/>
                  </a:lnTo>
                  <a:lnTo>
                    <a:pt x="8020" y="8217"/>
                  </a:lnTo>
                  <a:lnTo>
                    <a:pt x="8276" y="7447"/>
                  </a:lnTo>
                  <a:lnTo>
                    <a:pt x="8494" y="6736"/>
                  </a:lnTo>
                  <a:lnTo>
                    <a:pt x="8672" y="6104"/>
                  </a:lnTo>
                  <a:lnTo>
                    <a:pt x="8770" y="5491"/>
                  </a:lnTo>
                  <a:lnTo>
                    <a:pt x="8810" y="5195"/>
                  </a:lnTo>
                  <a:lnTo>
                    <a:pt x="8849" y="4918"/>
                  </a:lnTo>
                  <a:lnTo>
                    <a:pt x="8849" y="4622"/>
                  </a:lnTo>
                  <a:lnTo>
                    <a:pt x="8849" y="4326"/>
                  </a:lnTo>
                  <a:lnTo>
                    <a:pt x="8830" y="4030"/>
                  </a:lnTo>
                  <a:lnTo>
                    <a:pt x="8810" y="3733"/>
                  </a:lnTo>
                  <a:lnTo>
                    <a:pt x="8691" y="3081"/>
                  </a:lnTo>
                  <a:lnTo>
                    <a:pt x="8612" y="2765"/>
                  </a:lnTo>
                  <a:lnTo>
                    <a:pt x="8513" y="2449"/>
                  </a:lnTo>
                  <a:lnTo>
                    <a:pt x="8375" y="2153"/>
                  </a:lnTo>
                  <a:lnTo>
                    <a:pt x="8217" y="1877"/>
                  </a:lnTo>
                  <a:lnTo>
                    <a:pt x="8039" y="1620"/>
                  </a:lnTo>
                  <a:lnTo>
                    <a:pt x="7842" y="1363"/>
                  </a:lnTo>
                  <a:lnTo>
                    <a:pt x="7625" y="1146"/>
                  </a:lnTo>
                  <a:lnTo>
                    <a:pt x="7407" y="928"/>
                  </a:lnTo>
                  <a:lnTo>
                    <a:pt x="7190" y="751"/>
                  </a:lnTo>
                  <a:lnTo>
                    <a:pt x="6973" y="593"/>
                  </a:lnTo>
                  <a:lnTo>
                    <a:pt x="6736" y="435"/>
                  </a:lnTo>
                  <a:lnTo>
                    <a:pt x="6519" y="316"/>
                  </a:lnTo>
                  <a:lnTo>
                    <a:pt x="6301" y="198"/>
                  </a:lnTo>
                  <a:lnTo>
                    <a:pt x="6084" y="119"/>
                  </a:lnTo>
                  <a:lnTo>
                    <a:pt x="5906" y="59"/>
                  </a:lnTo>
                  <a:lnTo>
                    <a:pt x="5728" y="2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15"/>
            <p:cNvSpPr/>
            <p:nvPr/>
          </p:nvSpPr>
          <p:spPr>
            <a:xfrm>
              <a:off x="-1012900" y="3249225"/>
              <a:ext cx="277050" cy="358025"/>
            </a:xfrm>
            <a:custGeom>
              <a:rect b="b" l="l" r="r" t="t"/>
              <a:pathLst>
                <a:path extrusionOk="0" h="14321" w="11082">
                  <a:moveTo>
                    <a:pt x="6894" y="0"/>
                  </a:moveTo>
                  <a:lnTo>
                    <a:pt x="6716" y="20"/>
                  </a:lnTo>
                  <a:lnTo>
                    <a:pt x="6538" y="59"/>
                  </a:lnTo>
                  <a:lnTo>
                    <a:pt x="6440" y="119"/>
                  </a:lnTo>
                  <a:lnTo>
                    <a:pt x="6321" y="217"/>
                  </a:lnTo>
                  <a:lnTo>
                    <a:pt x="6183" y="356"/>
                  </a:lnTo>
                  <a:lnTo>
                    <a:pt x="6025" y="533"/>
                  </a:lnTo>
                  <a:lnTo>
                    <a:pt x="5669" y="1007"/>
                  </a:lnTo>
                  <a:lnTo>
                    <a:pt x="5254" y="1620"/>
                  </a:lnTo>
                  <a:lnTo>
                    <a:pt x="4780" y="2311"/>
                  </a:lnTo>
                  <a:lnTo>
                    <a:pt x="4287" y="3081"/>
                  </a:lnTo>
                  <a:lnTo>
                    <a:pt x="3279" y="4741"/>
                  </a:lnTo>
                  <a:lnTo>
                    <a:pt x="2311" y="6400"/>
                  </a:lnTo>
                  <a:lnTo>
                    <a:pt x="1482" y="7822"/>
                  </a:lnTo>
                  <a:lnTo>
                    <a:pt x="711" y="9204"/>
                  </a:lnTo>
                  <a:lnTo>
                    <a:pt x="652" y="9264"/>
                  </a:lnTo>
                  <a:lnTo>
                    <a:pt x="514" y="9461"/>
                  </a:lnTo>
                  <a:lnTo>
                    <a:pt x="336" y="9758"/>
                  </a:lnTo>
                  <a:lnTo>
                    <a:pt x="257" y="9935"/>
                  </a:lnTo>
                  <a:lnTo>
                    <a:pt x="178" y="10133"/>
                  </a:lnTo>
                  <a:lnTo>
                    <a:pt x="99" y="10350"/>
                  </a:lnTo>
                  <a:lnTo>
                    <a:pt x="40" y="10587"/>
                  </a:lnTo>
                  <a:lnTo>
                    <a:pt x="20" y="10844"/>
                  </a:lnTo>
                  <a:lnTo>
                    <a:pt x="0" y="11101"/>
                  </a:lnTo>
                  <a:lnTo>
                    <a:pt x="20" y="11357"/>
                  </a:lnTo>
                  <a:lnTo>
                    <a:pt x="79" y="11634"/>
                  </a:lnTo>
                  <a:lnTo>
                    <a:pt x="178" y="11930"/>
                  </a:lnTo>
                  <a:lnTo>
                    <a:pt x="316" y="12207"/>
                  </a:lnTo>
                  <a:lnTo>
                    <a:pt x="514" y="12483"/>
                  </a:lnTo>
                  <a:lnTo>
                    <a:pt x="711" y="12720"/>
                  </a:lnTo>
                  <a:lnTo>
                    <a:pt x="948" y="12957"/>
                  </a:lnTo>
                  <a:lnTo>
                    <a:pt x="1186" y="13155"/>
                  </a:lnTo>
                  <a:lnTo>
                    <a:pt x="1462" y="13352"/>
                  </a:lnTo>
                  <a:lnTo>
                    <a:pt x="1739" y="13530"/>
                  </a:lnTo>
                  <a:lnTo>
                    <a:pt x="2035" y="13668"/>
                  </a:lnTo>
                  <a:lnTo>
                    <a:pt x="2331" y="13807"/>
                  </a:lnTo>
                  <a:lnTo>
                    <a:pt x="2627" y="13925"/>
                  </a:lnTo>
                  <a:lnTo>
                    <a:pt x="2924" y="14024"/>
                  </a:lnTo>
                  <a:lnTo>
                    <a:pt x="3220" y="14103"/>
                  </a:lnTo>
                  <a:lnTo>
                    <a:pt x="3516" y="14182"/>
                  </a:lnTo>
                  <a:lnTo>
                    <a:pt x="3793" y="14241"/>
                  </a:lnTo>
                  <a:lnTo>
                    <a:pt x="4069" y="14281"/>
                  </a:lnTo>
                  <a:lnTo>
                    <a:pt x="4563" y="14320"/>
                  </a:lnTo>
                  <a:lnTo>
                    <a:pt x="4780" y="14320"/>
                  </a:lnTo>
                  <a:lnTo>
                    <a:pt x="5017" y="14301"/>
                  </a:lnTo>
                  <a:lnTo>
                    <a:pt x="5235" y="14281"/>
                  </a:lnTo>
                  <a:lnTo>
                    <a:pt x="5452" y="14241"/>
                  </a:lnTo>
                  <a:lnTo>
                    <a:pt x="5669" y="14162"/>
                  </a:lnTo>
                  <a:lnTo>
                    <a:pt x="5886" y="14103"/>
                  </a:lnTo>
                  <a:lnTo>
                    <a:pt x="6104" y="14004"/>
                  </a:lnTo>
                  <a:lnTo>
                    <a:pt x="6301" y="13905"/>
                  </a:lnTo>
                  <a:lnTo>
                    <a:pt x="6499" y="13787"/>
                  </a:lnTo>
                  <a:lnTo>
                    <a:pt x="6696" y="13649"/>
                  </a:lnTo>
                  <a:lnTo>
                    <a:pt x="6894" y="13510"/>
                  </a:lnTo>
                  <a:lnTo>
                    <a:pt x="7072" y="13352"/>
                  </a:lnTo>
                  <a:lnTo>
                    <a:pt x="7249" y="13194"/>
                  </a:lnTo>
                  <a:lnTo>
                    <a:pt x="7407" y="13017"/>
                  </a:lnTo>
                  <a:lnTo>
                    <a:pt x="7565" y="12819"/>
                  </a:lnTo>
                  <a:lnTo>
                    <a:pt x="7723" y="12622"/>
                  </a:lnTo>
                  <a:lnTo>
                    <a:pt x="8079" y="12128"/>
                  </a:lnTo>
                  <a:lnTo>
                    <a:pt x="8514" y="11456"/>
                  </a:lnTo>
                  <a:lnTo>
                    <a:pt x="8988" y="10646"/>
                  </a:lnTo>
                  <a:lnTo>
                    <a:pt x="9481" y="9738"/>
                  </a:lnTo>
                  <a:lnTo>
                    <a:pt x="9955" y="8809"/>
                  </a:lnTo>
                  <a:lnTo>
                    <a:pt x="10173" y="8335"/>
                  </a:lnTo>
                  <a:lnTo>
                    <a:pt x="10370" y="7881"/>
                  </a:lnTo>
                  <a:lnTo>
                    <a:pt x="10548" y="7427"/>
                  </a:lnTo>
                  <a:lnTo>
                    <a:pt x="10706" y="6992"/>
                  </a:lnTo>
                  <a:lnTo>
                    <a:pt x="10825" y="6577"/>
                  </a:lnTo>
                  <a:lnTo>
                    <a:pt x="10923" y="6202"/>
                  </a:lnTo>
                  <a:lnTo>
                    <a:pt x="10983" y="5847"/>
                  </a:lnTo>
                  <a:lnTo>
                    <a:pt x="11022" y="5491"/>
                  </a:lnTo>
                  <a:lnTo>
                    <a:pt x="11062" y="5155"/>
                  </a:lnTo>
                  <a:lnTo>
                    <a:pt x="11081" y="4839"/>
                  </a:lnTo>
                  <a:lnTo>
                    <a:pt x="11081" y="4523"/>
                  </a:lnTo>
                  <a:lnTo>
                    <a:pt x="11062" y="4227"/>
                  </a:lnTo>
                  <a:lnTo>
                    <a:pt x="11022" y="3950"/>
                  </a:lnTo>
                  <a:lnTo>
                    <a:pt x="10983" y="3674"/>
                  </a:lnTo>
                  <a:lnTo>
                    <a:pt x="10923" y="3397"/>
                  </a:lnTo>
                  <a:lnTo>
                    <a:pt x="10844" y="3141"/>
                  </a:lnTo>
                  <a:lnTo>
                    <a:pt x="10745" y="2904"/>
                  </a:lnTo>
                  <a:lnTo>
                    <a:pt x="10627" y="2647"/>
                  </a:lnTo>
                  <a:lnTo>
                    <a:pt x="10489" y="2410"/>
                  </a:lnTo>
                  <a:lnTo>
                    <a:pt x="10331" y="2192"/>
                  </a:lnTo>
                  <a:lnTo>
                    <a:pt x="10153" y="1955"/>
                  </a:lnTo>
                  <a:lnTo>
                    <a:pt x="9975" y="1738"/>
                  </a:lnTo>
                  <a:lnTo>
                    <a:pt x="9541" y="1323"/>
                  </a:lnTo>
                  <a:lnTo>
                    <a:pt x="9106" y="948"/>
                  </a:lnTo>
                  <a:lnTo>
                    <a:pt x="8869" y="770"/>
                  </a:lnTo>
                  <a:lnTo>
                    <a:pt x="8632" y="612"/>
                  </a:lnTo>
                  <a:lnTo>
                    <a:pt x="8415" y="474"/>
                  </a:lnTo>
                  <a:lnTo>
                    <a:pt x="8178" y="356"/>
                  </a:lnTo>
                  <a:lnTo>
                    <a:pt x="7941" y="237"/>
                  </a:lnTo>
                  <a:lnTo>
                    <a:pt x="7723" y="158"/>
                  </a:lnTo>
                  <a:lnTo>
                    <a:pt x="7506" y="79"/>
                  </a:lnTo>
                  <a:lnTo>
                    <a:pt x="7289" y="40"/>
                  </a:lnTo>
                  <a:lnTo>
                    <a:pt x="7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15"/>
            <p:cNvSpPr/>
            <p:nvPr/>
          </p:nvSpPr>
          <p:spPr>
            <a:xfrm>
              <a:off x="-1298325" y="3095150"/>
              <a:ext cx="417775" cy="434075"/>
            </a:xfrm>
            <a:custGeom>
              <a:rect b="b" l="l" r="r" t="t"/>
              <a:pathLst>
                <a:path extrusionOk="0" h="17363" w="16711">
                  <a:moveTo>
                    <a:pt x="6973" y="0"/>
                  </a:moveTo>
                  <a:lnTo>
                    <a:pt x="6519" y="40"/>
                  </a:lnTo>
                  <a:lnTo>
                    <a:pt x="6084" y="119"/>
                  </a:lnTo>
                  <a:lnTo>
                    <a:pt x="5630" y="218"/>
                  </a:lnTo>
                  <a:lnTo>
                    <a:pt x="5196" y="356"/>
                  </a:lnTo>
                  <a:lnTo>
                    <a:pt x="4781" y="514"/>
                  </a:lnTo>
                  <a:lnTo>
                    <a:pt x="4366" y="711"/>
                  </a:lnTo>
                  <a:lnTo>
                    <a:pt x="3971" y="929"/>
                  </a:lnTo>
                  <a:lnTo>
                    <a:pt x="3596" y="1166"/>
                  </a:lnTo>
                  <a:lnTo>
                    <a:pt x="3240" y="1442"/>
                  </a:lnTo>
                  <a:lnTo>
                    <a:pt x="2904" y="1739"/>
                  </a:lnTo>
                  <a:lnTo>
                    <a:pt x="2588" y="2055"/>
                  </a:lnTo>
                  <a:lnTo>
                    <a:pt x="2292" y="2390"/>
                  </a:lnTo>
                  <a:lnTo>
                    <a:pt x="1996" y="2766"/>
                  </a:lnTo>
                  <a:lnTo>
                    <a:pt x="1719" y="3161"/>
                  </a:lnTo>
                  <a:lnTo>
                    <a:pt x="1443" y="3575"/>
                  </a:lnTo>
                  <a:lnTo>
                    <a:pt x="1206" y="4010"/>
                  </a:lnTo>
                  <a:lnTo>
                    <a:pt x="969" y="4445"/>
                  </a:lnTo>
                  <a:lnTo>
                    <a:pt x="751" y="4899"/>
                  </a:lnTo>
                  <a:lnTo>
                    <a:pt x="574" y="5353"/>
                  </a:lnTo>
                  <a:lnTo>
                    <a:pt x="396" y="5807"/>
                  </a:lnTo>
                  <a:lnTo>
                    <a:pt x="258" y="6282"/>
                  </a:lnTo>
                  <a:lnTo>
                    <a:pt x="159" y="6756"/>
                  </a:lnTo>
                  <a:lnTo>
                    <a:pt x="80" y="7210"/>
                  </a:lnTo>
                  <a:lnTo>
                    <a:pt x="20" y="7664"/>
                  </a:lnTo>
                  <a:lnTo>
                    <a:pt x="1" y="8118"/>
                  </a:lnTo>
                  <a:lnTo>
                    <a:pt x="20" y="8553"/>
                  </a:lnTo>
                  <a:lnTo>
                    <a:pt x="60" y="8751"/>
                  </a:lnTo>
                  <a:lnTo>
                    <a:pt x="99" y="8968"/>
                  </a:lnTo>
                  <a:lnTo>
                    <a:pt x="159" y="9185"/>
                  </a:lnTo>
                  <a:lnTo>
                    <a:pt x="238" y="9402"/>
                  </a:lnTo>
                  <a:lnTo>
                    <a:pt x="337" y="9620"/>
                  </a:lnTo>
                  <a:lnTo>
                    <a:pt x="435" y="9837"/>
                  </a:lnTo>
                  <a:lnTo>
                    <a:pt x="692" y="10271"/>
                  </a:lnTo>
                  <a:lnTo>
                    <a:pt x="1008" y="10686"/>
                  </a:lnTo>
                  <a:lnTo>
                    <a:pt x="1344" y="11121"/>
                  </a:lnTo>
                  <a:lnTo>
                    <a:pt x="1719" y="11536"/>
                  </a:lnTo>
                  <a:lnTo>
                    <a:pt x="2134" y="11950"/>
                  </a:lnTo>
                  <a:lnTo>
                    <a:pt x="2568" y="12345"/>
                  </a:lnTo>
                  <a:lnTo>
                    <a:pt x="3023" y="12740"/>
                  </a:lnTo>
                  <a:lnTo>
                    <a:pt x="3477" y="13116"/>
                  </a:lnTo>
                  <a:lnTo>
                    <a:pt x="3931" y="13491"/>
                  </a:lnTo>
                  <a:lnTo>
                    <a:pt x="4840" y="14182"/>
                  </a:lnTo>
                  <a:lnTo>
                    <a:pt x="5670" y="14795"/>
                  </a:lnTo>
                  <a:lnTo>
                    <a:pt x="7131" y="15861"/>
                  </a:lnTo>
                  <a:lnTo>
                    <a:pt x="8277" y="16711"/>
                  </a:lnTo>
                  <a:lnTo>
                    <a:pt x="8731" y="17027"/>
                  </a:lnTo>
                  <a:lnTo>
                    <a:pt x="9067" y="17244"/>
                  </a:lnTo>
                  <a:lnTo>
                    <a:pt x="9304" y="17362"/>
                  </a:lnTo>
                  <a:lnTo>
                    <a:pt x="9403" y="17362"/>
                  </a:lnTo>
                  <a:lnTo>
                    <a:pt x="11161" y="14360"/>
                  </a:lnTo>
                  <a:lnTo>
                    <a:pt x="12504" y="12049"/>
                  </a:lnTo>
                  <a:lnTo>
                    <a:pt x="13709" y="9995"/>
                  </a:lnTo>
                  <a:lnTo>
                    <a:pt x="14933" y="7921"/>
                  </a:lnTo>
                  <a:lnTo>
                    <a:pt x="16711" y="4919"/>
                  </a:lnTo>
                  <a:lnTo>
                    <a:pt x="15822" y="4326"/>
                  </a:lnTo>
                  <a:lnTo>
                    <a:pt x="13847" y="3062"/>
                  </a:lnTo>
                  <a:lnTo>
                    <a:pt x="12682" y="2331"/>
                  </a:lnTo>
                  <a:lnTo>
                    <a:pt x="11516" y="1620"/>
                  </a:lnTo>
                  <a:lnTo>
                    <a:pt x="10450" y="988"/>
                  </a:lnTo>
                  <a:lnTo>
                    <a:pt x="9975" y="731"/>
                  </a:lnTo>
                  <a:lnTo>
                    <a:pt x="9561" y="514"/>
                  </a:lnTo>
                  <a:lnTo>
                    <a:pt x="9146" y="336"/>
                  </a:lnTo>
                  <a:lnTo>
                    <a:pt x="8731" y="198"/>
                  </a:lnTo>
                  <a:lnTo>
                    <a:pt x="8297" y="99"/>
                  </a:lnTo>
                  <a:lnTo>
                    <a:pt x="7862" y="40"/>
                  </a:lnTo>
                  <a:lnTo>
                    <a:pt x="7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15"/>
            <p:cNvSpPr/>
            <p:nvPr/>
          </p:nvSpPr>
          <p:spPr>
            <a:xfrm>
              <a:off x="-880575" y="32181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A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15"/>
            <p:cNvSpPr/>
            <p:nvPr/>
          </p:nvSpPr>
          <p:spPr>
            <a:xfrm>
              <a:off x="-1510150" y="3967200"/>
              <a:ext cx="345675" cy="325450"/>
            </a:xfrm>
            <a:custGeom>
              <a:rect b="b" l="l" r="r" t="t"/>
              <a:pathLst>
                <a:path extrusionOk="0" h="13018" w="13827">
                  <a:moveTo>
                    <a:pt x="3872" y="1"/>
                  </a:moveTo>
                  <a:lnTo>
                    <a:pt x="3259" y="1047"/>
                  </a:lnTo>
                  <a:lnTo>
                    <a:pt x="1896" y="3378"/>
                  </a:lnTo>
                  <a:lnTo>
                    <a:pt x="1185" y="4623"/>
                  </a:lnTo>
                  <a:lnTo>
                    <a:pt x="573" y="5748"/>
                  </a:lnTo>
                  <a:lnTo>
                    <a:pt x="138" y="6558"/>
                  </a:lnTo>
                  <a:lnTo>
                    <a:pt x="20" y="6815"/>
                  </a:lnTo>
                  <a:lnTo>
                    <a:pt x="0" y="6894"/>
                  </a:lnTo>
                  <a:lnTo>
                    <a:pt x="0" y="6934"/>
                  </a:lnTo>
                  <a:lnTo>
                    <a:pt x="20" y="6973"/>
                  </a:lnTo>
                  <a:lnTo>
                    <a:pt x="119" y="7052"/>
                  </a:lnTo>
                  <a:lnTo>
                    <a:pt x="494" y="7289"/>
                  </a:lnTo>
                  <a:lnTo>
                    <a:pt x="1758" y="8040"/>
                  </a:lnTo>
                  <a:lnTo>
                    <a:pt x="3536" y="9047"/>
                  </a:lnTo>
                  <a:lnTo>
                    <a:pt x="5570" y="10193"/>
                  </a:lnTo>
                  <a:lnTo>
                    <a:pt x="7624" y="11299"/>
                  </a:lnTo>
                  <a:lnTo>
                    <a:pt x="8572" y="11793"/>
                  </a:lnTo>
                  <a:lnTo>
                    <a:pt x="9442" y="12227"/>
                  </a:lnTo>
                  <a:lnTo>
                    <a:pt x="10172" y="12583"/>
                  </a:lnTo>
                  <a:lnTo>
                    <a:pt x="10745" y="12839"/>
                  </a:lnTo>
                  <a:lnTo>
                    <a:pt x="11140" y="12997"/>
                  </a:lnTo>
                  <a:lnTo>
                    <a:pt x="11259" y="13017"/>
                  </a:lnTo>
                  <a:lnTo>
                    <a:pt x="11318" y="13017"/>
                  </a:lnTo>
                  <a:lnTo>
                    <a:pt x="11397" y="12859"/>
                  </a:lnTo>
                  <a:lnTo>
                    <a:pt x="11516" y="12563"/>
                  </a:lnTo>
                  <a:lnTo>
                    <a:pt x="11832" y="11556"/>
                  </a:lnTo>
                  <a:lnTo>
                    <a:pt x="12246" y="10193"/>
                  </a:lnTo>
                  <a:lnTo>
                    <a:pt x="12681" y="8672"/>
                  </a:lnTo>
                  <a:lnTo>
                    <a:pt x="13491" y="5827"/>
                  </a:lnTo>
                  <a:lnTo>
                    <a:pt x="13827" y="4544"/>
                  </a:lnTo>
                  <a:lnTo>
                    <a:pt x="3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15"/>
            <p:cNvSpPr/>
            <p:nvPr/>
          </p:nvSpPr>
          <p:spPr>
            <a:xfrm>
              <a:off x="-1914575" y="3337100"/>
              <a:ext cx="321475" cy="387675"/>
            </a:xfrm>
            <a:custGeom>
              <a:rect b="b" l="l" r="r" t="t"/>
              <a:pathLst>
                <a:path extrusionOk="0" h="15507" w="12859">
                  <a:moveTo>
                    <a:pt x="8632" y="1"/>
                  </a:moveTo>
                  <a:lnTo>
                    <a:pt x="5985" y="1028"/>
                  </a:lnTo>
                  <a:lnTo>
                    <a:pt x="5017" y="1423"/>
                  </a:lnTo>
                  <a:lnTo>
                    <a:pt x="4978" y="1443"/>
                  </a:lnTo>
                  <a:lnTo>
                    <a:pt x="4859" y="1482"/>
                  </a:lnTo>
                  <a:lnTo>
                    <a:pt x="4820" y="1502"/>
                  </a:lnTo>
                  <a:lnTo>
                    <a:pt x="4780" y="1502"/>
                  </a:lnTo>
                  <a:lnTo>
                    <a:pt x="4780" y="1522"/>
                  </a:lnTo>
                  <a:lnTo>
                    <a:pt x="4760" y="1522"/>
                  </a:lnTo>
                  <a:lnTo>
                    <a:pt x="4721" y="1542"/>
                  </a:lnTo>
                  <a:lnTo>
                    <a:pt x="4701" y="1542"/>
                  </a:lnTo>
                  <a:lnTo>
                    <a:pt x="4662" y="1561"/>
                  </a:lnTo>
                  <a:lnTo>
                    <a:pt x="4642" y="1561"/>
                  </a:lnTo>
                  <a:lnTo>
                    <a:pt x="3437" y="2055"/>
                  </a:lnTo>
                  <a:lnTo>
                    <a:pt x="2351" y="2509"/>
                  </a:lnTo>
                  <a:lnTo>
                    <a:pt x="1482" y="2885"/>
                  </a:lnTo>
                  <a:lnTo>
                    <a:pt x="1166" y="3043"/>
                  </a:lnTo>
                  <a:lnTo>
                    <a:pt x="948" y="3141"/>
                  </a:lnTo>
                  <a:lnTo>
                    <a:pt x="0" y="3695"/>
                  </a:lnTo>
                  <a:lnTo>
                    <a:pt x="534" y="4959"/>
                  </a:lnTo>
                  <a:lnTo>
                    <a:pt x="553" y="4978"/>
                  </a:lnTo>
                  <a:lnTo>
                    <a:pt x="1047" y="6164"/>
                  </a:lnTo>
                  <a:lnTo>
                    <a:pt x="1067" y="6183"/>
                  </a:lnTo>
                  <a:lnTo>
                    <a:pt x="1087" y="6243"/>
                  </a:lnTo>
                  <a:lnTo>
                    <a:pt x="1087" y="6262"/>
                  </a:lnTo>
                  <a:lnTo>
                    <a:pt x="1106" y="6282"/>
                  </a:lnTo>
                  <a:lnTo>
                    <a:pt x="3358" y="11516"/>
                  </a:lnTo>
                  <a:lnTo>
                    <a:pt x="3733" y="12405"/>
                  </a:lnTo>
                  <a:lnTo>
                    <a:pt x="3733" y="12425"/>
                  </a:lnTo>
                  <a:lnTo>
                    <a:pt x="3753" y="12445"/>
                  </a:lnTo>
                  <a:lnTo>
                    <a:pt x="3832" y="12622"/>
                  </a:lnTo>
                  <a:lnTo>
                    <a:pt x="3832" y="12642"/>
                  </a:lnTo>
                  <a:lnTo>
                    <a:pt x="3832" y="12662"/>
                  </a:lnTo>
                  <a:lnTo>
                    <a:pt x="3852" y="12682"/>
                  </a:lnTo>
                  <a:lnTo>
                    <a:pt x="3852" y="12701"/>
                  </a:lnTo>
                  <a:lnTo>
                    <a:pt x="3872" y="12741"/>
                  </a:lnTo>
                  <a:lnTo>
                    <a:pt x="3891" y="12761"/>
                  </a:lnTo>
                  <a:lnTo>
                    <a:pt x="3911" y="12800"/>
                  </a:lnTo>
                  <a:lnTo>
                    <a:pt x="4741" y="14677"/>
                  </a:lnTo>
                  <a:lnTo>
                    <a:pt x="4997" y="15249"/>
                  </a:lnTo>
                  <a:lnTo>
                    <a:pt x="5136" y="15506"/>
                  </a:lnTo>
                  <a:lnTo>
                    <a:pt x="5175" y="15506"/>
                  </a:lnTo>
                  <a:lnTo>
                    <a:pt x="5274" y="15487"/>
                  </a:lnTo>
                  <a:lnTo>
                    <a:pt x="5412" y="15408"/>
                  </a:lnTo>
                  <a:lnTo>
                    <a:pt x="5570" y="15309"/>
                  </a:lnTo>
                  <a:lnTo>
                    <a:pt x="6025" y="15032"/>
                  </a:lnTo>
                  <a:lnTo>
                    <a:pt x="6578" y="14637"/>
                  </a:lnTo>
                  <a:lnTo>
                    <a:pt x="7921" y="13610"/>
                  </a:lnTo>
                  <a:lnTo>
                    <a:pt x="9422" y="12445"/>
                  </a:lnTo>
                  <a:lnTo>
                    <a:pt x="9442" y="12445"/>
                  </a:lnTo>
                  <a:lnTo>
                    <a:pt x="10291" y="11753"/>
                  </a:lnTo>
                  <a:lnTo>
                    <a:pt x="10331" y="11734"/>
                  </a:lnTo>
                  <a:lnTo>
                    <a:pt x="12859" y="9699"/>
                  </a:lnTo>
                  <a:lnTo>
                    <a:pt x="86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15"/>
            <p:cNvSpPr/>
            <p:nvPr/>
          </p:nvSpPr>
          <p:spPr>
            <a:xfrm>
              <a:off x="-1617800" y="3222550"/>
              <a:ext cx="250375" cy="293825"/>
            </a:xfrm>
            <a:custGeom>
              <a:rect b="b" l="l" r="r" t="t"/>
              <a:pathLst>
                <a:path extrusionOk="0" h="11753" w="10015">
                  <a:moveTo>
                    <a:pt x="6222" y="0"/>
                  </a:moveTo>
                  <a:lnTo>
                    <a:pt x="1640" y="2252"/>
                  </a:lnTo>
                  <a:lnTo>
                    <a:pt x="0" y="3062"/>
                  </a:lnTo>
                  <a:lnTo>
                    <a:pt x="1087" y="5511"/>
                  </a:lnTo>
                  <a:lnTo>
                    <a:pt x="1126" y="5630"/>
                  </a:lnTo>
                  <a:lnTo>
                    <a:pt x="1146" y="5649"/>
                  </a:lnTo>
                  <a:lnTo>
                    <a:pt x="1166" y="5709"/>
                  </a:lnTo>
                  <a:lnTo>
                    <a:pt x="1659" y="6835"/>
                  </a:lnTo>
                  <a:lnTo>
                    <a:pt x="1719" y="6953"/>
                  </a:lnTo>
                  <a:lnTo>
                    <a:pt x="1778" y="7111"/>
                  </a:lnTo>
                  <a:lnTo>
                    <a:pt x="1837" y="7230"/>
                  </a:lnTo>
                  <a:lnTo>
                    <a:pt x="1975" y="7565"/>
                  </a:lnTo>
                  <a:lnTo>
                    <a:pt x="2114" y="7862"/>
                  </a:lnTo>
                  <a:lnTo>
                    <a:pt x="2133" y="7881"/>
                  </a:lnTo>
                  <a:lnTo>
                    <a:pt x="2153" y="7960"/>
                  </a:lnTo>
                  <a:lnTo>
                    <a:pt x="2153" y="7980"/>
                  </a:lnTo>
                  <a:lnTo>
                    <a:pt x="2212" y="8079"/>
                  </a:lnTo>
                  <a:lnTo>
                    <a:pt x="2212" y="8119"/>
                  </a:lnTo>
                  <a:lnTo>
                    <a:pt x="2232" y="8158"/>
                  </a:lnTo>
                  <a:lnTo>
                    <a:pt x="2252" y="8158"/>
                  </a:lnTo>
                  <a:lnTo>
                    <a:pt x="2410" y="8553"/>
                  </a:lnTo>
                  <a:lnTo>
                    <a:pt x="2430" y="8573"/>
                  </a:lnTo>
                  <a:lnTo>
                    <a:pt x="2509" y="8751"/>
                  </a:lnTo>
                  <a:lnTo>
                    <a:pt x="2528" y="8810"/>
                  </a:lnTo>
                  <a:lnTo>
                    <a:pt x="2825" y="9481"/>
                  </a:lnTo>
                  <a:lnTo>
                    <a:pt x="2864" y="9560"/>
                  </a:lnTo>
                  <a:lnTo>
                    <a:pt x="3812" y="11753"/>
                  </a:lnTo>
                  <a:lnTo>
                    <a:pt x="4326" y="11457"/>
                  </a:lnTo>
                  <a:lnTo>
                    <a:pt x="6321" y="10271"/>
                  </a:lnTo>
                  <a:lnTo>
                    <a:pt x="10014" y="8059"/>
                  </a:lnTo>
                  <a:lnTo>
                    <a:pt x="622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15"/>
            <p:cNvSpPr/>
            <p:nvPr/>
          </p:nvSpPr>
          <p:spPr>
            <a:xfrm>
              <a:off x="-1048450" y="3187975"/>
              <a:ext cx="209875" cy="360025"/>
            </a:xfrm>
            <a:custGeom>
              <a:rect b="b" l="l" r="r" t="t"/>
              <a:pathLst>
                <a:path extrusionOk="0" h="14401" w="8395">
                  <a:moveTo>
                    <a:pt x="8237" y="1"/>
                  </a:moveTo>
                  <a:lnTo>
                    <a:pt x="8197" y="40"/>
                  </a:lnTo>
                  <a:lnTo>
                    <a:pt x="8099" y="139"/>
                  </a:lnTo>
                  <a:lnTo>
                    <a:pt x="7822" y="574"/>
                  </a:lnTo>
                  <a:lnTo>
                    <a:pt x="7388" y="1245"/>
                  </a:lnTo>
                  <a:lnTo>
                    <a:pt x="6854" y="2134"/>
                  </a:lnTo>
                  <a:lnTo>
                    <a:pt x="5531" y="4346"/>
                  </a:lnTo>
                  <a:lnTo>
                    <a:pt x="4030" y="6894"/>
                  </a:lnTo>
                  <a:lnTo>
                    <a:pt x="1264" y="11654"/>
                  </a:lnTo>
                  <a:lnTo>
                    <a:pt x="0" y="13807"/>
                  </a:lnTo>
                  <a:lnTo>
                    <a:pt x="257" y="14400"/>
                  </a:lnTo>
                  <a:lnTo>
                    <a:pt x="8375" y="179"/>
                  </a:lnTo>
                  <a:lnTo>
                    <a:pt x="8395" y="159"/>
                  </a:lnTo>
                  <a:lnTo>
                    <a:pt x="8395" y="100"/>
                  </a:lnTo>
                  <a:lnTo>
                    <a:pt x="8375" y="80"/>
                  </a:lnTo>
                  <a:lnTo>
                    <a:pt x="8355" y="40"/>
                  </a:lnTo>
                  <a:lnTo>
                    <a:pt x="8316" y="20"/>
                  </a:lnTo>
                  <a:lnTo>
                    <a:pt x="82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15"/>
            <p:cNvSpPr/>
            <p:nvPr/>
          </p:nvSpPr>
          <p:spPr>
            <a:xfrm>
              <a:off x="-1273625" y="3541050"/>
              <a:ext cx="185200" cy="231625"/>
            </a:xfrm>
            <a:custGeom>
              <a:rect b="b" l="l" r="r" t="t"/>
              <a:pathLst>
                <a:path extrusionOk="0" h="9265" w="7408">
                  <a:moveTo>
                    <a:pt x="6242" y="0"/>
                  </a:moveTo>
                  <a:lnTo>
                    <a:pt x="6084" y="20"/>
                  </a:lnTo>
                  <a:lnTo>
                    <a:pt x="5906" y="60"/>
                  </a:lnTo>
                  <a:lnTo>
                    <a:pt x="5728" y="119"/>
                  </a:lnTo>
                  <a:lnTo>
                    <a:pt x="5531" y="198"/>
                  </a:lnTo>
                  <a:lnTo>
                    <a:pt x="5096" y="376"/>
                  </a:lnTo>
                  <a:lnTo>
                    <a:pt x="4662" y="633"/>
                  </a:lnTo>
                  <a:lnTo>
                    <a:pt x="4543" y="692"/>
                  </a:lnTo>
                  <a:lnTo>
                    <a:pt x="4148" y="949"/>
                  </a:lnTo>
                  <a:lnTo>
                    <a:pt x="3733" y="1225"/>
                  </a:lnTo>
                  <a:lnTo>
                    <a:pt x="3299" y="1541"/>
                  </a:lnTo>
                  <a:lnTo>
                    <a:pt x="2884" y="1877"/>
                  </a:lnTo>
                  <a:lnTo>
                    <a:pt x="2627" y="2094"/>
                  </a:lnTo>
                  <a:lnTo>
                    <a:pt x="2371" y="2331"/>
                  </a:lnTo>
                  <a:lnTo>
                    <a:pt x="2134" y="2568"/>
                  </a:lnTo>
                  <a:lnTo>
                    <a:pt x="1916" y="2805"/>
                  </a:lnTo>
                  <a:lnTo>
                    <a:pt x="1719" y="3062"/>
                  </a:lnTo>
                  <a:lnTo>
                    <a:pt x="1521" y="3319"/>
                  </a:lnTo>
                  <a:lnTo>
                    <a:pt x="1166" y="3832"/>
                  </a:lnTo>
                  <a:lnTo>
                    <a:pt x="869" y="4346"/>
                  </a:lnTo>
                  <a:lnTo>
                    <a:pt x="593" y="4860"/>
                  </a:lnTo>
                  <a:lnTo>
                    <a:pt x="395" y="5353"/>
                  </a:lnTo>
                  <a:lnTo>
                    <a:pt x="218" y="5847"/>
                  </a:lnTo>
                  <a:lnTo>
                    <a:pt x="139" y="6104"/>
                  </a:lnTo>
                  <a:lnTo>
                    <a:pt x="99" y="6361"/>
                  </a:lnTo>
                  <a:lnTo>
                    <a:pt x="60" y="6637"/>
                  </a:lnTo>
                  <a:lnTo>
                    <a:pt x="20" y="6914"/>
                  </a:lnTo>
                  <a:lnTo>
                    <a:pt x="0" y="7487"/>
                  </a:lnTo>
                  <a:lnTo>
                    <a:pt x="20" y="8040"/>
                  </a:lnTo>
                  <a:lnTo>
                    <a:pt x="60" y="8514"/>
                  </a:lnTo>
                  <a:lnTo>
                    <a:pt x="99" y="8909"/>
                  </a:lnTo>
                  <a:lnTo>
                    <a:pt x="139" y="9264"/>
                  </a:lnTo>
                  <a:lnTo>
                    <a:pt x="909" y="8652"/>
                  </a:lnTo>
                  <a:lnTo>
                    <a:pt x="1699" y="8020"/>
                  </a:lnTo>
                  <a:lnTo>
                    <a:pt x="2588" y="7289"/>
                  </a:lnTo>
                  <a:lnTo>
                    <a:pt x="3477" y="6519"/>
                  </a:lnTo>
                  <a:lnTo>
                    <a:pt x="3891" y="6163"/>
                  </a:lnTo>
                  <a:lnTo>
                    <a:pt x="4247" y="5827"/>
                  </a:lnTo>
                  <a:lnTo>
                    <a:pt x="4563" y="5511"/>
                  </a:lnTo>
                  <a:lnTo>
                    <a:pt x="4780" y="5255"/>
                  </a:lnTo>
                  <a:lnTo>
                    <a:pt x="4919" y="5057"/>
                  </a:lnTo>
                  <a:lnTo>
                    <a:pt x="4958" y="4978"/>
                  </a:lnTo>
                  <a:lnTo>
                    <a:pt x="4958" y="4919"/>
                  </a:lnTo>
                  <a:lnTo>
                    <a:pt x="4938" y="4721"/>
                  </a:lnTo>
                  <a:lnTo>
                    <a:pt x="4938" y="4524"/>
                  </a:lnTo>
                  <a:lnTo>
                    <a:pt x="4958" y="4346"/>
                  </a:lnTo>
                  <a:lnTo>
                    <a:pt x="5017" y="4168"/>
                  </a:lnTo>
                  <a:lnTo>
                    <a:pt x="5116" y="3990"/>
                  </a:lnTo>
                  <a:lnTo>
                    <a:pt x="5215" y="3852"/>
                  </a:lnTo>
                  <a:lnTo>
                    <a:pt x="5333" y="3694"/>
                  </a:lnTo>
                  <a:lnTo>
                    <a:pt x="5452" y="3556"/>
                  </a:lnTo>
                  <a:lnTo>
                    <a:pt x="5768" y="3279"/>
                  </a:lnTo>
                  <a:lnTo>
                    <a:pt x="6084" y="3042"/>
                  </a:lnTo>
                  <a:lnTo>
                    <a:pt x="6400" y="2805"/>
                  </a:lnTo>
                  <a:lnTo>
                    <a:pt x="6696" y="2568"/>
                  </a:lnTo>
                  <a:lnTo>
                    <a:pt x="6914" y="2371"/>
                  </a:lnTo>
                  <a:lnTo>
                    <a:pt x="7072" y="2173"/>
                  </a:lnTo>
                  <a:lnTo>
                    <a:pt x="7210" y="1976"/>
                  </a:lnTo>
                  <a:lnTo>
                    <a:pt x="7309" y="1778"/>
                  </a:lnTo>
                  <a:lnTo>
                    <a:pt x="7368" y="1581"/>
                  </a:lnTo>
                  <a:lnTo>
                    <a:pt x="7407" y="1383"/>
                  </a:lnTo>
                  <a:lnTo>
                    <a:pt x="7407" y="1205"/>
                  </a:lnTo>
                  <a:lnTo>
                    <a:pt x="7388" y="1008"/>
                  </a:lnTo>
                  <a:lnTo>
                    <a:pt x="7348" y="850"/>
                  </a:lnTo>
                  <a:lnTo>
                    <a:pt x="7269" y="672"/>
                  </a:lnTo>
                  <a:lnTo>
                    <a:pt x="7190" y="534"/>
                  </a:lnTo>
                  <a:lnTo>
                    <a:pt x="7091" y="396"/>
                  </a:lnTo>
                  <a:lnTo>
                    <a:pt x="6993" y="277"/>
                  </a:lnTo>
                  <a:lnTo>
                    <a:pt x="6874" y="178"/>
                  </a:lnTo>
                  <a:lnTo>
                    <a:pt x="6756" y="99"/>
                  </a:lnTo>
                  <a:lnTo>
                    <a:pt x="6617" y="40"/>
                  </a:lnTo>
                  <a:lnTo>
                    <a:pt x="6479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15"/>
            <p:cNvSpPr/>
            <p:nvPr/>
          </p:nvSpPr>
          <p:spPr>
            <a:xfrm>
              <a:off x="-1191650" y="3522275"/>
              <a:ext cx="165925" cy="240025"/>
            </a:xfrm>
            <a:custGeom>
              <a:rect b="b" l="l" r="r" t="t"/>
              <a:pathLst>
                <a:path extrusionOk="0" h="9601" w="6637">
                  <a:moveTo>
                    <a:pt x="5570" y="1"/>
                  </a:moveTo>
                  <a:lnTo>
                    <a:pt x="5531" y="21"/>
                  </a:lnTo>
                  <a:lnTo>
                    <a:pt x="5412" y="119"/>
                  </a:lnTo>
                  <a:lnTo>
                    <a:pt x="5215" y="396"/>
                  </a:lnTo>
                  <a:lnTo>
                    <a:pt x="4543" y="1344"/>
                  </a:lnTo>
                  <a:lnTo>
                    <a:pt x="3654" y="2667"/>
                  </a:lnTo>
                  <a:lnTo>
                    <a:pt x="2667" y="4208"/>
                  </a:lnTo>
                  <a:lnTo>
                    <a:pt x="1679" y="5749"/>
                  </a:lnTo>
                  <a:lnTo>
                    <a:pt x="830" y="7131"/>
                  </a:lnTo>
                  <a:lnTo>
                    <a:pt x="237" y="8159"/>
                  </a:lnTo>
                  <a:lnTo>
                    <a:pt x="59" y="8475"/>
                  </a:lnTo>
                  <a:lnTo>
                    <a:pt x="20" y="8573"/>
                  </a:lnTo>
                  <a:lnTo>
                    <a:pt x="0" y="8652"/>
                  </a:lnTo>
                  <a:lnTo>
                    <a:pt x="20" y="8731"/>
                  </a:lnTo>
                  <a:lnTo>
                    <a:pt x="40" y="8810"/>
                  </a:lnTo>
                  <a:lnTo>
                    <a:pt x="79" y="8889"/>
                  </a:lnTo>
                  <a:lnTo>
                    <a:pt x="138" y="8968"/>
                  </a:lnTo>
                  <a:lnTo>
                    <a:pt x="296" y="9126"/>
                  </a:lnTo>
                  <a:lnTo>
                    <a:pt x="474" y="9265"/>
                  </a:lnTo>
                  <a:lnTo>
                    <a:pt x="672" y="9383"/>
                  </a:lnTo>
                  <a:lnTo>
                    <a:pt x="869" y="9482"/>
                  </a:lnTo>
                  <a:lnTo>
                    <a:pt x="1027" y="9561"/>
                  </a:lnTo>
                  <a:lnTo>
                    <a:pt x="1146" y="9600"/>
                  </a:lnTo>
                  <a:lnTo>
                    <a:pt x="1185" y="9581"/>
                  </a:lnTo>
                  <a:lnTo>
                    <a:pt x="1264" y="9521"/>
                  </a:lnTo>
                  <a:lnTo>
                    <a:pt x="1462" y="9265"/>
                  </a:lnTo>
                  <a:lnTo>
                    <a:pt x="1738" y="8870"/>
                  </a:lnTo>
                  <a:lnTo>
                    <a:pt x="2094" y="8336"/>
                  </a:lnTo>
                  <a:lnTo>
                    <a:pt x="2963" y="6993"/>
                  </a:lnTo>
                  <a:lnTo>
                    <a:pt x="3931" y="5433"/>
                  </a:lnTo>
                  <a:lnTo>
                    <a:pt x="4899" y="3853"/>
                  </a:lnTo>
                  <a:lnTo>
                    <a:pt x="5748" y="2450"/>
                  </a:lnTo>
                  <a:lnTo>
                    <a:pt x="6360" y="1423"/>
                  </a:lnTo>
                  <a:lnTo>
                    <a:pt x="6617" y="929"/>
                  </a:lnTo>
                  <a:lnTo>
                    <a:pt x="6637" y="870"/>
                  </a:lnTo>
                  <a:lnTo>
                    <a:pt x="6617" y="791"/>
                  </a:lnTo>
                  <a:lnTo>
                    <a:pt x="6578" y="712"/>
                  </a:lnTo>
                  <a:lnTo>
                    <a:pt x="6538" y="633"/>
                  </a:lnTo>
                  <a:lnTo>
                    <a:pt x="6380" y="455"/>
                  </a:lnTo>
                  <a:lnTo>
                    <a:pt x="6202" y="317"/>
                  </a:lnTo>
                  <a:lnTo>
                    <a:pt x="5985" y="179"/>
                  </a:lnTo>
                  <a:lnTo>
                    <a:pt x="5788" y="80"/>
                  </a:lnTo>
                  <a:lnTo>
                    <a:pt x="5629" y="21"/>
                  </a:lnTo>
                  <a:lnTo>
                    <a:pt x="5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15"/>
            <p:cNvSpPr/>
            <p:nvPr/>
          </p:nvSpPr>
          <p:spPr>
            <a:xfrm>
              <a:off x="-1258325" y="3556850"/>
              <a:ext cx="279025" cy="311125"/>
            </a:xfrm>
            <a:custGeom>
              <a:rect b="b" l="l" r="r" t="t"/>
              <a:pathLst>
                <a:path extrusionOk="0" h="12445" w="11161">
                  <a:moveTo>
                    <a:pt x="9087" y="1"/>
                  </a:moveTo>
                  <a:lnTo>
                    <a:pt x="9008" y="40"/>
                  </a:lnTo>
                  <a:lnTo>
                    <a:pt x="8948" y="60"/>
                  </a:lnTo>
                  <a:lnTo>
                    <a:pt x="8850" y="159"/>
                  </a:lnTo>
                  <a:lnTo>
                    <a:pt x="8751" y="257"/>
                  </a:lnTo>
                  <a:lnTo>
                    <a:pt x="8692" y="376"/>
                  </a:lnTo>
                  <a:lnTo>
                    <a:pt x="8632" y="514"/>
                  </a:lnTo>
                  <a:lnTo>
                    <a:pt x="8514" y="810"/>
                  </a:lnTo>
                  <a:lnTo>
                    <a:pt x="8375" y="1146"/>
                  </a:lnTo>
                  <a:lnTo>
                    <a:pt x="8138" y="1640"/>
                  </a:lnTo>
                  <a:lnTo>
                    <a:pt x="7822" y="2252"/>
                  </a:lnTo>
                  <a:lnTo>
                    <a:pt x="7487" y="2805"/>
                  </a:lnTo>
                  <a:lnTo>
                    <a:pt x="7348" y="3003"/>
                  </a:lnTo>
                  <a:lnTo>
                    <a:pt x="7269" y="3121"/>
                  </a:lnTo>
                  <a:lnTo>
                    <a:pt x="7092" y="3279"/>
                  </a:lnTo>
                  <a:lnTo>
                    <a:pt x="6855" y="3437"/>
                  </a:lnTo>
                  <a:lnTo>
                    <a:pt x="6558" y="3615"/>
                  </a:lnTo>
                  <a:lnTo>
                    <a:pt x="6163" y="3813"/>
                  </a:lnTo>
                  <a:lnTo>
                    <a:pt x="5827" y="3951"/>
                  </a:lnTo>
                  <a:lnTo>
                    <a:pt x="5551" y="4030"/>
                  </a:lnTo>
                  <a:lnTo>
                    <a:pt x="5294" y="4089"/>
                  </a:lnTo>
                  <a:lnTo>
                    <a:pt x="5097" y="4109"/>
                  </a:lnTo>
                  <a:lnTo>
                    <a:pt x="4919" y="4089"/>
                  </a:lnTo>
                  <a:lnTo>
                    <a:pt x="4781" y="4050"/>
                  </a:lnTo>
                  <a:lnTo>
                    <a:pt x="4662" y="3990"/>
                  </a:lnTo>
                  <a:lnTo>
                    <a:pt x="4583" y="3931"/>
                  </a:lnTo>
                  <a:lnTo>
                    <a:pt x="4504" y="3852"/>
                  </a:lnTo>
                  <a:lnTo>
                    <a:pt x="4465" y="3773"/>
                  </a:lnTo>
                  <a:lnTo>
                    <a:pt x="4445" y="3674"/>
                  </a:lnTo>
                  <a:lnTo>
                    <a:pt x="4425" y="3595"/>
                  </a:lnTo>
                  <a:lnTo>
                    <a:pt x="4405" y="3477"/>
                  </a:lnTo>
                  <a:lnTo>
                    <a:pt x="4425" y="3418"/>
                  </a:lnTo>
                  <a:lnTo>
                    <a:pt x="2233" y="5610"/>
                  </a:lnTo>
                  <a:lnTo>
                    <a:pt x="731" y="7151"/>
                  </a:lnTo>
                  <a:lnTo>
                    <a:pt x="218" y="7684"/>
                  </a:lnTo>
                  <a:lnTo>
                    <a:pt x="60" y="7862"/>
                  </a:lnTo>
                  <a:lnTo>
                    <a:pt x="1" y="7941"/>
                  </a:lnTo>
                  <a:lnTo>
                    <a:pt x="1" y="7961"/>
                  </a:lnTo>
                  <a:lnTo>
                    <a:pt x="40" y="8020"/>
                  </a:lnTo>
                  <a:lnTo>
                    <a:pt x="198" y="8178"/>
                  </a:lnTo>
                  <a:lnTo>
                    <a:pt x="810" y="8711"/>
                  </a:lnTo>
                  <a:lnTo>
                    <a:pt x="1699" y="9422"/>
                  </a:lnTo>
                  <a:lnTo>
                    <a:pt x="2746" y="10212"/>
                  </a:lnTo>
                  <a:lnTo>
                    <a:pt x="4721" y="11714"/>
                  </a:lnTo>
                  <a:lnTo>
                    <a:pt x="5709" y="12425"/>
                  </a:lnTo>
                  <a:lnTo>
                    <a:pt x="5788" y="12444"/>
                  </a:lnTo>
                  <a:lnTo>
                    <a:pt x="5887" y="12425"/>
                  </a:lnTo>
                  <a:lnTo>
                    <a:pt x="6223" y="12326"/>
                  </a:lnTo>
                  <a:lnTo>
                    <a:pt x="6677" y="12128"/>
                  </a:lnTo>
                  <a:lnTo>
                    <a:pt x="7190" y="11891"/>
                  </a:lnTo>
                  <a:lnTo>
                    <a:pt x="7743" y="11615"/>
                  </a:lnTo>
                  <a:lnTo>
                    <a:pt x="8296" y="11299"/>
                  </a:lnTo>
                  <a:lnTo>
                    <a:pt x="8810" y="11002"/>
                  </a:lnTo>
                  <a:lnTo>
                    <a:pt x="9225" y="10706"/>
                  </a:lnTo>
                  <a:lnTo>
                    <a:pt x="9758" y="10272"/>
                  </a:lnTo>
                  <a:lnTo>
                    <a:pt x="9936" y="10114"/>
                  </a:lnTo>
                  <a:lnTo>
                    <a:pt x="10074" y="9995"/>
                  </a:lnTo>
                  <a:lnTo>
                    <a:pt x="10153" y="9877"/>
                  </a:lnTo>
                  <a:lnTo>
                    <a:pt x="10232" y="9778"/>
                  </a:lnTo>
                  <a:lnTo>
                    <a:pt x="10370" y="9521"/>
                  </a:lnTo>
                  <a:lnTo>
                    <a:pt x="10469" y="9304"/>
                  </a:lnTo>
                  <a:lnTo>
                    <a:pt x="10588" y="9027"/>
                  </a:lnTo>
                  <a:lnTo>
                    <a:pt x="10825" y="8296"/>
                  </a:lnTo>
                  <a:lnTo>
                    <a:pt x="11022" y="7566"/>
                  </a:lnTo>
                  <a:lnTo>
                    <a:pt x="11082" y="7269"/>
                  </a:lnTo>
                  <a:lnTo>
                    <a:pt x="11121" y="7072"/>
                  </a:lnTo>
                  <a:lnTo>
                    <a:pt x="11141" y="6795"/>
                  </a:lnTo>
                  <a:lnTo>
                    <a:pt x="11141" y="6539"/>
                  </a:lnTo>
                  <a:lnTo>
                    <a:pt x="11121" y="6282"/>
                  </a:lnTo>
                  <a:lnTo>
                    <a:pt x="11121" y="6222"/>
                  </a:lnTo>
                  <a:lnTo>
                    <a:pt x="11141" y="6025"/>
                  </a:lnTo>
                  <a:lnTo>
                    <a:pt x="11161" y="5669"/>
                  </a:lnTo>
                  <a:lnTo>
                    <a:pt x="11121" y="5136"/>
                  </a:lnTo>
                  <a:lnTo>
                    <a:pt x="11082" y="4840"/>
                  </a:lnTo>
                  <a:lnTo>
                    <a:pt x="11022" y="4563"/>
                  </a:lnTo>
                  <a:lnTo>
                    <a:pt x="10943" y="4129"/>
                  </a:lnTo>
                  <a:lnTo>
                    <a:pt x="10864" y="3852"/>
                  </a:lnTo>
                  <a:lnTo>
                    <a:pt x="10825" y="3753"/>
                  </a:lnTo>
                  <a:lnTo>
                    <a:pt x="10805" y="3477"/>
                  </a:lnTo>
                  <a:lnTo>
                    <a:pt x="10785" y="3260"/>
                  </a:lnTo>
                  <a:lnTo>
                    <a:pt x="10726" y="3082"/>
                  </a:lnTo>
                  <a:lnTo>
                    <a:pt x="10667" y="2963"/>
                  </a:lnTo>
                  <a:lnTo>
                    <a:pt x="10588" y="2865"/>
                  </a:lnTo>
                  <a:lnTo>
                    <a:pt x="10548" y="2805"/>
                  </a:lnTo>
                  <a:lnTo>
                    <a:pt x="10489" y="2786"/>
                  </a:lnTo>
                  <a:lnTo>
                    <a:pt x="10548" y="2549"/>
                  </a:lnTo>
                  <a:lnTo>
                    <a:pt x="10588" y="2292"/>
                  </a:lnTo>
                  <a:lnTo>
                    <a:pt x="10647" y="1996"/>
                  </a:lnTo>
                  <a:lnTo>
                    <a:pt x="10667" y="1660"/>
                  </a:lnTo>
                  <a:lnTo>
                    <a:pt x="10667" y="1324"/>
                  </a:lnTo>
                  <a:lnTo>
                    <a:pt x="10647" y="1166"/>
                  </a:lnTo>
                  <a:lnTo>
                    <a:pt x="10607" y="1008"/>
                  </a:lnTo>
                  <a:lnTo>
                    <a:pt x="10548" y="870"/>
                  </a:lnTo>
                  <a:lnTo>
                    <a:pt x="10489" y="751"/>
                  </a:lnTo>
                  <a:lnTo>
                    <a:pt x="10410" y="633"/>
                  </a:lnTo>
                  <a:lnTo>
                    <a:pt x="10331" y="534"/>
                  </a:lnTo>
                  <a:lnTo>
                    <a:pt x="10114" y="356"/>
                  </a:lnTo>
                  <a:lnTo>
                    <a:pt x="9916" y="198"/>
                  </a:lnTo>
                  <a:lnTo>
                    <a:pt x="9679" y="99"/>
                  </a:lnTo>
                  <a:lnTo>
                    <a:pt x="9462" y="20"/>
                  </a:lnTo>
                  <a:lnTo>
                    <a:pt x="9264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15"/>
            <p:cNvSpPr/>
            <p:nvPr/>
          </p:nvSpPr>
          <p:spPr>
            <a:xfrm>
              <a:off x="-1024250" y="3626475"/>
              <a:ext cx="29150" cy="64725"/>
            </a:xfrm>
            <a:custGeom>
              <a:rect b="b" l="l" r="r" t="t"/>
              <a:pathLst>
                <a:path extrusionOk="0" h="2589" w="1166">
                  <a:moveTo>
                    <a:pt x="1126" y="1"/>
                  </a:moveTo>
                  <a:lnTo>
                    <a:pt x="948" y="573"/>
                  </a:lnTo>
                  <a:lnTo>
                    <a:pt x="790" y="1067"/>
                  </a:lnTo>
                  <a:lnTo>
                    <a:pt x="691" y="1344"/>
                  </a:lnTo>
                  <a:lnTo>
                    <a:pt x="593" y="1601"/>
                  </a:lnTo>
                  <a:lnTo>
                    <a:pt x="474" y="1818"/>
                  </a:lnTo>
                  <a:lnTo>
                    <a:pt x="356" y="2035"/>
                  </a:lnTo>
                  <a:lnTo>
                    <a:pt x="138" y="2351"/>
                  </a:lnTo>
                  <a:lnTo>
                    <a:pt x="20" y="2549"/>
                  </a:lnTo>
                  <a:lnTo>
                    <a:pt x="0" y="2588"/>
                  </a:lnTo>
                  <a:lnTo>
                    <a:pt x="40" y="2588"/>
                  </a:lnTo>
                  <a:lnTo>
                    <a:pt x="119" y="2529"/>
                  </a:lnTo>
                  <a:lnTo>
                    <a:pt x="198" y="2430"/>
                  </a:lnTo>
                  <a:lnTo>
                    <a:pt x="316" y="2292"/>
                  </a:lnTo>
                  <a:lnTo>
                    <a:pt x="435" y="2114"/>
                  </a:lnTo>
                  <a:lnTo>
                    <a:pt x="691" y="1660"/>
                  </a:lnTo>
                  <a:lnTo>
                    <a:pt x="830" y="1383"/>
                  </a:lnTo>
                  <a:lnTo>
                    <a:pt x="968" y="1087"/>
                  </a:lnTo>
                  <a:lnTo>
                    <a:pt x="1067" y="810"/>
                  </a:lnTo>
                  <a:lnTo>
                    <a:pt x="1126" y="573"/>
                  </a:lnTo>
                  <a:lnTo>
                    <a:pt x="1165" y="396"/>
                  </a:lnTo>
                  <a:lnTo>
                    <a:pt x="1165" y="238"/>
                  </a:lnTo>
                  <a:lnTo>
                    <a:pt x="1165" y="119"/>
                  </a:lnTo>
                  <a:lnTo>
                    <a:pt x="1146" y="40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15"/>
            <p:cNvSpPr/>
            <p:nvPr/>
          </p:nvSpPr>
          <p:spPr>
            <a:xfrm>
              <a:off x="-1007475" y="3650675"/>
              <a:ext cx="21250" cy="81500"/>
            </a:xfrm>
            <a:custGeom>
              <a:rect b="b" l="l" r="r" t="t"/>
              <a:pathLst>
                <a:path extrusionOk="0" h="3260" w="850">
                  <a:moveTo>
                    <a:pt x="771" y="0"/>
                  </a:moveTo>
                  <a:lnTo>
                    <a:pt x="751" y="99"/>
                  </a:lnTo>
                  <a:lnTo>
                    <a:pt x="731" y="494"/>
                  </a:lnTo>
                  <a:lnTo>
                    <a:pt x="712" y="751"/>
                  </a:lnTo>
                  <a:lnTo>
                    <a:pt x="692" y="1067"/>
                  </a:lnTo>
                  <a:lnTo>
                    <a:pt x="633" y="1403"/>
                  </a:lnTo>
                  <a:lnTo>
                    <a:pt x="554" y="1739"/>
                  </a:lnTo>
                  <a:lnTo>
                    <a:pt x="396" y="2292"/>
                  </a:lnTo>
                  <a:lnTo>
                    <a:pt x="297" y="2588"/>
                  </a:lnTo>
                  <a:lnTo>
                    <a:pt x="198" y="2766"/>
                  </a:lnTo>
                  <a:lnTo>
                    <a:pt x="80" y="2924"/>
                  </a:lnTo>
                  <a:lnTo>
                    <a:pt x="20" y="3082"/>
                  </a:lnTo>
                  <a:lnTo>
                    <a:pt x="1" y="3161"/>
                  </a:lnTo>
                  <a:lnTo>
                    <a:pt x="20" y="3240"/>
                  </a:lnTo>
                  <a:lnTo>
                    <a:pt x="40" y="3260"/>
                  </a:lnTo>
                  <a:lnTo>
                    <a:pt x="80" y="3220"/>
                  </a:lnTo>
                  <a:lnTo>
                    <a:pt x="139" y="3161"/>
                  </a:lnTo>
                  <a:lnTo>
                    <a:pt x="198" y="3042"/>
                  </a:lnTo>
                  <a:lnTo>
                    <a:pt x="277" y="2884"/>
                  </a:lnTo>
                  <a:lnTo>
                    <a:pt x="376" y="2647"/>
                  </a:lnTo>
                  <a:lnTo>
                    <a:pt x="494" y="2331"/>
                  </a:lnTo>
                  <a:lnTo>
                    <a:pt x="613" y="1956"/>
                  </a:lnTo>
                  <a:lnTo>
                    <a:pt x="712" y="1561"/>
                  </a:lnTo>
                  <a:lnTo>
                    <a:pt x="791" y="1205"/>
                  </a:lnTo>
                  <a:lnTo>
                    <a:pt x="830" y="870"/>
                  </a:lnTo>
                  <a:lnTo>
                    <a:pt x="850" y="593"/>
                  </a:lnTo>
                  <a:lnTo>
                    <a:pt x="850" y="356"/>
                  </a:lnTo>
                  <a:lnTo>
                    <a:pt x="830" y="178"/>
                  </a:lnTo>
                  <a:lnTo>
                    <a:pt x="811" y="60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15"/>
            <p:cNvSpPr/>
            <p:nvPr/>
          </p:nvSpPr>
          <p:spPr>
            <a:xfrm>
              <a:off x="-1004025" y="3711400"/>
              <a:ext cx="23250" cy="67200"/>
            </a:xfrm>
            <a:custGeom>
              <a:rect b="b" l="l" r="r" t="t"/>
              <a:pathLst>
                <a:path extrusionOk="0" h="2688" w="930">
                  <a:moveTo>
                    <a:pt x="910" y="1"/>
                  </a:moveTo>
                  <a:lnTo>
                    <a:pt x="870" y="60"/>
                  </a:lnTo>
                  <a:lnTo>
                    <a:pt x="811" y="337"/>
                  </a:lnTo>
                  <a:lnTo>
                    <a:pt x="712" y="771"/>
                  </a:lnTo>
                  <a:lnTo>
                    <a:pt x="574" y="1344"/>
                  </a:lnTo>
                  <a:lnTo>
                    <a:pt x="475" y="1621"/>
                  </a:lnTo>
                  <a:lnTo>
                    <a:pt x="376" y="1877"/>
                  </a:lnTo>
                  <a:lnTo>
                    <a:pt x="198" y="2272"/>
                  </a:lnTo>
                  <a:lnTo>
                    <a:pt x="60" y="2529"/>
                  </a:lnTo>
                  <a:lnTo>
                    <a:pt x="1" y="2608"/>
                  </a:lnTo>
                  <a:lnTo>
                    <a:pt x="21" y="2668"/>
                  </a:lnTo>
                  <a:lnTo>
                    <a:pt x="40" y="2687"/>
                  </a:lnTo>
                  <a:lnTo>
                    <a:pt x="60" y="2687"/>
                  </a:lnTo>
                  <a:lnTo>
                    <a:pt x="119" y="2648"/>
                  </a:lnTo>
                  <a:lnTo>
                    <a:pt x="198" y="2549"/>
                  </a:lnTo>
                  <a:lnTo>
                    <a:pt x="277" y="2411"/>
                  </a:lnTo>
                  <a:lnTo>
                    <a:pt x="356" y="2213"/>
                  </a:lnTo>
                  <a:lnTo>
                    <a:pt x="455" y="2016"/>
                  </a:lnTo>
                  <a:lnTo>
                    <a:pt x="534" y="1759"/>
                  </a:lnTo>
                  <a:lnTo>
                    <a:pt x="692" y="1206"/>
                  </a:lnTo>
                  <a:lnTo>
                    <a:pt x="831" y="653"/>
                  </a:lnTo>
                  <a:lnTo>
                    <a:pt x="910" y="218"/>
                  </a:lnTo>
                  <a:lnTo>
                    <a:pt x="929" y="60"/>
                  </a:lnTo>
                  <a:lnTo>
                    <a:pt x="91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15"/>
            <p:cNvSpPr/>
            <p:nvPr/>
          </p:nvSpPr>
          <p:spPr>
            <a:xfrm>
              <a:off x="-1361025" y="3708950"/>
              <a:ext cx="279500" cy="288400"/>
            </a:xfrm>
            <a:custGeom>
              <a:rect b="b" l="l" r="r" t="t"/>
              <a:pathLst>
                <a:path extrusionOk="0" h="11536" w="11180">
                  <a:moveTo>
                    <a:pt x="4148" y="0"/>
                  </a:moveTo>
                  <a:lnTo>
                    <a:pt x="1185" y="5057"/>
                  </a:lnTo>
                  <a:lnTo>
                    <a:pt x="0" y="7071"/>
                  </a:lnTo>
                  <a:lnTo>
                    <a:pt x="0" y="7091"/>
                  </a:lnTo>
                  <a:lnTo>
                    <a:pt x="40" y="7131"/>
                  </a:lnTo>
                  <a:lnTo>
                    <a:pt x="178" y="7190"/>
                  </a:lnTo>
                  <a:lnTo>
                    <a:pt x="198" y="7210"/>
                  </a:lnTo>
                  <a:lnTo>
                    <a:pt x="277" y="7249"/>
                  </a:lnTo>
                  <a:lnTo>
                    <a:pt x="553" y="7407"/>
                  </a:lnTo>
                  <a:lnTo>
                    <a:pt x="573" y="7407"/>
                  </a:lnTo>
                  <a:lnTo>
                    <a:pt x="672" y="7467"/>
                  </a:lnTo>
                  <a:lnTo>
                    <a:pt x="948" y="7625"/>
                  </a:lnTo>
                  <a:lnTo>
                    <a:pt x="988" y="7625"/>
                  </a:lnTo>
                  <a:lnTo>
                    <a:pt x="1008" y="7644"/>
                  </a:lnTo>
                  <a:lnTo>
                    <a:pt x="1245" y="7763"/>
                  </a:lnTo>
                  <a:lnTo>
                    <a:pt x="1896" y="8118"/>
                  </a:lnTo>
                  <a:lnTo>
                    <a:pt x="1936" y="8138"/>
                  </a:lnTo>
                  <a:lnTo>
                    <a:pt x="1956" y="8158"/>
                  </a:lnTo>
                  <a:lnTo>
                    <a:pt x="1995" y="8178"/>
                  </a:lnTo>
                  <a:lnTo>
                    <a:pt x="2193" y="8276"/>
                  </a:lnTo>
                  <a:lnTo>
                    <a:pt x="2489" y="8434"/>
                  </a:lnTo>
                  <a:lnTo>
                    <a:pt x="2785" y="8573"/>
                  </a:lnTo>
                  <a:lnTo>
                    <a:pt x="2845" y="8612"/>
                  </a:lnTo>
                  <a:lnTo>
                    <a:pt x="2963" y="8671"/>
                  </a:lnTo>
                  <a:lnTo>
                    <a:pt x="3003" y="8711"/>
                  </a:lnTo>
                  <a:lnTo>
                    <a:pt x="3121" y="8750"/>
                  </a:lnTo>
                  <a:lnTo>
                    <a:pt x="3161" y="8770"/>
                  </a:lnTo>
                  <a:lnTo>
                    <a:pt x="3220" y="8810"/>
                  </a:lnTo>
                  <a:lnTo>
                    <a:pt x="3299" y="8849"/>
                  </a:lnTo>
                  <a:lnTo>
                    <a:pt x="3358" y="8889"/>
                  </a:lnTo>
                  <a:lnTo>
                    <a:pt x="3615" y="9027"/>
                  </a:lnTo>
                  <a:lnTo>
                    <a:pt x="3753" y="9086"/>
                  </a:lnTo>
                  <a:lnTo>
                    <a:pt x="3773" y="9106"/>
                  </a:lnTo>
                  <a:lnTo>
                    <a:pt x="6992" y="10765"/>
                  </a:lnTo>
                  <a:lnTo>
                    <a:pt x="8118" y="11338"/>
                  </a:lnTo>
                  <a:lnTo>
                    <a:pt x="8434" y="11476"/>
                  </a:lnTo>
                  <a:lnTo>
                    <a:pt x="8573" y="11535"/>
                  </a:lnTo>
                  <a:lnTo>
                    <a:pt x="8671" y="11318"/>
                  </a:lnTo>
                  <a:lnTo>
                    <a:pt x="8928" y="10785"/>
                  </a:lnTo>
                  <a:lnTo>
                    <a:pt x="9066" y="10508"/>
                  </a:lnTo>
                  <a:lnTo>
                    <a:pt x="9106" y="10410"/>
                  </a:lnTo>
                  <a:lnTo>
                    <a:pt x="9106" y="10390"/>
                  </a:lnTo>
                  <a:lnTo>
                    <a:pt x="9323" y="9936"/>
                  </a:lnTo>
                  <a:lnTo>
                    <a:pt x="9718" y="9086"/>
                  </a:lnTo>
                  <a:lnTo>
                    <a:pt x="11180" y="5867"/>
                  </a:lnTo>
                  <a:lnTo>
                    <a:pt x="4148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15"/>
            <p:cNvSpPr/>
            <p:nvPr/>
          </p:nvSpPr>
          <p:spPr>
            <a:xfrm>
              <a:off x="-1360050" y="389362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15"/>
            <p:cNvSpPr/>
            <p:nvPr/>
          </p:nvSpPr>
          <p:spPr>
            <a:xfrm>
              <a:off x="-1104250" y="39474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15"/>
            <p:cNvSpPr/>
            <p:nvPr/>
          </p:nvSpPr>
          <p:spPr>
            <a:xfrm>
              <a:off x="-1300800" y="3924250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21" y="0"/>
                  </a:moveTo>
                  <a:lnTo>
                    <a:pt x="2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15"/>
            <p:cNvSpPr/>
            <p:nvPr/>
          </p:nvSpPr>
          <p:spPr>
            <a:xfrm>
              <a:off x="-1190675" y="39647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1"/>
                  </a:move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15"/>
            <p:cNvSpPr/>
            <p:nvPr/>
          </p:nvSpPr>
          <p:spPr>
            <a:xfrm>
              <a:off x="-1270675" y="39341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15"/>
            <p:cNvSpPr/>
            <p:nvPr/>
          </p:nvSpPr>
          <p:spPr>
            <a:xfrm>
              <a:off x="-1139325" y="3971650"/>
              <a:ext cx="4975" cy="6925"/>
            </a:xfrm>
            <a:custGeom>
              <a:rect b="b" l="l" r="r" t="t"/>
              <a:pathLst>
                <a:path extrusionOk="0" h="277" w="199">
                  <a:moveTo>
                    <a:pt x="198" y="0"/>
                  </a:moveTo>
                  <a:lnTo>
                    <a:pt x="100" y="99"/>
                  </a:lnTo>
                  <a:lnTo>
                    <a:pt x="1" y="178"/>
                  </a:lnTo>
                  <a:lnTo>
                    <a:pt x="60" y="277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15"/>
            <p:cNvSpPr/>
            <p:nvPr/>
          </p:nvSpPr>
          <p:spPr>
            <a:xfrm>
              <a:off x="-1133400" y="39686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15"/>
            <p:cNvSpPr/>
            <p:nvPr/>
          </p:nvSpPr>
          <p:spPr>
            <a:xfrm>
              <a:off x="-1361525" y="3832400"/>
              <a:ext cx="245925" cy="149150"/>
            </a:xfrm>
            <a:custGeom>
              <a:rect b="b" l="l" r="r" t="t"/>
              <a:pathLst>
                <a:path extrusionOk="0" h="5966" w="9837">
                  <a:moveTo>
                    <a:pt x="178" y="2272"/>
                  </a:moveTo>
                  <a:lnTo>
                    <a:pt x="170" y="2276"/>
                  </a:lnTo>
                  <a:lnTo>
                    <a:pt x="170" y="2276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78" y="2272"/>
                  </a:lnTo>
                  <a:close/>
                  <a:moveTo>
                    <a:pt x="119" y="2232"/>
                  </a:moveTo>
                  <a:lnTo>
                    <a:pt x="79" y="2311"/>
                  </a:lnTo>
                  <a:lnTo>
                    <a:pt x="79" y="2331"/>
                  </a:lnTo>
                  <a:lnTo>
                    <a:pt x="119" y="2311"/>
                  </a:lnTo>
                  <a:lnTo>
                    <a:pt x="139" y="2291"/>
                  </a:lnTo>
                  <a:lnTo>
                    <a:pt x="170" y="2276"/>
                  </a:lnTo>
                  <a:lnTo>
                    <a:pt x="170" y="2276"/>
                  </a:lnTo>
                  <a:lnTo>
                    <a:pt x="158" y="2252"/>
                  </a:lnTo>
                  <a:lnTo>
                    <a:pt x="139" y="2232"/>
                  </a:lnTo>
                  <a:close/>
                  <a:moveTo>
                    <a:pt x="3299" y="3753"/>
                  </a:moveTo>
                  <a:lnTo>
                    <a:pt x="3240" y="3872"/>
                  </a:lnTo>
                  <a:lnTo>
                    <a:pt x="3240" y="3872"/>
                  </a:lnTo>
                  <a:lnTo>
                    <a:pt x="3299" y="3812"/>
                  </a:lnTo>
                  <a:lnTo>
                    <a:pt x="3319" y="3773"/>
                  </a:lnTo>
                  <a:lnTo>
                    <a:pt x="3299" y="3753"/>
                  </a:lnTo>
                  <a:close/>
                  <a:moveTo>
                    <a:pt x="4682" y="4425"/>
                  </a:moveTo>
                  <a:lnTo>
                    <a:pt x="4682" y="4425"/>
                  </a:lnTo>
                  <a:lnTo>
                    <a:pt x="4682" y="4425"/>
                  </a:lnTo>
                  <a:close/>
                  <a:moveTo>
                    <a:pt x="1502" y="0"/>
                  </a:moveTo>
                  <a:lnTo>
                    <a:pt x="1423" y="59"/>
                  </a:lnTo>
                  <a:lnTo>
                    <a:pt x="1344" y="99"/>
                  </a:lnTo>
                  <a:lnTo>
                    <a:pt x="1265" y="119"/>
                  </a:lnTo>
                  <a:lnTo>
                    <a:pt x="1205" y="119"/>
                  </a:lnTo>
                  <a:lnTo>
                    <a:pt x="20" y="2133"/>
                  </a:lnTo>
                  <a:lnTo>
                    <a:pt x="20" y="2153"/>
                  </a:lnTo>
                  <a:lnTo>
                    <a:pt x="20" y="2193"/>
                  </a:lnTo>
                  <a:lnTo>
                    <a:pt x="0" y="2252"/>
                  </a:lnTo>
                  <a:lnTo>
                    <a:pt x="0" y="2252"/>
                  </a:lnTo>
                  <a:lnTo>
                    <a:pt x="60" y="2193"/>
                  </a:lnTo>
                  <a:lnTo>
                    <a:pt x="139" y="2094"/>
                  </a:lnTo>
                  <a:lnTo>
                    <a:pt x="218" y="1975"/>
                  </a:lnTo>
                  <a:lnTo>
                    <a:pt x="218" y="2035"/>
                  </a:lnTo>
                  <a:lnTo>
                    <a:pt x="237" y="2094"/>
                  </a:lnTo>
                  <a:lnTo>
                    <a:pt x="237" y="2173"/>
                  </a:lnTo>
                  <a:lnTo>
                    <a:pt x="198" y="2252"/>
                  </a:lnTo>
                  <a:lnTo>
                    <a:pt x="178" y="2291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39" y="2351"/>
                  </a:lnTo>
                  <a:lnTo>
                    <a:pt x="99" y="2449"/>
                  </a:lnTo>
                  <a:lnTo>
                    <a:pt x="158" y="2449"/>
                  </a:lnTo>
                  <a:lnTo>
                    <a:pt x="198" y="2509"/>
                  </a:lnTo>
                  <a:lnTo>
                    <a:pt x="198" y="2449"/>
                  </a:lnTo>
                  <a:lnTo>
                    <a:pt x="237" y="2410"/>
                  </a:lnTo>
                  <a:lnTo>
                    <a:pt x="277" y="2370"/>
                  </a:lnTo>
                  <a:lnTo>
                    <a:pt x="297" y="2311"/>
                  </a:lnTo>
                  <a:lnTo>
                    <a:pt x="178" y="2410"/>
                  </a:lnTo>
                  <a:lnTo>
                    <a:pt x="158" y="2390"/>
                  </a:lnTo>
                  <a:lnTo>
                    <a:pt x="178" y="2351"/>
                  </a:lnTo>
                  <a:lnTo>
                    <a:pt x="218" y="2272"/>
                  </a:lnTo>
                  <a:lnTo>
                    <a:pt x="218" y="2252"/>
                  </a:lnTo>
                  <a:lnTo>
                    <a:pt x="277" y="2252"/>
                  </a:lnTo>
                  <a:lnTo>
                    <a:pt x="317" y="2232"/>
                  </a:lnTo>
                  <a:lnTo>
                    <a:pt x="396" y="2173"/>
                  </a:lnTo>
                  <a:lnTo>
                    <a:pt x="475" y="2094"/>
                  </a:lnTo>
                  <a:lnTo>
                    <a:pt x="534" y="2074"/>
                  </a:lnTo>
                  <a:lnTo>
                    <a:pt x="573" y="2054"/>
                  </a:lnTo>
                  <a:lnTo>
                    <a:pt x="593" y="2173"/>
                  </a:lnTo>
                  <a:lnTo>
                    <a:pt x="573" y="2193"/>
                  </a:lnTo>
                  <a:lnTo>
                    <a:pt x="534" y="2252"/>
                  </a:lnTo>
                  <a:lnTo>
                    <a:pt x="494" y="2331"/>
                  </a:lnTo>
                  <a:lnTo>
                    <a:pt x="475" y="2370"/>
                  </a:lnTo>
                  <a:lnTo>
                    <a:pt x="534" y="2351"/>
                  </a:lnTo>
                  <a:lnTo>
                    <a:pt x="554" y="2370"/>
                  </a:lnTo>
                  <a:lnTo>
                    <a:pt x="573" y="2410"/>
                  </a:lnTo>
                  <a:lnTo>
                    <a:pt x="573" y="2469"/>
                  </a:lnTo>
                  <a:lnTo>
                    <a:pt x="554" y="2529"/>
                  </a:lnTo>
                  <a:lnTo>
                    <a:pt x="573" y="2568"/>
                  </a:lnTo>
                  <a:lnTo>
                    <a:pt x="573" y="2529"/>
                  </a:lnTo>
                  <a:lnTo>
                    <a:pt x="593" y="2469"/>
                  </a:lnTo>
                  <a:lnTo>
                    <a:pt x="672" y="2390"/>
                  </a:lnTo>
                  <a:lnTo>
                    <a:pt x="731" y="2370"/>
                  </a:lnTo>
                  <a:lnTo>
                    <a:pt x="731" y="2390"/>
                  </a:lnTo>
                  <a:lnTo>
                    <a:pt x="731" y="2410"/>
                  </a:lnTo>
                  <a:lnTo>
                    <a:pt x="692" y="2529"/>
                  </a:lnTo>
                  <a:lnTo>
                    <a:pt x="672" y="2568"/>
                  </a:lnTo>
                  <a:lnTo>
                    <a:pt x="731" y="2608"/>
                  </a:lnTo>
                  <a:lnTo>
                    <a:pt x="771" y="2647"/>
                  </a:lnTo>
                  <a:lnTo>
                    <a:pt x="830" y="2746"/>
                  </a:lnTo>
                  <a:lnTo>
                    <a:pt x="870" y="2805"/>
                  </a:lnTo>
                  <a:lnTo>
                    <a:pt x="909" y="2825"/>
                  </a:lnTo>
                  <a:lnTo>
                    <a:pt x="949" y="2845"/>
                  </a:lnTo>
                  <a:lnTo>
                    <a:pt x="1008" y="2845"/>
                  </a:lnTo>
                  <a:lnTo>
                    <a:pt x="1028" y="2706"/>
                  </a:lnTo>
                  <a:lnTo>
                    <a:pt x="1028" y="2667"/>
                  </a:lnTo>
                  <a:lnTo>
                    <a:pt x="1008" y="2687"/>
                  </a:lnTo>
                  <a:lnTo>
                    <a:pt x="929" y="2805"/>
                  </a:lnTo>
                  <a:lnTo>
                    <a:pt x="968" y="2687"/>
                  </a:lnTo>
                  <a:lnTo>
                    <a:pt x="1087" y="2509"/>
                  </a:lnTo>
                  <a:lnTo>
                    <a:pt x="1186" y="2390"/>
                  </a:lnTo>
                  <a:lnTo>
                    <a:pt x="1186" y="2430"/>
                  </a:lnTo>
                  <a:lnTo>
                    <a:pt x="1205" y="2449"/>
                  </a:lnTo>
                  <a:lnTo>
                    <a:pt x="1205" y="2489"/>
                  </a:lnTo>
                  <a:lnTo>
                    <a:pt x="1186" y="2529"/>
                  </a:lnTo>
                  <a:lnTo>
                    <a:pt x="1284" y="2489"/>
                  </a:lnTo>
                  <a:lnTo>
                    <a:pt x="1284" y="2449"/>
                  </a:lnTo>
                  <a:lnTo>
                    <a:pt x="1284" y="2430"/>
                  </a:lnTo>
                  <a:lnTo>
                    <a:pt x="1284" y="2410"/>
                  </a:lnTo>
                  <a:lnTo>
                    <a:pt x="1324" y="2370"/>
                  </a:lnTo>
                  <a:lnTo>
                    <a:pt x="1344" y="2469"/>
                  </a:lnTo>
                  <a:lnTo>
                    <a:pt x="1324" y="2529"/>
                  </a:lnTo>
                  <a:lnTo>
                    <a:pt x="1284" y="2568"/>
                  </a:lnTo>
                  <a:lnTo>
                    <a:pt x="1324" y="2588"/>
                  </a:lnTo>
                  <a:lnTo>
                    <a:pt x="1363" y="2568"/>
                  </a:lnTo>
                  <a:lnTo>
                    <a:pt x="1403" y="2529"/>
                  </a:lnTo>
                  <a:lnTo>
                    <a:pt x="1442" y="2469"/>
                  </a:lnTo>
                  <a:lnTo>
                    <a:pt x="1442" y="2489"/>
                  </a:lnTo>
                  <a:lnTo>
                    <a:pt x="1442" y="2509"/>
                  </a:lnTo>
                  <a:lnTo>
                    <a:pt x="1403" y="2588"/>
                  </a:lnTo>
                  <a:lnTo>
                    <a:pt x="1284" y="2706"/>
                  </a:lnTo>
                  <a:lnTo>
                    <a:pt x="1284" y="2726"/>
                  </a:lnTo>
                  <a:lnTo>
                    <a:pt x="1284" y="2766"/>
                  </a:lnTo>
                  <a:lnTo>
                    <a:pt x="1265" y="2825"/>
                  </a:lnTo>
                  <a:lnTo>
                    <a:pt x="1205" y="2904"/>
                  </a:lnTo>
                  <a:lnTo>
                    <a:pt x="1284" y="2904"/>
                  </a:lnTo>
                  <a:lnTo>
                    <a:pt x="1186" y="3042"/>
                  </a:lnTo>
                  <a:lnTo>
                    <a:pt x="1205" y="3062"/>
                  </a:lnTo>
                  <a:lnTo>
                    <a:pt x="1225" y="3062"/>
                  </a:lnTo>
                  <a:lnTo>
                    <a:pt x="1265" y="3042"/>
                  </a:lnTo>
                  <a:lnTo>
                    <a:pt x="1304" y="3042"/>
                  </a:lnTo>
                  <a:lnTo>
                    <a:pt x="1304" y="3062"/>
                  </a:lnTo>
                  <a:lnTo>
                    <a:pt x="1304" y="3101"/>
                  </a:lnTo>
                  <a:lnTo>
                    <a:pt x="1383" y="3003"/>
                  </a:lnTo>
                  <a:lnTo>
                    <a:pt x="1442" y="3161"/>
                  </a:lnTo>
                  <a:lnTo>
                    <a:pt x="1482" y="3200"/>
                  </a:lnTo>
                  <a:lnTo>
                    <a:pt x="1541" y="3240"/>
                  </a:lnTo>
                  <a:lnTo>
                    <a:pt x="1581" y="3141"/>
                  </a:lnTo>
                  <a:lnTo>
                    <a:pt x="1620" y="3121"/>
                  </a:lnTo>
                  <a:lnTo>
                    <a:pt x="1640" y="3121"/>
                  </a:lnTo>
                  <a:lnTo>
                    <a:pt x="1660" y="3141"/>
                  </a:lnTo>
                  <a:lnTo>
                    <a:pt x="1640" y="3180"/>
                  </a:lnTo>
                  <a:lnTo>
                    <a:pt x="1660" y="3279"/>
                  </a:lnTo>
                  <a:lnTo>
                    <a:pt x="1679" y="3299"/>
                  </a:lnTo>
                  <a:lnTo>
                    <a:pt x="1719" y="3319"/>
                  </a:lnTo>
                  <a:lnTo>
                    <a:pt x="1818" y="3279"/>
                  </a:lnTo>
                  <a:lnTo>
                    <a:pt x="1857" y="3240"/>
                  </a:lnTo>
                  <a:lnTo>
                    <a:pt x="1916" y="3180"/>
                  </a:lnTo>
                  <a:lnTo>
                    <a:pt x="1936" y="3121"/>
                  </a:lnTo>
                  <a:lnTo>
                    <a:pt x="1956" y="3101"/>
                  </a:lnTo>
                  <a:lnTo>
                    <a:pt x="1976" y="3121"/>
                  </a:lnTo>
                  <a:lnTo>
                    <a:pt x="1956" y="3200"/>
                  </a:lnTo>
                  <a:lnTo>
                    <a:pt x="1956" y="3240"/>
                  </a:lnTo>
                  <a:lnTo>
                    <a:pt x="1976" y="3220"/>
                  </a:lnTo>
                  <a:lnTo>
                    <a:pt x="2035" y="3161"/>
                  </a:lnTo>
                  <a:lnTo>
                    <a:pt x="2094" y="3121"/>
                  </a:lnTo>
                  <a:lnTo>
                    <a:pt x="2153" y="3121"/>
                  </a:lnTo>
                  <a:lnTo>
                    <a:pt x="2153" y="3141"/>
                  </a:lnTo>
                  <a:lnTo>
                    <a:pt x="2173" y="3161"/>
                  </a:lnTo>
                  <a:lnTo>
                    <a:pt x="2094" y="3200"/>
                  </a:lnTo>
                  <a:lnTo>
                    <a:pt x="2035" y="3220"/>
                  </a:lnTo>
                  <a:lnTo>
                    <a:pt x="2015" y="3240"/>
                  </a:lnTo>
                  <a:lnTo>
                    <a:pt x="2015" y="3279"/>
                  </a:lnTo>
                  <a:lnTo>
                    <a:pt x="2015" y="3299"/>
                  </a:lnTo>
                  <a:lnTo>
                    <a:pt x="2055" y="3338"/>
                  </a:lnTo>
                  <a:lnTo>
                    <a:pt x="2094" y="3358"/>
                  </a:lnTo>
                  <a:lnTo>
                    <a:pt x="2114" y="3378"/>
                  </a:lnTo>
                  <a:lnTo>
                    <a:pt x="2134" y="3398"/>
                  </a:lnTo>
                  <a:lnTo>
                    <a:pt x="2213" y="3338"/>
                  </a:lnTo>
                  <a:lnTo>
                    <a:pt x="2529" y="3121"/>
                  </a:lnTo>
                  <a:lnTo>
                    <a:pt x="2548" y="3022"/>
                  </a:lnTo>
                  <a:lnTo>
                    <a:pt x="2608" y="2924"/>
                  </a:lnTo>
                  <a:lnTo>
                    <a:pt x="2687" y="2825"/>
                  </a:lnTo>
                  <a:lnTo>
                    <a:pt x="2766" y="2726"/>
                  </a:lnTo>
                  <a:lnTo>
                    <a:pt x="2746" y="2785"/>
                  </a:lnTo>
                  <a:lnTo>
                    <a:pt x="2766" y="2845"/>
                  </a:lnTo>
                  <a:lnTo>
                    <a:pt x="2786" y="2884"/>
                  </a:lnTo>
                  <a:lnTo>
                    <a:pt x="2805" y="2943"/>
                  </a:lnTo>
                  <a:lnTo>
                    <a:pt x="2766" y="3022"/>
                  </a:lnTo>
                  <a:lnTo>
                    <a:pt x="2746" y="3101"/>
                  </a:lnTo>
                  <a:lnTo>
                    <a:pt x="2726" y="3161"/>
                  </a:lnTo>
                  <a:lnTo>
                    <a:pt x="2706" y="3180"/>
                  </a:lnTo>
                  <a:lnTo>
                    <a:pt x="2687" y="3200"/>
                  </a:lnTo>
                  <a:lnTo>
                    <a:pt x="2706" y="3082"/>
                  </a:lnTo>
                  <a:lnTo>
                    <a:pt x="2706" y="3042"/>
                  </a:lnTo>
                  <a:lnTo>
                    <a:pt x="2667" y="3042"/>
                  </a:lnTo>
                  <a:lnTo>
                    <a:pt x="2647" y="3200"/>
                  </a:lnTo>
                  <a:lnTo>
                    <a:pt x="2667" y="3378"/>
                  </a:lnTo>
                  <a:lnTo>
                    <a:pt x="2608" y="3437"/>
                  </a:lnTo>
                  <a:lnTo>
                    <a:pt x="2568" y="3457"/>
                  </a:lnTo>
                  <a:lnTo>
                    <a:pt x="2548" y="3457"/>
                  </a:lnTo>
                  <a:lnTo>
                    <a:pt x="2588" y="3398"/>
                  </a:lnTo>
                  <a:lnTo>
                    <a:pt x="2608" y="3358"/>
                  </a:lnTo>
                  <a:lnTo>
                    <a:pt x="2568" y="3378"/>
                  </a:lnTo>
                  <a:lnTo>
                    <a:pt x="2529" y="3417"/>
                  </a:lnTo>
                  <a:lnTo>
                    <a:pt x="2509" y="3496"/>
                  </a:lnTo>
                  <a:lnTo>
                    <a:pt x="2489" y="3595"/>
                  </a:lnTo>
                  <a:lnTo>
                    <a:pt x="2450" y="3674"/>
                  </a:lnTo>
                  <a:lnTo>
                    <a:pt x="2529" y="3674"/>
                  </a:lnTo>
                  <a:lnTo>
                    <a:pt x="2548" y="3635"/>
                  </a:lnTo>
                  <a:lnTo>
                    <a:pt x="2548" y="3694"/>
                  </a:lnTo>
                  <a:lnTo>
                    <a:pt x="2568" y="3714"/>
                  </a:lnTo>
                  <a:lnTo>
                    <a:pt x="2647" y="3714"/>
                  </a:lnTo>
                  <a:lnTo>
                    <a:pt x="2687" y="3694"/>
                  </a:lnTo>
                  <a:lnTo>
                    <a:pt x="2726" y="3694"/>
                  </a:lnTo>
                  <a:lnTo>
                    <a:pt x="2746" y="3714"/>
                  </a:lnTo>
                  <a:lnTo>
                    <a:pt x="2746" y="3773"/>
                  </a:lnTo>
                  <a:lnTo>
                    <a:pt x="2766" y="3714"/>
                  </a:lnTo>
                  <a:lnTo>
                    <a:pt x="2805" y="3635"/>
                  </a:lnTo>
                  <a:lnTo>
                    <a:pt x="2825" y="3615"/>
                  </a:lnTo>
                  <a:lnTo>
                    <a:pt x="2845" y="3635"/>
                  </a:lnTo>
                  <a:lnTo>
                    <a:pt x="2865" y="3674"/>
                  </a:lnTo>
                  <a:lnTo>
                    <a:pt x="2845" y="3793"/>
                  </a:lnTo>
                  <a:lnTo>
                    <a:pt x="2884" y="3753"/>
                  </a:lnTo>
                  <a:lnTo>
                    <a:pt x="2924" y="3733"/>
                  </a:lnTo>
                  <a:lnTo>
                    <a:pt x="2963" y="3733"/>
                  </a:lnTo>
                  <a:lnTo>
                    <a:pt x="2963" y="3753"/>
                  </a:lnTo>
                  <a:lnTo>
                    <a:pt x="2983" y="3733"/>
                  </a:lnTo>
                  <a:lnTo>
                    <a:pt x="3023" y="3674"/>
                  </a:lnTo>
                  <a:lnTo>
                    <a:pt x="3042" y="3595"/>
                  </a:lnTo>
                  <a:lnTo>
                    <a:pt x="3082" y="3516"/>
                  </a:lnTo>
                  <a:lnTo>
                    <a:pt x="3141" y="3437"/>
                  </a:lnTo>
                  <a:lnTo>
                    <a:pt x="3200" y="3398"/>
                  </a:lnTo>
                  <a:lnTo>
                    <a:pt x="3240" y="3398"/>
                  </a:lnTo>
                  <a:lnTo>
                    <a:pt x="3260" y="3437"/>
                  </a:lnTo>
                  <a:lnTo>
                    <a:pt x="3299" y="3437"/>
                  </a:lnTo>
                  <a:lnTo>
                    <a:pt x="3279" y="3516"/>
                  </a:lnTo>
                  <a:lnTo>
                    <a:pt x="3200" y="3516"/>
                  </a:lnTo>
                  <a:lnTo>
                    <a:pt x="3161" y="3536"/>
                  </a:lnTo>
                  <a:lnTo>
                    <a:pt x="3339" y="3536"/>
                  </a:lnTo>
                  <a:lnTo>
                    <a:pt x="3339" y="3595"/>
                  </a:lnTo>
                  <a:lnTo>
                    <a:pt x="3299" y="3635"/>
                  </a:lnTo>
                  <a:lnTo>
                    <a:pt x="3260" y="3654"/>
                  </a:lnTo>
                  <a:lnTo>
                    <a:pt x="3220" y="3635"/>
                  </a:lnTo>
                  <a:lnTo>
                    <a:pt x="3220" y="3674"/>
                  </a:lnTo>
                  <a:lnTo>
                    <a:pt x="3240" y="3694"/>
                  </a:lnTo>
                  <a:lnTo>
                    <a:pt x="3299" y="3694"/>
                  </a:lnTo>
                  <a:lnTo>
                    <a:pt x="3358" y="3654"/>
                  </a:lnTo>
                  <a:lnTo>
                    <a:pt x="3418" y="3595"/>
                  </a:lnTo>
                  <a:lnTo>
                    <a:pt x="3457" y="3635"/>
                  </a:lnTo>
                  <a:lnTo>
                    <a:pt x="3477" y="3654"/>
                  </a:lnTo>
                  <a:lnTo>
                    <a:pt x="3477" y="3674"/>
                  </a:lnTo>
                  <a:lnTo>
                    <a:pt x="3398" y="3793"/>
                  </a:lnTo>
                  <a:lnTo>
                    <a:pt x="3319" y="3911"/>
                  </a:lnTo>
                  <a:lnTo>
                    <a:pt x="3279" y="3951"/>
                  </a:lnTo>
                  <a:lnTo>
                    <a:pt x="3220" y="3951"/>
                  </a:lnTo>
                  <a:lnTo>
                    <a:pt x="3220" y="3931"/>
                  </a:lnTo>
                  <a:lnTo>
                    <a:pt x="3240" y="3872"/>
                  </a:lnTo>
                  <a:lnTo>
                    <a:pt x="3220" y="3832"/>
                  </a:lnTo>
                  <a:lnTo>
                    <a:pt x="3181" y="3832"/>
                  </a:lnTo>
                  <a:lnTo>
                    <a:pt x="3121" y="3852"/>
                  </a:lnTo>
                  <a:lnTo>
                    <a:pt x="3141" y="3812"/>
                  </a:lnTo>
                  <a:lnTo>
                    <a:pt x="3181" y="3793"/>
                  </a:lnTo>
                  <a:lnTo>
                    <a:pt x="3102" y="3753"/>
                  </a:lnTo>
                  <a:lnTo>
                    <a:pt x="3062" y="3753"/>
                  </a:lnTo>
                  <a:lnTo>
                    <a:pt x="3023" y="3773"/>
                  </a:lnTo>
                  <a:lnTo>
                    <a:pt x="2963" y="3812"/>
                  </a:lnTo>
                  <a:lnTo>
                    <a:pt x="2983" y="3852"/>
                  </a:lnTo>
                  <a:lnTo>
                    <a:pt x="3023" y="3891"/>
                  </a:lnTo>
                  <a:lnTo>
                    <a:pt x="3082" y="3931"/>
                  </a:lnTo>
                  <a:lnTo>
                    <a:pt x="3161" y="3951"/>
                  </a:lnTo>
                  <a:lnTo>
                    <a:pt x="3161" y="3990"/>
                  </a:lnTo>
                  <a:lnTo>
                    <a:pt x="3161" y="4030"/>
                  </a:lnTo>
                  <a:lnTo>
                    <a:pt x="3378" y="3951"/>
                  </a:lnTo>
                  <a:lnTo>
                    <a:pt x="3418" y="3931"/>
                  </a:lnTo>
                  <a:lnTo>
                    <a:pt x="3457" y="3812"/>
                  </a:lnTo>
                  <a:lnTo>
                    <a:pt x="3477" y="3753"/>
                  </a:lnTo>
                  <a:lnTo>
                    <a:pt x="3516" y="3694"/>
                  </a:lnTo>
                  <a:lnTo>
                    <a:pt x="3497" y="3793"/>
                  </a:lnTo>
                  <a:lnTo>
                    <a:pt x="3497" y="3891"/>
                  </a:lnTo>
                  <a:lnTo>
                    <a:pt x="3497" y="3951"/>
                  </a:lnTo>
                  <a:lnTo>
                    <a:pt x="3536" y="3990"/>
                  </a:lnTo>
                  <a:lnTo>
                    <a:pt x="3556" y="3951"/>
                  </a:lnTo>
                  <a:lnTo>
                    <a:pt x="3595" y="3911"/>
                  </a:lnTo>
                  <a:lnTo>
                    <a:pt x="3655" y="3872"/>
                  </a:lnTo>
                  <a:lnTo>
                    <a:pt x="3694" y="3832"/>
                  </a:lnTo>
                  <a:lnTo>
                    <a:pt x="3734" y="3793"/>
                  </a:lnTo>
                  <a:lnTo>
                    <a:pt x="3734" y="3753"/>
                  </a:lnTo>
                  <a:lnTo>
                    <a:pt x="3714" y="3773"/>
                  </a:lnTo>
                  <a:lnTo>
                    <a:pt x="3714" y="3733"/>
                  </a:lnTo>
                  <a:lnTo>
                    <a:pt x="3734" y="3654"/>
                  </a:lnTo>
                  <a:lnTo>
                    <a:pt x="3773" y="3654"/>
                  </a:lnTo>
                  <a:lnTo>
                    <a:pt x="3793" y="3595"/>
                  </a:lnTo>
                  <a:lnTo>
                    <a:pt x="3813" y="3536"/>
                  </a:lnTo>
                  <a:lnTo>
                    <a:pt x="3852" y="3516"/>
                  </a:lnTo>
                  <a:lnTo>
                    <a:pt x="3872" y="3556"/>
                  </a:lnTo>
                  <a:lnTo>
                    <a:pt x="3872" y="3575"/>
                  </a:lnTo>
                  <a:lnTo>
                    <a:pt x="3872" y="3615"/>
                  </a:lnTo>
                  <a:lnTo>
                    <a:pt x="3852" y="3674"/>
                  </a:lnTo>
                  <a:lnTo>
                    <a:pt x="3852" y="3694"/>
                  </a:lnTo>
                  <a:lnTo>
                    <a:pt x="3872" y="3733"/>
                  </a:lnTo>
                  <a:lnTo>
                    <a:pt x="3734" y="3872"/>
                  </a:lnTo>
                  <a:lnTo>
                    <a:pt x="3655" y="3931"/>
                  </a:lnTo>
                  <a:lnTo>
                    <a:pt x="3576" y="3970"/>
                  </a:lnTo>
                  <a:lnTo>
                    <a:pt x="3576" y="4010"/>
                  </a:lnTo>
                  <a:lnTo>
                    <a:pt x="3595" y="4030"/>
                  </a:lnTo>
                  <a:lnTo>
                    <a:pt x="3615" y="4030"/>
                  </a:lnTo>
                  <a:lnTo>
                    <a:pt x="3635" y="4069"/>
                  </a:lnTo>
                  <a:lnTo>
                    <a:pt x="3655" y="4010"/>
                  </a:lnTo>
                  <a:lnTo>
                    <a:pt x="3674" y="3970"/>
                  </a:lnTo>
                  <a:lnTo>
                    <a:pt x="3714" y="3931"/>
                  </a:lnTo>
                  <a:lnTo>
                    <a:pt x="3714" y="3891"/>
                  </a:lnTo>
                  <a:lnTo>
                    <a:pt x="3813" y="3872"/>
                  </a:lnTo>
                  <a:lnTo>
                    <a:pt x="3931" y="3812"/>
                  </a:lnTo>
                  <a:lnTo>
                    <a:pt x="4050" y="3773"/>
                  </a:lnTo>
                  <a:lnTo>
                    <a:pt x="4148" y="3773"/>
                  </a:lnTo>
                  <a:lnTo>
                    <a:pt x="4109" y="3832"/>
                  </a:lnTo>
                  <a:lnTo>
                    <a:pt x="4050" y="3891"/>
                  </a:lnTo>
                  <a:lnTo>
                    <a:pt x="3951" y="3931"/>
                  </a:lnTo>
                  <a:lnTo>
                    <a:pt x="3911" y="3970"/>
                  </a:lnTo>
                  <a:lnTo>
                    <a:pt x="3852" y="4010"/>
                  </a:lnTo>
                  <a:lnTo>
                    <a:pt x="3813" y="4069"/>
                  </a:lnTo>
                  <a:lnTo>
                    <a:pt x="3773" y="4148"/>
                  </a:lnTo>
                  <a:lnTo>
                    <a:pt x="3773" y="4168"/>
                  </a:lnTo>
                  <a:lnTo>
                    <a:pt x="3793" y="4168"/>
                  </a:lnTo>
                  <a:lnTo>
                    <a:pt x="3832" y="4128"/>
                  </a:lnTo>
                  <a:lnTo>
                    <a:pt x="3872" y="4089"/>
                  </a:lnTo>
                  <a:lnTo>
                    <a:pt x="3911" y="4069"/>
                  </a:lnTo>
                  <a:lnTo>
                    <a:pt x="3931" y="4069"/>
                  </a:lnTo>
                  <a:lnTo>
                    <a:pt x="3931" y="4128"/>
                  </a:lnTo>
                  <a:lnTo>
                    <a:pt x="3931" y="4148"/>
                  </a:lnTo>
                  <a:lnTo>
                    <a:pt x="3951" y="4168"/>
                  </a:lnTo>
                  <a:lnTo>
                    <a:pt x="3990" y="4188"/>
                  </a:lnTo>
                  <a:lnTo>
                    <a:pt x="4050" y="4168"/>
                  </a:lnTo>
                  <a:lnTo>
                    <a:pt x="4129" y="4188"/>
                  </a:lnTo>
                  <a:lnTo>
                    <a:pt x="4129" y="4089"/>
                  </a:lnTo>
                  <a:lnTo>
                    <a:pt x="4188" y="4089"/>
                  </a:lnTo>
                  <a:lnTo>
                    <a:pt x="4227" y="4148"/>
                  </a:lnTo>
                  <a:lnTo>
                    <a:pt x="4208" y="4168"/>
                  </a:lnTo>
                  <a:lnTo>
                    <a:pt x="4267" y="4148"/>
                  </a:lnTo>
                  <a:lnTo>
                    <a:pt x="4267" y="4168"/>
                  </a:lnTo>
                  <a:lnTo>
                    <a:pt x="4287" y="4168"/>
                  </a:lnTo>
                  <a:lnTo>
                    <a:pt x="4306" y="4148"/>
                  </a:lnTo>
                  <a:lnTo>
                    <a:pt x="4366" y="4188"/>
                  </a:lnTo>
                  <a:lnTo>
                    <a:pt x="4405" y="4207"/>
                  </a:lnTo>
                  <a:lnTo>
                    <a:pt x="4464" y="4227"/>
                  </a:lnTo>
                  <a:lnTo>
                    <a:pt x="4484" y="4168"/>
                  </a:lnTo>
                  <a:lnTo>
                    <a:pt x="4464" y="4148"/>
                  </a:lnTo>
                  <a:lnTo>
                    <a:pt x="4405" y="4168"/>
                  </a:lnTo>
                  <a:lnTo>
                    <a:pt x="4385" y="4148"/>
                  </a:lnTo>
                  <a:lnTo>
                    <a:pt x="4385" y="4069"/>
                  </a:lnTo>
                  <a:lnTo>
                    <a:pt x="4385" y="4030"/>
                  </a:lnTo>
                  <a:lnTo>
                    <a:pt x="4425" y="3970"/>
                  </a:lnTo>
                  <a:lnTo>
                    <a:pt x="4445" y="3990"/>
                  </a:lnTo>
                  <a:lnTo>
                    <a:pt x="4484" y="3990"/>
                  </a:lnTo>
                  <a:lnTo>
                    <a:pt x="4563" y="3951"/>
                  </a:lnTo>
                  <a:lnTo>
                    <a:pt x="4642" y="3931"/>
                  </a:lnTo>
                  <a:lnTo>
                    <a:pt x="4682" y="3931"/>
                  </a:lnTo>
                  <a:lnTo>
                    <a:pt x="4721" y="3951"/>
                  </a:lnTo>
                  <a:lnTo>
                    <a:pt x="4701" y="3911"/>
                  </a:lnTo>
                  <a:lnTo>
                    <a:pt x="4761" y="3872"/>
                  </a:lnTo>
                  <a:lnTo>
                    <a:pt x="4780" y="3872"/>
                  </a:lnTo>
                  <a:lnTo>
                    <a:pt x="4840" y="3911"/>
                  </a:lnTo>
                  <a:lnTo>
                    <a:pt x="4840" y="3951"/>
                  </a:lnTo>
                  <a:lnTo>
                    <a:pt x="4840" y="3990"/>
                  </a:lnTo>
                  <a:lnTo>
                    <a:pt x="4780" y="4030"/>
                  </a:lnTo>
                  <a:lnTo>
                    <a:pt x="4741" y="4089"/>
                  </a:lnTo>
                  <a:lnTo>
                    <a:pt x="4721" y="4109"/>
                  </a:lnTo>
                  <a:lnTo>
                    <a:pt x="4721" y="4148"/>
                  </a:lnTo>
                  <a:lnTo>
                    <a:pt x="4662" y="4168"/>
                  </a:lnTo>
                  <a:lnTo>
                    <a:pt x="4603" y="4168"/>
                  </a:lnTo>
                  <a:lnTo>
                    <a:pt x="4563" y="4227"/>
                  </a:lnTo>
                  <a:lnTo>
                    <a:pt x="4524" y="4425"/>
                  </a:lnTo>
                  <a:lnTo>
                    <a:pt x="4524" y="4425"/>
                  </a:lnTo>
                  <a:lnTo>
                    <a:pt x="4543" y="4405"/>
                  </a:lnTo>
                  <a:lnTo>
                    <a:pt x="4563" y="4405"/>
                  </a:lnTo>
                  <a:lnTo>
                    <a:pt x="4583" y="4425"/>
                  </a:lnTo>
                  <a:lnTo>
                    <a:pt x="4603" y="4484"/>
                  </a:lnTo>
                  <a:lnTo>
                    <a:pt x="4603" y="4504"/>
                  </a:lnTo>
                  <a:lnTo>
                    <a:pt x="4622" y="4504"/>
                  </a:lnTo>
                  <a:lnTo>
                    <a:pt x="4622" y="4405"/>
                  </a:lnTo>
                  <a:lnTo>
                    <a:pt x="4662" y="4365"/>
                  </a:lnTo>
                  <a:lnTo>
                    <a:pt x="4682" y="4346"/>
                  </a:lnTo>
                  <a:lnTo>
                    <a:pt x="4682" y="4365"/>
                  </a:lnTo>
                  <a:lnTo>
                    <a:pt x="4682" y="4425"/>
                  </a:lnTo>
                  <a:lnTo>
                    <a:pt x="4761" y="4227"/>
                  </a:lnTo>
                  <a:lnTo>
                    <a:pt x="4741" y="4207"/>
                  </a:lnTo>
                  <a:lnTo>
                    <a:pt x="4721" y="4227"/>
                  </a:lnTo>
                  <a:lnTo>
                    <a:pt x="4682" y="4247"/>
                  </a:lnTo>
                  <a:lnTo>
                    <a:pt x="4642" y="4247"/>
                  </a:lnTo>
                  <a:lnTo>
                    <a:pt x="4642" y="4227"/>
                  </a:lnTo>
                  <a:lnTo>
                    <a:pt x="4642" y="4188"/>
                  </a:lnTo>
                  <a:lnTo>
                    <a:pt x="4721" y="4168"/>
                  </a:lnTo>
                  <a:lnTo>
                    <a:pt x="4780" y="4109"/>
                  </a:lnTo>
                  <a:lnTo>
                    <a:pt x="4840" y="4069"/>
                  </a:lnTo>
                  <a:lnTo>
                    <a:pt x="4879" y="4049"/>
                  </a:lnTo>
                  <a:lnTo>
                    <a:pt x="4899" y="4069"/>
                  </a:lnTo>
                  <a:lnTo>
                    <a:pt x="4879" y="4089"/>
                  </a:lnTo>
                  <a:lnTo>
                    <a:pt x="4879" y="4109"/>
                  </a:lnTo>
                  <a:lnTo>
                    <a:pt x="4859" y="4109"/>
                  </a:lnTo>
                  <a:lnTo>
                    <a:pt x="4840" y="4128"/>
                  </a:lnTo>
                  <a:lnTo>
                    <a:pt x="4840" y="4148"/>
                  </a:lnTo>
                  <a:lnTo>
                    <a:pt x="4859" y="4148"/>
                  </a:lnTo>
                  <a:lnTo>
                    <a:pt x="4899" y="4128"/>
                  </a:lnTo>
                  <a:lnTo>
                    <a:pt x="4958" y="4128"/>
                  </a:lnTo>
                  <a:lnTo>
                    <a:pt x="4978" y="4148"/>
                  </a:lnTo>
                  <a:lnTo>
                    <a:pt x="4879" y="4207"/>
                  </a:lnTo>
                  <a:lnTo>
                    <a:pt x="4840" y="4267"/>
                  </a:lnTo>
                  <a:lnTo>
                    <a:pt x="4820" y="4346"/>
                  </a:lnTo>
                  <a:lnTo>
                    <a:pt x="4820" y="4346"/>
                  </a:lnTo>
                  <a:lnTo>
                    <a:pt x="4919" y="4227"/>
                  </a:lnTo>
                  <a:lnTo>
                    <a:pt x="4938" y="4247"/>
                  </a:lnTo>
                  <a:lnTo>
                    <a:pt x="4919" y="4286"/>
                  </a:lnTo>
                  <a:lnTo>
                    <a:pt x="4919" y="4306"/>
                  </a:lnTo>
                  <a:lnTo>
                    <a:pt x="4919" y="4326"/>
                  </a:lnTo>
                  <a:lnTo>
                    <a:pt x="4938" y="4306"/>
                  </a:lnTo>
                  <a:lnTo>
                    <a:pt x="4958" y="4267"/>
                  </a:lnTo>
                  <a:lnTo>
                    <a:pt x="4978" y="4227"/>
                  </a:lnTo>
                  <a:lnTo>
                    <a:pt x="5017" y="4227"/>
                  </a:lnTo>
                  <a:lnTo>
                    <a:pt x="4998" y="4286"/>
                  </a:lnTo>
                  <a:lnTo>
                    <a:pt x="4978" y="4326"/>
                  </a:lnTo>
                  <a:lnTo>
                    <a:pt x="5017" y="4346"/>
                  </a:lnTo>
                  <a:lnTo>
                    <a:pt x="5037" y="4326"/>
                  </a:lnTo>
                  <a:lnTo>
                    <a:pt x="5077" y="4286"/>
                  </a:lnTo>
                  <a:lnTo>
                    <a:pt x="5136" y="4267"/>
                  </a:lnTo>
                  <a:lnTo>
                    <a:pt x="5116" y="4247"/>
                  </a:lnTo>
                  <a:lnTo>
                    <a:pt x="5116" y="4207"/>
                  </a:lnTo>
                  <a:lnTo>
                    <a:pt x="5156" y="4128"/>
                  </a:lnTo>
                  <a:lnTo>
                    <a:pt x="5195" y="4069"/>
                  </a:lnTo>
                  <a:lnTo>
                    <a:pt x="5235" y="4030"/>
                  </a:lnTo>
                  <a:lnTo>
                    <a:pt x="5255" y="4030"/>
                  </a:lnTo>
                  <a:lnTo>
                    <a:pt x="5314" y="4049"/>
                  </a:lnTo>
                  <a:lnTo>
                    <a:pt x="5373" y="4069"/>
                  </a:lnTo>
                  <a:lnTo>
                    <a:pt x="5393" y="4069"/>
                  </a:lnTo>
                  <a:lnTo>
                    <a:pt x="5393" y="4109"/>
                  </a:lnTo>
                  <a:lnTo>
                    <a:pt x="5413" y="4148"/>
                  </a:lnTo>
                  <a:lnTo>
                    <a:pt x="5393" y="4207"/>
                  </a:lnTo>
                  <a:lnTo>
                    <a:pt x="5472" y="4128"/>
                  </a:lnTo>
                  <a:lnTo>
                    <a:pt x="5452" y="4188"/>
                  </a:lnTo>
                  <a:lnTo>
                    <a:pt x="5452" y="4207"/>
                  </a:lnTo>
                  <a:lnTo>
                    <a:pt x="5452" y="4227"/>
                  </a:lnTo>
                  <a:lnTo>
                    <a:pt x="5492" y="4227"/>
                  </a:lnTo>
                  <a:lnTo>
                    <a:pt x="5511" y="4247"/>
                  </a:lnTo>
                  <a:lnTo>
                    <a:pt x="5492" y="4286"/>
                  </a:lnTo>
                  <a:lnTo>
                    <a:pt x="5393" y="4286"/>
                  </a:lnTo>
                  <a:lnTo>
                    <a:pt x="5353" y="4306"/>
                  </a:lnTo>
                  <a:lnTo>
                    <a:pt x="5334" y="4346"/>
                  </a:lnTo>
                  <a:lnTo>
                    <a:pt x="5274" y="4405"/>
                  </a:lnTo>
                  <a:lnTo>
                    <a:pt x="5294" y="4444"/>
                  </a:lnTo>
                  <a:lnTo>
                    <a:pt x="5274" y="4484"/>
                  </a:lnTo>
                  <a:lnTo>
                    <a:pt x="5215" y="4583"/>
                  </a:lnTo>
                  <a:lnTo>
                    <a:pt x="5235" y="4563"/>
                  </a:lnTo>
                  <a:lnTo>
                    <a:pt x="5255" y="4543"/>
                  </a:lnTo>
                  <a:lnTo>
                    <a:pt x="5294" y="4484"/>
                  </a:lnTo>
                  <a:lnTo>
                    <a:pt x="5353" y="4405"/>
                  </a:lnTo>
                  <a:lnTo>
                    <a:pt x="5393" y="4326"/>
                  </a:lnTo>
                  <a:lnTo>
                    <a:pt x="5393" y="4365"/>
                  </a:lnTo>
                  <a:lnTo>
                    <a:pt x="5413" y="4405"/>
                  </a:lnTo>
                  <a:lnTo>
                    <a:pt x="5413" y="4444"/>
                  </a:lnTo>
                  <a:lnTo>
                    <a:pt x="5373" y="4504"/>
                  </a:lnTo>
                  <a:lnTo>
                    <a:pt x="5393" y="4523"/>
                  </a:lnTo>
                  <a:lnTo>
                    <a:pt x="5413" y="4504"/>
                  </a:lnTo>
                  <a:lnTo>
                    <a:pt x="5472" y="4464"/>
                  </a:lnTo>
                  <a:lnTo>
                    <a:pt x="5511" y="4444"/>
                  </a:lnTo>
                  <a:lnTo>
                    <a:pt x="5531" y="4444"/>
                  </a:lnTo>
                  <a:lnTo>
                    <a:pt x="5472" y="4543"/>
                  </a:lnTo>
                  <a:lnTo>
                    <a:pt x="5413" y="4642"/>
                  </a:lnTo>
                  <a:lnTo>
                    <a:pt x="5452" y="4642"/>
                  </a:lnTo>
                  <a:lnTo>
                    <a:pt x="5472" y="4681"/>
                  </a:lnTo>
                  <a:lnTo>
                    <a:pt x="5492" y="4622"/>
                  </a:lnTo>
                  <a:lnTo>
                    <a:pt x="5511" y="4602"/>
                  </a:lnTo>
                  <a:lnTo>
                    <a:pt x="5472" y="4602"/>
                  </a:lnTo>
                  <a:lnTo>
                    <a:pt x="5511" y="4563"/>
                  </a:lnTo>
                  <a:lnTo>
                    <a:pt x="5571" y="4563"/>
                  </a:lnTo>
                  <a:lnTo>
                    <a:pt x="5590" y="4583"/>
                  </a:lnTo>
                  <a:lnTo>
                    <a:pt x="5610" y="4563"/>
                  </a:lnTo>
                  <a:lnTo>
                    <a:pt x="5630" y="4543"/>
                  </a:lnTo>
                  <a:lnTo>
                    <a:pt x="5610" y="4583"/>
                  </a:lnTo>
                  <a:lnTo>
                    <a:pt x="5610" y="4622"/>
                  </a:lnTo>
                  <a:lnTo>
                    <a:pt x="5650" y="4642"/>
                  </a:lnTo>
                  <a:lnTo>
                    <a:pt x="5689" y="4662"/>
                  </a:lnTo>
                  <a:lnTo>
                    <a:pt x="5709" y="4681"/>
                  </a:lnTo>
                  <a:lnTo>
                    <a:pt x="5709" y="4701"/>
                  </a:lnTo>
                  <a:lnTo>
                    <a:pt x="5748" y="4602"/>
                  </a:lnTo>
                  <a:lnTo>
                    <a:pt x="5768" y="4583"/>
                  </a:lnTo>
                  <a:lnTo>
                    <a:pt x="5748" y="4563"/>
                  </a:lnTo>
                  <a:lnTo>
                    <a:pt x="5709" y="4583"/>
                  </a:lnTo>
                  <a:lnTo>
                    <a:pt x="5689" y="4602"/>
                  </a:lnTo>
                  <a:lnTo>
                    <a:pt x="5669" y="4602"/>
                  </a:lnTo>
                  <a:lnTo>
                    <a:pt x="5669" y="4583"/>
                  </a:lnTo>
                  <a:lnTo>
                    <a:pt x="5689" y="4504"/>
                  </a:lnTo>
                  <a:lnTo>
                    <a:pt x="5768" y="4504"/>
                  </a:lnTo>
                  <a:lnTo>
                    <a:pt x="5847" y="4523"/>
                  </a:lnTo>
                  <a:lnTo>
                    <a:pt x="5946" y="4543"/>
                  </a:lnTo>
                  <a:lnTo>
                    <a:pt x="5985" y="4543"/>
                  </a:lnTo>
                  <a:lnTo>
                    <a:pt x="6045" y="4523"/>
                  </a:lnTo>
                  <a:lnTo>
                    <a:pt x="6064" y="4563"/>
                  </a:lnTo>
                  <a:lnTo>
                    <a:pt x="6064" y="4583"/>
                  </a:lnTo>
                  <a:lnTo>
                    <a:pt x="6025" y="4622"/>
                  </a:lnTo>
                  <a:lnTo>
                    <a:pt x="5985" y="4681"/>
                  </a:lnTo>
                  <a:lnTo>
                    <a:pt x="5946" y="4760"/>
                  </a:lnTo>
                  <a:lnTo>
                    <a:pt x="5887" y="4741"/>
                  </a:lnTo>
                  <a:lnTo>
                    <a:pt x="5867" y="4721"/>
                  </a:lnTo>
                  <a:lnTo>
                    <a:pt x="5827" y="4681"/>
                  </a:lnTo>
                  <a:lnTo>
                    <a:pt x="5788" y="4681"/>
                  </a:lnTo>
                  <a:lnTo>
                    <a:pt x="5827" y="4741"/>
                  </a:lnTo>
                  <a:lnTo>
                    <a:pt x="5887" y="4780"/>
                  </a:lnTo>
                  <a:lnTo>
                    <a:pt x="5985" y="4780"/>
                  </a:lnTo>
                  <a:lnTo>
                    <a:pt x="6064" y="4741"/>
                  </a:lnTo>
                  <a:lnTo>
                    <a:pt x="6084" y="4760"/>
                  </a:lnTo>
                  <a:lnTo>
                    <a:pt x="6084" y="4800"/>
                  </a:lnTo>
                  <a:lnTo>
                    <a:pt x="6064" y="4919"/>
                  </a:lnTo>
                  <a:lnTo>
                    <a:pt x="6045" y="5017"/>
                  </a:lnTo>
                  <a:lnTo>
                    <a:pt x="6064" y="5057"/>
                  </a:lnTo>
                  <a:lnTo>
                    <a:pt x="6104" y="5057"/>
                  </a:lnTo>
                  <a:lnTo>
                    <a:pt x="6143" y="4958"/>
                  </a:lnTo>
                  <a:lnTo>
                    <a:pt x="6143" y="4879"/>
                  </a:lnTo>
                  <a:lnTo>
                    <a:pt x="6183" y="4879"/>
                  </a:lnTo>
                  <a:lnTo>
                    <a:pt x="6203" y="4899"/>
                  </a:lnTo>
                  <a:lnTo>
                    <a:pt x="6222" y="4919"/>
                  </a:lnTo>
                  <a:lnTo>
                    <a:pt x="6242" y="4899"/>
                  </a:lnTo>
                  <a:lnTo>
                    <a:pt x="6262" y="4859"/>
                  </a:lnTo>
                  <a:lnTo>
                    <a:pt x="6262" y="4820"/>
                  </a:lnTo>
                  <a:lnTo>
                    <a:pt x="6301" y="4800"/>
                  </a:lnTo>
                  <a:lnTo>
                    <a:pt x="6301" y="4839"/>
                  </a:lnTo>
                  <a:lnTo>
                    <a:pt x="6301" y="4879"/>
                  </a:lnTo>
                  <a:lnTo>
                    <a:pt x="6282" y="4919"/>
                  </a:lnTo>
                  <a:lnTo>
                    <a:pt x="6301" y="4919"/>
                  </a:lnTo>
                  <a:lnTo>
                    <a:pt x="6321" y="4938"/>
                  </a:lnTo>
                  <a:lnTo>
                    <a:pt x="6301" y="5017"/>
                  </a:lnTo>
                  <a:lnTo>
                    <a:pt x="6301" y="5057"/>
                  </a:lnTo>
                  <a:lnTo>
                    <a:pt x="6301" y="5077"/>
                  </a:lnTo>
                  <a:lnTo>
                    <a:pt x="6321" y="5077"/>
                  </a:lnTo>
                  <a:lnTo>
                    <a:pt x="6380" y="5037"/>
                  </a:lnTo>
                  <a:lnTo>
                    <a:pt x="6380" y="5017"/>
                  </a:lnTo>
                  <a:lnTo>
                    <a:pt x="6361" y="5017"/>
                  </a:lnTo>
                  <a:lnTo>
                    <a:pt x="6341" y="4998"/>
                  </a:lnTo>
                  <a:lnTo>
                    <a:pt x="6380" y="4938"/>
                  </a:lnTo>
                  <a:lnTo>
                    <a:pt x="6440" y="4899"/>
                  </a:lnTo>
                  <a:lnTo>
                    <a:pt x="6479" y="4859"/>
                  </a:lnTo>
                  <a:lnTo>
                    <a:pt x="6538" y="4839"/>
                  </a:lnTo>
                  <a:lnTo>
                    <a:pt x="6519" y="4859"/>
                  </a:lnTo>
                  <a:lnTo>
                    <a:pt x="6538" y="4879"/>
                  </a:lnTo>
                  <a:lnTo>
                    <a:pt x="6558" y="4879"/>
                  </a:lnTo>
                  <a:lnTo>
                    <a:pt x="6558" y="4899"/>
                  </a:lnTo>
                  <a:lnTo>
                    <a:pt x="6538" y="4938"/>
                  </a:lnTo>
                  <a:lnTo>
                    <a:pt x="6479" y="4938"/>
                  </a:lnTo>
                  <a:lnTo>
                    <a:pt x="6440" y="4958"/>
                  </a:lnTo>
                  <a:lnTo>
                    <a:pt x="6479" y="4998"/>
                  </a:lnTo>
                  <a:lnTo>
                    <a:pt x="6479" y="4998"/>
                  </a:lnTo>
                  <a:lnTo>
                    <a:pt x="6617" y="4919"/>
                  </a:lnTo>
                  <a:lnTo>
                    <a:pt x="6598" y="4919"/>
                  </a:lnTo>
                  <a:lnTo>
                    <a:pt x="6598" y="4899"/>
                  </a:lnTo>
                  <a:lnTo>
                    <a:pt x="6617" y="4859"/>
                  </a:lnTo>
                  <a:lnTo>
                    <a:pt x="6677" y="4800"/>
                  </a:lnTo>
                  <a:lnTo>
                    <a:pt x="6696" y="4780"/>
                  </a:lnTo>
                  <a:lnTo>
                    <a:pt x="6736" y="4800"/>
                  </a:lnTo>
                  <a:lnTo>
                    <a:pt x="6736" y="4859"/>
                  </a:lnTo>
                  <a:lnTo>
                    <a:pt x="6736" y="4899"/>
                  </a:lnTo>
                  <a:lnTo>
                    <a:pt x="6716" y="4978"/>
                  </a:lnTo>
                  <a:lnTo>
                    <a:pt x="6756" y="4919"/>
                  </a:lnTo>
                  <a:lnTo>
                    <a:pt x="6815" y="4899"/>
                  </a:lnTo>
                  <a:lnTo>
                    <a:pt x="6894" y="4919"/>
                  </a:lnTo>
                  <a:lnTo>
                    <a:pt x="6894" y="4859"/>
                  </a:lnTo>
                  <a:lnTo>
                    <a:pt x="6914" y="4820"/>
                  </a:lnTo>
                  <a:lnTo>
                    <a:pt x="6993" y="4780"/>
                  </a:lnTo>
                  <a:lnTo>
                    <a:pt x="6993" y="4938"/>
                  </a:lnTo>
                  <a:lnTo>
                    <a:pt x="6953" y="4938"/>
                  </a:lnTo>
                  <a:lnTo>
                    <a:pt x="6933" y="4958"/>
                  </a:lnTo>
                  <a:lnTo>
                    <a:pt x="6914" y="4998"/>
                  </a:lnTo>
                  <a:lnTo>
                    <a:pt x="6914" y="5057"/>
                  </a:lnTo>
                  <a:lnTo>
                    <a:pt x="6874" y="5136"/>
                  </a:lnTo>
                  <a:lnTo>
                    <a:pt x="6815" y="5175"/>
                  </a:lnTo>
                  <a:lnTo>
                    <a:pt x="6775" y="5175"/>
                  </a:lnTo>
                  <a:lnTo>
                    <a:pt x="6736" y="5116"/>
                  </a:lnTo>
                  <a:lnTo>
                    <a:pt x="6736" y="5195"/>
                  </a:lnTo>
                  <a:lnTo>
                    <a:pt x="6756" y="5215"/>
                  </a:lnTo>
                  <a:lnTo>
                    <a:pt x="6775" y="5215"/>
                  </a:lnTo>
                  <a:lnTo>
                    <a:pt x="6815" y="5195"/>
                  </a:lnTo>
                  <a:lnTo>
                    <a:pt x="6894" y="5156"/>
                  </a:lnTo>
                  <a:lnTo>
                    <a:pt x="6914" y="5156"/>
                  </a:lnTo>
                  <a:lnTo>
                    <a:pt x="6933" y="5195"/>
                  </a:lnTo>
                  <a:lnTo>
                    <a:pt x="6894" y="5254"/>
                  </a:lnTo>
                  <a:lnTo>
                    <a:pt x="6854" y="5294"/>
                  </a:lnTo>
                  <a:lnTo>
                    <a:pt x="6914" y="5274"/>
                  </a:lnTo>
                  <a:lnTo>
                    <a:pt x="6933" y="5274"/>
                  </a:lnTo>
                  <a:lnTo>
                    <a:pt x="6953" y="5314"/>
                  </a:lnTo>
                  <a:lnTo>
                    <a:pt x="6993" y="5195"/>
                  </a:lnTo>
                  <a:lnTo>
                    <a:pt x="7032" y="5136"/>
                  </a:lnTo>
                  <a:lnTo>
                    <a:pt x="7091" y="5116"/>
                  </a:lnTo>
                  <a:lnTo>
                    <a:pt x="7052" y="5294"/>
                  </a:lnTo>
                  <a:lnTo>
                    <a:pt x="7091" y="5294"/>
                  </a:lnTo>
                  <a:lnTo>
                    <a:pt x="7151" y="5235"/>
                  </a:lnTo>
                  <a:lnTo>
                    <a:pt x="7210" y="5175"/>
                  </a:lnTo>
                  <a:lnTo>
                    <a:pt x="7230" y="5136"/>
                  </a:lnTo>
                  <a:lnTo>
                    <a:pt x="7269" y="5116"/>
                  </a:lnTo>
                  <a:lnTo>
                    <a:pt x="7289" y="4998"/>
                  </a:lnTo>
                  <a:lnTo>
                    <a:pt x="7328" y="4958"/>
                  </a:lnTo>
                  <a:lnTo>
                    <a:pt x="7407" y="4958"/>
                  </a:lnTo>
                  <a:lnTo>
                    <a:pt x="7447" y="4919"/>
                  </a:lnTo>
                  <a:lnTo>
                    <a:pt x="7368" y="4919"/>
                  </a:lnTo>
                  <a:lnTo>
                    <a:pt x="7348" y="4938"/>
                  </a:lnTo>
                  <a:lnTo>
                    <a:pt x="7328" y="4938"/>
                  </a:lnTo>
                  <a:lnTo>
                    <a:pt x="7309" y="4919"/>
                  </a:lnTo>
                  <a:lnTo>
                    <a:pt x="7368" y="4859"/>
                  </a:lnTo>
                  <a:lnTo>
                    <a:pt x="7388" y="4839"/>
                  </a:lnTo>
                  <a:lnTo>
                    <a:pt x="7427" y="4839"/>
                  </a:lnTo>
                  <a:lnTo>
                    <a:pt x="7467" y="4820"/>
                  </a:lnTo>
                  <a:lnTo>
                    <a:pt x="7506" y="4919"/>
                  </a:lnTo>
                  <a:lnTo>
                    <a:pt x="7486" y="5057"/>
                  </a:lnTo>
                  <a:lnTo>
                    <a:pt x="7407" y="5175"/>
                  </a:lnTo>
                  <a:lnTo>
                    <a:pt x="7309" y="5254"/>
                  </a:lnTo>
                  <a:lnTo>
                    <a:pt x="7210" y="5373"/>
                  </a:lnTo>
                  <a:lnTo>
                    <a:pt x="7091" y="5531"/>
                  </a:lnTo>
                  <a:lnTo>
                    <a:pt x="7170" y="5531"/>
                  </a:lnTo>
                  <a:lnTo>
                    <a:pt x="7249" y="5551"/>
                  </a:lnTo>
                  <a:lnTo>
                    <a:pt x="7309" y="5570"/>
                  </a:lnTo>
                  <a:lnTo>
                    <a:pt x="7328" y="5610"/>
                  </a:lnTo>
                  <a:lnTo>
                    <a:pt x="7328" y="5649"/>
                  </a:lnTo>
                  <a:lnTo>
                    <a:pt x="7407" y="5610"/>
                  </a:lnTo>
                  <a:lnTo>
                    <a:pt x="7486" y="5531"/>
                  </a:lnTo>
                  <a:lnTo>
                    <a:pt x="7585" y="5333"/>
                  </a:lnTo>
                  <a:lnTo>
                    <a:pt x="7625" y="5333"/>
                  </a:lnTo>
                  <a:lnTo>
                    <a:pt x="7625" y="5353"/>
                  </a:lnTo>
                  <a:lnTo>
                    <a:pt x="7645" y="5393"/>
                  </a:lnTo>
                  <a:lnTo>
                    <a:pt x="7565" y="5452"/>
                  </a:lnTo>
                  <a:lnTo>
                    <a:pt x="7565" y="5452"/>
                  </a:lnTo>
                  <a:lnTo>
                    <a:pt x="7724" y="5412"/>
                  </a:lnTo>
                  <a:lnTo>
                    <a:pt x="7803" y="5412"/>
                  </a:lnTo>
                  <a:lnTo>
                    <a:pt x="7862" y="5452"/>
                  </a:lnTo>
                  <a:lnTo>
                    <a:pt x="7901" y="5412"/>
                  </a:lnTo>
                  <a:lnTo>
                    <a:pt x="7961" y="5373"/>
                  </a:lnTo>
                  <a:lnTo>
                    <a:pt x="8040" y="5215"/>
                  </a:lnTo>
                  <a:lnTo>
                    <a:pt x="8099" y="5215"/>
                  </a:lnTo>
                  <a:lnTo>
                    <a:pt x="8119" y="5195"/>
                  </a:lnTo>
                  <a:lnTo>
                    <a:pt x="8178" y="5136"/>
                  </a:lnTo>
                  <a:lnTo>
                    <a:pt x="8198" y="5116"/>
                  </a:lnTo>
                  <a:lnTo>
                    <a:pt x="8237" y="5156"/>
                  </a:lnTo>
                  <a:lnTo>
                    <a:pt x="8257" y="5175"/>
                  </a:lnTo>
                  <a:lnTo>
                    <a:pt x="8198" y="5215"/>
                  </a:lnTo>
                  <a:lnTo>
                    <a:pt x="8178" y="5254"/>
                  </a:lnTo>
                  <a:lnTo>
                    <a:pt x="8178" y="5294"/>
                  </a:lnTo>
                  <a:lnTo>
                    <a:pt x="8198" y="5314"/>
                  </a:lnTo>
                  <a:lnTo>
                    <a:pt x="8237" y="5333"/>
                  </a:lnTo>
                  <a:lnTo>
                    <a:pt x="8277" y="5314"/>
                  </a:lnTo>
                  <a:lnTo>
                    <a:pt x="8277" y="5314"/>
                  </a:lnTo>
                  <a:lnTo>
                    <a:pt x="8198" y="5393"/>
                  </a:lnTo>
                  <a:lnTo>
                    <a:pt x="8158" y="5432"/>
                  </a:lnTo>
                  <a:lnTo>
                    <a:pt x="8138" y="5432"/>
                  </a:lnTo>
                  <a:lnTo>
                    <a:pt x="8138" y="5412"/>
                  </a:lnTo>
                  <a:lnTo>
                    <a:pt x="8158" y="5353"/>
                  </a:lnTo>
                  <a:lnTo>
                    <a:pt x="8059" y="5393"/>
                  </a:lnTo>
                  <a:lnTo>
                    <a:pt x="8099" y="5393"/>
                  </a:lnTo>
                  <a:lnTo>
                    <a:pt x="8119" y="5412"/>
                  </a:lnTo>
                  <a:lnTo>
                    <a:pt x="8119" y="5432"/>
                  </a:lnTo>
                  <a:lnTo>
                    <a:pt x="8119" y="5472"/>
                  </a:lnTo>
                  <a:lnTo>
                    <a:pt x="8079" y="5570"/>
                  </a:lnTo>
                  <a:lnTo>
                    <a:pt x="8040" y="5669"/>
                  </a:lnTo>
                  <a:lnTo>
                    <a:pt x="8040" y="5669"/>
                  </a:lnTo>
                  <a:lnTo>
                    <a:pt x="8059" y="5649"/>
                  </a:lnTo>
                  <a:lnTo>
                    <a:pt x="8079" y="5630"/>
                  </a:lnTo>
                  <a:lnTo>
                    <a:pt x="8099" y="5570"/>
                  </a:lnTo>
                  <a:lnTo>
                    <a:pt x="8119" y="5511"/>
                  </a:lnTo>
                  <a:lnTo>
                    <a:pt x="8138" y="5511"/>
                  </a:lnTo>
                  <a:lnTo>
                    <a:pt x="8178" y="5491"/>
                  </a:lnTo>
                  <a:lnTo>
                    <a:pt x="8178" y="5590"/>
                  </a:lnTo>
                  <a:lnTo>
                    <a:pt x="8198" y="5649"/>
                  </a:lnTo>
                  <a:lnTo>
                    <a:pt x="8217" y="5689"/>
                  </a:lnTo>
                  <a:lnTo>
                    <a:pt x="8257" y="5709"/>
                  </a:lnTo>
                  <a:lnTo>
                    <a:pt x="8296" y="5728"/>
                  </a:lnTo>
                  <a:lnTo>
                    <a:pt x="8316" y="5768"/>
                  </a:lnTo>
                  <a:lnTo>
                    <a:pt x="8296" y="5847"/>
                  </a:lnTo>
                  <a:lnTo>
                    <a:pt x="8257" y="5965"/>
                  </a:lnTo>
                  <a:lnTo>
                    <a:pt x="8257" y="5965"/>
                  </a:lnTo>
                  <a:lnTo>
                    <a:pt x="8415" y="5906"/>
                  </a:lnTo>
                  <a:lnTo>
                    <a:pt x="8514" y="5886"/>
                  </a:lnTo>
                  <a:lnTo>
                    <a:pt x="8573" y="5886"/>
                  </a:lnTo>
                  <a:lnTo>
                    <a:pt x="8632" y="5847"/>
                  </a:lnTo>
                  <a:lnTo>
                    <a:pt x="8672" y="5827"/>
                  </a:lnTo>
                  <a:lnTo>
                    <a:pt x="8691" y="5807"/>
                  </a:lnTo>
                  <a:lnTo>
                    <a:pt x="8751" y="5748"/>
                  </a:lnTo>
                  <a:lnTo>
                    <a:pt x="8751" y="5689"/>
                  </a:lnTo>
                  <a:lnTo>
                    <a:pt x="8711" y="5689"/>
                  </a:lnTo>
                  <a:lnTo>
                    <a:pt x="8632" y="5709"/>
                  </a:lnTo>
                  <a:lnTo>
                    <a:pt x="8553" y="5709"/>
                  </a:lnTo>
                  <a:lnTo>
                    <a:pt x="8533" y="5689"/>
                  </a:lnTo>
                  <a:lnTo>
                    <a:pt x="8533" y="5610"/>
                  </a:lnTo>
                  <a:lnTo>
                    <a:pt x="8494" y="5649"/>
                  </a:lnTo>
                  <a:lnTo>
                    <a:pt x="8454" y="5689"/>
                  </a:lnTo>
                  <a:lnTo>
                    <a:pt x="8375" y="5788"/>
                  </a:lnTo>
                  <a:lnTo>
                    <a:pt x="8336" y="5788"/>
                  </a:lnTo>
                  <a:lnTo>
                    <a:pt x="8336" y="5748"/>
                  </a:lnTo>
                  <a:lnTo>
                    <a:pt x="8336" y="5728"/>
                  </a:lnTo>
                  <a:lnTo>
                    <a:pt x="8356" y="5669"/>
                  </a:lnTo>
                  <a:lnTo>
                    <a:pt x="8395" y="5669"/>
                  </a:lnTo>
                  <a:lnTo>
                    <a:pt x="8435" y="5630"/>
                  </a:lnTo>
                  <a:lnTo>
                    <a:pt x="8514" y="5551"/>
                  </a:lnTo>
                  <a:lnTo>
                    <a:pt x="8573" y="5491"/>
                  </a:lnTo>
                  <a:lnTo>
                    <a:pt x="8612" y="5472"/>
                  </a:lnTo>
                  <a:lnTo>
                    <a:pt x="8652" y="5491"/>
                  </a:lnTo>
                  <a:lnTo>
                    <a:pt x="8652" y="5432"/>
                  </a:lnTo>
                  <a:lnTo>
                    <a:pt x="8632" y="5393"/>
                  </a:lnTo>
                  <a:lnTo>
                    <a:pt x="8612" y="5353"/>
                  </a:lnTo>
                  <a:lnTo>
                    <a:pt x="8593" y="5314"/>
                  </a:lnTo>
                  <a:lnTo>
                    <a:pt x="8632" y="5235"/>
                  </a:lnTo>
                  <a:lnTo>
                    <a:pt x="8672" y="5156"/>
                  </a:lnTo>
                  <a:lnTo>
                    <a:pt x="8810" y="5057"/>
                  </a:lnTo>
                  <a:lnTo>
                    <a:pt x="8928" y="4978"/>
                  </a:lnTo>
                  <a:lnTo>
                    <a:pt x="8889" y="5057"/>
                  </a:lnTo>
                  <a:lnTo>
                    <a:pt x="8849" y="5096"/>
                  </a:lnTo>
                  <a:lnTo>
                    <a:pt x="9067" y="4998"/>
                  </a:lnTo>
                  <a:lnTo>
                    <a:pt x="9007" y="5136"/>
                  </a:lnTo>
                  <a:lnTo>
                    <a:pt x="8948" y="5235"/>
                  </a:lnTo>
                  <a:lnTo>
                    <a:pt x="8968" y="5254"/>
                  </a:lnTo>
                  <a:lnTo>
                    <a:pt x="8988" y="5254"/>
                  </a:lnTo>
                  <a:lnTo>
                    <a:pt x="9047" y="5274"/>
                  </a:lnTo>
                  <a:lnTo>
                    <a:pt x="9067" y="5274"/>
                  </a:lnTo>
                  <a:lnTo>
                    <a:pt x="9086" y="5294"/>
                  </a:lnTo>
                  <a:lnTo>
                    <a:pt x="9086" y="5333"/>
                  </a:lnTo>
                  <a:lnTo>
                    <a:pt x="9047" y="5373"/>
                  </a:lnTo>
                  <a:lnTo>
                    <a:pt x="9086" y="5373"/>
                  </a:lnTo>
                  <a:lnTo>
                    <a:pt x="9106" y="5333"/>
                  </a:lnTo>
                  <a:lnTo>
                    <a:pt x="9106" y="5274"/>
                  </a:lnTo>
                  <a:lnTo>
                    <a:pt x="9126" y="5215"/>
                  </a:lnTo>
                  <a:lnTo>
                    <a:pt x="9047" y="5175"/>
                  </a:lnTo>
                  <a:lnTo>
                    <a:pt x="9086" y="5116"/>
                  </a:lnTo>
                  <a:lnTo>
                    <a:pt x="9106" y="5096"/>
                  </a:lnTo>
                  <a:lnTo>
                    <a:pt x="9126" y="5116"/>
                  </a:lnTo>
                  <a:lnTo>
                    <a:pt x="9146" y="5136"/>
                  </a:lnTo>
                  <a:lnTo>
                    <a:pt x="9146" y="5156"/>
                  </a:lnTo>
                  <a:lnTo>
                    <a:pt x="9205" y="5156"/>
                  </a:lnTo>
                  <a:lnTo>
                    <a:pt x="9244" y="5116"/>
                  </a:lnTo>
                  <a:lnTo>
                    <a:pt x="9304" y="5017"/>
                  </a:lnTo>
                  <a:lnTo>
                    <a:pt x="9343" y="4998"/>
                  </a:lnTo>
                  <a:lnTo>
                    <a:pt x="9738" y="4148"/>
                  </a:lnTo>
                  <a:lnTo>
                    <a:pt x="9738" y="4148"/>
                  </a:lnTo>
                  <a:lnTo>
                    <a:pt x="9679" y="4168"/>
                  </a:lnTo>
                  <a:lnTo>
                    <a:pt x="9639" y="4168"/>
                  </a:lnTo>
                  <a:lnTo>
                    <a:pt x="9600" y="4148"/>
                  </a:lnTo>
                  <a:lnTo>
                    <a:pt x="9580" y="4128"/>
                  </a:lnTo>
                  <a:lnTo>
                    <a:pt x="9620" y="4069"/>
                  </a:lnTo>
                  <a:lnTo>
                    <a:pt x="9659" y="4030"/>
                  </a:lnTo>
                  <a:lnTo>
                    <a:pt x="9718" y="4010"/>
                  </a:lnTo>
                  <a:lnTo>
                    <a:pt x="9758" y="4010"/>
                  </a:lnTo>
                  <a:lnTo>
                    <a:pt x="9797" y="3990"/>
                  </a:lnTo>
                  <a:lnTo>
                    <a:pt x="9817" y="3951"/>
                  </a:lnTo>
                  <a:lnTo>
                    <a:pt x="9837" y="3891"/>
                  </a:lnTo>
                  <a:lnTo>
                    <a:pt x="9837" y="3872"/>
                  </a:lnTo>
                  <a:lnTo>
                    <a:pt x="9817" y="3872"/>
                  </a:lnTo>
                  <a:lnTo>
                    <a:pt x="9778" y="3891"/>
                  </a:lnTo>
                  <a:lnTo>
                    <a:pt x="9758" y="3951"/>
                  </a:lnTo>
                  <a:lnTo>
                    <a:pt x="9738" y="3990"/>
                  </a:lnTo>
                  <a:lnTo>
                    <a:pt x="9679" y="3891"/>
                  </a:lnTo>
                  <a:lnTo>
                    <a:pt x="9659" y="3812"/>
                  </a:lnTo>
                  <a:lnTo>
                    <a:pt x="9679" y="3714"/>
                  </a:lnTo>
                  <a:lnTo>
                    <a:pt x="9580" y="3753"/>
                  </a:lnTo>
                  <a:lnTo>
                    <a:pt x="9521" y="3773"/>
                  </a:lnTo>
                  <a:lnTo>
                    <a:pt x="9481" y="3793"/>
                  </a:lnTo>
                  <a:lnTo>
                    <a:pt x="9383" y="3872"/>
                  </a:lnTo>
                  <a:lnTo>
                    <a:pt x="9422" y="3872"/>
                  </a:lnTo>
                  <a:lnTo>
                    <a:pt x="9462" y="3832"/>
                  </a:lnTo>
                  <a:lnTo>
                    <a:pt x="9501" y="3832"/>
                  </a:lnTo>
                  <a:lnTo>
                    <a:pt x="9501" y="3852"/>
                  </a:lnTo>
                  <a:lnTo>
                    <a:pt x="9363" y="3970"/>
                  </a:lnTo>
                  <a:lnTo>
                    <a:pt x="9343" y="3951"/>
                  </a:lnTo>
                  <a:lnTo>
                    <a:pt x="9323" y="3931"/>
                  </a:lnTo>
                  <a:lnTo>
                    <a:pt x="9323" y="3852"/>
                  </a:lnTo>
                  <a:lnTo>
                    <a:pt x="9323" y="3793"/>
                  </a:lnTo>
                  <a:lnTo>
                    <a:pt x="9304" y="3733"/>
                  </a:lnTo>
                  <a:lnTo>
                    <a:pt x="9383" y="3714"/>
                  </a:lnTo>
                  <a:lnTo>
                    <a:pt x="9363" y="3733"/>
                  </a:lnTo>
                  <a:lnTo>
                    <a:pt x="9363" y="3733"/>
                  </a:lnTo>
                  <a:lnTo>
                    <a:pt x="9402" y="3714"/>
                  </a:lnTo>
                  <a:lnTo>
                    <a:pt x="9442" y="3714"/>
                  </a:lnTo>
                  <a:lnTo>
                    <a:pt x="9481" y="3694"/>
                  </a:lnTo>
                  <a:lnTo>
                    <a:pt x="9521" y="3654"/>
                  </a:lnTo>
                  <a:lnTo>
                    <a:pt x="9521" y="3654"/>
                  </a:lnTo>
                  <a:lnTo>
                    <a:pt x="9462" y="3674"/>
                  </a:lnTo>
                  <a:lnTo>
                    <a:pt x="9422" y="3674"/>
                  </a:lnTo>
                  <a:lnTo>
                    <a:pt x="9383" y="3654"/>
                  </a:lnTo>
                  <a:lnTo>
                    <a:pt x="9363" y="3635"/>
                  </a:lnTo>
                  <a:lnTo>
                    <a:pt x="9323" y="3654"/>
                  </a:lnTo>
                  <a:lnTo>
                    <a:pt x="9343" y="3635"/>
                  </a:lnTo>
                  <a:lnTo>
                    <a:pt x="9304" y="3635"/>
                  </a:lnTo>
                  <a:lnTo>
                    <a:pt x="9264" y="3615"/>
                  </a:lnTo>
                  <a:lnTo>
                    <a:pt x="9244" y="3516"/>
                  </a:lnTo>
                  <a:lnTo>
                    <a:pt x="9225" y="3477"/>
                  </a:lnTo>
                  <a:lnTo>
                    <a:pt x="9205" y="3477"/>
                  </a:lnTo>
                  <a:lnTo>
                    <a:pt x="9165" y="3496"/>
                  </a:lnTo>
                  <a:lnTo>
                    <a:pt x="9086" y="3556"/>
                  </a:lnTo>
                  <a:lnTo>
                    <a:pt x="9106" y="3575"/>
                  </a:lnTo>
                  <a:lnTo>
                    <a:pt x="9086" y="3615"/>
                  </a:lnTo>
                  <a:lnTo>
                    <a:pt x="9067" y="3674"/>
                  </a:lnTo>
                  <a:lnTo>
                    <a:pt x="9027" y="3714"/>
                  </a:lnTo>
                  <a:lnTo>
                    <a:pt x="9047" y="3674"/>
                  </a:lnTo>
                  <a:lnTo>
                    <a:pt x="9027" y="3635"/>
                  </a:lnTo>
                  <a:lnTo>
                    <a:pt x="9027" y="3595"/>
                  </a:lnTo>
                  <a:lnTo>
                    <a:pt x="9027" y="3556"/>
                  </a:lnTo>
                  <a:lnTo>
                    <a:pt x="9067" y="3536"/>
                  </a:lnTo>
                  <a:lnTo>
                    <a:pt x="9027" y="3477"/>
                  </a:lnTo>
                  <a:lnTo>
                    <a:pt x="8988" y="3457"/>
                  </a:lnTo>
                  <a:lnTo>
                    <a:pt x="8968" y="3457"/>
                  </a:lnTo>
                  <a:lnTo>
                    <a:pt x="8889" y="3595"/>
                  </a:lnTo>
                  <a:lnTo>
                    <a:pt x="8849" y="3635"/>
                  </a:lnTo>
                  <a:lnTo>
                    <a:pt x="8790" y="3654"/>
                  </a:lnTo>
                  <a:lnTo>
                    <a:pt x="8790" y="3615"/>
                  </a:lnTo>
                  <a:lnTo>
                    <a:pt x="8810" y="3575"/>
                  </a:lnTo>
                  <a:lnTo>
                    <a:pt x="8869" y="3496"/>
                  </a:lnTo>
                  <a:lnTo>
                    <a:pt x="8928" y="3437"/>
                  </a:lnTo>
                  <a:lnTo>
                    <a:pt x="8948" y="3398"/>
                  </a:lnTo>
                  <a:lnTo>
                    <a:pt x="8968" y="3338"/>
                  </a:lnTo>
                  <a:lnTo>
                    <a:pt x="8810" y="3398"/>
                  </a:lnTo>
                  <a:lnTo>
                    <a:pt x="8849" y="3299"/>
                  </a:lnTo>
                  <a:lnTo>
                    <a:pt x="8810" y="3240"/>
                  </a:lnTo>
                  <a:lnTo>
                    <a:pt x="8751" y="3220"/>
                  </a:lnTo>
                  <a:lnTo>
                    <a:pt x="8691" y="3240"/>
                  </a:lnTo>
                  <a:lnTo>
                    <a:pt x="8612" y="3240"/>
                  </a:lnTo>
                  <a:lnTo>
                    <a:pt x="8474" y="3279"/>
                  </a:lnTo>
                  <a:lnTo>
                    <a:pt x="8415" y="3279"/>
                  </a:lnTo>
                  <a:lnTo>
                    <a:pt x="8356" y="3259"/>
                  </a:lnTo>
                  <a:lnTo>
                    <a:pt x="8435" y="3180"/>
                  </a:lnTo>
                  <a:lnTo>
                    <a:pt x="8494" y="3141"/>
                  </a:lnTo>
                  <a:lnTo>
                    <a:pt x="8573" y="3121"/>
                  </a:lnTo>
                  <a:lnTo>
                    <a:pt x="8612" y="3121"/>
                  </a:lnTo>
                  <a:lnTo>
                    <a:pt x="8612" y="3082"/>
                  </a:lnTo>
                  <a:lnTo>
                    <a:pt x="8612" y="3062"/>
                  </a:lnTo>
                  <a:lnTo>
                    <a:pt x="8553" y="3042"/>
                  </a:lnTo>
                  <a:lnTo>
                    <a:pt x="8514" y="3042"/>
                  </a:lnTo>
                  <a:lnTo>
                    <a:pt x="8494" y="3022"/>
                  </a:lnTo>
                  <a:lnTo>
                    <a:pt x="8474" y="2983"/>
                  </a:lnTo>
                  <a:lnTo>
                    <a:pt x="8454" y="2963"/>
                  </a:lnTo>
                  <a:lnTo>
                    <a:pt x="8435" y="2963"/>
                  </a:lnTo>
                  <a:lnTo>
                    <a:pt x="8375" y="3003"/>
                  </a:lnTo>
                  <a:lnTo>
                    <a:pt x="8316" y="3062"/>
                  </a:lnTo>
                  <a:lnTo>
                    <a:pt x="8277" y="3121"/>
                  </a:lnTo>
                  <a:lnTo>
                    <a:pt x="8237" y="3121"/>
                  </a:lnTo>
                  <a:lnTo>
                    <a:pt x="8237" y="3062"/>
                  </a:lnTo>
                  <a:lnTo>
                    <a:pt x="8296" y="2983"/>
                  </a:lnTo>
                  <a:lnTo>
                    <a:pt x="8257" y="3022"/>
                  </a:lnTo>
                  <a:lnTo>
                    <a:pt x="8217" y="3042"/>
                  </a:lnTo>
                  <a:lnTo>
                    <a:pt x="8178" y="3062"/>
                  </a:lnTo>
                  <a:lnTo>
                    <a:pt x="8158" y="3062"/>
                  </a:lnTo>
                  <a:lnTo>
                    <a:pt x="8099" y="3042"/>
                  </a:lnTo>
                  <a:lnTo>
                    <a:pt x="8040" y="3022"/>
                  </a:lnTo>
                  <a:lnTo>
                    <a:pt x="8099" y="2943"/>
                  </a:lnTo>
                  <a:lnTo>
                    <a:pt x="7941" y="3003"/>
                  </a:lnTo>
                  <a:lnTo>
                    <a:pt x="7941" y="3022"/>
                  </a:lnTo>
                  <a:lnTo>
                    <a:pt x="7921" y="3062"/>
                  </a:lnTo>
                  <a:lnTo>
                    <a:pt x="7862" y="3141"/>
                  </a:lnTo>
                  <a:lnTo>
                    <a:pt x="7842" y="3121"/>
                  </a:lnTo>
                  <a:lnTo>
                    <a:pt x="7842" y="3220"/>
                  </a:lnTo>
                  <a:lnTo>
                    <a:pt x="7862" y="3240"/>
                  </a:lnTo>
                  <a:lnTo>
                    <a:pt x="7901" y="3259"/>
                  </a:lnTo>
                  <a:lnTo>
                    <a:pt x="7961" y="3240"/>
                  </a:lnTo>
                  <a:lnTo>
                    <a:pt x="8000" y="3240"/>
                  </a:lnTo>
                  <a:lnTo>
                    <a:pt x="8040" y="3259"/>
                  </a:lnTo>
                  <a:lnTo>
                    <a:pt x="8059" y="3299"/>
                  </a:lnTo>
                  <a:lnTo>
                    <a:pt x="8059" y="3398"/>
                  </a:lnTo>
                  <a:lnTo>
                    <a:pt x="8020" y="3417"/>
                  </a:lnTo>
                  <a:lnTo>
                    <a:pt x="8000" y="3457"/>
                  </a:lnTo>
                  <a:lnTo>
                    <a:pt x="8000" y="3477"/>
                  </a:lnTo>
                  <a:lnTo>
                    <a:pt x="7961" y="3496"/>
                  </a:lnTo>
                  <a:lnTo>
                    <a:pt x="7961" y="3477"/>
                  </a:lnTo>
                  <a:lnTo>
                    <a:pt x="7980" y="3437"/>
                  </a:lnTo>
                  <a:lnTo>
                    <a:pt x="7901" y="3516"/>
                  </a:lnTo>
                  <a:lnTo>
                    <a:pt x="7882" y="3536"/>
                  </a:lnTo>
                  <a:lnTo>
                    <a:pt x="7882" y="3556"/>
                  </a:lnTo>
                  <a:lnTo>
                    <a:pt x="7803" y="3654"/>
                  </a:lnTo>
                  <a:lnTo>
                    <a:pt x="7783" y="3674"/>
                  </a:lnTo>
                  <a:lnTo>
                    <a:pt x="7743" y="3694"/>
                  </a:lnTo>
                  <a:lnTo>
                    <a:pt x="7684" y="3674"/>
                  </a:lnTo>
                  <a:lnTo>
                    <a:pt x="7625" y="3694"/>
                  </a:lnTo>
                  <a:lnTo>
                    <a:pt x="7625" y="3635"/>
                  </a:lnTo>
                  <a:lnTo>
                    <a:pt x="7645" y="3595"/>
                  </a:lnTo>
                  <a:lnTo>
                    <a:pt x="7704" y="3536"/>
                  </a:lnTo>
                  <a:lnTo>
                    <a:pt x="7783" y="3496"/>
                  </a:lnTo>
                  <a:lnTo>
                    <a:pt x="7842" y="3457"/>
                  </a:lnTo>
                  <a:lnTo>
                    <a:pt x="7783" y="3477"/>
                  </a:lnTo>
                  <a:lnTo>
                    <a:pt x="7763" y="3477"/>
                  </a:lnTo>
                  <a:lnTo>
                    <a:pt x="7743" y="3457"/>
                  </a:lnTo>
                  <a:lnTo>
                    <a:pt x="7842" y="3319"/>
                  </a:lnTo>
                  <a:lnTo>
                    <a:pt x="7763" y="3358"/>
                  </a:lnTo>
                  <a:lnTo>
                    <a:pt x="7724" y="3398"/>
                  </a:lnTo>
                  <a:lnTo>
                    <a:pt x="7704" y="3477"/>
                  </a:lnTo>
                  <a:lnTo>
                    <a:pt x="7645" y="3556"/>
                  </a:lnTo>
                  <a:lnTo>
                    <a:pt x="7605" y="3615"/>
                  </a:lnTo>
                  <a:lnTo>
                    <a:pt x="7585" y="3635"/>
                  </a:lnTo>
                  <a:lnTo>
                    <a:pt x="7565" y="3615"/>
                  </a:lnTo>
                  <a:lnTo>
                    <a:pt x="7565" y="3595"/>
                  </a:lnTo>
                  <a:lnTo>
                    <a:pt x="7546" y="3536"/>
                  </a:lnTo>
                  <a:lnTo>
                    <a:pt x="7546" y="3516"/>
                  </a:lnTo>
                  <a:lnTo>
                    <a:pt x="7585" y="3496"/>
                  </a:lnTo>
                  <a:lnTo>
                    <a:pt x="7565" y="3457"/>
                  </a:lnTo>
                  <a:lnTo>
                    <a:pt x="7546" y="3457"/>
                  </a:lnTo>
                  <a:lnTo>
                    <a:pt x="7506" y="3477"/>
                  </a:lnTo>
                  <a:lnTo>
                    <a:pt x="7447" y="3496"/>
                  </a:lnTo>
                  <a:lnTo>
                    <a:pt x="7407" y="3496"/>
                  </a:lnTo>
                  <a:lnTo>
                    <a:pt x="7447" y="3358"/>
                  </a:lnTo>
                  <a:lnTo>
                    <a:pt x="7447" y="3398"/>
                  </a:lnTo>
                  <a:lnTo>
                    <a:pt x="7467" y="3417"/>
                  </a:lnTo>
                  <a:lnTo>
                    <a:pt x="7546" y="3358"/>
                  </a:lnTo>
                  <a:lnTo>
                    <a:pt x="7605" y="3299"/>
                  </a:lnTo>
                  <a:lnTo>
                    <a:pt x="7645" y="3279"/>
                  </a:lnTo>
                  <a:lnTo>
                    <a:pt x="7645" y="3240"/>
                  </a:lnTo>
                  <a:lnTo>
                    <a:pt x="7664" y="3180"/>
                  </a:lnTo>
                  <a:lnTo>
                    <a:pt x="7704" y="3121"/>
                  </a:lnTo>
                  <a:lnTo>
                    <a:pt x="7743" y="3082"/>
                  </a:lnTo>
                  <a:lnTo>
                    <a:pt x="7941" y="2924"/>
                  </a:lnTo>
                  <a:lnTo>
                    <a:pt x="7901" y="2904"/>
                  </a:lnTo>
                  <a:lnTo>
                    <a:pt x="7882" y="2884"/>
                  </a:lnTo>
                  <a:lnTo>
                    <a:pt x="7862" y="2845"/>
                  </a:lnTo>
                  <a:lnTo>
                    <a:pt x="7862" y="2785"/>
                  </a:lnTo>
                  <a:lnTo>
                    <a:pt x="7822" y="2825"/>
                  </a:lnTo>
                  <a:lnTo>
                    <a:pt x="7783" y="2825"/>
                  </a:lnTo>
                  <a:lnTo>
                    <a:pt x="7743" y="2805"/>
                  </a:lnTo>
                  <a:lnTo>
                    <a:pt x="7724" y="2785"/>
                  </a:lnTo>
                  <a:lnTo>
                    <a:pt x="7704" y="2766"/>
                  </a:lnTo>
                  <a:lnTo>
                    <a:pt x="7684" y="2746"/>
                  </a:lnTo>
                  <a:lnTo>
                    <a:pt x="7625" y="2766"/>
                  </a:lnTo>
                  <a:lnTo>
                    <a:pt x="7565" y="2825"/>
                  </a:lnTo>
                  <a:lnTo>
                    <a:pt x="7585" y="2785"/>
                  </a:lnTo>
                  <a:lnTo>
                    <a:pt x="7605" y="2746"/>
                  </a:lnTo>
                  <a:lnTo>
                    <a:pt x="7625" y="2726"/>
                  </a:lnTo>
                  <a:lnTo>
                    <a:pt x="7625" y="2706"/>
                  </a:lnTo>
                  <a:lnTo>
                    <a:pt x="7565" y="2667"/>
                  </a:lnTo>
                  <a:lnTo>
                    <a:pt x="7506" y="2647"/>
                  </a:lnTo>
                  <a:lnTo>
                    <a:pt x="7427" y="2647"/>
                  </a:lnTo>
                  <a:lnTo>
                    <a:pt x="7348" y="2667"/>
                  </a:lnTo>
                  <a:lnTo>
                    <a:pt x="7328" y="2647"/>
                  </a:lnTo>
                  <a:lnTo>
                    <a:pt x="7348" y="2608"/>
                  </a:lnTo>
                  <a:lnTo>
                    <a:pt x="7388" y="2529"/>
                  </a:lnTo>
                  <a:lnTo>
                    <a:pt x="7328" y="2469"/>
                  </a:lnTo>
                  <a:lnTo>
                    <a:pt x="7249" y="2449"/>
                  </a:lnTo>
                  <a:lnTo>
                    <a:pt x="7190" y="2469"/>
                  </a:lnTo>
                  <a:lnTo>
                    <a:pt x="7111" y="2489"/>
                  </a:lnTo>
                  <a:lnTo>
                    <a:pt x="7032" y="2509"/>
                  </a:lnTo>
                  <a:lnTo>
                    <a:pt x="6874" y="2509"/>
                  </a:lnTo>
                  <a:lnTo>
                    <a:pt x="6815" y="2449"/>
                  </a:lnTo>
                  <a:lnTo>
                    <a:pt x="6894" y="2390"/>
                  </a:lnTo>
                  <a:lnTo>
                    <a:pt x="6874" y="2351"/>
                  </a:lnTo>
                  <a:lnTo>
                    <a:pt x="6835" y="2331"/>
                  </a:lnTo>
                  <a:lnTo>
                    <a:pt x="6795" y="2351"/>
                  </a:lnTo>
                  <a:lnTo>
                    <a:pt x="6756" y="2390"/>
                  </a:lnTo>
                  <a:lnTo>
                    <a:pt x="6775" y="2311"/>
                  </a:lnTo>
                  <a:lnTo>
                    <a:pt x="6756" y="2272"/>
                  </a:lnTo>
                  <a:lnTo>
                    <a:pt x="6657" y="2272"/>
                  </a:lnTo>
                  <a:lnTo>
                    <a:pt x="6617" y="2291"/>
                  </a:lnTo>
                  <a:lnTo>
                    <a:pt x="6578" y="2272"/>
                  </a:lnTo>
                  <a:lnTo>
                    <a:pt x="6558" y="2232"/>
                  </a:lnTo>
                  <a:lnTo>
                    <a:pt x="6558" y="2153"/>
                  </a:lnTo>
                  <a:lnTo>
                    <a:pt x="6538" y="2114"/>
                  </a:lnTo>
                  <a:lnTo>
                    <a:pt x="6499" y="2114"/>
                  </a:lnTo>
                  <a:lnTo>
                    <a:pt x="6440" y="2173"/>
                  </a:lnTo>
                  <a:lnTo>
                    <a:pt x="6361" y="2232"/>
                  </a:lnTo>
                  <a:lnTo>
                    <a:pt x="6321" y="2252"/>
                  </a:lnTo>
                  <a:lnTo>
                    <a:pt x="6282" y="2272"/>
                  </a:lnTo>
                  <a:lnTo>
                    <a:pt x="6341" y="2173"/>
                  </a:lnTo>
                  <a:lnTo>
                    <a:pt x="6380" y="2114"/>
                  </a:lnTo>
                  <a:lnTo>
                    <a:pt x="6380" y="2074"/>
                  </a:lnTo>
                  <a:lnTo>
                    <a:pt x="6163" y="2035"/>
                  </a:lnTo>
                  <a:lnTo>
                    <a:pt x="5985" y="1995"/>
                  </a:lnTo>
                  <a:lnTo>
                    <a:pt x="5590" y="1877"/>
                  </a:lnTo>
                  <a:lnTo>
                    <a:pt x="5650" y="1837"/>
                  </a:lnTo>
                  <a:lnTo>
                    <a:pt x="5571" y="1798"/>
                  </a:lnTo>
                  <a:lnTo>
                    <a:pt x="5353" y="1798"/>
                  </a:lnTo>
                  <a:lnTo>
                    <a:pt x="5215" y="1817"/>
                  </a:lnTo>
                  <a:lnTo>
                    <a:pt x="5156" y="1798"/>
                  </a:lnTo>
                  <a:lnTo>
                    <a:pt x="5096" y="1738"/>
                  </a:lnTo>
                  <a:lnTo>
                    <a:pt x="5017" y="1798"/>
                  </a:lnTo>
                  <a:lnTo>
                    <a:pt x="4958" y="1837"/>
                  </a:lnTo>
                  <a:lnTo>
                    <a:pt x="4938" y="1896"/>
                  </a:lnTo>
                  <a:lnTo>
                    <a:pt x="4938" y="1936"/>
                  </a:lnTo>
                  <a:lnTo>
                    <a:pt x="4919" y="1995"/>
                  </a:lnTo>
                  <a:lnTo>
                    <a:pt x="4859" y="2153"/>
                  </a:lnTo>
                  <a:lnTo>
                    <a:pt x="4800" y="2153"/>
                  </a:lnTo>
                  <a:lnTo>
                    <a:pt x="4780" y="2133"/>
                  </a:lnTo>
                  <a:lnTo>
                    <a:pt x="4780" y="2094"/>
                  </a:lnTo>
                  <a:lnTo>
                    <a:pt x="4800" y="2054"/>
                  </a:lnTo>
                  <a:lnTo>
                    <a:pt x="4820" y="1956"/>
                  </a:lnTo>
                  <a:lnTo>
                    <a:pt x="4820" y="1936"/>
                  </a:lnTo>
                  <a:lnTo>
                    <a:pt x="4780" y="1916"/>
                  </a:lnTo>
                  <a:lnTo>
                    <a:pt x="4840" y="1817"/>
                  </a:lnTo>
                  <a:lnTo>
                    <a:pt x="4879" y="1758"/>
                  </a:lnTo>
                  <a:lnTo>
                    <a:pt x="4938" y="1719"/>
                  </a:lnTo>
                  <a:lnTo>
                    <a:pt x="4998" y="1640"/>
                  </a:lnTo>
                  <a:lnTo>
                    <a:pt x="4998" y="1640"/>
                  </a:lnTo>
                  <a:lnTo>
                    <a:pt x="4800" y="1699"/>
                  </a:lnTo>
                  <a:lnTo>
                    <a:pt x="4800" y="1679"/>
                  </a:lnTo>
                  <a:lnTo>
                    <a:pt x="4780" y="1659"/>
                  </a:lnTo>
                  <a:lnTo>
                    <a:pt x="4721" y="1640"/>
                  </a:lnTo>
                  <a:lnTo>
                    <a:pt x="4662" y="1620"/>
                  </a:lnTo>
                  <a:lnTo>
                    <a:pt x="4642" y="1600"/>
                  </a:lnTo>
                  <a:lnTo>
                    <a:pt x="4642" y="1580"/>
                  </a:lnTo>
                  <a:lnTo>
                    <a:pt x="4662" y="1561"/>
                  </a:lnTo>
                  <a:lnTo>
                    <a:pt x="4682" y="1521"/>
                  </a:lnTo>
                  <a:lnTo>
                    <a:pt x="4721" y="1482"/>
                  </a:lnTo>
                  <a:lnTo>
                    <a:pt x="4721" y="1501"/>
                  </a:lnTo>
                  <a:lnTo>
                    <a:pt x="4721" y="1521"/>
                  </a:lnTo>
                  <a:lnTo>
                    <a:pt x="4701" y="1541"/>
                  </a:lnTo>
                  <a:lnTo>
                    <a:pt x="4741" y="1561"/>
                  </a:lnTo>
                  <a:lnTo>
                    <a:pt x="4761" y="1561"/>
                  </a:lnTo>
                  <a:lnTo>
                    <a:pt x="4800" y="1541"/>
                  </a:lnTo>
                  <a:lnTo>
                    <a:pt x="4840" y="1501"/>
                  </a:lnTo>
                  <a:lnTo>
                    <a:pt x="4879" y="1482"/>
                  </a:lnTo>
                  <a:lnTo>
                    <a:pt x="4761" y="1482"/>
                  </a:lnTo>
                  <a:lnTo>
                    <a:pt x="4682" y="1462"/>
                  </a:lnTo>
                  <a:lnTo>
                    <a:pt x="4642" y="1422"/>
                  </a:lnTo>
                  <a:lnTo>
                    <a:pt x="4603" y="1482"/>
                  </a:lnTo>
                  <a:lnTo>
                    <a:pt x="4563" y="1501"/>
                  </a:lnTo>
                  <a:lnTo>
                    <a:pt x="4524" y="1501"/>
                  </a:lnTo>
                  <a:lnTo>
                    <a:pt x="4484" y="1521"/>
                  </a:lnTo>
                  <a:lnTo>
                    <a:pt x="4484" y="1501"/>
                  </a:lnTo>
                  <a:lnTo>
                    <a:pt x="4464" y="1541"/>
                  </a:lnTo>
                  <a:lnTo>
                    <a:pt x="4425" y="1561"/>
                  </a:lnTo>
                  <a:lnTo>
                    <a:pt x="4385" y="1600"/>
                  </a:lnTo>
                  <a:lnTo>
                    <a:pt x="4445" y="1422"/>
                  </a:lnTo>
                  <a:lnTo>
                    <a:pt x="4425" y="1442"/>
                  </a:lnTo>
                  <a:lnTo>
                    <a:pt x="4405" y="1462"/>
                  </a:lnTo>
                  <a:lnTo>
                    <a:pt x="4405" y="1501"/>
                  </a:lnTo>
                  <a:lnTo>
                    <a:pt x="4366" y="1521"/>
                  </a:lnTo>
                  <a:lnTo>
                    <a:pt x="4306" y="1521"/>
                  </a:lnTo>
                  <a:lnTo>
                    <a:pt x="4247" y="1482"/>
                  </a:lnTo>
                  <a:lnTo>
                    <a:pt x="4227" y="1462"/>
                  </a:lnTo>
                  <a:lnTo>
                    <a:pt x="4208" y="1403"/>
                  </a:lnTo>
                  <a:lnTo>
                    <a:pt x="4208" y="1363"/>
                  </a:lnTo>
                  <a:lnTo>
                    <a:pt x="4227" y="1304"/>
                  </a:lnTo>
                  <a:lnTo>
                    <a:pt x="4188" y="1304"/>
                  </a:lnTo>
                  <a:lnTo>
                    <a:pt x="4148" y="1324"/>
                  </a:lnTo>
                  <a:lnTo>
                    <a:pt x="4109" y="1343"/>
                  </a:lnTo>
                  <a:lnTo>
                    <a:pt x="4069" y="1324"/>
                  </a:lnTo>
                  <a:lnTo>
                    <a:pt x="4129" y="1245"/>
                  </a:lnTo>
                  <a:lnTo>
                    <a:pt x="4050" y="1185"/>
                  </a:lnTo>
                  <a:lnTo>
                    <a:pt x="3951" y="1146"/>
                  </a:lnTo>
                  <a:lnTo>
                    <a:pt x="3872" y="1087"/>
                  </a:lnTo>
                  <a:lnTo>
                    <a:pt x="3832" y="1047"/>
                  </a:lnTo>
                  <a:lnTo>
                    <a:pt x="3813" y="988"/>
                  </a:lnTo>
                  <a:lnTo>
                    <a:pt x="3655" y="1008"/>
                  </a:lnTo>
                  <a:lnTo>
                    <a:pt x="3576" y="1027"/>
                  </a:lnTo>
                  <a:lnTo>
                    <a:pt x="3497" y="1087"/>
                  </a:lnTo>
                  <a:lnTo>
                    <a:pt x="3516" y="1087"/>
                  </a:lnTo>
                  <a:lnTo>
                    <a:pt x="3536" y="1126"/>
                  </a:lnTo>
                  <a:lnTo>
                    <a:pt x="3536" y="1185"/>
                  </a:lnTo>
                  <a:lnTo>
                    <a:pt x="3477" y="1225"/>
                  </a:lnTo>
                  <a:lnTo>
                    <a:pt x="3457" y="1264"/>
                  </a:lnTo>
                  <a:lnTo>
                    <a:pt x="3358" y="1264"/>
                  </a:lnTo>
                  <a:lnTo>
                    <a:pt x="3378" y="1205"/>
                  </a:lnTo>
                  <a:lnTo>
                    <a:pt x="3358" y="1166"/>
                  </a:lnTo>
                  <a:lnTo>
                    <a:pt x="3358" y="1126"/>
                  </a:lnTo>
                  <a:lnTo>
                    <a:pt x="3398" y="1106"/>
                  </a:lnTo>
                  <a:lnTo>
                    <a:pt x="3418" y="1047"/>
                  </a:lnTo>
                  <a:lnTo>
                    <a:pt x="3418" y="1008"/>
                  </a:lnTo>
                  <a:lnTo>
                    <a:pt x="3398" y="988"/>
                  </a:lnTo>
                  <a:lnTo>
                    <a:pt x="3339" y="988"/>
                  </a:lnTo>
                  <a:lnTo>
                    <a:pt x="3319" y="968"/>
                  </a:lnTo>
                  <a:lnTo>
                    <a:pt x="3319" y="929"/>
                  </a:lnTo>
                  <a:lnTo>
                    <a:pt x="3339" y="869"/>
                  </a:lnTo>
                  <a:lnTo>
                    <a:pt x="3299" y="889"/>
                  </a:lnTo>
                  <a:lnTo>
                    <a:pt x="3181" y="889"/>
                  </a:lnTo>
                  <a:lnTo>
                    <a:pt x="3102" y="929"/>
                  </a:lnTo>
                  <a:lnTo>
                    <a:pt x="3141" y="889"/>
                  </a:lnTo>
                  <a:lnTo>
                    <a:pt x="3161" y="869"/>
                  </a:lnTo>
                  <a:lnTo>
                    <a:pt x="3200" y="869"/>
                  </a:lnTo>
                  <a:lnTo>
                    <a:pt x="3220" y="830"/>
                  </a:lnTo>
                  <a:lnTo>
                    <a:pt x="3161" y="850"/>
                  </a:lnTo>
                  <a:lnTo>
                    <a:pt x="3161" y="850"/>
                  </a:lnTo>
                  <a:lnTo>
                    <a:pt x="3200" y="790"/>
                  </a:lnTo>
                  <a:lnTo>
                    <a:pt x="3161" y="771"/>
                  </a:lnTo>
                  <a:lnTo>
                    <a:pt x="3141" y="771"/>
                  </a:lnTo>
                  <a:lnTo>
                    <a:pt x="3062" y="810"/>
                  </a:lnTo>
                  <a:lnTo>
                    <a:pt x="2983" y="889"/>
                  </a:lnTo>
                  <a:lnTo>
                    <a:pt x="2924" y="929"/>
                  </a:lnTo>
                  <a:lnTo>
                    <a:pt x="2944" y="909"/>
                  </a:lnTo>
                  <a:lnTo>
                    <a:pt x="2884" y="929"/>
                  </a:lnTo>
                  <a:lnTo>
                    <a:pt x="3003" y="790"/>
                  </a:lnTo>
                  <a:lnTo>
                    <a:pt x="3003" y="790"/>
                  </a:lnTo>
                  <a:lnTo>
                    <a:pt x="2944" y="810"/>
                  </a:lnTo>
                  <a:lnTo>
                    <a:pt x="2884" y="850"/>
                  </a:lnTo>
                  <a:lnTo>
                    <a:pt x="2825" y="889"/>
                  </a:lnTo>
                  <a:lnTo>
                    <a:pt x="2766" y="909"/>
                  </a:lnTo>
                  <a:lnTo>
                    <a:pt x="2786" y="850"/>
                  </a:lnTo>
                  <a:lnTo>
                    <a:pt x="2706" y="889"/>
                  </a:lnTo>
                  <a:lnTo>
                    <a:pt x="2746" y="850"/>
                  </a:lnTo>
                  <a:lnTo>
                    <a:pt x="2667" y="909"/>
                  </a:lnTo>
                  <a:lnTo>
                    <a:pt x="2608" y="929"/>
                  </a:lnTo>
                  <a:lnTo>
                    <a:pt x="2548" y="948"/>
                  </a:lnTo>
                  <a:lnTo>
                    <a:pt x="2489" y="988"/>
                  </a:lnTo>
                  <a:lnTo>
                    <a:pt x="2489" y="948"/>
                  </a:lnTo>
                  <a:lnTo>
                    <a:pt x="2489" y="869"/>
                  </a:lnTo>
                  <a:lnTo>
                    <a:pt x="2489" y="830"/>
                  </a:lnTo>
                  <a:lnTo>
                    <a:pt x="2469" y="850"/>
                  </a:lnTo>
                  <a:lnTo>
                    <a:pt x="2450" y="869"/>
                  </a:lnTo>
                  <a:lnTo>
                    <a:pt x="2548" y="692"/>
                  </a:lnTo>
                  <a:lnTo>
                    <a:pt x="2568" y="692"/>
                  </a:lnTo>
                  <a:lnTo>
                    <a:pt x="2588" y="711"/>
                  </a:lnTo>
                  <a:lnTo>
                    <a:pt x="2568" y="771"/>
                  </a:lnTo>
                  <a:lnTo>
                    <a:pt x="2568" y="810"/>
                  </a:lnTo>
                  <a:lnTo>
                    <a:pt x="2627" y="810"/>
                  </a:lnTo>
                  <a:lnTo>
                    <a:pt x="2647" y="711"/>
                  </a:lnTo>
                  <a:lnTo>
                    <a:pt x="2627" y="632"/>
                  </a:lnTo>
                  <a:lnTo>
                    <a:pt x="2608" y="573"/>
                  </a:lnTo>
                  <a:lnTo>
                    <a:pt x="2568" y="534"/>
                  </a:lnTo>
                  <a:lnTo>
                    <a:pt x="2469" y="474"/>
                  </a:lnTo>
                  <a:lnTo>
                    <a:pt x="2351" y="435"/>
                  </a:lnTo>
                  <a:lnTo>
                    <a:pt x="2311" y="455"/>
                  </a:lnTo>
                  <a:lnTo>
                    <a:pt x="2252" y="435"/>
                  </a:lnTo>
                  <a:lnTo>
                    <a:pt x="2173" y="395"/>
                  </a:lnTo>
                  <a:lnTo>
                    <a:pt x="2134" y="376"/>
                  </a:lnTo>
                  <a:lnTo>
                    <a:pt x="2074" y="376"/>
                  </a:lnTo>
                  <a:lnTo>
                    <a:pt x="2035" y="415"/>
                  </a:lnTo>
                  <a:lnTo>
                    <a:pt x="1956" y="474"/>
                  </a:lnTo>
                  <a:lnTo>
                    <a:pt x="2035" y="376"/>
                  </a:lnTo>
                  <a:lnTo>
                    <a:pt x="1916" y="198"/>
                  </a:lnTo>
                  <a:lnTo>
                    <a:pt x="1818" y="158"/>
                  </a:lnTo>
                  <a:lnTo>
                    <a:pt x="1719" y="99"/>
                  </a:lnTo>
                  <a:lnTo>
                    <a:pt x="1660" y="79"/>
                  </a:lnTo>
                  <a:lnTo>
                    <a:pt x="1541" y="79"/>
                  </a:lnTo>
                  <a:lnTo>
                    <a:pt x="1482" y="119"/>
                  </a:lnTo>
                  <a:lnTo>
                    <a:pt x="1482" y="119"/>
                  </a:lnTo>
                  <a:lnTo>
                    <a:pt x="150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15"/>
            <p:cNvSpPr/>
            <p:nvPr/>
          </p:nvSpPr>
          <p:spPr>
            <a:xfrm>
              <a:off x="-1255850" y="3936575"/>
              <a:ext cx="1000" cy="1025"/>
            </a:xfrm>
            <a:custGeom>
              <a:rect b="b" l="l" r="r" t="t"/>
              <a:pathLst>
                <a:path extrusionOk="0" h="41" w="40">
                  <a:moveTo>
                    <a:pt x="40" y="1"/>
                  </a:moveTo>
                  <a:lnTo>
                    <a:pt x="4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15"/>
            <p:cNvSpPr/>
            <p:nvPr/>
          </p:nvSpPr>
          <p:spPr>
            <a:xfrm>
              <a:off x="-1226725" y="3948425"/>
              <a:ext cx="525" cy="1025"/>
            </a:xfrm>
            <a:custGeom>
              <a:rect b="b" l="l" r="r" t="t"/>
              <a:pathLst>
                <a:path extrusionOk="0" h="41" w="21">
                  <a:moveTo>
                    <a:pt x="21" y="1"/>
                  </a:moveTo>
                  <a:lnTo>
                    <a:pt x="2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15"/>
            <p:cNvSpPr/>
            <p:nvPr/>
          </p:nvSpPr>
          <p:spPr>
            <a:xfrm>
              <a:off x="-1426225" y="3852150"/>
              <a:ext cx="310150" cy="250875"/>
            </a:xfrm>
            <a:custGeom>
              <a:rect b="b" l="l" r="r" t="t"/>
              <a:pathLst>
                <a:path extrusionOk="0" h="10035" w="12406">
                  <a:moveTo>
                    <a:pt x="2470" y="0"/>
                  </a:moveTo>
                  <a:lnTo>
                    <a:pt x="2391" y="20"/>
                  </a:lnTo>
                  <a:lnTo>
                    <a:pt x="2332" y="60"/>
                  </a:lnTo>
                  <a:lnTo>
                    <a:pt x="2174" y="158"/>
                  </a:lnTo>
                  <a:lnTo>
                    <a:pt x="2016" y="316"/>
                  </a:lnTo>
                  <a:lnTo>
                    <a:pt x="1858" y="514"/>
                  </a:lnTo>
                  <a:lnTo>
                    <a:pt x="1700" y="731"/>
                  </a:lnTo>
                  <a:lnTo>
                    <a:pt x="1522" y="988"/>
                  </a:lnTo>
                  <a:lnTo>
                    <a:pt x="1364" y="1284"/>
                  </a:lnTo>
                  <a:lnTo>
                    <a:pt x="1344" y="1284"/>
                  </a:lnTo>
                  <a:lnTo>
                    <a:pt x="1324" y="1324"/>
                  </a:lnTo>
                  <a:lnTo>
                    <a:pt x="1324" y="1363"/>
                  </a:lnTo>
                  <a:lnTo>
                    <a:pt x="1265" y="1422"/>
                  </a:lnTo>
                  <a:lnTo>
                    <a:pt x="1226" y="1501"/>
                  </a:lnTo>
                  <a:lnTo>
                    <a:pt x="1226" y="1521"/>
                  </a:lnTo>
                  <a:lnTo>
                    <a:pt x="1226" y="1541"/>
                  </a:lnTo>
                  <a:lnTo>
                    <a:pt x="989" y="1995"/>
                  </a:lnTo>
                  <a:lnTo>
                    <a:pt x="752" y="2450"/>
                  </a:lnTo>
                  <a:lnTo>
                    <a:pt x="554" y="2904"/>
                  </a:lnTo>
                  <a:lnTo>
                    <a:pt x="376" y="3338"/>
                  </a:lnTo>
                  <a:lnTo>
                    <a:pt x="218" y="3733"/>
                  </a:lnTo>
                  <a:lnTo>
                    <a:pt x="100" y="4049"/>
                  </a:lnTo>
                  <a:lnTo>
                    <a:pt x="21" y="4306"/>
                  </a:lnTo>
                  <a:lnTo>
                    <a:pt x="1" y="4464"/>
                  </a:lnTo>
                  <a:lnTo>
                    <a:pt x="21" y="4524"/>
                  </a:lnTo>
                  <a:lnTo>
                    <a:pt x="40" y="4563"/>
                  </a:lnTo>
                  <a:lnTo>
                    <a:pt x="139" y="4701"/>
                  </a:lnTo>
                  <a:lnTo>
                    <a:pt x="277" y="4840"/>
                  </a:lnTo>
                  <a:lnTo>
                    <a:pt x="495" y="4978"/>
                  </a:lnTo>
                  <a:lnTo>
                    <a:pt x="732" y="5156"/>
                  </a:lnTo>
                  <a:lnTo>
                    <a:pt x="1008" y="5333"/>
                  </a:lnTo>
                  <a:lnTo>
                    <a:pt x="1680" y="5709"/>
                  </a:lnTo>
                  <a:lnTo>
                    <a:pt x="2411" y="6104"/>
                  </a:lnTo>
                  <a:lnTo>
                    <a:pt x="3201" y="6519"/>
                  </a:lnTo>
                  <a:lnTo>
                    <a:pt x="4662" y="7269"/>
                  </a:lnTo>
                  <a:lnTo>
                    <a:pt x="6243" y="8099"/>
                  </a:lnTo>
                  <a:lnTo>
                    <a:pt x="7131" y="8592"/>
                  </a:lnTo>
                  <a:lnTo>
                    <a:pt x="8040" y="9067"/>
                  </a:lnTo>
                  <a:lnTo>
                    <a:pt x="8889" y="9481"/>
                  </a:lnTo>
                  <a:lnTo>
                    <a:pt x="9620" y="9797"/>
                  </a:lnTo>
                  <a:lnTo>
                    <a:pt x="9916" y="9916"/>
                  </a:lnTo>
                  <a:lnTo>
                    <a:pt x="10173" y="9995"/>
                  </a:lnTo>
                  <a:lnTo>
                    <a:pt x="10371" y="10034"/>
                  </a:lnTo>
                  <a:lnTo>
                    <a:pt x="10450" y="10034"/>
                  </a:lnTo>
                  <a:lnTo>
                    <a:pt x="10509" y="10015"/>
                  </a:lnTo>
                  <a:lnTo>
                    <a:pt x="10588" y="9955"/>
                  </a:lnTo>
                  <a:lnTo>
                    <a:pt x="10667" y="9857"/>
                  </a:lnTo>
                  <a:lnTo>
                    <a:pt x="10687" y="9837"/>
                  </a:lnTo>
                  <a:lnTo>
                    <a:pt x="10687" y="9817"/>
                  </a:lnTo>
                  <a:lnTo>
                    <a:pt x="10707" y="9797"/>
                  </a:lnTo>
                  <a:lnTo>
                    <a:pt x="10726" y="9797"/>
                  </a:lnTo>
                  <a:lnTo>
                    <a:pt x="10726" y="9778"/>
                  </a:lnTo>
                  <a:lnTo>
                    <a:pt x="10746" y="9738"/>
                  </a:lnTo>
                  <a:lnTo>
                    <a:pt x="10766" y="9718"/>
                  </a:lnTo>
                  <a:lnTo>
                    <a:pt x="10904" y="9481"/>
                  </a:lnTo>
                  <a:lnTo>
                    <a:pt x="11042" y="9225"/>
                  </a:lnTo>
                  <a:lnTo>
                    <a:pt x="11319" y="8573"/>
                  </a:lnTo>
                  <a:lnTo>
                    <a:pt x="11516" y="8099"/>
                  </a:lnTo>
                  <a:lnTo>
                    <a:pt x="11714" y="7605"/>
                  </a:lnTo>
                  <a:lnTo>
                    <a:pt x="12050" y="6637"/>
                  </a:lnTo>
                  <a:lnTo>
                    <a:pt x="12306" y="5827"/>
                  </a:lnTo>
                  <a:lnTo>
                    <a:pt x="12366" y="5551"/>
                  </a:lnTo>
                  <a:lnTo>
                    <a:pt x="12405" y="5353"/>
                  </a:lnTo>
                  <a:lnTo>
                    <a:pt x="12385" y="5274"/>
                  </a:lnTo>
                  <a:lnTo>
                    <a:pt x="12326" y="5195"/>
                  </a:lnTo>
                  <a:lnTo>
                    <a:pt x="12247" y="5096"/>
                  </a:lnTo>
                  <a:lnTo>
                    <a:pt x="12129" y="4998"/>
                  </a:lnTo>
                  <a:lnTo>
                    <a:pt x="11832" y="4800"/>
                  </a:lnTo>
                  <a:lnTo>
                    <a:pt x="11418" y="4563"/>
                  </a:lnTo>
                  <a:lnTo>
                    <a:pt x="11358" y="4524"/>
                  </a:lnTo>
                  <a:lnTo>
                    <a:pt x="11339" y="4524"/>
                  </a:lnTo>
                  <a:lnTo>
                    <a:pt x="11260" y="4484"/>
                  </a:lnTo>
                  <a:lnTo>
                    <a:pt x="11260" y="4464"/>
                  </a:lnTo>
                  <a:lnTo>
                    <a:pt x="11240" y="4464"/>
                  </a:lnTo>
                  <a:lnTo>
                    <a:pt x="11220" y="4445"/>
                  </a:lnTo>
                  <a:lnTo>
                    <a:pt x="10233" y="3970"/>
                  </a:lnTo>
                  <a:lnTo>
                    <a:pt x="8435" y="3101"/>
                  </a:lnTo>
                  <a:lnTo>
                    <a:pt x="7447" y="2627"/>
                  </a:lnTo>
                  <a:lnTo>
                    <a:pt x="6499" y="2134"/>
                  </a:lnTo>
                  <a:lnTo>
                    <a:pt x="4761" y="1205"/>
                  </a:lnTo>
                  <a:lnTo>
                    <a:pt x="3537" y="553"/>
                  </a:lnTo>
                  <a:lnTo>
                    <a:pt x="2588" y="20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15"/>
            <p:cNvSpPr/>
            <p:nvPr/>
          </p:nvSpPr>
          <p:spPr>
            <a:xfrm>
              <a:off x="-1160050" y="3541050"/>
              <a:ext cx="44950" cy="29150"/>
            </a:xfrm>
            <a:custGeom>
              <a:rect b="b" l="l" r="r" t="t"/>
              <a:pathLst>
                <a:path extrusionOk="0" h="1166" w="1798">
                  <a:moveTo>
                    <a:pt x="1699" y="0"/>
                  </a:moveTo>
                  <a:lnTo>
                    <a:pt x="1679" y="139"/>
                  </a:lnTo>
                  <a:lnTo>
                    <a:pt x="1659" y="336"/>
                  </a:lnTo>
                  <a:lnTo>
                    <a:pt x="1679" y="514"/>
                  </a:lnTo>
                  <a:lnTo>
                    <a:pt x="1699" y="554"/>
                  </a:lnTo>
                  <a:lnTo>
                    <a:pt x="1245" y="751"/>
                  </a:lnTo>
                  <a:lnTo>
                    <a:pt x="889" y="889"/>
                  </a:lnTo>
                  <a:lnTo>
                    <a:pt x="632" y="988"/>
                  </a:lnTo>
                  <a:lnTo>
                    <a:pt x="376" y="1067"/>
                  </a:lnTo>
                  <a:lnTo>
                    <a:pt x="297" y="1067"/>
                  </a:lnTo>
                  <a:lnTo>
                    <a:pt x="237" y="1047"/>
                  </a:lnTo>
                  <a:lnTo>
                    <a:pt x="178" y="968"/>
                  </a:lnTo>
                  <a:lnTo>
                    <a:pt x="139" y="889"/>
                  </a:lnTo>
                  <a:lnTo>
                    <a:pt x="119" y="791"/>
                  </a:lnTo>
                  <a:lnTo>
                    <a:pt x="99" y="712"/>
                  </a:lnTo>
                  <a:lnTo>
                    <a:pt x="119" y="633"/>
                  </a:lnTo>
                  <a:lnTo>
                    <a:pt x="0" y="692"/>
                  </a:lnTo>
                  <a:lnTo>
                    <a:pt x="40" y="850"/>
                  </a:lnTo>
                  <a:lnTo>
                    <a:pt x="79" y="988"/>
                  </a:lnTo>
                  <a:lnTo>
                    <a:pt x="139" y="1107"/>
                  </a:lnTo>
                  <a:lnTo>
                    <a:pt x="178" y="1146"/>
                  </a:lnTo>
                  <a:lnTo>
                    <a:pt x="218" y="1166"/>
                  </a:lnTo>
                  <a:lnTo>
                    <a:pt x="297" y="1166"/>
                  </a:lnTo>
                  <a:lnTo>
                    <a:pt x="376" y="1146"/>
                  </a:lnTo>
                  <a:lnTo>
                    <a:pt x="593" y="1087"/>
                  </a:lnTo>
                  <a:lnTo>
                    <a:pt x="830" y="1008"/>
                  </a:lnTo>
                  <a:lnTo>
                    <a:pt x="1106" y="889"/>
                  </a:lnTo>
                  <a:lnTo>
                    <a:pt x="1580" y="692"/>
                  </a:lnTo>
                  <a:lnTo>
                    <a:pt x="1798" y="593"/>
                  </a:lnTo>
                  <a:lnTo>
                    <a:pt x="1758" y="554"/>
                  </a:lnTo>
                  <a:lnTo>
                    <a:pt x="1738" y="415"/>
                  </a:lnTo>
                  <a:lnTo>
                    <a:pt x="1719" y="336"/>
                  </a:lnTo>
                  <a:lnTo>
                    <a:pt x="1719" y="238"/>
                  </a:lnTo>
                  <a:lnTo>
                    <a:pt x="1758" y="119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15"/>
            <p:cNvSpPr/>
            <p:nvPr/>
          </p:nvSpPr>
          <p:spPr>
            <a:xfrm>
              <a:off x="-1201050" y="3651650"/>
              <a:ext cx="61750" cy="19800"/>
            </a:xfrm>
            <a:custGeom>
              <a:rect b="b" l="l" r="r" t="t"/>
              <a:pathLst>
                <a:path extrusionOk="0" h="792" w="2470">
                  <a:moveTo>
                    <a:pt x="2154" y="1"/>
                  </a:moveTo>
                  <a:lnTo>
                    <a:pt x="1917" y="60"/>
                  </a:lnTo>
                  <a:lnTo>
                    <a:pt x="1166" y="218"/>
                  </a:lnTo>
                  <a:lnTo>
                    <a:pt x="929" y="277"/>
                  </a:lnTo>
                  <a:lnTo>
                    <a:pt x="712" y="357"/>
                  </a:lnTo>
                  <a:lnTo>
                    <a:pt x="514" y="455"/>
                  </a:lnTo>
                  <a:lnTo>
                    <a:pt x="337" y="554"/>
                  </a:lnTo>
                  <a:lnTo>
                    <a:pt x="100" y="732"/>
                  </a:lnTo>
                  <a:lnTo>
                    <a:pt x="1" y="791"/>
                  </a:lnTo>
                  <a:lnTo>
                    <a:pt x="100" y="752"/>
                  </a:lnTo>
                  <a:lnTo>
                    <a:pt x="337" y="633"/>
                  </a:lnTo>
                  <a:lnTo>
                    <a:pt x="672" y="495"/>
                  </a:lnTo>
                  <a:lnTo>
                    <a:pt x="870" y="436"/>
                  </a:lnTo>
                  <a:lnTo>
                    <a:pt x="1087" y="376"/>
                  </a:lnTo>
                  <a:lnTo>
                    <a:pt x="1542" y="317"/>
                  </a:lnTo>
                  <a:lnTo>
                    <a:pt x="1996" y="277"/>
                  </a:lnTo>
                  <a:lnTo>
                    <a:pt x="2470" y="238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15"/>
            <p:cNvSpPr/>
            <p:nvPr/>
          </p:nvSpPr>
          <p:spPr>
            <a:xfrm>
              <a:off x="-1604475" y="3372675"/>
              <a:ext cx="1500" cy="25"/>
            </a:xfrm>
            <a:custGeom>
              <a:rect b="b" l="l" r="r" t="t"/>
              <a:pathLst>
                <a:path extrusionOk="0" h="1" w="60">
                  <a:moveTo>
                    <a:pt x="60" y="0"/>
                  </a:moveTo>
                  <a:lnTo>
                    <a:pt x="6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15"/>
            <p:cNvSpPr/>
            <p:nvPr/>
          </p:nvSpPr>
          <p:spPr>
            <a:xfrm>
              <a:off x="-1617800" y="3278850"/>
              <a:ext cx="158525" cy="230125"/>
            </a:xfrm>
            <a:custGeom>
              <a:rect b="b" l="l" r="r" t="t"/>
              <a:pathLst>
                <a:path extrusionOk="0" h="9205" w="6341">
                  <a:moveTo>
                    <a:pt x="1245" y="4089"/>
                  </a:moveTo>
                  <a:lnTo>
                    <a:pt x="1324" y="4148"/>
                  </a:lnTo>
                  <a:lnTo>
                    <a:pt x="1324" y="4148"/>
                  </a:lnTo>
                  <a:lnTo>
                    <a:pt x="1284" y="4109"/>
                  </a:lnTo>
                  <a:lnTo>
                    <a:pt x="1245" y="4089"/>
                  </a:lnTo>
                  <a:close/>
                  <a:moveTo>
                    <a:pt x="2054" y="5570"/>
                  </a:moveTo>
                  <a:lnTo>
                    <a:pt x="1995" y="5590"/>
                  </a:lnTo>
                  <a:lnTo>
                    <a:pt x="1857" y="5728"/>
                  </a:lnTo>
                  <a:lnTo>
                    <a:pt x="1896" y="5728"/>
                  </a:lnTo>
                  <a:lnTo>
                    <a:pt x="1916" y="5748"/>
                  </a:lnTo>
                  <a:lnTo>
                    <a:pt x="1896" y="5787"/>
                  </a:lnTo>
                  <a:lnTo>
                    <a:pt x="1896" y="5827"/>
                  </a:lnTo>
                  <a:lnTo>
                    <a:pt x="1877" y="5847"/>
                  </a:lnTo>
                  <a:lnTo>
                    <a:pt x="1896" y="5867"/>
                  </a:lnTo>
                  <a:lnTo>
                    <a:pt x="1956" y="5807"/>
                  </a:lnTo>
                  <a:lnTo>
                    <a:pt x="2015" y="5787"/>
                  </a:lnTo>
                  <a:lnTo>
                    <a:pt x="1995" y="5847"/>
                  </a:lnTo>
                  <a:lnTo>
                    <a:pt x="2173" y="5728"/>
                  </a:lnTo>
                  <a:lnTo>
                    <a:pt x="2153" y="5728"/>
                  </a:lnTo>
                  <a:lnTo>
                    <a:pt x="2153" y="5708"/>
                  </a:lnTo>
                  <a:lnTo>
                    <a:pt x="2133" y="5689"/>
                  </a:lnTo>
                  <a:lnTo>
                    <a:pt x="2074" y="5689"/>
                  </a:lnTo>
                  <a:lnTo>
                    <a:pt x="2054" y="5669"/>
                  </a:lnTo>
                  <a:lnTo>
                    <a:pt x="2074" y="5629"/>
                  </a:lnTo>
                  <a:lnTo>
                    <a:pt x="2133" y="5629"/>
                  </a:lnTo>
                  <a:lnTo>
                    <a:pt x="2114" y="5610"/>
                  </a:lnTo>
                  <a:lnTo>
                    <a:pt x="2094" y="5570"/>
                  </a:lnTo>
                  <a:close/>
                  <a:moveTo>
                    <a:pt x="3321" y="7543"/>
                  </a:moveTo>
                  <a:lnTo>
                    <a:pt x="3319" y="7545"/>
                  </a:lnTo>
                  <a:lnTo>
                    <a:pt x="3338" y="7545"/>
                  </a:lnTo>
                  <a:lnTo>
                    <a:pt x="3321" y="7543"/>
                  </a:lnTo>
                  <a:close/>
                  <a:moveTo>
                    <a:pt x="1640" y="0"/>
                  </a:moveTo>
                  <a:lnTo>
                    <a:pt x="0" y="810"/>
                  </a:lnTo>
                  <a:lnTo>
                    <a:pt x="1087" y="3259"/>
                  </a:lnTo>
                  <a:lnTo>
                    <a:pt x="1225" y="3200"/>
                  </a:lnTo>
                  <a:lnTo>
                    <a:pt x="1383" y="3180"/>
                  </a:lnTo>
                  <a:lnTo>
                    <a:pt x="1383" y="3180"/>
                  </a:lnTo>
                  <a:lnTo>
                    <a:pt x="1343" y="3200"/>
                  </a:lnTo>
                  <a:lnTo>
                    <a:pt x="1324" y="3259"/>
                  </a:lnTo>
                  <a:lnTo>
                    <a:pt x="1324" y="3318"/>
                  </a:lnTo>
                  <a:lnTo>
                    <a:pt x="1304" y="3378"/>
                  </a:lnTo>
                  <a:lnTo>
                    <a:pt x="1225" y="3417"/>
                  </a:lnTo>
                  <a:lnTo>
                    <a:pt x="1166" y="3457"/>
                  </a:lnTo>
                  <a:lnTo>
                    <a:pt x="1106" y="3516"/>
                  </a:lnTo>
                  <a:lnTo>
                    <a:pt x="1087" y="3516"/>
                  </a:lnTo>
                  <a:lnTo>
                    <a:pt x="1047" y="3496"/>
                  </a:lnTo>
                  <a:lnTo>
                    <a:pt x="1146" y="3397"/>
                  </a:lnTo>
                  <a:lnTo>
                    <a:pt x="1166" y="3378"/>
                  </a:lnTo>
                  <a:lnTo>
                    <a:pt x="1126" y="3378"/>
                  </a:lnTo>
                  <a:lnTo>
                    <a:pt x="1027" y="3496"/>
                  </a:lnTo>
                  <a:lnTo>
                    <a:pt x="929" y="3635"/>
                  </a:lnTo>
                  <a:lnTo>
                    <a:pt x="850" y="3654"/>
                  </a:lnTo>
                  <a:lnTo>
                    <a:pt x="810" y="3654"/>
                  </a:lnTo>
                  <a:lnTo>
                    <a:pt x="790" y="3635"/>
                  </a:lnTo>
                  <a:lnTo>
                    <a:pt x="850" y="3615"/>
                  </a:lnTo>
                  <a:lnTo>
                    <a:pt x="909" y="3575"/>
                  </a:lnTo>
                  <a:lnTo>
                    <a:pt x="810" y="3575"/>
                  </a:lnTo>
                  <a:lnTo>
                    <a:pt x="731" y="3635"/>
                  </a:lnTo>
                  <a:lnTo>
                    <a:pt x="652" y="3694"/>
                  </a:lnTo>
                  <a:lnTo>
                    <a:pt x="593" y="3753"/>
                  </a:lnTo>
                  <a:lnTo>
                    <a:pt x="632" y="3793"/>
                  </a:lnTo>
                  <a:lnTo>
                    <a:pt x="652" y="3793"/>
                  </a:lnTo>
                  <a:lnTo>
                    <a:pt x="691" y="3773"/>
                  </a:lnTo>
                  <a:lnTo>
                    <a:pt x="652" y="3832"/>
                  </a:lnTo>
                  <a:lnTo>
                    <a:pt x="652" y="3852"/>
                  </a:lnTo>
                  <a:lnTo>
                    <a:pt x="691" y="3872"/>
                  </a:lnTo>
                  <a:lnTo>
                    <a:pt x="731" y="3891"/>
                  </a:lnTo>
                  <a:lnTo>
                    <a:pt x="770" y="3911"/>
                  </a:lnTo>
                  <a:lnTo>
                    <a:pt x="790" y="3931"/>
                  </a:lnTo>
                  <a:lnTo>
                    <a:pt x="790" y="3970"/>
                  </a:lnTo>
                  <a:lnTo>
                    <a:pt x="770" y="4010"/>
                  </a:lnTo>
                  <a:lnTo>
                    <a:pt x="830" y="3970"/>
                  </a:lnTo>
                  <a:lnTo>
                    <a:pt x="869" y="3951"/>
                  </a:lnTo>
                  <a:lnTo>
                    <a:pt x="929" y="3951"/>
                  </a:lnTo>
                  <a:lnTo>
                    <a:pt x="929" y="3970"/>
                  </a:lnTo>
                  <a:lnTo>
                    <a:pt x="929" y="3990"/>
                  </a:lnTo>
                  <a:lnTo>
                    <a:pt x="909" y="4010"/>
                  </a:lnTo>
                  <a:lnTo>
                    <a:pt x="830" y="4089"/>
                  </a:lnTo>
                  <a:lnTo>
                    <a:pt x="889" y="4089"/>
                  </a:lnTo>
                  <a:lnTo>
                    <a:pt x="948" y="4109"/>
                  </a:lnTo>
                  <a:lnTo>
                    <a:pt x="968" y="4128"/>
                  </a:lnTo>
                  <a:lnTo>
                    <a:pt x="968" y="4148"/>
                  </a:lnTo>
                  <a:lnTo>
                    <a:pt x="988" y="4148"/>
                  </a:lnTo>
                  <a:lnTo>
                    <a:pt x="1027" y="4128"/>
                  </a:lnTo>
                  <a:lnTo>
                    <a:pt x="1106" y="4089"/>
                  </a:lnTo>
                  <a:lnTo>
                    <a:pt x="1185" y="4030"/>
                  </a:lnTo>
                  <a:lnTo>
                    <a:pt x="1245" y="4010"/>
                  </a:lnTo>
                  <a:lnTo>
                    <a:pt x="1383" y="4010"/>
                  </a:lnTo>
                  <a:lnTo>
                    <a:pt x="1383" y="4030"/>
                  </a:lnTo>
                  <a:lnTo>
                    <a:pt x="1383" y="4069"/>
                  </a:lnTo>
                  <a:lnTo>
                    <a:pt x="1403" y="4089"/>
                  </a:lnTo>
                  <a:lnTo>
                    <a:pt x="1422" y="4109"/>
                  </a:lnTo>
                  <a:lnTo>
                    <a:pt x="1363" y="4148"/>
                  </a:lnTo>
                  <a:lnTo>
                    <a:pt x="1324" y="4148"/>
                  </a:lnTo>
                  <a:lnTo>
                    <a:pt x="1403" y="4207"/>
                  </a:lnTo>
                  <a:lnTo>
                    <a:pt x="1343" y="4247"/>
                  </a:lnTo>
                  <a:lnTo>
                    <a:pt x="1304" y="4267"/>
                  </a:lnTo>
                  <a:lnTo>
                    <a:pt x="1264" y="4247"/>
                  </a:lnTo>
                  <a:lnTo>
                    <a:pt x="1245" y="4207"/>
                  </a:lnTo>
                  <a:lnTo>
                    <a:pt x="1225" y="4247"/>
                  </a:lnTo>
                  <a:lnTo>
                    <a:pt x="1225" y="4286"/>
                  </a:lnTo>
                  <a:lnTo>
                    <a:pt x="1245" y="4306"/>
                  </a:lnTo>
                  <a:lnTo>
                    <a:pt x="1264" y="4326"/>
                  </a:lnTo>
                  <a:lnTo>
                    <a:pt x="1343" y="4326"/>
                  </a:lnTo>
                  <a:lnTo>
                    <a:pt x="1442" y="4306"/>
                  </a:lnTo>
                  <a:lnTo>
                    <a:pt x="1442" y="4365"/>
                  </a:lnTo>
                  <a:lnTo>
                    <a:pt x="1442" y="4385"/>
                  </a:lnTo>
                  <a:lnTo>
                    <a:pt x="1422" y="4425"/>
                  </a:lnTo>
                  <a:lnTo>
                    <a:pt x="1343" y="4444"/>
                  </a:lnTo>
                  <a:lnTo>
                    <a:pt x="1245" y="4484"/>
                  </a:lnTo>
                  <a:lnTo>
                    <a:pt x="1146" y="4504"/>
                  </a:lnTo>
                  <a:lnTo>
                    <a:pt x="1067" y="4504"/>
                  </a:lnTo>
                  <a:lnTo>
                    <a:pt x="1067" y="4464"/>
                  </a:lnTo>
                  <a:lnTo>
                    <a:pt x="1087" y="4444"/>
                  </a:lnTo>
                  <a:lnTo>
                    <a:pt x="1146" y="4425"/>
                  </a:lnTo>
                  <a:lnTo>
                    <a:pt x="1205" y="4405"/>
                  </a:lnTo>
                  <a:lnTo>
                    <a:pt x="1225" y="4385"/>
                  </a:lnTo>
                  <a:lnTo>
                    <a:pt x="1245" y="4365"/>
                  </a:lnTo>
                  <a:lnTo>
                    <a:pt x="1106" y="4405"/>
                  </a:lnTo>
                  <a:lnTo>
                    <a:pt x="1126" y="4385"/>
                  </a:lnTo>
                  <a:lnTo>
                    <a:pt x="1106" y="4365"/>
                  </a:lnTo>
                  <a:lnTo>
                    <a:pt x="1067" y="4346"/>
                  </a:lnTo>
                  <a:lnTo>
                    <a:pt x="1027" y="4326"/>
                  </a:lnTo>
                  <a:lnTo>
                    <a:pt x="1047" y="4326"/>
                  </a:lnTo>
                  <a:lnTo>
                    <a:pt x="1067" y="4306"/>
                  </a:lnTo>
                  <a:lnTo>
                    <a:pt x="1106" y="4326"/>
                  </a:lnTo>
                  <a:lnTo>
                    <a:pt x="1087" y="4267"/>
                  </a:lnTo>
                  <a:lnTo>
                    <a:pt x="1067" y="4227"/>
                  </a:lnTo>
                  <a:lnTo>
                    <a:pt x="1027" y="4207"/>
                  </a:lnTo>
                  <a:lnTo>
                    <a:pt x="929" y="4207"/>
                  </a:lnTo>
                  <a:lnTo>
                    <a:pt x="909" y="4247"/>
                  </a:lnTo>
                  <a:lnTo>
                    <a:pt x="929" y="4286"/>
                  </a:lnTo>
                  <a:lnTo>
                    <a:pt x="968" y="4365"/>
                  </a:lnTo>
                  <a:lnTo>
                    <a:pt x="988" y="4425"/>
                  </a:lnTo>
                  <a:lnTo>
                    <a:pt x="988" y="4464"/>
                  </a:lnTo>
                  <a:lnTo>
                    <a:pt x="948" y="4504"/>
                  </a:lnTo>
                  <a:lnTo>
                    <a:pt x="1225" y="4602"/>
                  </a:lnTo>
                  <a:lnTo>
                    <a:pt x="1324" y="4504"/>
                  </a:lnTo>
                  <a:lnTo>
                    <a:pt x="1383" y="4484"/>
                  </a:lnTo>
                  <a:lnTo>
                    <a:pt x="1462" y="4464"/>
                  </a:lnTo>
                  <a:lnTo>
                    <a:pt x="1363" y="4523"/>
                  </a:lnTo>
                  <a:lnTo>
                    <a:pt x="1324" y="4602"/>
                  </a:lnTo>
                  <a:lnTo>
                    <a:pt x="1284" y="4662"/>
                  </a:lnTo>
                  <a:lnTo>
                    <a:pt x="1284" y="4721"/>
                  </a:lnTo>
                  <a:lnTo>
                    <a:pt x="1343" y="4701"/>
                  </a:lnTo>
                  <a:lnTo>
                    <a:pt x="1383" y="4681"/>
                  </a:lnTo>
                  <a:lnTo>
                    <a:pt x="1462" y="4681"/>
                  </a:lnTo>
                  <a:lnTo>
                    <a:pt x="1521" y="4701"/>
                  </a:lnTo>
                  <a:lnTo>
                    <a:pt x="1561" y="4681"/>
                  </a:lnTo>
                  <a:lnTo>
                    <a:pt x="1600" y="4662"/>
                  </a:lnTo>
                  <a:lnTo>
                    <a:pt x="1561" y="4642"/>
                  </a:lnTo>
                  <a:lnTo>
                    <a:pt x="1580" y="4622"/>
                  </a:lnTo>
                  <a:lnTo>
                    <a:pt x="1640" y="4563"/>
                  </a:lnTo>
                  <a:lnTo>
                    <a:pt x="1659" y="4583"/>
                  </a:lnTo>
                  <a:lnTo>
                    <a:pt x="1699" y="4583"/>
                  </a:lnTo>
                  <a:lnTo>
                    <a:pt x="1758" y="4563"/>
                  </a:lnTo>
                  <a:lnTo>
                    <a:pt x="1798" y="4543"/>
                  </a:lnTo>
                  <a:lnTo>
                    <a:pt x="1817" y="4543"/>
                  </a:lnTo>
                  <a:lnTo>
                    <a:pt x="1817" y="4602"/>
                  </a:lnTo>
                  <a:lnTo>
                    <a:pt x="1778" y="4622"/>
                  </a:lnTo>
                  <a:lnTo>
                    <a:pt x="1738" y="4642"/>
                  </a:lnTo>
                  <a:lnTo>
                    <a:pt x="1719" y="4662"/>
                  </a:lnTo>
                  <a:lnTo>
                    <a:pt x="1719" y="4701"/>
                  </a:lnTo>
                  <a:lnTo>
                    <a:pt x="1719" y="4721"/>
                  </a:lnTo>
                  <a:lnTo>
                    <a:pt x="1521" y="4741"/>
                  </a:lnTo>
                  <a:lnTo>
                    <a:pt x="1324" y="4741"/>
                  </a:lnTo>
                  <a:lnTo>
                    <a:pt x="1304" y="4760"/>
                  </a:lnTo>
                  <a:lnTo>
                    <a:pt x="1324" y="4780"/>
                  </a:lnTo>
                  <a:lnTo>
                    <a:pt x="1324" y="4820"/>
                  </a:lnTo>
                  <a:lnTo>
                    <a:pt x="1304" y="4859"/>
                  </a:lnTo>
                  <a:lnTo>
                    <a:pt x="1363" y="4820"/>
                  </a:lnTo>
                  <a:lnTo>
                    <a:pt x="1422" y="4800"/>
                  </a:lnTo>
                  <a:lnTo>
                    <a:pt x="1462" y="4780"/>
                  </a:lnTo>
                  <a:lnTo>
                    <a:pt x="1501" y="4760"/>
                  </a:lnTo>
                  <a:lnTo>
                    <a:pt x="1640" y="4820"/>
                  </a:lnTo>
                  <a:lnTo>
                    <a:pt x="1778" y="4859"/>
                  </a:lnTo>
                  <a:lnTo>
                    <a:pt x="1857" y="4899"/>
                  </a:lnTo>
                  <a:lnTo>
                    <a:pt x="1936" y="4938"/>
                  </a:lnTo>
                  <a:lnTo>
                    <a:pt x="1837" y="4978"/>
                  </a:lnTo>
                  <a:lnTo>
                    <a:pt x="1719" y="4958"/>
                  </a:lnTo>
                  <a:lnTo>
                    <a:pt x="1640" y="4938"/>
                  </a:lnTo>
                  <a:lnTo>
                    <a:pt x="1580" y="4938"/>
                  </a:lnTo>
                  <a:lnTo>
                    <a:pt x="1521" y="4958"/>
                  </a:lnTo>
                  <a:lnTo>
                    <a:pt x="1462" y="4978"/>
                  </a:lnTo>
                  <a:lnTo>
                    <a:pt x="1383" y="5017"/>
                  </a:lnTo>
                  <a:lnTo>
                    <a:pt x="1442" y="5037"/>
                  </a:lnTo>
                  <a:lnTo>
                    <a:pt x="1561" y="5037"/>
                  </a:lnTo>
                  <a:lnTo>
                    <a:pt x="1561" y="5057"/>
                  </a:lnTo>
                  <a:lnTo>
                    <a:pt x="1541" y="5096"/>
                  </a:lnTo>
                  <a:lnTo>
                    <a:pt x="1521" y="5116"/>
                  </a:lnTo>
                  <a:lnTo>
                    <a:pt x="1541" y="5155"/>
                  </a:lnTo>
                  <a:lnTo>
                    <a:pt x="1561" y="5175"/>
                  </a:lnTo>
                  <a:lnTo>
                    <a:pt x="1620" y="5215"/>
                  </a:lnTo>
                  <a:lnTo>
                    <a:pt x="1659" y="5274"/>
                  </a:lnTo>
                  <a:lnTo>
                    <a:pt x="1719" y="5195"/>
                  </a:lnTo>
                  <a:lnTo>
                    <a:pt x="1758" y="5215"/>
                  </a:lnTo>
                  <a:lnTo>
                    <a:pt x="1778" y="5234"/>
                  </a:lnTo>
                  <a:lnTo>
                    <a:pt x="1778" y="5313"/>
                  </a:lnTo>
                  <a:lnTo>
                    <a:pt x="1738" y="5313"/>
                  </a:lnTo>
                  <a:lnTo>
                    <a:pt x="1798" y="5333"/>
                  </a:lnTo>
                  <a:lnTo>
                    <a:pt x="1778" y="5353"/>
                  </a:lnTo>
                  <a:lnTo>
                    <a:pt x="1817" y="5353"/>
                  </a:lnTo>
                  <a:lnTo>
                    <a:pt x="1837" y="5373"/>
                  </a:lnTo>
                  <a:lnTo>
                    <a:pt x="1857" y="5412"/>
                  </a:lnTo>
                  <a:lnTo>
                    <a:pt x="1877" y="5471"/>
                  </a:lnTo>
                  <a:lnTo>
                    <a:pt x="1936" y="5531"/>
                  </a:lnTo>
                  <a:lnTo>
                    <a:pt x="1975" y="5491"/>
                  </a:lnTo>
                  <a:lnTo>
                    <a:pt x="1956" y="5471"/>
                  </a:lnTo>
                  <a:lnTo>
                    <a:pt x="1916" y="5432"/>
                  </a:lnTo>
                  <a:lnTo>
                    <a:pt x="1896" y="5412"/>
                  </a:lnTo>
                  <a:lnTo>
                    <a:pt x="1916" y="5373"/>
                  </a:lnTo>
                  <a:lnTo>
                    <a:pt x="1956" y="5333"/>
                  </a:lnTo>
                  <a:lnTo>
                    <a:pt x="1975" y="5313"/>
                  </a:lnTo>
                  <a:lnTo>
                    <a:pt x="2035" y="5294"/>
                  </a:lnTo>
                  <a:lnTo>
                    <a:pt x="2054" y="5313"/>
                  </a:lnTo>
                  <a:lnTo>
                    <a:pt x="2074" y="5353"/>
                  </a:lnTo>
                  <a:lnTo>
                    <a:pt x="2153" y="5373"/>
                  </a:lnTo>
                  <a:lnTo>
                    <a:pt x="2232" y="5412"/>
                  </a:lnTo>
                  <a:lnTo>
                    <a:pt x="2272" y="5432"/>
                  </a:lnTo>
                  <a:lnTo>
                    <a:pt x="2291" y="5471"/>
                  </a:lnTo>
                  <a:lnTo>
                    <a:pt x="2311" y="5432"/>
                  </a:lnTo>
                  <a:lnTo>
                    <a:pt x="2370" y="5432"/>
                  </a:lnTo>
                  <a:lnTo>
                    <a:pt x="2390" y="5452"/>
                  </a:lnTo>
                  <a:lnTo>
                    <a:pt x="2410" y="5531"/>
                  </a:lnTo>
                  <a:lnTo>
                    <a:pt x="2390" y="5550"/>
                  </a:lnTo>
                  <a:lnTo>
                    <a:pt x="2370" y="5590"/>
                  </a:lnTo>
                  <a:lnTo>
                    <a:pt x="2232" y="5590"/>
                  </a:lnTo>
                  <a:lnTo>
                    <a:pt x="2193" y="5610"/>
                  </a:lnTo>
                  <a:lnTo>
                    <a:pt x="2173" y="5629"/>
                  </a:lnTo>
                  <a:lnTo>
                    <a:pt x="2133" y="5629"/>
                  </a:lnTo>
                  <a:lnTo>
                    <a:pt x="2193" y="5649"/>
                  </a:lnTo>
                  <a:lnTo>
                    <a:pt x="2272" y="5629"/>
                  </a:lnTo>
                  <a:lnTo>
                    <a:pt x="2331" y="5649"/>
                  </a:lnTo>
                  <a:lnTo>
                    <a:pt x="2351" y="5669"/>
                  </a:lnTo>
                  <a:lnTo>
                    <a:pt x="2390" y="5689"/>
                  </a:lnTo>
                  <a:lnTo>
                    <a:pt x="2351" y="5708"/>
                  </a:lnTo>
                  <a:lnTo>
                    <a:pt x="2331" y="5708"/>
                  </a:lnTo>
                  <a:lnTo>
                    <a:pt x="2311" y="5689"/>
                  </a:lnTo>
                  <a:lnTo>
                    <a:pt x="2291" y="5689"/>
                  </a:lnTo>
                  <a:lnTo>
                    <a:pt x="2272" y="5708"/>
                  </a:lnTo>
                  <a:lnTo>
                    <a:pt x="2291" y="5728"/>
                  </a:lnTo>
                  <a:lnTo>
                    <a:pt x="2331" y="5748"/>
                  </a:lnTo>
                  <a:lnTo>
                    <a:pt x="2390" y="5768"/>
                  </a:lnTo>
                  <a:lnTo>
                    <a:pt x="2390" y="5787"/>
                  </a:lnTo>
                  <a:lnTo>
                    <a:pt x="2390" y="5807"/>
                  </a:lnTo>
                  <a:lnTo>
                    <a:pt x="2252" y="5807"/>
                  </a:lnTo>
                  <a:lnTo>
                    <a:pt x="2212" y="5827"/>
                  </a:lnTo>
                  <a:lnTo>
                    <a:pt x="2153" y="5867"/>
                  </a:lnTo>
                  <a:lnTo>
                    <a:pt x="2212" y="5867"/>
                  </a:lnTo>
                  <a:lnTo>
                    <a:pt x="2311" y="5847"/>
                  </a:lnTo>
                  <a:lnTo>
                    <a:pt x="2311" y="5847"/>
                  </a:lnTo>
                  <a:lnTo>
                    <a:pt x="2291" y="5867"/>
                  </a:lnTo>
                  <a:lnTo>
                    <a:pt x="2272" y="5886"/>
                  </a:lnTo>
                  <a:lnTo>
                    <a:pt x="2232" y="5906"/>
                  </a:lnTo>
                  <a:lnTo>
                    <a:pt x="2252" y="5906"/>
                  </a:lnTo>
                  <a:lnTo>
                    <a:pt x="2331" y="5886"/>
                  </a:lnTo>
                  <a:lnTo>
                    <a:pt x="2370" y="5886"/>
                  </a:lnTo>
                  <a:lnTo>
                    <a:pt x="2370" y="5906"/>
                  </a:lnTo>
                  <a:lnTo>
                    <a:pt x="2331" y="5946"/>
                  </a:lnTo>
                  <a:lnTo>
                    <a:pt x="2291" y="5965"/>
                  </a:lnTo>
                  <a:lnTo>
                    <a:pt x="2311" y="6005"/>
                  </a:lnTo>
                  <a:lnTo>
                    <a:pt x="2449" y="6005"/>
                  </a:lnTo>
                  <a:lnTo>
                    <a:pt x="2449" y="5985"/>
                  </a:lnTo>
                  <a:lnTo>
                    <a:pt x="2469" y="5965"/>
                  </a:lnTo>
                  <a:lnTo>
                    <a:pt x="2548" y="5906"/>
                  </a:lnTo>
                  <a:lnTo>
                    <a:pt x="2627" y="5886"/>
                  </a:lnTo>
                  <a:lnTo>
                    <a:pt x="2686" y="5886"/>
                  </a:lnTo>
                  <a:lnTo>
                    <a:pt x="2726" y="5946"/>
                  </a:lnTo>
                  <a:lnTo>
                    <a:pt x="2765" y="6005"/>
                  </a:lnTo>
                  <a:lnTo>
                    <a:pt x="2785" y="6025"/>
                  </a:lnTo>
                  <a:lnTo>
                    <a:pt x="2765" y="6044"/>
                  </a:lnTo>
                  <a:lnTo>
                    <a:pt x="2746" y="6084"/>
                  </a:lnTo>
                  <a:lnTo>
                    <a:pt x="2706" y="6143"/>
                  </a:lnTo>
                  <a:lnTo>
                    <a:pt x="2825" y="6123"/>
                  </a:lnTo>
                  <a:lnTo>
                    <a:pt x="2765" y="6163"/>
                  </a:lnTo>
                  <a:lnTo>
                    <a:pt x="2746" y="6183"/>
                  </a:lnTo>
                  <a:lnTo>
                    <a:pt x="2765" y="6183"/>
                  </a:lnTo>
                  <a:lnTo>
                    <a:pt x="2785" y="6222"/>
                  </a:lnTo>
                  <a:lnTo>
                    <a:pt x="2785" y="6242"/>
                  </a:lnTo>
                  <a:lnTo>
                    <a:pt x="2746" y="6262"/>
                  </a:lnTo>
                  <a:lnTo>
                    <a:pt x="2726" y="6262"/>
                  </a:lnTo>
                  <a:lnTo>
                    <a:pt x="2686" y="6222"/>
                  </a:lnTo>
                  <a:lnTo>
                    <a:pt x="2667" y="6202"/>
                  </a:lnTo>
                  <a:lnTo>
                    <a:pt x="2568" y="6202"/>
                  </a:lnTo>
                  <a:lnTo>
                    <a:pt x="2489" y="6222"/>
                  </a:lnTo>
                  <a:lnTo>
                    <a:pt x="2489" y="6262"/>
                  </a:lnTo>
                  <a:lnTo>
                    <a:pt x="2469" y="6281"/>
                  </a:lnTo>
                  <a:lnTo>
                    <a:pt x="2410" y="6301"/>
                  </a:lnTo>
                  <a:lnTo>
                    <a:pt x="2351" y="6321"/>
                  </a:lnTo>
                  <a:lnTo>
                    <a:pt x="2370" y="6341"/>
                  </a:lnTo>
                  <a:lnTo>
                    <a:pt x="2430" y="6321"/>
                  </a:lnTo>
                  <a:lnTo>
                    <a:pt x="2528" y="6281"/>
                  </a:lnTo>
                  <a:lnTo>
                    <a:pt x="2627" y="6242"/>
                  </a:lnTo>
                  <a:lnTo>
                    <a:pt x="2607" y="6281"/>
                  </a:lnTo>
                  <a:lnTo>
                    <a:pt x="2607" y="6321"/>
                  </a:lnTo>
                  <a:lnTo>
                    <a:pt x="2588" y="6360"/>
                  </a:lnTo>
                  <a:lnTo>
                    <a:pt x="2528" y="6380"/>
                  </a:lnTo>
                  <a:lnTo>
                    <a:pt x="2528" y="6400"/>
                  </a:lnTo>
                  <a:lnTo>
                    <a:pt x="2667" y="6400"/>
                  </a:lnTo>
                  <a:lnTo>
                    <a:pt x="2686" y="6420"/>
                  </a:lnTo>
                  <a:lnTo>
                    <a:pt x="2509" y="6499"/>
                  </a:lnTo>
                  <a:lnTo>
                    <a:pt x="2469" y="6518"/>
                  </a:lnTo>
                  <a:lnTo>
                    <a:pt x="2489" y="6518"/>
                  </a:lnTo>
                  <a:lnTo>
                    <a:pt x="2489" y="6538"/>
                  </a:lnTo>
                  <a:lnTo>
                    <a:pt x="2489" y="6597"/>
                  </a:lnTo>
                  <a:lnTo>
                    <a:pt x="2528" y="6558"/>
                  </a:lnTo>
                  <a:lnTo>
                    <a:pt x="2568" y="6538"/>
                  </a:lnTo>
                  <a:lnTo>
                    <a:pt x="2548" y="6518"/>
                  </a:lnTo>
                  <a:lnTo>
                    <a:pt x="2607" y="6518"/>
                  </a:lnTo>
                  <a:lnTo>
                    <a:pt x="2647" y="6558"/>
                  </a:lnTo>
                  <a:lnTo>
                    <a:pt x="2667" y="6578"/>
                  </a:lnTo>
                  <a:lnTo>
                    <a:pt x="2706" y="6578"/>
                  </a:lnTo>
                  <a:lnTo>
                    <a:pt x="2667" y="6597"/>
                  </a:lnTo>
                  <a:lnTo>
                    <a:pt x="2647" y="6617"/>
                  </a:lnTo>
                  <a:lnTo>
                    <a:pt x="2667" y="6676"/>
                  </a:lnTo>
                  <a:lnTo>
                    <a:pt x="2686" y="6716"/>
                  </a:lnTo>
                  <a:lnTo>
                    <a:pt x="2706" y="6736"/>
                  </a:lnTo>
                  <a:lnTo>
                    <a:pt x="2686" y="6755"/>
                  </a:lnTo>
                  <a:lnTo>
                    <a:pt x="2785" y="6716"/>
                  </a:lnTo>
                  <a:lnTo>
                    <a:pt x="2805" y="6696"/>
                  </a:lnTo>
                  <a:lnTo>
                    <a:pt x="2785" y="6676"/>
                  </a:lnTo>
                  <a:lnTo>
                    <a:pt x="2765" y="6676"/>
                  </a:lnTo>
                  <a:lnTo>
                    <a:pt x="2726" y="6657"/>
                  </a:lnTo>
                  <a:lnTo>
                    <a:pt x="2706" y="6657"/>
                  </a:lnTo>
                  <a:lnTo>
                    <a:pt x="2726" y="6637"/>
                  </a:lnTo>
                  <a:lnTo>
                    <a:pt x="2785" y="6597"/>
                  </a:lnTo>
                  <a:lnTo>
                    <a:pt x="2825" y="6597"/>
                  </a:lnTo>
                  <a:lnTo>
                    <a:pt x="2864" y="6637"/>
                  </a:lnTo>
                  <a:lnTo>
                    <a:pt x="2904" y="6696"/>
                  </a:lnTo>
                  <a:lnTo>
                    <a:pt x="2983" y="6775"/>
                  </a:lnTo>
                  <a:lnTo>
                    <a:pt x="3022" y="6815"/>
                  </a:lnTo>
                  <a:lnTo>
                    <a:pt x="3081" y="6834"/>
                  </a:lnTo>
                  <a:lnTo>
                    <a:pt x="3062" y="6874"/>
                  </a:lnTo>
                  <a:lnTo>
                    <a:pt x="3062" y="6894"/>
                  </a:lnTo>
                  <a:lnTo>
                    <a:pt x="3002" y="6913"/>
                  </a:lnTo>
                  <a:lnTo>
                    <a:pt x="2943" y="6933"/>
                  </a:lnTo>
                  <a:lnTo>
                    <a:pt x="2864" y="6973"/>
                  </a:lnTo>
                  <a:lnTo>
                    <a:pt x="2825" y="6913"/>
                  </a:lnTo>
                  <a:lnTo>
                    <a:pt x="2805" y="6874"/>
                  </a:lnTo>
                  <a:lnTo>
                    <a:pt x="2805" y="6834"/>
                  </a:lnTo>
                  <a:lnTo>
                    <a:pt x="2765" y="6795"/>
                  </a:lnTo>
                  <a:lnTo>
                    <a:pt x="2765" y="6874"/>
                  </a:lnTo>
                  <a:lnTo>
                    <a:pt x="2805" y="6953"/>
                  </a:lnTo>
                  <a:lnTo>
                    <a:pt x="2864" y="6992"/>
                  </a:lnTo>
                  <a:lnTo>
                    <a:pt x="2963" y="7032"/>
                  </a:lnTo>
                  <a:lnTo>
                    <a:pt x="2963" y="7052"/>
                  </a:lnTo>
                  <a:lnTo>
                    <a:pt x="2963" y="7071"/>
                  </a:lnTo>
                  <a:lnTo>
                    <a:pt x="2923" y="7111"/>
                  </a:lnTo>
                  <a:lnTo>
                    <a:pt x="2825" y="7229"/>
                  </a:lnTo>
                  <a:lnTo>
                    <a:pt x="2785" y="7289"/>
                  </a:lnTo>
                  <a:lnTo>
                    <a:pt x="2805" y="7308"/>
                  </a:lnTo>
                  <a:lnTo>
                    <a:pt x="2825" y="7328"/>
                  </a:lnTo>
                  <a:lnTo>
                    <a:pt x="2864" y="7308"/>
                  </a:lnTo>
                  <a:lnTo>
                    <a:pt x="2923" y="7269"/>
                  </a:lnTo>
                  <a:lnTo>
                    <a:pt x="2963" y="7210"/>
                  </a:lnTo>
                  <a:lnTo>
                    <a:pt x="2983" y="7229"/>
                  </a:lnTo>
                  <a:lnTo>
                    <a:pt x="3002" y="7249"/>
                  </a:lnTo>
                  <a:lnTo>
                    <a:pt x="3002" y="7308"/>
                  </a:lnTo>
                  <a:lnTo>
                    <a:pt x="3042" y="7289"/>
                  </a:lnTo>
                  <a:lnTo>
                    <a:pt x="3062" y="7249"/>
                  </a:lnTo>
                  <a:lnTo>
                    <a:pt x="3101" y="7229"/>
                  </a:lnTo>
                  <a:lnTo>
                    <a:pt x="3141" y="7229"/>
                  </a:lnTo>
                  <a:lnTo>
                    <a:pt x="3121" y="7269"/>
                  </a:lnTo>
                  <a:lnTo>
                    <a:pt x="3101" y="7308"/>
                  </a:lnTo>
                  <a:lnTo>
                    <a:pt x="3062" y="7328"/>
                  </a:lnTo>
                  <a:lnTo>
                    <a:pt x="3042" y="7328"/>
                  </a:lnTo>
                  <a:lnTo>
                    <a:pt x="3081" y="7348"/>
                  </a:lnTo>
                  <a:lnTo>
                    <a:pt x="3062" y="7368"/>
                  </a:lnTo>
                  <a:lnTo>
                    <a:pt x="3022" y="7427"/>
                  </a:lnTo>
                  <a:lnTo>
                    <a:pt x="2983" y="7466"/>
                  </a:lnTo>
                  <a:lnTo>
                    <a:pt x="2983" y="7486"/>
                  </a:lnTo>
                  <a:lnTo>
                    <a:pt x="3002" y="7506"/>
                  </a:lnTo>
                  <a:lnTo>
                    <a:pt x="3062" y="7506"/>
                  </a:lnTo>
                  <a:lnTo>
                    <a:pt x="3081" y="7486"/>
                  </a:lnTo>
                  <a:lnTo>
                    <a:pt x="3081" y="7466"/>
                  </a:lnTo>
                  <a:lnTo>
                    <a:pt x="3062" y="7466"/>
                  </a:lnTo>
                  <a:lnTo>
                    <a:pt x="3062" y="7447"/>
                  </a:lnTo>
                  <a:lnTo>
                    <a:pt x="3121" y="7407"/>
                  </a:lnTo>
                  <a:lnTo>
                    <a:pt x="3319" y="7407"/>
                  </a:lnTo>
                  <a:lnTo>
                    <a:pt x="3279" y="7427"/>
                  </a:lnTo>
                  <a:lnTo>
                    <a:pt x="3299" y="7447"/>
                  </a:lnTo>
                  <a:lnTo>
                    <a:pt x="3299" y="7466"/>
                  </a:lnTo>
                  <a:lnTo>
                    <a:pt x="3319" y="7486"/>
                  </a:lnTo>
                  <a:lnTo>
                    <a:pt x="3259" y="7526"/>
                  </a:lnTo>
                  <a:lnTo>
                    <a:pt x="3220" y="7506"/>
                  </a:lnTo>
                  <a:lnTo>
                    <a:pt x="3200" y="7466"/>
                  </a:lnTo>
                  <a:lnTo>
                    <a:pt x="3160" y="7466"/>
                  </a:lnTo>
                  <a:lnTo>
                    <a:pt x="3180" y="7545"/>
                  </a:lnTo>
                  <a:lnTo>
                    <a:pt x="3200" y="7526"/>
                  </a:lnTo>
                  <a:lnTo>
                    <a:pt x="3321" y="7543"/>
                  </a:lnTo>
                  <a:lnTo>
                    <a:pt x="3321" y="7543"/>
                  </a:lnTo>
                  <a:lnTo>
                    <a:pt x="3338" y="7526"/>
                  </a:lnTo>
                  <a:lnTo>
                    <a:pt x="3378" y="7486"/>
                  </a:lnTo>
                  <a:lnTo>
                    <a:pt x="3457" y="7466"/>
                  </a:lnTo>
                  <a:lnTo>
                    <a:pt x="3496" y="7466"/>
                  </a:lnTo>
                  <a:lnTo>
                    <a:pt x="3496" y="7526"/>
                  </a:lnTo>
                  <a:lnTo>
                    <a:pt x="3477" y="7565"/>
                  </a:lnTo>
                  <a:lnTo>
                    <a:pt x="3437" y="7624"/>
                  </a:lnTo>
                  <a:lnTo>
                    <a:pt x="3378" y="7664"/>
                  </a:lnTo>
                  <a:lnTo>
                    <a:pt x="3457" y="7644"/>
                  </a:lnTo>
                  <a:lnTo>
                    <a:pt x="3516" y="7664"/>
                  </a:lnTo>
                  <a:lnTo>
                    <a:pt x="3575" y="7723"/>
                  </a:lnTo>
                  <a:lnTo>
                    <a:pt x="3615" y="7684"/>
                  </a:lnTo>
                  <a:lnTo>
                    <a:pt x="3654" y="7664"/>
                  </a:lnTo>
                  <a:lnTo>
                    <a:pt x="3733" y="7664"/>
                  </a:lnTo>
                  <a:lnTo>
                    <a:pt x="3654" y="7802"/>
                  </a:lnTo>
                  <a:lnTo>
                    <a:pt x="3615" y="7782"/>
                  </a:lnTo>
                  <a:lnTo>
                    <a:pt x="3595" y="7782"/>
                  </a:lnTo>
                  <a:lnTo>
                    <a:pt x="3556" y="7822"/>
                  </a:lnTo>
                  <a:lnTo>
                    <a:pt x="3516" y="7861"/>
                  </a:lnTo>
                  <a:lnTo>
                    <a:pt x="3457" y="7901"/>
                  </a:lnTo>
                  <a:lnTo>
                    <a:pt x="3378" y="7901"/>
                  </a:lnTo>
                  <a:lnTo>
                    <a:pt x="3338" y="7881"/>
                  </a:lnTo>
                  <a:lnTo>
                    <a:pt x="3338" y="7802"/>
                  </a:lnTo>
                  <a:lnTo>
                    <a:pt x="3299" y="7861"/>
                  </a:lnTo>
                  <a:lnTo>
                    <a:pt x="3279" y="7881"/>
                  </a:lnTo>
                  <a:lnTo>
                    <a:pt x="3319" y="7901"/>
                  </a:lnTo>
                  <a:lnTo>
                    <a:pt x="3358" y="7921"/>
                  </a:lnTo>
                  <a:lnTo>
                    <a:pt x="3437" y="7940"/>
                  </a:lnTo>
                  <a:lnTo>
                    <a:pt x="3457" y="7960"/>
                  </a:lnTo>
                  <a:lnTo>
                    <a:pt x="3457" y="7980"/>
                  </a:lnTo>
                  <a:lnTo>
                    <a:pt x="3358" y="8019"/>
                  </a:lnTo>
                  <a:lnTo>
                    <a:pt x="3338" y="8019"/>
                  </a:lnTo>
                  <a:lnTo>
                    <a:pt x="3319" y="8000"/>
                  </a:lnTo>
                  <a:lnTo>
                    <a:pt x="3319" y="8019"/>
                  </a:lnTo>
                  <a:lnTo>
                    <a:pt x="3378" y="8039"/>
                  </a:lnTo>
                  <a:lnTo>
                    <a:pt x="3417" y="8059"/>
                  </a:lnTo>
                  <a:lnTo>
                    <a:pt x="3437" y="8079"/>
                  </a:lnTo>
                  <a:lnTo>
                    <a:pt x="3417" y="8098"/>
                  </a:lnTo>
                  <a:lnTo>
                    <a:pt x="3516" y="8039"/>
                  </a:lnTo>
                  <a:lnTo>
                    <a:pt x="3575" y="8000"/>
                  </a:lnTo>
                  <a:lnTo>
                    <a:pt x="3635" y="8019"/>
                  </a:lnTo>
                  <a:lnTo>
                    <a:pt x="3516" y="8158"/>
                  </a:lnTo>
                  <a:lnTo>
                    <a:pt x="3536" y="8178"/>
                  </a:lnTo>
                  <a:lnTo>
                    <a:pt x="3556" y="8178"/>
                  </a:lnTo>
                  <a:lnTo>
                    <a:pt x="3615" y="8158"/>
                  </a:lnTo>
                  <a:lnTo>
                    <a:pt x="3714" y="8138"/>
                  </a:lnTo>
                  <a:lnTo>
                    <a:pt x="3793" y="8138"/>
                  </a:lnTo>
                  <a:lnTo>
                    <a:pt x="3872" y="8039"/>
                  </a:lnTo>
                  <a:lnTo>
                    <a:pt x="3931" y="8039"/>
                  </a:lnTo>
                  <a:lnTo>
                    <a:pt x="3970" y="8059"/>
                  </a:lnTo>
                  <a:lnTo>
                    <a:pt x="3990" y="8079"/>
                  </a:lnTo>
                  <a:lnTo>
                    <a:pt x="4069" y="8079"/>
                  </a:lnTo>
                  <a:lnTo>
                    <a:pt x="4030" y="8039"/>
                  </a:lnTo>
                  <a:lnTo>
                    <a:pt x="3990" y="8039"/>
                  </a:lnTo>
                  <a:lnTo>
                    <a:pt x="3951" y="8019"/>
                  </a:lnTo>
                  <a:lnTo>
                    <a:pt x="3951" y="8000"/>
                  </a:lnTo>
                  <a:lnTo>
                    <a:pt x="4010" y="7960"/>
                  </a:lnTo>
                  <a:lnTo>
                    <a:pt x="4049" y="7980"/>
                  </a:lnTo>
                  <a:lnTo>
                    <a:pt x="4089" y="8000"/>
                  </a:lnTo>
                  <a:lnTo>
                    <a:pt x="4128" y="8000"/>
                  </a:lnTo>
                  <a:lnTo>
                    <a:pt x="4109" y="8079"/>
                  </a:lnTo>
                  <a:lnTo>
                    <a:pt x="4089" y="8118"/>
                  </a:lnTo>
                  <a:lnTo>
                    <a:pt x="4010" y="8217"/>
                  </a:lnTo>
                  <a:lnTo>
                    <a:pt x="3872" y="8276"/>
                  </a:lnTo>
                  <a:lnTo>
                    <a:pt x="3753" y="8296"/>
                  </a:lnTo>
                  <a:lnTo>
                    <a:pt x="3615" y="8316"/>
                  </a:lnTo>
                  <a:lnTo>
                    <a:pt x="3516" y="8336"/>
                  </a:lnTo>
                  <a:lnTo>
                    <a:pt x="3437" y="8395"/>
                  </a:lnTo>
                  <a:lnTo>
                    <a:pt x="3496" y="8434"/>
                  </a:lnTo>
                  <a:lnTo>
                    <a:pt x="3556" y="8494"/>
                  </a:lnTo>
                  <a:lnTo>
                    <a:pt x="3595" y="8573"/>
                  </a:lnTo>
                  <a:lnTo>
                    <a:pt x="3595" y="8612"/>
                  </a:lnTo>
                  <a:lnTo>
                    <a:pt x="3575" y="8652"/>
                  </a:lnTo>
                  <a:lnTo>
                    <a:pt x="3674" y="8652"/>
                  </a:lnTo>
                  <a:lnTo>
                    <a:pt x="3773" y="8632"/>
                  </a:lnTo>
                  <a:lnTo>
                    <a:pt x="3872" y="8592"/>
                  </a:lnTo>
                  <a:lnTo>
                    <a:pt x="3970" y="8533"/>
                  </a:lnTo>
                  <a:lnTo>
                    <a:pt x="3990" y="8553"/>
                  </a:lnTo>
                  <a:lnTo>
                    <a:pt x="3990" y="8573"/>
                  </a:lnTo>
                  <a:lnTo>
                    <a:pt x="3970" y="8612"/>
                  </a:lnTo>
                  <a:lnTo>
                    <a:pt x="3891" y="8612"/>
                  </a:lnTo>
                  <a:lnTo>
                    <a:pt x="4030" y="8691"/>
                  </a:lnTo>
                  <a:lnTo>
                    <a:pt x="4089" y="8731"/>
                  </a:lnTo>
                  <a:lnTo>
                    <a:pt x="4148" y="8790"/>
                  </a:lnTo>
                  <a:lnTo>
                    <a:pt x="4188" y="8810"/>
                  </a:lnTo>
                  <a:lnTo>
                    <a:pt x="4267" y="8790"/>
                  </a:lnTo>
                  <a:lnTo>
                    <a:pt x="4425" y="8691"/>
                  </a:lnTo>
                  <a:lnTo>
                    <a:pt x="4464" y="8750"/>
                  </a:lnTo>
                  <a:lnTo>
                    <a:pt x="4484" y="8711"/>
                  </a:lnTo>
                  <a:lnTo>
                    <a:pt x="4602" y="8711"/>
                  </a:lnTo>
                  <a:lnTo>
                    <a:pt x="4622" y="8750"/>
                  </a:lnTo>
                  <a:lnTo>
                    <a:pt x="4622" y="8790"/>
                  </a:lnTo>
                  <a:lnTo>
                    <a:pt x="4563" y="8810"/>
                  </a:lnTo>
                  <a:lnTo>
                    <a:pt x="4504" y="8810"/>
                  </a:lnTo>
                  <a:lnTo>
                    <a:pt x="4504" y="8869"/>
                  </a:lnTo>
                  <a:lnTo>
                    <a:pt x="4504" y="8889"/>
                  </a:lnTo>
                  <a:lnTo>
                    <a:pt x="4543" y="8928"/>
                  </a:lnTo>
                  <a:lnTo>
                    <a:pt x="4583" y="8928"/>
                  </a:lnTo>
                  <a:lnTo>
                    <a:pt x="4464" y="8968"/>
                  </a:lnTo>
                  <a:lnTo>
                    <a:pt x="4425" y="8968"/>
                  </a:lnTo>
                  <a:lnTo>
                    <a:pt x="4405" y="8948"/>
                  </a:lnTo>
                  <a:lnTo>
                    <a:pt x="4405" y="8928"/>
                  </a:lnTo>
                  <a:lnTo>
                    <a:pt x="4444" y="8908"/>
                  </a:lnTo>
                  <a:lnTo>
                    <a:pt x="4346" y="8869"/>
                  </a:lnTo>
                  <a:lnTo>
                    <a:pt x="4346" y="8869"/>
                  </a:lnTo>
                  <a:lnTo>
                    <a:pt x="4365" y="8889"/>
                  </a:lnTo>
                  <a:lnTo>
                    <a:pt x="4385" y="8908"/>
                  </a:lnTo>
                  <a:lnTo>
                    <a:pt x="4385" y="8948"/>
                  </a:lnTo>
                  <a:lnTo>
                    <a:pt x="4365" y="8968"/>
                  </a:lnTo>
                  <a:lnTo>
                    <a:pt x="4286" y="9047"/>
                  </a:lnTo>
                  <a:lnTo>
                    <a:pt x="4188" y="9106"/>
                  </a:lnTo>
                  <a:lnTo>
                    <a:pt x="4247" y="9106"/>
                  </a:lnTo>
                  <a:lnTo>
                    <a:pt x="4286" y="9066"/>
                  </a:lnTo>
                  <a:lnTo>
                    <a:pt x="4346" y="9027"/>
                  </a:lnTo>
                  <a:lnTo>
                    <a:pt x="4405" y="9027"/>
                  </a:lnTo>
                  <a:lnTo>
                    <a:pt x="4346" y="9126"/>
                  </a:lnTo>
                  <a:lnTo>
                    <a:pt x="4326" y="9205"/>
                  </a:lnTo>
                  <a:lnTo>
                    <a:pt x="6321" y="8019"/>
                  </a:lnTo>
                  <a:lnTo>
                    <a:pt x="6321" y="7940"/>
                  </a:lnTo>
                  <a:lnTo>
                    <a:pt x="6341" y="7881"/>
                  </a:lnTo>
                  <a:lnTo>
                    <a:pt x="6341" y="7861"/>
                  </a:lnTo>
                  <a:lnTo>
                    <a:pt x="6321" y="7842"/>
                  </a:lnTo>
                  <a:lnTo>
                    <a:pt x="6202" y="7842"/>
                  </a:lnTo>
                  <a:lnTo>
                    <a:pt x="6183" y="7881"/>
                  </a:lnTo>
                  <a:lnTo>
                    <a:pt x="6163" y="7901"/>
                  </a:lnTo>
                  <a:lnTo>
                    <a:pt x="6104" y="7940"/>
                  </a:lnTo>
                  <a:lnTo>
                    <a:pt x="6064" y="7960"/>
                  </a:lnTo>
                  <a:lnTo>
                    <a:pt x="6084" y="7921"/>
                  </a:lnTo>
                  <a:lnTo>
                    <a:pt x="6084" y="7881"/>
                  </a:lnTo>
                  <a:lnTo>
                    <a:pt x="6104" y="7861"/>
                  </a:lnTo>
                  <a:lnTo>
                    <a:pt x="6143" y="7822"/>
                  </a:lnTo>
                  <a:lnTo>
                    <a:pt x="6183" y="7842"/>
                  </a:lnTo>
                  <a:lnTo>
                    <a:pt x="6183" y="7743"/>
                  </a:lnTo>
                  <a:lnTo>
                    <a:pt x="6163" y="7723"/>
                  </a:lnTo>
                  <a:lnTo>
                    <a:pt x="6143" y="7723"/>
                  </a:lnTo>
                  <a:lnTo>
                    <a:pt x="6005" y="7763"/>
                  </a:lnTo>
                  <a:lnTo>
                    <a:pt x="5946" y="7782"/>
                  </a:lnTo>
                  <a:lnTo>
                    <a:pt x="5886" y="7782"/>
                  </a:lnTo>
                  <a:lnTo>
                    <a:pt x="5906" y="7743"/>
                  </a:lnTo>
                  <a:lnTo>
                    <a:pt x="5926" y="7723"/>
                  </a:lnTo>
                  <a:lnTo>
                    <a:pt x="6025" y="7684"/>
                  </a:lnTo>
                  <a:lnTo>
                    <a:pt x="6123" y="7664"/>
                  </a:lnTo>
                  <a:lnTo>
                    <a:pt x="6163" y="7644"/>
                  </a:lnTo>
                  <a:lnTo>
                    <a:pt x="6202" y="7605"/>
                  </a:lnTo>
                  <a:lnTo>
                    <a:pt x="6044" y="7565"/>
                  </a:lnTo>
                  <a:lnTo>
                    <a:pt x="6123" y="7506"/>
                  </a:lnTo>
                  <a:lnTo>
                    <a:pt x="6123" y="7427"/>
                  </a:lnTo>
                  <a:lnTo>
                    <a:pt x="6084" y="7387"/>
                  </a:lnTo>
                  <a:lnTo>
                    <a:pt x="6025" y="7368"/>
                  </a:lnTo>
                  <a:lnTo>
                    <a:pt x="5965" y="7328"/>
                  </a:lnTo>
                  <a:lnTo>
                    <a:pt x="5827" y="7289"/>
                  </a:lnTo>
                  <a:lnTo>
                    <a:pt x="5768" y="7249"/>
                  </a:lnTo>
                  <a:lnTo>
                    <a:pt x="5728" y="7190"/>
                  </a:lnTo>
                  <a:lnTo>
                    <a:pt x="5827" y="7170"/>
                  </a:lnTo>
                  <a:lnTo>
                    <a:pt x="5926" y="7170"/>
                  </a:lnTo>
                  <a:lnTo>
                    <a:pt x="5985" y="7210"/>
                  </a:lnTo>
                  <a:lnTo>
                    <a:pt x="6025" y="7229"/>
                  </a:lnTo>
                  <a:lnTo>
                    <a:pt x="6044" y="7190"/>
                  </a:lnTo>
                  <a:lnTo>
                    <a:pt x="6064" y="7170"/>
                  </a:lnTo>
                  <a:lnTo>
                    <a:pt x="6025" y="7131"/>
                  </a:lnTo>
                  <a:lnTo>
                    <a:pt x="5985" y="7091"/>
                  </a:lnTo>
                  <a:lnTo>
                    <a:pt x="5965" y="7071"/>
                  </a:lnTo>
                  <a:lnTo>
                    <a:pt x="5985" y="7032"/>
                  </a:lnTo>
                  <a:lnTo>
                    <a:pt x="5985" y="7012"/>
                  </a:lnTo>
                  <a:lnTo>
                    <a:pt x="5965" y="6992"/>
                  </a:lnTo>
                  <a:lnTo>
                    <a:pt x="5886" y="6992"/>
                  </a:lnTo>
                  <a:lnTo>
                    <a:pt x="5807" y="7012"/>
                  </a:lnTo>
                  <a:lnTo>
                    <a:pt x="5748" y="7032"/>
                  </a:lnTo>
                  <a:lnTo>
                    <a:pt x="5709" y="7012"/>
                  </a:lnTo>
                  <a:lnTo>
                    <a:pt x="5709" y="6992"/>
                  </a:lnTo>
                  <a:lnTo>
                    <a:pt x="5748" y="6973"/>
                  </a:lnTo>
                  <a:lnTo>
                    <a:pt x="5827" y="6913"/>
                  </a:lnTo>
                  <a:lnTo>
                    <a:pt x="5768" y="6933"/>
                  </a:lnTo>
                  <a:lnTo>
                    <a:pt x="5728" y="6933"/>
                  </a:lnTo>
                  <a:lnTo>
                    <a:pt x="5689" y="6913"/>
                  </a:lnTo>
                  <a:lnTo>
                    <a:pt x="5669" y="6913"/>
                  </a:lnTo>
                  <a:lnTo>
                    <a:pt x="5629" y="6854"/>
                  </a:lnTo>
                  <a:lnTo>
                    <a:pt x="5610" y="6815"/>
                  </a:lnTo>
                  <a:lnTo>
                    <a:pt x="5689" y="6775"/>
                  </a:lnTo>
                  <a:lnTo>
                    <a:pt x="5531" y="6736"/>
                  </a:lnTo>
                  <a:lnTo>
                    <a:pt x="5511" y="6755"/>
                  </a:lnTo>
                  <a:lnTo>
                    <a:pt x="5471" y="6775"/>
                  </a:lnTo>
                  <a:lnTo>
                    <a:pt x="5373" y="6815"/>
                  </a:lnTo>
                  <a:lnTo>
                    <a:pt x="5373" y="6795"/>
                  </a:lnTo>
                  <a:lnTo>
                    <a:pt x="5333" y="6854"/>
                  </a:lnTo>
                  <a:lnTo>
                    <a:pt x="5333" y="6894"/>
                  </a:lnTo>
                  <a:lnTo>
                    <a:pt x="5353" y="6933"/>
                  </a:lnTo>
                  <a:lnTo>
                    <a:pt x="5412" y="6953"/>
                  </a:lnTo>
                  <a:lnTo>
                    <a:pt x="5452" y="6973"/>
                  </a:lnTo>
                  <a:lnTo>
                    <a:pt x="5471" y="7012"/>
                  </a:lnTo>
                  <a:lnTo>
                    <a:pt x="5471" y="7052"/>
                  </a:lnTo>
                  <a:lnTo>
                    <a:pt x="5392" y="7131"/>
                  </a:lnTo>
                  <a:lnTo>
                    <a:pt x="5373" y="7131"/>
                  </a:lnTo>
                  <a:lnTo>
                    <a:pt x="5333" y="7150"/>
                  </a:lnTo>
                  <a:lnTo>
                    <a:pt x="5294" y="7170"/>
                  </a:lnTo>
                  <a:lnTo>
                    <a:pt x="5274" y="7170"/>
                  </a:lnTo>
                  <a:lnTo>
                    <a:pt x="5274" y="7131"/>
                  </a:lnTo>
                  <a:lnTo>
                    <a:pt x="5313" y="7111"/>
                  </a:lnTo>
                  <a:lnTo>
                    <a:pt x="5313" y="7111"/>
                  </a:lnTo>
                  <a:lnTo>
                    <a:pt x="5195" y="7131"/>
                  </a:lnTo>
                  <a:lnTo>
                    <a:pt x="5175" y="7150"/>
                  </a:lnTo>
                  <a:lnTo>
                    <a:pt x="5175" y="7170"/>
                  </a:lnTo>
                  <a:lnTo>
                    <a:pt x="5096" y="7210"/>
                  </a:lnTo>
                  <a:lnTo>
                    <a:pt x="5017" y="7210"/>
                  </a:lnTo>
                  <a:lnTo>
                    <a:pt x="4978" y="7190"/>
                  </a:lnTo>
                  <a:lnTo>
                    <a:pt x="4938" y="7150"/>
                  </a:lnTo>
                  <a:lnTo>
                    <a:pt x="4879" y="7111"/>
                  </a:lnTo>
                  <a:lnTo>
                    <a:pt x="4918" y="7091"/>
                  </a:lnTo>
                  <a:lnTo>
                    <a:pt x="4958" y="7071"/>
                  </a:lnTo>
                  <a:lnTo>
                    <a:pt x="5037" y="7052"/>
                  </a:lnTo>
                  <a:lnTo>
                    <a:pt x="5136" y="7052"/>
                  </a:lnTo>
                  <a:lnTo>
                    <a:pt x="5096" y="7032"/>
                  </a:lnTo>
                  <a:lnTo>
                    <a:pt x="5116" y="7012"/>
                  </a:lnTo>
                  <a:lnTo>
                    <a:pt x="5274" y="6933"/>
                  </a:lnTo>
                  <a:lnTo>
                    <a:pt x="5195" y="6933"/>
                  </a:lnTo>
                  <a:lnTo>
                    <a:pt x="5116" y="6953"/>
                  </a:lnTo>
                  <a:lnTo>
                    <a:pt x="5057" y="6992"/>
                  </a:lnTo>
                  <a:lnTo>
                    <a:pt x="4958" y="7032"/>
                  </a:lnTo>
                  <a:lnTo>
                    <a:pt x="4899" y="7052"/>
                  </a:lnTo>
                  <a:lnTo>
                    <a:pt x="4879" y="7052"/>
                  </a:lnTo>
                  <a:lnTo>
                    <a:pt x="4859" y="7032"/>
                  </a:lnTo>
                  <a:lnTo>
                    <a:pt x="4859" y="7012"/>
                  </a:lnTo>
                  <a:lnTo>
                    <a:pt x="4899" y="6953"/>
                  </a:lnTo>
                  <a:lnTo>
                    <a:pt x="4899" y="6913"/>
                  </a:lnTo>
                  <a:lnTo>
                    <a:pt x="4958" y="6933"/>
                  </a:lnTo>
                  <a:lnTo>
                    <a:pt x="4958" y="6894"/>
                  </a:lnTo>
                  <a:lnTo>
                    <a:pt x="4938" y="6874"/>
                  </a:lnTo>
                  <a:lnTo>
                    <a:pt x="4899" y="6874"/>
                  </a:lnTo>
                  <a:lnTo>
                    <a:pt x="4839" y="6854"/>
                  </a:lnTo>
                  <a:lnTo>
                    <a:pt x="4820" y="6834"/>
                  </a:lnTo>
                  <a:lnTo>
                    <a:pt x="4800" y="6815"/>
                  </a:lnTo>
                  <a:lnTo>
                    <a:pt x="4899" y="6736"/>
                  </a:lnTo>
                  <a:lnTo>
                    <a:pt x="4879" y="6775"/>
                  </a:lnTo>
                  <a:lnTo>
                    <a:pt x="4899" y="6795"/>
                  </a:lnTo>
                  <a:lnTo>
                    <a:pt x="5116" y="6795"/>
                  </a:lnTo>
                  <a:lnTo>
                    <a:pt x="5155" y="6755"/>
                  </a:lnTo>
                  <a:lnTo>
                    <a:pt x="5215" y="6716"/>
                  </a:lnTo>
                  <a:lnTo>
                    <a:pt x="5254" y="6696"/>
                  </a:lnTo>
                  <a:lnTo>
                    <a:pt x="5333" y="6676"/>
                  </a:lnTo>
                  <a:lnTo>
                    <a:pt x="5452" y="6676"/>
                  </a:lnTo>
                  <a:lnTo>
                    <a:pt x="5570" y="6657"/>
                  </a:lnTo>
                  <a:lnTo>
                    <a:pt x="5550" y="6637"/>
                  </a:lnTo>
                  <a:lnTo>
                    <a:pt x="5531" y="6597"/>
                  </a:lnTo>
                  <a:lnTo>
                    <a:pt x="5550" y="6558"/>
                  </a:lnTo>
                  <a:lnTo>
                    <a:pt x="5590" y="6499"/>
                  </a:lnTo>
                  <a:lnTo>
                    <a:pt x="5531" y="6499"/>
                  </a:lnTo>
                  <a:lnTo>
                    <a:pt x="5491" y="6479"/>
                  </a:lnTo>
                  <a:lnTo>
                    <a:pt x="5471" y="6459"/>
                  </a:lnTo>
                  <a:lnTo>
                    <a:pt x="5471" y="6420"/>
                  </a:lnTo>
                  <a:lnTo>
                    <a:pt x="5471" y="6400"/>
                  </a:lnTo>
                  <a:lnTo>
                    <a:pt x="5452" y="6360"/>
                  </a:lnTo>
                  <a:lnTo>
                    <a:pt x="5313" y="6360"/>
                  </a:lnTo>
                  <a:lnTo>
                    <a:pt x="5353" y="6341"/>
                  </a:lnTo>
                  <a:lnTo>
                    <a:pt x="5392" y="6321"/>
                  </a:lnTo>
                  <a:lnTo>
                    <a:pt x="5412" y="6321"/>
                  </a:lnTo>
                  <a:lnTo>
                    <a:pt x="5432" y="6301"/>
                  </a:lnTo>
                  <a:lnTo>
                    <a:pt x="5412" y="6242"/>
                  </a:lnTo>
                  <a:lnTo>
                    <a:pt x="5373" y="6183"/>
                  </a:lnTo>
                  <a:lnTo>
                    <a:pt x="5294" y="6143"/>
                  </a:lnTo>
                  <a:lnTo>
                    <a:pt x="5215" y="6104"/>
                  </a:lnTo>
                  <a:lnTo>
                    <a:pt x="5215" y="6084"/>
                  </a:lnTo>
                  <a:lnTo>
                    <a:pt x="5254" y="6044"/>
                  </a:lnTo>
                  <a:lnTo>
                    <a:pt x="5333" y="6005"/>
                  </a:lnTo>
                  <a:lnTo>
                    <a:pt x="5313" y="5926"/>
                  </a:lnTo>
                  <a:lnTo>
                    <a:pt x="5274" y="5867"/>
                  </a:lnTo>
                  <a:lnTo>
                    <a:pt x="5195" y="5827"/>
                  </a:lnTo>
                  <a:lnTo>
                    <a:pt x="5116" y="5787"/>
                  </a:lnTo>
                  <a:lnTo>
                    <a:pt x="5057" y="5768"/>
                  </a:lnTo>
                  <a:lnTo>
                    <a:pt x="4978" y="5728"/>
                  </a:lnTo>
                  <a:lnTo>
                    <a:pt x="4938" y="5669"/>
                  </a:lnTo>
                  <a:lnTo>
                    <a:pt x="4899" y="5590"/>
                  </a:lnTo>
                  <a:lnTo>
                    <a:pt x="4997" y="5570"/>
                  </a:lnTo>
                  <a:lnTo>
                    <a:pt x="4997" y="5531"/>
                  </a:lnTo>
                  <a:lnTo>
                    <a:pt x="4997" y="5511"/>
                  </a:lnTo>
                  <a:lnTo>
                    <a:pt x="4958" y="5491"/>
                  </a:lnTo>
                  <a:lnTo>
                    <a:pt x="4879" y="5511"/>
                  </a:lnTo>
                  <a:lnTo>
                    <a:pt x="4938" y="5452"/>
                  </a:lnTo>
                  <a:lnTo>
                    <a:pt x="4958" y="5412"/>
                  </a:lnTo>
                  <a:lnTo>
                    <a:pt x="4918" y="5373"/>
                  </a:lnTo>
                  <a:lnTo>
                    <a:pt x="4879" y="5353"/>
                  </a:lnTo>
                  <a:lnTo>
                    <a:pt x="4839" y="5333"/>
                  </a:lnTo>
                  <a:lnTo>
                    <a:pt x="4800" y="5294"/>
                  </a:lnTo>
                  <a:lnTo>
                    <a:pt x="4820" y="5234"/>
                  </a:lnTo>
                  <a:lnTo>
                    <a:pt x="4879" y="5175"/>
                  </a:lnTo>
                  <a:lnTo>
                    <a:pt x="4859" y="5136"/>
                  </a:lnTo>
                  <a:lnTo>
                    <a:pt x="4839" y="5116"/>
                  </a:lnTo>
                  <a:lnTo>
                    <a:pt x="4602" y="5116"/>
                  </a:lnTo>
                  <a:lnTo>
                    <a:pt x="4583" y="5096"/>
                  </a:lnTo>
                  <a:lnTo>
                    <a:pt x="4681" y="5057"/>
                  </a:lnTo>
                  <a:lnTo>
                    <a:pt x="4741" y="5037"/>
                  </a:lnTo>
                  <a:lnTo>
                    <a:pt x="4760" y="4997"/>
                  </a:lnTo>
                  <a:lnTo>
                    <a:pt x="4622" y="4839"/>
                  </a:lnTo>
                  <a:lnTo>
                    <a:pt x="4484" y="4681"/>
                  </a:lnTo>
                  <a:lnTo>
                    <a:pt x="4247" y="4326"/>
                  </a:lnTo>
                  <a:lnTo>
                    <a:pt x="4306" y="4326"/>
                  </a:lnTo>
                  <a:lnTo>
                    <a:pt x="4267" y="4267"/>
                  </a:lnTo>
                  <a:lnTo>
                    <a:pt x="4207" y="4207"/>
                  </a:lnTo>
                  <a:lnTo>
                    <a:pt x="4069" y="4109"/>
                  </a:lnTo>
                  <a:lnTo>
                    <a:pt x="3951" y="4030"/>
                  </a:lnTo>
                  <a:lnTo>
                    <a:pt x="3911" y="3970"/>
                  </a:lnTo>
                  <a:lnTo>
                    <a:pt x="3911" y="3911"/>
                  </a:lnTo>
                  <a:lnTo>
                    <a:pt x="3812" y="3872"/>
                  </a:lnTo>
                  <a:lnTo>
                    <a:pt x="3733" y="3872"/>
                  </a:lnTo>
                  <a:lnTo>
                    <a:pt x="3674" y="3911"/>
                  </a:lnTo>
                  <a:lnTo>
                    <a:pt x="3654" y="3951"/>
                  </a:lnTo>
                  <a:lnTo>
                    <a:pt x="3595" y="3990"/>
                  </a:lnTo>
                  <a:lnTo>
                    <a:pt x="3457" y="4069"/>
                  </a:lnTo>
                  <a:lnTo>
                    <a:pt x="3417" y="4030"/>
                  </a:lnTo>
                  <a:lnTo>
                    <a:pt x="3417" y="4010"/>
                  </a:lnTo>
                  <a:lnTo>
                    <a:pt x="3437" y="3990"/>
                  </a:lnTo>
                  <a:lnTo>
                    <a:pt x="3477" y="3951"/>
                  </a:lnTo>
                  <a:lnTo>
                    <a:pt x="3536" y="3891"/>
                  </a:lnTo>
                  <a:lnTo>
                    <a:pt x="3556" y="3872"/>
                  </a:lnTo>
                  <a:lnTo>
                    <a:pt x="3536" y="3832"/>
                  </a:lnTo>
                  <a:lnTo>
                    <a:pt x="3654" y="3773"/>
                  </a:lnTo>
                  <a:lnTo>
                    <a:pt x="3773" y="3773"/>
                  </a:lnTo>
                  <a:lnTo>
                    <a:pt x="3872" y="3733"/>
                  </a:lnTo>
                  <a:lnTo>
                    <a:pt x="3694" y="3674"/>
                  </a:lnTo>
                  <a:lnTo>
                    <a:pt x="3694" y="3635"/>
                  </a:lnTo>
                  <a:lnTo>
                    <a:pt x="3694" y="3615"/>
                  </a:lnTo>
                  <a:lnTo>
                    <a:pt x="3654" y="3575"/>
                  </a:lnTo>
                  <a:lnTo>
                    <a:pt x="3615" y="3516"/>
                  </a:lnTo>
                  <a:lnTo>
                    <a:pt x="3615" y="3496"/>
                  </a:lnTo>
                  <a:lnTo>
                    <a:pt x="3635" y="3457"/>
                  </a:lnTo>
                  <a:lnTo>
                    <a:pt x="3654" y="3457"/>
                  </a:lnTo>
                  <a:lnTo>
                    <a:pt x="3694" y="3437"/>
                  </a:lnTo>
                  <a:lnTo>
                    <a:pt x="3753" y="3437"/>
                  </a:lnTo>
                  <a:lnTo>
                    <a:pt x="3733" y="3477"/>
                  </a:lnTo>
                  <a:lnTo>
                    <a:pt x="3694" y="3477"/>
                  </a:lnTo>
                  <a:lnTo>
                    <a:pt x="3714" y="3516"/>
                  </a:lnTo>
                  <a:lnTo>
                    <a:pt x="3733" y="3536"/>
                  </a:lnTo>
                  <a:lnTo>
                    <a:pt x="3872" y="3536"/>
                  </a:lnTo>
                  <a:lnTo>
                    <a:pt x="3911" y="3556"/>
                  </a:lnTo>
                  <a:lnTo>
                    <a:pt x="3911" y="3556"/>
                  </a:lnTo>
                  <a:lnTo>
                    <a:pt x="3852" y="3516"/>
                  </a:lnTo>
                  <a:lnTo>
                    <a:pt x="3773" y="3457"/>
                  </a:lnTo>
                  <a:lnTo>
                    <a:pt x="3733" y="3378"/>
                  </a:lnTo>
                  <a:lnTo>
                    <a:pt x="3714" y="3318"/>
                  </a:lnTo>
                  <a:lnTo>
                    <a:pt x="3654" y="3358"/>
                  </a:lnTo>
                  <a:lnTo>
                    <a:pt x="3615" y="3338"/>
                  </a:lnTo>
                  <a:lnTo>
                    <a:pt x="3595" y="3318"/>
                  </a:lnTo>
                  <a:lnTo>
                    <a:pt x="3536" y="3318"/>
                  </a:lnTo>
                  <a:lnTo>
                    <a:pt x="3536" y="3299"/>
                  </a:lnTo>
                  <a:lnTo>
                    <a:pt x="3496" y="3318"/>
                  </a:lnTo>
                  <a:lnTo>
                    <a:pt x="3457" y="3318"/>
                  </a:lnTo>
                  <a:lnTo>
                    <a:pt x="3398" y="3299"/>
                  </a:lnTo>
                  <a:lnTo>
                    <a:pt x="3556" y="3200"/>
                  </a:lnTo>
                  <a:lnTo>
                    <a:pt x="3536" y="3200"/>
                  </a:lnTo>
                  <a:lnTo>
                    <a:pt x="3496" y="3220"/>
                  </a:lnTo>
                  <a:lnTo>
                    <a:pt x="3477" y="3239"/>
                  </a:lnTo>
                  <a:lnTo>
                    <a:pt x="3437" y="3220"/>
                  </a:lnTo>
                  <a:lnTo>
                    <a:pt x="3398" y="3180"/>
                  </a:lnTo>
                  <a:lnTo>
                    <a:pt x="3358" y="3121"/>
                  </a:lnTo>
                  <a:lnTo>
                    <a:pt x="3358" y="3081"/>
                  </a:lnTo>
                  <a:lnTo>
                    <a:pt x="3358" y="3042"/>
                  </a:lnTo>
                  <a:lnTo>
                    <a:pt x="3398" y="2983"/>
                  </a:lnTo>
                  <a:lnTo>
                    <a:pt x="3457" y="2943"/>
                  </a:lnTo>
                  <a:lnTo>
                    <a:pt x="3417" y="2923"/>
                  </a:lnTo>
                  <a:lnTo>
                    <a:pt x="3358" y="2923"/>
                  </a:lnTo>
                  <a:lnTo>
                    <a:pt x="3319" y="2904"/>
                  </a:lnTo>
                  <a:lnTo>
                    <a:pt x="3299" y="2864"/>
                  </a:lnTo>
                  <a:lnTo>
                    <a:pt x="3398" y="2844"/>
                  </a:lnTo>
                  <a:lnTo>
                    <a:pt x="3358" y="2746"/>
                  </a:lnTo>
                  <a:lnTo>
                    <a:pt x="3299" y="2647"/>
                  </a:lnTo>
                  <a:lnTo>
                    <a:pt x="3279" y="2548"/>
                  </a:lnTo>
                  <a:lnTo>
                    <a:pt x="3259" y="2489"/>
                  </a:lnTo>
                  <a:lnTo>
                    <a:pt x="3279" y="2430"/>
                  </a:lnTo>
                  <a:lnTo>
                    <a:pt x="3141" y="2331"/>
                  </a:lnTo>
                  <a:lnTo>
                    <a:pt x="3062" y="2291"/>
                  </a:lnTo>
                  <a:lnTo>
                    <a:pt x="2963" y="2291"/>
                  </a:lnTo>
                  <a:lnTo>
                    <a:pt x="2983" y="2311"/>
                  </a:lnTo>
                  <a:lnTo>
                    <a:pt x="2983" y="2351"/>
                  </a:lnTo>
                  <a:lnTo>
                    <a:pt x="2943" y="2390"/>
                  </a:lnTo>
                  <a:lnTo>
                    <a:pt x="2864" y="2410"/>
                  </a:lnTo>
                  <a:lnTo>
                    <a:pt x="2825" y="2410"/>
                  </a:lnTo>
                  <a:lnTo>
                    <a:pt x="2785" y="2390"/>
                  </a:lnTo>
                  <a:lnTo>
                    <a:pt x="2765" y="2370"/>
                  </a:lnTo>
                  <a:lnTo>
                    <a:pt x="2746" y="2351"/>
                  </a:lnTo>
                  <a:lnTo>
                    <a:pt x="2785" y="2311"/>
                  </a:lnTo>
                  <a:lnTo>
                    <a:pt x="2805" y="2272"/>
                  </a:lnTo>
                  <a:lnTo>
                    <a:pt x="2825" y="2232"/>
                  </a:lnTo>
                  <a:lnTo>
                    <a:pt x="2884" y="2252"/>
                  </a:lnTo>
                  <a:lnTo>
                    <a:pt x="2923" y="2212"/>
                  </a:lnTo>
                  <a:lnTo>
                    <a:pt x="2943" y="2173"/>
                  </a:lnTo>
                  <a:lnTo>
                    <a:pt x="2923" y="2133"/>
                  </a:lnTo>
                  <a:lnTo>
                    <a:pt x="2904" y="2114"/>
                  </a:lnTo>
                  <a:lnTo>
                    <a:pt x="2884" y="2094"/>
                  </a:lnTo>
                  <a:lnTo>
                    <a:pt x="2884" y="2054"/>
                  </a:lnTo>
                  <a:lnTo>
                    <a:pt x="2904" y="2035"/>
                  </a:lnTo>
                  <a:lnTo>
                    <a:pt x="2943" y="1995"/>
                  </a:lnTo>
                  <a:lnTo>
                    <a:pt x="2904" y="1995"/>
                  </a:lnTo>
                  <a:lnTo>
                    <a:pt x="2864" y="1956"/>
                  </a:lnTo>
                  <a:lnTo>
                    <a:pt x="2805" y="1916"/>
                  </a:lnTo>
                  <a:lnTo>
                    <a:pt x="2765" y="1896"/>
                  </a:lnTo>
                  <a:lnTo>
                    <a:pt x="2726" y="1896"/>
                  </a:lnTo>
                  <a:lnTo>
                    <a:pt x="2785" y="1877"/>
                  </a:lnTo>
                  <a:lnTo>
                    <a:pt x="2805" y="1896"/>
                  </a:lnTo>
                  <a:lnTo>
                    <a:pt x="2884" y="1896"/>
                  </a:lnTo>
                  <a:lnTo>
                    <a:pt x="2825" y="1857"/>
                  </a:lnTo>
                  <a:lnTo>
                    <a:pt x="2884" y="1837"/>
                  </a:lnTo>
                  <a:lnTo>
                    <a:pt x="2864" y="1798"/>
                  </a:lnTo>
                  <a:lnTo>
                    <a:pt x="2844" y="1778"/>
                  </a:lnTo>
                  <a:lnTo>
                    <a:pt x="2588" y="1778"/>
                  </a:lnTo>
                  <a:lnTo>
                    <a:pt x="2548" y="1738"/>
                  </a:lnTo>
                  <a:lnTo>
                    <a:pt x="2726" y="1719"/>
                  </a:lnTo>
                  <a:lnTo>
                    <a:pt x="2667" y="1679"/>
                  </a:lnTo>
                  <a:lnTo>
                    <a:pt x="2509" y="1679"/>
                  </a:lnTo>
                  <a:lnTo>
                    <a:pt x="2449" y="1659"/>
                  </a:lnTo>
                  <a:lnTo>
                    <a:pt x="2489" y="1620"/>
                  </a:lnTo>
                  <a:lnTo>
                    <a:pt x="2410" y="1600"/>
                  </a:lnTo>
                  <a:lnTo>
                    <a:pt x="2469" y="1580"/>
                  </a:lnTo>
                  <a:lnTo>
                    <a:pt x="2469" y="1580"/>
                  </a:lnTo>
                  <a:lnTo>
                    <a:pt x="2370" y="1600"/>
                  </a:lnTo>
                  <a:lnTo>
                    <a:pt x="2311" y="1561"/>
                  </a:lnTo>
                  <a:lnTo>
                    <a:pt x="2252" y="1541"/>
                  </a:lnTo>
                  <a:lnTo>
                    <a:pt x="2173" y="1541"/>
                  </a:lnTo>
                  <a:lnTo>
                    <a:pt x="2193" y="1501"/>
                  </a:lnTo>
                  <a:lnTo>
                    <a:pt x="2232" y="1442"/>
                  </a:lnTo>
                  <a:lnTo>
                    <a:pt x="2252" y="1403"/>
                  </a:lnTo>
                  <a:lnTo>
                    <a:pt x="2193" y="1403"/>
                  </a:lnTo>
                  <a:lnTo>
                    <a:pt x="2390" y="1324"/>
                  </a:lnTo>
                  <a:lnTo>
                    <a:pt x="2410" y="1343"/>
                  </a:lnTo>
                  <a:lnTo>
                    <a:pt x="2410" y="1363"/>
                  </a:lnTo>
                  <a:lnTo>
                    <a:pt x="2370" y="1403"/>
                  </a:lnTo>
                  <a:lnTo>
                    <a:pt x="2351" y="1442"/>
                  </a:lnTo>
                  <a:lnTo>
                    <a:pt x="2370" y="1462"/>
                  </a:lnTo>
                  <a:lnTo>
                    <a:pt x="2390" y="1482"/>
                  </a:lnTo>
                  <a:lnTo>
                    <a:pt x="2449" y="1403"/>
                  </a:lnTo>
                  <a:lnTo>
                    <a:pt x="2489" y="1343"/>
                  </a:lnTo>
                  <a:lnTo>
                    <a:pt x="2489" y="1264"/>
                  </a:lnTo>
                  <a:lnTo>
                    <a:pt x="2489" y="1205"/>
                  </a:lnTo>
                  <a:lnTo>
                    <a:pt x="2449" y="1086"/>
                  </a:lnTo>
                  <a:lnTo>
                    <a:pt x="2370" y="988"/>
                  </a:lnTo>
                  <a:lnTo>
                    <a:pt x="2331" y="948"/>
                  </a:lnTo>
                  <a:lnTo>
                    <a:pt x="2291" y="909"/>
                  </a:lnTo>
                  <a:lnTo>
                    <a:pt x="2232" y="810"/>
                  </a:lnTo>
                  <a:lnTo>
                    <a:pt x="2212" y="770"/>
                  </a:lnTo>
                  <a:lnTo>
                    <a:pt x="2173" y="751"/>
                  </a:lnTo>
                  <a:lnTo>
                    <a:pt x="2094" y="751"/>
                  </a:lnTo>
                  <a:lnTo>
                    <a:pt x="2015" y="770"/>
                  </a:lnTo>
                  <a:lnTo>
                    <a:pt x="2133" y="711"/>
                  </a:lnTo>
                  <a:lnTo>
                    <a:pt x="2133" y="494"/>
                  </a:lnTo>
                  <a:lnTo>
                    <a:pt x="2054" y="375"/>
                  </a:lnTo>
                  <a:lnTo>
                    <a:pt x="1995" y="277"/>
                  </a:lnTo>
                  <a:lnTo>
                    <a:pt x="1956" y="217"/>
                  </a:lnTo>
                  <a:lnTo>
                    <a:pt x="1916" y="178"/>
                  </a:lnTo>
                  <a:lnTo>
                    <a:pt x="1857" y="138"/>
                  </a:lnTo>
                  <a:lnTo>
                    <a:pt x="1778" y="119"/>
                  </a:lnTo>
                  <a:lnTo>
                    <a:pt x="1857" y="40"/>
                  </a:lnTo>
                  <a:lnTo>
                    <a:pt x="1738" y="4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15"/>
            <p:cNvSpPr/>
            <p:nvPr/>
          </p:nvSpPr>
          <p:spPr>
            <a:xfrm>
              <a:off x="-1574350" y="34126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1"/>
                  </a:moveTo>
                  <a:lnTo>
                    <a:pt x="4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15"/>
            <p:cNvSpPr/>
            <p:nvPr/>
          </p:nvSpPr>
          <p:spPr>
            <a:xfrm>
              <a:off x="-1557075" y="3441800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4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15"/>
            <p:cNvSpPr/>
            <p:nvPr/>
          </p:nvSpPr>
          <p:spPr>
            <a:xfrm>
              <a:off x="-1245975" y="3259100"/>
              <a:ext cx="260250" cy="195075"/>
            </a:xfrm>
            <a:custGeom>
              <a:rect b="b" l="l" r="r" t="t"/>
              <a:pathLst>
                <a:path extrusionOk="0" h="7803" w="10410">
                  <a:moveTo>
                    <a:pt x="0" y="0"/>
                  </a:moveTo>
                  <a:lnTo>
                    <a:pt x="139" y="277"/>
                  </a:lnTo>
                  <a:lnTo>
                    <a:pt x="356" y="612"/>
                  </a:lnTo>
                  <a:lnTo>
                    <a:pt x="652" y="1047"/>
                  </a:lnTo>
                  <a:lnTo>
                    <a:pt x="1047" y="1560"/>
                  </a:lnTo>
                  <a:lnTo>
                    <a:pt x="1284" y="1837"/>
                  </a:lnTo>
                  <a:lnTo>
                    <a:pt x="1541" y="2133"/>
                  </a:lnTo>
                  <a:lnTo>
                    <a:pt x="1837" y="2430"/>
                  </a:lnTo>
                  <a:lnTo>
                    <a:pt x="2153" y="2746"/>
                  </a:lnTo>
                  <a:lnTo>
                    <a:pt x="2509" y="3062"/>
                  </a:lnTo>
                  <a:lnTo>
                    <a:pt x="2884" y="3378"/>
                  </a:lnTo>
                  <a:lnTo>
                    <a:pt x="3615" y="3950"/>
                  </a:lnTo>
                  <a:lnTo>
                    <a:pt x="4445" y="4583"/>
                  </a:lnTo>
                  <a:lnTo>
                    <a:pt x="5333" y="5215"/>
                  </a:lnTo>
                  <a:lnTo>
                    <a:pt x="6242" y="5866"/>
                  </a:lnTo>
                  <a:lnTo>
                    <a:pt x="7901" y="7012"/>
                  </a:lnTo>
                  <a:lnTo>
                    <a:pt x="9067" y="7802"/>
                  </a:lnTo>
                  <a:lnTo>
                    <a:pt x="10410" y="5491"/>
                  </a:lnTo>
                  <a:lnTo>
                    <a:pt x="8652" y="4365"/>
                  </a:lnTo>
                  <a:lnTo>
                    <a:pt x="7447" y="3615"/>
                  </a:lnTo>
                  <a:lnTo>
                    <a:pt x="6124" y="2805"/>
                  </a:lnTo>
                  <a:lnTo>
                    <a:pt x="4800" y="2035"/>
                  </a:lnTo>
                  <a:lnTo>
                    <a:pt x="3576" y="1343"/>
                  </a:lnTo>
                  <a:lnTo>
                    <a:pt x="3023" y="1047"/>
                  </a:lnTo>
                  <a:lnTo>
                    <a:pt x="2529" y="810"/>
                  </a:lnTo>
                  <a:lnTo>
                    <a:pt x="2114" y="632"/>
                  </a:lnTo>
                  <a:lnTo>
                    <a:pt x="1778" y="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15"/>
            <p:cNvSpPr/>
            <p:nvPr/>
          </p:nvSpPr>
          <p:spPr>
            <a:xfrm>
              <a:off x="-1722000" y="3272425"/>
              <a:ext cx="240000" cy="328900"/>
            </a:xfrm>
            <a:custGeom>
              <a:rect b="b" l="l" r="r" t="t"/>
              <a:pathLst>
                <a:path extrusionOk="0" h="13156" w="9600">
                  <a:moveTo>
                    <a:pt x="4267" y="0"/>
                  </a:moveTo>
                  <a:lnTo>
                    <a:pt x="3990" y="40"/>
                  </a:lnTo>
                  <a:lnTo>
                    <a:pt x="3694" y="139"/>
                  </a:lnTo>
                  <a:lnTo>
                    <a:pt x="3339" y="257"/>
                  </a:lnTo>
                  <a:lnTo>
                    <a:pt x="2983" y="395"/>
                  </a:lnTo>
                  <a:lnTo>
                    <a:pt x="2608" y="573"/>
                  </a:lnTo>
                  <a:lnTo>
                    <a:pt x="2232" y="751"/>
                  </a:lnTo>
                  <a:lnTo>
                    <a:pt x="1620" y="1067"/>
                  </a:lnTo>
                  <a:lnTo>
                    <a:pt x="1067" y="1383"/>
                  </a:lnTo>
                  <a:lnTo>
                    <a:pt x="968" y="1442"/>
                  </a:lnTo>
                  <a:lnTo>
                    <a:pt x="909" y="1482"/>
                  </a:lnTo>
                  <a:lnTo>
                    <a:pt x="870" y="1502"/>
                  </a:lnTo>
                  <a:lnTo>
                    <a:pt x="336" y="1837"/>
                  </a:lnTo>
                  <a:lnTo>
                    <a:pt x="198" y="1936"/>
                  </a:lnTo>
                  <a:lnTo>
                    <a:pt x="119" y="2055"/>
                  </a:lnTo>
                  <a:lnTo>
                    <a:pt x="60" y="2153"/>
                  </a:lnTo>
                  <a:lnTo>
                    <a:pt x="20" y="2272"/>
                  </a:lnTo>
                  <a:lnTo>
                    <a:pt x="0" y="2410"/>
                  </a:lnTo>
                  <a:lnTo>
                    <a:pt x="0" y="2529"/>
                  </a:lnTo>
                  <a:lnTo>
                    <a:pt x="40" y="2667"/>
                  </a:lnTo>
                  <a:lnTo>
                    <a:pt x="80" y="2825"/>
                  </a:lnTo>
                  <a:lnTo>
                    <a:pt x="218" y="3141"/>
                  </a:lnTo>
                  <a:lnTo>
                    <a:pt x="396" y="3516"/>
                  </a:lnTo>
                  <a:lnTo>
                    <a:pt x="593" y="3911"/>
                  </a:lnTo>
                  <a:lnTo>
                    <a:pt x="791" y="4366"/>
                  </a:lnTo>
                  <a:lnTo>
                    <a:pt x="1620" y="6222"/>
                  </a:lnTo>
                  <a:lnTo>
                    <a:pt x="2924" y="9106"/>
                  </a:lnTo>
                  <a:lnTo>
                    <a:pt x="3595" y="10548"/>
                  </a:lnTo>
                  <a:lnTo>
                    <a:pt x="4188" y="11812"/>
                  </a:lnTo>
                  <a:lnTo>
                    <a:pt x="4662" y="12721"/>
                  </a:lnTo>
                  <a:lnTo>
                    <a:pt x="4820" y="12997"/>
                  </a:lnTo>
                  <a:lnTo>
                    <a:pt x="4919" y="13116"/>
                  </a:lnTo>
                  <a:lnTo>
                    <a:pt x="4958" y="13136"/>
                  </a:lnTo>
                  <a:lnTo>
                    <a:pt x="5018" y="13155"/>
                  </a:lnTo>
                  <a:lnTo>
                    <a:pt x="5195" y="13116"/>
                  </a:lnTo>
                  <a:lnTo>
                    <a:pt x="5413" y="13037"/>
                  </a:lnTo>
                  <a:lnTo>
                    <a:pt x="5669" y="12938"/>
                  </a:lnTo>
                  <a:lnTo>
                    <a:pt x="5966" y="12780"/>
                  </a:lnTo>
                  <a:lnTo>
                    <a:pt x="6282" y="12602"/>
                  </a:lnTo>
                  <a:lnTo>
                    <a:pt x="6953" y="12187"/>
                  </a:lnTo>
                  <a:lnTo>
                    <a:pt x="7645" y="11753"/>
                  </a:lnTo>
                  <a:lnTo>
                    <a:pt x="8277" y="11358"/>
                  </a:lnTo>
                  <a:lnTo>
                    <a:pt x="9067" y="10805"/>
                  </a:lnTo>
                  <a:lnTo>
                    <a:pt x="9225" y="10686"/>
                  </a:lnTo>
                  <a:lnTo>
                    <a:pt x="9343" y="10568"/>
                  </a:lnTo>
                  <a:lnTo>
                    <a:pt x="9442" y="10449"/>
                  </a:lnTo>
                  <a:lnTo>
                    <a:pt x="9521" y="10350"/>
                  </a:lnTo>
                  <a:lnTo>
                    <a:pt x="9560" y="10232"/>
                  </a:lnTo>
                  <a:lnTo>
                    <a:pt x="9580" y="10153"/>
                  </a:lnTo>
                  <a:lnTo>
                    <a:pt x="9600" y="10054"/>
                  </a:lnTo>
                  <a:lnTo>
                    <a:pt x="9600" y="9955"/>
                  </a:lnTo>
                  <a:lnTo>
                    <a:pt x="9541" y="9797"/>
                  </a:lnTo>
                  <a:lnTo>
                    <a:pt x="9481" y="9639"/>
                  </a:lnTo>
                  <a:lnTo>
                    <a:pt x="9402" y="9501"/>
                  </a:lnTo>
                  <a:lnTo>
                    <a:pt x="9343" y="9363"/>
                  </a:lnTo>
                  <a:lnTo>
                    <a:pt x="9323" y="9343"/>
                  </a:lnTo>
                  <a:lnTo>
                    <a:pt x="9323" y="9323"/>
                  </a:lnTo>
                  <a:lnTo>
                    <a:pt x="9304" y="9304"/>
                  </a:lnTo>
                  <a:lnTo>
                    <a:pt x="9304" y="9284"/>
                  </a:lnTo>
                  <a:lnTo>
                    <a:pt x="9304" y="9264"/>
                  </a:lnTo>
                  <a:lnTo>
                    <a:pt x="9067" y="8652"/>
                  </a:lnTo>
                  <a:lnTo>
                    <a:pt x="8770" y="7980"/>
                  </a:lnTo>
                  <a:lnTo>
                    <a:pt x="8138" y="6538"/>
                  </a:lnTo>
                  <a:lnTo>
                    <a:pt x="7427" y="4998"/>
                  </a:lnTo>
                  <a:lnTo>
                    <a:pt x="6677" y="3477"/>
                  </a:lnTo>
                  <a:lnTo>
                    <a:pt x="5966" y="2114"/>
                  </a:lnTo>
                  <a:lnTo>
                    <a:pt x="5650" y="1521"/>
                  </a:lnTo>
                  <a:lnTo>
                    <a:pt x="5353" y="1008"/>
                  </a:lnTo>
                  <a:lnTo>
                    <a:pt x="5334" y="968"/>
                  </a:lnTo>
                  <a:lnTo>
                    <a:pt x="5294" y="929"/>
                  </a:lnTo>
                  <a:lnTo>
                    <a:pt x="5294" y="909"/>
                  </a:lnTo>
                  <a:lnTo>
                    <a:pt x="5274" y="889"/>
                  </a:lnTo>
                  <a:lnTo>
                    <a:pt x="5235" y="830"/>
                  </a:lnTo>
                  <a:lnTo>
                    <a:pt x="5057" y="553"/>
                  </a:lnTo>
                  <a:lnTo>
                    <a:pt x="4899" y="316"/>
                  </a:lnTo>
                  <a:lnTo>
                    <a:pt x="4761" y="158"/>
                  </a:lnTo>
                  <a:lnTo>
                    <a:pt x="4662" y="60"/>
                  </a:lnTo>
                  <a:lnTo>
                    <a:pt x="4583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15"/>
            <p:cNvSpPr/>
            <p:nvPr/>
          </p:nvSpPr>
          <p:spPr>
            <a:xfrm>
              <a:off x="-1415350" y="3197850"/>
              <a:ext cx="229650" cy="228650"/>
            </a:xfrm>
            <a:custGeom>
              <a:rect b="b" l="l" r="r" t="t"/>
              <a:pathLst>
                <a:path extrusionOk="0" h="9146" w="9186">
                  <a:moveTo>
                    <a:pt x="7566" y="1"/>
                  </a:moveTo>
                  <a:lnTo>
                    <a:pt x="7368" y="60"/>
                  </a:lnTo>
                  <a:lnTo>
                    <a:pt x="7190" y="119"/>
                  </a:lnTo>
                  <a:lnTo>
                    <a:pt x="7012" y="198"/>
                  </a:lnTo>
                  <a:lnTo>
                    <a:pt x="6854" y="277"/>
                  </a:lnTo>
                  <a:lnTo>
                    <a:pt x="6696" y="376"/>
                  </a:lnTo>
                  <a:lnTo>
                    <a:pt x="6558" y="495"/>
                  </a:lnTo>
                  <a:lnTo>
                    <a:pt x="6282" y="751"/>
                  </a:lnTo>
                  <a:lnTo>
                    <a:pt x="6025" y="1028"/>
                  </a:lnTo>
                  <a:lnTo>
                    <a:pt x="5788" y="1304"/>
                  </a:lnTo>
                  <a:lnTo>
                    <a:pt x="5551" y="1581"/>
                  </a:lnTo>
                  <a:lnTo>
                    <a:pt x="5294" y="1838"/>
                  </a:lnTo>
                  <a:lnTo>
                    <a:pt x="5057" y="2075"/>
                  </a:lnTo>
                  <a:lnTo>
                    <a:pt x="4800" y="2292"/>
                  </a:lnTo>
                  <a:lnTo>
                    <a:pt x="4543" y="2490"/>
                  </a:lnTo>
                  <a:lnTo>
                    <a:pt x="4287" y="2648"/>
                  </a:lnTo>
                  <a:lnTo>
                    <a:pt x="4010" y="2786"/>
                  </a:lnTo>
                  <a:lnTo>
                    <a:pt x="3734" y="2885"/>
                  </a:lnTo>
                  <a:lnTo>
                    <a:pt x="3457" y="2983"/>
                  </a:lnTo>
                  <a:lnTo>
                    <a:pt x="3161" y="3023"/>
                  </a:lnTo>
                  <a:lnTo>
                    <a:pt x="3003" y="3062"/>
                  </a:lnTo>
                  <a:lnTo>
                    <a:pt x="2805" y="3122"/>
                  </a:lnTo>
                  <a:lnTo>
                    <a:pt x="2588" y="3240"/>
                  </a:lnTo>
                  <a:lnTo>
                    <a:pt x="2351" y="3378"/>
                  </a:lnTo>
                  <a:lnTo>
                    <a:pt x="2114" y="3536"/>
                  </a:lnTo>
                  <a:lnTo>
                    <a:pt x="1857" y="3714"/>
                  </a:lnTo>
                  <a:lnTo>
                    <a:pt x="1600" y="3931"/>
                  </a:lnTo>
                  <a:lnTo>
                    <a:pt x="1344" y="4168"/>
                  </a:lnTo>
                  <a:lnTo>
                    <a:pt x="1087" y="4425"/>
                  </a:lnTo>
                  <a:lnTo>
                    <a:pt x="870" y="4682"/>
                  </a:lnTo>
                  <a:lnTo>
                    <a:pt x="652" y="4978"/>
                  </a:lnTo>
                  <a:lnTo>
                    <a:pt x="455" y="5255"/>
                  </a:lnTo>
                  <a:lnTo>
                    <a:pt x="297" y="5571"/>
                  </a:lnTo>
                  <a:lnTo>
                    <a:pt x="159" y="5867"/>
                  </a:lnTo>
                  <a:lnTo>
                    <a:pt x="60" y="6183"/>
                  </a:lnTo>
                  <a:lnTo>
                    <a:pt x="20" y="6499"/>
                  </a:lnTo>
                  <a:lnTo>
                    <a:pt x="0" y="6796"/>
                  </a:lnTo>
                  <a:lnTo>
                    <a:pt x="40" y="7072"/>
                  </a:lnTo>
                  <a:lnTo>
                    <a:pt x="119" y="7349"/>
                  </a:lnTo>
                  <a:lnTo>
                    <a:pt x="218" y="7586"/>
                  </a:lnTo>
                  <a:lnTo>
                    <a:pt x="356" y="7823"/>
                  </a:lnTo>
                  <a:lnTo>
                    <a:pt x="514" y="8020"/>
                  </a:lnTo>
                  <a:lnTo>
                    <a:pt x="672" y="8218"/>
                  </a:lnTo>
                  <a:lnTo>
                    <a:pt x="830" y="8376"/>
                  </a:lnTo>
                  <a:lnTo>
                    <a:pt x="1008" y="8534"/>
                  </a:lnTo>
                  <a:lnTo>
                    <a:pt x="1186" y="8672"/>
                  </a:lnTo>
                  <a:lnTo>
                    <a:pt x="1482" y="8869"/>
                  </a:lnTo>
                  <a:lnTo>
                    <a:pt x="1699" y="8988"/>
                  </a:lnTo>
                  <a:lnTo>
                    <a:pt x="1778" y="9027"/>
                  </a:lnTo>
                  <a:lnTo>
                    <a:pt x="2094" y="9087"/>
                  </a:lnTo>
                  <a:lnTo>
                    <a:pt x="2450" y="9126"/>
                  </a:lnTo>
                  <a:lnTo>
                    <a:pt x="2904" y="9146"/>
                  </a:lnTo>
                  <a:lnTo>
                    <a:pt x="3141" y="9126"/>
                  </a:lnTo>
                  <a:lnTo>
                    <a:pt x="3378" y="9107"/>
                  </a:lnTo>
                  <a:lnTo>
                    <a:pt x="3615" y="9067"/>
                  </a:lnTo>
                  <a:lnTo>
                    <a:pt x="3872" y="9008"/>
                  </a:lnTo>
                  <a:lnTo>
                    <a:pt x="4089" y="8909"/>
                  </a:lnTo>
                  <a:lnTo>
                    <a:pt x="4326" y="8810"/>
                  </a:lnTo>
                  <a:lnTo>
                    <a:pt x="4524" y="8672"/>
                  </a:lnTo>
                  <a:lnTo>
                    <a:pt x="4721" y="8494"/>
                  </a:lnTo>
                  <a:lnTo>
                    <a:pt x="5037" y="8119"/>
                  </a:lnTo>
                  <a:lnTo>
                    <a:pt x="5314" y="7744"/>
                  </a:lnTo>
                  <a:lnTo>
                    <a:pt x="5531" y="7368"/>
                  </a:lnTo>
                  <a:lnTo>
                    <a:pt x="5748" y="6993"/>
                  </a:lnTo>
                  <a:lnTo>
                    <a:pt x="6143" y="6242"/>
                  </a:lnTo>
                  <a:lnTo>
                    <a:pt x="6361" y="5887"/>
                  </a:lnTo>
                  <a:lnTo>
                    <a:pt x="6598" y="5531"/>
                  </a:lnTo>
                  <a:lnTo>
                    <a:pt x="6736" y="5354"/>
                  </a:lnTo>
                  <a:lnTo>
                    <a:pt x="6894" y="5176"/>
                  </a:lnTo>
                  <a:lnTo>
                    <a:pt x="7249" y="4820"/>
                  </a:lnTo>
                  <a:lnTo>
                    <a:pt x="7625" y="4445"/>
                  </a:lnTo>
                  <a:lnTo>
                    <a:pt x="8020" y="4050"/>
                  </a:lnTo>
                  <a:lnTo>
                    <a:pt x="8415" y="3615"/>
                  </a:lnTo>
                  <a:lnTo>
                    <a:pt x="8573" y="3398"/>
                  </a:lnTo>
                  <a:lnTo>
                    <a:pt x="8731" y="3181"/>
                  </a:lnTo>
                  <a:lnTo>
                    <a:pt x="8869" y="2944"/>
                  </a:lnTo>
                  <a:lnTo>
                    <a:pt x="8988" y="2687"/>
                  </a:lnTo>
                  <a:lnTo>
                    <a:pt x="9086" y="2430"/>
                  </a:lnTo>
                  <a:lnTo>
                    <a:pt x="9146" y="2174"/>
                  </a:lnTo>
                  <a:lnTo>
                    <a:pt x="9185" y="1897"/>
                  </a:lnTo>
                  <a:lnTo>
                    <a:pt x="9185" y="1660"/>
                  </a:lnTo>
                  <a:lnTo>
                    <a:pt x="9165" y="1423"/>
                  </a:lnTo>
                  <a:lnTo>
                    <a:pt x="9126" y="1206"/>
                  </a:lnTo>
                  <a:lnTo>
                    <a:pt x="9047" y="1008"/>
                  </a:lnTo>
                  <a:lnTo>
                    <a:pt x="8948" y="811"/>
                  </a:lnTo>
                  <a:lnTo>
                    <a:pt x="8849" y="653"/>
                  </a:lnTo>
                  <a:lnTo>
                    <a:pt x="8731" y="495"/>
                  </a:lnTo>
                  <a:lnTo>
                    <a:pt x="8593" y="376"/>
                  </a:lnTo>
                  <a:lnTo>
                    <a:pt x="8454" y="258"/>
                  </a:lnTo>
                  <a:lnTo>
                    <a:pt x="8296" y="159"/>
                  </a:lnTo>
                  <a:lnTo>
                    <a:pt x="8158" y="100"/>
                  </a:lnTo>
                  <a:lnTo>
                    <a:pt x="8000" y="40"/>
                  </a:lnTo>
                  <a:lnTo>
                    <a:pt x="7862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15"/>
            <p:cNvSpPr/>
            <p:nvPr/>
          </p:nvSpPr>
          <p:spPr>
            <a:xfrm>
              <a:off x="-1467200" y="3098100"/>
              <a:ext cx="269150" cy="274600"/>
            </a:xfrm>
            <a:custGeom>
              <a:rect b="b" l="l" r="r" t="t"/>
              <a:pathLst>
                <a:path extrusionOk="0" h="10984" w="10766">
                  <a:moveTo>
                    <a:pt x="9659" y="1"/>
                  </a:moveTo>
                  <a:lnTo>
                    <a:pt x="9363" y="21"/>
                  </a:lnTo>
                  <a:lnTo>
                    <a:pt x="9086" y="60"/>
                  </a:lnTo>
                  <a:lnTo>
                    <a:pt x="8830" y="119"/>
                  </a:lnTo>
                  <a:lnTo>
                    <a:pt x="8612" y="198"/>
                  </a:lnTo>
                  <a:lnTo>
                    <a:pt x="8435" y="297"/>
                  </a:lnTo>
                  <a:lnTo>
                    <a:pt x="8316" y="376"/>
                  </a:lnTo>
                  <a:lnTo>
                    <a:pt x="8198" y="435"/>
                  </a:lnTo>
                  <a:lnTo>
                    <a:pt x="7842" y="376"/>
                  </a:lnTo>
                  <a:lnTo>
                    <a:pt x="7526" y="317"/>
                  </a:lnTo>
                  <a:lnTo>
                    <a:pt x="7210" y="277"/>
                  </a:lnTo>
                  <a:lnTo>
                    <a:pt x="6914" y="258"/>
                  </a:lnTo>
                  <a:lnTo>
                    <a:pt x="6380" y="258"/>
                  </a:lnTo>
                  <a:lnTo>
                    <a:pt x="5926" y="297"/>
                  </a:lnTo>
                  <a:lnTo>
                    <a:pt x="5571" y="337"/>
                  </a:lnTo>
                  <a:lnTo>
                    <a:pt x="5314" y="396"/>
                  </a:lnTo>
                  <a:lnTo>
                    <a:pt x="5097" y="475"/>
                  </a:lnTo>
                  <a:lnTo>
                    <a:pt x="4840" y="514"/>
                  </a:lnTo>
                  <a:lnTo>
                    <a:pt x="4603" y="554"/>
                  </a:lnTo>
                  <a:lnTo>
                    <a:pt x="4405" y="613"/>
                  </a:lnTo>
                  <a:lnTo>
                    <a:pt x="4227" y="672"/>
                  </a:lnTo>
                  <a:lnTo>
                    <a:pt x="3931" y="811"/>
                  </a:lnTo>
                  <a:lnTo>
                    <a:pt x="3714" y="949"/>
                  </a:lnTo>
                  <a:lnTo>
                    <a:pt x="3556" y="1067"/>
                  </a:lnTo>
                  <a:lnTo>
                    <a:pt x="3457" y="1186"/>
                  </a:lnTo>
                  <a:lnTo>
                    <a:pt x="3378" y="1245"/>
                  </a:lnTo>
                  <a:lnTo>
                    <a:pt x="3339" y="1285"/>
                  </a:lnTo>
                  <a:lnTo>
                    <a:pt x="3102" y="1364"/>
                  </a:lnTo>
                  <a:lnTo>
                    <a:pt x="2647" y="1581"/>
                  </a:lnTo>
                  <a:lnTo>
                    <a:pt x="2351" y="1739"/>
                  </a:lnTo>
                  <a:lnTo>
                    <a:pt x="2055" y="1937"/>
                  </a:lnTo>
                  <a:lnTo>
                    <a:pt x="1739" y="2154"/>
                  </a:lnTo>
                  <a:lnTo>
                    <a:pt x="1442" y="2391"/>
                  </a:lnTo>
                  <a:lnTo>
                    <a:pt x="1304" y="2529"/>
                  </a:lnTo>
                  <a:lnTo>
                    <a:pt x="1146" y="2707"/>
                  </a:lnTo>
                  <a:lnTo>
                    <a:pt x="1008" y="2924"/>
                  </a:lnTo>
                  <a:lnTo>
                    <a:pt x="889" y="3141"/>
                  </a:lnTo>
                  <a:lnTo>
                    <a:pt x="633" y="3635"/>
                  </a:lnTo>
                  <a:lnTo>
                    <a:pt x="415" y="4129"/>
                  </a:lnTo>
                  <a:lnTo>
                    <a:pt x="238" y="4583"/>
                  </a:lnTo>
                  <a:lnTo>
                    <a:pt x="119" y="4978"/>
                  </a:lnTo>
                  <a:lnTo>
                    <a:pt x="1" y="5354"/>
                  </a:lnTo>
                  <a:lnTo>
                    <a:pt x="317" y="6223"/>
                  </a:lnTo>
                  <a:lnTo>
                    <a:pt x="672" y="7131"/>
                  </a:lnTo>
                  <a:lnTo>
                    <a:pt x="1087" y="8158"/>
                  </a:lnTo>
                  <a:lnTo>
                    <a:pt x="1541" y="9205"/>
                  </a:lnTo>
                  <a:lnTo>
                    <a:pt x="1758" y="9679"/>
                  </a:lnTo>
                  <a:lnTo>
                    <a:pt x="1976" y="10114"/>
                  </a:lnTo>
                  <a:lnTo>
                    <a:pt x="2193" y="10469"/>
                  </a:lnTo>
                  <a:lnTo>
                    <a:pt x="2391" y="10746"/>
                  </a:lnTo>
                  <a:lnTo>
                    <a:pt x="2470" y="10845"/>
                  </a:lnTo>
                  <a:lnTo>
                    <a:pt x="2549" y="10924"/>
                  </a:lnTo>
                  <a:lnTo>
                    <a:pt x="2628" y="10983"/>
                  </a:lnTo>
                  <a:lnTo>
                    <a:pt x="2766" y="10983"/>
                  </a:lnTo>
                  <a:lnTo>
                    <a:pt x="2845" y="10963"/>
                  </a:lnTo>
                  <a:lnTo>
                    <a:pt x="3042" y="10865"/>
                  </a:lnTo>
                  <a:lnTo>
                    <a:pt x="3240" y="10707"/>
                  </a:lnTo>
                  <a:lnTo>
                    <a:pt x="3477" y="10509"/>
                  </a:lnTo>
                  <a:lnTo>
                    <a:pt x="3734" y="10272"/>
                  </a:lnTo>
                  <a:lnTo>
                    <a:pt x="3990" y="9995"/>
                  </a:lnTo>
                  <a:lnTo>
                    <a:pt x="4247" y="9699"/>
                  </a:lnTo>
                  <a:lnTo>
                    <a:pt x="4524" y="9383"/>
                  </a:lnTo>
                  <a:lnTo>
                    <a:pt x="5018" y="8751"/>
                  </a:lnTo>
                  <a:lnTo>
                    <a:pt x="5452" y="8119"/>
                  </a:lnTo>
                  <a:lnTo>
                    <a:pt x="5610" y="7842"/>
                  </a:lnTo>
                  <a:lnTo>
                    <a:pt x="5748" y="7605"/>
                  </a:lnTo>
                  <a:lnTo>
                    <a:pt x="5847" y="7388"/>
                  </a:lnTo>
                  <a:lnTo>
                    <a:pt x="5906" y="7210"/>
                  </a:lnTo>
                  <a:lnTo>
                    <a:pt x="5985" y="6894"/>
                  </a:lnTo>
                  <a:lnTo>
                    <a:pt x="6124" y="6499"/>
                  </a:lnTo>
                  <a:lnTo>
                    <a:pt x="6301" y="6065"/>
                  </a:lnTo>
                  <a:lnTo>
                    <a:pt x="6499" y="5630"/>
                  </a:lnTo>
                  <a:lnTo>
                    <a:pt x="6696" y="5196"/>
                  </a:lnTo>
                  <a:lnTo>
                    <a:pt x="6894" y="4820"/>
                  </a:lnTo>
                  <a:lnTo>
                    <a:pt x="7052" y="4524"/>
                  </a:lnTo>
                  <a:lnTo>
                    <a:pt x="7171" y="4346"/>
                  </a:lnTo>
                  <a:lnTo>
                    <a:pt x="7329" y="4188"/>
                  </a:lnTo>
                  <a:lnTo>
                    <a:pt x="7585" y="3991"/>
                  </a:lnTo>
                  <a:lnTo>
                    <a:pt x="8296" y="3497"/>
                  </a:lnTo>
                  <a:lnTo>
                    <a:pt x="9146" y="2944"/>
                  </a:lnTo>
                  <a:lnTo>
                    <a:pt x="9580" y="2648"/>
                  </a:lnTo>
                  <a:lnTo>
                    <a:pt x="9975" y="2371"/>
                  </a:lnTo>
                  <a:lnTo>
                    <a:pt x="10153" y="2233"/>
                  </a:lnTo>
                  <a:lnTo>
                    <a:pt x="10311" y="2075"/>
                  </a:lnTo>
                  <a:lnTo>
                    <a:pt x="10430" y="1917"/>
                  </a:lnTo>
                  <a:lnTo>
                    <a:pt x="10548" y="1759"/>
                  </a:lnTo>
                  <a:lnTo>
                    <a:pt x="10627" y="1581"/>
                  </a:lnTo>
                  <a:lnTo>
                    <a:pt x="10706" y="1403"/>
                  </a:lnTo>
                  <a:lnTo>
                    <a:pt x="10746" y="1225"/>
                  </a:lnTo>
                  <a:lnTo>
                    <a:pt x="10765" y="1048"/>
                  </a:lnTo>
                  <a:lnTo>
                    <a:pt x="10746" y="890"/>
                  </a:lnTo>
                  <a:lnTo>
                    <a:pt x="10726" y="732"/>
                  </a:lnTo>
                  <a:lnTo>
                    <a:pt x="10667" y="574"/>
                  </a:lnTo>
                  <a:lnTo>
                    <a:pt x="10588" y="435"/>
                  </a:lnTo>
                  <a:lnTo>
                    <a:pt x="10489" y="317"/>
                  </a:lnTo>
                  <a:lnTo>
                    <a:pt x="10370" y="218"/>
                  </a:lnTo>
                  <a:lnTo>
                    <a:pt x="10212" y="139"/>
                  </a:lnTo>
                  <a:lnTo>
                    <a:pt x="10035" y="80"/>
                  </a:lnTo>
                  <a:lnTo>
                    <a:pt x="9798" y="21"/>
                  </a:lnTo>
                  <a:lnTo>
                    <a:pt x="9659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15"/>
            <p:cNvSpPr/>
            <p:nvPr/>
          </p:nvSpPr>
          <p:spPr>
            <a:xfrm>
              <a:off x="-1390175" y="3108975"/>
              <a:ext cx="127925" cy="124950"/>
            </a:xfrm>
            <a:custGeom>
              <a:rect b="b" l="l" r="r" t="t"/>
              <a:pathLst>
                <a:path extrusionOk="0" h="4998" w="5117">
                  <a:moveTo>
                    <a:pt x="5117" y="0"/>
                  </a:moveTo>
                  <a:lnTo>
                    <a:pt x="4781" y="40"/>
                  </a:lnTo>
                  <a:lnTo>
                    <a:pt x="4406" y="99"/>
                  </a:lnTo>
                  <a:lnTo>
                    <a:pt x="3932" y="198"/>
                  </a:lnTo>
                  <a:lnTo>
                    <a:pt x="3675" y="277"/>
                  </a:lnTo>
                  <a:lnTo>
                    <a:pt x="3398" y="376"/>
                  </a:lnTo>
                  <a:lnTo>
                    <a:pt x="3102" y="474"/>
                  </a:lnTo>
                  <a:lnTo>
                    <a:pt x="2825" y="613"/>
                  </a:lnTo>
                  <a:lnTo>
                    <a:pt x="2529" y="771"/>
                  </a:lnTo>
                  <a:lnTo>
                    <a:pt x="2253" y="949"/>
                  </a:lnTo>
                  <a:lnTo>
                    <a:pt x="1976" y="1166"/>
                  </a:lnTo>
                  <a:lnTo>
                    <a:pt x="1719" y="1383"/>
                  </a:lnTo>
                  <a:lnTo>
                    <a:pt x="1482" y="1660"/>
                  </a:lnTo>
                  <a:lnTo>
                    <a:pt x="1265" y="1936"/>
                  </a:lnTo>
                  <a:lnTo>
                    <a:pt x="1067" y="2213"/>
                  </a:lnTo>
                  <a:lnTo>
                    <a:pt x="890" y="2509"/>
                  </a:lnTo>
                  <a:lnTo>
                    <a:pt x="732" y="2825"/>
                  </a:lnTo>
                  <a:lnTo>
                    <a:pt x="593" y="3121"/>
                  </a:lnTo>
                  <a:lnTo>
                    <a:pt x="475" y="3418"/>
                  </a:lnTo>
                  <a:lnTo>
                    <a:pt x="356" y="3694"/>
                  </a:lnTo>
                  <a:lnTo>
                    <a:pt x="198" y="4208"/>
                  </a:lnTo>
                  <a:lnTo>
                    <a:pt x="80" y="4622"/>
                  </a:lnTo>
                  <a:lnTo>
                    <a:pt x="1" y="4998"/>
                  </a:lnTo>
                  <a:lnTo>
                    <a:pt x="139" y="4583"/>
                  </a:lnTo>
                  <a:lnTo>
                    <a:pt x="317" y="4109"/>
                  </a:lnTo>
                  <a:lnTo>
                    <a:pt x="534" y="3556"/>
                  </a:lnTo>
                  <a:lnTo>
                    <a:pt x="672" y="3260"/>
                  </a:lnTo>
                  <a:lnTo>
                    <a:pt x="830" y="2963"/>
                  </a:lnTo>
                  <a:lnTo>
                    <a:pt x="1008" y="2667"/>
                  </a:lnTo>
                  <a:lnTo>
                    <a:pt x="1186" y="2371"/>
                  </a:lnTo>
                  <a:lnTo>
                    <a:pt x="1383" y="2094"/>
                  </a:lnTo>
                  <a:lnTo>
                    <a:pt x="1581" y="1837"/>
                  </a:lnTo>
                  <a:lnTo>
                    <a:pt x="1798" y="1600"/>
                  </a:lnTo>
                  <a:lnTo>
                    <a:pt x="2035" y="1403"/>
                  </a:lnTo>
                  <a:lnTo>
                    <a:pt x="2272" y="1245"/>
                  </a:lnTo>
                  <a:lnTo>
                    <a:pt x="2529" y="1087"/>
                  </a:lnTo>
                  <a:lnTo>
                    <a:pt x="3062" y="790"/>
                  </a:lnTo>
                  <a:lnTo>
                    <a:pt x="3576" y="553"/>
                  </a:lnTo>
                  <a:lnTo>
                    <a:pt x="4050" y="356"/>
                  </a:lnTo>
                  <a:lnTo>
                    <a:pt x="4485" y="198"/>
                  </a:lnTo>
                  <a:lnTo>
                    <a:pt x="4820" y="99"/>
                  </a:lnTo>
                  <a:lnTo>
                    <a:pt x="5117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15"/>
            <p:cNvSpPr/>
            <p:nvPr/>
          </p:nvSpPr>
          <p:spPr>
            <a:xfrm>
              <a:off x="-1421275" y="3109475"/>
              <a:ext cx="81500" cy="108150"/>
            </a:xfrm>
            <a:custGeom>
              <a:rect b="b" l="l" r="r" t="t"/>
              <a:pathLst>
                <a:path extrusionOk="0" h="4326" w="3260">
                  <a:moveTo>
                    <a:pt x="3260" y="0"/>
                  </a:moveTo>
                  <a:lnTo>
                    <a:pt x="3023" y="119"/>
                  </a:lnTo>
                  <a:lnTo>
                    <a:pt x="2746" y="257"/>
                  </a:lnTo>
                  <a:lnTo>
                    <a:pt x="2410" y="474"/>
                  </a:lnTo>
                  <a:lnTo>
                    <a:pt x="2055" y="731"/>
                  </a:lnTo>
                  <a:lnTo>
                    <a:pt x="1857" y="869"/>
                  </a:lnTo>
                  <a:lnTo>
                    <a:pt x="1679" y="1047"/>
                  </a:lnTo>
                  <a:lnTo>
                    <a:pt x="1502" y="1225"/>
                  </a:lnTo>
                  <a:lnTo>
                    <a:pt x="1324" y="1422"/>
                  </a:lnTo>
                  <a:lnTo>
                    <a:pt x="1146" y="1640"/>
                  </a:lnTo>
                  <a:lnTo>
                    <a:pt x="988" y="1877"/>
                  </a:lnTo>
                  <a:lnTo>
                    <a:pt x="731" y="2351"/>
                  </a:lnTo>
                  <a:lnTo>
                    <a:pt x="514" y="2785"/>
                  </a:lnTo>
                  <a:lnTo>
                    <a:pt x="336" y="3200"/>
                  </a:lnTo>
                  <a:lnTo>
                    <a:pt x="198" y="3575"/>
                  </a:lnTo>
                  <a:lnTo>
                    <a:pt x="99" y="3891"/>
                  </a:lnTo>
                  <a:lnTo>
                    <a:pt x="40" y="4128"/>
                  </a:lnTo>
                  <a:lnTo>
                    <a:pt x="0" y="4326"/>
                  </a:lnTo>
                  <a:lnTo>
                    <a:pt x="40" y="4188"/>
                  </a:lnTo>
                  <a:lnTo>
                    <a:pt x="198" y="3753"/>
                  </a:lnTo>
                  <a:lnTo>
                    <a:pt x="336" y="3437"/>
                  </a:lnTo>
                  <a:lnTo>
                    <a:pt x="514" y="3062"/>
                  </a:lnTo>
                  <a:lnTo>
                    <a:pt x="751" y="2627"/>
                  </a:lnTo>
                  <a:lnTo>
                    <a:pt x="1028" y="2114"/>
                  </a:lnTo>
                  <a:lnTo>
                    <a:pt x="1186" y="1857"/>
                  </a:lnTo>
                  <a:lnTo>
                    <a:pt x="1363" y="1620"/>
                  </a:lnTo>
                  <a:lnTo>
                    <a:pt x="1541" y="1403"/>
                  </a:lnTo>
                  <a:lnTo>
                    <a:pt x="1719" y="1185"/>
                  </a:lnTo>
                  <a:lnTo>
                    <a:pt x="1897" y="988"/>
                  </a:lnTo>
                  <a:lnTo>
                    <a:pt x="2094" y="830"/>
                  </a:lnTo>
                  <a:lnTo>
                    <a:pt x="2450" y="533"/>
                  </a:lnTo>
                  <a:lnTo>
                    <a:pt x="2766" y="296"/>
                  </a:lnTo>
                  <a:lnTo>
                    <a:pt x="3023" y="138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15"/>
            <p:cNvSpPr/>
            <p:nvPr/>
          </p:nvSpPr>
          <p:spPr>
            <a:xfrm>
              <a:off x="-1439550" y="3130200"/>
              <a:ext cx="55825" cy="79050"/>
            </a:xfrm>
            <a:custGeom>
              <a:rect b="b" l="l" r="r" t="t"/>
              <a:pathLst>
                <a:path extrusionOk="0" h="3162" w="2233">
                  <a:moveTo>
                    <a:pt x="2233" y="1"/>
                  </a:moveTo>
                  <a:lnTo>
                    <a:pt x="1857" y="80"/>
                  </a:lnTo>
                  <a:lnTo>
                    <a:pt x="1798" y="119"/>
                  </a:lnTo>
                  <a:lnTo>
                    <a:pt x="1660" y="238"/>
                  </a:lnTo>
                  <a:lnTo>
                    <a:pt x="1541" y="337"/>
                  </a:lnTo>
                  <a:lnTo>
                    <a:pt x="1423" y="475"/>
                  </a:lnTo>
                  <a:lnTo>
                    <a:pt x="1285" y="653"/>
                  </a:lnTo>
                  <a:lnTo>
                    <a:pt x="1127" y="850"/>
                  </a:lnTo>
                  <a:lnTo>
                    <a:pt x="949" y="1146"/>
                  </a:lnTo>
                  <a:lnTo>
                    <a:pt x="771" y="1482"/>
                  </a:lnTo>
                  <a:lnTo>
                    <a:pt x="396" y="2252"/>
                  </a:lnTo>
                  <a:lnTo>
                    <a:pt x="119" y="2904"/>
                  </a:lnTo>
                  <a:lnTo>
                    <a:pt x="1" y="3161"/>
                  </a:lnTo>
                  <a:lnTo>
                    <a:pt x="672" y="1877"/>
                  </a:lnTo>
                  <a:lnTo>
                    <a:pt x="929" y="1423"/>
                  </a:lnTo>
                  <a:lnTo>
                    <a:pt x="1186" y="1028"/>
                  </a:lnTo>
                  <a:lnTo>
                    <a:pt x="1462" y="712"/>
                  </a:lnTo>
                  <a:lnTo>
                    <a:pt x="1699" y="455"/>
                  </a:lnTo>
                  <a:lnTo>
                    <a:pt x="1917" y="258"/>
                  </a:lnTo>
                  <a:lnTo>
                    <a:pt x="2075" y="11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15"/>
            <p:cNvSpPr/>
            <p:nvPr/>
          </p:nvSpPr>
          <p:spPr>
            <a:xfrm>
              <a:off x="-1268200" y="3098100"/>
              <a:ext cx="50400" cy="39550"/>
            </a:xfrm>
            <a:custGeom>
              <a:rect b="b" l="l" r="r" t="t"/>
              <a:pathLst>
                <a:path extrusionOk="0" h="1582" w="2016">
                  <a:moveTo>
                    <a:pt x="1699" y="1"/>
                  </a:moveTo>
                  <a:lnTo>
                    <a:pt x="1719" y="297"/>
                  </a:lnTo>
                  <a:lnTo>
                    <a:pt x="1759" y="574"/>
                  </a:lnTo>
                  <a:lnTo>
                    <a:pt x="1818" y="830"/>
                  </a:lnTo>
                  <a:lnTo>
                    <a:pt x="1838" y="929"/>
                  </a:lnTo>
                  <a:lnTo>
                    <a:pt x="1541" y="1087"/>
                  </a:lnTo>
                  <a:lnTo>
                    <a:pt x="1265" y="1225"/>
                  </a:lnTo>
                  <a:lnTo>
                    <a:pt x="949" y="1344"/>
                  </a:lnTo>
                  <a:lnTo>
                    <a:pt x="692" y="1423"/>
                  </a:lnTo>
                  <a:lnTo>
                    <a:pt x="514" y="1463"/>
                  </a:lnTo>
                  <a:lnTo>
                    <a:pt x="376" y="1463"/>
                  </a:lnTo>
                  <a:lnTo>
                    <a:pt x="336" y="1423"/>
                  </a:lnTo>
                  <a:lnTo>
                    <a:pt x="277" y="1384"/>
                  </a:lnTo>
                  <a:lnTo>
                    <a:pt x="198" y="1285"/>
                  </a:lnTo>
                  <a:lnTo>
                    <a:pt x="139" y="1186"/>
                  </a:lnTo>
                  <a:lnTo>
                    <a:pt x="99" y="1048"/>
                  </a:lnTo>
                  <a:lnTo>
                    <a:pt x="80" y="929"/>
                  </a:lnTo>
                  <a:lnTo>
                    <a:pt x="80" y="613"/>
                  </a:lnTo>
                  <a:lnTo>
                    <a:pt x="80" y="455"/>
                  </a:lnTo>
                  <a:lnTo>
                    <a:pt x="1" y="475"/>
                  </a:lnTo>
                  <a:lnTo>
                    <a:pt x="1" y="613"/>
                  </a:lnTo>
                  <a:lnTo>
                    <a:pt x="1" y="751"/>
                  </a:lnTo>
                  <a:lnTo>
                    <a:pt x="1" y="890"/>
                  </a:lnTo>
                  <a:lnTo>
                    <a:pt x="1" y="1048"/>
                  </a:lnTo>
                  <a:lnTo>
                    <a:pt x="40" y="1225"/>
                  </a:lnTo>
                  <a:lnTo>
                    <a:pt x="99" y="1384"/>
                  </a:lnTo>
                  <a:lnTo>
                    <a:pt x="139" y="1443"/>
                  </a:lnTo>
                  <a:lnTo>
                    <a:pt x="198" y="1502"/>
                  </a:lnTo>
                  <a:lnTo>
                    <a:pt x="257" y="1542"/>
                  </a:lnTo>
                  <a:lnTo>
                    <a:pt x="336" y="1581"/>
                  </a:lnTo>
                  <a:lnTo>
                    <a:pt x="514" y="1581"/>
                  </a:lnTo>
                  <a:lnTo>
                    <a:pt x="771" y="1542"/>
                  </a:lnTo>
                  <a:lnTo>
                    <a:pt x="1047" y="1443"/>
                  </a:lnTo>
                  <a:lnTo>
                    <a:pt x="1324" y="1324"/>
                  </a:lnTo>
                  <a:lnTo>
                    <a:pt x="1798" y="1087"/>
                  </a:lnTo>
                  <a:lnTo>
                    <a:pt x="2015" y="988"/>
                  </a:lnTo>
                  <a:lnTo>
                    <a:pt x="1976" y="890"/>
                  </a:lnTo>
                  <a:lnTo>
                    <a:pt x="1897" y="653"/>
                  </a:lnTo>
                  <a:lnTo>
                    <a:pt x="1838" y="356"/>
                  </a:lnTo>
                  <a:lnTo>
                    <a:pt x="1838" y="179"/>
                  </a:lnTo>
                  <a:lnTo>
                    <a:pt x="1838" y="21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15"/>
            <p:cNvSpPr/>
            <p:nvPr/>
          </p:nvSpPr>
          <p:spPr>
            <a:xfrm>
              <a:off x="-1265225" y="3218100"/>
              <a:ext cx="72600" cy="76075"/>
            </a:xfrm>
            <a:custGeom>
              <a:rect b="b" l="l" r="r" t="t"/>
              <a:pathLst>
                <a:path extrusionOk="0" h="3043" w="2904">
                  <a:moveTo>
                    <a:pt x="1304" y="198"/>
                  </a:moveTo>
                  <a:lnTo>
                    <a:pt x="2667" y="1541"/>
                  </a:lnTo>
                  <a:lnTo>
                    <a:pt x="2548" y="1699"/>
                  </a:lnTo>
                  <a:lnTo>
                    <a:pt x="2252" y="2094"/>
                  </a:lnTo>
                  <a:lnTo>
                    <a:pt x="2054" y="2292"/>
                  </a:lnTo>
                  <a:lnTo>
                    <a:pt x="1877" y="2489"/>
                  </a:lnTo>
                  <a:lnTo>
                    <a:pt x="1699" y="2647"/>
                  </a:lnTo>
                  <a:lnTo>
                    <a:pt x="1561" y="2766"/>
                  </a:lnTo>
                  <a:lnTo>
                    <a:pt x="1403" y="2825"/>
                  </a:lnTo>
                  <a:lnTo>
                    <a:pt x="1264" y="2845"/>
                  </a:lnTo>
                  <a:lnTo>
                    <a:pt x="1106" y="2865"/>
                  </a:lnTo>
                  <a:lnTo>
                    <a:pt x="948" y="2845"/>
                  </a:lnTo>
                  <a:lnTo>
                    <a:pt x="790" y="2825"/>
                  </a:lnTo>
                  <a:lnTo>
                    <a:pt x="632" y="2766"/>
                  </a:lnTo>
                  <a:lnTo>
                    <a:pt x="494" y="2687"/>
                  </a:lnTo>
                  <a:lnTo>
                    <a:pt x="375" y="2588"/>
                  </a:lnTo>
                  <a:lnTo>
                    <a:pt x="277" y="2470"/>
                  </a:lnTo>
                  <a:lnTo>
                    <a:pt x="198" y="2331"/>
                  </a:lnTo>
                  <a:lnTo>
                    <a:pt x="178" y="2173"/>
                  </a:lnTo>
                  <a:lnTo>
                    <a:pt x="158" y="2015"/>
                  </a:lnTo>
                  <a:lnTo>
                    <a:pt x="158" y="1857"/>
                  </a:lnTo>
                  <a:lnTo>
                    <a:pt x="178" y="1719"/>
                  </a:lnTo>
                  <a:lnTo>
                    <a:pt x="217" y="1581"/>
                  </a:lnTo>
                  <a:lnTo>
                    <a:pt x="257" y="1482"/>
                  </a:lnTo>
                  <a:lnTo>
                    <a:pt x="336" y="1344"/>
                  </a:lnTo>
                  <a:lnTo>
                    <a:pt x="454" y="1166"/>
                  </a:lnTo>
                  <a:lnTo>
                    <a:pt x="810" y="731"/>
                  </a:lnTo>
                  <a:lnTo>
                    <a:pt x="1304" y="198"/>
                  </a:lnTo>
                  <a:close/>
                  <a:moveTo>
                    <a:pt x="1323" y="1"/>
                  </a:moveTo>
                  <a:lnTo>
                    <a:pt x="1185" y="119"/>
                  </a:lnTo>
                  <a:lnTo>
                    <a:pt x="869" y="415"/>
                  </a:lnTo>
                  <a:lnTo>
                    <a:pt x="514" y="810"/>
                  </a:lnTo>
                  <a:lnTo>
                    <a:pt x="336" y="1008"/>
                  </a:lnTo>
                  <a:lnTo>
                    <a:pt x="217" y="1225"/>
                  </a:lnTo>
                  <a:lnTo>
                    <a:pt x="119" y="1423"/>
                  </a:lnTo>
                  <a:lnTo>
                    <a:pt x="40" y="1620"/>
                  </a:lnTo>
                  <a:lnTo>
                    <a:pt x="0" y="1818"/>
                  </a:lnTo>
                  <a:lnTo>
                    <a:pt x="0" y="2015"/>
                  </a:lnTo>
                  <a:lnTo>
                    <a:pt x="0" y="2193"/>
                  </a:lnTo>
                  <a:lnTo>
                    <a:pt x="59" y="2371"/>
                  </a:lnTo>
                  <a:lnTo>
                    <a:pt x="119" y="2529"/>
                  </a:lnTo>
                  <a:lnTo>
                    <a:pt x="237" y="2667"/>
                  </a:lnTo>
                  <a:lnTo>
                    <a:pt x="356" y="2786"/>
                  </a:lnTo>
                  <a:lnTo>
                    <a:pt x="533" y="2904"/>
                  </a:lnTo>
                  <a:lnTo>
                    <a:pt x="731" y="2983"/>
                  </a:lnTo>
                  <a:lnTo>
                    <a:pt x="948" y="3023"/>
                  </a:lnTo>
                  <a:lnTo>
                    <a:pt x="1165" y="3042"/>
                  </a:lnTo>
                  <a:lnTo>
                    <a:pt x="1383" y="3023"/>
                  </a:lnTo>
                  <a:lnTo>
                    <a:pt x="1501" y="2983"/>
                  </a:lnTo>
                  <a:lnTo>
                    <a:pt x="1600" y="2944"/>
                  </a:lnTo>
                  <a:lnTo>
                    <a:pt x="1719" y="2884"/>
                  </a:lnTo>
                  <a:lnTo>
                    <a:pt x="1798" y="2805"/>
                  </a:lnTo>
                  <a:lnTo>
                    <a:pt x="1995" y="2628"/>
                  </a:lnTo>
                  <a:lnTo>
                    <a:pt x="2193" y="2430"/>
                  </a:lnTo>
                  <a:lnTo>
                    <a:pt x="2548" y="1996"/>
                  </a:lnTo>
                  <a:lnTo>
                    <a:pt x="2805" y="1660"/>
                  </a:lnTo>
                  <a:lnTo>
                    <a:pt x="2904" y="1522"/>
                  </a:lnTo>
                  <a:lnTo>
                    <a:pt x="2785" y="1423"/>
                  </a:lnTo>
                  <a:lnTo>
                    <a:pt x="2607" y="1265"/>
                  </a:lnTo>
                  <a:lnTo>
                    <a:pt x="2193" y="850"/>
                  </a:lnTo>
                  <a:lnTo>
                    <a:pt x="1640" y="277"/>
                  </a:lnTo>
                  <a:lnTo>
                    <a:pt x="132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15"/>
            <p:cNvSpPr/>
            <p:nvPr/>
          </p:nvSpPr>
          <p:spPr>
            <a:xfrm>
              <a:off x="-1000075" y="3266000"/>
              <a:ext cx="252375" cy="325450"/>
            </a:xfrm>
            <a:custGeom>
              <a:rect b="b" l="l" r="r" t="t"/>
              <a:pathLst>
                <a:path extrusionOk="0" h="13018" w="10095">
                  <a:moveTo>
                    <a:pt x="6539" y="1"/>
                  </a:moveTo>
                  <a:lnTo>
                    <a:pt x="6361" y="20"/>
                  </a:lnTo>
                  <a:lnTo>
                    <a:pt x="6183" y="40"/>
                  </a:lnTo>
                  <a:lnTo>
                    <a:pt x="6025" y="99"/>
                  </a:lnTo>
                  <a:lnTo>
                    <a:pt x="5867" y="178"/>
                  </a:lnTo>
                  <a:lnTo>
                    <a:pt x="5729" y="277"/>
                  </a:lnTo>
                  <a:lnTo>
                    <a:pt x="5591" y="376"/>
                  </a:lnTo>
                  <a:lnTo>
                    <a:pt x="5472" y="514"/>
                  </a:lnTo>
                  <a:lnTo>
                    <a:pt x="5215" y="791"/>
                  </a:lnTo>
                  <a:lnTo>
                    <a:pt x="4939" y="1126"/>
                  </a:lnTo>
                  <a:lnTo>
                    <a:pt x="4623" y="1600"/>
                  </a:lnTo>
                  <a:lnTo>
                    <a:pt x="4188" y="2272"/>
                  </a:lnTo>
                  <a:lnTo>
                    <a:pt x="3655" y="3141"/>
                  </a:lnTo>
                  <a:lnTo>
                    <a:pt x="3063" y="4149"/>
                  </a:lnTo>
                  <a:lnTo>
                    <a:pt x="1779" y="6400"/>
                  </a:lnTo>
                  <a:lnTo>
                    <a:pt x="495" y="8711"/>
                  </a:lnTo>
                  <a:lnTo>
                    <a:pt x="356" y="8988"/>
                  </a:lnTo>
                  <a:lnTo>
                    <a:pt x="238" y="9245"/>
                  </a:lnTo>
                  <a:lnTo>
                    <a:pt x="139" y="9501"/>
                  </a:lnTo>
                  <a:lnTo>
                    <a:pt x="80" y="9738"/>
                  </a:lnTo>
                  <a:lnTo>
                    <a:pt x="40" y="9956"/>
                  </a:lnTo>
                  <a:lnTo>
                    <a:pt x="1" y="10173"/>
                  </a:lnTo>
                  <a:lnTo>
                    <a:pt x="1" y="10390"/>
                  </a:lnTo>
                  <a:lnTo>
                    <a:pt x="1" y="10568"/>
                  </a:lnTo>
                  <a:lnTo>
                    <a:pt x="40" y="10765"/>
                  </a:lnTo>
                  <a:lnTo>
                    <a:pt x="80" y="10923"/>
                  </a:lnTo>
                  <a:lnTo>
                    <a:pt x="119" y="11101"/>
                  </a:lnTo>
                  <a:lnTo>
                    <a:pt x="198" y="11240"/>
                  </a:lnTo>
                  <a:lnTo>
                    <a:pt x="258" y="11378"/>
                  </a:lnTo>
                  <a:lnTo>
                    <a:pt x="356" y="11516"/>
                  </a:lnTo>
                  <a:lnTo>
                    <a:pt x="534" y="11753"/>
                  </a:lnTo>
                  <a:lnTo>
                    <a:pt x="752" y="11970"/>
                  </a:lnTo>
                  <a:lnTo>
                    <a:pt x="969" y="12128"/>
                  </a:lnTo>
                  <a:lnTo>
                    <a:pt x="1166" y="12267"/>
                  </a:lnTo>
                  <a:lnTo>
                    <a:pt x="1364" y="12385"/>
                  </a:lnTo>
                  <a:lnTo>
                    <a:pt x="1680" y="12523"/>
                  </a:lnTo>
                  <a:lnTo>
                    <a:pt x="1798" y="12563"/>
                  </a:lnTo>
                  <a:lnTo>
                    <a:pt x="2075" y="12662"/>
                  </a:lnTo>
                  <a:lnTo>
                    <a:pt x="2391" y="12760"/>
                  </a:lnTo>
                  <a:lnTo>
                    <a:pt x="2786" y="12859"/>
                  </a:lnTo>
                  <a:lnTo>
                    <a:pt x="3240" y="12938"/>
                  </a:lnTo>
                  <a:lnTo>
                    <a:pt x="3774" y="12997"/>
                  </a:lnTo>
                  <a:lnTo>
                    <a:pt x="4030" y="13017"/>
                  </a:lnTo>
                  <a:lnTo>
                    <a:pt x="4327" y="13017"/>
                  </a:lnTo>
                  <a:lnTo>
                    <a:pt x="4603" y="12997"/>
                  </a:lnTo>
                  <a:lnTo>
                    <a:pt x="4880" y="12958"/>
                  </a:lnTo>
                  <a:lnTo>
                    <a:pt x="5156" y="12899"/>
                  </a:lnTo>
                  <a:lnTo>
                    <a:pt x="5413" y="12820"/>
                  </a:lnTo>
                  <a:lnTo>
                    <a:pt x="5670" y="12721"/>
                  </a:lnTo>
                  <a:lnTo>
                    <a:pt x="5887" y="12583"/>
                  </a:lnTo>
                  <a:lnTo>
                    <a:pt x="6104" y="12425"/>
                  </a:lnTo>
                  <a:lnTo>
                    <a:pt x="6322" y="12247"/>
                  </a:lnTo>
                  <a:lnTo>
                    <a:pt x="6519" y="12049"/>
                  </a:lnTo>
                  <a:lnTo>
                    <a:pt x="6717" y="11832"/>
                  </a:lnTo>
                  <a:lnTo>
                    <a:pt x="6894" y="11595"/>
                  </a:lnTo>
                  <a:lnTo>
                    <a:pt x="7072" y="11338"/>
                  </a:lnTo>
                  <a:lnTo>
                    <a:pt x="7428" y="10805"/>
                  </a:lnTo>
                  <a:lnTo>
                    <a:pt x="7763" y="10212"/>
                  </a:lnTo>
                  <a:lnTo>
                    <a:pt x="8099" y="9600"/>
                  </a:lnTo>
                  <a:lnTo>
                    <a:pt x="8455" y="8948"/>
                  </a:lnTo>
                  <a:lnTo>
                    <a:pt x="8791" y="8277"/>
                  </a:lnTo>
                  <a:lnTo>
                    <a:pt x="9126" y="7566"/>
                  </a:lnTo>
                  <a:lnTo>
                    <a:pt x="9423" y="6835"/>
                  </a:lnTo>
                  <a:lnTo>
                    <a:pt x="9679" y="6124"/>
                  </a:lnTo>
                  <a:lnTo>
                    <a:pt x="9798" y="5748"/>
                  </a:lnTo>
                  <a:lnTo>
                    <a:pt x="9877" y="5393"/>
                  </a:lnTo>
                  <a:lnTo>
                    <a:pt x="9956" y="5037"/>
                  </a:lnTo>
                  <a:lnTo>
                    <a:pt x="10035" y="4682"/>
                  </a:lnTo>
                  <a:lnTo>
                    <a:pt x="10074" y="4346"/>
                  </a:lnTo>
                  <a:lnTo>
                    <a:pt x="10094" y="3991"/>
                  </a:lnTo>
                  <a:lnTo>
                    <a:pt x="10094" y="3674"/>
                  </a:lnTo>
                  <a:lnTo>
                    <a:pt x="10074" y="3358"/>
                  </a:lnTo>
                  <a:lnTo>
                    <a:pt x="10035" y="3062"/>
                  </a:lnTo>
                  <a:lnTo>
                    <a:pt x="9956" y="2766"/>
                  </a:lnTo>
                  <a:lnTo>
                    <a:pt x="9877" y="2509"/>
                  </a:lnTo>
                  <a:lnTo>
                    <a:pt x="9758" y="2252"/>
                  </a:lnTo>
                  <a:lnTo>
                    <a:pt x="9640" y="1996"/>
                  </a:lnTo>
                  <a:lnTo>
                    <a:pt x="9482" y="1759"/>
                  </a:lnTo>
                  <a:lnTo>
                    <a:pt x="9324" y="1541"/>
                  </a:lnTo>
                  <a:lnTo>
                    <a:pt x="9146" y="1344"/>
                  </a:lnTo>
                  <a:lnTo>
                    <a:pt x="8929" y="1146"/>
                  </a:lnTo>
                  <a:lnTo>
                    <a:pt x="8712" y="949"/>
                  </a:lnTo>
                  <a:lnTo>
                    <a:pt x="8494" y="791"/>
                  </a:lnTo>
                  <a:lnTo>
                    <a:pt x="8238" y="613"/>
                  </a:lnTo>
                  <a:lnTo>
                    <a:pt x="7981" y="475"/>
                  </a:lnTo>
                  <a:lnTo>
                    <a:pt x="7704" y="317"/>
                  </a:lnTo>
                  <a:lnTo>
                    <a:pt x="7428" y="198"/>
                  </a:lnTo>
                  <a:lnTo>
                    <a:pt x="7171" y="119"/>
                  </a:lnTo>
                  <a:lnTo>
                    <a:pt x="6954" y="40"/>
                  </a:lnTo>
                  <a:lnTo>
                    <a:pt x="67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15"/>
            <p:cNvSpPr/>
            <p:nvPr/>
          </p:nvSpPr>
          <p:spPr>
            <a:xfrm>
              <a:off x="-1423750" y="3975100"/>
              <a:ext cx="253850" cy="137300"/>
            </a:xfrm>
            <a:custGeom>
              <a:rect b="b" l="l" r="r" t="t"/>
              <a:pathLst>
                <a:path extrusionOk="0" h="5492" w="10154">
                  <a:moveTo>
                    <a:pt x="178" y="1"/>
                  </a:moveTo>
                  <a:lnTo>
                    <a:pt x="1" y="277"/>
                  </a:lnTo>
                  <a:lnTo>
                    <a:pt x="1285" y="1008"/>
                  </a:lnTo>
                  <a:lnTo>
                    <a:pt x="2509" y="1680"/>
                  </a:lnTo>
                  <a:lnTo>
                    <a:pt x="3754" y="2351"/>
                  </a:lnTo>
                  <a:lnTo>
                    <a:pt x="5373" y="3200"/>
                  </a:lnTo>
                  <a:lnTo>
                    <a:pt x="7427" y="4228"/>
                  </a:lnTo>
                  <a:lnTo>
                    <a:pt x="9975" y="5492"/>
                  </a:lnTo>
                  <a:lnTo>
                    <a:pt x="10153" y="5097"/>
                  </a:lnTo>
                  <a:lnTo>
                    <a:pt x="9936" y="4998"/>
                  </a:lnTo>
                  <a:lnTo>
                    <a:pt x="9264" y="4702"/>
                  </a:lnTo>
                  <a:lnTo>
                    <a:pt x="8257" y="4188"/>
                  </a:lnTo>
                  <a:lnTo>
                    <a:pt x="7625" y="3872"/>
                  </a:lnTo>
                  <a:lnTo>
                    <a:pt x="6934" y="3477"/>
                  </a:lnTo>
                  <a:lnTo>
                    <a:pt x="6084" y="3023"/>
                  </a:lnTo>
                  <a:lnTo>
                    <a:pt x="5077" y="2489"/>
                  </a:lnTo>
                  <a:lnTo>
                    <a:pt x="2825" y="1344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15"/>
            <p:cNvSpPr/>
            <p:nvPr/>
          </p:nvSpPr>
          <p:spPr>
            <a:xfrm>
              <a:off x="-1731375" y="3345000"/>
              <a:ext cx="124950" cy="251375"/>
            </a:xfrm>
            <a:custGeom>
              <a:rect b="b" l="l" r="r" t="t"/>
              <a:pathLst>
                <a:path extrusionOk="0" h="10055" w="4998">
                  <a:moveTo>
                    <a:pt x="395" y="1"/>
                  </a:moveTo>
                  <a:lnTo>
                    <a:pt x="178" y="40"/>
                  </a:lnTo>
                  <a:lnTo>
                    <a:pt x="40" y="60"/>
                  </a:lnTo>
                  <a:lnTo>
                    <a:pt x="20" y="100"/>
                  </a:lnTo>
                  <a:lnTo>
                    <a:pt x="0" y="119"/>
                  </a:lnTo>
                  <a:lnTo>
                    <a:pt x="2331" y="5117"/>
                  </a:lnTo>
                  <a:lnTo>
                    <a:pt x="4622" y="10055"/>
                  </a:lnTo>
                  <a:lnTo>
                    <a:pt x="4997" y="9699"/>
                  </a:lnTo>
                  <a:lnTo>
                    <a:pt x="4089" y="7823"/>
                  </a:lnTo>
                  <a:lnTo>
                    <a:pt x="2528" y="4524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98B1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15"/>
            <p:cNvSpPr/>
            <p:nvPr/>
          </p:nvSpPr>
          <p:spPr>
            <a:xfrm>
              <a:off x="-1187225" y="3148475"/>
              <a:ext cx="262250" cy="196550"/>
            </a:xfrm>
            <a:custGeom>
              <a:rect b="b" l="l" r="r" t="t"/>
              <a:pathLst>
                <a:path extrusionOk="0" h="7862" w="10490">
                  <a:moveTo>
                    <a:pt x="119" y="1"/>
                  </a:moveTo>
                  <a:lnTo>
                    <a:pt x="60" y="20"/>
                  </a:lnTo>
                  <a:lnTo>
                    <a:pt x="40" y="40"/>
                  </a:lnTo>
                  <a:lnTo>
                    <a:pt x="21" y="60"/>
                  </a:lnTo>
                  <a:lnTo>
                    <a:pt x="1" y="99"/>
                  </a:lnTo>
                  <a:lnTo>
                    <a:pt x="21" y="159"/>
                  </a:lnTo>
                  <a:lnTo>
                    <a:pt x="60" y="297"/>
                  </a:lnTo>
                  <a:lnTo>
                    <a:pt x="139" y="494"/>
                  </a:lnTo>
                  <a:lnTo>
                    <a:pt x="258" y="712"/>
                  </a:lnTo>
                  <a:lnTo>
                    <a:pt x="435" y="949"/>
                  </a:lnTo>
                  <a:lnTo>
                    <a:pt x="633" y="1225"/>
                  </a:lnTo>
                  <a:lnTo>
                    <a:pt x="870" y="1541"/>
                  </a:lnTo>
                  <a:lnTo>
                    <a:pt x="1127" y="1838"/>
                  </a:lnTo>
                  <a:lnTo>
                    <a:pt x="1423" y="2173"/>
                  </a:lnTo>
                  <a:lnTo>
                    <a:pt x="1739" y="2509"/>
                  </a:lnTo>
                  <a:lnTo>
                    <a:pt x="2095" y="2845"/>
                  </a:lnTo>
                  <a:lnTo>
                    <a:pt x="2470" y="3181"/>
                  </a:lnTo>
                  <a:lnTo>
                    <a:pt x="2845" y="3516"/>
                  </a:lnTo>
                  <a:lnTo>
                    <a:pt x="3260" y="3813"/>
                  </a:lnTo>
                  <a:lnTo>
                    <a:pt x="3695" y="4129"/>
                  </a:lnTo>
                  <a:lnTo>
                    <a:pt x="6993" y="6321"/>
                  </a:lnTo>
                  <a:lnTo>
                    <a:pt x="9265" y="7862"/>
                  </a:lnTo>
                  <a:lnTo>
                    <a:pt x="10489" y="5788"/>
                  </a:lnTo>
                  <a:lnTo>
                    <a:pt x="9028" y="4860"/>
                  </a:lnTo>
                  <a:lnTo>
                    <a:pt x="6796" y="3477"/>
                  </a:lnTo>
                  <a:lnTo>
                    <a:pt x="5887" y="2944"/>
                  </a:lnTo>
                  <a:lnTo>
                    <a:pt x="4880" y="2351"/>
                  </a:lnTo>
                  <a:lnTo>
                    <a:pt x="3813" y="1759"/>
                  </a:lnTo>
                  <a:lnTo>
                    <a:pt x="2766" y="1205"/>
                  </a:lnTo>
                  <a:lnTo>
                    <a:pt x="1798" y="712"/>
                  </a:lnTo>
                  <a:lnTo>
                    <a:pt x="969" y="317"/>
                  </a:lnTo>
                  <a:lnTo>
                    <a:pt x="653" y="178"/>
                  </a:lnTo>
                  <a:lnTo>
                    <a:pt x="376" y="80"/>
                  </a:lnTo>
                  <a:lnTo>
                    <a:pt x="179" y="2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15"/>
            <p:cNvSpPr/>
            <p:nvPr/>
          </p:nvSpPr>
          <p:spPr>
            <a:xfrm>
              <a:off x="-1768900" y="3553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15"/>
            <p:cNvSpPr/>
            <p:nvPr/>
          </p:nvSpPr>
          <p:spPr>
            <a:xfrm>
              <a:off x="-1768425" y="355092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15"/>
            <p:cNvSpPr/>
            <p:nvPr/>
          </p:nvSpPr>
          <p:spPr>
            <a:xfrm>
              <a:off x="-1782750" y="3483275"/>
              <a:ext cx="58800" cy="75075"/>
            </a:xfrm>
            <a:custGeom>
              <a:rect b="b" l="l" r="r" t="t"/>
              <a:pathLst>
                <a:path extrusionOk="0" h="3003" w="2352">
                  <a:moveTo>
                    <a:pt x="1324" y="20"/>
                  </a:moveTo>
                  <a:lnTo>
                    <a:pt x="1364" y="40"/>
                  </a:lnTo>
                  <a:lnTo>
                    <a:pt x="1364" y="40"/>
                  </a:lnTo>
                  <a:lnTo>
                    <a:pt x="1344" y="20"/>
                  </a:lnTo>
                  <a:close/>
                  <a:moveTo>
                    <a:pt x="969" y="99"/>
                  </a:moveTo>
                  <a:lnTo>
                    <a:pt x="969" y="119"/>
                  </a:lnTo>
                  <a:lnTo>
                    <a:pt x="949" y="11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89" y="119"/>
                  </a:lnTo>
                  <a:lnTo>
                    <a:pt x="1008" y="129"/>
                  </a:lnTo>
                  <a:lnTo>
                    <a:pt x="969" y="99"/>
                  </a:lnTo>
                  <a:close/>
                  <a:moveTo>
                    <a:pt x="1008" y="129"/>
                  </a:moveTo>
                  <a:lnTo>
                    <a:pt x="1048" y="159"/>
                  </a:lnTo>
                  <a:lnTo>
                    <a:pt x="1048" y="159"/>
                  </a:lnTo>
                  <a:lnTo>
                    <a:pt x="1041" y="145"/>
                  </a:lnTo>
                  <a:lnTo>
                    <a:pt x="1041" y="145"/>
                  </a:lnTo>
                  <a:lnTo>
                    <a:pt x="1028" y="139"/>
                  </a:lnTo>
                  <a:lnTo>
                    <a:pt x="1008" y="129"/>
                  </a:lnTo>
                  <a:close/>
                  <a:moveTo>
                    <a:pt x="1028" y="119"/>
                  </a:moveTo>
                  <a:lnTo>
                    <a:pt x="1041" y="145"/>
                  </a:lnTo>
                  <a:lnTo>
                    <a:pt x="1041" y="145"/>
                  </a:lnTo>
                  <a:lnTo>
                    <a:pt x="1068" y="159"/>
                  </a:lnTo>
                  <a:lnTo>
                    <a:pt x="1028" y="119"/>
                  </a:lnTo>
                  <a:close/>
                  <a:moveTo>
                    <a:pt x="1048" y="159"/>
                  </a:moveTo>
                  <a:lnTo>
                    <a:pt x="1074" y="172"/>
                  </a:lnTo>
                  <a:lnTo>
                    <a:pt x="1074" y="172"/>
                  </a:lnTo>
                  <a:lnTo>
                    <a:pt x="1068" y="159"/>
                  </a:lnTo>
                  <a:close/>
                  <a:moveTo>
                    <a:pt x="1087" y="435"/>
                  </a:moveTo>
                  <a:lnTo>
                    <a:pt x="1107" y="455"/>
                  </a:lnTo>
                  <a:lnTo>
                    <a:pt x="1068" y="435"/>
                  </a:lnTo>
                  <a:close/>
                  <a:moveTo>
                    <a:pt x="811" y="494"/>
                  </a:moveTo>
                  <a:lnTo>
                    <a:pt x="850" y="534"/>
                  </a:lnTo>
                  <a:lnTo>
                    <a:pt x="850" y="554"/>
                  </a:lnTo>
                  <a:lnTo>
                    <a:pt x="811" y="494"/>
                  </a:lnTo>
                  <a:close/>
                  <a:moveTo>
                    <a:pt x="613" y="731"/>
                  </a:moveTo>
                  <a:lnTo>
                    <a:pt x="673" y="771"/>
                  </a:lnTo>
                  <a:lnTo>
                    <a:pt x="653" y="751"/>
                  </a:lnTo>
                  <a:lnTo>
                    <a:pt x="633" y="731"/>
                  </a:lnTo>
                  <a:close/>
                  <a:moveTo>
                    <a:pt x="594" y="652"/>
                  </a:moveTo>
                  <a:lnTo>
                    <a:pt x="594" y="672"/>
                  </a:lnTo>
                  <a:lnTo>
                    <a:pt x="574" y="692"/>
                  </a:lnTo>
                  <a:lnTo>
                    <a:pt x="534" y="672"/>
                  </a:lnTo>
                  <a:lnTo>
                    <a:pt x="534" y="672"/>
                  </a:lnTo>
                  <a:lnTo>
                    <a:pt x="594" y="771"/>
                  </a:lnTo>
                  <a:lnTo>
                    <a:pt x="653" y="791"/>
                  </a:lnTo>
                  <a:lnTo>
                    <a:pt x="712" y="830"/>
                  </a:lnTo>
                  <a:lnTo>
                    <a:pt x="712" y="830"/>
                  </a:lnTo>
                  <a:lnTo>
                    <a:pt x="633" y="771"/>
                  </a:lnTo>
                  <a:lnTo>
                    <a:pt x="574" y="712"/>
                  </a:lnTo>
                  <a:lnTo>
                    <a:pt x="594" y="712"/>
                  </a:lnTo>
                  <a:lnTo>
                    <a:pt x="633" y="731"/>
                  </a:lnTo>
                  <a:lnTo>
                    <a:pt x="633" y="712"/>
                  </a:lnTo>
                  <a:lnTo>
                    <a:pt x="653" y="712"/>
                  </a:lnTo>
                  <a:lnTo>
                    <a:pt x="613" y="652"/>
                  </a:lnTo>
                  <a:close/>
                  <a:moveTo>
                    <a:pt x="475" y="988"/>
                  </a:moveTo>
                  <a:lnTo>
                    <a:pt x="495" y="1008"/>
                  </a:lnTo>
                  <a:lnTo>
                    <a:pt x="455" y="1008"/>
                  </a:lnTo>
                  <a:lnTo>
                    <a:pt x="475" y="1028"/>
                  </a:lnTo>
                  <a:lnTo>
                    <a:pt x="515" y="1047"/>
                  </a:lnTo>
                  <a:lnTo>
                    <a:pt x="475" y="1047"/>
                  </a:lnTo>
                  <a:lnTo>
                    <a:pt x="574" y="1087"/>
                  </a:lnTo>
                  <a:lnTo>
                    <a:pt x="554" y="1067"/>
                  </a:lnTo>
                  <a:lnTo>
                    <a:pt x="574" y="1067"/>
                  </a:lnTo>
                  <a:lnTo>
                    <a:pt x="607" y="1100"/>
                  </a:lnTo>
                  <a:lnTo>
                    <a:pt x="594" y="1087"/>
                  </a:lnTo>
                  <a:lnTo>
                    <a:pt x="594" y="1067"/>
                  </a:lnTo>
                  <a:lnTo>
                    <a:pt x="554" y="1028"/>
                  </a:lnTo>
                  <a:lnTo>
                    <a:pt x="475" y="988"/>
                  </a:lnTo>
                  <a:close/>
                  <a:moveTo>
                    <a:pt x="613" y="1107"/>
                  </a:moveTo>
                  <a:lnTo>
                    <a:pt x="633" y="1126"/>
                  </a:lnTo>
                  <a:lnTo>
                    <a:pt x="653" y="1146"/>
                  </a:lnTo>
                  <a:lnTo>
                    <a:pt x="613" y="1107"/>
                  </a:lnTo>
                  <a:close/>
                  <a:moveTo>
                    <a:pt x="436" y="1205"/>
                  </a:moveTo>
                  <a:lnTo>
                    <a:pt x="436" y="1205"/>
                  </a:lnTo>
                  <a:lnTo>
                    <a:pt x="436" y="1205"/>
                  </a:lnTo>
                  <a:close/>
                  <a:moveTo>
                    <a:pt x="455" y="1304"/>
                  </a:moveTo>
                  <a:lnTo>
                    <a:pt x="436" y="1324"/>
                  </a:lnTo>
                  <a:lnTo>
                    <a:pt x="440" y="1339"/>
                  </a:lnTo>
                  <a:lnTo>
                    <a:pt x="440" y="1339"/>
                  </a:lnTo>
                  <a:lnTo>
                    <a:pt x="455" y="1324"/>
                  </a:lnTo>
                  <a:lnTo>
                    <a:pt x="455" y="1304"/>
                  </a:lnTo>
                  <a:close/>
                  <a:moveTo>
                    <a:pt x="440" y="1339"/>
                  </a:moveTo>
                  <a:lnTo>
                    <a:pt x="436" y="1344"/>
                  </a:lnTo>
                  <a:lnTo>
                    <a:pt x="445" y="1354"/>
                  </a:lnTo>
                  <a:lnTo>
                    <a:pt x="440" y="1339"/>
                  </a:lnTo>
                  <a:close/>
                  <a:moveTo>
                    <a:pt x="1680" y="1477"/>
                  </a:moveTo>
                  <a:lnTo>
                    <a:pt x="1680" y="1482"/>
                  </a:lnTo>
                  <a:lnTo>
                    <a:pt x="1739" y="1521"/>
                  </a:lnTo>
                  <a:lnTo>
                    <a:pt x="1680" y="1477"/>
                  </a:lnTo>
                  <a:close/>
                  <a:moveTo>
                    <a:pt x="324" y="1732"/>
                  </a:moveTo>
                  <a:lnTo>
                    <a:pt x="357" y="1758"/>
                  </a:lnTo>
                  <a:lnTo>
                    <a:pt x="337" y="1758"/>
                  </a:lnTo>
                  <a:lnTo>
                    <a:pt x="324" y="1732"/>
                  </a:lnTo>
                  <a:close/>
                  <a:moveTo>
                    <a:pt x="495" y="1739"/>
                  </a:moveTo>
                  <a:lnTo>
                    <a:pt x="495" y="1758"/>
                  </a:lnTo>
                  <a:lnTo>
                    <a:pt x="515" y="1778"/>
                  </a:lnTo>
                  <a:lnTo>
                    <a:pt x="495" y="1739"/>
                  </a:lnTo>
                  <a:close/>
                  <a:moveTo>
                    <a:pt x="1087" y="2055"/>
                  </a:moveTo>
                  <a:lnTo>
                    <a:pt x="1107" y="2074"/>
                  </a:lnTo>
                  <a:lnTo>
                    <a:pt x="1166" y="2134"/>
                  </a:lnTo>
                  <a:lnTo>
                    <a:pt x="1166" y="2134"/>
                  </a:lnTo>
                  <a:lnTo>
                    <a:pt x="1147" y="2094"/>
                  </a:lnTo>
                  <a:lnTo>
                    <a:pt x="1206" y="2153"/>
                  </a:lnTo>
                  <a:lnTo>
                    <a:pt x="1166" y="2094"/>
                  </a:lnTo>
                  <a:lnTo>
                    <a:pt x="1087" y="2055"/>
                  </a:lnTo>
                  <a:close/>
                  <a:moveTo>
                    <a:pt x="199" y="2134"/>
                  </a:moveTo>
                  <a:lnTo>
                    <a:pt x="218" y="2153"/>
                  </a:lnTo>
                  <a:lnTo>
                    <a:pt x="218" y="2134"/>
                  </a:lnTo>
                  <a:close/>
                  <a:moveTo>
                    <a:pt x="515" y="2193"/>
                  </a:moveTo>
                  <a:lnTo>
                    <a:pt x="534" y="2213"/>
                  </a:lnTo>
                  <a:lnTo>
                    <a:pt x="554" y="2213"/>
                  </a:lnTo>
                  <a:lnTo>
                    <a:pt x="515" y="2193"/>
                  </a:lnTo>
                  <a:close/>
                  <a:moveTo>
                    <a:pt x="1" y="2351"/>
                  </a:moveTo>
                  <a:lnTo>
                    <a:pt x="40" y="2371"/>
                  </a:lnTo>
                  <a:lnTo>
                    <a:pt x="21" y="2351"/>
                  </a:lnTo>
                  <a:close/>
                  <a:moveTo>
                    <a:pt x="278" y="2391"/>
                  </a:moveTo>
                  <a:lnTo>
                    <a:pt x="317" y="2430"/>
                  </a:lnTo>
                  <a:lnTo>
                    <a:pt x="297" y="2430"/>
                  </a:lnTo>
                  <a:lnTo>
                    <a:pt x="238" y="2391"/>
                  </a:lnTo>
                  <a:close/>
                  <a:moveTo>
                    <a:pt x="1226" y="2430"/>
                  </a:moveTo>
                  <a:lnTo>
                    <a:pt x="1245" y="2450"/>
                  </a:lnTo>
                  <a:lnTo>
                    <a:pt x="1265" y="2470"/>
                  </a:lnTo>
                  <a:lnTo>
                    <a:pt x="1265" y="2470"/>
                  </a:lnTo>
                  <a:lnTo>
                    <a:pt x="1186" y="2430"/>
                  </a:lnTo>
                  <a:close/>
                  <a:moveTo>
                    <a:pt x="1324" y="2470"/>
                  </a:moveTo>
                  <a:lnTo>
                    <a:pt x="1324" y="2470"/>
                  </a:lnTo>
                  <a:lnTo>
                    <a:pt x="1324" y="2470"/>
                  </a:lnTo>
                  <a:close/>
                  <a:moveTo>
                    <a:pt x="1166" y="2509"/>
                  </a:moveTo>
                  <a:lnTo>
                    <a:pt x="1186" y="2529"/>
                  </a:lnTo>
                  <a:lnTo>
                    <a:pt x="1206" y="2549"/>
                  </a:lnTo>
                  <a:lnTo>
                    <a:pt x="1166" y="2509"/>
                  </a:lnTo>
                  <a:close/>
                  <a:moveTo>
                    <a:pt x="297" y="2549"/>
                  </a:moveTo>
                  <a:lnTo>
                    <a:pt x="317" y="2568"/>
                  </a:lnTo>
                  <a:lnTo>
                    <a:pt x="337" y="2568"/>
                  </a:lnTo>
                  <a:lnTo>
                    <a:pt x="297" y="2549"/>
                  </a:lnTo>
                  <a:close/>
                  <a:moveTo>
                    <a:pt x="673" y="2568"/>
                  </a:moveTo>
                  <a:lnTo>
                    <a:pt x="673" y="2608"/>
                  </a:lnTo>
                  <a:lnTo>
                    <a:pt x="692" y="2588"/>
                  </a:lnTo>
                  <a:lnTo>
                    <a:pt x="673" y="2568"/>
                  </a:lnTo>
                  <a:close/>
                  <a:moveTo>
                    <a:pt x="1166" y="2588"/>
                  </a:moveTo>
                  <a:lnTo>
                    <a:pt x="1166" y="2608"/>
                  </a:lnTo>
                  <a:lnTo>
                    <a:pt x="1226" y="2647"/>
                  </a:lnTo>
                  <a:lnTo>
                    <a:pt x="1226" y="2647"/>
                  </a:lnTo>
                  <a:lnTo>
                    <a:pt x="1206" y="2628"/>
                  </a:lnTo>
                  <a:lnTo>
                    <a:pt x="1166" y="2588"/>
                  </a:lnTo>
                  <a:close/>
                  <a:moveTo>
                    <a:pt x="771" y="2647"/>
                  </a:moveTo>
                  <a:lnTo>
                    <a:pt x="831" y="2707"/>
                  </a:lnTo>
                  <a:lnTo>
                    <a:pt x="929" y="2805"/>
                  </a:lnTo>
                  <a:lnTo>
                    <a:pt x="910" y="2766"/>
                  </a:lnTo>
                  <a:lnTo>
                    <a:pt x="870" y="2726"/>
                  </a:lnTo>
                  <a:lnTo>
                    <a:pt x="771" y="2647"/>
                  </a:lnTo>
                  <a:close/>
                  <a:moveTo>
                    <a:pt x="732" y="2825"/>
                  </a:moveTo>
                  <a:lnTo>
                    <a:pt x="752" y="2845"/>
                  </a:lnTo>
                  <a:lnTo>
                    <a:pt x="771" y="2884"/>
                  </a:lnTo>
                  <a:lnTo>
                    <a:pt x="791" y="2884"/>
                  </a:lnTo>
                  <a:lnTo>
                    <a:pt x="771" y="2865"/>
                  </a:lnTo>
                  <a:lnTo>
                    <a:pt x="752" y="2845"/>
                  </a:lnTo>
                  <a:lnTo>
                    <a:pt x="752" y="2845"/>
                  </a:lnTo>
                  <a:lnTo>
                    <a:pt x="791" y="2865"/>
                  </a:lnTo>
                  <a:lnTo>
                    <a:pt x="732" y="2825"/>
                  </a:lnTo>
                  <a:close/>
                  <a:moveTo>
                    <a:pt x="1443" y="1"/>
                  </a:moveTo>
                  <a:lnTo>
                    <a:pt x="1443" y="20"/>
                  </a:lnTo>
                  <a:lnTo>
                    <a:pt x="1463" y="40"/>
                  </a:lnTo>
                  <a:lnTo>
                    <a:pt x="1482" y="60"/>
                  </a:lnTo>
                  <a:lnTo>
                    <a:pt x="1463" y="60"/>
                  </a:lnTo>
                  <a:lnTo>
                    <a:pt x="1443" y="40"/>
                  </a:lnTo>
                  <a:lnTo>
                    <a:pt x="1443" y="60"/>
                  </a:lnTo>
                  <a:lnTo>
                    <a:pt x="1423" y="60"/>
                  </a:lnTo>
                  <a:lnTo>
                    <a:pt x="1364" y="40"/>
                  </a:lnTo>
                  <a:lnTo>
                    <a:pt x="1344" y="40"/>
                  </a:lnTo>
                  <a:lnTo>
                    <a:pt x="1344" y="60"/>
                  </a:lnTo>
                  <a:lnTo>
                    <a:pt x="1384" y="80"/>
                  </a:lnTo>
                  <a:lnTo>
                    <a:pt x="1384" y="80"/>
                  </a:lnTo>
                  <a:lnTo>
                    <a:pt x="1324" y="60"/>
                  </a:lnTo>
                  <a:lnTo>
                    <a:pt x="1423" y="139"/>
                  </a:lnTo>
                  <a:lnTo>
                    <a:pt x="1463" y="159"/>
                  </a:lnTo>
                  <a:lnTo>
                    <a:pt x="1482" y="198"/>
                  </a:lnTo>
                  <a:lnTo>
                    <a:pt x="1423" y="178"/>
                  </a:lnTo>
                  <a:lnTo>
                    <a:pt x="1384" y="139"/>
                  </a:lnTo>
                  <a:lnTo>
                    <a:pt x="1324" y="99"/>
                  </a:lnTo>
                  <a:lnTo>
                    <a:pt x="1324" y="99"/>
                  </a:lnTo>
                  <a:lnTo>
                    <a:pt x="1285" y="80"/>
                  </a:lnTo>
                  <a:lnTo>
                    <a:pt x="1245" y="80"/>
                  </a:lnTo>
                  <a:lnTo>
                    <a:pt x="1206" y="40"/>
                  </a:lnTo>
                  <a:lnTo>
                    <a:pt x="1147" y="40"/>
                  </a:lnTo>
                  <a:lnTo>
                    <a:pt x="1186" y="80"/>
                  </a:lnTo>
                  <a:lnTo>
                    <a:pt x="1147" y="80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27" y="80"/>
                  </a:lnTo>
                  <a:lnTo>
                    <a:pt x="1107" y="80"/>
                  </a:lnTo>
                  <a:lnTo>
                    <a:pt x="1107" y="99"/>
                  </a:lnTo>
                  <a:lnTo>
                    <a:pt x="1127" y="119"/>
                  </a:lnTo>
                  <a:lnTo>
                    <a:pt x="1107" y="139"/>
                  </a:lnTo>
                  <a:lnTo>
                    <a:pt x="1087" y="119"/>
                  </a:lnTo>
                  <a:lnTo>
                    <a:pt x="1048" y="99"/>
                  </a:lnTo>
                  <a:lnTo>
                    <a:pt x="1107" y="159"/>
                  </a:lnTo>
                  <a:lnTo>
                    <a:pt x="1186" y="218"/>
                  </a:lnTo>
                  <a:lnTo>
                    <a:pt x="1186" y="218"/>
                  </a:lnTo>
                  <a:lnTo>
                    <a:pt x="1127" y="198"/>
                  </a:lnTo>
                  <a:lnTo>
                    <a:pt x="1074" y="172"/>
                  </a:lnTo>
                  <a:lnTo>
                    <a:pt x="1074" y="172"/>
                  </a:lnTo>
                  <a:lnTo>
                    <a:pt x="1087" y="198"/>
                  </a:lnTo>
                  <a:lnTo>
                    <a:pt x="1107" y="238"/>
                  </a:lnTo>
                  <a:lnTo>
                    <a:pt x="1186" y="297"/>
                  </a:lnTo>
                  <a:lnTo>
                    <a:pt x="1127" y="297"/>
                  </a:lnTo>
                  <a:lnTo>
                    <a:pt x="1087" y="257"/>
                  </a:lnTo>
                  <a:lnTo>
                    <a:pt x="1048" y="218"/>
                  </a:lnTo>
                  <a:lnTo>
                    <a:pt x="1048" y="238"/>
                  </a:lnTo>
                  <a:lnTo>
                    <a:pt x="1028" y="238"/>
                  </a:lnTo>
                  <a:lnTo>
                    <a:pt x="969" y="218"/>
                  </a:lnTo>
                  <a:lnTo>
                    <a:pt x="969" y="218"/>
                  </a:lnTo>
                  <a:lnTo>
                    <a:pt x="1008" y="238"/>
                  </a:lnTo>
                  <a:lnTo>
                    <a:pt x="1048" y="277"/>
                  </a:lnTo>
                  <a:lnTo>
                    <a:pt x="1048" y="277"/>
                  </a:lnTo>
                  <a:lnTo>
                    <a:pt x="969" y="238"/>
                  </a:lnTo>
                  <a:lnTo>
                    <a:pt x="949" y="257"/>
                  </a:lnTo>
                  <a:lnTo>
                    <a:pt x="890" y="257"/>
                  </a:lnTo>
                  <a:lnTo>
                    <a:pt x="890" y="277"/>
                  </a:lnTo>
                  <a:lnTo>
                    <a:pt x="969" y="317"/>
                  </a:lnTo>
                  <a:lnTo>
                    <a:pt x="969" y="317"/>
                  </a:lnTo>
                  <a:lnTo>
                    <a:pt x="910" y="277"/>
                  </a:lnTo>
                  <a:lnTo>
                    <a:pt x="1008" y="336"/>
                  </a:lnTo>
                  <a:lnTo>
                    <a:pt x="1087" y="415"/>
                  </a:lnTo>
                  <a:lnTo>
                    <a:pt x="1068" y="415"/>
                  </a:lnTo>
                  <a:lnTo>
                    <a:pt x="1028" y="396"/>
                  </a:lnTo>
                  <a:lnTo>
                    <a:pt x="1028" y="396"/>
                  </a:lnTo>
                  <a:lnTo>
                    <a:pt x="1041" y="422"/>
                  </a:lnTo>
                  <a:lnTo>
                    <a:pt x="1041" y="422"/>
                  </a:lnTo>
                  <a:lnTo>
                    <a:pt x="1028" y="415"/>
                  </a:lnTo>
                  <a:lnTo>
                    <a:pt x="1028" y="435"/>
                  </a:lnTo>
                  <a:lnTo>
                    <a:pt x="969" y="376"/>
                  </a:lnTo>
                  <a:lnTo>
                    <a:pt x="929" y="376"/>
                  </a:lnTo>
                  <a:lnTo>
                    <a:pt x="890" y="336"/>
                  </a:lnTo>
                  <a:lnTo>
                    <a:pt x="890" y="356"/>
                  </a:lnTo>
                  <a:lnTo>
                    <a:pt x="831" y="297"/>
                  </a:lnTo>
                  <a:lnTo>
                    <a:pt x="811" y="297"/>
                  </a:lnTo>
                  <a:lnTo>
                    <a:pt x="831" y="317"/>
                  </a:lnTo>
                  <a:lnTo>
                    <a:pt x="831" y="336"/>
                  </a:lnTo>
                  <a:lnTo>
                    <a:pt x="791" y="317"/>
                  </a:lnTo>
                  <a:lnTo>
                    <a:pt x="850" y="356"/>
                  </a:lnTo>
                  <a:lnTo>
                    <a:pt x="771" y="356"/>
                  </a:lnTo>
                  <a:lnTo>
                    <a:pt x="811" y="396"/>
                  </a:lnTo>
                  <a:lnTo>
                    <a:pt x="831" y="415"/>
                  </a:lnTo>
                  <a:lnTo>
                    <a:pt x="791" y="396"/>
                  </a:lnTo>
                  <a:lnTo>
                    <a:pt x="752" y="396"/>
                  </a:lnTo>
                  <a:lnTo>
                    <a:pt x="771" y="435"/>
                  </a:lnTo>
                  <a:lnTo>
                    <a:pt x="850" y="494"/>
                  </a:lnTo>
                  <a:lnTo>
                    <a:pt x="850" y="514"/>
                  </a:lnTo>
                  <a:lnTo>
                    <a:pt x="831" y="494"/>
                  </a:lnTo>
                  <a:lnTo>
                    <a:pt x="791" y="475"/>
                  </a:lnTo>
                  <a:lnTo>
                    <a:pt x="811" y="494"/>
                  </a:lnTo>
                  <a:lnTo>
                    <a:pt x="771" y="475"/>
                  </a:lnTo>
                  <a:lnTo>
                    <a:pt x="752" y="494"/>
                  </a:lnTo>
                  <a:lnTo>
                    <a:pt x="732" y="494"/>
                  </a:lnTo>
                  <a:lnTo>
                    <a:pt x="890" y="652"/>
                  </a:lnTo>
                  <a:lnTo>
                    <a:pt x="969" y="731"/>
                  </a:lnTo>
                  <a:lnTo>
                    <a:pt x="1068" y="791"/>
                  </a:lnTo>
                  <a:lnTo>
                    <a:pt x="1068" y="791"/>
                  </a:lnTo>
                  <a:lnTo>
                    <a:pt x="1008" y="771"/>
                  </a:lnTo>
                  <a:lnTo>
                    <a:pt x="969" y="771"/>
                  </a:lnTo>
                  <a:lnTo>
                    <a:pt x="910" y="731"/>
                  </a:lnTo>
                  <a:lnTo>
                    <a:pt x="870" y="712"/>
                  </a:lnTo>
                  <a:lnTo>
                    <a:pt x="870" y="692"/>
                  </a:lnTo>
                  <a:lnTo>
                    <a:pt x="910" y="712"/>
                  </a:lnTo>
                  <a:lnTo>
                    <a:pt x="929" y="731"/>
                  </a:lnTo>
                  <a:lnTo>
                    <a:pt x="929" y="712"/>
                  </a:lnTo>
                  <a:lnTo>
                    <a:pt x="791" y="652"/>
                  </a:lnTo>
                  <a:lnTo>
                    <a:pt x="752" y="613"/>
                  </a:lnTo>
                  <a:lnTo>
                    <a:pt x="732" y="593"/>
                  </a:lnTo>
                  <a:lnTo>
                    <a:pt x="653" y="534"/>
                  </a:lnTo>
                  <a:lnTo>
                    <a:pt x="653" y="554"/>
                  </a:lnTo>
                  <a:lnTo>
                    <a:pt x="673" y="573"/>
                  </a:lnTo>
                  <a:lnTo>
                    <a:pt x="633" y="573"/>
                  </a:lnTo>
                  <a:lnTo>
                    <a:pt x="653" y="593"/>
                  </a:lnTo>
                  <a:lnTo>
                    <a:pt x="653" y="613"/>
                  </a:lnTo>
                  <a:lnTo>
                    <a:pt x="692" y="652"/>
                  </a:lnTo>
                  <a:lnTo>
                    <a:pt x="673" y="652"/>
                  </a:lnTo>
                  <a:lnTo>
                    <a:pt x="633" y="633"/>
                  </a:lnTo>
                  <a:lnTo>
                    <a:pt x="653" y="672"/>
                  </a:lnTo>
                  <a:lnTo>
                    <a:pt x="712" y="712"/>
                  </a:lnTo>
                  <a:lnTo>
                    <a:pt x="791" y="771"/>
                  </a:lnTo>
                  <a:lnTo>
                    <a:pt x="811" y="810"/>
                  </a:lnTo>
                  <a:lnTo>
                    <a:pt x="791" y="810"/>
                  </a:lnTo>
                  <a:lnTo>
                    <a:pt x="771" y="791"/>
                  </a:lnTo>
                  <a:lnTo>
                    <a:pt x="752" y="771"/>
                  </a:lnTo>
                  <a:lnTo>
                    <a:pt x="771" y="810"/>
                  </a:lnTo>
                  <a:lnTo>
                    <a:pt x="712" y="791"/>
                  </a:lnTo>
                  <a:lnTo>
                    <a:pt x="712" y="771"/>
                  </a:lnTo>
                  <a:lnTo>
                    <a:pt x="692" y="751"/>
                  </a:lnTo>
                  <a:lnTo>
                    <a:pt x="692" y="771"/>
                  </a:lnTo>
                  <a:lnTo>
                    <a:pt x="752" y="830"/>
                  </a:lnTo>
                  <a:lnTo>
                    <a:pt x="712" y="830"/>
                  </a:lnTo>
                  <a:lnTo>
                    <a:pt x="633" y="791"/>
                  </a:lnTo>
                  <a:lnTo>
                    <a:pt x="574" y="791"/>
                  </a:lnTo>
                  <a:lnTo>
                    <a:pt x="653" y="850"/>
                  </a:lnTo>
                  <a:lnTo>
                    <a:pt x="692" y="889"/>
                  </a:lnTo>
                  <a:lnTo>
                    <a:pt x="692" y="870"/>
                  </a:lnTo>
                  <a:lnTo>
                    <a:pt x="712" y="889"/>
                  </a:lnTo>
                  <a:lnTo>
                    <a:pt x="732" y="909"/>
                  </a:lnTo>
                  <a:lnTo>
                    <a:pt x="771" y="929"/>
                  </a:lnTo>
                  <a:lnTo>
                    <a:pt x="811" y="968"/>
                  </a:lnTo>
                  <a:lnTo>
                    <a:pt x="791" y="968"/>
                  </a:lnTo>
                  <a:lnTo>
                    <a:pt x="771" y="949"/>
                  </a:lnTo>
                  <a:lnTo>
                    <a:pt x="752" y="929"/>
                  </a:lnTo>
                  <a:lnTo>
                    <a:pt x="712" y="929"/>
                  </a:lnTo>
                  <a:lnTo>
                    <a:pt x="594" y="810"/>
                  </a:lnTo>
                  <a:lnTo>
                    <a:pt x="574" y="791"/>
                  </a:lnTo>
                  <a:lnTo>
                    <a:pt x="574" y="810"/>
                  </a:lnTo>
                  <a:lnTo>
                    <a:pt x="574" y="810"/>
                  </a:lnTo>
                  <a:lnTo>
                    <a:pt x="594" y="830"/>
                  </a:lnTo>
                  <a:lnTo>
                    <a:pt x="633" y="850"/>
                  </a:lnTo>
                  <a:lnTo>
                    <a:pt x="692" y="929"/>
                  </a:lnTo>
                  <a:lnTo>
                    <a:pt x="732" y="1008"/>
                  </a:lnTo>
                  <a:lnTo>
                    <a:pt x="732" y="1008"/>
                  </a:lnTo>
                  <a:lnTo>
                    <a:pt x="673" y="949"/>
                  </a:lnTo>
                  <a:lnTo>
                    <a:pt x="633" y="909"/>
                  </a:lnTo>
                  <a:lnTo>
                    <a:pt x="594" y="870"/>
                  </a:lnTo>
                  <a:lnTo>
                    <a:pt x="534" y="830"/>
                  </a:lnTo>
                  <a:lnTo>
                    <a:pt x="534" y="830"/>
                  </a:lnTo>
                  <a:lnTo>
                    <a:pt x="554" y="870"/>
                  </a:lnTo>
                  <a:lnTo>
                    <a:pt x="574" y="889"/>
                  </a:lnTo>
                  <a:lnTo>
                    <a:pt x="534" y="870"/>
                  </a:lnTo>
                  <a:lnTo>
                    <a:pt x="534" y="889"/>
                  </a:lnTo>
                  <a:lnTo>
                    <a:pt x="554" y="929"/>
                  </a:lnTo>
                  <a:lnTo>
                    <a:pt x="574" y="929"/>
                  </a:lnTo>
                  <a:lnTo>
                    <a:pt x="594" y="949"/>
                  </a:lnTo>
                  <a:lnTo>
                    <a:pt x="574" y="968"/>
                  </a:lnTo>
                  <a:lnTo>
                    <a:pt x="554" y="968"/>
                  </a:lnTo>
                  <a:lnTo>
                    <a:pt x="574" y="988"/>
                  </a:lnTo>
                  <a:lnTo>
                    <a:pt x="554" y="988"/>
                  </a:lnTo>
                  <a:lnTo>
                    <a:pt x="554" y="1008"/>
                  </a:lnTo>
                  <a:lnTo>
                    <a:pt x="574" y="1028"/>
                  </a:lnTo>
                  <a:lnTo>
                    <a:pt x="574" y="1008"/>
                  </a:lnTo>
                  <a:lnTo>
                    <a:pt x="613" y="1008"/>
                  </a:lnTo>
                  <a:lnTo>
                    <a:pt x="653" y="1047"/>
                  </a:lnTo>
                  <a:lnTo>
                    <a:pt x="653" y="1067"/>
                  </a:lnTo>
                  <a:lnTo>
                    <a:pt x="673" y="1087"/>
                  </a:lnTo>
                  <a:lnTo>
                    <a:pt x="692" y="1107"/>
                  </a:lnTo>
                  <a:lnTo>
                    <a:pt x="692" y="1126"/>
                  </a:lnTo>
                  <a:lnTo>
                    <a:pt x="712" y="1146"/>
                  </a:lnTo>
                  <a:lnTo>
                    <a:pt x="712" y="1166"/>
                  </a:lnTo>
                  <a:lnTo>
                    <a:pt x="712" y="1186"/>
                  </a:lnTo>
                  <a:lnTo>
                    <a:pt x="673" y="1166"/>
                  </a:lnTo>
                  <a:lnTo>
                    <a:pt x="653" y="1146"/>
                  </a:lnTo>
                  <a:lnTo>
                    <a:pt x="653" y="1166"/>
                  </a:lnTo>
                  <a:lnTo>
                    <a:pt x="613" y="1126"/>
                  </a:lnTo>
                  <a:lnTo>
                    <a:pt x="613" y="1146"/>
                  </a:lnTo>
                  <a:lnTo>
                    <a:pt x="633" y="1166"/>
                  </a:lnTo>
                  <a:lnTo>
                    <a:pt x="613" y="1166"/>
                  </a:lnTo>
                  <a:lnTo>
                    <a:pt x="594" y="1126"/>
                  </a:lnTo>
                  <a:lnTo>
                    <a:pt x="534" y="1087"/>
                  </a:lnTo>
                  <a:lnTo>
                    <a:pt x="594" y="1146"/>
                  </a:lnTo>
                  <a:lnTo>
                    <a:pt x="554" y="1126"/>
                  </a:lnTo>
                  <a:lnTo>
                    <a:pt x="574" y="1146"/>
                  </a:lnTo>
                  <a:lnTo>
                    <a:pt x="594" y="1166"/>
                  </a:lnTo>
                  <a:lnTo>
                    <a:pt x="554" y="1146"/>
                  </a:lnTo>
                  <a:lnTo>
                    <a:pt x="554" y="1166"/>
                  </a:lnTo>
                  <a:lnTo>
                    <a:pt x="594" y="1205"/>
                  </a:lnTo>
                  <a:lnTo>
                    <a:pt x="633" y="1225"/>
                  </a:lnTo>
                  <a:lnTo>
                    <a:pt x="692" y="1265"/>
                  </a:lnTo>
                  <a:lnTo>
                    <a:pt x="692" y="1284"/>
                  </a:lnTo>
                  <a:lnTo>
                    <a:pt x="692" y="1304"/>
                  </a:lnTo>
                  <a:lnTo>
                    <a:pt x="673" y="1304"/>
                  </a:lnTo>
                  <a:lnTo>
                    <a:pt x="633" y="1284"/>
                  </a:lnTo>
                  <a:lnTo>
                    <a:pt x="673" y="1324"/>
                  </a:lnTo>
                  <a:lnTo>
                    <a:pt x="673" y="1324"/>
                  </a:lnTo>
                  <a:lnTo>
                    <a:pt x="633" y="1304"/>
                  </a:lnTo>
                  <a:lnTo>
                    <a:pt x="594" y="1284"/>
                  </a:lnTo>
                  <a:lnTo>
                    <a:pt x="594" y="1265"/>
                  </a:lnTo>
                  <a:lnTo>
                    <a:pt x="534" y="1225"/>
                  </a:lnTo>
                  <a:lnTo>
                    <a:pt x="495" y="1205"/>
                  </a:lnTo>
                  <a:lnTo>
                    <a:pt x="495" y="1205"/>
                  </a:lnTo>
                  <a:lnTo>
                    <a:pt x="542" y="1241"/>
                  </a:lnTo>
                  <a:lnTo>
                    <a:pt x="542" y="1241"/>
                  </a:lnTo>
                  <a:lnTo>
                    <a:pt x="495" y="1225"/>
                  </a:lnTo>
                  <a:lnTo>
                    <a:pt x="515" y="1265"/>
                  </a:lnTo>
                  <a:lnTo>
                    <a:pt x="534" y="1284"/>
                  </a:lnTo>
                  <a:lnTo>
                    <a:pt x="534" y="1284"/>
                  </a:lnTo>
                  <a:lnTo>
                    <a:pt x="436" y="1205"/>
                  </a:lnTo>
                  <a:lnTo>
                    <a:pt x="455" y="1225"/>
                  </a:lnTo>
                  <a:lnTo>
                    <a:pt x="436" y="1225"/>
                  </a:lnTo>
                  <a:lnTo>
                    <a:pt x="455" y="1245"/>
                  </a:lnTo>
                  <a:lnTo>
                    <a:pt x="475" y="1245"/>
                  </a:lnTo>
                  <a:lnTo>
                    <a:pt x="495" y="1265"/>
                  </a:lnTo>
                  <a:lnTo>
                    <a:pt x="495" y="1284"/>
                  </a:lnTo>
                  <a:lnTo>
                    <a:pt x="455" y="1284"/>
                  </a:lnTo>
                  <a:lnTo>
                    <a:pt x="495" y="1324"/>
                  </a:lnTo>
                  <a:lnTo>
                    <a:pt x="495" y="1304"/>
                  </a:lnTo>
                  <a:lnTo>
                    <a:pt x="515" y="1324"/>
                  </a:lnTo>
                  <a:lnTo>
                    <a:pt x="534" y="1344"/>
                  </a:lnTo>
                  <a:lnTo>
                    <a:pt x="534" y="1363"/>
                  </a:lnTo>
                  <a:lnTo>
                    <a:pt x="534" y="1383"/>
                  </a:lnTo>
                  <a:lnTo>
                    <a:pt x="554" y="1423"/>
                  </a:lnTo>
                  <a:lnTo>
                    <a:pt x="495" y="1403"/>
                  </a:lnTo>
                  <a:lnTo>
                    <a:pt x="445" y="1354"/>
                  </a:lnTo>
                  <a:lnTo>
                    <a:pt x="455" y="1383"/>
                  </a:lnTo>
                  <a:lnTo>
                    <a:pt x="436" y="1383"/>
                  </a:lnTo>
                  <a:lnTo>
                    <a:pt x="376" y="1363"/>
                  </a:lnTo>
                  <a:lnTo>
                    <a:pt x="337" y="1344"/>
                  </a:lnTo>
                  <a:lnTo>
                    <a:pt x="317" y="1344"/>
                  </a:lnTo>
                  <a:lnTo>
                    <a:pt x="396" y="1383"/>
                  </a:lnTo>
                  <a:lnTo>
                    <a:pt x="396" y="1403"/>
                  </a:lnTo>
                  <a:lnTo>
                    <a:pt x="436" y="1423"/>
                  </a:lnTo>
                  <a:lnTo>
                    <a:pt x="455" y="1442"/>
                  </a:lnTo>
                  <a:lnTo>
                    <a:pt x="455" y="1442"/>
                  </a:lnTo>
                  <a:lnTo>
                    <a:pt x="396" y="1423"/>
                  </a:lnTo>
                  <a:lnTo>
                    <a:pt x="376" y="1423"/>
                  </a:lnTo>
                  <a:lnTo>
                    <a:pt x="436" y="1462"/>
                  </a:lnTo>
                  <a:lnTo>
                    <a:pt x="455" y="1521"/>
                  </a:lnTo>
                  <a:lnTo>
                    <a:pt x="436" y="1502"/>
                  </a:lnTo>
                  <a:lnTo>
                    <a:pt x="416" y="1482"/>
                  </a:lnTo>
                  <a:lnTo>
                    <a:pt x="396" y="1462"/>
                  </a:lnTo>
                  <a:lnTo>
                    <a:pt x="436" y="1521"/>
                  </a:lnTo>
                  <a:lnTo>
                    <a:pt x="455" y="1541"/>
                  </a:lnTo>
                  <a:lnTo>
                    <a:pt x="475" y="1561"/>
                  </a:lnTo>
                  <a:lnTo>
                    <a:pt x="416" y="1541"/>
                  </a:lnTo>
                  <a:lnTo>
                    <a:pt x="455" y="1581"/>
                  </a:lnTo>
                  <a:lnTo>
                    <a:pt x="455" y="1600"/>
                  </a:lnTo>
                  <a:lnTo>
                    <a:pt x="495" y="1620"/>
                  </a:lnTo>
                  <a:lnTo>
                    <a:pt x="534" y="1660"/>
                  </a:lnTo>
                  <a:lnTo>
                    <a:pt x="455" y="1640"/>
                  </a:lnTo>
                  <a:lnTo>
                    <a:pt x="455" y="1620"/>
                  </a:lnTo>
                  <a:lnTo>
                    <a:pt x="416" y="1600"/>
                  </a:lnTo>
                  <a:lnTo>
                    <a:pt x="376" y="1561"/>
                  </a:lnTo>
                  <a:lnTo>
                    <a:pt x="337" y="1521"/>
                  </a:lnTo>
                  <a:lnTo>
                    <a:pt x="317" y="1521"/>
                  </a:lnTo>
                  <a:lnTo>
                    <a:pt x="337" y="1541"/>
                  </a:lnTo>
                  <a:lnTo>
                    <a:pt x="357" y="1561"/>
                  </a:lnTo>
                  <a:lnTo>
                    <a:pt x="357" y="1581"/>
                  </a:lnTo>
                  <a:lnTo>
                    <a:pt x="337" y="1561"/>
                  </a:lnTo>
                  <a:lnTo>
                    <a:pt x="297" y="1541"/>
                  </a:lnTo>
                  <a:lnTo>
                    <a:pt x="317" y="1561"/>
                  </a:lnTo>
                  <a:lnTo>
                    <a:pt x="297" y="1561"/>
                  </a:lnTo>
                  <a:lnTo>
                    <a:pt x="357" y="1600"/>
                  </a:lnTo>
                  <a:lnTo>
                    <a:pt x="396" y="1640"/>
                  </a:lnTo>
                  <a:lnTo>
                    <a:pt x="396" y="1640"/>
                  </a:lnTo>
                  <a:lnTo>
                    <a:pt x="317" y="1600"/>
                  </a:lnTo>
                  <a:lnTo>
                    <a:pt x="357" y="1640"/>
                  </a:lnTo>
                  <a:lnTo>
                    <a:pt x="416" y="1679"/>
                  </a:lnTo>
                  <a:lnTo>
                    <a:pt x="455" y="1719"/>
                  </a:lnTo>
                  <a:lnTo>
                    <a:pt x="495" y="1739"/>
                  </a:lnTo>
                  <a:lnTo>
                    <a:pt x="534" y="1758"/>
                  </a:lnTo>
                  <a:lnTo>
                    <a:pt x="554" y="1798"/>
                  </a:lnTo>
                  <a:lnTo>
                    <a:pt x="515" y="1778"/>
                  </a:lnTo>
                  <a:lnTo>
                    <a:pt x="455" y="1758"/>
                  </a:lnTo>
                  <a:lnTo>
                    <a:pt x="357" y="1679"/>
                  </a:lnTo>
                  <a:lnTo>
                    <a:pt x="218" y="1581"/>
                  </a:lnTo>
                  <a:lnTo>
                    <a:pt x="238" y="1620"/>
                  </a:lnTo>
                  <a:lnTo>
                    <a:pt x="199" y="1620"/>
                  </a:lnTo>
                  <a:lnTo>
                    <a:pt x="258" y="1679"/>
                  </a:lnTo>
                  <a:lnTo>
                    <a:pt x="321" y="1730"/>
                  </a:lnTo>
                  <a:lnTo>
                    <a:pt x="321" y="1730"/>
                  </a:lnTo>
                  <a:lnTo>
                    <a:pt x="337" y="1778"/>
                  </a:lnTo>
                  <a:lnTo>
                    <a:pt x="337" y="1798"/>
                  </a:lnTo>
                  <a:lnTo>
                    <a:pt x="337" y="1818"/>
                  </a:lnTo>
                  <a:lnTo>
                    <a:pt x="376" y="1857"/>
                  </a:lnTo>
                  <a:lnTo>
                    <a:pt x="455" y="1897"/>
                  </a:lnTo>
                  <a:lnTo>
                    <a:pt x="455" y="1916"/>
                  </a:lnTo>
                  <a:lnTo>
                    <a:pt x="475" y="1936"/>
                  </a:lnTo>
                  <a:lnTo>
                    <a:pt x="515" y="1976"/>
                  </a:lnTo>
                  <a:lnTo>
                    <a:pt x="495" y="1976"/>
                  </a:lnTo>
                  <a:lnTo>
                    <a:pt x="455" y="1936"/>
                  </a:lnTo>
                  <a:lnTo>
                    <a:pt x="436" y="1936"/>
                  </a:lnTo>
                  <a:lnTo>
                    <a:pt x="455" y="1976"/>
                  </a:lnTo>
                  <a:lnTo>
                    <a:pt x="396" y="1936"/>
                  </a:lnTo>
                  <a:lnTo>
                    <a:pt x="376" y="1916"/>
                  </a:lnTo>
                  <a:lnTo>
                    <a:pt x="416" y="1916"/>
                  </a:lnTo>
                  <a:lnTo>
                    <a:pt x="376" y="1877"/>
                  </a:lnTo>
                  <a:lnTo>
                    <a:pt x="376" y="1897"/>
                  </a:lnTo>
                  <a:lnTo>
                    <a:pt x="357" y="1897"/>
                  </a:lnTo>
                  <a:lnTo>
                    <a:pt x="278" y="1837"/>
                  </a:lnTo>
                  <a:lnTo>
                    <a:pt x="297" y="1857"/>
                  </a:lnTo>
                  <a:lnTo>
                    <a:pt x="317" y="1877"/>
                  </a:lnTo>
                  <a:lnTo>
                    <a:pt x="337" y="1897"/>
                  </a:lnTo>
                  <a:lnTo>
                    <a:pt x="357" y="1916"/>
                  </a:lnTo>
                  <a:lnTo>
                    <a:pt x="297" y="1897"/>
                  </a:lnTo>
                  <a:lnTo>
                    <a:pt x="278" y="1897"/>
                  </a:lnTo>
                  <a:lnTo>
                    <a:pt x="278" y="1916"/>
                  </a:lnTo>
                  <a:lnTo>
                    <a:pt x="258" y="1916"/>
                  </a:lnTo>
                  <a:lnTo>
                    <a:pt x="179" y="1857"/>
                  </a:lnTo>
                  <a:lnTo>
                    <a:pt x="179" y="1857"/>
                  </a:lnTo>
                  <a:lnTo>
                    <a:pt x="218" y="1936"/>
                  </a:lnTo>
                  <a:lnTo>
                    <a:pt x="238" y="1976"/>
                  </a:lnTo>
                  <a:lnTo>
                    <a:pt x="278" y="2015"/>
                  </a:lnTo>
                  <a:lnTo>
                    <a:pt x="317" y="2055"/>
                  </a:lnTo>
                  <a:lnTo>
                    <a:pt x="357" y="2055"/>
                  </a:lnTo>
                  <a:lnTo>
                    <a:pt x="337" y="2015"/>
                  </a:lnTo>
                  <a:lnTo>
                    <a:pt x="317" y="1995"/>
                  </a:lnTo>
                  <a:lnTo>
                    <a:pt x="357" y="1995"/>
                  </a:lnTo>
                  <a:lnTo>
                    <a:pt x="258" y="1916"/>
                  </a:lnTo>
                  <a:lnTo>
                    <a:pt x="258" y="1916"/>
                  </a:lnTo>
                  <a:lnTo>
                    <a:pt x="297" y="1936"/>
                  </a:lnTo>
                  <a:lnTo>
                    <a:pt x="376" y="1995"/>
                  </a:lnTo>
                  <a:lnTo>
                    <a:pt x="416" y="2035"/>
                  </a:lnTo>
                  <a:lnTo>
                    <a:pt x="416" y="2055"/>
                  </a:lnTo>
                  <a:lnTo>
                    <a:pt x="455" y="2074"/>
                  </a:lnTo>
                  <a:lnTo>
                    <a:pt x="475" y="2055"/>
                  </a:lnTo>
                  <a:lnTo>
                    <a:pt x="554" y="2114"/>
                  </a:lnTo>
                  <a:lnTo>
                    <a:pt x="613" y="2173"/>
                  </a:lnTo>
                  <a:lnTo>
                    <a:pt x="613" y="2173"/>
                  </a:lnTo>
                  <a:lnTo>
                    <a:pt x="673" y="2252"/>
                  </a:lnTo>
                  <a:lnTo>
                    <a:pt x="554" y="2173"/>
                  </a:lnTo>
                  <a:lnTo>
                    <a:pt x="554" y="2193"/>
                  </a:lnTo>
                  <a:lnTo>
                    <a:pt x="554" y="2213"/>
                  </a:lnTo>
                  <a:lnTo>
                    <a:pt x="594" y="2232"/>
                  </a:lnTo>
                  <a:lnTo>
                    <a:pt x="594" y="2213"/>
                  </a:lnTo>
                  <a:lnTo>
                    <a:pt x="633" y="2252"/>
                  </a:lnTo>
                  <a:lnTo>
                    <a:pt x="613" y="2252"/>
                  </a:lnTo>
                  <a:lnTo>
                    <a:pt x="653" y="2292"/>
                  </a:lnTo>
                  <a:lnTo>
                    <a:pt x="712" y="2331"/>
                  </a:lnTo>
                  <a:lnTo>
                    <a:pt x="673" y="2331"/>
                  </a:lnTo>
                  <a:lnTo>
                    <a:pt x="633" y="2311"/>
                  </a:lnTo>
                  <a:lnTo>
                    <a:pt x="594" y="2292"/>
                  </a:lnTo>
                  <a:lnTo>
                    <a:pt x="495" y="2193"/>
                  </a:lnTo>
                  <a:lnTo>
                    <a:pt x="515" y="2232"/>
                  </a:lnTo>
                  <a:lnTo>
                    <a:pt x="337" y="2094"/>
                  </a:lnTo>
                  <a:lnTo>
                    <a:pt x="297" y="2094"/>
                  </a:lnTo>
                  <a:lnTo>
                    <a:pt x="297" y="2114"/>
                  </a:lnTo>
                  <a:lnTo>
                    <a:pt x="159" y="2035"/>
                  </a:lnTo>
                  <a:lnTo>
                    <a:pt x="179" y="2074"/>
                  </a:lnTo>
                  <a:lnTo>
                    <a:pt x="159" y="2074"/>
                  </a:lnTo>
                  <a:lnTo>
                    <a:pt x="100" y="2055"/>
                  </a:lnTo>
                  <a:lnTo>
                    <a:pt x="120" y="2074"/>
                  </a:lnTo>
                  <a:lnTo>
                    <a:pt x="159" y="2094"/>
                  </a:lnTo>
                  <a:lnTo>
                    <a:pt x="218" y="2134"/>
                  </a:lnTo>
                  <a:lnTo>
                    <a:pt x="238" y="2134"/>
                  </a:lnTo>
                  <a:lnTo>
                    <a:pt x="278" y="2153"/>
                  </a:lnTo>
                  <a:lnTo>
                    <a:pt x="297" y="2173"/>
                  </a:lnTo>
                  <a:lnTo>
                    <a:pt x="357" y="2213"/>
                  </a:lnTo>
                  <a:lnTo>
                    <a:pt x="376" y="2213"/>
                  </a:lnTo>
                  <a:lnTo>
                    <a:pt x="416" y="2232"/>
                  </a:lnTo>
                  <a:lnTo>
                    <a:pt x="396" y="2252"/>
                  </a:lnTo>
                  <a:lnTo>
                    <a:pt x="396" y="2272"/>
                  </a:lnTo>
                  <a:lnTo>
                    <a:pt x="278" y="2173"/>
                  </a:lnTo>
                  <a:lnTo>
                    <a:pt x="278" y="2193"/>
                  </a:lnTo>
                  <a:lnTo>
                    <a:pt x="238" y="2193"/>
                  </a:lnTo>
                  <a:lnTo>
                    <a:pt x="199" y="2173"/>
                  </a:lnTo>
                  <a:lnTo>
                    <a:pt x="179" y="2153"/>
                  </a:lnTo>
                  <a:lnTo>
                    <a:pt x="159" y="2134"/>
                  </a:lnTo>
                  <a:lnTo>
                    <a:pt x="139" y="2114"/>
                  </a:lnTo>
                  <a:lnTo>
                    <a:pt x="100" y="2134"/>
                  </a:lnTo>
                  <a:lnTo>
                    <a:pt x="80" y="2114"/>
                  </a:lnTo>
                  <a:lnTo>
                    <a:pt x="80" y="2094"/>
                  </a:lnTo>
                  <a:lnTo>
                    <a:pt x="60" y="2094"/>
                  </a:lnTo>
                  <a:lnTo>
                    <a:pt x="60" y="2114"/>
                  </a:lnTo>
                  <a:lnTo>
                    <a:pt x="139" y="2173"/>
                  </a:lnTo>
                  <a:lnTo>
                    <a:pt x="80" y="2173"/>
                  </a:lnTo>
                  <a:lnTo>
                    <a:pt x="80" y="2193"/>
                  </a:lnTo>
                  <a:lnTo>
                    <a:pt x="120" y="2213"/>
                  </a:lnTo>
                  <a:lnTo>
                    <a:pt x="159" y="2252"/>
                  </a:lnTo>
                  <a:lnTo>
                    <a:pt x="199" y="2292"/>
                  </a:lnTo>
                  <a:lnTo>
                    <a:pt x="218" y="2311"/>
                  </a:lnTo>
                  <a:lnTo>
                    <a:pt x="238" y="2331"/>
                  </a:lnTo>
                  <a:lnTo>
                    <a:pt x="60" y="2213"/>
                  </a:lnTo>
                  <a:lnTo>
                    <a:pt x="80" y="2232"/>
                  </a:lnTo>
                  <a:lnTo>
                    <a:pt x="60" y="2232"/>
                  </a:lnTo>
                  <a:lnTo>
                    <a:pt x="120" y="2272"/>
                  </a:lnTo>
                  <a:lnTo>
                    <a:pt x="159" y="2311"/>
                  </a:lnTo>
                  <a:lnTo>
                    <a:pt x="179" y="2331"/>
                  </a:lnTo>
                  <a:lnTo>
                    <a:pt x="159" y="2331"/>
                  </a:lnTo>
                  <a:lnTo>
                    <a:pt x="179" y="2371"/>
                  </a:lnTo>
                  <a:lnTo>
                    <a:pt x="218" y="2391"/>
                  </a:lnTo>
                  <a:lnTo>
                    <a:pt x="278" y="2430"/>
                  </a:lnTo>
                  <a:lnTo>
                    <a:pt x="218" y="2430"/>
                  </a:lnTo>
                  <a:lnTo>
                    <a:pt x="139" y="2371"/>
                  </a:lnTo>
                  <a:lnTo>
                    <a:pt x="159" y="2371"/>
                  </a:lnTo>
                  <a:lnTo>
                    <a:pt x="139" y="2351"/>
                  </a:lnTo>
                  <a:lnTo>
                    <a:pt x="120" y="2371"/>
                  </a:lnTo>
                  <a:lnTo>
                    <a:pt x="80" y="2351"/>
                  </a:lnTo>
                  <a:lnTo>
                    <a:pt x="21" y="2311"/>
                  </a:lnTo>
                  <a:lnTo>
                    <a:pt x="40" y="2351"/>
                  </a:lnTo>
                  <a:lnTo>
                    <a:pt x="80" y="2371"/>
                  </a:lnTo>
                  <a:lnTo>
                    <a:pt x="80" y="2391"/>
                  </a:lnTo>
                  <a:lnTo>
                    <a:pt x="179" y="2470"/>
                  </a:lnTo>
                  <a:lnTo>
                    <a:pt x="199" y="2470"/>
                  </a:lnTo>
                  <a:lnTo>
                    <a:pt x="159" y="2450"/>
                  </a:lnTo>
                  <a:lnTo>
                    <a:pt x="139" y="2430"/>
                  </a:lnTo>
                  <a:lnTo>
                    <a:pt x="120" y="2410"/>
                  </a:lnTo>
                  <a:lnTo>
                    <a:pt x="120" y="2410"/>
                  </a:lnTo>
                  <a:lnTo>
                    <a:pt x="199" y="2450"/>
                  </a:lnTo>
                  <a:lnTo>
                    <a:pt x="238" y="2489"/>
                  </a:lnTo>
                  <a:lnTo>
                    <a:pt x="238" y="2489"/>
                  </a:lnTo>
                  <a:lnTo>
                    <a:pt x="199" y="2430"/>
                  </a:lnTo>
                  <a:lnTo>
                    <a:pt x="258" y="2489"/>
                  </a:lnTo>
                  <a:lnTo>
                    <a:pt x="278" y="2470"/>
                  </a:lnTo>
                  <a:lnTo>
                    <a:pt x="297" y="2470"/>
                  </a:lnTo>
                  <a:lnTo>
                    <a:pt x="357" y="2489"/>
                  </a:lnTo>
                  <a:lnTo>
                    <a:pt x="297" y="2430"/>
                  </a:lnTo>
                  <a:lnTo>
                    <a:pt x="297" y="2430"/>
                  </a:lnTo>
                  <a:lnTo>
                    <a:pt x="376" y="2489"/>
                  </a:lnTo>
                  <a:lnTo>
                    <a:pt x="475" y="2568"/>
                  </a:lnTo>
                  <a:lnTo>
                    <a:pt x="515" y="2608"/>
                  </a:lnTo>
                  <a:lnTo>
                    <a:pt x="534" y="2647"/>
                  </a:lnTo>
                  <a:lnTo>
                    <a:pt x="574" y="2687"/>
                  </a:lnTo>
                  <a:lnTo>
                    <a:pt x="594" y="2707"/>
                  </a:lnTo>
                  <a:lnTo>
                    <a:pt x="574" y="2707"/>
                  </a:lnTo>
                  <a:lnTo>
                    <a:pt x="633" y="2746"/>
                  </a:lnTo>
                  <a:lnTo>
                    <a:pt x="594" y="2746"/>
                  </a:lnTo>
                  <a:lnTo>
                    <a:pt x="613" y="2766"/>
                  </a:lnTo>
                  <a:lnTo>
                    <a:pt x="613" y="2766"/>
                  </a:lnTo>
                  <a:lnTo>
                    <a:pt x="455" y="2667"/>
                  </a:lnTo>
                  <a:lnTo>
                    <a:pt x="337" y="2568"/>
                  </a:lnTo>
                  <a:lnTo>
                    <a:pt x="317" y="2588"/>
                  </a:lnTo>
                  <a:lnTo>
                    <a:pt x="337" y="2628"/>
                  </a:lnTo>
                  <a:lnTo>
                    <a:pt x="337" y="2628"/>
                  </a:lnTo>
                  <a:lnTo>
                    <a:pt x="258" y="2568"/>
                  </a:lnTo>
                  <a:lnTo>
                    <a:pt x="179" y="2509"/>
                  </a:lnTo>
                  <a:lnTo>
                    <a:pt x="199" y="2529"/>
                  </a:lnTo>
                  <a:lnTo>
                    <a:pt x="258" y="2588"/>
                  </a:lnTo>
                  <a:lnTo>
                    <a:pt x="218" y="2568"/>
                  </a:lnTo>
                  <a:lnTo>
                    <a:pt x="199" y="2568"/>
                  </a:lnTo>
                  <a:lnTo>
                    <a:pt x="238" y="2608"/>
                  </a:lnTo>
                  <a:lnTo>
                    <a:pt x="297" y="2667"/>
                  </a:lnTo>
                  <a:lnTo>
                    <a:pt x="330" y="2667"/>
                  </a:lnTo>
                  <a:lnTo>
                    <a:pt x="357" y="2707"/>
                  </a:lnTo>
                  <a:lnTo>
                    <a:pt x="416" y="2707"/>
                  </a:lnTo>
                  <a:lnTo>
                    <a:pt x="455" y="2733"/>
                  </a:lnTo>
                  <a:lnTo>
                    <a:pt x="455" y="2733"/>
                  </a:lnTo>
                  <a:lnTo>
                    <a:pt x="455" y="2746"/>
                  </a:lnTo>
                  <a:lnTo>
                    <a:pt x="475" y="2766"/>
                  </a:lnTo>
                  <a:lnTo>
                    <a:pt x="495" y="2766"/>
                  </a:lnTo>
                  <a:lnTo>
                    <a:pt x="475" y="2726"/>
                  </a:lnTo>
                  <a:lnTo>
                    <a:pt x="475" y="2726"/>
                  </a:lnTo>
                  <a:lnTo>
                    <a:pt x="515" y="2746"/>
                  </a:lnTo>
                  <a:lnTo>
                    <a:pt x="554" y="2746"/>
                  </a:lnTo>
                  <a:lnTo>
                    <a:pt x="633" y="2825"/>
                  </a:lnTo>
                  <a:lnTo>
                    <a:pt x="554" y="2786"/>
                  </a:lnTo>
                  <a:lnTo>
                    <a:pt x="554" y="2805"/>
                  </a:lnTo>
                  <a:lnTo>
                    <a:pt x="574" y="2825"/>
                  </a:lnTo>
                  <a:lnTo>
                    <a:pt x="613" y="2825"/>
                  </a:lnTo>
                  <a:lnTo>
                    <a:pt x="653" y="2884"/>
                  </a:lnTo>
                  <a:lnTo>
                    <a:pt x="653" y="2904"/>
                  </a:lnTo>
                  <a:lnTo>
                    <a:pt x="673" y="2904"/>
                  </a:lnTo>
                  <a:lnTo>
                    <a:pt x="732" y="2963"/>
                  </a:lnTo>
                  <a:lnTo>
                    <a:pt x="791" y="3003"/>
                  </a:lnTo>
                  <a:lnTo>
                    <a:pt x="791" y="3003"/>
                  </a:lnTo>
                  <a:lnTo>
                    <a:pt x="771" y="2983"/>
                  </a:lnTo>
                  <a:lnTo>
                    <a:pt x="732" y="2944"/>
                  </a:lnTo>
                  <a:lnTo>
                    <a:pt x="752" y="2944"/>
                  </a:lnTo>
                  <a:lnTo>
                    <a:pt x="811" y="2983"/>
                  </a:lnTo>
                  <a:lnTo>
                    <a:pt x="771" y="2924"/>
                  </a:lnTo>
                  <a:lnTo>
                    <a:pt x="791" y="2944"/>
                  </a:lnTo>
                  <a:lnTo>
                    <a:pt x="811" y="2944"/>
                  </a:lnTo>
                  <a:lnTo>
                    <a:pt x="791" y="2904"/>
                  </a:lnTo>
                  <a:lnTo>
                    <a:pt x="752" y="2884"/>
                  </a:lnTo>
                  <a:lnTo>
                    <a:pt x="732" y="2845"/>
                  </a:lnTo>
                  <a:lnTo>
                    <a:pt x="673" y="2786"/>
                  </a:lnTo>
                  <a:lnTo>
                    <a:pt x="732" y="2825"/>
                  </a:lnTo>
                  <a:lnTo>
                    <a:pt x="771" y="2845"/>
                  </a:lnTo>
                  <a:lnTo>
                    <a:pt x="692" y="2766"/>
                  </a:lnTo>
                  <a:lnTo>
                    <a:pt x="673" y="2746"/>
                  </a:lnTo>
                  <a:lnTo>
                    <a:pt x="653" y="2726"/>
                  </a:lnTo>
                  <a:lnTo>
                    <a:pt x="633" y="2726"/>
                  </a:lnTo>
                  <a:lnTo>
                    <a:pt x="653" y="2746"/>
                  </a:lnTo>
                  <a:lnTo>
                    <a:pt x="673" y="2766"/>
                  </a:lnTo>
                  <a:lnTo>
                    <a:pt x="673" y="2766"/>
                  </a:lnTo>
                  <a:lnTo>
                    <a:pt x="613" y="2726"/>
                  </a:lnTo>
                  <a:lnTo>
                    <a:pt x="574" y="2667"/>
                  </a:lnTo>
                  <a:lnTo>
                    <a:pt x="633" y="2707"/>
                  </a:lnTo>
                  <a:lnTo>
                    <a:pt x="673" y="2707"/>
                  </a:lnTo>
                  <a:lnTo>
                    <a:pt x="692" y="2726"/>
                  </a:lnTo>
                  <a:lnTo>
                    <a:pt x="712" y="2746"/>
                  </a:lnTo>
                  <a:lnTo>
                    <a:pt x="752" y="2786"/>
                  </a:lnTo>
                  <a:lnTo>
                    <a:pt x="791" y="2805"/>
                  </a:lnTo>
                  <a:lnTo>
                    <a:pt x="752" y="2766"/>
                  </a:lnTo>
                  <a:lnTo>
                    <a:pt x="732" y="2746"/>
                  </a:lnTo>
                  <a:lnTo>
                    <a:pt x="673" y="2687"/>
                  </a:lnTo>
                  <a:lnTo>
                    <a:pt x="692" y="2687"/>
                  </a:lnTo>
                  <a:lnTo>
                    <a:pt x="692" y="2667"/>
                  </a:lnTo>
                  <a:lnTo>
                    <a:pt x="673" y="2647"/>
                  </a:lnTo>
                  <a:lnTo>
                    <a:pt x="673" y="2628"/>
                  </a:lnTo>
                  <a:lnTo>
                    <a:pt x="712" y="2647"/>
                  </a:lnTo>
                  <a:lnTo>
                    <a:pt x="633" y="2588"/>
                  </a:lnTo>
                  <a:lnTo>
                    <a:pt x="633" y="2568"/>
                  </a:lnTo>
                  <a:lnTo>
                    <a:pt x="633" y="2549"/>
                  </a:lnTo>
                  <a:lnTo>
                    <a:pt x="673" y="2568"/>
                  </a:lnTo>
                  <a:lnTo>
                    <a:pt x="633" y="2489"/>
                  </a:lnTo>
                  <a:lnTo>
                    <a:pt x="534" y="2450"/>
                  </a:lnTo>
                  <a:lnTo>
                    <a:pt x="503" y="2419"/>
                  </a:lnTo>
                  <a:lnTo>
                    <a:pt x="515" y="2430"/>
                  </a:lnTo>
                  <a:lnTo>
                    <a:pt x="554" y="2450"/>
                  </a:lnTo>
                  <a:lnTo>
                    <a:pt x="574" y="2450"/>
                  </a:lnTo>
                  <a:lnTo>
                    <a:pt x="554" y="2430"/>
                  </a:lnTo>
                  <a:lnTo>
                    <a:pt x="692" y="2529"/>
                  </a:lnTo>
                  <a:lnTo>
                    <a:pt x="653" y="2489"/>
                  </a:lnTo>
                  <a:lnTo>
                    <a:pt x="633" y="2450"/>
                  </a:lnTo>
                  <a:lnTo>
                    <a:pt x="712" y="2509"/>
                  </a:lnTo>
                  <a:lnTo>
                    <a:pt x="752" y="2549"/>
                  </a:lnTo>
                  <a:lnTo>
                    <a:pt x="712" y="2549"/>
                  </a:lnTo>
                  <a:lnTo>
                    <a:pt x="732" y="2568"/>
                  </a:lnTo>
                  <a:lnTo>
                    <a:pt x="732" y="2588"/>
                  </a:lnTo>
                  <a:lnTo>
                    <a:pt x="712" y="2588"/>
                  </a:lnTo>
                  <a:lnTo>
                    <a:pt x="752" y="2608"/>
                  </a:lnTo>
                  <a:lnTo>
                    <a:pt x="771" y="2628"/>
                  </a:lnTo>
                  <a:lnTo>
                    <a:pt x="771" y="2647"/>
                  </a:lnTo>
                  <a:lnTo>
                    <a:pt x="791" y="2647"/>
                  </a:lnTo>
                  <a:lnTo>
                    <a:pt x="831" y="2667"/>
                  </a:lnTo>
                  <a:lnTo>
                    <a:pt x="870" y="2687"/>
                  </a:lnTo>
                  <a:lnTo>
                    <a:pt x="850" y="2667"/>
                  </a:lnTo>
                  <a:lnTo>
                    <a:pt x="910" y="2687"/>
                  </a:lnTo>
                  <a:lnTo>
                    <a:pt x="949" y="2726"/>
                  </a:lnTo>
                  <a:lnTo>
                    <a:pt x="949" y="2746"/>
                  </a:lnTo>
                  <a:lnTo>
                    <a:pt x="969" y="2766"/>
                  </a:lnTo>
                  <a:lnTo>
                    <a:pt x="989" y="2766"/>
                  </a:lnTo>
                  <a:lnTo>
                    <a:pt x="1008" y="2746"/>
                  </a:lnTo>
                  <a:lnTo>
                    <a:pt x="850" y="2608"/>
                  </a:lnTo>
                  <a:lnTo>
                    <a:pt x="831" y="2568"/>
                  </a:lnTo>
                  <a:lnTo>
                    <a:pt x="850" y="2568"/>
                  </a:lnTo>
                  <a:lnTo>
                    <a:pt x="890" y="2608"/>
                  </a:lnTo>
                  <a:lnTo>
                    <a:pt x="929" y="2647"/>
                  </a:lnTo>
                  <a:lnTo>
                    <a:pt x="969" y="2647"/>
                  </a:lnTo>
                  <a:lnTo>
                    <a:pt x="929" y="2628"/>
                  </a:lnTo>
                  <a:lnTo>
                    <a:pt x="949" y="2608"/>
                  </a:lnTo>
                  <a:lnTo>
                    <a:pt x="1028" y="2647"/>
                  </a:lnTo>
                  <a:lnTo>
                    <a:pt x="1028" y="2667"/>
                  </a:lnTo>
                  <a:lnTo>
                    <a:pt x="1008" y="2667"/>
                  </a:lnTo>
                  <a:lnTo>
                    <a:pt x="1008" y="2687"/>
                  </a:lnTo>
                  <a:lnTo>
                    <a:pt x="1048" y="2707"/>
                  </a:lnTo>
                  <a:lnTo>
                    <a:pt x="1028" y="2707"/>
                  </a:lnTo>
                  <a:lnTo>
                    <a:pt x="1087" y="2726"/>
                  </a:lnTo>
                  <a:lnTo>
                    <a:pt x="1107" y="2726"/>
                  </a:lnTo>
                  <a:lnTo>
                    <a:pt x="1068" y="2707"/>
                  </a:lnTo>
                  <a:lnTo>
                    <a:pt x="1087" y="2707"/>
                  </a:lnTo>
                  <a:lnTo>
                    <a:pt x="1147" y="2746"/>
                  </a:lnTo>
                  <a:lnTo>
                    <a:pt x="1186" y="2726"/>
                  </a:lnTo>
                  <a:lnTo>
                    <a:pt x="1206" y="2726"/>
                  </a:lnTo>
                  <a:lnTo>
                    <a:pt x="1206" y="2707"/>
                  </a:lnTo>
                  <a:lnTo>
                    <a:pt x="1166" y="2667"/>
                  </a:lnTo>
                  <a:lnTo>
                    <a:pt x="1087" y="2588"/>
                  </a:lnTo>
                  <a:lnTo>
                    <a:pt x="1087" y="2588"/>
                  </a:lnTo>
                  <a:lnTo>
                    <a:pt x="1186" y="2647"/>
                  </a:lnTo>
                  <a:lnTo>
                    <a:pt x="1245" y="2667"/>
                  </a:lnTo>
                  <a:lnTo>
                    <a:pt x="1186" y="2628"/>
                  </a:lnTo>
                  <a:lnTo>
                    <a:pt x="1147" y="2588"/>
                  </a:lnTo>
                  <a:lnTo>
                    <a:pt x="1087" y="2549"/>
                  </a:lnTo>
                  <a:lnTo>
                    <a:pt x="1087" y="2529"/>
                  </a:lnTo>
                  <a:lnTo>
                    <a:pt x="1147" y="2568"/>
                  </a:lnTo>
                  <a:lnTo>
                    <a:pt x="1166" y="2588"/>
                  </a:lnTo>
                  <a:lnTo>
                    <a:pt x="1206" y="2588"/>
                  </a:lnTo>
                  <a:lnTo>
                    <a:pt x="1265" y="2608"/>
                  </a:lnTo>
                  <a:lnTo>
                    <a:pt x="1226" y="2568"/>
                  </a:lnTo>
                  <a:lnTo>
                    <a:pt x="1206" y="2549"/>
                  </a:lnTo>
                  <a:lnTo>
                    <a:pt x="1186" y="2549"/>
                  </a:lnTo>
                  <a:lnTo>
                    <a:pt x="1127" y="2489"/>
                  </a:lnTo>
                  <a:lnTo>
                    <a:pt x="1166" y="2489"/>
                  </a:lnTo>
                  <a:lnTo>
                    <a:pt x="1206" y="2509"/>
                  </a:lnTo>
                  <a:lnTo>
                    <a:pt x="1226" y="2529"/>
                  </a:lnTo>
                  <a:lnTo>
                    <a:pt x="1245" y="2549"/>
                  </a:lnTo>
                  <a:lnTo>
                    <a:pt x="1265" y="2549"/>
                  </a:lnTo>
                  <a:lnTo>
                    <a:pt x="1245" y="2529"/>
                  </a:lnTo>
                  <a:lnTo>
                    <a:pt x="1265" y="2509"/>
                  </a:lnTo>
                  <a:lnTo>
                    <a:pt x="1285" y="2529"/>
                  </a:lnTo>
                  <a:lnTo>
                    <a:pt x="1305" y="2509"/>
                  </a:lnTo>
                  <a:lnTo>
                    <a:pt x="1265" y="2470"/>
                  </a:lnTo>
                  <a:lnTo>
                    <a:pt x="1285" y="2470"/>
                  </a:lnTo>
                  <a:lnTo>
                    <a:pt x="1285" y="2450"/>
                  </a:lnTo>
                  <a:lnTo>
                    <a:pt x="1219" y="2397"/>
                  </a:lnTo>
                  <a:lnTo>
                    <a:pt x="1219" y="2397"/>
                  </a:lnTo>
                  <a:lnTo>
                    <a:pt x="1245" y="2410"/>
                  </a:lnTo>
                  <a:lnTo>
                    <a:pt x="1324" y="2470"/>
                  </a:lnTo>
                  <a:lnTo>
                    <a:pt x="1285" y="2410"/>
                  </a:lnTo>
                  <a:lnTo>
                    <a:pt x="1344" y="2430"/>
                  </a:lnTo>
                  <a:lnTo>
                    <a:pt x="1324" y="2391"/>
                  </a:lnTo>
                  <a:lnTo>
                    <a:pt x="1305" y="2331"/>
                  </a:lnTo>
                  <a:lnTo>
                    <a:pt x="1285" y="2292"/>
                  </a:lnTo>
                  <a:lnTo>
                    <a:pt x="1364" y="2371"/>
                  </a:lnTo>
                  <a:lnTo>
                    <a:pt x="1384" y="2391"/>
                  </a:lnTo>
                  <a:lnTo>
                    <a:pt x="1403" y="2410"/>
                  </a:lnTo>
                  <a:lnTo>
                    <a:pt x="1403" y="2391"/>
                  </a:lnTo>
                  <a:lnTo>
                    <a:pt x="1423" y="2391"/>
                  </a:lnTo>
                  <a:lnTo>
                    <a:pt x="1423" y="2371"/>
                  </a:lnTo>
                  <a:lnTo>
                    <a:pt x="1403" y="2351"/>
                  </a:lnTo>
                  <a:lnTo>
                    <a:pt x="1344" y="2311"/>
                  </a:lnTo>
                  <a:lnTo>
                    <a:pt x="1344" y="2292"/>
                  </a:lnTo>
                  <a:lnTo>
                    <a:pt x="1364" y="2311"/>
                  </a:lnTo>
                  <a:lnTo>
                    <a:pt x="1403" y="2331"/>
                  </a:lnTo>
                  <a:lnTo>
                    <a:pt x="1403" y="2331"/>
                  </a:lnTo>
                  <a:lnTo>
                    <a:pt x="1364" y="2292"/>
                  </a:lnTo>
                  <a:lnTo>
                    <a:pt x="1364" y="2272"/>
                  </a:lnTo>
                  <a:lnTo>
                    <a:pt x="1364" y="2252"/>
                  </a:lnTo>
                  <a:lnTo>
                    <a:pt x="1403" y="2292"/>
                  </a:lnTo>
                  <a:lnTo>
                    <a:pt x="1403" y="2292"/>
                  </a:lnTo>
                  <a:lnTo>
                    <a:pt x="1364" y="2232"/>
                  </a:lnTo>
                  <a:lnTo>
                    <a:pt x="1285" y="2173"/>
                  </a:lnTo>
                  <a:lnTo>
                    <a:pt x="1245" y="2153"/>
                  </a:lnTo>
                  <a:lnTo>
                    <a:pt x="1245" y="2153"/>
                  </a:lnTo>
                  <a:lnTo>
                    <a:pt x="1265" y="2193"/>
                  </a:lnTo>
                  <a:lnTo>
                    <a:pt x="1265" y="2213"/>
                  </a:lnTo>
                  <a:lnTo>
                    <a:pt x="1206" y="2193"/>
                  </a:lnTo>
                  <a:lnTo>
                    <a:pt x="1147" y="2153"/>
                  </a:lnTo>
                  <a:lnTo>
                    <a:pt x="1147" y="2153"/>
                  </a:lnTo>
                  <a:lnTo>
                    <a:pt x="1186" y="2173"/>
                  </a:lnTo>
                  <a:lnTo>
                    <a:pt x="1147" y="2134"/>
                  </a:lnTo>
                  <a:lnTo>
                    <a:pt x="1127" y="2114"/>
                  </a:lnTo>
                  <a:lnTo>
                    <a:pt x="1048" y="2055"/>
                  </a:lnTo>
                  <a:lnTo>
                    <a:pt x="1048" y="2015"/>
                  </a:lnTo>
                  <a:lnTo>
                    <a:pt x="1087" y="2055"/>
                  </a:lnTo>
                  <a:lnTo>
                    <a:pt x="1087" y="2055"/>
                  </a:lnTo>
                  <a:lnTo>
                    <a:pt x="1068" y="2015"/>
                  </a:lnTo>
                  <a:lnTo>
                    <a:pt x="1107" y="2035"/>
                  </a:lnTo>
                  <a:lnTo>
                    <a:pt x="1127" y="2035"/>
                  </a:lnTo>
                  <a:lnTo>
                    <a:pt x="1127" y="2015"/>
                  </a:lnTo>
                  <a:lnTo>
                    <a:pt x="1107" y="1995"/>
                  </a:lnTo>
                  <a:lnTo>
                    <a:pt x="1166" y="2015"/>
                  </a:lnTo>
                  <a:lnTo>
                    <a:pt x="1147" y="2015"/>
                  </a:lnTo>
                  <a:lnTo>
                    <a:pt x="1166" y="2055"/>
                  </a:lnTo>
                  <a:lnTo>
                    <a:pt x="1206" y="2074"/>
                  </a:lnTo>
                  <a:lnTo>
                    <a:pt x="1206" y="2094"/>
                  </a:lnTo>
                  <a:lnTo>
                    <a:pt x="1265" y="2114"/>
                  </a:lnTo>
                  <a:lnTo>
                    <a:pt x="1305" y="2153"/>
                  </a:lnTo>
                  <a:lnTo>
                    <a:pt x="1384" y="2232"/>
                  </a:lnTo>
                  <a:lnTo>
                    <a:pt x="1403" y="2232"/>
                  </a:lnTo>
                  <a:lnTo>
                    <a:pt x="1443" y="2252"/>
                  </a:lnTo>
                  <a:lnTo>
                    <a:pt x="1423" y="2213"/>
                  </a:lnTo>
                  <a:lnTo>
                    <a:pt x="1423" y="2193"/>
                  </a:lnTo>
                  <a:lnTo>
                    <a:pt x="1403" y="2153"/>
                  </a:lnTo>
                  <a:lnTo>
                    <a:pt x="1423" y="2173"/>
                  </a:lnTo>
                  <a:lnTo>
                    <a:pt x="1443" y="2193"/>
                  </a:lnTo>
                  <a:lnTo>
                    <a:pt x="1463" y="2153"/>
                  </a:lnTo>
                  <a:lnTo>
                    <a:pt x="1423" y="2114"/>
                  </a:lnTo>
                  <a:lnTo>
                    <a:pt x="1463" y="2114"/>
                  </a:lnTo>
                  <a:lnTo>
                    <a:pt x="1502" y="2153"/>
                  </a:lnTo>
                  <a:lnTo>
                    <a:pt x="1522" y="2134"/>
                  </a:lnTo>
                  <a:lnTo>
                    <a:pt x="1522" y="2114"/>
                  </a:lnTo>
                  <a:lnTo>
                    <a:pt x="1482" y="2074"/>
                  </a:lnTo>
                  <a:lnTo>
                    <a:pt x="1463" y="2035"/>
                  </a:lnTo>
                  <a:lnTo>
                    <a:pt x="1463" y="2015"/>
                  </a:lnTo>
                  <a:lnTo>
                    <a:pt x="1482" y="1995"/>
                  </a:lnTo>
                  <a:lnTo>
                    <a:pt x="1522" y="2035"/>
                  </a:lnTo>
                  <a:lnTo>
                    <a:pt x="1502" y="1995"/>
                  </a:lnTo>
                  <a:lnTo>
                    <a:pt x="1542" y="2015"/>
                  </a:lnTo>
                  <a:lnTo>
                    <a:pt x="1542" y="1976"/>
                  </a:lnTo>
                  <a:lnTo>
                    <a:pt x="1542" y="1956"/>
                  </a:lnTo>
                  <a:lnTo>
                    <a:pt x="1581" y="1976"/>
                  </a:lnTo>
                  <a:lnTo>
                    <a:pt x="1561" y="1936"/>
                  </a:lnTo>
                  <a:lnTo>
                    <a:pt x="1502" y="1877"/>
                  </a:lnTo>
                  <a:lnTo>
                    <a:pt x="1561" y="1916"/>
                  </a:lnTo>
                  <a:lnTo>
                    <a:pt x="1601" y="1936"/>
                  </a:lnTo>
                  <a:lnTo>
                    <a:pt x="1601" y="1837"/>
                  </a:lnTo>
                  <a:lnTo>
                    <a:pt x="1621" y="1758"/>
                  </a:lnTo>
                  <a:lnTo>
                    <a:pt x="1640" y="1778"/>
                  </a:lnTo>
                  <a:lnTo>
                    <a:pt x="1640" y="1739"/>
                  </a:lnTo>
                  <a:lnTo>
                    <a:pt x="1640" y="1699"/>
                  </a:lnTo>
                  <a:lnTo>
                    <a:pt x="1621" y="1660"/>
                  </a:lnTo>
                  <a:lnTo>
                    <a:pt x="1621" y="1640"/>
                  </a:lnTo>
                  <a:lnTo>
                    <a:pt x="1640" y="1640"/>
                  </a:lnTo>
                  <a:lnTo>
                    <a:pt x="1621" y="1600"/>
                  </a:lnTo>
                  <a:lnTo>
                    <a:pt x="1561" y="1561"/>
                  </a:lnTo>
                  <a:lnTo>
                    <a:pt x="1463" y="1502"/>
                  </a:lnTo>
                  <a:lnTo>
                    <a:pt x="1443" y="1482"/>
                  </a:lnTo>
                  <a:lnTo>
                    <a:pt x="1463" y="1482"/>
                  </a:lnTo>
                  <a:lnTo>
                    <a:pt x="1482" y="1502"/>
                  </a:lnTo>
                  <a:lnTo>
                    <a:pt x="1522" y="1521"/>
                  </a:lnTo>
                  <a:lnTo>
                    <a:pt x="1542" y="1521"/>
                  </a:lnTo>
                  <a:lnTo>
                    <a:pt x="1621" y="1581"/>
                  </a:lnTo>
                  <a:lnTo>
                    <a:pt x="1680" y="1620"/>
                  </a:lnTo>
                  <a:lnTo>
                    <a:pt x="1680" y="1620"/>
                  </a:lnTo>
                  <a:lnTo>
                    <a:pt x="1640" y="1561"/>
                  </a:lnTo>
                  <a:lnTo>
                    <a:pt x="1660" y="1561"/>
                  </a:lnTo>
                  <a:lnTo>
                    <a:pt x="1660" y="1541"/>
                  </a:lnTo>
                  <a:lnTo>
                    <a:pt x="1680" y="1541"/>
                  </a:lnTo>
                  <a:lnTo>
                    <a:pt x="1700" y="1561"/>
                  </a:lnTo>
                  <a:lnTo>
                    <a:pt x="1719" y="1581"/>
                  </a:lnTo>
                  <a:lnTo>
                    <a:pt x="1700" y="1581"/>
                  </a:lnTo>
                  <a:lnTo>
                    <a:pt x="1700" y="1600"/>
                  </a:lnTo>
                  <a:lnTo>
                    <a:pt x="1739" y="1640"/>
                  </a:lnTo>
                  <a:lnTo>
                    <a:pt x="1719" y="1600"/>
                  </a:lnTo>
                  <a:lnTo>
                    <a:pt x="1739" y="1581"/>
                  </a:lnTo>
                  <a:lnTo>
                    <a:pt x="1739" y="1561"/>
                  </a:lnTo>
                  <a:lnTo>
                    <a:pt x="1700" y="1541"/>
                  </a:lnTo>
                  <a:lnTo>
                    <a:pt x="1700" y="1521"/>
                  </a:lnTo>
                  <a:lnTo>
                    <a:pt x="1660" y="1462"/>
                  </a:lnTo>
                  <a:lnTo>
                    <a:pt x="1680" y="1477"/>
                  </a:lnTo>
                  <a:lnTo>
                    <a:pt x="1680" y="1477"/>
                  </a:lnTo>
                  <a:lnTo>
                    <a:pt x="1680" y="1462"/>
                  </a:lnTo>
                  <a:lnTo>
                    <a:pt x="1700" y="1442"/>
                  </a:lnTo>
                  <a:lnTo>
                    <a:pt x="1719" y="1442"/>
                  </a:lnTo>
                  <a:lnTo>
                    <a:pt x="1779" y="1482"/>
                  </a:lnTo>
                  <a:lnTo>
                    <a:pt x="1759" y="1442"/>
                  </a:lnTo>
                  <a:lnTo>
                    <a:pt x="1779" y="1462"/>
                  </a:lnTo>
                  <a:lnTo>
                    <a:pt x="1818" y="1423"/>
                  </a:lnTo>
                  <a:lnTo>
                    <a:pt x="1838" y="1403"/>
                  </a:lnTo>
                  <a:lnTo>
                    <a:pt x="1858" y="1403"/>
                  </a:lnTo>
                  <a:lnTo>
                    <a:pt x="1858" y="1363"/>
                  </a:lnTo>
                  <a:lnTo>
                    <a:pt x="1798" y="1304"/>
                  </a:lnTo>
                  <a:lnTo>
                    <a:pt x="1739" y="1284"/>
                  </a:lnTo>
                  <a:lnTo>
                    <a:pt x="1719" y="1245"/>
                  </a:lnTo>
                  <a:lnTo>
                    <a:pt x="1719" y="1225"/>
                  </a:lnTo>
                  <a:lnTo>
                    <a:pt x="1759" y="1265"/>
                  </a:lnTo>
                  <a:lnTo>
                    <a:pt x="1798" y="1284"/>
                  </a:lnTo>
                  <a:lnTo>
                    <a:pt x="1838" y="1304"/>
                  </a:lnTo>
                  <a:lnTo>
                    <a:pt x="1838" y="1284"/>
                  </a:lnTo>
                  <a:lnTo>
                    <a:pt x="1877" y="1304"/>
                  </a:lnTo>
                  <a:lnTo>
                    <a:pt x="1877" y="1265"/>
                  </a:lnTo>
                  <a:lnTo>
                    <a:pt x="1838" y="1225"/>
                  </a:lnTo>
                  <a:lnTo>
                    <a:pt x="1838" y="1225"/>
                  </a:lnTo>
                  <a:lnTo>
                    <a:pt x="1877" y="1245"/>
                  </a:lnTo>
                  <a:lnTo>
                    <a:pt x="1897" y="1284"/>
                  </a:lnTo>
                  <a:lnTo>
                    <a:pt x="1897" y="1265"/>
                  </a:lnTo>
                  <a:lnTo>
                    <a:pt x="1917" y="1284"/>
                  </a:lnTo>
                  <a:lnTo>
                    <a:pt x="1917" y="1265"/>
                  </a:lnTo>
                  <a:lnTo>
                    <a:pt x="1897" y="1225"/>
                  </a:lnTo>
                  <a:lnTo>
                    <a:pt x="1858" y="1186"/>
                  </a:lnTo>
                  <a:lnTo>
                    <a:pt x="1838" y="1126"/>
                  </a:lnTo>
                  <a:lnTo>
                    <a:pt x="1858" y="1126"/>
                  </a:lnTo>
                  <a:lnTo>
                    <a:pt x="1818" y="1087"/>
                  </a:lnTo>
                  <a:lnTo>
                    <a:pt x="1779" y="1028"/>
                  </a:lnTo>
                  <a:lnTo>
                    <a:pt x="1818" y="1067"/>
                  </a:lnTo>
                  <a:lnTo>
                    <a:pt x="1838" y="1067"/>
                  </a:lnTo>
                  <a:lnTo>
                    <a:pt x="1818" y="1047"/>
                  </a:lnTo>
                  <a:lnTo>
                    <a:pt x="1917" y="1107"/>
                  </a:lnTo>
                  <a:lnTo>
                    <a:pt x="1877" y="1107"/>
                  </a:lnTo>
                  <a:lnTo>
                    <a:pt x="1858" y="1087"/>
                  </a:lnTo>
                  <a:lnTo>
                    <a:pt x="1858" y="1107"/>
                  </a:lnTo>
                  <a:lnTo>
                    <a:pt x="1937" y="1146"/>
                  </a:lnTo>
                  <a:lnTo>
                    <a:pt x="1976" y="1146"/>
                  </a:lnTo>
                  <a:lnTo>
                    <a:pt x="1996" y="1126"/>
                  </a:lnTo>
                  <a:lnTo>
                    <a:pt x="1996" y="1107"/>
                  </a:lnTo>
                  <a:lnTo>
                    <a:pt x="1996" y="1067"/>
                  </a:lnTo>
                  <a:lnTo>
                    <a:pt x="2016" y="1047"/>
                  </a:lnTo>
                  <a:lnTo>
                    <a:pt x="1996" y="1028"/>
                  </a:lnTo>
                  <a:lnTo>
                    <a:pt x="1956" y="968"/>
                  </a:lnTo>
                  <a:lnTo>
                    <a:pt x="1996" y="1008"/>
                  </a:lnTo>
                  <a:lnTo>
                    <a:pt x="2075" y="1008"/>
                  </a:lnTo>
                  <a:lnTo>
                    <a:pt x="2075" y="988"/>
                  </a:lnTo>
                  <a:lnTo>
                    <a:pt x="2095" y="968"/>
                  </a:lnTo>
                  <a:lnTo>
                    <a:pt x="2095" y="949"/>
                  </a:lnTo>
                  <a:lnTo>
                    <a:pt x="2075" y="909"/>
                  </a:lnTo>
                  <a:lnTo>
                    <a:pt x="2075" y="909"/>
                  </a:lnTo>
                  <a:lnTo>
                    <a:pt x="2114" y="929"/>
                  </a:lnTo>
                  <a:lnTo>
                    <a:pt x="2055" y="850"/>
                  </a:lnTo>
                  <a:lnTo>
                    <a:pt x="2055" y="810"/>
                  </a:lnTo>
                  <a:lnTo>
                    <a:pt x="2016" y="751"/>
                  </a:lnTo>
                  <a:lnTo>
                    <a:pt x="1937" y="672"/>
                  </a:lnTo>
                  <a:lnTo>
                    <a:pt x="1996" y="712"/>
                  </a:lnTo>
                  <a:lnTo>
                    <a:pt x="2035" y="751"/>
                  </a:lnTo>
                  <a:lnTo>
                    <a:pt x="2035" y="731"/>
                  </a:lnTo>
                  <a:lnTo>
                    <a:pt x="2016" y="712"/>
                  </a:lnTo>
                  <a:lnTo>
                    <a:pt x="2016" y="692"/>
                  </a:lnTo>
                  <a:lnTo>
                    <a:pt x="2035" y="692"/>
                  </a:lnTo>
                  <a:lnTo>
                    <a:pt x="2055" y="712"/>
                  </a:lnTo>
                  <a:lnTo>
                    <a:pt x="2075" y="731"/>
                  </a:lnTo>
                  <a:lnTo>
                    <a:pt x="2095" y="731"/>
                  </a:lnTo>
                  <a:lnTo>
                    <a:pt x="2075" y="712"/>
                  </a:lnTo>
                  <a:lnTo>
                    <a:pt x="2095" y="712"/>
                  </a:lnTo>
                  <a:lnTo>
                    <a:pt x="2016" y="652"/>
                  </a:lnTo>
                  <a:lnTo>
                    <a:pt x="1996" y="613"/>
                  </a:lnTo>
                  <a:lnTo>
                    <a:pt x="1976" y="613"/>
                  </a:lnTo>
                  <a:lnTo>
                    <a:pt x="1956" y="573"/>
                  </a:lnTo>
                  <a:lnTo>
                    <a:pt x="1956" y="514"/>
                  </a:lnTo>
                  <a:lnTo>
                    <a:pt x="1956" y="435"/>
                  </a:lnTo>
                  <a:lnTo>
                    <a:pt x="1996" y="396"/>
                  </a:lnTo>
                  <a:lnTo>
                    <a:pt x="2035" y="356"/>
                  </a:lnTo>
                  <a:lnTo>
                    <a:pt x="2075" y="396"/>
                  </a:lnTo>
                  <a:lnTo>
                    <a:pt x="2075" y="376"/>
                  </a:lnTo>
                  <a:lnTo>
                    <a:pt x="2134" y="376"/>
                  </a:lnTo>
                  <a:lnTo>
                    <a:pt x="2114" y="356"/>
                  </a:lnTo>
                  <a:lnTo>
                    <a:pt x="2095" y="336"/>
                  </a:lnTo>
                  <a:lnTo>
                    <a:pt x="2134" y="356"/>
                  </a:lnTo>
                  <a:lnTo>
                    <a:pt x="2134" y="376"/>
                  </a:lnTo>
                  <a:lnTo>
                    <a:pt x="2154" y="356"/>
                  </a:lnTo>
                  <a:lnTo>
                    <a:pt x="2193" y="376"/>
                  </a:lnTo>
                  <a:lnTo>
                    <a:pt x="2213" y="376"/>
                  </a:lnTo>
                  <a:lnTo>
                    <a:pt x="2213" y="336"/>
                  </a:lnTo>
                  <a:lnTo>
                    <a:pt x="2272" y="376"/>
                  </a:lnTo>
                  <a:lnTo>
                    <a:pt x="2351" y="396"/>
                  </a:lnTo>
                  <a:lnTo>
                    <a:pt x="2351" y="396"/>
                  </a:lnTo>
                  <a:lnTo>
                    <a:pt x="2312" y="376"/>
                  </a:lnTo>
                  <a:lnTo>
                    <a:pt x="2292" y="336"/>
                  </a:lnTo>
                  <a:lnTo>
                    <a:pt x="2272" y="336"/>
                  </a:lnTo>
                  <a:lnTo>
                    <a:pt x="2253" y="317"/>
                  </a:lnTo>
                  <a:lnTo>
                    <a:pt x="2233" y="277"/>
                  </a:lnTo>
                  <a:lnTo>
                    <a:pt x="2095" y="198"/>
                  </a:lnTo>
                  <a:lnTo>
                    <a:pt x="1956" y="119"/>
                  </a:lnTo>
                  <a:lnTo>
                    <a:pt x="1937" y="119"/>
                  </a:lnTo>
                  <a:lnTo>
                    <a:pt x="1897" y="99"/>
                  </a:lnTo>
                  <a:lnTo>
                    <a:pt x="1838" y="60"/>
                  </a:lnTo>
                  <a:lnTo>
                    <a:pt x="1818" y="60"/>
                  </a:lnTo>
                  <a:lnTo>
                    <a:pt x="1858" y="99"/>
                  </a:lnTo>
                  <a:lnTo>
                    <a:pt x="1818" y="99"/>
                  </a:lnTo>
                  <a:lnTo>
                    <a:pt x="1798" y="80"/>
                  </a:lnTo>
                  <a:lnTo>
                    <a:pt x="1818" y="119"/>
                  </a:lnTo>
                  <a:lnTo>
                    <a:pt x="1759" y="80"/>
                  </a:lnTo>
                  <a:lnTo>
                    <a:pt x="1700" y="40"/>
                  </a:lnTo>
                  <a:lnTo>
                    <a:pt x="1680" y="40"/>
                  </a:lnTo>
                  <a:lnTo>
                    <a:pt x="1680" y="60"/>
                  </a:lnTo>
                  <a:lnTo>
                    <a:pt x="1700" y="80"/>
                  </a:lnTo>
                  <a:lnTo>
                    <a:pt x="1660" y="80"/>
                  </a:lnTo>
                  <a:lnTo>
                    <a:pt x="1640" y="40"/>
                  </a:lnTo>
                  <a:lnTo>
                    <a:pt x="1640" y="60"/>
                  </a:lnTo>
                  <a:lnTo>
                    <a:pt x="1621" y="40"/>
                  </a:lnTo>
                  <a:lnTo>
                    <a:pt x="1561" y="20"/>
                  </a:lnTo>
                  <a:lnTo>
                    <a:pt x="1640" y="80"/>
                  </a:lnTo>
                  <a:lnTo>
                    <a:pt x="1621" y="80"/>
                  </a:lnTo>
                  <a:lnTo>
                    <a:pt x="1700" y="119"/>
                  </a:lnTo>
                  <a:lnTo>
                    <a:pt x="1719" y="159"/>
                  </a:lnTo>
                  <a:lnTo>
                    <a:pt x="1680" y="119"/>
                  </a:lnTo>
                  <a:lnTo>
                    <a:pt x="1660" y="119"/>
                  </a:lnTo>
                  <a:lnTo>
                    <a:pt x="1640" y="99"/>
                  </a:lnTo>
                  <a:lnTo>
                    <a:pt x="1581" y="40"/>
                  </a:lnTo>
                  <a:lnTo>
                    <a:pt x="1542" y="40"/>
                  </a:lnTo>
                  <a:lnTo>
                    <a:pt x="1542" y="60"/>
                  </a:lnTo>
                  <a:lnTo>
                    <a:pt x="1522" y="40"/>
                  </a:lnTo>
                  <a:lnTo>
                    <a:pt x="1502" y="20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15"/>
            <p:cNvSpPr/>
            <p:nvPr/>
          </p:nvSpPr>
          <p:spPr>
            <a:xfrm>
              <a:off x="-1768900" y="35509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15"/>
            <p:cNvSpPr/>
            <p:nvPr/>
          </p:nvSpPr>
          <p:spPr>
            <a:xfrm>
              <a:off x="-1769400" y="35069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20"/>
                  </a:moveTo>
                  <a:lnTo>
                    <a:pt x="2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15"/>
            <p:cNvSpPr/>
            <p:nvPr/>
          </p:nvSpPr>
          <p:spPr>
            <a:xfrm>
              <a:off x="-1780750" y="35430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15"/>
            <p:cNvSpPr/>
            <p:nvPr/>
          </p:nvSpPr>
          <p:spPr>
            <a:xfrm>
              <a:off x="-1780275" y="3412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15"/>
            <p:cNvSpPr/>
            <p:nvPr/>
          </p:nvSpPr>
          <p:spPr>
            <a:xfrm>
              <a:off x="-1780750" y="3410675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15"/>
            <p:cNvSpPr/>
            <p:nvPr/>
          </p:nvSpPr>
          <p:spPr>
            <a:xfrm>
              <a:off x="-1791625" y="3408700"/>
              <a:ext cx="19275" cy="5475"/>
            </a:xfrm>
            <a:custGeom>
              <a:rect b="b" l="l" r="r" t="t"/>
              <a:pathLst>
                <a:path extrusionOk="0" h="219" w="771">
                  <a:moveTo>
                    <a:pt x="438" y="43"/>
                  </a:moveTo>
                  <a:lnTo>
                    <a:pt x="455" y="60"/>
                  </a:lnTo>
                  <a:lnTo>
                    <a:pt x="435" y="80"/>
                  </a:lnTo>
                  <a:lnTo>
                    <a:pt x="475" y="80"/>
                  </a:lnTo>
                  <a:lnTo>
                    <a:pt x="438" y="43"/>
                  </a:lnTo>
                  <a:close/>
                  <a:moveTo>
                    <a:pt x="494" y="60"/>
                  </a:moveTo>
                  <a:lnTo>
                    <a:pt x="514" y="80"/>
                  </a:lnTo>
                  <a:lnTo>
                    <a:pt x="554" y="100"/>
                  </a:lnTo>
                  <a:lnTo>
                    <a:pt x="672" y="139"/>
                  </a:lnTo>
                  <a:lnTo>
                    <a:pt x="712" y="159"/>
                  </a:lnTo>
                  <a:lnTo>
                    <a:pt x="692" y="139"/>
                  </a:lnTo>
                  <a:lnTo>
                    <a:pt x="633" y="119"/>
                  </a:lnTo>
                  <a:lnTo>
                    <a:pt x="672" y="119"/>
                  </a:lnTo>
                  <a:lnTo>
                    <a:pt x="573" y="80"/>
                  </a:lnTo>
                  <a:lnTo>
                    <a:pt x="514" y="60"/>
                  </a:lnTo>
                  <a:close/>
                  <a:moveTo>
                    <a:pt x="0" y="1"/>
                  </a:moveTo>
                  <a:lnTo>
                    <a:pt x="20" y="21"/>
                  </a:lnTo>
                  <a:lnTo>
                    <a:pt x="99" y="40"/>
                  </a:lnTo>
                  <a:lnTo>
                    <a:pt x="40" y="40"/>
                  </a:lnTo>
                  <a:lnTo>
                    <a:pt x="99" y="60"/>
                  </a:lnTo>
                  <a:lnTo>
                    <a:pt x="178" y="100"/>
                  </a:lnTo>
                  <a:lnTo>
                    <a:pt x="198" y="80"/>
                  </a:lnTo>
                  <a:lnTo>
                    <a:pt x="237" y="100"/>
                  </a:lnTo>
                  <a:lnTo>
                    <a:pt x="356" y="119"/>
                  </a:lnTo>
                  <a:lnTo>
                    <a:pt x="395" y="119"/>
                  </a:lnTo>
                  <a:lnTo>
                    <a:pt x="415" y="100"/>
                  </a:lnTo>
                  <a:lnTo>
                    <a:pt x="435" y="100"/>
                  </a:lnTo>
                  <a:lnTo>
                    <a:pt x="554" y="139"/>
                  </a:lnTo>
                  <a:lnTo>
                    <a:pt x="573" y="159"/>
                  </a:lnTo>
                  <a:lnTo>
                    <a:pt x="573" y="159"/>
                  </a:lnTo>
                  <a:lnTo>
                    <a:pt x="534" y="139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514" y="139"/>
                  </a:lnTo>
                  <a:lnTo>
                    <a:pt x="593" y="179"/>
                  </a:lnTo>
                  <a:lnTo>
                    <a:pt x="672" y="198"/>
                  </a:lnTo>
                  <a:lnTo>
                    <a:pt x="692" y="198"/>
                  </a:lnTo>
                  <a:lnTo>
                    <a:pt x="771" y="218"/>
                  </a:lnTo>
                  <a:lnTo>
                    <a:pt x="771" y="218"/>
                  </a:lnTo>
                  <a:lnTo>
                    <a:pt x="692" y="179"/>
                  </a:lnTo>
                  <a:lnTo>
                    <a:pt x="731" y="179"/>
                  </a:lnTo>
                  <a:lnTo>
                    <a:pt x="712" y="159"/>
                  </a:lnTo>
                  <a:lnTo>
                    <a:pt x="672" y="159"/>
                  </a:lnTo>
                  <a:lnTo>
                    <a:pt x="672" y="139"/>
                  </a:lnTo>
                  <a:lnTo>
                    <a:pt x="633" y="139"/>
                  </a:lnTo>
                  <a:lnTo>
                    <a:pt x="554" y="100"/>
                  </a:lnTo>
                  <a:lnTo>
                    <a:pt x="475" y="80"/>
                  </a:lnTo>
                  <a:lnTo>
                    <a:pt x="475" y="80"/>
                  </a:lnTo>
                  <a:lnTo>
                    <a:pt x="494" y="100"/>
                  </a:lnTo>
                  <a:lnTo>
                    <a:pt x="316" y="60"/>
                  </a:lnTo>
                  <a:lnTo>
                    <a:pt x="158" y="21"/>
                  </a:lnTo>
                  <a:lnTo>
                    <a:pt x="158" y="4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15"/>
            <p:cNvSpPr/>
            <p:nvPr/>
          </p:nvSpPr>
          <p:spPr>
            <a:xfrm>
              <a:off x="-1774825" y="3409200"/>
              <a:ext cx="2975" cy="1025"/>
            </a:xfrm>
            <a:custGeom>
              <a:rect b="b" l="l" r="r" t="t"/>
              <a:pathLst>
                <a:path extrusionOk="0" h="41" w="119">
                  <a:moveTo>
                    <a:pt x="119" y="40"/>
                  </a:moveTo>
                  <a:lnTo>
                    <a:pt x="119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9" y="40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15"/>
            <p:cNvSpPr/>
            <p:nvPr/>
          </p:nvSpPr>
          <p:spPr>
            <a:xfrm>
              <a:off x="-1777300" y="340822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0" y="0"/>
                  </a:moveTo>
                  <a:lnTo>
                    <a:pt x="20" y="20"/>
                  </a:lnTo>
                  <a:lnTo>
                    <a:pt x="99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15"/>
            <p:cNvSpPr/>
            <p:nvPr/>
          </p:nvSpPr>
          <p:spPr>
            <a:xfrm>
              <a:off x="-1798550" y="3390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15"/>
            <p:cNvSpPr/>
            <p:nvPr/>
          </p:nvSpPr>
          <p:spPr>
            <a:xfrm>
              <a:off x="-1800025" y="3362775"/>
              <a:ext cx="39525" cy="47925"/>
            </a:xfrm>
            <a:custGeom>
              <a:rect b="b" l="l" r="r" t="t"/>
              <a:pathLst>
                <a:path extrusionOk="0" h="1917" w="1581">
                  <a:moveTo>
                    <a:pt x="1423" y="337"/>
                  </a:moveTo>
                  <a:lnTo>
                    <a:pt x="1423" y="342"/>
                  </a:lnTo>
                  <a:lnTo>
                    <a:pt x="1423" y="342"/>
                  </a:lnTo>
                  <a:lnTo>
                    <a:pt x="1443" y="357"/>
                  </a:lnTo>
                  <a:lnTo>
                    <a:pt x="1423" y="337"/>
                  </a:lnTo>
                  <a:close/>
                  <a:moveTo>
                    <a:pt x="139" y="692"/>
                  </a:moveTo>
                  <a:lnTo>
                    <a:pt x="139" y="699"/>
                  </a:lnTo>
                  <a:lnTo>
                    <a:pt x="139" y="699"/>
                  </a:lnTo>
                  <a:lnTo>
                    <a:pt x="149" y="702"/>
                  </a:lnTo>
                  <a:lnTo>
                    <a:pt x="139" y="692"/>
                  </a:lnTo>
                  <a:close/>
                  <a:moveTo>
                    <a:pt x="149" y="702"/>
                  </a:moveTo>
                  <a:lnTo>
                    <a:pt x="159" y="712"/>
                  </a:lnTo>
                  <a:lnTo>
                    <a:pt x="188" y="722"/>
                  </a:lnTo>
                  <a:lnTo>
                    <a:pt x="188" y="722"/>
                  </a:lnTo>
                  <a:lnTo>
                    <a:pt x="178" y="712"/>
                  </a:lnTo>
                  <a:lnTo>
                    <a:pt x="149" y="702"/>
                  </a:lnTo>
                  <a:close/>
                  <a:moveTo>
                    <a:pt x="40" y="653"/>
                  </a:moveTo>
                  <a:lnTo>
                    <a:pt x="60" y="673"/>
                  </a:lnTo>
                  <a:lnTo>
                    <a:pt x="80" y="692"/>
                  </a:lnTo>
                  <a:lnTo>
                    <a:pt x="60" y="692"/>
                  </a:lnTo>
                  <a:lnTo>
                    <a:pt x="159" y="732"/>
                  </a:lnTo>
                  <a:lnTo>
                    <a:pt x="139" y="712"/>
                  </a:lnTo>
                  <a:lnTo>
                    <a:pt x="139" y="699"/>
                  </a:lnTo>
                  <a:lnTo>
                    <a:pt x="139" y="699"/>
                  </a:lnTo>
                  <a:lnTo>
                    <a:pt x="119" y="692"/>
                  </a:lnTo>
                  <a:lnTo>
                    <a:pt x="40" y="653"/>
                  </a:lnTo>
                  <a:close/>
                  <a:moveTo>
                    <a:pt x="188" y="722"/>
                  </a:moveTo>
                  <a:lnTo>
                    <a:pt x="198" y="73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18" y="732"/>
                  </a:lnTo>
                  <a:lnTo>
                    <a:pt x="188" y="722"/>
                  </a:lnTo>
                  <a:close/>
                  <a:moveTo>
                    <a:pt x="119" y="890"/>
                  </a:moveTo>
                  <a:lnTo>
                    <a:pt x="149" y="900"/>
                  </a:lnTo>
                  <a:lnTo>
                    <a:pt x="139" y="890"/>
                  </a:lnTo>
                  <a:close/>
                  <a:moveTo>
                    <a:pt x="149" y="900"/>
                  </a:moveTo>
                  <a:lnTo>
                    <a:pt x="159" y="910"/>
                  </a:lnTo>
                  <a:lnTo>
                    <a:pt x="178" y="910"/>
                  </a:lnTo>
                  <a:lnTo>
                    <a:pt x="149" y="900"/>
                  </a:lnTo>
                  <a:close/>
                  <a:moveTo>
                    <a:pt x="119" y="910"/>
                  </a:moveTo>
                  <a:lnTo>
                    <a:pt x="119" y="929"/>
                  </a:lnTo>
                  <a:lnTo>
                    <a:pt x="139" y="929"/>
                  </a:lnTo>
                  <a:lnTo>
                    <a:pt x="119" y="910"/>
                  </a:lnTo>
                  <a:close/>
                  <a:moveTo>
                    <a:pt x="119" y="929"/>
                  </a:moveTo>
                  <a:lnTo>
                    <a:pt x="119" y="94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19" y="929"/>
                  </a:lnTo>
                  <a:close/>
                  <a:moveTo>
                    <a:pt x="119" y="1028"/>
                  </a:moveTo>
                  <a:lnTo>
                    <a:pt x="119" y="1048"/>
                  </a:lnTo>
                  <a:lnTo>
                    <a:pt x="178" y="1068"/>
                  </a:lnTo>
                  <a:lnTo>
                    <a:pt x="178" y="1068"/>
                  </a:lnTo>
                  <a:lnTo>
                    <a:pt x="139" y="1048"/>
                  </a:lnTo>
                  <a:lnTo>
                    <a:pt x="119" y="1028"/>
                  </a:lnTo>
                  <a:close/>
                  <a:moveTo>
                    <a:pt x="1285" y="1502"/>
                  </a:moveTo>
                  <a:lnTo>
                    <a:pt x="1304" y="1522"/>
                  </a:lnTo>
                  <a:lnTo>
                    <a:pt x="1364" y="1522"/>
                  </a:lnTo>
                  <a:lnTo>
                    <a:pt x="1285" y="1502"/>
                  </a:lnTo>
                  <a:close/>
                  <a:moveTo>
                    <a:pt x="40" y="1601"/>
                  </a:moveTo>
                  <a:lnTo>
                    <a:pt x="99" y="1621"/>
                  </a:lnTo>
                  <a:lnTo>
                    <a:pt x="119" y="1621"/>
                  </a:lnTo>
                  <a:lnTo>
                    <a:pt x="40" y="1601"/>
                  </a:lnTo>
                  <a:close/>
                  <a:moveTo>
                    <a:pt x="257" y="1680"/>
                  </a:moveTo>
                  <a:lnTo>
                    <a:pt x="266" y="1688"/>
                  </a:lnTo>
                  <a:lnTo>
                    <a:pt x="266" y="1688"/>
                  </a:lnTo>
                  <a:lnTo>
                    <a:pt x="228" y="1680"/>
                  </a:lnTo>
                  <a:close/>
                  <a:moveTo>
                    <a:pt x="1304" y="1690"/>
                  </a:moveTo>
                  <a:lnTo>
                    <a:pt x="1304" y="1700"/>
                  </a:lnTo>
                  <a:lnTo>
                    <a:pt x="1324" y="1700"/>
                  </a:lnTo>
                  <a:lnTo>
                    <a:pt x="1304" y="1690"/>
                  </a:lnTo>
                  <a:close/>
                  <a:moveTo>
                    <a:pt x="652" y="1719"/>
                  </a:moveTo>
                  <a:lnTo>
                    <a:pt x="722" y="1739"/>
                  </a:lnTo>
                  <a:lnTo>
                    <a:pt x="633" y="1739"/>
                  </a:lnTo>
                  <a:lnTo>
                    <a:pt x="593" y="1719"/>
                  </a:lnTo>
                  <a:close/>
                  <a:moveTo>
                    <a:pt x="1048" y="1798"/>
                  </a:moveTo>
                  <a:lnTo>
                    <a:pt x="1087" y="1818"/>
                  </a:lnTo>
                  <a:lnTo>
                    <a:pt x="1087" y="1818"/>
                  </a:lnTo>
                  <a:lnTo>
                    <a:pt x="1067" y="1798"/>
                  </a:lnTo>
                  <a:close/>
                  <a:moveTo>
                    <a:pt x="119" y="1739"/>
                  </a:moveTo>
                  <a:lnTo>
                    <a:pt x="139" y="1759"/>
                  </a:lnTo>
                  <a:lnTo>
                    <a:pt x="119" y="1759"/>
                  </a:lnTo>
                  <a:lnTo>
                    <a:pt x="178" y="1779"/>
                  </a:lnTo>
                  <a:lnTo>
                    <a:pt x="198" y="1779"/>
                  </a:lnTo>
                  <a:lnTo>
                    <a:pt x="317" y="1818"/>
                  </a:lnTo>
                  <a:lnTo>
                    <a:pt x="336" y="1818"/>
                  </a:lnTo>
                  <a:lnTo>
                    <a:pt x="297" y="1798"/>
                  </a:lnTo>
                  <a:lnTo>
                    <a:pt x="238" y="1779"/>
                  </a:lnTo>
                  <a:lnTo>
                    <a:pt x="376" y="1818"/>
                  </a:lnTo>
                  <a:lnTo>
                    <a:pt x="336" y="1779"/>
                  </a:lnTo>
                  <a:lnTo>
                    <a:pt x="238" y="1759"/>
                  </a:lnTo>
                  <a:lnTo>
                    <a:pt x="257" y="1759"/>
                  </a:lnTo>
                  <a:lnTo>
                    <a:pt x="218" y="1739"/>
                  </a:lnTo>
                  <a:lnTo>
                    <a:pt x="238" y="1759"/>
                  </a:lnTo>
                  <a:lnTo>
                    <a:pt x="238" y="1759"/>
                  </a:lnTo>
                  <a:lnTo>
                    <a:pt x="119" y="1739"/>
                  </a:lnTo>
                  <a:close/>
                  <a:moveTo>
                    <a:pt x="376" y="1818"/>
                  </a:moveTo>
                  <a:lnTo>
                    <a:pt x="494" y="1858"/>
                  </a:lnTo>
                  <a:lnTo>
                    <a:pt x="494" y="1858"/>
                  </a:lnTo>
                  <a:lnTo>
                    <a:pt x="455" y="1838"/>
                  </a:lnTo>
                  <a:lnTo>
                    <a:pt x="376" y="1818"/>
                  </a:lnTo>
                  <a:close/>
                  <a:moveTo>
                    <a:pt x="1403" y="1"/>
                  </a:moveTo>
                  <a:lnTo>
                    <a:pt x="435" y="396"/>
                  </a:lnTo>
                  <a:lnTo>
                    <a:pt x="514" y="436"/>
                  </a:lnTo>
                  <a:lnTo>
                    <a:pt x="435" y="436"/>
                  </a:lnTo>
                  <a:lnTo>
                    <a:pt x="396" y="416"/>
                  </a:lnTo>
                  <a:lnTo>
                    <a:pt x="277" y="455"/>
                  </a:lnTo>
                  <a:lnTo>
                    <a:pt x="297" y="475"/>
                  </a:lnTo>
                  <a:lnTo>
                    <a:pt x="218" y="475"/>
                  </a:lnTo>
                  <a:lnTo>
                    <a:pt x="238" y="495"/>
                  </a:lnTo>
                  <a:lnTo>
                    <a:pt x="178" y="495"/>
                  </a:lnTo>
                  <a:lnTo>
                    <a:pt x="139" y="515"/>
                  </a:lnTo>
                  <a:lnTo>
                    <a:pt x="218" y="554"/>
                  </a:lnTo>
                  <a:lnTo>
                    <a:pt x="218" y="554"/>
                  </a:lnTo>
                  <a:lnTo>
                    <a:pt x="198" y="534"/>
                  </a:lnTo>
                  <a:lnTo>
                    <a:pt x="218" y="534"/>
                  </a:lnTo>
                  <a:lnTo>
                    <a:pt x="257" y="554"/>
                  </a:lnTo>
                  <a:lnTo>
                    <a:pt x="297" y="574"/>
                  </a:lnTo>
                  <a:lnTo>
                    <a:pt x="336" y="594"/>
                  </a:lnTo>
                  <a:lnTo>
                    <a:pt x="297" y="594"/>
                  </a:lnTo>
                  <a:lnTo>
                    <a:pt x="238" y="574"/>
                  </a:lnTo>
                  <a:lnTo>
                    <a:pt x="119" y="515"/>
                  </a:lnTo>
                  <a:lnTo>
                    <a:pt x="139" y="534"/>
                  </a:lnTo>
                  <a:lnTo>
                    <a:pt x="218" y="594"/>
                  </a:lnTo>
                  <a:lnTo>
                    <a:pt x="277" y="633"/>
                  </a:lnTo>
                  <a:lnTo>
                    <a:pt x="178" y="594"/>
                  </a:lnTo>
                  <a:lnTo>
                    <a:pt x="80" y="534"/>
                  </a:lnTo>
                  <a:lnTo>
                    <a:pt x="60" y="534"/>
                  </a:lnTo>
                  <a:lnTo>
                    <a:pt x="99" y="554"/>
                  </a:lnTo>
                  <a:lnTo>
                    <a:pt x="60" y="554"/>
                  </a:lnTo>
                  <a:lnTo>
                    <a:pt x="80" y="594"/>
                  </a:lnTo>
                  <a:lnTo>
                    <a:pt x="119" y="594"/>
                  </a:lnTo>
                  <a:lnTo>
                    <a:pt x="139" y="613"/>
                  </a:lnTo>
                  <a:lnTo>
                    <a:pt x="99" y="613"/>
                  </a:lnTo>
                  <a:lnTo>
                    <a:pt x="119" y="633"/>
                  </a:lnTo>
                  <a:lnTo>
                    <a:pt x="119" y="653"/>
                  </a:lnTo>
                  <a:lnTo>
                    <a:pt x="119" y="673"/>
                  </a:lnTo>
                  <a:lnTo>
                    <a:pt x="139" y="673"/>
                  </a:lnTo>
                  <a:lnTo>
                    <a:pt x="139" y="653"/>
                  </a:lnTo>
                  <a:lnTo>
                    <a:pt x="159" y="653"/>
                  </a:lnTo>
                  <a:lnTo>
                    <a:pt x="218" y="673"/>
                  </a:lnTo>
                  <a:lnTo>
                    <a:pt x="257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317" y="771"/>
                  </a:lnTo>
                  <a:lnTo>
                    <a:pt x="317" y="771"/>
                  </a:lnTo>
                  <a:lnTo>
                    <a:pt x="257" y="75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57" y="771"/>
                  </a:lnTo>
                  <a:lnTo>
                    <a:pt x="218" y="752"/>
                  </a:lnTo>
                  <a:lnTo>
                    <a:pt x="218" y="765"/>
                  </a:lnTo>
                  <a:lnTo>
                    <a:pt x="218" y="765"/>
                  </a:lnTo>
                  <a:lnTo>
                    <a:pt x="178" y="752"/>
                  </a:lnTo>
                  <a:lnTo>
                    <a:pt x="119" y="732"/>
                  </a:lnTo>
                  <a:lnTo>
                    <a:pt x="198" y="771"/>
                  </a:lnTo>
                  <a:lnTo>
                    <a:pt x="198" y="771"/>
                  </a:lnTo>
                  <a:lnTo>
                    <a:pt x="139" y="752"/>
                  </a:lnTo>
                  <a:lnTo>
                    <a:pt x="178" y="771"/>
                  </a:lnTo>
                  <a:lnTo>
                    <a:pt x="198" y="791"/>
                  </a:lnTo>
                  <a:lnTo>
                    <a:pt x="159" y="771"/>
                  </a:lnTo>
                  <a:lnTo>
                    <a:pt x="159" y="771"/>
                  </a:lnTo>
                  <a:lnTo>
                    <a:pt x="198" y="811"/>
                  </a:lnTo>
                  <a:lnTo>
                    <a:pt x="257" y="811"/>
                  </a:lnTo>
                  <a:lnTo>
                    <a:pt x="336" y="850"/>
                  </a:lnTo>
                  <a:lnTo>
                    <a:pt x="336" y="870"/>
                  </a:lnTo>
                  <a:lnTo>
                    <a:pt x="277" y="870"/>
                  </a:lnTo>
                  <a:lnTo>
                    <a:pt x="277" y="890"/>
                  </a:lnTo>
                  <a:lnTo>
                    <a:pt x="257" y="870"/>
                  </a:lnTo>
                  <a:lnTo>
                    <a:pt x="238" y="870"/>
                  </a:lnTo>
                  <a:lnTo>
                    <a:pt x="218" y="850"/>
                  </a:lnTo>
                  <a:lnTo>
                    <a:pt x="198" y="850"/>
                  </a:lnTo>
                  <a:lnTo>
                    <a:pt x="139" y="831"/>
                  </a:lnTo>
                  <a:lnTo>
                    <a:pt x="139" y="831"/>
                  </a:lnTo>
                  <a:lnTo>
                    <a:pt x="218" y="850"/>
                  </a:lnTo>
                  <a:lnTo>
                    <a:pt x="159" y="831"/>
                  </a:lnTo>
                  <a:lnTo>
                    <a:pt x="139" y="811"/>
                  </a:lnTo>
                  <a:lnTo>
                    <a:pt x="80" y="791"/>
                  </a:lnTo>
                  <a:lnTo>
                    <a:pt x="80" y="791"/>
                  </a:lnTo>
                  <a:lnTo>
                    <a:pt x="139" y="831"/>
                  </a:lnTo>
                  <a:lnTo>
                    <a:pt x="159" y="850"/>
                  </a:lnTo>
                  <a:lnTo>
                    <a:pt x="198" y="870"/>
                  </a:lnTo>
                  <a:lnTo>
                    <a:pt x="99" y="831"/>
                  </a:lnTo>
                  <a:lnTo>
                    <a:pt x="80" y="850"/>
                  </a:lnTo>
                  <a:lnTo>
                    <a:pt x="119" y="850"/>
                  </a:lnTo>
                  <a:lnTo>
                    <a:pt x="139" y="870"/>
                  </a:lnTo>
                  <a:lnTo>
                    <a:pt x="159" y="890"/>
                  </a:lnTo>
                  <a:lnTo>
                    <a:pt x="139" y="890"/>
                  </a:lnTo>
                  <a:lnTo>
                    <a:pt x="198" y="910"/>
                  </a:lnTo>
                  <a:lnTo>
                    <a:pt x="218" y="929"/>
                  </a:lnTo>
                  <a:lnTo>
                    <a:pt x="218" y="949"/>
                  </a:lnTo>
                  <a:lnTo>
                    <a:pt x="257" y="989"/>
                  </a:lnTo>
                  <a:lnTo>
                    <a:pt x="257" y="989"/>
                  </a:lnTo>
                  <a:lnTo>
                    <a:pt x="198" y="96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59" y="969"/>
                  </a:lnTo>
                  <a:lnTo>
                    <a:pt x="119" y="969"/>
                  </a:lnTo>
                  <a:lnTo>
                    <a:pt x="80" y="949"/>
                  </a:lnTo>
                  <a:lnTo>
                    <a:pt x="20" y="949"/>
                  </a:lnTo>
                  <a:lnTo>
                    <a:pt x="99" y="969"/>
                  </a:lnTo>
                  <a:lnTo>
                    <a:pt x="119" y="989"/>
                  </a:lnTo>
                  <a:lnTo>
                    <a:pt x="99" y="989"/>
                  </a:lnTo>
                  <a:lnTo>
                    <a:pt x="178" y="1008"/>
                  </a:lnTo>
                  <a:lnTo>
                    <a:pt x="99" y="1008"/>
                  </a:lnTo>
                  <a:lnTo>
                    <a:pt x="198" y="1068"/>
                  </a:lnTo>
                  <a:lnTo>
                    <a:pt x="178" y="1068"/>
                  </a:lnTo>
                  <a:lnTo>
                    <a:pt x="257" y="1107"/>
                  </a:lnTo>
                  <a:lnTo>
                    <a:pt x="238" y="1107"/>
                  </a:lnTo>
                  <a:lnTo>
                    <a:pt x="178" y="1087"/>
                  </a:lnTo>
                  <a:lnTo>
                    <a:pt x="218" y="1127"/>
                  </a:lnTo>
                  <a:lnTo>
                    <a:pt x="238" y="1127"/>
                  </a:lnTo>
                  <a:lnTo>
                    <a:pt x="277" y="1147"/>
                  </a:lnTo>
                  <a:lnTo>
                    <a:pt x="317" y="1166"/>
                  </a:lnTo>
                  <a:lnTo>
                    <a:pt x="238" y="1147"/>
                  </a:lnTo>
                  <a:lnTo>
                    <a:pt x="198" y="1127"/>
                  </a:lnTo>
                  <a:lnTo>
                    <a:pt x="139" y="1127"/>
                  </a:lnTo>
                  <a:lnTo>
                    <a:pt x="99" y="1087"/>
                  </a:lnTo>
                  <a:lnTo>
                    <a:pt x="80" y="1087"/>
                  </a:lnTo>
                  <a:lnTo>
                    <a:pt x="99" y="1107"/>
                  </a:lnTo>
                  <a:lnTo>
                    <a:pt x="119" y="1127"/>
                  </a:lnTo>
                  <a:lnTo>
                    <a:pt x="119" y="1127"/>
                  </a:lnTo>
                  <a:lnTo>
                    <a:pt x="60" y="1107"/>
                  </a:lnTo>
                  <a:lnTo>
                    <a:pt x="80" y="1127"/>
                  </a:lnTo>
                  <a:lnTo>
                    <a:pt x="139" y="1147"/>
                  </a:lnTo>
                  <a:lnTo>
                    <a:pt x="178" y="1166"/>
                  </a:lnTo>
                  <a:lnTo>
                    <a:pt x="99" y="1147"/>
                  </a:lnTo>
                  <a:lnTo>
                    <a:pt x="99" y="114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218" y="1206"/>
                  </a:lnTo>
                  <a:lnTo>
                    <a:pt x="277" y="1206"/>
                  </a:lnTo>
                  <a:lnTo>
                    <a:pt x="317" y="1226"/>
                  </a:lnTo>
                  <a:lnTo>
                    <a:pt x="376" y="1245"/>
                  </a:lnTo>
                  <a:lnTo>
                    <a:pt x="396" y="1265"/>
                  </a:lnTo>
                  <a:lnTo>
                    <a:pt x="297" y="1245"/>
                  </a:lnTo>
                  <a:lnTo>
                    <a:pt x="159" y="1206"/>
                  </a:lnTo>
                  <a:lnTo>
                    <a:pt x="1" y="1147"/>
                  </a:lnTo>
                  <a:lnTo>
                    <a:pt x="20" y="1186"/>
                  </a:lnTo>
                  <a:lnTo>
                    <a:pt x="1" y="1186"/>
                  </a:lnTo>
                  <a:lnTo>
                    <a:pt x="80" y="1226"/>
                  </a:lnTo>
                  <a:lnTo>
                    <a:pt x="198" y="1265"/>
                  </a:lnTo>
                  <a:lnTo>
                    <a:pt x="178" y="1265"/>
                  </a:lnTo>
                  <a:lnTo>
                    <a:pt x="139" y="1245"/>
                  </a:lnTo>
                  <a:lnTo>
                    <a:pt x="139" y="1245"/>
                  </a:lnTo>
                  <a:lnTo>
                    <a:pt x="178" y="1285"/>
                  </a:lnTo>
                  <a:lnTo>
                    <a:pt x="198" y="1305"/>
                  </a:lnTo>
                  <a:lnTo>
                    <a:pt x="257" y="1344"/>
                  </a:lnTo>
                  <a:lnTo>
                    <a:pt x="336" y="1364"/>
                  </a:lnTo>
                  <a:lnTo>
                    <a:pt x="356" y="1364"/>
                  </a:lnTo>
                  <a:lnTo>
                    <a:pt x="376" y="1384"/>
                  </a:lnTo>
                  <a:lnTo>
                    <a:pt x="415" y="1403"/>
                  </a:lnTo>
                  <a:lnTo>
                    <a:pt x="356" y="1384"/>
                  </a:lnTo>
                  <a:lnTo>
                    <a:pt x="336" y="1384"/>
                  </a:lnTo>
                  <a:lnTo>
                    <a:pt x="356" y="1403"/>
                  </a:lnTo>
                  <a:lnTo>
                    <a:pt x="297" y="1384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139" y="1344"/>
                  </a:lnTo>
                  <a:lnTo>
                    <a:pt x="198" y="1364"/>
                  </a:lnTo>
                  <a:lnTo>
                    <a:pt x="257" y="1384"/>
                  </a:lnTo>
                  <a:lnTo>
                    <a:pt x="178" y="1384"/>
                  </a:lnTo>
                  <a:lnTo>
                    <a:pt x="159" y="1403"/>
                  </a:lnTo>
                  <a:lnTo>
                    <a:pt x="60" y="1384"/>
                  </a:lnTo>
                  <a:lnTo>
                    <a:pt x="60" y="1384"/>
                  </a:lnTo>
                  <a:lnTo>
                    <a:pt x="139" y="1423"/>
                  </a:lnTo>
                  <a:lnTo>
                    <a:pt x="178" y="1443"/>
                  </a:lnTo>
                  <a:lnTo>
                    <a:pt x="277" y="1482"/>
                  </a:lnTo>
                  <a:lnTo>
                    <a:pt x="297" y="1482"/>
                  </a:lnTo>
                  <a:lnTo>
                    <a:pt x="277" y="1463"/>
                  </a:lnTo>
                  <a:lnTo>
                    <a:pt x="238" y="1443"/>
                  </a:lnTo>
                  <a:lnTo>
                    <a:pt x="277" y="1443"/>
                  </a:lnTo>
                  <a:lnTo>
                    <a:pt x="178" y="1403"/>
                  </a:lnTo>
                  <a:lnTo>
                    <a:pt x="218" y="1403"/>
                  </a:lnTo>
                  <a:lnTo>
                    <a:pt x="297" y="1443"/>
                  </a:lnTo>
                  <a:lnTo>
                    <a:pt x="356" y="1463"/>
                  </a:lnTo>
                  <a:lnTo>
                    <a:pt x="415" y="1482"/>
                  </a:lnTo>
                  <a:lnTo>
                    <a:pt x="415" y="1463"/>
                  </a:lnTo>
                  <a:lnTo>
                    <a:pt x="514" y="1482"/>
                  </a:lnTo>
                  <a:lnTo>
                    <a:pt x="652" y="1542"/>
                  </a:lnTo>
                  <a:lnTo>
                    <a:pt x="573" y="1522"/>
                  </a:lnTo>
                  <a:lnTo>
                    <a:pt x="573" y="1522"/>
                  </a:lnTo>
                  <a:lnTo>
                    <a:pt x="672" y="1561"/>
                  </a:lnTo>
                  <a:lnTo>
                    <a:pt x="672" y="1561"/>
                  </a:lnTo>
                  <a:lnTo>
                    <a:pt x="534" y="1542"/>
                  </a:lnTo>
                  <a:lnTo>
                    <a:pt x="534" y="1542"/>
                  </a:lnTo>
                  <a:lnTo>
                    <a:pt x="554" y="1561"/>
                  </a:lnTo>
                  <a:lnTo>
                    <a:pt x="593" y="1581"/>
                  </a:lnTo>
                  <a:lnTo>
                    <a:pt x="593" y="1561"/>
                  </a:lnTo>
                  <a:lnTo>
                    <a:pt x="633" y="1581"/>
                  </a:lnTo>
                  <a:lnTo>
                    <a:pt x="672" y="1601"/>
                  </a:lnTo>
                  <a:lnTo>
                    <a:pt x="731" y="1621"/>
                  </a:lnTo>
                  <a:lnTo>
                    <a:pt x="633" y="1621"/>
                  </a:lnTo>
                  <a:lnTo>
                    <a:pt x="494" y="1561"/>
                  </a:lnTo>
                  <a:lnTo>
                    <a:pt x="514" y="1581"/>
                  </a:lnTo>
                  <a:lnTo>
                    <a:pt x="514" y="1581"/>
                  </a:lnTo>
                  <a:lnTo>
                    <a:pt x="317" y="1522"/>
                  </a:lnTo>
                  <a:lnTo>
                    <a:pt x="277" y="1522"/>
                  </a:lnTo>
                  <a:lnTo>
                    <a:pt x="277" y="1542"/>
                  </a:lnTo>
                  <a:lnTo>
                    <a:pt x="139" y="1502"/>
                  </a:lnTo>
                  <a:lnTo>
                    <a:pt x="159" y="1522"/>
                  </a:lnTo>
                  <a:lnTo>
                    <a:pt x="80" y="1522"/>
                  </a:lnTo>
                  <a:lnTo>
                    <a:pt x="139" y="1542"/>
                  </a:lnTo>
                  <a:lnTo>
                    <a:pt x="218" y="1561"/>
                  </a:lnTo>
                  <a:lnTo>
                    <a:pt x="198" y="1561"/>
                  </a:lnTo>
                  <a:lnTo>
                    <a:pt x="218" y="1581"/>
                  </a:lnTo>
                  <a:lnTo>
                    <a:pt x="277" y="1561"/>
                  </a:lnTo>
                  <a:lnTo>
                    <a:pt x="376" y="1601"/>
                  </a:lnTo>
                  <a:lnTo>
                    <a:pt x="396" y="1601"/>
                  </a:lnTo>
                  <a:lnTo>
                    <a:pt x="435" y="1621"/>
                  </a:lnTo>
                  <a:lnTo>
                    <a:pt x="435" y="1621"/>
                  </a:lnTo>
                  <a:lnTo>
                    <a:pt x="277" y="1581"/>
                  </a:lnTo>
                  <a:lnTo>
                    <a:pt x="297" y="1601"/>
                  </a:lnTo>
                  <a:lnTo>
                    <a:pt x="218" y="1601"/>
                  </a:lnTo>
                  <a:lnTo>
                    <a:pt x="198" y="1581"/>
                  </a:lnTo>
                  <a:lnTo>
                    <a:pt x="139" y="1581"/>
                  </a:lnTo>
                  <a:lnTo>
                    <a:pt x="139" y="1561"/>
                  </a:lnTo>
                  <a:lnTo>
                    <a:pt x="99" y="1581"/>
                  </a:lnTo>
                  <a:lnTo>
                    <a:pt x="60" y="1581"/>
                  </a:lnTo>
                  <a:lnTo>
                    <a:pt x="159" y="1621"/>
                  </a:lnTo>
                  <a:lnTo>
                    <a:pt x="119" y="1621"/>
                  </a:lnTo>
                  <a:lnTo>
                    <a:pt x="119" y="1640"/>
                  </a:lnTo>
                  <a:lnTo>
                    <a:pt x="159" y="1640"/>
                  </a:lnTo>
                  <a:lnTo>
                    <a:pt x="190" y="1671"/>
                  </a:lnTo>
                  <a:lnTo>
                    <a:pt x="139" y="1660"/>
                  </a:lnTo>
                  <a:lnTo>
                    <a:pt x="139" y="1680"/>
                  </a:lnTo>
                  <a:lnTo>
                    <a:pt x="119" y="1680"/>
                  </a:lnTo>
                  <a:lnTo>
                    <a:pt x="178" y="1700"/>
                  </a:lnTo>
                  <a:lnTo>
                    <a:pt x="238" y="1700"/>
                  </a:lnTo>
                  <a:lnTo>
                    <a:pt x="257" y="1719"/>
                  </a:lnTo>
                  <a:lnTo>
                    <a:pt x="238" y="1719"/>
                  </a:lnTo>
                  <a:lnTo>
                    <a:pt x="277" y="1739"/>
                  </a:lnTo>
                  <a:lnTo>
                    <a:pt x="376" y="1779"/>
                  </a:lnTo>
                  <a:lnTo>
                    <a:pt x="336" y="1779"/>
                  </a:lnTo>
                  <a:lnTo>
                    <a:pt x="396" y="1818"/>
                  </a:lnTo>
                  <a:lnTo>
                    <a:pt x="415" y="1798"/>
                  </a:lnTo>
                  <a:lnTo>
                    <a:pt x="435" y="1798"/>
                  </a:lnTo>
                  <a:lnTo>
                    <a:pt x="475" y="1779"/>
                  </a:lnTo>
                  <a:lnTo>
                    <a:pt x="415" y="1779"/>
                  </a:lnTo>
                  <a:lnTo>
                    <a:pt x="336" y="1739"/>
                  </a:lnTo>
                  <a:lnTo>
                    <a:pt x="376" y="1739"/>
                  </a:lnTo>
                  <a:lnTo>
                    <a:pt x="415" y="1759"/>
                  </a:lnTo>
                  <a:lnTo>
                    <a:pt x="494" y="1779"/>
                  </a:lnTo>
                  <a:lnTo>
                    <a:pt x="633" y="1838"/>
                  </a:lnTo>
                  <a:lnTo>
                    <a:pt x="712" y="1858"/>
                  </a:lnTo>
                  <a:lnTo>
                    <a:pt x="751" y="1877"/>
                  </a:lnTo>
                  <a:lnTo>
                    <a:pt x="830" y="1897"/>
                  </a:lnTo>
                  <a:lnTo>
                    <a:pt x="850" y="1897"/>
                  </a:lnTo>
                  <a:lnTo>
                    <a:pt x="850" y="1877"/>
                  </a:lnTo>
                  <a:lnTo>
                    <a:pt x="890" y="1897"/>
                  </a:lnTo>
                  <a:lnTo>
                    <a:pt x="909" y="1917"/>
                  </a:lnTo>
                  <a:lnTo>
                    <a:pt x="949" y="1917"/>
                  </a:lnTo>
                  <a:lnTo>
                    <a:pt x="929" y="1897"/>
                  </a:lnTo>
                  <a:lnTo>
                    <a:pt x="949" y="1897"/>
                  </a:lnTo>
                  <a:lnTo>
                    <a:pt x="850" y="1877"/>
                  </a:lnTo>
                  <a:lnTo>
                    <a:pt x="870" y="1877"/>
                  </a:lnTo>
                  <a:lnTo>
                    <a:pt x="870" y="1858"/>
                  </a:lnTo>
                  <a:lnTo>
                    <a:pt x="830" y="1838"/>
                  </a:lnTo>
                  <a:lnTo>
                    <a:pt x="870" y="1838"/>
                  </a:lnTo>
                  <a:lnTo>
                    <a:pt x="771" y="1818"/>
                  </a:lnTo>
                  <a:lnTo>
                    <a:pt x="751" y="1779"/>
                  </a:lnTo>
                  <a:lnTo>
                    <a:pt x="830" y="1818"/>
                  </a:lnTo>
                  <a:lnTo>
                    <a:pt x="830" y="1798"/>
                  </a:lnTo>
                  <a:lnTo>
                    <a:pt x="811" y="1779"/>
                  </a:lnTo>
                  <a:lnTo>
                    <a:pt x="745" y="1746"/>
                  </a:lnTo>
                  <a:lnTo>
                    <a:pt x="745" y="1746"/>
                  </a:lnTo>
                  <a:lnTo>
                    <a:pt x="791" y="1759"/>
                  </a:lnTo>
                  <a:lnTo>
                    <a:pt x="712" y="1719"/>
                  </a:lnTo>
                  <a:lnTo>
                    <a:pt x="811" y="1739"/>
                  </a:lnTo>
                  <a:lnTo>
                    <a:pt x="870" y="1779"/>
                  </a:lnTo>
                  <a:lnTo>
                    <a:pt x="850" y="1779"/>
                  </a:lnTo>
                  <a:lnTo>
                    <a:pt x="870" y="1798"/>
                  </a:lnTo>
                  <a:lnTo>
                    <a:pt x="890" y="1798"/>
                  </a:lnTo>
                  <a:lnTo>
                    <a:pt x="909" y="1818"/>
                  </a:lnTo>
                  <a:lnTo>
                    <a:pt x="988" y="1838"/>
                  </a:lnTo>
                  <a:lnTo>
                    <a:pt x="1028" y="1838"/>
                  </a:lnTo>
                  <a:lnTo>
                    <a:pt x="1008" y="1818"/>
                  </a:lnTo>
                  <a:lnTo>
                    <a:pt x="1127" y="1858"/>
                  </a:lnTo>
                  <a:lnTo>
                    <a:pt x="1146" y="1877"/>
                  </a:lnTo>
                  <a:lnTo>
                    <a:pt x="1166" y="1877"/>
                  </a:lnTo>
                  <a:lnTo>
                    <a:pt x="1166" y="1858"/>
                  </a:lnTo>
                  <a:lnTo>
                    <a:pt x="969" y="1798"/>
                  </a:lnTo>
                  <a:lnTo>
                    <a:pt x="949" y="1779"/>
                  </a:lnTo>
                  <a:lnTo>
                    <a:pt x="969" y="1759"/>
                  </a:lnTo>
                  <a:lnTo>
                    <a:pt x="1008" y="1779"/>
                  </a:lnTo>
                  <a:lnTo>
                    <a:pt x="1048" y="1798"/>
                  </a:lnTo>
                  <a:lnTo>
                    <a:pt x="1048" y="1798"/>
                  </a:lnTo>
                  <a:lnTo>
                    <a:pt x="1067" y="1779"/>
                  </a:lnTo>
                  <a:lnTo>
                    <a:pt x="1146" y="1798"/>
                  </a:lnTo>
                  <a:lnTo>
                    <a:pt x="1146" y="1818"/>
                  </a:lnTo>
                  <a:lnTo>
                    <a:pt x="1186" y="1818"/>
                  </a:lnTo>
                  <a:lnTo>
                    <a:pt x="1186" y="1838"/>
                  </a:lnTo>
                  <a:lnTo>
                    <a:pt x="1245" y="1838"/>
                  </a:lnTo>
                  <a:lnTo>
                    <a:pt x="1225" y="1818"/>
                  </a:lnTo>
                  <a:lnTo>
                    <a:pt x="1225" y="1818"/>
                  </a:lnTo>
                  <a:lnTo>
                    <a:pt x="1304" y="1838"/>
                  </a:lnTo>
                  <a:lnTo>
                    <a:pt x="1324" y="1818"/>
                  </a:lnTo>
                  <a:lnTo>
                    <a:pt x="1344" y="1818"/>
                  </a:lnTo>
                  <a:lnTo>
                    <a:pt x="1265" y="1779"/>
                  </a:lnTo>
                  <a:lnTo>
                    <a:pt x="1166" y="1739"/>
                  </a:lnTo>
                  <a:lnTo>
                    <a:pt x="1285" y="1779"/>
                  </a:lnTo>
                  <a:lnTo>
                    <a:pt x="1285" y="1759"/>
                  </a:lnTo>
                  <a:lnTo>
                    <a:pt x="1225" y="1739"/>
                  </a:lnTo>
                  <a:lnTo>
                    <a:pt x="1146" y="1719"/>
                  </a:lnTo>
                  <a:lnTo>
                    <a:pt x="1146" y="1700"/>
                  </a:lnTo>
                  <a:lnTo>
                    <a:pt x="1166" y="1700"/>
                  </a:lnTo>
                  <a:lnTo>
                    <a:pt x="1245" y="1739"/>
                  </a:lnTo>
                  <a:lnTo>
                    <a:pt x="1285" y="1719"/>
                  </a:lnTo>
                  <a:lnTo>
                    <a:pt x="1344" y="1739"/>
                  </a:lnTo>
                  <a:lnTo>
                    <a:pt x="1344" y="1739"/>
                  </a:lnTo>
                  <a:lnTo>
                    <a:pt x="1285" y="1700"/>
                  </a:lnTo>
                  <a:lnTo>
                    <a:pt x="1206" y="1680"/>
                  </a:lnTo>
                  <a:lnTo>
                    <a:pt x="1206" y="1680"/>
                  </a:lnTo>
                  <a:lnTo>
                    <a:pt x="1166" y="1660"/>
                  </a:lnTo>
                  <a:lnTo>
                    <a:pt x="1245" y="1660"/>
                  </a:lnTo>
                  <a:lnTo>
                    <a:pt x="1285" y="1680"/>
                  </a:lnTo>
                  <a:lnTo>
                    <a:pt x="1304" y="1690"/>
                  </a:lnTo>
                  <a:lnTo>
                    <a:pt x="1304" y="1690"/>
                  </a:lnTo>
                  <a:lnTo>
                    <a:pt x="1304" y="1680"/>
                  </a:lnTo>
                  <a:lnTo>
                    <a:pt x="1304" y="1660"/>
                  </a:lnTo>
                  <a:lnTo>
                    <a:pt x="1344" y="1660"/>
                  </a:lnTo>
                  <a:lnTo>
                    <a:pt x="1285" y="1640"/>
                  </a:lnTo>
                  <a:lnTo>
                    <a:pt x="1206" y="1621"/>
                  </a:lnTo>
                  <a:lnTo>
                    <a:pt x="1265" y="1621"/>
                  </a:lnTo>
                  <a:lnTo>
                    <a:pt x="1285" y="1640"/>
                  </a:lnTo>
                  <a:lnTo>
                    <a:pt x="1304" y="1640"/>
                  </a:lnTo>
                  <a:lnTo>
                    <a:pt x="1285" y="1621"/>
                  </a:lnTo>
                  <a:lnTo>
                    <a:pt x="1166" y="1581"/>
                  </a:lnTo>
                  <a:lnTo>
                    <a:pt x="1166" y="1581"/>
                  </a:lnTo>
                  <a:lnTo>
                    <a:pt x="1245" y="1601"/>
                  </a:lnTo>
                  <a:lnTo>
                    <a:pt x="1344" y="1621"/>
                  </a:lnTo>
                  <a:lnTo>
                    <a:pt x="1285" y="1601"/>
                  </a:lnTo>
                  <a:lnTo>
                    <a:pt x="1344" y="1601"/>
                  </a:lnTo>
                  <a:lnTo>
                    <a:pt x="1304" y="1581"/>
                  </a:lnTo>
                  <a:lnTo>
                    <a:pt x="1265" y="1542"/>
                  </a:lnTo>
                  <a:lnTo>
                    <a:pt x="1245" y="1522"/>
                  </a:lnTo>
                  <a:lnTo>
                    <a:pt x="1324" y="1561"/>
                  </a:lnTo>
                  <a:lnTo>
                    <a:pt x="1364" y="1581"/>
                  </a:lnTo>
                  <a:lnTo>
                    <a:pt x="1383" y="1581"/>
                  </a:lnTo>
                  <a:lnTo>
                    <a:pt x="1383" y="1561"/>
                  </a:lnTo>
                  <a:lnTo>
                    <a:pt x="1364" y="1542"/>
                  </a:lnTo>
                  <a:lnTo>
                    <a:pt x="1285" y="1522"/>
                  </a:lnTo>
                  <a:lnTo>
                    <a:pt x="1285" y="1502"/>
                  </a:lnTo>
                  <a:lnTo>
                    <a:pt x="1285" y="1482"/>
                  </a:lnTo>
                  <a:lnTo>
                    <a:pt x="1344" y="1502"/>
                  </a:lnTo>
                  <a:lnTo>
                    <a:pt x="1285" y="1463"/>
                  </a:lnTo>
                  <a:lnTo>
                    <a:pt x="1186" y="1443"/>
                  </a:lnTo>
                  <a:lnTo>
                    <a:pt x="1206" y="1443"/>
                  </a:lnTo>
                  <a:lnTo>
                    <a:pt x="1146" y="1423"/>
                  </a:lnTo>
                  <a:lnTo>
                    <a:pt x="1166" y="1443"/>
                  </a:lnTo>
                  <a:lnTo>
                    <a:pt x="1186" y="1463"/>
                  </a:lnTo>
                  <a:lnTo>
                    <a:pt x="1127" y="1463"/>
                  </a:lnTo>
                  <a:lnTo>
                    <a:pt x="1067" y="1443"/>
                  </a:lnTo>
                  <a:lnTo>
                    <a:pt x="1087" y="1443"/>
                  </a:lnTo>
                  <a:lnTo>
                    <a:pt x="1028" y="1423"/>
                  </a:lnTo>
                  <a:lnTo>
                    <a:pt x="929" y="1384"/>
                  </a:lnTo>
                  <a:lnTo>
                    <a:pt x="909" y="1364"/>
                  </a:lnTo>
                  <a:lnTo>
                    <a:pt x="909" y="1364"/>
                  </a:lnTo>
                  <a:lnTo>
                    <a:pt x="988" y="1384"/>
                  </a:lnTo>
                  <a:lnTo>
                    <a:pt x="1028" y="1403"/>
                  </a:lnTo>
                  <a:lnTo>
                    <a:pt x="1107" y="1423"/>
                  </a:lnTo>
                  <a:lnTo>
                    <a:pt x="1048" y="1403"/>
                  </a:lnTo>
                  <a:lnTo>
                    <a:pt x="969" y="1364"/>
                  </a:lnTo>
                  <a:lnTo>
                    <a:pt x="929" y="1344"/>
                  </a:lnTo>
                  <a:lnTo>
                    <a:pt x="969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988" y="1344"/>
                  </a:lnTo>
                  <a:lnTo>
                    <a:pt x="949" y="1324"/>
                  </a:lnTo>
                  <a:lnTo>
                    <a:pt x="1028" y="1344"/>
                  </a:lnTo>
                  <a:lnTo>
                    <a:pt x="1008" y="1344"/>
                  </a:lnTo>
                  <a:lnTo>
                    <a:pt x="1028" y="1364"/>
                  </a:lnTo>
                  <a:lnTo>
                    <a:pt x="1087" y="1384"/>
                  </a:lnTo>
                  <a:lnTo>
                    <a:pt x="1206" y="1423"/>
                  </a:lnTo>
                  <a:lnTo>
                    <a:pt x="1304" y="1463"/>
                  </a:lnTo>
                  <a:lnTo>
                    <a:pt x="1364" y="1463"/>
                  </a:lnTo>
                  <a:lnTo>
                    <a:pt x="1324" y="1443"/>
                  </a:lnTo>
                  <a:lnTo>
                    <a:pt x="1324" y="1423"/>
                  </a:lnTo>
                  <a:lnTo>
                    <a:pt x="1285" y="1403"/>
                  </a:lnTo>
                  <a:lnTo>
                    <a:pt x="1344" y="1423"/>
                  </a:lnTo>
                  <a:lnTo>
                    <a:pt x="1344" y="1403"/>
                  </a:lnTo>
                  <a:lnTo>
                    <a:pt x="1304" y="1384"/>
                  </a:lnTo>
                  <a:lnTo>
                    <a:pt x="1304" y="1384"/>
                  </a:lnTo>
                  <a:lnTo>
                    <a:pt x="1364" y="1403"/>
                  </a:lnTo>
                  <a:lnTo>
                    <a:pt x="1383" y="1384"/>
                  </a:lnTo>
                  <a:lnTo>
                    <a:pt x="1344" y="1344"/>
                  </a:lnTo>
                  <a:lnTo>
                    <a:pt x="1285" y="1324"/>
                  </a:lnTo>
                  <a:lnTo>
                    <a:pt x="1285" y="1305"/>
                  </a:lnTo>
                  <a:lnTo>
                    <a:pt x="1344" y="1305"/>
                  </a:lnTo>
                  <a:lnTo>
                    <a:pt x="1304" y="1285"/>
                  </a:lnTo>
                  <a:lnTo>
                    <a:pt x="1364" y="1305"/>
                  </a:lnTo>
                  <a:lnTo>
                    <a:pt x="1344" y="1285"/>
                  </a:lnTo>
                  <a:lnTo>
                    <a:pt x="1324" y="1265"/>
                  </a:lnTo>
                  <a:lnTo>
                    <a:pt x="1383" y="1265"/>
                  </a:lnTo>
                  <a:lnTo>
                    <a:pt x="1344" y="1245"/>
                  </a:lnTo>
                  <a:lnTo>
                    <a:pt x="1285" y="1206"/>
                  </a:lnTo>
                  <a:lnTo>
                    <a:pt x="1383" y="1245"/>
                  </a:lnTo>
                  <a:lnTo>
                    <a:pt x="1344" y="1186"/>
                  </a:lnTo>
                  <a:lnTo>
                    <a:pt x="1344" y="1107"/>
                  </a:lnTo>
                  <a:lnTo>
                    <a:pt x="1364" y="1127"/>
                  </a:lnTo>
                  <a:lnTo>
                    <a:pt x="1364" y="1107"/>
                  </a:lnTo>
                  <a:lnTo>
                    <a:pt x="1324" y="1068"/>
                  </a:lnTo>
                  <a:lnTo>
                    <a:pt x="1304" y="1048"/>
                  </a:lnTo>
                  <a:lnTo>
                    <a:pt x="1304" y="1028"/>
                  </a:lnTo>
                  <a:lnTo>
                    <a:pt x="1324" y="1028"/>
                  </a:lnTo>
                  <a:lnTo>
                    <a:pt x="1285" y="1008"/>
                  </a:lnTo>
                  <a:lnTo>
                    <a:pt x="1225" y="989"/>
                  </a:lnTo>
                  <a:lnTo>
                    <a:pt x="1107" y="949"/>
                  </a:lnTo>
                  <a:lnTo>
                    <a:pt x="1087" y="929"/>
                  </a:lnTo>
                  <a:lnTo>
                    <a:pt x="1127" y="929"/>
                  </a:lnTo>
                  <a:lnTo>
                    <a:pt x="1186" y="949"/>
                  </a:lnTo>
                  <a:lnTo>
                    <a:pt x="1265" y="989"/>
                  </a:lnTo>
                  <a:lnTo>
                    <a:pt x="1344" y="1028"/>
                  </a:lnTo>
                  <a:lnTo>
                    <a:pt x="1344" y="1028"/>
                  </a:lnTo>
                  <a:lnTo>
                    <a:pt x="1285" y="989"/>
                  </a:lnTo>
                  <a:lnTo>
                    <a:pt x="1304" y="969"/>
                  </a:lnTo>
                  <a:lnTo>
                    <a:pt x="1304" y="949"/>
                  </a:lnTo>
                  <a:lnTo>
                    <a:pt x="1324" y="969"/>
                  </a:lnTo>
                  <a:lnTo>
                    <a:pt x="1344" y="969"/>
                  </a:lnTo>
                  <a:lnTo>
                    <a:pt x="1344" y="989"/>
                  </a:lnTo>
                  <a:lnTo>
                    <a:pt x="1364" y="989"/>
                  </a:lnTo>
                  <a:lnTo>
                    <a:pt x="1403" y="1028"/>
                  </a:lnTo>
                  <a:lnTo>
                    <a:pt x="1383" y="989"/>
                  </a:lnTo>
                  <a:lnTo>
                    <a:pt x="1383" y="969"/>
                  </a:lnTo>
                  <a:lnTo>
                    <a:pt x="1344" y="949"/>
                  </a:lnTo>
                  <a:lnTo>
                    <a:pt x="1324" y="929"/>
                  </a:lnTo>
                  <a:lnTo>
                    <a:pt x="1265" y="910"/>
                  </a:lnTo>
                  <a:lnTo>
                    <a:pt x="1364" y="929"/>
                  </a:lnTo>
                  <a:lnTo>
                    <a:pt x="1304" y="910"/>
                  </a:lnTo>
                  <a:lnTo>
                    <a:pt x="1285" y="910"/>
                  </a:lnTo>
                  <a:lnTo>
                    <a:pt x="1285" y="890"/>
                  </a:lnTo>
                  <a:lnTo>
                    <a:pt x="1324" y="890"/>
                  </a:lnTo>
                  <a:lnTo>
                    <a:pt x="1383" y="910"/>
                  </a:lnTo>
                  <a:lnTo>
                    <a:pt x="1383" y="910"/>
                  </a:lnTo>
                  <a:lnTo>
                    <a:pt x="1344" y="890"/>
                  </a:lnTo>
                  <a:lnTo>
                    <a:pt x="1344" y="870"/>
                  </a:lnTo>
                  <a:lnTo>
                    <a:pt x="1383" y="890"/>
                  </a:lnTo>
                  <a:lnTo>
                    <a:pt x="1403" y="870"/>
                  </a:lnTo>
                  <a:lnTo>
                    <a:pt x="140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791"/>
                  </a:lnTo>
                  <a:lnTo>
                    <a:pt x="1344" y="791"/>
                  </a:lnTo>
                  <a:lnTo>
                    <a:pt x="1285" y="771"/>
                  </a:lnTo>
                  <a:lnTo>
                    <a:pt x="1265" y="752"/>
                  </a:lnTo>
                  <a:lnTo>
                    <a:pt x="1245" y="732"/>
                  </a:lnTo>
                  <a:lnTo>
                    <a:pt x="1304" y="752"/>
                  </a:lnTo>
                  <a:lnTo>
                    <a:pt x="1324" y="771"/>
                  </a:lnTo>
                  <a:lnTo>
                    <a:pt x="1423" y="771"/>
                  </a:lnTo>
                  <a:lnTo>
                    <a:pt x="1403" y="752"/>
                  </a:lnTo>
                  <a:lnTo>
                    <a:pt x="1364" y="732"/>
                  </a:lnTo>
                  <a:lnTo>
                    <a:pt x="1423" y="752"/>
                  </a:lnTo>
                  <a:lnTo>
                    <a:pt x="1443" y="752"/>
                  </a:lnTo>
                  <a:lnTo>
                    <a:pt x="1403" y="732"/>
                  </a:lnTo>
                  <a:lnTo>
                    <a:pt x="1324" y="692"/>
                  </a:lnTo>
                  <a:lnTo>
                    <a:pt x="1344" y="692"/>
                  </a:lnTo>
                  <a:lnTo>
                    <a:pt x="1324" y="673"/>
                  </a:lnTo>
                  <a:lnTo>
                    <a:pt x="1403" y="712"/>
                  </a:lnTo>
                  <a:lnTo>
                    <a:pt x="1403" y="712"/>
                  </a:lnTo>
                  <a:lnTo>
                    <a:pt x="1324" y="653"/>
                  </a:lnTo>
                  <a:lnTo>
                    <a:pt x="1285" y="613"/>
                  </a:lnTo>
                  <a:lnTo>
                    <a:pt x="1245" y="594"/>
                  </a:lnTo>
                  <a:lnTo>
                    <a:pt x="1304" y="613"/>
                  </a:lnTo>
                  <a:lnTo>
                    <a:pt x="1383" y="633"/>
                  </a:lnTo>
                  <a:lnTo>
                    <a:pt x="1344" y="633"/>
                  </a:lnTo>
                  <a:lnTo>
                    <a:pt x="1423" y="653"/>
                  </a:lnTo>
                  <a:lnTo>
                    <a:pt x="1462" y="653"/>
                  </a:lnTo>
                  <a:lnTo>
                    <a:pt x="1462" y="633"/>
                  </a:lnTo>
                  <a:lnTo>
                    <a:pt x="1443" y="613"/>
                  </a:lnTo>
                  <a:lnTo>
                    <a:pt x="1462" y="594"/>
                  </a:lnTo>
                  <a:lnTo>
                    <a:pt x="1443" y="574"/>
                  </a:lnTo>
                  <a:lnTo>
                    <a:pt x="1502" y="574"/>
                  </a:lnTo>
                  <a:lnTo>
                    <a:pt x="1502" y="554"/>
                  </a:lnTo>
                  <a:lnTo>
                    <a:pt x="1502" y="534"/>
                  </a:lnTo>
                  <a:lnTo>
                    <a:pt x="1502" y="515"/>
                  </a:lnTo>
                  <a:lnTo>
                    <a:pt x="1462" y="475"/>
                  </a:lnTo>
                  <a:lnTo>
                    <a:pt x="1522" y="495"/>
                  </a:lnTo>
                  <a:lnTo>
                    <a:pt x="1522" y="495"/>
                  </a:lnTo>
                  <a:lnTo>
                    <a:pt x="1443" y="455"/>
                  </a:lnTo>
                  <a:lnTo>
                    <a:pt x="1423" y="416"/>
                  </a:lnTo>
                  <a:lnTo>
                    <a:pt x="1383" y="376"/>
                  </a:lnTo>
                  <a:lnTo>
                    <a:pt x="1285" y="317"/>
                  </a:lnTo>
                  <a:lnTo>
                    <a:pt x="1344" y="337"/>
                  </a:lnTo>
                  <a:lnTo>
                    <a:pt x="1403" y="376"/>
                  </a:lnTo>
                  <a:lnTo>
                    <a:pt x="1364" y="337"/>
                  </a:lnTo>
                  <a:lnTo>
                    <a:pt x="1344" y="317"/>
                  </a:lnTo>
                  <a:lnTo>
                    <a:pt x="1344" y="317"/>
                  </a:lnTo>
                  <a:lnTo>
                    <a:pt x="1383" y="337"/>
                  </a:lnTo>
                  <a:lnTo>
                    <a:pt x="1423" y="357"/>
                  </a:lnTo>
                  <a:lnTo>
                    <a:pt x="1423" y="342"/>
                  </a:lnTo>
                  <a:lnTo>
                    <a:pt x="1423" y="342"/>
                  </a:lnTo>
                  <a:lnTo>
                    <a:pt x="1364" y="297"/>
                  </a:lnTo>
                  <a:lnTo>
                    <a:pt x="1304" y="258"/>
                  </a:lnTo>
                  <a:lnTo>
                    <a:pt x="1265" y="238"/>
                  </a:lnTo>
                  <a:lnTo>
                    <a:pt x="1285" y="238"/>
                  </a:lnTo>
                  <a:lnTo>
                    <a:pt x="1245" y="179"/>
                  </a:lnTo>
                  <a:lnTo>
                    <a:pt x="1245" y="139"/>
                  </a:lnTo>
                  <a:lnTo>
                    <a:pt x="1245" y="100"/>
                  </a:lnTo>
                  <a:lnTo>
                    <a:pt x="1304" y="80"/>
                  </a:lnTo>
                  <a:lnTo>
                    <a:pt x="1324" y="100"/>
                  </a:lnTo>
                  <a:lnTo>
                    <a:pt x="1324" y="80"/>
                  </a:lnTo>
                  <a:lnTo>
                    <a:pt x="1344" y="80"/>
                  </a:lnTo>
                  <a:lnTo>
                    <a:pt x="1344" y="100"/>
                  </a:lnTo>
                  <a:lnTo>
                    <a:pt x="1383" y="100"/>
                  </a:lnTo>
                  <a:lnTo>
                    <a:pt x="1364" y="80"/>
                  </a:lnTo>
                  <a:lnTo>
                    <a:pt x="1344" y="60"/>
                  </a:lnTo>
                  <a:lnTo>
                    <a:pt x="1344" y="60"/>
                  </a:lnTo>
                  <a:lnTo>
                    <a:pt x="1383" y="80"/>
                  </a:lnTo>
                  <a:lnTo>
                    <a:pt x="1462" y="80"/>
                  </a:lnTo>
                  <a:lnTo>
                    <a:pt x="1443" y="60"/>
                  </a:lnTo>
                  <a:lnTo>
                    <a:pt x="1443" y="60"/>
                  </a:lnTo>
                  <a:lnTo>
                    <a:pt x="1581" y="120"/>
                  </a:lnTo>
                  <a:lnTo>
                    <a:pt x="1522" y="60"/>
                  </a:lnTo>
                  <a:lnTo>
                    <a:pt x="1502" y="60"/>
                  </a:lnTo>
                  <a:lnTo>
                    <a:pt x="1462" y="40"/>
                  </a:lnTo>
                  <a:lnTo>
                    <a:pt x="1443" y="21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15"/>
            <p:cNvSpPr/>
            <p:nvPr/>
          </p:nvSpPr>
          <p:spPr>
            <a:xfrm>
              <a:off x="-1781250" y="3410200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20"/>
                  </a:move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15"/>
            <p:cNvSpPr/>
            <p:nvPr/>
          </p:nvSpPr>
          <p:spPr>
            <a:xfrm>
              <a:off x="-1798050" y="33781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15"/>
            <p:cNvSpPr/>
            <p:nvPr/>
          </p:nvSpPr>
          <p:spPr>
            <a:xfrm>
              <a:off x="-1795075" y="340722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0" y="1"/>
                  </a:lnTo>
                  <a:lnTo>
                    <a:pt x="2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15"/>
            <p:cNvSpPr/>
            <p:nvPr/>
          </p:nvSpPr>
          <p:spPr>
            <a:xfrm>
              <a:off x="-1709150" y="3594375"/>
              <a:ext cx="52850" cy="55325"/>
            </a:xfrm>
            <a:custGeom>
              <a:rect b="b" l="l" r="r" t="t"/>
              <a:pathLst>
                <a:path extrusionOk="0" h="2213" w="2114">
                  <a:moveTo>
                    <a:pt x="178" y="574"/>
                  </a:moveTo>
                  <a:lnTo>
                    <a:pt x="158" y="593"/>
                  </a:lnTo>
                  <a:lnTo>
                    <a:pt x="178" y="574"/>
                  </a:lnTo>
                  <a:lnTo>
                    <a:pt x="178" y="574"/>
                  </a:lnTo>
                  <a:close/>
                  <a:moveTo>
                    <a:pt x="158" y="593"/>
                  </a:moveTo>
                  <a:lnTo>
                    <a:pt x="138" y="613"/>
                  </a:lnTo>
                  <a:lnTo>
                    <a:pt x="158" y="593"/>
                  </a:lnTo>
                  <a:close/>
                  <a:moveTo>
                    <a:pt x="1363" y="692"/>
                  </a:moveTo>
                  <a:lnTo>
                    <a:pt x="1323" y="71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363" y="692"/>
                  </a:lnTo>
                  <a:close/>
                  <a:moveTo>
                    <a:pt x="79" y="811"/>
                  </a:moveTo>
                  <a:lnTo>
                    <a:pt x="40" y="830"/>
                  </a:lnTo>
                  <a:lnTo>
                    <a:pt x="59" y="830"/>
                  </a:lnTo>
                  <a:lnTo>
                    <a:pt x="79" y="811"/>
                  </a:lnTo>
                  <a:close/>
                  <a:moveTo>
                    <a:pt x="99" y="1127"/>
                  </a:moveTo>
                  <a:lnTo>
                    <a:pt x="79" y="1146"/>
                  </a:lnTo>
                  <a:lnTo>
                    <a:pt x="79" y="1146"/>
                  </a:lnTo>
                  <a:lnTo>
                    <a:pt x="105" y="1127"/>
                  </a:lnTo>
                  <a:close/>
                  <a:moveTo>
                    <a:pt x="79" y="1127"/>
                  </a:moveTo>
                  <a:lnTo>
                    <a:pt x="0" y="1186"/>
                  </a:lnTo>
                  <a:lnTo>
                    <a:pt x="20" y="1206"/>
                  </a:lnTo>
                  <a:lnTo>
                    <a:pt x="59" y="1186"/>
                  </a:lnTo>
                  <a:lnTo>
                    <a:pt x="99" y="1146"/>
                  </a:lnTo>
                  <a:lnTo>
                    <a:pt x="40" y="1186"/>
                  </a:lnTo>
                  <a:lnTo>
                    <a:pt x="59" y="1166"/>
                  </a:lnTo>
                  <a:lnTo>
                    <a:pt x="79" y="1146"/>
                  </a:lnTo>
                  <a:lnTo>
                    <a:pt x="79" y="1127"/>
                  </a:lnTo>
                  <a:close/>
                  <a:moveTo>
                    <a:pt x="573" y="1443"/>
                  </a:moveTo>
                  <a:lnTo>
                    <a:pt x="553" y="146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73" y="1443"/>
                  </a:lnTo>
                  <a:close/>
                  <a:moveTo>
                    <a:pt x="869" y="1838"/>
                  </a:moveTo>
                  <a:lnTo>
                    <a:pt x="834" y="1861"/>
                  </a:lnTo>
                  <a:lnTo>
                    <a:pt x="834" y="1861"/>
                  </a:lnTo>
                  <a:lnTo>
                    <a:pt x="849" y="1857"/>
                  </a:lnTo>
                  <a:lnTo>
                    <a:pt x="869" y="1838"/>
                  </a:lnTo>
                  <a:close/>
                  <a:moveTo>
                    <a:pt x="834" y="1861"/>
                  </a:moveTo>
                  <a:lnTo>
                    <a:pt x="770" y="1877"/>
                  </a:lnTo>
                  <a:lnTo>
                    <a:pt x="770" y="1887"/>
                  </a:lnTo>
                  <a:lnTo>
                    <a:pt x="770" y="1887"/>
                  </a:lnTo>
                  <a:lnTo>
                    <a:pt x="790" y="1877"/>
                  </a:lnTo>
                  <a:lnTo>
                    <a:pt x="810" y="1877"/>
                  </a:lnTo>
                  <a:lnTo>
                    <a:pt x="834" y="1861"/>
                  </a:lnTo>
                  <a:close/>
                  <a:moveTo>
                    <a:pt x="770" y="1887"/>
                  </a:moveTo>
                  <a:lnTo>
                    <a:pt x="751" y="1897"/>
                  </a:lnTo>
                  <a:lnTo>
                    <a:pt x="672" y="1956"/>
                  </a:lnTo>
                  <a:lnTo>
                    <a:pt x="691" y="1956"/>
                  </a:lnTo>
                  <a:lnTo>
                    <a:pt x="672" y="1996"/>
                  </a:lnTo>
                  <a:lnTo>
                    <a:pt x="672" y="1996"/>
                  </a:lnTo>
                  <a:lnTo>
                    <a:pt x="711" y="1956"/>
                  </a:lnTo>
                  <a:lnTo>
                    <a:pt x="731" y="1936"/>
                  </a:lnTo>
                  <a:lnTo>
                    <a:pt x="731" y="1956"/>
                  </a:lnTo>
                  <a:lnTo>
                    <a:pt x="810" y="1897"/>
                  </a:lnTo>
                  <a:lnTo>
                    <a:pt x="770" y="1897"/>
                  </a:lnTo>
                  <a:lnTo>
                    <a:pt x="770" y="1887"/>
                  </a:lnTo>
                  <a:close/>
                  <a:moveTo>
                    <a:pt x="968" y="2075"/>
                  </a:moveTo>
                  <a:lnTo>
                    <a:pt x="968" y="2094"/>
                  </a:lnTo>
                  <a:lnTo>
                    <a:pt x="988" y="2114"/>
                  </a:lnTo>
                  <a:lnTo>
                    <a:pt x="988" y="2094"/>
                  </a:lnTo>
                  <a:lnTo>
                    <a:pt x="988" y="2075"/>
                  </a:lnTo>
                  <a:close/>
                  <a:moveTo>
                    <a:pt x="751" y="1"/>
                  </a:moveTo>
                  <a:lnTo>
                    <a:pt x="711" y="20"/>
                  </a:lnTo>
                  <a:lnTo>
                    <a:pt x="672" y="40"/>
                  </a:lnTo>
                  <a:lnTo>
                    <a:pt x="632" y="80"/>
                  </a:lnTo>
                  <a:lnTo>
                    <a:pt x="612" y="80"/>
                  </a:lnTo>
                  <a:lnTo>
                    <a:pt x="474" y="178"/>
                  </a:lnTo>
                  <a:lnTo>
                    <a:pt x="356" y="277"/>
                  </a:lnTo>
                  <a:lnTo>
                    <a:pt x="356" y="297"/>
                  </a:lnTo>
                  <a:lnTo>
                    <a:pt x="316" y="337"/>
                  </a:lnTo>
                  <a:lnTo>
                    <a:pt x="277" y="356"/>
                  </a:lnTo>
                  <a:lnTo>
                    <a:pt x="257" y="376"/>
                  </a:lnTo>
                  <a:lnTo>
                    <a:pt x="296" y="376"/>
                  </a:lnTo>
                  <a:lnTo>
                    <a:pt x="277" y="396"/>
                  </a:lnTo>
                  <a:lnTo>
                    <a:pt x="277" y="416"/>
                  </a:lnTo>
                  <a:lnTo>
                    <a:pt x="296" y="416"/>
                  </a:lnTo>
                  <a:lnTo>
                    <a:pt x="257" y="455"/>
                  </a:lnTo>
                  <a:lnTo>
                    <a:pt x="198" y="495"/>
                  </a:lnTo>
                  <a:lnTo>
                    <a:pt x="178" y="514"/>
                  </a:lnTo>
                  <a:lnTo>
                    <a:pt x="217" y="514"/>
                  </a:lnTo>
                  <a:lnTo>
                    <a:pt x="217" y="534"/>
                  </a:lnTo>
                  <a:lnTo>
                    <a:pt x="178" y="554"/>
                  </a:lnTo>
                  <a:lnTo>
                    <a:pt x="178" y="574"/>
                  </a:lnTo>
                  <a:lnTo>
                    <a:pt x="198" y="554"/>
                  </a:lnTo>
                  <a:lnTo>
                    <a:pt x="217" y="554"/>
                  </a:lnTo>
                  <a:lnTo>
                    <a:pt x="198" y="574"/>
                  </a:lnTo>
                  <a:lnTo>
                    <a:pt x="198" y="574"/>
                  </a:lnTo>
                  <a:lnTo>
                    <a:pt x="257" y="534"/>
                  </a:lnTo>
                  <a:lnTo>
                    <a:pt x="257" y="554"/>
                  </a:lnTo>
                  <a:lnTo>
                    <a:pt x="237" y="574"/>
                  </a:lnTo>
                  <a:lnTo>
                    <a:pt x="158" y="613"/>
                  </a:lnTo>
                  <a:lnTo>
                    <a:pt x="138" y="633"/>
                  </a:lnTo>
                  <a:lnTo>
                    <a:pt x="79" y="672"/>
                  </a:lnTo>
                  <a:lnTo>
                    <a:pt x="138" y="653"/>
                  </a:lnTo>
                  <a:lnTo>
                    <a:pt x="158" y="653"/>
                  </a:lnTo>
                  <a:lnTo>
                    <a:pt x="138" y="672"/>
                  </a:lnTo>
                  <a:lnTo>
                    <a:pt x="119" y="672"/>
                  </a:lnTo>
                  <a:lnTo>
                    <a:pt x="59" y="732"/>
                  </a:lnTo>
                  <a:lnTo>
                    <a:pt x="79" y="732"/>
                  </a:lnTo>
                  <a:lnTo>
                    <a:pt x="119" y="712"/>
                  </a:lnTo>
                  <a:lnTo>
                    <a:pt x="138" y="712"/>
                  </a:lnTo>
                  <a:lnTo>
                    <a:pt x="119" y="732"/>
                  </a:lnTo>
                  <a:lnTo>
                    <a:pt x="119" y="751"/>
                  </a:lnTo>
                  <a:lnTo>
                    <a:pt x="79" y="811"/>
                  </a:lnTo>
                  <a:lnTo>
                    <a:pt x="79" y="830"/>
                  </a:lnTo>
                  <a:lnTo>
                    <a:pt x="99" y="830"/>
                  </a:lnTo>
                  <a:lnTo>
                    <a:pt x="138" y="811"/>
                  </a:lnTo>
                  <a:lnTo>
                    <a:pt x="138" y="811"/>
                  </a:lnTo>
                  <a:lnTo>
                    <a:pt x="79" y="850"/>
                  </a:lnTo>
                  <a:lnTo>
                    <a:pt x="178" y="791"/>
                  </a:lnTo>
                  <a:lnTo>
                    <a:pt x="237" y="751"/>
                  </a:lnTo>
                  <a:lnTo>
                    <a:pt x="257" y="751"/>
                  </a:lnTo>
                  <a:lnTo>
                    <a:pt x="217" y="791"/>
                  </a:lnTo>
                  <a:lnTo>
                    <a:pt x="178" y="830"/>
                  </a:lnTo>
                  <a:lnTo>
                    <a:pt x="119" y="870"/>
                  </a:lnTo>
                  <a:lnTo>
                    <a:pt x="79" y="90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20" y="949"/>
                  </a:lnTo>
                  <a:lnTo>
                    <a:pt x="20" y="969"/>
                  </a:lnTo>
                  <a:lnTo>
                    <a:pt x="0" y="1008"/>
                  </a:lnTo>
                  <a:lnTo>
                    <a:pt x="0" y="1028"/>
                  </a:lnTo>
                  <a:lnTo>
                    <a:pt x="59" y="988"/>
                  </a:lnTo>
                  <a:lnTo>
                    <a:pt x="40" y="1008"/>
                  </a:lnTo>
                  <a:lnTo>
                    <a:pt x="20" y="1048"/>
                  </a:lnTo>
                  <a:lnTo>
                    <a:pt x="40" y="1048"/>
                  </a:lnTo>
                  <a:lnTo>
                    <a:pt x="40" y="1067"/>
                  </a:lnTo>
                  <a:lnTo>
                    <a:pt x="20" y="1087"/>
                  </a:lnTo>
                  <a:lnTo>
                    <a:pt x="0" y="1107"/>
                  </a:lnTo>
                  <a:lnTo>
                    <a:pt x="20" y="1107"/>
                  </a:lnTo>
                  <a:lnTo>
                    <a:pt x="59" y="1067"/>
                  </a:lnTo>
                  <a:lnTo>
                    <a:pt x="99" y="1048"/>
                  </a:lnTo>
                  <a:lnTo>
                    <a:pt x="99" y="1048"/>
                  </a:lnTo>
                  <a:lnTo>
                    <a:pt x="79" y="1067"/>
                  </a:lnTo>
                  <a:lnTo>
                    <a:pt x="79" y="1087"/>
                  </a:lnTo>
                  <a:lnTo>
                    <a:pt x="59" y="1107"/>
                  </a:lnTo>
                  <a:lnTo>
                    <a:pt x="40" y="1127"/>
                  </a:lnTo>
                  <a:lnTo>
                    <a:pt x="99" y="1087"/>
                  </a:lnTo>
                  <a:lnTo>
                    <a:pt x="178" y="1028"/>
                  </a:lnTo>
                  <a:lnTo>
                    <a:pt x="158" y="1087"/>
                  </a:lnTo>
                  <a:lnTo>
                    <a:pt x="105" y="1127"/>
                  </a:lnTo>
                  <a:lnTo>
                    <a:pt x="138" y="1127"/>
                  </a:lnTo>
                  <a:lnTo>
                    <a:pt x="178" y="1107"/>
                  </a:lnTo>
                  <a:lnTo>
                    <a:pt x="277" y="1067"/>
                  </a:lnTo>
                  <a:lnTo>
                    <a:pt x="237" y="1107"/>
                  </a:lnTo>
                  <a:lnTo>
                    <a:pt x="138" y="1166"/>
                  </a:lnTo>
                  <a:lnTo>
                    <a:pt x="158" y="1166"/>
                  </a:lnTo>
                  <a:lnTo>
                    <a:pt x="119" y="1225"/>
                  </a:lnTo>
                  <a:lnTo>
                    <a:pt x="119" y="1225"/>
                  </a:lnTo>
                  <a:lnTo>
                    <a:pt x="198" y="1186"/>
                  </a:lnTo>
                  <a:lnTo>
                    <a:pt x="138" y="1245"/>
                  </a:lnTo>
                  <a:lnTo>
                    <a:pt x="138" y="1265"/>
                  </a:lnTo>
                  <a:lnTo>
                    <a:pt x="138" y="1304"/>
                  </a:lnTo>
                  <a:lnTo>
                    <a:pt x="119" y="1324"/>
                  </a:lnTo>
                  <a:lnTo>
                    <a:pt x="158" y="1344"/>
                  </a:lnTo>
                  <a:lnTo>
                    <a:pt x="217" y="1265"/>
                  </a:lnTo>
                  <a:lnTo>
                    <a:pt x="138" y="1324"/>
                  </a:lnTo>
                  <a:lnTo>
                    <a:pt x="138" y="1324"/>
                  </a:lnTo>
                  <a:lnTo>
                    <a:pt x="237" y="1245"/>
                  </a:lnTo>
                  <a:lnTo>
                    <a:pt x="336" y="1186"/>
                  </a:lnTo>
                  <a:lnTo>
                    <a:pt x="336" y="1206"/>
                  </a:lnTo>
                  <a:lnTo>
                    <a:pt x="296" y="1225"/>
                  </a:lnTo>
                  <a:lnTo>
                    <a:pt x="336" y="1225"/>
                  </a:lnTo>
                  <a:lnTo>
                    <a:pt x="356" y="1206"/>
                  </a:lnTo>
                  <a:lnTo>
                    <a:pt x="375" y="1186"/>
                  </a:lnTo>
                  <a:lnTo>
                    <a:pt x="356" y="1225"/>
                  </a:lnTo>
                  <a:lnTo>
                    <a:pt x="316" y="1245"/>
                  </a:lnTo>
                  <a:lnTo>
                    <a:pt x="336" y="1245"/>
                  </a:lnTo>
                  <a:lnTo>
                    <a:pt x="395" y="1225"/>
                  </a:lnTo>
                  <a:lnTo>
                    <a:pt x="336" y="1265"/>
                  </a:lnTo>
                  <a:lnTo>
                    <a:pt x="277" y="1285"/>
                  </a:lnTo>
                  <a:lnTo>
                    <a:pt x="237" y="1324"/>
                  </a:lnTo>
                  <a:lnTo>
                    <a:pt x="198" y="1364"/>
                  </a:lnTo>
                  <a:lnTo>
                    <a:pt x="217" y="1364"/>
                  </a:lnTo>
                  <a:lnTo>
                    <a:pt x="138" y="1403"/>
                  </a:lnTo>
                  <a:lnTo>
                    <a:pt x="178" y="1403"/>
                  </a:lnTo>
                  <a:lnTo>
                    <a:pt x="158" y="1423"/>
                  </a:lnTo>
                  <a:lnTo>
                    <a:pt x="158" y="1423"/>
                  </a:lnTo>
                  <a:lnTo>
                    <a:pt x="217" y="1383"/>
                  </a:lnTo>
                  <a:lnTo>
                    <a:pt x="178" y="1443"/>
                  </a:lnTo>
                  <a:lnTo>
                    <a:pt x="178" y="1482"/>
                  </a:lnTo>
                  <a:lnTo>
                    <a:pt x="217" y="1443"/>
                  </a:lnTo>
                  <a:lnTo>
                    <a:pt x="257" y="1443"/>
                  </a:lnTo>
                  <a:lnTo>
                    <a:pt x="237" y="146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257" y="1502"/>
                  </a:lnTo>
                  <a:lnTo>
                    <a:pt x="336" y="1443"/>
                  </a:lnTo>
                  <a:lnTo>
                    <a:pt x="336" y="1462"/>
                  </a:lnTo>
                  <a:lnTo>
                    <a:pt x="296" y="1482"/>
                  </a:lnTo>
                  <a:lnTo>
                    <a:pt x="375" y="1462"/>
                  </a:lnTo>
                  <a:lnTo>
                    <a:pt x="375" y="1462"/>
                  </a:lnTo>
                  <a:lnTo>
                    <a:pt x="316" y="1482"/>
                  </a:lnTo>
                  <a:lnTo>
                    <a:pt x="296" y="1502"/>
                  </a:lnTo>
                  <a:lnTo>
                    <a:pt x="296" y="1522"/>
                  </a:lnTo>
                  <a:lnTo>
                    <a:pt x="296" y="1541"/>
                  </a:lnTo>
                  <a:lnTo>
                    <a:pt x="494" y="1462"/>
                  </a:lnTo>
                  <a:lnTo>
                    <a:pt x="593" y="1403"/>
                  </a:lnTo>
                  <a:lnTo>
                    <a:pt x="691" y="1344"/>
                  </a:lnTo>
                  <a:lnTo>
                    <a:pt x="652" y="1383"/>
                  </a:lnTo>
                  <a:lnTo>
                    <a:pt x="632" y="1423"/>
                  </a:lnTo>
                  <a:lnTo>
                    <a:pt x="573" y="1462"/>
                  </a:lnTo>
                  <a:lnTo>
                    <a:pt x="553" y="148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454" y="1561"/>
                  </a:lnTo>
                  <a:lnTo>
                    <a:pt x="395" y="1581"/>
                  </a:lnTo>
                  <a:lnTo>
                    <a:pt x="454" y="1541"/>
                  </a:lnTo>
                  <a:lnTo>
                    <a:pt x="454" y="1541"/>
                  </a:lnTo>
                  <a:lnTo>
                    <a:pt x="415" y="1561"/>
                  </a:lnTo>
                  <a:lnTo>
                    <a:pt x="375" y="1581"/>
                  </a:lnTo>
                  <a:lnTo>
                    <a:pt x="296" y="1640"/>
                  </a:lnTo>
                  <a:lnTo>
                    <a:pt x="336" y="1640"/>
                  </a:lnTo>
                  <a:lnTo>
                    <a:pt x="336" y="1660"/>
                  </a:lnTo>
                  <a:lnTo>
                    <a:pt x="375" y="1660"/>
                  </a:lnTo>
                  <a:lnTo>
                    <a:pt x="356" y="1680"/>
                  </a:lnTo>
                  <a:lnTo>
                    <a:pt x="395" y="1660"/>
                  </a:lnTo>
                  <a:lnTo>
                    <a:pt x="435" y="1640"/>
                  </a:lnTo>
                  <a:lnTo>
                    <a:pt x="435" y="1640"/>
                  </a:lnTo>
                  <a:lnTo>
                    <a:pt x="415" y="1660"/>
                  </a:lnTo>
                  <a:lnTo>
                    <a:pt x="375" y="1699"/>
                  </a:lnTo>
                  <a:lnTo>
                    <a:pt x="415" y="1680"/>
                  </a:lnTo>
                  <a:lnTo>
                    <a:pt x="435" y="1680"/>
                  </a:lnTo>
                  <a:lnTo>
                    <a:pt x="494" y="1640"/>
                  </a:lnTo>
                  <a:lnTo>
                    <a:pt x="573" y="1581"/>
                  </a:lnTo>
                  <a:lnTo>
                    <a:pt x="612" y="1581"/>
                  </a:lnTo>
                  <a:lnTo>
                    <a:pt x="612" y="1601"/>
                  </a:lnTo>
                  <a:lnTo>
                    <a:pt x="593" y="1620"/>
                  </a:lnTo>
                  <a:lnTo>
                    <a:pt x="612" y="1620"/>
                  </a:lnTo>
                  <a:lnTo>
                    <a:pt x="553" y="1660"/>
                  </a:lnTo>
                  <a:lnTo>
                    <a:pt x="533" y="1660"/>
                  </a:lnTo>
                  <a:lnTo>
                    <a:pt x="533" y="1680"/>
                  </a:lnTo>
                  <a:lnTo>
                    <a:pt x="612" y="1640"/>
                  </a:lnTo>
                  <a:lnTo>
                    <a:pt x="612" y="1660"/>
                  </a:lnTo>
                  <a:lnTo>
                    <a:pt x="593" y="1680"/>
                  </a:lnTo>
                  <a:lnTo>
                    <a:pt x="514" y="1719"/>
                  </a:lnTo>
                  <a:lnTo>
                    <a:pt x="533" y="1699"/>
                  </a:lnTo>
                  <a:lnTo>
                    <a:pt x="533" y="1699"/>
                  </a:lnTo>
                  <a:lnTo>
                    <a:pt x="474" y="1739"/>
                  </a:lnTo>
                  <a:lnTo>
                    <a:pt x="514" y="1719"/>
                  </a:lnTo>
                  <a:lnTo>
                    <a:pt x="514" y="1719"/>
                  </a:lnTo>
                  <a:lnTo>
                    <a:pt x="454" y="1759"/>
                  </a:lnTo>
                  <a:lnTo>
                    <a:pt x="474" y="1739"/>
                  </a:lnTo>
                  <a:lnTo>
                    <a:pt x="474" y="1719"/>
                  </a:lnTo>
                  <a:lnTo>
                    <a:pt x="474" y="1699"/>
                  </a:lnTo>
                  <a:lnTo>
                    <a:pt x="415" y="1699"/>
                  </a:lnTo>
                  <a:lnTo>
                    <a:pt x="395" y="1739"/>
                  </a:lnTo>
                  <a:lnTo>
                    <a:pt x="415" y="1739"/>
                  </a:lnTo>
                  <a:lnTo>
                    <a:pt x="415" y="1759"/>
                  </a:lnTo>
                  <a:lnTo>
                    <a:pt x="395" y="1798"/>
                  </a:lnTo>
                  <a:lnTo>
                    <a:pt x="494" y="1759"/>
                  </a:lnTo>
                  <a:lnTo>
                    <a:pt x="553" y="1719"/>
                  </a:lnTo>
                  <a:lnTo>
                    <a:pt x="612" y="1680"/>
                  </a:lnTo>
                  <a:lnTo>
                    <a:pt x="533" y="1739"/>
                  </a:lnTo>
                  <a:lnTo>
                    <a:pt x="514" y="1778"/>
                  </a:lnTo>
                  <a:lnTo>
                    <a:pt x="593" y="1739"/>
                  </a:lnTo>
                  <a:lnTo>
                    <a:pt x="652" y="1719"/>
                  </a:lnTo>
                  <a:lnTo>
                    <a:pt x="632" y="1719"/>
                  </a:lnTo>
                  <a:lnTo>
                    <a:pt x="652" y="1699"/>
                  </a:lnTo>
                  <a:lnTo>
                    <a:pt x="672" y="1680"/>
                  </a:lnTo>
                  <a:lnTo>
                    <a:pt x="711" y="1660"/>
                  </a:lnTo>
                  <a:lnTo>
                    <a:pt x="751" y="1640"/>
                  </a:lnTo>
                  <a:lnTo>
                    <a:pt x="751" y="1660"/>
                  </a:lnTo>
                  <a:lnTo>
                    <a:pt x="731" y="1680"/>
                  </a:lnTo>
                  <a:lnTo>
                    <a:pt x="711" y="1680"/>
                  </a:lnTo>
                  <a:lnTo>
                    <a:pt x="691" y="1719"/>
                  </a:lnTo>
                  <a:lnTo>
                    <a:pt x="533" y="1778"/>
                  </a:lnTo>
                  <a:lnTo>
                    <a:pt x="533" y="1798"/>
                  </a:lnTo>
                  <a:lnTo>
                    <a:pt x="514" y="1818"/>
                  </a:lnTo>
                  <a:lnTo>
                    <a:pt x="514" y="1818"/>
                  </a:lnTo>
                  <a:lnTo>
                    <a:pt x="573" y="1778"/>
                  </a:lnTo>
                  <a:lnTo>
                    <a:pt x="612" y="1759"/>
                  </a:lnTo>
                  <a:lnTo>
                    <a:pt x="691" y="1739"/>
                  </a:lnTo>
                  <a:lnTo>
                    <a:pt x="770" y="1719"/>
                  </a:lnTo>
                  <a:lnTo>
                    <a:pt x="770" y="1719"/>
                  </a:lnTo>
                  <a:lnTo>
                    <a:pt x="711" y="1759"/>
                  </a:lnTo>
                  <a:lnTo>
                    <a:pt x="652" y="1778"/>
                  </a:lnTo>
                  <a:lnTo>
                    <a:pt x="612" y="1798"/>
                  </a:lnTo>
                  <a:lnTo>
                    <a:pt x="533" y="1857"/>
                  </a:lnTo>
                  <a:lnTo>
                    <a:pt x="573" y="1838"/>
                  </a:lnTo>
                  <a:lnTo>
                    <a:pt x="612" y="1818"/>
                  </a:lnTo>
                  <a:lnTo>
                    <a:pt x="593" y="1857"/>
                  </a:lnTo>
                  <a:lnTo>
                    <a:pt x="632" y="1857"/>
                  </a:lnTo>
                  <a:lnTo>
                    <a:pt x="652" y="1838"/>
                  </a:lnTo>
                  <a:lnTo>
                    <a:pt x="672" y="1838"/>
                  </a:lnTo>
                  <a:lnTo>
                    <a:pt x="672" y="1857"/>
                  </a:lnTo>
                  <a:lnTo>
                    <a:pt x="652" y="1877"/>
                  </a:lnTo>
                  <a:lnTo>
                    <a:pt x="691" y="1857"/>
                  </a:lnTo>
                  <a:lnTo>
                    <a:pt x="691" y="1877"/>
                  </a:lnTo>
                  <a:lnTo>
                    <a:pt x="711" y="1877"/>
                  </a:lnTo>
                  <a:lnTo>
                    <a:pt x="711" y="1897"/>
                  </a:lnTo>
                  <a:lnTo>
                    <a:pt x="751" y="1877"/>
                  </a:lnTo>
                  <a:lnTo>
                    <a:pt x="731" y="1857"/>
                  </a:lnTo>
                  <a:lnTo>
                    <a:pt x="711" y="1857"/>
                  </a:lnTo>
                  <a:lnTo>
                    <a:pt x="731" y="1838"/>
                  </a:lnTo>
                  <a:lnTo>
                    <a:pt x="790" y="1798"/>
                  </a:lnTo>
                  <a:lnTo>
                    <a:pt x="889" y="1798"/>
                  </a:lnTo>
                  <a:lnTo>
                    <a:pt x="928" y="1778"/>
                  </a:lnTo>
                  <a:lnTo>
                    <a:pt x="928" y="1798"/>
                  </a:lnTo>
                  <a:lnTo>
                    <a:pt x="909" y="1818"/>
                  </a:lnTo>
                  <a:lnTo>
                    <a:pt x="869" y="1838"/>
                  </a:lnTo>
                  <a:lnTo>
                    <a:pt x="889" y="1857"/>
                  </a:lnTo>
                  <a:lnTo>
                    <a:pt x="869" y="1857"/>
                  </a:lnTo>
                  <a:lnTo>
                    <a:pt x="849" y="1877"/>
                  </a:lnTo>
                  <a:lnTo>
                    <a:pt x="889" y="1877"/>
                  </a:lnTo>
                  <a:lnTo>
                    <a:pt x="849" y="1897"/>
                  </a:lnTo>
                  <a:lnTo>
                    <a:pt x="830" y="1936"/>
                  </a:lnTo>
                  <a:lnTo>
                    <a:pt x="849" y="1917"/>
                  </a:lnTo>
                  <a:lnTo>
                    <a:pt x="869" y="1897"/>
                  </a:lnTo>
                  <a:lnTo>
                    <a:pt x="869" y="1917"/>
                  </a:lnTo>
                  <a:lnTo>
                    <a:pt x="830" y="1936"/>
                  </a:lnTo>
                  <a:lnTo>
                    <a:pt x="849" y="1936"/>
                  </a:lnTo>
                  <a:lnTo>
                    <a:pt x="909" y="1917"/>
                  </a:lnTo>
                  <a:lnTo>
                    <a:pt x="948" y="1877"/>
                  </a:lnTo>
                  <a:lnTo>
                    <a:pt x="1007" y="1838"/>
                  </a:lnTo>
                  <a:lnTo>
                    <a:pt x="1027" y="1857"/>
                  </a:lnTo>
                  <a:lnTo>
                    <a:pt x="1027" y="1877"/>
                  </a:lnTo>
                  <a:lnTo>
                    <a:pt x="1007" y="1917"/>
                  </a:lnTo>
                  <a:lnTo>
                    <a:pt x="1027" y="1917"/>
                  </a:lnTo>
                  <a:lnTo>
                    <a:pt x="988" y="1936"/>
                  </a:lnTo>
                  <a:lnTo>
                    <a:pt x="968" y="1936"/>
                  </a:lnTo>
                  <a:lnTo>
                    <a:pt x="909" y="1976"/>
                  </a:lnTo>
                  <a:lnTo>
                    <a:pt x="869" y="1996"/>
                  </a:lnTo>
                  <a:lnTo>
                    <a:pt x="830" y="2035"/>
                  </a:lnTo>
                  <a:lnTo>
                    <a:pt x="830" y="2035"/>
                  </a:lnTo>
                  <a:lnTo>
                    <a:pt x="889" y="1996"/>
                  </a:lnTo>
                  <a:lnTo>
                    <a:pt x="968" y="1956"/>
                  </a:lnTo>
                  <a:lnTo>
                    <a:pt x="948" y="1976"/>
                  </a:lnTo>
                  <a:lnTo>
                    <a:pt x="928" y="1996"/>
                  </a:lnTo>
                  <a:lnTo>
                    <a:pt x="968" y="1996"/>
                  </a:lnTo>
                  <a:lnTo>
                    <a:pt x="869" y="2055"/>
                  </a:lnTo>
                  <a:lnTo>
                    <a:pt x="869" y="2075"/>
                  </a:lnTo>
                  <a:lnTo>
                    <a:pt x="909" y="2055"/>
                  </a:lnTo>
                  <a:lnTo>
                    <a:pt x="909" y="2035"/>
                  </a:lnTo>
                  <a:lnTo>
                    <a:pt x="948" y="2035"/>
                  </a:lnTo>
                  <a:lnTo>
                    <a:pt x="928" y="2055"/>
                  </a:lnTo>
                  <a:lnTo>
                    <a:pt x="948" y="2055"/>
                  </a:lnTo>
                  <a:lnTo>
                    <a:pt x="948" y="2075"/>
                  </a:lnTo>
                  <a:lnTo>
                    <a:pt x="968" y="2055"/>
                  </a:lnTo>
                  <a:lnTo>
                    <a:pt x="988" y="2015"/>
                  </a:lnTo>
                  <a:lnTo>
                    <a:pt x="1047" y="2015"/>
                  </a:lnTo>
                  <a:lnTo>
                    <a:pt x="1067" y="2035"/>
                  </a:lnTo>
                  <a:lnTo>
                    <a:pt x="1106" y="2035"/>
                  </a:lnTo>
                  <a:lnTo>
                    <a:pt x="1067" y="2075"/>
                  </a:lnTo>
                  <a:lnTo>
                    <a:pt x="1027" y="2094"/>
                  </a:lnTo>
                  <a:lnTo>
                    <a:pt x="1027" y="2094"/>
                  </a:lnTo>
                  <a:lnTo>
                    <a:pt x="1027" y="2134"/>
                  </a:lnTo>
                  <a:lnTo>
                    <a:pt x="988" y="2173"/>
                  </a:lnTo>
                  <a:lnTo>
                    <a:pt x="948" y="2193"/>
                  </a:lnTo>
                  <a:lnTo>
                    <a:pt x="948" y="2213"/>
                  </a:lnTo>
                  <a:lnTo>
                    <a:pt x="1027" y="2154"/>
                  </a:lnTo>
                  <a:lnTo>
                    <a:pt x="1027" y="2173"/>
                  </a:lnTo>
                  <a:lnTo>
                    <a:pt x="1067" y="2154"/>
                  </a:lnTo>
                  <a:lnTo>
                    <a:pt x="1047" y="2173"/>
                  </a:lnTo>
                  <a:lnTo>
                    <a:pt x="1027" y="2193"/>
                  </a:lnTo>
                  <a:lnTo>
                    <a:pt x="1007" y="2213"/>
                  </a:lnTo>
                  <a:lnTo>
                    <a:pt x="1047" y="2213"/>
                  </a:lnTo>
                  <a:lnTo>
                    <a:pt x="1047" y="2193"/>
                  </a:lnTo>
                  <a:lnTo>
                    <a:pt x="1106" y="2154"/>
                  </a:lnTo>
                  <a:lnTo>
                    <a:pt x="1165" y="2134"/>
                  </a:lnTo>
                  <a:lnTo>
                    <a:pt x="1146" y="2154"/>
                  </a:lnTo>
                  <a:lnTo>
                    <a:pt x="1106" y="2173"/>
                  </a:lnTo>
                  <a:lnTo>
                    <a:pt x="1086" y="2193"/>
                  </a:lnTo>
                  <a:lnTo>
                    <a:pt x="1165" y="2173"/>
                  </a:lnTo>
                  <a:lnTo>
                    <a:pt x="1146" y="2173"/>
                  </a:lnTo>
                  <a:lnTo>
                    <a:pt x="1185" y="2154"/>
                  </a:lnTo>
                  <a:lnTo>
                    <a:pt x="1225" y="2114"/>
                  </a:lnTo>
                  <a:lnTo>
                    <a:pt x="1225" y="2154"/>
                  </a:lnTo>
                  <a:lnTo>
                    <a:pt x="2074" y="1462"/>
                  </a:lnTo>
                  <a:lnTo>
                    <a:pt x="2114" y="1443"/>
                  </a:lnTo>
                  <a:lnTo>
                    <a:pt x="2094" y="1423"/>
                  </a:lnTo>
                  <a:lnTo>
                    <a:pt x="2054" y="1423"/>
                  </a:lnTo>
                  <a:lnTo>
                    <a:pt x="2074" y="1403"/>
                  </a:lnTo>
                  <a:lnTo>
                    <a:pt x="2114" y="1383"/>
                  </a:lnTo>
                  <a:lnTo>
                    <a:pt x="2094" y="1364"/>
                  </a:lnTo>
                  <a:lnTo>
                    <a:pt x="2094" y="1344"/>
                  </a:lnTo>
                  <a:lnTo>
                    <a:pt x="2035" y="1364"/>
                  </a:lnTo>
                  <a:lnTo>
                    <a:pt x="1955" y="1364"/>
                  </a:lnTo>
                  <a:lnTo>
                    <a:pt x="1955" y="1344"/>
                  </a:lnTo>
                  <a:lnTo>
                    <a:pt x="1995" y="1324"/>
                  </a:lnTo>
                  <a:lnTo>
                    <a:pt x="1995" y="1304"/>
                  </a:lnTo>
                  <a:lnTo>
                    <a:pt x="1955" y="1324"/>
                  </a:lnTo>
                  <a:lnTo>
                    <a:pt x="1995" y="1285"/>
                  </a:lnTo>
                  <a:lnTo>
                    <a:pt x="1936" y="1285"/>
                  </a:lnTo>
                  <a:lnTo>
                    <a:pt x="1975" y="1245"/>
                  </a:lnTo>
                  <a:lnTo>
                    <a:pt x="1975" y="1225"/>
                  </a:lnTo>
                  <a:lnTo>
                    <a:pt x="1936" y="1245"/>
                  </a:lnTo>
                  <a:lnTo>
                    <a:pt x="1857" y="1285"/>
                  </a:lnTo>
                  <a:lnTo>
                    <a:pt x="1916" y="1245"/>
                  </a:lnTo>
                  <a:lnTo>
                    <a:pt x="1936" y="1206"/>
                  </a:lnTo>
                  <a:lnTo>
                    <a:pt x="1857" y="1186"/>
                  </a:lnTo>
                  <a:lnTo>
                    <a:pt x="1778" y="1127"/>
                  </a:lnTo>
                  <a:lnTo>
                    <a:pt x="1797" y="1127"/>
                  </a:lnTo>
                  <a:lnTo>
                    <a:pt x="1778" y="1107"/>
                  </a:lnTo>
                  <a:lnTo>
                    <a:pt x="1679" y="1107"/>
                  </a:lnTo>
                  <a:lnTo>
                    <a:pt x="1679" y="1087"/>
                  </a:lnTo>
                  <a:lnTo>
                    <a:pt x="1639" y="1087"/>
                  </a:lnTo>
                  <a:lnTo>
                    <a:pt x="1580" y="1127"/>
                  </a:lnTo>
                  <a:lnTo>
                    <a:pt x="1481" y="1206"/>
                  </a:lnTo>
                  <a:lnTo>
                    <a:pt x="1462" y="1206"/>
                  </a:lnTo>
                  <a:lnTo>
                    <a:pt x="1481" y="1166"/>
                  </a:lnTo>
                  <a:lnTo>
                    <a:pt x="1521" y="1146"/>
                  </a:lnTo>
                  <a:lnTo>
                    <a:pt x="1521" y="1127"/>
                  </a:lnTo>
                  <a:lnTo>
                    <a:pt x="1600" y="1087"/>
                  </a:lnTo>
                  <a:lnTo>
                    <a:pt x="1679" y="1028"/>
                  </a:lnTo>
                  <a:lnTo>
                    <a:pt x="1679" y="1028"/>
                  </a:lnTo>
                  <a:lnTo>
                    <a:pt x="1600" y="1048"/>
                  </a:lnTo>
                  <a:lnTo>
                    <a:pt x="1600" y="1028"/>
                  </a:lnTo>
                  <a:lnTo>
                    <a:pt x="1580" y="1028"/>
                  </a:lnTo>
                  <a:lnTo>
                    <a:pt x="1600" y="1008"/>
                  </a:lnTo>
                  <a:lnTo>
                    <a:pt x="1620" y="988"/>
                  </a:lnTo>
                  <a:lnTo>
                    <a:pt x="1639" y="988"/>
                  </a:lnTo>
                  <a:lnTo>
                    <a:pt x="1620" y="1008"/>
                  </a:lnTo>
                  <a:lnTo>
                    <a:pt x="1659" y="1008"/>
                  </a:lnTo>
                  <a:lnTo>
                    <a:pt x="1699" y="988"/>
                  </a:lnTo>
                  <a:lnTo>
                    <a:pt x="1659" y="969"/>
                  </a:lnTo>
                  <a:lnTo>
                    <a:pt x="1639" y="969"/>
                  </a:lnTo>
                  <a:lnTo>
                    <a:pt x="1639" y="949"/>
                  </a:lnTo>
                  <a:lnTo>
                    <a:pt x="1600" y="969"/>
                  </a:lnTo>
                  <a:lnTo>
                    <a:pt x="1580" y="988"/>
                  </a:lnTo>
                  <a:lnTo>
                    <a:pt x="1521" y="1008"/>
                  </a:lnTo>
                  <a:lnTo>
                    <a:pt x="1521" y="1008"/>
                  </a:lnTo>
                  <a:lnTo>
                    <a:pt x="1600" y="949"/>
                  </a:lnTo>
                  <a:lnTo>
                    <a:pt x="1541" y="988"/>
                  </a:lnTo>
                  <a:lnTo>
                    <a:pt x="1521" y="988"/>
                  </a:lnTo>
                  <a:lnTo>
                    <a:pt x="1521" y="969"/>
                  </a:lnTo>
                  <a:lnTo>
                    <a:pt x="1521" y="949"/>
                  </a:lnTo>
                  <a:lnTo>
                    <a:pt x="1560" y="909"/>
                  </a:lnTo>
                  <a:lnTo>
                    <a:pt x="1501" y="909"/>
                  </a:lnTo>
                  <a:lnTo>
                    <a:pt x="1541" y="890"/>
                  </a:lnTo>
                  <a:lnTo>
                    <a:pt x="1541" y="850"/>
                  </a:lnTo>
                  <a:lnTo>
                    <a:pt x="1521" y="830"/>
                  </a:lnTo>
                  <a:lnTo>
                    <a:pt x="1541" y="791"/>
                  </a:lnTo>
                  <a:lnTo>
                    <a:pt x="1481" y="791"/>
                  </a:lnTo>
                  <a:lnTo>
                    <a:pt x="1422" y="811"/>
                  </a:lnTo>
                  <a:lnTo>
                    <a:pt x="1422" y="830"/>
                  </a:lnTo>
                  <a:lnTo>
                    <a:pt x="1363" y="850"/>
                  </a:lnTo>
                  <a:lnTo>
                    <a:pt x="1343" y="870"/>
                  </a:lnTo>
                  <a:lnTo>
                    <a:pt x="1323" y="870"/>
                  </a:lnTo>
                  <a:lnTo>
                    <a:pt x="1363" y="830"/>
                  </a:lnTo>
                  <a:lnTo>
                    <a:pt x="1383" y="811"/>
                  </a:lnTo>
                  <a:lnTo>
                    <a:pt x="1422" y="791"/>
                  </a:lnTo>
                  <a:lnTo>
                    <a:pt x="1402" y="771"/>
                  </a:lnTo>
                  <a:lnTo>
                    <a:pt x="1442" y="732"/>
                  </a:lnTo>
                  <a:lnTo>
                    <a:pt x="1402" y="732"/>
                  </a:lnTo>
                  <a:lnTo>
                    <a:pt x="1363" y="751"/>
                  </a:lnTo>
                  <a:lnTo>
                    <a:pt x="1383" y="732"/>
                  </a:lnTo>
                  <a:lnTo>
                    <a:pt x="1422" y="712"/>
                  </a:lnTo>
                  <a:lnTo>
                    <a:pt x="1402" y="712"/>
                  </a:lnTo>
                  <a:lnTo>
                    <a:pt x="1422" y="692"/>
                  </a:lnTo>
                  <a:lnTo>
                    <a:pt x="1383" y="712"/>
                  </a:lnTo>
                  <a:lnTo>
                    <a:pt x="1304" y="751"/>
                  </a:lnTo>
                  <a:lnTo>
                    <a:pt x="1304" y="732"/>
                  </a:lnTo>
                  <a:lnTo>
                    <a:pt x="1284" y="73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264" y="732"/>
                  </a:lnTo>
                  <a:lnTo>
                    <a:pt x="1284" y="712"/>
                  </a:lnTo>
                  <a:lnTo>
                    <a:pt x="1205" y="732"/>
                  </a:lnTo>
                  <a:lnTo>
                    <a:pt x="1146" y="751"/>
                  </a:lnTo>
                  <a:lnTo>
                    <a:pt x="1146" y="751"/>
                  </a:lnTo>
                  <a:lnTo>
                    <a:pt x="1185" y="712"/>
                  </a:lnTo>
                  <a:lnTo>
                    <a:pt x="1264" y="653"/>
                  </a:lnTo>
                  <a:lnTo>
                    <a:pt x="1244" y="672"/>
                  </a:lnTo>
                  <a:lnTo>
                    <a:pt x="1244" y="692"/>
                  </a:lnTo>
                  <a:lnTo>
                    <a:pt x="1304" y="633"/>
                  </a:lnTo>
                  <a:lnTo>
                    <a:pt x="1323" y="593"/>
                  </a:lnTo>
                  <a:lnTo>
                    <a:pt x="1304" y="574"/>
                  </a:lnTo>
                  <a:lnTo>
                    <a:pt x="1284" y="554"/>
                  </a:lnTo>
                  <a:lnTo>
                    <a:pt x="1264" y="554"/>
                  </a:lnTo>
                  <a:lnTo>
                    <a:pt x="1244" y="534"/>
                  </a:lnTo>
                  <a:lnTo>
                    <a:pt x="1225" y="534"/>
                  </a:lnTo>
                  <a:lnTo>
                    <a:pt x="1165" y="574"/>
                  </a:lnTo>
                  <a:lnTo>
                    <a:pt x="1165" y="574"/>
                  </a:lnTo>
                  <a:lnTo>
                    <a:pt x="1205" y="534"/>
                  </a:lnTo>
                  <a:lnTo>
                    <a:pt x="1225" y="475"/>
                  </a:lnTo>
                  <a:lnTo>
                    <a:pt x="1205" y="455"/>
                  </a:lnTo>
                  <a:lnTo>
                    <a:pt x="1205" y="435"/>
                  </a:lnTo>
                  <a:lnTo>
                    <a:pt x="1165" y="416"/>
                  </a:lnTo>
                  <a:lnTo>
                    <a:pt x="1126" y="435"/>
                  </a:lnTo>
                  <a:lnTo>
                    <a:pt x="1165" y="396"/>
                  </a:lnTo>
                  <a:lnTo>
                    <a:pt x="1086" y="416"/>
                  </a:lnTo>
                  <a:lnTo>
                    <a:pt x="968" y="416"/>
                  </a:lnTo>
                  <a:lnTo>
                    <a:pt x="869" y="475"/>
                  </a:lnTo>
                  <a:lnTo>
                    <a:pt x="928" y="435"/>
                  </a:lnTo>
                  <a:lnTo>
                    <a:pt x="968" y="396"/>
                  </a:lnTo>
                  <a:lnTo>
                    <a:pt x="948" y="396"/>
                  </a:lnTo>
                  <a:lnTo>
                    <a:pt x="928" y="416"/>
                  </a:lnTo>
                  <a:lnTo>
                    <a:pt x="909" y="416"/>
                  </a:lnTo>
                  <a:lnTo>
                    <a:pt x="928" y="396"/>
                  </a:lnTo>
                  <a:lnTo>
                    <a:pt x="948" y="376"/>
                  </a:lnTo>
                  <a:lnTo>
                    <a:pt x="968" y="356"/>
                  </a:lnTo>
                  <a:lnTo>
                    <a:pt x="948" y="356"/>
                  </a:lnTo>
                  <a:lnTo>
                    <a:pt x="968" y="337"/>
                  </a:lnTo>
                  <a:lnTo>
                    <a:pt x="889" y="396"/>
                  </a:lnTo>
                  <a:lnTo>
                    <a:pt x="830" y="416"/>
                  </a:lnTo>
                  <a:lnTo>
                    <a:pt x="790" y="435"/>
                  </a:lnTo>
                  <a:lnTo>
                    <a:pt x="770" y="435"/>
                  </a:lnTo>
                  <a:lnTo>
                    <a:pt x="790" y="416"/>
                  </a:lnTo>
                  <a:lnTo>
                    <a:pt x="711" y="416"/>
                  </a:lnTo>
                  <a:lnTo>
                    <a:pt x="652" y="376"/>
                  </a:lnTo>
                  <a:lnTo>
                    <a:pt x="632" y="337"/>
                  </a:lnTo>
                  <a:lnTo>
                    <a:pt x="612" y="277"/>
                  </a:lnTo>
                  <a:lnTo>
                    <a:pt x="652" y="258"/>
                  </a:lnTo>
                  <a:lnTo>
                    <a:pt x="632" y="258"/>
                  </a:lnTo>
                  <a:lnTo>
                    <a:pt x="652" y="238"/>
                  </a:lnTo>
                  <a:lnTo>
                    <a:pt x="672" y="198"/>
                  </a:lnTo>
                  <a:lnTo>
                    <a:pt x="632" y="218"/>
                  </a:lnTo>
                  <a:lnTo>
                    <a:pt x="612" y="218"/>
                  </a:lnTo>
                  <a:lnTo>
                    <a:pt x="632" y="198"/>
                  </a:lnTo>
                  <a:lnTo>
                    <a:pt x="652" y="178"/>
                  </a:lnTo>
                  <a:lnTo>
                    <a:pt x="652" y="159"/>
                  </a:lnTo>
                  <a:lnTo>
                    <a:pt x="672" y="139"/>
                  </a:lnTo>
                  <a:lnTo>
                    <a:pt x="672" y="119"/>
                  </a:lnTo>
                  <a:lnTo>
                    <a:pt x="652" y="119"/>
                  </a:lnTo>
                  <a:lnTo>
                    <a:pt x="691" y="60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15"/>
            <p:cNvSpPr/>
            <p:nvPr/>
          </p:nvSpPr>
          <p:spPr>
            <a:xfrm>
              <a:off x="-1692875" y="36413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15"/>
            <p:cNvSpPr/>
            <p:nvPr/>
          </p:nvSpPr>
          <p:spPr>
            <a:xfrm>
              <a:off x="-1600025" y="3561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15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15"/>
            <p:cNvSpPr/>
            <p:nvPr/>
          </p:nvSpPr>
          <p:spPr>
            <a:xfrm>
              <a:off x="-1619775" y="3485250"/>
              <a:ext cx="41500" cy="78050"/>
            </a:xfrm>
            <a:custGeom>
              <a:rect b="b" l="l" r="r" t="t"/>
              <a:pathLst>
                <a:path extrusionOk="0" h="3122" w="1660">
                  <a:moveTo>
                    <a:pt x="454" y="159"/>
                  </a:moveTo>
                  <a:lnTo>
                    <a:pt x="469" y="163"/>
                  </a:lnTo>
                  <a:lnTo>
                    <a:pt x="469" y="163"/>
                  </a:lnTo>
                  <a:lnTo>
                    <a:pt x="474" y="159"/>
                  </a:lnTo>
                  <a:close/>
                  <a:moveTo>
                    <a:pt x="1422" y="238"/>
                  </a:moveTo>
                  <a:lnTo>
                    <a:pt x="1422" y="257"/>
                  </a:lnTo>
                  <a:lnTo>
                    <a:pt x="1462" y="257"/>
                  </a:lnTo>
                  <a:lnTo>
                    <a:pt x="1422" y="238"/>
                  </a:lnTo>
                  <a:close/>
                  <a:moveTo>
                    <a:pt x="119" y="1057"/>
                  </a:moveTo>
                  <a:lnTo>
                    <a:pt x="138" y="1067"/>
                  </a:lnTo>
                  <a:lnTo>
                    <a:pt x="158" y="1067"/>
                  </a:lnTo>
                  <a:lnTo>
                    <a:pt x="119" y="1057"/>
                  </a:lnTo>
                  <a:close/>
                  <a:moveTo>
                    <a:pt x="40" y="988"/>
                  </a:moveTo>
                  <a:lnTo>
                    <a:pt x="40" y="1008"/>
                  </a:lnTo>
                  <a:lnTo>
                    <a:pt x="40" y="1028"/>
                  </a:lnTo>
                  <a:lnTo>
                    <a:pt x="0" y="1028"/>
                  </a:lnTo>
                  <a:lnTo>
                    <a:pt x="79" y="1087"/>
                  </a:lnTo>
                  <a:lnTo>
                    <a:pt x="138" y="1107"/>
                  </a:lnTo>
                  <a:lnTo>
                    <a:pt x="217" y="1126"/>
                  </a:lnTo>
                  <a:lnTo>
                    <a:pt x="217" y="1126"/>
                  </a:lnTo>
                  <a:lnTo>
                    <a:pt x="119" y="1087"/>
                  </a:lnTo>
                  <a:lnTo>
                    <a:pt x="40" y="1047"/>
                  </a:lnTo>
                  <a:lnTo>
                    <a:pt x="79" y="1047"/>
                  </a:lnTo>
                  <a:lnTo>
                    <a:pt x="119" y="1057"/>
                  </a:lnTo>
                  <a:lnTo>
                    <a:pt x="119" y="1057"/>
                  </a:lnTo>
                  <a:lnTo>
                    <a:pt x="99" y="1047"/>
                  </a:lnTo>
                  <a:lnTo>
                    <a:pt x="99" y="1028"/>
                  </a:lnTo>
                  <a:lnTo>
                    <a:pt x="119" y="1028"/>
                  </a:lnTo>
                  <a:lnTo>
                    <a:pt x="119" y="1008"/>
                  </a:lnTo>
                  <a:lnTo>
                    <a:pt x="79" y="988"/>
                  </a:lnTo>
                  <a:close/>
                  <a:moveTo>
                    <a:pt x="158" y="1146"/>
                  </a:moveTo>
                  <a:lnTo>
                    <a:pt x="178" y="1166"/>
                  </a:lnTo>
                  <a:lnTo>
                    <a:pt x="217" y="1185"/>
                  </a:lnTo>
                  <a:lnTo>
                    <a:pt x="138" y="1146"/>
                  </a:lnTo>
                  <a:close/>
                  <a:moveTo>
                    <a:pt x="217" y="1166"/>
                  </a:moveTo>
                  <a:lnTo>
                    <a:pt x="257" y="1186"/>
                  </a:lnTo>
                  <a:lnTo>
                    <a:pt x="296" y="1205"/>
                  </a:lnTo>
                  <a:lnTo>
                    <a:pt x="336" y="1205"/>
                  </a:lnTo>
                  <a:lnTo>
                    <a:pt x="316" y="1225"/>
                  </a:lnTo>
                  <a:lnTo>
                    <a:pt x="296" y="1225"/>
                  </a:lnTo>
                  <a:lnTo>
                    <a:pt x="277" y="1205"/>
                  </a:lnTo>
                  <a:lnTo>
                    <a:pt x="257" y="1205"/>
                  </a:lnTo>
                  <a:lnTo>
                    <a:pt x="217" y="1186"/>
                  </a:lnTo>
                  <a:lnTo>
                    <a:pt x="198" y="1166"/>
                  </a:lnTo>
                  <a:close/>
                  <a:moveTo>
                    <a:pt x="119" y="1699"/>
                  </a:moveTo>
                  <a:lnTo>
                    <a:pt x="119" y="1719"/>
                  </a:lnTo>
                  <a:lnTo>
                    <a:pt x="138" y="1719"/>
                  </a:lnTo>
                  <a:lnTo>
                    <a:pt x="138" y="1699"/>
                  </a:lnTo>
                  <a:close/>
                  <a:moveTo>
                    <a:pt x="119" y="1857"/>
                  </a:moveTo>
                  <a:lnTo>
                    <a:pt x="119" y="1877"/>
                  </a:lnTo>
                  <a:lnTo>
                    <a:pt x="178" y="1897"/>
                  </a:lnTo>
                  <a:lnTo>
                    <a:pt x="138" y="1877"/>
                  </a:lnTo>
                  <a:lnTo>
                    <a:pt x="138" y="1857"/>
                  </a:lnTo>
                  <a:close/>
                  <a:moveTo>
                    <a:pt x="79" y="1936"/>
                  </a:moveTo>
                  <a:lnTo>
                    <a:pt x="99" y="1956"/>
                  </a:lnTo>
                  <a:lnTo>
                    <a:pt x="119" y="1936"/>
                  </a:lnTo>
                  <a:close/>
                  <a:moveTo>
                    <a:pt x="277" y="2272"/>
                  </a:moveTo>
                  <a:lnTo>
                    <a:pt x="277" y="2292"/>
                  </a:lnTo>
                  <a:lnTo>
                    <a:pt x="316" y="2292"/>
                  </a:lnTo>
                  <a:lnTo>
                    <a:pt x="277" y="2272"/>
                  </a:lnTo>
                  <a:close/>
                  <a:moveTo>
                    <a:pt x="1245" y="2529"/>
                  </a:moveTo>
                  <a:lnTo>
                    <a:pt x="1264" y="2549"/>
                  </a:lnTo>
                  <a:lnTo>
                    <a:pt x="1284" y="2549"/>
                  </a:lnTo>
                  <a:lnTo>
                    <a:pt x="1245" y="2529"/>
                  </a:lnTo>
                  <a:close/>
                  <a:moveTo>
                    <a:pt x="40" y="2647"/>
                  </a:moveTo>
                  <a:lnTo>
                    <a:pt x="99" y="266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40" y="2647"/>
                  </a:lnTo>
                  <a:close/>
                  <a:moveTo>
                    <a:pt x="119" y="2726"/>
                  </a:moveTo>
                  <a:lnTo>
                    <a:pt x="137" y="2728"/>
                  </a:lnTo>
                  <a:lnTo>
                    <a:pt x="137" y="2728"/>
                  </a:lnTo>
                  <a:lnTo>
                    <a:pt x="138" y="2726"/>
                  </a:lnTo>
                  <a:close/>
                  <a:moveTo>
                    <a:pt x="810" y="2786"/>
                  </a:moveTo>
                  <a:lnTo>
                    <a:pt x="830" y="2805"/>
                  </a:lnTo>
                  <a:lnTo>
                    <a:pt x="830" y="2786"/>
                  </a:lnTo>
                  <a:close/>
                  <a:moveTo>
                    <a:pt x="1136" y="2805"/>
                  </a:moveTo>
                  <a:lnTo>
                    <a:pt x="1146" y="2809"/>
                  </a:lnTo>
                  <a:lnTo>
                    <a:pt x="1146" y="2809"/>
                  </a:lnTo>
                  <a:lnTo>
                    <a:pt x="1146" y="2805"/>
                  </a:lnTo>
                  <a:close/>
                  <a:moveTo>
                    <a:pt x="237" y="2805"/>
                  </a:moveTo>
                  <a:lnTo>
                    <a:pt x="237" y="2825"/>
                  </a:lnTo>
                  <a:lnTo>
                    <a:pt x="257" y="2825"/>
                  </a:lnTo>
                  <a:lnTo>
                    <a:pt x="237" y="2805"/>
                  </a:lnTo>
                  <a:close/>
                  <a:moveTo>
                    <a:pt x="1146" y="2809"/>
                  </a:moveTo>
                  <a:lnTo>
                    <a:pt x="1146" y="2825"/>
                  </a:lnTo>
                  <a:lnTo>
                    <a:pt x="1126" y="2825"/>
                  </a:lnTo>
                  <a:lnTo>
                    <a:pt x="1166" y="2845"/>
                  </a:lnTo>
                  <a:lnTo>
                    <a:pt x="1185" y="2825"/>
                  </a:lnTo>
                  <a:lnTo>
                    <a:pt x="1146" y="2809"/>
                  </a:lnTo>
                  <a:close/>
                  <a:moveTo>
                    <a:pt x="929" y="2805"/>
                  </a:moveTo>
                  <a:lnTo>
                    <a:pt x="948" y="2825"/>
                  </a:lnTo>
                  <a:lnTo>
                    <a:pt x="929" y="2825"/>
                  </a:lnTo>
                  <a:lnTo>
                    <a:pt x="1027" y="2845"/>
                  </a:lnTo>
                  <a:lnTo>
                    <a:pt x="1146" y="2884"/>
                  </a:lnTo>
                  <a:lnTo>
                    <a:pt x="1126" y="2865"/>
                  </a:lnTo>
                  <a:lnTo>
                    <a:pt x="1067" y="2845"/>
                  </a:lnTo>
                  <a:lnTo>
                    <a:pt x="929" y="2805"/>
                  </a:lnTo>
                  <a:close/>
                  <a:moveTo>
                    <a:pt x="257" y="2884"/>
                  </a:moveTo>
                  <a:lnTo>
                    <a:pt x="316" y="2904"/>
                  </a:lnTo>
                  <a:lnTo>
                    <a:pt x="336" y="2904"/>
                  </a:lnTo>
                  <a:lnTo>
                    <a:pt x="296" y="2884"/>
                  </a:lnTo>
                  <a:close/>
                  <a:moveTo>
                    <a:pt x="1077" y="3062"/>
                  </a:moveTo>
                  <a:lnTo>
                    <a:pt x="1087" y="3082"/>
                  </a:lnTo>
                  <a:lnTo>
                    <a:pt x="1087" y="3062"/>
                  </a:lnTo>
                  <a:close/>
                  <a:moveTo>
                    <a:pt x="948" y="3082"/>
                  </a:moveTo>
                  <a:lnTo>
                    <a:pt x="929" y="3102"/>
                  </a:lnTo>
                  <a:lnTo>
                    <a:pt x="948" y="3102"/>
                  </a:lnTo>
                  <a:lnTo>
                    <a:pt x="948" y="3082"/>
                  </a:lnTo>
                  <a:close/>
                  <a:moveTo>
                    <a:pt x="1106" y="1"/>
                  </a:moveTo>
                  <a:lnTo>
                    <a:pt x="1087" y="20"/>
                  </a:lnTo>
                  <a:lnTo>
                    <a:pt x="1106" y="40"/>
                  </a:lnTo>
                  <a:lnTo>
                    <a:pt x="1047" y="40"/>
                  </a:lnTo>
                  <a:lnTo>
                    <a:pt x="1087" y="60"/>
                  </a:lnTo>
                  <a:lnTo>
                    <a:pt x="1027" y="40"/>
                  </a:lnTo>
                  <a:lnTo>
                    <a:pt x="948" y="20"/>
                  </a:lnTo>
                  <a:lnTo>
                    <a:pt x="929" y="20"/>
                  </a:lnTo>
                  <a:lnTo>
                    <a:pt x="948" y="40"/>
                  </a:lnTo>
                  <a:lnTo>
                    <a:pt x="948" y="60"/>
                  </a:lnTo>
                  <a:lnTo>
                    <a:pt x="929" y="60"/>
                  </a:lnTo>
                  <a:lnTo>
                    <a:pt x="889" y="40"/>
                  </a:lnTo>
                  <a:lnTo>
                    <a:pt x="889" y="60"/>
                  </a:lnTo>
                  <a:lnTo>
                    <a:pt x="869" y="40"/>
                  </a:lnTo>
                  <a:lnTo>
                    <a:pt x="810" y="40"/>
                  </a:lnTo>
                  <a:lnTo>
                    <a:pt x="909" y="80"/>
                  </a:lnTo>
                  <a:lnTo>
                    <a:pt x="889" y="80"/>
                  </a:lnTo>
                  <a:lnTo>
                    <a:pt x="968" y="9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48" y="99"/>
                  </a:lnTo>
                  <a:lnTo>
                    <a:pt x="909" y="99"/>
                  </a:lnTo>
                  <a:lnTo>
                    <a:pt x="830" y="60"/>
                  </a:lnTo>
                  <a:lnTo>
                    <a:pt x="810" y="60"/>
                  </a:lnTo>
                  <a:lnTo>
                    <a:pt x="731" y="40"/>
                  </a:lnTo>
                  <a:lnTo>
                    <a:pt x="790" y="60"/>
                  </a:lnTo>
                  <a:lnTo>
                    <a:pt x="790" y="80"/>
                  </a:lnTo>
                  <a:lnTo>
                    <a:pt x="770" y="80"/>
                  </a:lnTo>
                  <a:lnTo>
                    <a:pt x="751" y="60"/>
                  </a:lnTo>
                  <a:lnTo>
                    <a:pt x="691" y="40"/>
                  </a:lnTo>
                  <a:lnTo>
                    <a:pt x="691" y="60"/>
                  </a:lnTo>
                  <a:lnTo>
                    <a:pt x="731" y="99"/>
                  </a:lnTo>
                  <a:lnTo>
                    <a:pt x="731" y="119"/>
                  </a:lnTo>
                  <a:lnTo>
                    <a:pt x="711" y="99"/>
                  </a:lnTo>
                  <a:lnTo>
                    <a:pt x="672" y="99"/>
                  </a:lnTo>
                  <a:lnTo>
                    <a:pt x="691" y="119"/>
                  </a:lnTo>
                  <a:lnTo>
                    <a:pt x="691" y="119"/>
                  </a:lnTo>
                  <a:lnTo>
                    <a:pt x="632" y="99"/>
                  </a:lnTo>
                  <a:lnTo>
                    <a:pt x="573" y="99"/>
                  </a:lnTo>
                  <a:lnTo>
                    <a:pt x="612" y="119"/>
                  </a:lnTo>
                  <a:lnTo>
                    <a:pt x="612" y="139"/>
                  </a:lnTo>
                  <a:lnTo>
                    <a:pt x="652" y="159"/>
                  </a:lnTo>
                  <a:lnTo>
                    <a:pt x="593" y="139"/>
                  </a:lnTo>
                  <a:lnTo>
                    <a:pt x="593" y="139"/>
                  </a:lnTo>
                  <a:lnTo>
                    <a:pt x="691" y="198"/>
                  </a:lnTo>
                  <a:lnTo>
                    <a:pt x="751" y="218"/>
                  </a:lnTo>
                  <a:lnTo>
                    <a:pt x="770" y="238"/>
                  </a:lnTo>
                  <a:lnTo>
                    <a:pt x="770" y="238"/>
                  </a:lnTo>
                  <a:lnTo>
                    <a:pt x="711" y="218"/>
                  </a:lnTo>
                  <a:lnTo>
                    <a:pt x="652" y="198"/>
                  </a:lnTo>
                  <a:lnTo>
                    <a:pt x="593" y="178"/>
                  </a:lnTo>
                  <a:lnTo>
                    <a:pt x="553" y="178"/>
                  </a:lnTo>
                  <a:lnTo>
                    <a:pt x="553" y="198"/>
                  </a:lnTo>
                  <a:lnTo>
                    <a:pt x="514" y="178"/>
                  </a:lnTo>
                  <a:lnTo>
                    <a:pt x="469" y="163"/>
                  </a:lnTo>
                  <a:lnTo>
                    <a:pt x="469" y="163"/>
                  </a:lnTo>
                  <a:lnTo>
                    <a:pt x="454" y="178"/>
                  </a:lnTo>
                  <a:lnTo>
                    <a:pt x="395" y="178"/>
                  </a:lnTo>
                  <a:lnTo>
                    <a:pt x="454" y="218"/>
                  </a:lnTo>
                  <a:lnTo>
                    <a:pt x="435" y="218"/>
                  </a:lnTo>
                  <a:lnTo>
                    <a:pt x="375" y="198"/>
                  </a:lnTo>
                  <a:lnTo>
                    <a:pt x="395" y="218"/>
                  </a:lnTo>
                  <a:lnTo>
                    <a:pt x="375" y="238"/>
                  </a:lnTo>
                  <a:lnTo>
                    <a:pt x="336" y="238"/>
                  </a:lnTo>
                  <a:lnTo>
                    <a:pt x="375" y="257"/>
                  </a:lnTo>
                  <a:lnTo>
                    <a:pt x="435" y="277"/>
                  </a:lnTo>
                  <a:lnTo>
                    <a:pt x="336" y="277"/>
                  </a:lnTo>
                  <a:lnTo>
                    <a:pt x="395" y="317"/>
                  </a:lnTo>
                  <a:lnTo>
                    <a:pt x="494" y="336"/>
                  </a:lnTo>
                  <a:lnTo>
                    <a:pt x="435" y="336"/>
                  </a:lnTo>
                  <a:lnTo>
                    <a:pt x="356" y="317"/>
                  </a:lnTo>
                  <a:lnTo>
                    <a:pt x="257" y="297"/>
                  </a:lnTo>
                  <a:lnTo>
                    <a:pt x="257" y="317"/>
                  </a:lnTo>
                  <a:lnTo>
                    <a:pt x="237" y="317"/>
                  </a:lnTo>
                  <a:lnTo>
                    <a:pt x="296" y="336"/>
                  </a:lnTo>
                  <a:lnTo>
                    <a:pt x="356" y="356"/>
                  </a:lnTo>
                  <a:lnTo>
                    <a:pt x="277" y="317"/>
                  </a:lnTo>
                  <a:lnTo>
                    <a:pt x="316" y="317"/>
                  </a:lnTo>
                  <a:lnTo>
                    <a:pt x="375" y="336"/>
                  </a:lnTo>
                  <a:lnTo>
                    <a:pt x="395" y="356"/>
                  </a:lnTo>
                  <a:lnTo>
                    <a:pt x="435" y="376"/>
                  </a:lnTo>
                  <a:lnTo>
                    <a:pt x="514" y="435"/>
                  </a:lnTo>
                  <a:lnTo>
                    <a:pt x="454" y="435"/>
                  </a:lnTo>
                  <a:lnTo>
                    <a:pt x="415" y="415"/>
                  </a:lnTo>
                  <a:lnTo>
                    <a:pt x="356" y="396"/>
                  </a:lnTo>
                  <a:lnTo>
                    <a:pt x="375" y="415"/>
                  </a:lnTo>
                  <a:lnTo>
                    <a:pt x="336" y="415"/>
                  </a:lnTo>
                  <a:lnTo>
                    <a:pt x="375" y="435"/>
                  </a:lnTo>
                  <a:lnTo>
                    <a:pt x="395" y="455"/>
                  </a:lnTo>
                  <a:lnTo>
                    <a:pt x="375" y="455"/>
                  </a:lnTo>
                  <a:lnTo>
                    <a:pt x="296" y="435"/>
                  </a:lnTo>
                  <a:lnTo>
                    <a:pt x="277" y="455"/>
                  </a:lnTo>
                  <a:lnTo>
                    <a:pt x="237" y="475"/>
                  </a:lnTo>
                  <a:lnTo>
                    <a:pt x="217" y="475"/>
                  </a:lnTo>
                  <a:lnTo>
                    <a:pt x="217" y="514"/>
                  </a:lnTo>
                  <a:lnTo>
                    <a:pt x="296" y="514"/>
                  </a:lnTo>
                  <a:lnTo>
                    <a:pt x="356" y="534"/>
                  </a:lnTo>
                  <a:lnTo>
                    <a:pt x="454" y="573"/>
                  </a:lnTo>
                  <a:lnTo>
                    <a:pt x="395" y="573"/>
                  </a:lnTo>
                  <a:lnTo>
                    <a:pt x="415" y="593"/>
                  </a:lnTo>
                  <a:lnTo>
                    <a:pt x="454" y="593"/>
                  </a:lnTo>
                  <a:lnTo>
                    <a:pt x="474" y="613"/>
                  </a:lnTo>
                  <a:lnTo>
                    <a:pt x="435" y="613"/>
                  </a:lnTo>
                  <a:lnTo>
                    <a:pt x="395" y="593"/>
                  </a:lnTo>
                  <a:lnTo>
                    <a:pt x="395" y="613"/>
                  </a:lnTo>
                  <a:lnTo>
                    <a:pt x="336" y="593"/>
                  </a:lnTo>
                  <a:lnTo>
                    <a:pt x="277" y="573"/>
                  </a:lnTo>
                  <a:lnTo>
                    <a:pt x="237" y="554"/>
                  </a:lnTo>
                  <a:lnTo>
                    <a:pt x="237" y="573"/>
                  </a:lnTo>
                  <a:lnTo>
                    <a:pt x="158" y="554"/>
                  </a:lnTo>
                  <a:lnTo>
                    <a:pt x="158" y="573"/>
                  </a:lnTo>
                  <a:lnTo>
                    <a:pt x="138" y="573"/>
                  </a:lnTo>
                  <a:lnTo>
                    <a:pt x="217" y="593"/>
                  </a:lnTo>
                  <a:lnTo>
                    <a:pt x="158" y="613"/>
                  </a:lnTo>
                  <a:lnTo>
                    <a:pt x="119" y="633"/>
                  </a:lnTo>
                  <a:lnTo>
                    <a:pt x="178" y="633"/>
                  </a:lnTo>
                  <a:lnTo>
                    <a:pt x="198" y="652"/>
                  </a:lnTo>
                  <a:lnTo>
                    <a:pt x="119" y="652"/>
                  </a:lnTo>
                  <a:lnTo>
                    <a:pt x="119" y="672"/>
                  </a:lnTo>
                  <a:lnTo>
                    <a:pt x="158" y="712"/>
                  </a:lnTo>
                  <a:lnTo>
                    <a:pt x="237" y="731"/>
                  </a:lnTo>
                  <a:lnTo>
                    <a:pt x="237" y="751"/>
                  </a:lnTo>
                  <a:lnTo>
                    <a:pt x="198" y="731"/>
                  </a:lnTo>
                  <a:lnTo>
                    <a:pt x="257" y="771"/>
                  </a:lnTo>
                  <a:lnTo>
                    <a:pt x="277" y="791"/>
                  </a:lnTo>
                  <a:lnTo>
                    <a:pt x="257" y="791"/>
                  </a:lnTo>
                  <a:lnTo>
                    <a:pt x="198" y="751"/>
                  </a:lnTo>
                  <a:lnTo>
                    <a:pt x="158" y="751"/>
                  </a:lnTo>
                  <a:lnTo>
                    <a:pt x="158" y="771"/>
                  </a:lnTo>
                  <a:lnTo>
                    <a:pt x="138" y="771"/>
                  </a:lnTo>
                  <a:lnTo>
                    <a:pt x="316" y="889"/>
                  </a:lnTo>
                  <a:lnTo>
                    <a:pt x="435" y="909"/>
                  </a:lnTo>
                  <a:lnTo>
                    <a:pt x="533" y="968"/>
                  </a:lnTo>
                  <a:lnTo>
                    <a:pt x="454" y="968"/>
                  </a:lnTo>
                  <a:lnTo>
                    <a:pt x="375" y="949"/>
                  </a:lnTo>
                  <a:lnTo>
                    <a:pt x="336" y="949"/>
                  </a:lnTo>
                  <a:lnTo>
                    <a:pt x="316" y="929"/>
                  </a:lnTo>
                  <a:lnTo>
                    <a:pt x="375" y="929"/>
                  </a:lnTo>
                  <a:lnTo>
                    <a:pt x="237" y="909"/>
                  </a:lnTo>
                  <a:lnTo>
                    <a:pt x="198" y="870"/>
                  </a:lnTo>
                  <a:lnTo>
                    <a:pt x="158" y="870"/>
                  </a:lnTo>
                  <a:lnTo>
                    <a:pt x="59" y="850"/>
                  </a:lnTo>
                  <a:lnTo>
                    <a:pt x="59" y="850"/>
                  </a:lnTo>
                  <a:lnTo>
                    <a:pt x="79" y="870"/>
                  </a:lnTo>
                  <a:lnTo>
                    <a:pt x="99" y="889"/>
                  </a:lnTo>
                  <a:lnTo>
                    <a:pt x="59" y="870"/>
                  </a:lnTo>
                  <a:lnTo>
                    <a:pt x="59" y="870"/>
                  </a:lnTo>
                  <a:lnTo>
                    <a:pt x="79" y="88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99" y="929"/>
                  </a:lnTo>
                  <a:lnTo>
                    <a:pt x="138" y="949"/>
                  </a:lnTo>
                  <a:lnTo>
                    <a:pt x="59" y="949"/>
                  </a:lnTo>
                  <a:lnTo>
                    <a:pt x="99" y="968"/>
                  </a:lnTo>
                  <a:lnTo>
                    <a:pt x="99" y="988"/>
                  </a:lnTo>
                  <a:lnTo>
                    <a:pt x="178" y="1008"/>
                  </a:lnTo>
                  <a:lnTo>
                    <a:pt x="277" y="1028"/>
                  </a:lnTo>
                  <a:lnTo>
                    <a:pt x="296" y="1047"/>
                  </a:lnTo>
                  <a:lnTo>
                    <a:pt x="296" y="1067"/>
                  </a:lnTo>
                  <a:lnTo>
                    <a:pt x="257" y="1067"/>
                  </a:lnTo>
                  <a:lnTo>
                    <a:pt x="237" y="1047"/>
                  </a:lnTo>
                  <a:lnTo>
                    <a:pt x="257" y="1087"/>
                  </a:lnTo>
                  <a:lnTo>
                    <a:pt x="257" y="1087"/>
                  </a:lnTo>
                  <a:lnTo>
                    <a:pt x="198" y="1067"/>
                  </a:lnTo>
                  <a:lnTo>
                    <a:pt x="198" y="1047"/>
                  </a:lnTo>
                  <a:lnTo>
                    <a:pt x="178" y="1047"/>
                  </a:lnTo>
                  <a:lnTo>
                    <a:pt x="178" y="1067"/>
                  </a:lnTo>
                  <a:lnTo>
                    <a:pt x="237" y="1107"/>
                  </a:lnTo>
                  <a:lnTo>
                    <a:pt x="217" y="1126"/>
                  </a:lnTo>
                  <a:lnTo>
                    <a:pt x="119" y="1107"/>
                  </a:lnTo>
                  <a:lnTo>
                    <a:pt x="79" y="1126"/>
                  </a:lnTo>
                  <a:lnTo>
                    <a:pt x="79" y="1146"/>
                  </a:lnTo>
                  <a:lnTo>
                    <a:pt x="40" y="1146"/>
                  </a:lnTo>
                  <a:lnTo>
                    <a:pt x="119" y="1166"/>
                  </a:lnTo>
                  <a:lnTo>
                    <a:pt x="158" y="1166"/>
                  </a:lnTo>
                  <a:lnTo>
                    <a:pt x="217" y="1225"/>
                  </a:lnTo>
                  <a:lnTo>
                    <a:pt x="277" y="1284"/>
                  </a:lnTo>
                  <a:lnTo>
                    <a:pt x="217" y="1265"/>
                  </a:lnTo>
                  <a:lnTo>
                    <a:pt x="158" y="1225"/>
                  </a:lnTo>
                  <a:lnTo>
                    <a:pt x="119" y="1205"/>
                  </a:lnTo>
                  <a:lnTo>
                    <a:pt x="40" y="1186"/>
                  </a:lnTo>
                  <a:lnTo>
                    <a:pt x="79" y="1205"/>
                  </a:lnTo>
                  <a:lnTo>
                    <a:pt x="99" y="1225"/>
                  </a:lnTo>
                  <a:lnTo>
                    <a:pt x="59" y="1225"/>
                  </a:lnTo>
                  <a:lnTo>
                    <a:pt x="79" y="1265"/>
                  </a:lnTo>
                  <a:lnTo>
                    <a:pt x="119" y="1265"/>
                  </a:lnTo>
                  <a:lnTo>
                    <a:pt x="138" y="1284"/>
                  </a:lnTo>
                  <a:lnTo>
                    <a:pt x="119" y="1304"/>
                  </a:lnTo>
                  <a:lnTo>
                    <a:pt x="119" y="1324"/>
                  </a:lnTo>
                  <a:lnTo>
                    <a:pt x="119" y="1344"/>
                  </a:lnTo>
                  <a:lnTo>
                    <a:pt x="119" y="1363"/>
                  </a:lnTo>
                  <a:lnTo>
                    <a:pt x="158" y="1363"/>
                  </a:lnTo>
                  <a:lnTo>
                    <a:pt x="138" y="1344"/>
                  </a:lnTo>
                  <a:lnTo>
                    <a:pt x="217" y="1344"/>
                  </a:lnTo>
                  <a:lnTo>
                    <a:pt x="237" y="1363"/>
                  </a:lnTo>
                  <a:lnTo>
                    <a:pt x="257" y="1383"/>
                  </a:lnTo>
                  <a:lnTo>
                    <a:pt x="277" y="1403"/>
                  </a:lnTo>
                  <a:lnTo>
                    <a:pt x="277" y="1423"/>
                  </a:lnTo>
                  <a:lnTo>
                    <a:pt x="296" y="1423"/>
                  </a:lnTo>
                  <a:lnTo>
                    <a:pt x="336" y="1442"/>
                  </a:lnTo>
                  <a:lnTo>
                    <a:pt x="316" y="1462"/>
                  </a:lnTo>
                  <a:lnTo>
                    <a:pt x="296" y="1462"/>
                  </a:lnTo>
                  <a:lnTo>
                    <a:pt x="257" y="1442"/>
                  </a:lnTo>
                  <a:lnTo>
                    <a:pt x="198" y="1423"/>
                  </a:lnTo>
                  <a:lnTo>
                    <a:pt x="178" y="1403"/>
                  </a:lnTo>
                  <a:lnTo>
                    <a:pt x="138" y="1383"/>
                  </a:lnTo>
                  <a:lnTo>
                    <a:pt x="40" y="1363"/>
                  </a:lnTo>
                  <a:lnTo>
                    <a:pt x="40" y="1363"/>
                  </a:lnTo>
                  <a:lnTo>
                    <a:pt x="59" y="1383"/>
                  </a:lnTo>
                  <a:lnTo>
                    <a:pt x="20" y="1383"/>
                  </a:lnTo>
                  <a:lnTo>
                    <a:pt x="59" y="1403"/>
                  </a:lnTo>
                  <a:lnTo>
                    <a:pt x="158" y="1423"/>
                  </a:lnTo>
                  <a:lnTo>
                    <a:pt x="138" y="1403"/>
                  </a:lnTo>
                  <a:lnTo>
                    <a:pt x="158" y="1403"/>
                  </a:lnTo>
                  <a:lnTo>
                    <a:pt x="217" y="1442"/>
                  </a:lnTo>
                  <a:lnTo>
                    <a:pt x="257" y="1462"/>
                  </a:lnTo>
                  <a:lnTo>
                    <a:pt x="237" y="1462"/>
                  </a:lnTo>
                  <a:lnTo>
                    <a:pt x="237" y="1482"/>
                  </a:lnTo>
                  <a:lnTo>
                    <a:pt x="198" y="1462"/>
                  </a:lnTo>
                  <a:lnTo>
                    <a:pt x="119" y="1442"/>
                  </a:lnTo>
                  <a:lnTo>
                    <a:pt x="158" y="1462"/>
                  </a:lnTo>
                  <a:lnTo>
                    <a:pt x="158" y="1462"/>
                  </a:lnTo>
                  <a:lnTo>
                    <a:pt x="178" y="148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158" y="1482"/>
                  </a:lnTo>
                  <a:lnTo>
                    <a:pt x="158" y="1482"/>
                  </a:lnTo>
                  <a:lnTo>
                    <a:pt x="178" y="1502"/>
                  </a:lnTo>
                  <a:lnTo>
                    <a:pt x="217" y="1521"/>
                  </a:lnTo>
                  <a:lnTo>
                    <a:pt x="277" y="1541"/>
                  </a:lnTo>
                  <a:lnTo>
                    <a:pt x="336" y="1561"/>
                  </a:lnTo>
                  <a:lnTo>
                    <a:pt x="336" y="1581"/>
                  </a:lnTo>
                  <a:lnTo>
                    <a:pt x="336" y="1600"/>
                  </a:lnTo>
                  <a:lnTo>
                    <a:pt x="277" y="1600"/>
                  </a:lnTo>
                  <a:lnTo>
                    <a:pt x="336" y="1620"/>
                  </a:lnTo>
                  <a:lnTo>
                    <a:pt x="257" y="1620"/>
                  </a:lnTo>
                  <a:lnTo>
                    <a:pt x="257" y="1600"/>
                  </a:lnTo>
                  <a:lnTo>
                    <a:pt x="237" y="1581"/>
                  </a:lnTo>
                  <a:lnTo>
                    <a:pt x="178" y="1561"/>
                  </a:lnTo>
                  <a:lnTo>
                    <a:pt x="138" y="1561"/>
                  </a:lnTo>
                  <a:lnTo>
                    <a:pt x="217" y="1600"/>
                  </a:lnTo>
                  <a:lnTo>
                    <a:pt x="198" y="1600"/>
                  </a:lnTo>
                  <a:lnTo>
                    <a:pt x="138" y="1581"/>
                  </a:lnTo>
                  <a:lnTo>
                    <a:pt x="178" y="1600"/>
                  </a:lnTo>
                  <a:lnTo>
                    <a:pt x="198" y="1620"/>
                  </a:lnTo>
                  <a:lnTo>
                    <a:pt x="79" y="1600"/>
                  </a:lnTo>
                  <a:lnTo>
                    <a:pt x="119" y="1620"/>
                  </a:lnTo>
                  <a:lnTo>
                    <a:pt x="138" y="1620"/>
                  </a:lnTo>
                  <a:lnTo>
                    <a:pt x="138" y="1640"/>
                  </a:lnTo>
                  <a:lnTo>
                    <a:pt x="119" y="1660"/>
                  </a:lnTo>
                  <a:lnTo>
                    <a:pt x="119" y="1679"/>
                  </a:lnTo>
                  <a:lnTo>
                    <a:pt x="158" y="1679"/>
                  </a:lnTo>
                  <a:lnTo>
                    <a:pt x="138" y="1660"/>
                  </a:lnTo>
                  <a:lnTo>
                    <a:pt x="198" y="1660"/>
                  </a:lnTo>
                  <a:lnTo>
                    <a:pt x="217" y="1679"/>
                  </a:lnTo>
                  <a:lnTo>
                    <a:pt x="217" y="1699"/>
                  </a:lnTo>
                  <a:lnTo>
                    <a:pt x="217" y="1739"/>
                  </a:lnTo>
                  <a:lnTo>
                    <a:pt x="257" y="1758"/>
                  </a:lnTo>
                  <a:lnTo>
                    <a:pt x="198" y="1758"/>
                  </a:lnTo>
                  <a:lnTo>
                    <a:pt x="138" y="1739"/>
                  </a:lnTo>
                  <a:lnTo>
                    <a:pt x="158" y="1758"/>
                  </a:lnTo>
                  <a:lnTo>
                    <a:pt x="20" y="1758"/>
                  </a:lnTo>
                  <a:lnTo>
                    <a:pt x="20" y="1778"/>
                  </a:lnTo>
                  <a:lnTo>
                    <a:pt x="99" y="1778"/>
                  </a:lnTo>
                  <a:lnTo>
                    <a:pt x="119" y="1798"/>
                  </a:lnTo>
                  <a:lnTo>
                    <a:pt x="99" y="1798"/>
                  </a:lnTo>
                  <a:lnTo>
                    <a:pt x="138" y="1818"/>
                  </a:lnTo>
                  <a:lnTo>
                    <a:pt x="40" y="1818"/>
                  </a:lnTo>
                  <a:lnTo>
                    <a:pt x="79" y="1837"/>
                  </a:lnTo>
                  <a:lnTo>
                    <a:pt x="99" y="1837"/>
                  </a:lnTo>
                  <a:lnTo>
                    <a:pt x="158" y="1857"/>
                  </a:lnTo>
                  <a:lnTo>
                    <a:pt x="198" y="1877"/>
                  </a:lnTo>
                  <a:lnTo>
                    <a:pt x="178" y="1877"/>
                  </a:lnTo>
                  <a:lnTo>
                    <a:pt x="178" y="1897"/>
                  </a:lnTo>
                  <a:lnTo>
                    <a:pt x="217" y="1897"/>
                  </a:lnTo>
                  <a:lnTo>
                    <a:pt x="257" y="1916"/>
                  </a:lnTo>
                  <a:lnTo>
                    <a:pt x="237" y="1936"/>
                  </a:lnTo>
                  <a:lnTo>
                    <a:pt x="158" y="1916"/>
                  </a:lnTo>
                  <a:lnTo>
                    <a:pt x="158" y="1916"/>
                  </a:lnTo>
                  <a:lnTo>
                    <a:pt x="217" y="1956"/>
                  </a:lnTo>
                  <a:lnTo>
                    <a:pt x="237" y="1976"/>
                  </a:lnTo>
                  <a:lnTo>
                    <a:pt x="277" y="1976"/>
                  </a:lnTo>
                  <a:lnTo>
                    <a:pt x="316" y="1995"/>
                  </a:lnTo>
                  <a:lnTo>
                    <a:pt x="237" y="1995"/>
                  </a:lnTo>
                  <a:lnTo>
                    <a:pt x="237" y="1976"/>
                  </a:lnTo>
                  <a:lnTo>
                    <a:pt x="138" y="1976"/>
                  </a:lnTo>
                  <a:lnTo>
                    <a:pt x="99" y="1956"/>
                  </a:lnTo>
                  <a:lnTo>
                    <a:pt x="99" y="1956"/>
                  </a:lnTo>
                  <a:lnTo>
                    <a:pt x="119" y="1976"/>
                  </a:lnTo>
                  <a:lnTo>
                    <a:pt x="79" y="1976"/>
                  </a:lnTo>
                  <a:lnTo>
                    <a:pt x="79" y="1995"/>
                  </a:lnTo>
                  <a:lnTo>
                    <a:pt x="138" y="1995"/>
                  </a:lnTo>
                  <a:lnTo>
                    <a:pt x="198" y="2015"/>
                  </a:lnTo>
                  <a:lnTo>
                    <a:pt x="99" y="2015"/>
                  </a:lnTo>
                  <a:lnTo>
                    <a:pt x="119" y="2035"/>
                  </a:lnTo>
                  <a:lnTo>
                    <a:pt x="138" y="2035"/>
                  </a:lnTo>
                  <a:lnTo>
                    <a:pt x="217" y="2074"/>
                  </a:lnTo>
                  <a:lnTo>
                    <a:pt x="316" y="2074"/>
                  </a:lnTo>
                  <a:lnTo>
                    <a:pt x="375" y="2094"/>
                  </a:lnTo>
                  <a:lnTo>
                    <a:pt x="395" y="2114"/>
                  </a:lnTo>
                  <a:lnTo>
                    <a:pt x="356" y="2114"/>
                  </a:lnTo>
                  <a:lnTo>
                    <a:pt x="336" y="2094"/>
                  </a:lnTo>
                  <a:lnTo>
                    <a:pt x="316" y="2074"/>
                  </a:lnTo>
                  <a:lnTo>
                    <a:pt x="316" y="2094"/>
                  </a:lnTo>
                  <a:lnTo>
                    <a:pt x="356" y="2114"/>
                  </a:lnTo>
                  <a:lnTo>
                    <a:pt x="296" y="2114"/>
                  </a:lnTo>
                  <a:lnTo>
                    <a:pt x="158" y="2074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20" y="2094"/>
                  </a:lnTo>
                  <a:lnTo>
                    <a:pt x="0" y="2094"/>
                  </a:lnTo>
                  <a:lnTo>
                    <a:pt x="79" y="2134"/>
                  </a:lnTo>
                  <a:lnTo>
                    <a:pt x="198" y="2153"/>
                  </a:lnTo>
                  <a:lnTo>
                    <a:pt x="198" y="2173"/>
                  </a:lnTo>
                  <a:lnTo>
                    <a:pt x="178" y="2173"/>
                  </a:lnTo>
                  <a:lnTo>
                    <a:pt x="138" y="2153"/>
                  </a:lnTo>
                  <a:lnTo>
                    <a:pt x="138" y="2153"/>
                  </a:lnTo>
                  <a:lnTo>
                    <a:pt x="198" y="2193"/>
                  </a:lnTo>
                  <a:lnTo>
                    <a:pt x="198" y="2213"/>
                  </a:lnTo>
                  <a:lnTo>
                    <a:pt x="198" y="2232"/>
                  </a:lnTo>
                  <a:lnTo>
                    <a:pt x="257" y="2252"/>
                  </a:lnTo>
                  <a:lnTo>
                    <a:pt x="356" y="2252"/>
                  </a:lnTo>
                  <a:lnTo>
                    <a:pt x="356" y="2272"/>
                  </a:lnTo>
                  <a:lnTo>
                    <a:pt x="375" y="2272"/>
                  </a:lnTo>
                  <a:lnTo>
                    <a:pt x="415" y="2292"/>
                  </a:lnTo>
                  <a:lnTo>
                    <a:pt x="415" y="2312"/>
                  </a:lnTo>
                  <a:lnTo>
                    <a:pt x="356" y="2292"/>
                  </a:lnTo>
                  <a:lnTo>
                    <a:pt x="336" y="2312"/>
                  </a:lnTo>
                  <a:lnTo>
                    <a:pt x="356" y="2331"/>
                  </a:lnTo>
                  <a:lnTo>
                    <a:pt x="356" y="2331"/>
                  </a:lnTo>
                  <a:lnTo>
                    <a:pt x="296" y="2312"/>
                  </a:lnTo>
                  <a:lnTo>
                    <a:pt x="277" y="2292"/>
                  </a:lnTo>
                  <a:lnTo>
                    <a:pt x="257" y="2292"/>
                  </a:lnTo>
                  <a:lnTo>
                    <a:pt x="138" y="2272"/>
                  </a:lnTo>
                  <a:lnTo>
                    <a:pt x="178" y="2292"/>
                  </a:lnTo>
                  <a:lnTo>
                    <a:pt x="237" y="2292"/>
                  </a:lnTo>
                  <a:lnTo>
                    <a:pt x="257" y="2312"/>
                  </a:lnTo>
                  <a:lnTo>
                    <a:pt x="198" y="2312"/>
                  </a:lnTo>
                  <a:lnTo>
                    <a:pt x="178" y="2331"/>
                  </a:lnTo>
                  <a:lnTo>
                    <a:pt x="158" y="2351"/>
                  </a:lnTo>
                  <a:lnTo>
                    <a:pt x="59" y="2331"/>
                  </a:lnTo>
                  <a:lnTo>
                    <a:pt x="138" y="2371"/>
                  </a:lnTo>
                  <a:lnTo>
                    <a:pt x="178" y="2391"/>
                  </a:lnTo>
                  <a:lnTo>
                    <a:pt x="178" y="2410"/>
                  </a:lnTo>
                  <a:lnTo>
                    <a:pt x="217" y="2430"/>
                  </a:lnTo>
                  <a:lnTo>
                    <a:pt x="277" y="2450"/>
                  </a:lnTo>
                  <a:lnTo>
                    <a:pt x="296" y="2450"/>
                  </a:lnTo>
                  <a:lnTo>
                    <a:pt x="277" y="2410"/>
                  </a:lnTo>
                  <a:lnTo>
                    <a:pt x="257" y="2410"/>
                  </a:lnTo>
                  <a:lnTo>
                    <a:pt x="296" y="2391"/>
                  </a:lnTo>
                  <a:lnTo>
                    <a:pt x="178" y="2371"/>
                  </a:lnTo>
                  <a:lnTo>
                    <a:pt x="178" y="2351"/>
                  </a:lnTo>
                  <a:lnTo>
                    <a:pt x="217" y="2351"/>
                  </a:lnTo>
                  <a:lnTo>
                    <a:pt x="316" y="2391"/>
                  </a:lnTo>
                  <a:lnTo>
                    <a:pt x="356" y="2391"/>
                  </a:lnTo>
                  <a:lnTo>
                    <a:pt x="375" y="2410"/>
                  </a:lnTo>
                  <a:lnTo>
                    <a:pt x="415" y="2410"/>
                  </a:lnTo>
                  <a:lnTo>
                    <a:pt x="435" y="2391"/>
                  </a:lnTo>
                  <a:lnTo>
                    <a:pt x="514" y="2410"/>
                  </a:lnTo>
                  <a:lnTo>
                    <a:pt x="652" y="2470"/>
                  </a:lnTo>
                  <a:lnTo>
                    <a:pt x="652" y="2470"/>
                  </a:lnTo>
                  <a:lnTo>
                    <a:pt x="593" y="2450"/>
                  </a:lnTo>
                  <a:lnTo>
                    <a:pt x="593" y="2450"/>
                  </a:lnTo>
                  <a:lnTo>
                    <a:pt x="672" y="2489"/>
                  </a:lnTo>
                  <a:lnTo>
                    <a:pt x="553" y="2470"/>
                  </a:lnTo>
                  <a:lnTo>
                    <a:pt x="553" y="2489"/>
                  </a:lnTo>
                  <a:lnTo>
                    <a:pt x="553" y="2509"/>
                  </a:lnTo>
                  <a:lnTo>
                    <a:pt x="612" y="2509"/>
                  </a:lnTo>
                  <a:lnTo>
                    <a:pt x="593" y="2489"/>
                  </a:lnTo>
                  <a:lnTo>
                    <a:pt x="652" y="2509"/>
                  </a:lnTo>
                  <a:lnTo>
                    <a:pt x="632" y="2509"/>
                  </a:lnTo>
                  <a:lnTo>
                    <a:pt x="632" y="2529"/>
                  </a:lnTo>
                  <a:lnTo>
                    <a:pt x="672" y="2529"/>
                  </a:lnTo>
                  <a:lnTo>
                    <a:pt x="751" y="2568"/>
                  </a:lnTo>
                  <a:lnTo>
                    <a:pt x="632" y="2568"/>
                  </a:lnTo>
                  <a:lnTo>
                    <a:pt x="494" y="2529"/>
                  </a:lnTo>
                  <a:lnTo>
                    <a:pt x="514" y="2549"/>
                  </a:lnTo>
                  <a:lnTo>
                    <a:pt x="316" y="2489"/>
                  </a:lnTo>
                  <a:lnTo>
                    <a:pt x="277" y="2509"/>
                  </a:lnTo>
                  <a:lnTo>
                    <a:pt x="277" y="2529"/>
                  </a:lnTo>
                  <a:lnTo>
                    <a:pt x="138" y="2509"/>
                  </a:lnTo>
                  <a:lnTo>
                    <a:pt x="158" y="2529"/>
                  </a:lnTo>
                  <a:lnTo>
                    <a:pt x="138" y="2529"/>
                  </a:lnTo>
                  <a:lnTo>
                    <a:pt x="79" y="2549"/>
                  </a:lnTo>
                  <a:lnTo>
                    <a:pt x="178" y="2549"/>
                  </a:lnTo>
                  <a:lnTo>
                    <a:pt x="217" y="2568"/>
                  </a:lnTo>
                  <a:lnTo>
                    <a:pt x="198" y="2568"/>
                  </a:lnTo>
                  <a:lnTo>
                    <a:pt x="217" y="2588"/>
                  </a:lnTo>
                  <a:lnTo>
                    <a:pt x="237" y="2568"/>
                  </a:lnTo>
                  <a:lnTo>
                    <a:pt x="277" y="2568"/>
                  </a:lnTo>
                  <a:lnTo>
                    <a:pt x="316" y="2588"/>
                  </a:lnTo>
                  <a:lnTo>
                    <a:pt x="435" y="2588"/>
                  </a:lnTo>
                  <a:lnTo>
                    <a:pt x="435" y="2608"/>
                  </a:lnTo>
                  <a:lnTo>
                    <a:pt x="435" y="2628"/>
                  </a:lnTo>
                  <a:lnTo>
                    <a:pt x="277" y="2588"/>
                  </a:lnTo>
                  <a:lnTo>
                    <a:pt x="296" y="2608"/>
                  </a:lnTo>
                  <a:lnTo>
                    <a:pt x="257" y="2628"/>
                  </a:lnTo>
                  <a:lnTo>
                    <a:pt x="217" y="2608"/>
                  </a:lnTo>
                  <a:lnTo>
                    <a:pt x="138" y="2608"/>
                  </a:lnTo>
                  <a:lnTo>
                    <a:pt x="138" y="2588"/>
                  </a:lnTo>
                  <a:lnTo>
                    <a:pt x="99" y="2628"/>
                  </a:lnTo>
                  <a:lnTo>
                    <a:pt x="79" y="2608"/>
                  </a:lnTo>
                  <a:lnTo>
                    <a:pt x="59" y="2608"/>
                  </a:lnTo>
                  <a:lnTo>
                    <a:pt x="59" y="2628"/>
                  </a:lnTo>
                  <a:lnTo>
                    <a:pt x="158" y="264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119" y="2667"/>
                  </a:lnTo>
                  <a:lnTo>
                    <a:pt x="119" y="2687"/>
                  </a:lnTo>
                  <a:lnTo>
                    <a:pt x="158" y="2707"/>
                  </a:lnTo>
                  <a:lnTo>
                    <a:pt x="217" y="2726"/>
                  </a:lnTo>
                  <a:lnTo>
                    <a:pt x="257" y="2726"/>
                  </a:lnTo>
                  <a:lnTo>
                    <a:pt x="292" y="2744"/>
                  </a:lnTo>
                  <a:lnTo>
                    <a:pt x="292" y="2744"/>
                  </a:lnTo>
                  <a:lnTo>
                    <a:pt x="137" y="2728"/>
                  </a:lnTo>
                  <a:lnTo>
                    <a:pt x="137" y="2728"/>
                  </a:lnTo>
                  <a:lnTo>
                    <a:pt x="119" y="2746"/>
                  </a:lnTo>
                  <a:lnTo>
                    <a:pt x="178" y="2746"/>
                  </a:lnTo>
                  <a:lnTo>
                    <a:pt x="237" y="2766"/>
                  </a:lnTo>
                  <a:lnTo>
                    <a:pt x="257" y="2786"/>
                  </a:lnTo>
                  <a:lnTo>
                    <a:pt x="237" y="2786"/>
                  </a:lnTo>
                  <a:lnTo>
                    <a:pt x="277" y="2805"/>
                  </a:lnTo>
                  <a:lnTo>
                    <a:pt x="316" y="2825"/>
                  </a:lnTo>
                  <a:lnTo>
                    <a:pt x="395" y="2825"/>
                  </a:lnTo>
                  <a:lnTo>
                    <a:pt x="336" y="2845"/>
                  </a:lnTo>
                  <a:lnTo>
                    <a:pt x="237" y="2825"/>
                  </a:lnTo>
                  <a:lnTo>
                    <a:pt x="237" y="2845"/>
                  </a:lnTo>
                  <a:lnTo>
                    <a:pt x="138" y="2845"/>
                  </a:lnTo>
                  <a:lnTo>
                    <a:pt x="119" y="2865"/>
                  </a:lnTo>
                  <a:lnTo>
                    <a:pt x="198" y="2865"/>
                  </a:lnTo>
                  <a:lnTo>
                    <a:pt x="257" y="2884"/>
                  </a:lnTo>
                  <a:lnTo>
                    <a:pt x="237" y="2865"/>
                  </a:lnTo>
                  <a:lnTo>
                    <a:pt x="237" y="2865"/>
                  </a:lnTo>
                  <a:lnTo>
                    <a:pt x="316" y="2884"/>
                  </a:lnTo>
                  <a:lnTo>
                    <a:pt x="395" y="2904"/>
                  </a:lnTo>
                  <a:lnTo>
                    <a:pt x="435" y="2924"/>
                  </a:lnTo>
                  <a:lnTo>
                    <a:pt x="474" y="2924"/>
                  </a:lnTo>
                  <a:lnTo>
                    <a:pt x="375" y="2884"/>
                  </a:lnTo>
                  <a:lnTo>
                    <a:pt x="336" y="2865"/>
                  </a:lnTo>
                  <a:lnTo>
                    <a:pt x="395" y="2884"/>
                  </a:lnTo>
                  <a:lnTo>
                    <a:pt x="415" y="2865"/>
                  </a:lnTo>
                  <a:lnTo>
                    <a:pt x="435" y="2865"/>
                  </a:lnTo>
                  <a:lnTo>
                    <a:pt x="494" y="2845"/>
                  </a:lnTo>
                  <a:lnTo>
                    <a:pt x="415" y="2825"/>
                  </a:lnTo>
                  <a:lnTo>
                    <a:pt x="336" y="2805"/>
                  </a:lnTo>
                  <a:lnTo>
                    <a:pt x="395" y="2786"/>
                  </a:lnTo>
                  <a:lnTo>
                    <a:pt x="435" y="2805"/>
                  </a:lnTo>
                  <a:lnTo>
                    <a:pt x="415" y="2825"/>
                  </a:lnTo>
                  <a:lnTo>
                    <a:pt x="514" y="2825"/>
                  </a:lnTo>
                  <a:lnTo>
                    <a:pt x="632" y="2865"/>
                  </a:lnTo>
                  <a:lnTo>
                    <a:pt x="691" y="2884"/>
                  </a:lnTo>
                  <a:lnTo>
                    <a:pt x="711" y="2904"/>
                  </a:lnTo>
                  <a:lnTo>
                    <a:pt x="770" y="2944"/>
                  </a:lnTo>
                  <a:lnTo>
                    <a:pt x="790" y="2944"/>
                  </a:lnTo>
                  <a:lnTo>
                    <a:pt x="790" y="2963"/>
                  </a:lnTo>
                  <a:lnTo>
                    <a:pt x="810" y="2963"/>
                  </a:lnTo>
                  <a:lnTo>
                    <a:pt x="849" y="2983"/>
                  </a:lnTo>
                  <a:lnTo>
                    <a:pt x="849" y="2983"/>
                  </a:lnTo>
                  <a:lnTo>
                    <a:pt x="652" y="2963"/>
                  </a:lnTo>
                  <a:lnTo>
                    <a:pt x="494" y="2944"/>
                  </a:lnTo>
                  <a:lnTo>
                    <a:pt x="494" y="2963"/>
                  </a:lnTo>
                  <a:lnTo>
                    <a:pt x="533" y="2983"/>
                  </a:lnTo>
                  <a:lnTo>
                    <a:pt x="435" y="2963"/>
                  </a:lnTo>
                  <a:lnTo>
                    <a:pt x="336" y="2944"/>
                  </a:lnTo>
                  <a:lnTo>
                    <a:pt x="375" y="2963"/>
                  </a:lnTo>
                  <a:lnTo>
                    <a:pt x="435" y="2983"/>
                  </a:lnTo>
                  <a:lnTo>
                    <a:pt x="395" y="2983"/>
                  </a:lnTo>
                  <a:lnTo>
                    <a:pt x="435" y="3003"/>
                  </a:lnTo>
                  <a:lnTo>
                    <a:pt x="514" y="3042"/>
                  </a:lnTo>
                  <a:lnTo>
                    <a:pt x="514" y="3023"/>
                  </a:lnTo>
                  <a:lnTo>
                    <a:pt x="533" y="3023"/>
                  </a:lnTo>
                  <a:lnTo>
                    <a:pt x="593" y="3042"/>
                  </a:lnTo>
                  <a:lnTo>
                    <a:pt x="632" y="3023"/>
                  </a:lnTo>
                  <a:lnTo>
                    <a:pt x="672" y="3023"/>
                  </a:lnTo>
                  <a:lnTo>
                    <a:pt x="691" y="3042"/>
                  </a:lnTo>
                  <a:lnTo>
                    <a:pt x="731" y="3042"/>
                  </a:lnTo>
                  <a:lnTo>
                    <a:pt x="711" y="3023"/>
                  </a:lnTo>
                  <a:lnTo>
                    <a:pt x="751" y="3023"/>
                  </a:lnTo>
                  <a:lnTo>
                    <a:pt x="751" y="3003"/>
                  </a:lnTo>
                  <a:lnTo>
                    <a:pt x="790" y="3023"/>
                  </a:lnTo>
                  <a:lnTo>
                    <a:pt x="770" y="3003"/>
                  </a:lnTo>
                  <a:lnTo>
                    <a:pt x="790" y="3003"/>
                  </a:lnTo>
                  <a:lnTo>
                    <a:pt x="909" y="3042"/>
                  </a:lnTo>
                  <a:lnTo>
                    <a:pt x="869" y="3042"/>
                  </a:lnTo>
                  <a:lnTo>
                    <a:pt x="790" y="3023"/>
                  </a:lnTo>
                  <a:lnTo>
                    <a:pt x="790" y="3042"/>
                  </a:lnTo>
                  <a:lnTo>
                    <a:pt x="830" y="3062"/>
                  </a:lnTo>
                  <a:lnTo>
                    <a:pt x="869" y="3062"/>
                  </a:lnTo>
                  <a:lnTo>
                    <a:pt x="929" y="3082"/>
                  </a:lnTo>
                  <a:lnTo>
                    <a:pt x="948" y="3082"/>
                  </a:lnTo>
                  <a:lnTo>
                    <a:pt x="1027" y="3102"/>
                  </a:lnTo>
                  <a:lnTo>
                    <a:pt x="1047" y="3082"/>
                  </a:lnTo>
                  <a:lnTo>
                    <a:pt x="1106" y="3102"/>
                  </a:lnTo>
                  <a:lnTo>
                    <a:pt x="1106" y="3102"/>
                  </a:lnTo>
                  <a:lnTo>
                    <a:pt x="1047" y="3062"/>
                  </a:lnTo>
                  <a:lnTo>
                    <a:pt x="1077" y="3062"/>
                  </a:lnTo>
                  <a:lnTo>
                    <a:pt x="1067" y="3042"/>
                  </a:lnTo>
                  <a:lnTo>
                    <a:pt x="1027" y="3042"/>
                  </a:lnTo>
                  <a:lnTo>
                    <a:pt x="1008" y="3023"/>
                  </a:lnTo>
                  <a:lnTo>
                    <a:pt x="988" y="3023"/>
                  </a:lnTo>
                  <a:lnTo>
                    <a:pt x="889" y="2983"/>
                  </a:lnTo>
                  <a:lnTo>
                    <a:pt x="968" y="3003"/>
                  </a:lnTo>
                  <a:lnTo>
                    <a:pt x="1027" y="3023"/>
                  </a:lnTo>
                  <a:lnTo>
                    <a:pt x="1008" y="3003"/>
                  </a:lnTo>
                  <a:lnTo>
                    <a:pt x="1047" y="3003"/>
                  </a:lnTo>
                  <a:lnTo>
                    <a:pt x="968" y="2983"/>
                  </a:lnTo>
                  <a:lnTo>
                    <a:pt x="1008" y="2983"/>
                  </a:lnTo>
                  <a:lnTo>
                    <a:pt x="909" y="2963"/>
                  </a:lnTo>
                  <a:lnTo>
                    <a:pt x="889" y="2944"/>
                  </a:lnTo>
                  <a:lnTo>
                    <a:pt x="869" y="2924"/>
                  </a:lnTo>
                  <a:lnTo>
                    <a:pt x="849" y="2944"/>
                  </a:lnTo>
                  <a:lnTo>
                    <a:pt x="869" y="2944"/>
                  </a:lnTo>
                  <a:lnTo>
                    <a:pt x="909" y="2963"/>
                  </a:lnTo>
                  <a:lnTo>
                    <a:pt x="909" y="2963"/>
                  </a:lnTo>
                  <a:lnTo>
                    <a:pt x="830" y="2944"/>
                  </a:lnTo>
                  <a:lnTo>
                    <a:pt x="770" y="2924"/>
                  </a:lnTo>
                  <a:lnTo>
                    <a:pt x="869" y="2924"/>
                  </a:lnTo>
                  <a:lnTo>
                    <a:pt x="849" y="2904"/>
                  </a:lnTo>
                  <a:lnTo>
                    <a:pt x="909" y="2924"/>
                  </a:lnTo>
                  <a:lnTo>
                    <a:pt x="929" y="2944"/>
                  </a:lnTo>
                  <a:lnTo>
                    <a:pt x="968" y="2944"/>
                  </a:lnTo>
                  <a:lnTo>
                    <a:pt x="929" y="2924"/>
                  </a:lnTo>
                  <a:lnTo>
                    <a:pt x="948" y="2924"/>
                  </a:lnTo>
                  <a:lnTo>
                    <a:pt x="869" y="2884"/>
                  </a:lnTo>
                  <a:lnTo>
                    <a:pt x="849" y="2865"/>
                  </a:lnTo>
                  <a:lnTo>
                    <a:pt x="830" y="2845"/>
                  </a:lnTo>
                  <a:lnTo>
                    <a:pt x="869" y="2825"/>
                  </a:lnTo>
                  <a:lnTo>
                    <a:pt x="790" y="2825"/>
                  </a:lnTo>
                  <a:lnTo>
                    <a:pt x="770" y="2805"/>
                  </a:lnTo>
                  <a:lnTo>
                    <a:pt x="770" y="2786"/>
                  </a:lnTo>
                  <a:lnTo>
                    <a:pt x="810" y="2786"/>
                  </a:lnTo>
                  <a:lnTo>
                    <a:pt x="731" y="2726"/>
                  </a:lnTo>
                  <a:lnTo>
                    <a:pt x="632" y="2746"/>
                  </a:lnTo>
                  <a:lnTo>
                    <a:pt x="593" y="2726"/>
                  </a:lnTo>
                  <a:lnTo>
                    <a:pt x="652" y="2726"/>
                  </a:lnTo>
                  <a:lnTo>
                    <a:pt x="668" y="2710"/>
                  </a:lnTo>
                  <a:lnTo>
                    <a:pt x="668" y="2710"/>
                  </a:lnTo>
                  <a:lnTo>
                    <a:pt x="810" y="2746"/>
                  </a:lnTo>
                  <a:lnTo>
                    <a:pt x="810" y="2746"/>
                  </a:lnTo>
                  <a:lnTo>
                    <a:pt x="751" y="2707"/>
                  </a:lnTo>
                  <a:lnTo>
                    <a:pt x="711" y="2687"/>
                  </a:lnTo>
                  <a:lnTo>
                    <a:pt x="830" y="2707"/>
                  </a:lnTo>
                  <a:lnTo>
                    <a:pt x="869" y="2746"/>
                  </a:lnTo>
                  <a:lnTo>
                    <a:pt x="849" y="2746"/>
                  </a:lnTo>
                  <a:lnTo>
                    <a:pt x="869" y="2766"/>
                  </a:lnTo>
                  <a:lnTo>
                    <a:pt x="869" y="2786"/>
                  </a:lnTo>
                  <a:lnTo>
                    <a:pt x="909" y="2786"/>
                  </a:lnTo>
                  <a:lnTo>
                    <a:pt x="929" y="2805"/>
                  </a:lnTo>
                  <a:lnTo>
                    <a:pt x="1027" y="2805"/>
                  </a:lnTo>
                  <a:lnTo>
                    <a:pt x="1008" y="2786"/>
                  </a:lnTo>
                  <a:lnTo>
                    <a:pt x="1087" y="2805"/>
                  </a:lnTo>
                  <a:lnTo>
                    <a:pt x="1136" y="2805"/>
                  </a:lnTo>
                  <a:lnTo>
                    <a:pt x="988" y="2746"/>
                  </a:lnTo>
                  <a:lnTo>
                    <a:pt x="948" y="2726"/>
                  </a:lnTo>
                  <a:lnTo>
                    <a:pt x="968" y="2707"/>
                  </a:lnTo>
                  <a:lnTo>
                    <a:pt x="1027" y="2746"/>
                  </a:lnTo>
                  <a:lnTo>
                    <a:pt x="1106" y="2766"/>
                  </a:lnTo>
                  <a:lnTo>
                    <a:pt x="1087" y="2746"/>
                  </a:lnTo>
                  <a:lnTo>
                    <a:pt x="1106" y="2746"/>
                  </a:lnTo>
                  <a:lnTo>
                    <a:pt x="1067" y="2726"/>
                  </a:lnTo>
                  <a:lnTo>
                    <a:pt x="1087" y="2707"/>
                  </a:lnTo>
                  <a:lnTo>
                    <a:pt x="1166" y="2707"/>
                  </a:lnTo>
                  <a:lnTo>
                    <a:pt x="1185" y="2726"/>
                  </a:lnTo>
                  <a:lnTo>
                    <a:pt x="1166" y="2726"/>
                  </a:lnTo>
                  <a:lnTo>
                    <a:pt x="1166" y="2746"/>
                  </a:lnTo>
                  <a:lnTo>
                    <a:pt x="1205" y="2746"/>
                  </a:lnTo>
                  <a:lnTo>
                    <a:pt x="1205" y="2766"/>
                  </a:lnTo>
                  <a:lnTo>
                    <a:pt x="1264" y="2766"/>
                  </a:lnTo>
                  <a:lnTo>
                    <a:pt x="1264" y="2746"/>
                  </a:lnTo>
                  <a:lnTo>
                    <a:pt x="1324" y="2746"/>
                  </a:lnTo>
                  <a:lnTo>
                    <a:pt x="1343" y="2726"/>
                  </a:lnTo>
                  <a:lnTo>
                    <a:pt x="1363" y="2726"/>
                  </a:lnTo>
                  <a:lnTo>
                    <a:pt x="1343" y="2707"/>
                  </a:lnTo>
                  <a:lnTo>
                    <a:pt x="1363" y="2707"/>
                  </a:lnTo>
                  <a:lnTo>
                    <a:pt x="1343" y="2687"/>
                  </a:lnTo>
                  <a:lnTo>
                    <a:pt x="1284" y="2667"/>
                  </a:lnTo>
                  <a:lnTo>
                    <a:pt x="1205" y="2628"/>
                  </a:lnTo>
                  <a:lnTo>
                    <a:pt x="1304" y="2667"/>
                  </a:lnTo>
                  <a:lnTo>
                    <a:pt x="1304" y="2647"/>
                  </a:lnTo>
                  <a:lnTo>
                    <a:pt x="1245" y="2628"/>
                  </a:lnTo>
                  <a:lnTo>
                    <a:pt x="1185" y="2608"/>
                  </a:lnTo>
                  <a:lnTo>
                    <a:pt x="1166" y="2588"/>
                  </a:lnTo>
                  <a:lnTo>
                    <a:pt x="1225" y="2588"/>
                  </a:lnTo>
                  <a:lnTo>
                    <a:pt x="1264" y="2608"/>
                  </a:lnTo>
                  <a:lnTo>
                    <a:pt x="1284" y="2628"/>
                  </a:lnTo>
                  <a:lnTo>
                    <a:pt x="1324" y="2628"/>
                  </a:lnTo>
                  <a:lnTo>
                    <a:pt x="1284" y="2608"/>
                  </a:lnTo>
                  <a:lnTo>
                    <a:pt x="1304" y="2608"/>
                  </a:lnTo>
                  <a:lnTo>
                    <a:pt x="1383" y="2588"/>
                  </a:lnTo>
                  <a:lnTo>
                    <a:pt x="1324" y="2568"/>
                  </a:lnTo>
                  <a:lnTo>
                    <a:pt x="1284" y="2549"/>
                  </a:lnTo>
                  <a:lnTo>
                    <a:pt x="1264" y="2568"/>
                  </a:lnTo>
                  <a:lnTo>
                    <a:pt x="1205" y="2529"/>
                  </a:lnTo>
                  <a:lnTo>
                    <a:pt x="1225" y="2529"/>
                  </a:lnTo>
                  <a:lnTo>
                    <a:pt x="1284" y="2509"/>
                  </a:lnTo>
                  <a:lnTo>
                    <a:pt x="1304" y="2529"/>
                  </a:lnTo>
                  <a:lnTo>
                    <a:pt x="1324" y="2549"/>
                  </a:lnTo>
                  <a:lnTo>
                    <a:pt x="1363" y="2568"/>
                  </a:lnTo>
                  <a:lnTo>
                    <a:pt x="1343" y="2549"/>
                  </a:lnTo>
                  <a:lnTo>
                    <a:pt x="1343" y="2529"/>
                  </a:lnTo>
                  <a:lnTo>
                    <a:pt x="1324" y="2529"/>
                  </a:lnTo>
                  <a:lnTo>
                    <a:pt x="1324" y="2509"/>
                  </a:lnTo>
                  <a:lnTo>
                    <a:pt x="1363" y="2509"/>
                  </a:lnTo>
                  <a:lnTo>
                    <a:pt x="1363" y="2489"/>
                  </a:lnTo>
                  <a:lnTo>
                    <a:pt x="1304" y="2470"/>
                  </a:lnTo>
                  <a:lnTo>
                    <a:pt x="1225" y="2450"/>
                  </a:lnTo>
                  <a:lnTo>
                    <a:pt x="1304" y="2450"/>
                  </a:lnTo>
                  <a:lnTo>
                    <a:pt x="1304" y="2470"/>
                  </a:lnTo>
                  <a:lnTo>
                    <a:pt x="1324" y="2450"/>
                  </a:lnTo>
                  <a:lnTo>
                    <a:pt x="1185" y="2410"/>
                  </a:lnTo>
                  <a:lnTo>
                    <a:pt x="1284" y="2410"/>
                  </a:lnTo>
                  <a:lnTo>
                    <a:pt x="1363" y="2430"/>
                  </a:lnTo>
                  <a:lnTo>
                    <a:pt x="1363" y="2430"/>
                  </a:lnTo>
                  <a:lnTo>
                    <a:pt x="1324" y="2410"/>
                  </a:lnTo>
                  <a:lnTo>
                    <a:pt x="1383" y="2410"/>
                  </a:lnTo>
                  <a:lnTo>
                    <a:pt x="1383" y="2391"/>
                  </a:lnTo>
                  <a:lnTo>
                    <a:pt x="1343" y="2371"/>
                  </a:lnTo>
                  <a:lnTo>
                    <a:pt x="1284" y="2331"/>
                  </a:lnTo>
                  <a:lnTo>
                    <a:pt x="1264" y="2312"/>
                  </a:lnTo>
                  <a:lnTo>
                    <a:pt x="1363" y="2331"/>
                  </a:lnTo>
                  <a:lnTo>
                    <a:pt x="1383" y="2351"/>
                  </a:lnTo>
                  <a:lnTo>
                    <a:pt x="1422" y="2351"/>
                  </a:lnTo>
                  <a:lnTo>
                    <a:pt x="1403" y="2331"/>
                  </a:lnTo>
                  <a:lnTo>
                    <a:pt x="1422" y="2331"/>
                  </a:lnTo>
                  <a:lnTo>
                    <a:pt x="1422" y="2312"/>
                  </a:lnTo>
                  <a:lnTo>
                    <a:pt x="1383" y="2312"/>
                  </a:lnTo>
                  <a:lnTo>
                    <a:pt x="1324" y="2292"/>
                  </a:lnTo>
                  <a:lnTo>
                    <a:pt x="1304" y="2272"/>
                  </a:lnTo>
                  <a:lnTo>
                    <a:pt x="1343" y="2272"/>
                  </a:lnTo>
                  <a:lnTo>
                    <a:pt x="1324" y="2252"/>
                  </a:lnTo>
                  <a:lnTo>
                    <a:pt x="1304" y="2232"/>
                  </a:lnTo>
                  <a:lnTo>
                    <a:pt x="1363" y="2252"/>
                  </a:lnTo>
                  <a:lnTo>
                    <a:pt x="1304" y="2213"/>
                  </a:lnTo>
                  <a:lnTo>
                    <a:pt x="1225" y="2193"/>
                  </a:lnTo>
                  <a:lnTo>
                    <a:pt x="1185" y="2193"/>
                  </a:lnTo>
                  <a:lnTo>
                    <a:pt x="1205" y="2213"/>
                  </a:lnTo>
                  <a:lnTo>
                    <a:pt x="1205" y="2232"/>
                  </a:lnTo>
                  <a:lnTo>
                    <a:pt x="1146" y="2232"/>
                  </a:lnTo>
                  <a:lnTo>
                    <a:pt x="1087" y="2213"/>
                  </a:lnTo>
                  <a:lnTo>
                    <a:pt x="1126" y="2213"/>
                  </a:lnTo>
                  <a:lnTo>
                    <a:pt x="1067" y="2193"/>
                  </a:lnTo>
                  <a:lnTo>
                    <a:pt x="1047" y="2193"/>
                  </a:lnTo>
                  <a:lnTo>
                    <a:pt x="948" y="2173"/>
                  </a:lnTo>
                  <a:lnTo>
                    <a:pt x="929" y="2134"/>
                  </a:lnTo>
                  <a:lnTo>
                    <a:pt x="1008" y="2153"/>
                  </a:lnTo>
                  <a:lnTo>
                    <a:pt x="1087" y="2193"/>
                  </a:lnTo>
                  <a:lnTo>
                    <a:pt x="1067" y="2173"/>
                  </a:lnTo>
                  <a:lnTo>
                    <a:pt x="1146" y="2193"/>
                  </a:lnTo>
                  <a:lnTo>
                    <a:pt x="1087" y="2153"/>
                  </a:lnTo>
                  <a:lnTo>
                    <a:pt x="988" y="2134"/>
                  </a:lnTo>
                  <a:lnTo>
                    <a:pt x="948" y="2134"/>
                  </a:lnTo>
                  <a:lnTo>
                    <a:pt x="948" y="2114"/>
                  </a:lnTo>
                  <a:lnTo>
                    <a:pt x="988" y="2114"/>
                  </a:lnTo>
                  <a:lnTo>
                    <a:pt x="1008" y="2134"/>
                  </a:lnTo>
                  <a:lnTo>
                    <a:pt x="1027" y="2114"/>
                  </a:lnTo>
                  <a:lnTo>
                    <a:pt x="1008" y="2114"/>
                  </a:lnTo>
                  <a:lnTo>
                    <a:pt x="988" y="2094"/>
                  </a:lnTo>
                  <a:lnTo>
                    <a:pt x="1027" y="2094"/>
                  </a:lnTo>
                  <a:lnTo>
                    <a:pt x="1067" y="2114"/>
                  </a:lnTo>
                  <a:lnTo>
                    <a:pt x="1106" y="2134"/>
                  </a:lnTo>
                  <a:lnTo>
                    <a:pt x="1106" y="2153"/>
                  </a:lnTo>
                  <a:lnTo>
                    <a:pt x="1166" y="2153"/>
                  </a:lnTo>
                  <a:lnTo>
                    <a:pt x="1225" y="2173"/>
                  </a:lnTo>
                  <a:lnTo>
                    <a:pt x="1343" y="2213"/>
                  </a:lnTo>
                  <a:lnTo>
                    <a:pt x="1343" y="2193"/>
                  </a:lnTo>
                  <a:lnTo>
                    <a:pt x="1383" y="2193"/>
                  </a:lnTo>
                  <a:lnTo>
                    <a:pt x="1343" y="2173"/>
                  </a:lnTo>
                  <a:lnTo>
                    <a:pt x="1363" y="2173"/>
                  </a:lnTo>
                  <a:lnTo>
                    <a:pt x="1363" y="2153"/>
                  </a:lnTo>
                  <a:lnTo>
                    <a:pt x="1304" y="2134"/>
                  </a:lnTo>
                  <a:lnTo>
                    <a:pt x="1363" y="2134"/>
                  </a:lnTo>
                  <a:lnTo>
                    <a:pt x="1363" y="2114"/>
                  </a:lnTo>
                  <a:lnTo>
                    <a:pt x="1324" y="2074"/>
                  </a:lnTo>
                  <a:lnTo>
                    <a:pt x="1363" y="2074"/>
                  </a:lnTo>
                  <a:lnTo>
                    <a:pt x="1403" y="2094"/>
                  </a:lnTo>
                  <a:lnTo>
                    <a:pt x="1422" y="2074"/>
                  </a:lnTo>
                  <a:lnTo>
                    <a:pt x="1403" y="2055"/>
                  </a:lnTo>
                  <a:lnTo>
                    <a:pt x="1363" y="2035"/>
                  </a:lnTo>
                  <a:lnTo>
                    <a:pt x="1324" y="1995"/>
                  </a:lnTo>
                  <a:lnTo>
                    <a:pt x="1324" y="1976"/>
                  </a:lnTo>
                  <a:lnTo>
                    <a:pt x="1324" y="1956"/>
                  </a:lnTo>
                  <a:lnTo>
                    <a:pt x="1383" y="1976"/>
                  </a:lnTo>
                  <a:lnTo>
                    <a:pt x="1343" y="1956"/>
                  </a:lnTo>
                  <a:lnTo>
                    <a:pt x="1403" y="1956"/>
                  </a:lnTo>
                  <a:lnTo>
                    <a:pt x="1383" y="1936"/>
                  </a:lnTo>
                  <a:lnTo>
                    <a:pt x="1363" y="1916"/>
                  </a:lnTo>
                  <a:lnTo>
                    <a:pt x="1422" y="1916"/>
                  </a:lnTo>
                  <a:lnTo>
                    <a:pt x="1422" y="1897"/>
                  </a:lnTo>
                  <a:lnTo>
                    <a:pt x="1383" y="1877"/>
                  </a:lnTo>
                  <a:lnTo>
                    <a:pt x="1324" y="1837"/>
                  </a:lnTo>
                  <a:lnTo>
                    <a:pt x="1422" y="1877"/>
                  </a:lnTo>
                  <a:lnTo>
                    <a:pt x="1383" y="1778"/>
                  </a:lnTo>
                  <a:lnTo>
                    <a:pt x="1383" y="1699"/>
                  </a:lnTo>
                  <a:lnTo>
                    <a:pt x="1403" y="1699"/>
                  </a:lnTo>
                  <a:lnTo>
                    <a:pt x="1403" y="1679"/>
                  </a:lnTo>
                  <a:lnTo>
                    <a:pt x="1363" y="1640"/>
                  </a:lnTo>
                  <a:lnTo>
                    <a:pt x="1343" y="1600"/>
                  </a:lnTo>
                  <a:lnTo>
                    <a:pt x="1343" y="1581"/>
                  </a:lnTo>
                  <a:lnTo>
                    <a:pt x="1363" y="1581"/>
                  </a:lnTo>
                  <a:lnTo>
                    <a:pt x="1324" y="1561"/>
                  </a:lnTo>
                  <a:lnTo>
                    <a:pt x="1264" y="1541"/>
                  </a:lnTo>
                  <a:lnTo>
                    <a:pt x="1126" y="1502"/>
                  </a:lnTo>
                  <a:lnTo>
                    <a:pt x="1126" y="1482"/>
                  </a:lnTo>
                  <a:lnTo>
                    <a:pt x="1166" y="1502"/>
                  </a:lnTo>
                  <a:lnTo>
                    <a:pt x="1225" y="1502"/>
                  </a:lnTo>
                  <a:lnTo>
                    <a:pt x="1304" y="1521"/>
                  </a:lnTo>
                  <a:lnTo>
                    <a:pt x="1383" y="1561"/>
                  </a:lnTo>
                  <a:lnTo>
                    <a:pt x="1324" y="1502"/>
                  </a:lnTo>
                  <a:lnTo>
                    <a:pt x="1343" y="1502"/>
                  </a:lnTo>
                  <a:lnTo>
                    <a:pt x="1343" y="148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403" y="1521"/>
                  </a:lnTo>
                  <a:lnTo>
                    <a:pt x="1442" y="1541"/>
                  </a:lnTo>
                  <a:lnTo>
                    <a:pt x="1422" y="1502"/>
                  </a:lnTo>
                  <a:lnTo>
                    <a:pt x="1422" y="1482"/>
                  </a:lnTo>
                  <a:lnTo>
                    <a:pt x="1442" y="1482"/>
                  </a:lnTo>
                  <a:lnTo>
                    <a:pt x="1383" y="1462"/>
                  </a:lnTo>
                  <a:lnTo>
                    <a:pt x="1363" y="1442"/>
                  </a:lnTo>
                  <a:lnTo>
                    <a:pt x="1304" y="1403"/>
                  </a:lnTo>
                  <a:lnTo>
                    <a:pt x="1304" y="1403"/>
                  </a:lnTo>
                  <a:lnTo>
                    <a:pt x="1403" y="1442"/>
                  </a:lnTo>
                  <a:lnTo>
                    <a:pt x="1343" y="1403"/>
                  </a:lnTo>
                  <a:lnTo>
                    <a:pt x="1343" y="1383"/>
                  </a:lnTo>
                  <a:lnTo>
                    <a:pt x="1422" y="1383"/>
                  </a:lnTo>
                  <a:lnTo>
                    <a:pt x="1403" y="1363"/>
                  </a:lnTo>
                  <a:lnTo>
                    <a:pt x="1383" y="1344"/>
                  </a:lnTo>
                  <a:lnTo>
                    <a:pt x="1422" y="1363"/>
                  </a:lnTo>
                  <a:lnTo>
                    <a:pt x="1442" y="1324"/>
                  </a:lnTo>
                  <a:lnTo>
                    <a:pt x="1462" y="1304"/>
                  </a:lnTo>
                  <a:lnTo>
                    <a:pt x="1501" y="1304"/>
                  </a:lnTo>
                  <a:lnTo>
                    <a:pt x="1462" y="1265"/>
                  </a:lnTo>
                  <a:lnTo>
                    <a:pt x="1403" y="1225"/>
                  </a:lnTo>
                  <a:lnTo>
                    <a:pt x="1383" y="1225"/>
                  </a:lnTo>
                  <a:lnTo>
                    <a:pt x="1343" y="1205"/>
                  </a:lnTo>
                  <a:lnTo>
                    <a:pt x="1304" y="1186"/>
                  </a:lnTo>
                  <a:lnTo>
                    <a:pt x="1304" y="1166"/>
                  </a:lnTo>
                  <a:lnTo>
                    <a:pt x="1343" y="1186"/>
                  </a:lnTo>
                  <a:lnTo>
                    <a:pt x="1383" y="1186"/>
                  </a:lnTo>
                  <a:lnTo>
                    <a:pt x="1422" y="1205"/>
                  </a:lnTo>
                  <a:lnTo>
                    <a:pt x="1422" y="1186"/>
                  </a:lnTo>
                  <a:lnTo>
                    <a:pt x="1482" y="1186"/>
                  </a:lnTo>
                  <a:lnTo>
                    <a:pt x="1462" y="1166"/>
                  </a:lnTo>
                  <a:lnTo>
                    <a:pt x="1422" y="1126"/>
                  </a:lnTo>
                  <a:lnTo>
                    <a:pt x="1422" y="1126"/>
                  </a:lnTo>
                  <a:lnTo>
                    <a:pt x="1462" y="1146"/>
                  </a:lnTo>
                  <a:lnTo>
                    <a:pt x="1501" y="1146"/>
                  </a:lnTo>
                  <a:lnTo>
                    <a:pt x="1462" y="1126"/>
                  </a:lnTo>
                  <a:lnTo>
                    <a:pt x="1383" y="1087"/>
                  </a:lnTo>
                  <a:lnTo>
                    <a:pt x="1403" y="1087"/>
                  </a:lnTo>
                  <a:lnTo>
                    <a:pt x="1383" y="1067"/>
                  </a:lnTo>
                  <a:lnTo>
                    <a:pt x="1383" y="1067"/>
                  </a:lnTo>
                  <a:lnTo>
                    <a:pt x="1462" y="1107"/>
                  </a:lnTo>
                  <a:lnTo>
                    <a:pt x="1422" y="1067"/>
                  </a:lnTo>
                  <a:lnTo>
                    <a:pt x="1363" y="1047"/>
                  </a:lnTo>
                  <a:lnTo>
                    <a:pt x="1403" y="1047"/>
                  </a:lnTo>
                  <a:lnTo>
                    <a:pt x="1343" y="1008"/>
                  </a:lnTo>
                  <a:lnTo>
                    <a:pt x="1284" y="968"/>
                  </a:lnTo>
                  <a:lnTo>
                    <a:pt x="1343" y="968"/>
                  </a:lnTo>
                  <a:lnTo>
                    <a:pt x="1442" y="988"/>
                  </a:lnTo>
                  <a:lnTo>
                    <a:pt x="1422" y="1008"/>
                  </a:lnTo>
                  <a:lnTo>
                    <a:pt x="1403" y="1008"/>
                  </a:lnTo>
                  <a:lnTo>
                    <a:pt x="1482" y="1028"/>
                  </a:lnTo>
                  <a:lnTo>
                    <a:pt x="1521" y="1008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501" y="929"/>
                  </a:lnTo>
                  <a:lnTo>
                    <a:pt x="1521" y="909"/>
                  </a:lnTo>
                  <a:lnTo>
                    <a:pt x="1501" y="889"/>
                  </a:lnTo>
                  <a:lnTo>
                    <a:pt x="1561" y="870"/>
                  </a:lnTo>
                  <a:lnTo>
                    <a:pt x="1561" y="830"/>
                  </a:lnTo>
                  <a:lnTo>
                    <a:pt x="1580" y="810"/>
                  </a:lnTo>
                  <a:lnTo>
                    <a:pt x="1561" y="791"/>
                  </a:lnTo>
                  <a:lnTo>
                    <a:pt x="1541" y="751"/>
                  </a:lnTo>
                  <a:lnTo>
                    <a:pt x="1541" y="751"/>
                  </a:lnTo>
                  <a:lnTo>
                    <a:pt x="1580" y="771"/>
                  </a:lnTo>
                  <a:lnTo>
                    <a:pt x="1580" y="771"/>
                  </a:lnTo>
                  <a:lnTo>
                    <a:pt x="1501" y="712"/>
                  </a:lnTo>
                  <a:lnTo>
                    <a:pt x="1482" y="672"/>
                  </a:lnTo>
                  <a:lnTo>
                    <a:pt x="1442" y="633"/>
                  </a:lnTo>
                  <a:lnTo>
                    <a:pt x="1343" y="573"/>
                  </a:lnTo>
                  <a:lnTo>
                    <a:pt x="1403" y="593"/>
                  </a:lnTo>
                  <a:lnTo>
                    <a:pt x="1462" y="613"/>
                  </a:lnTo>
                  <a:lnTo>
                    <a:pt x="1422" y="573"/>
                  </a:lnTo>
                  <a:lnTo>
                    <a:pt x="1442" y="573"/>
                  </a:lnTo>
                  <a:lnTo>
                    <a:pt x="1482" y="593"/>
                  </a:lnTo>
                  <a:lnTo>
                    <a:pt x="1501" y="593"/>
                  </a:lnTo>
                  <a:lnTo>
                    <a:pt x="1482" y="573"/>
                  </a:lnTo>
                  <a:lnTo>
                    <a:pt x="1501" y="573"/>
                  </a:lnTo>
                  <a:lnTo>
                    <a:pt x="1422" y="534"/>
                  </a:lnTo>
                  <a:lnTo>
                    <a:pt x="1383" y="494"/>
                  </a:lnTo>
                  <a:lnTo>
                    <a:pt x="1363" y="494"/>
                  </a:lnTo>
                  <a:lnTo>
                    <a:pt x="1324" y="475"/>
                  </a:lnTo>
                  <a:lnTo>
                    <a:pt x="1343" y="475"/>
                  </a:lnTo>
                  <a:lnTo>
                    <a:pt x="1304" y="415"/>
                  </a:lnTo>
                  <a:lnTo>
                    <a:pt x="1304" y="356"/>
                  </a:lnTo>
                  <a:lnTo>
                    <a:pt x="1324" y="297"/>
                  </a:lnTo>
                  <a:lnTo>
                    <a:pt x="1363" y="257"/>
                  </a:lnTo>
                  <a:lnTo>
                    <a:pt x="1403" y="277"/>
                  </a:lnTo>
                  <a:lnTo>
                    <a:pt x="1383" y="257"/>
                  </a:lnTo>
                  <a:lnTo>
                    <a:pt x="1403" y="257"/>
                  </a:lnTo>
                  <a:lnTo>
                    <a:pt x="1422" y="238"/>
                  </a:lnTo>
                  <a:lnTo>
                    <a:pt x="1422" y="218"/>
                  </a:lnTo>
                  <a:lnTo>
                    <a:pt x="1521" y="218"/>
                  </a:lnTo>
                  <a:lnTo>
                    <a:pt x="1541" y="198"/>
                  </a:lnTo>
                  <a:lnTo>
                    <a:pt x="1521" y="178"/>
                  </a:lnTo>
                  <a:lnTo>
                    <a:pt x="1521" y="178"/>
                  </a:lnTo>
                  <a:lnTo>
                    <a:pt x="1600" y="198"/>
                  </a:lnTo>
                  <a:lnTo>
                    <a:pt x="1659" y="218"/>
                  </a:lnTo>
                  <a:lnTo>
                    <a:pt x="1640" y="178"/>
                  </a:lnTo>
                  <a:lnTo>
                    <a:pt x="1600" y="159"/>
                  </a:lnTo>
                  <a:lnTo>
                    <a:pt x="1580" y="178"/>
                  </a:lnTo>
                  <a:lnTo>
                    <a:pt x="1541" y="139"/>
                  </a:lnTo>
                  <a:lnTo>
                    <a:pt x="1521" y="119"/>
                  </a:lnTo>
                  <a:lnTo>
                    <a:pt x="1383" y="80"/>
                  </a:lnTo>
                  <a:lnTo>
                    <a:pt x="1205" y="20"/>
                  </a:lnTo>
                  <a:lnTo>
                    <a:pt x="1205" y="40"/>
                  </a:lnTo>
                  <a:lnTo>
                    <a:pt x="1146" y="20"/>
                  </a:lnTo>
                  <a:lnTo>
                    <a:pt x="1106" y="1"/>
                  </a:lnTo>
                  <a:close/>
                  <a:moveTo>
                    <a:pt x="1027" y="3102"/>
                  </a:moveTo>
                  <a:lnTo>
                    <a:pt x="1106" y="3121"/>
                  </a:lnTo>
                  <a:lnTo>
                    <a:pt x="1067" y="31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15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15"/>
            <p:cNvSpPr/>
            <p:nvPr/>
          </p:nvSpPr>
          <p:spPr>
            <a:xfrm>
              <a:off x="-1617800" y="35178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0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15"/>
            <p:cNvSpPr/>
            <p:nvPr/>
          </p:nvSpPr>
          <p:spPr>
            <a:xfrm>
              <a:off x="-1614850" y="35568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15"/>
            <p:cNvSpPr/>
            <p:nvPr/>
          </p:nvSpPr>
          <p:spPr>
            <a:xfrm>
              <a:off x="-1530900" y="3470425"/>
              <a:ext cx="42000" cy="38550"/>
            </a:xfrm>
            <a:custGeom>
              <a:rect b="b" l="l" r="r" t="t"/>
              <a:pathLst>
                <a:path extrusionOk="0" h="1542" w="1680">
                  <a:moveTo>
                    <a:pt x="218" y="1245"/>
                  </a:moveTo>
                  <a:lnTo>
                    <a:pt x="218" y="1245"/>
                  </a:lnTo>
                  <a:lnTo>
                    <a:pt x="218" y="1245"/>
                  </a:lnTo>
                  <a:close/>
                  <a:moveTo>
                    <a:pt x="1344" y="1265"/>
                  </a:moveTo>
                  <a:lnTo>
                    <a:pt x="1344" y="1285"/>
                  </a:lnTo>
                  <a:lnTo>
                    <a:pt x="1354" y="1265"/>
                  </a:lnTo>
                  <a:close/>
                  <a:moveTo>
                    <a:pt x="310" y="1265"/>
                  </a:moveTo>
                  <a:lnTo>
                    <a:pt x="300" y="1296"/>
                  </a:lnTo>
                  <a:lnTo>
                    <a:pt x="310" y="1265"/>
                  </a:lnTo>
                  <a:close/>
                  <a:moveTo>
                    <a:pt x="1304" y="1314"/>
                  </a:moveTo>
                  <a:lnTo>
                    <a:pt x="1284" y="1344"/>
                  </a:lnTo>
                  <a:lnTo>
                    <a:pt x="1304" y="1324"/>
                  </a:lnTo>
                  <a:lnTo>
                    <a:pt x="1304" y="1314"/>
                  </a:lnTo>
                  <a:close/>
                  <a:moveTo>
                    <a:pt x="1284" y="1344"/>
                  </a:moveTo>
                  <a:lnTo>
                    <a:pt x="1284" y="1344"/>
                  </a:lnTo>
                  <a:lnTo>
                    <a:pt x="1284" y="1344"/>
                  </a:lnTo>
                  <a:close/>
                  <a:moveTo>
                    <a:pt x="1585" y="1348"/>
                  </a:moveTo>
                  <a:lnTo>
                    <a:pt x="1574" y="1364"/>
                  </a:lnTo>
                  <a:lnTo>
                    <a:pt x="1581" y="1364"/>
                  </a:lnTo>
                  <a:lnTo>
                    <a:pt x="1585" y="1348"/>
                  </a:lnTo>
                  <a:close/>
                  <a:moveTo>
                    <a:pt x="376" y="1265"/>
                  </a:moveTo>
                  <a:lnTo>
                    <a:pt x="336" y="1344"/>
                  </a:lnTo>
                  <a:lnTo>
                    <a:pt x="336" y="1364"/>
                  </a:lnTo>
                  <a:lnTo>
                    <a:pt x="336" y="1384"/>
                  </a:lnTo>
                  <a:lnTo>
                    <a:pt x="356" y="1324"/>
                  </a:lnTo>
                  <a:lnTo>
                    <a:pt x="376" y="1265"/>
                  </a:lnTo>
                  <a:close/>
                  <a:moveTo>
                    <a:pt x="1561" y="1344"/>
                  </a:moveTo>
                  <a:lnTo>
                    <a:pt x="1541" y="1364"/>
                  </a:lnTo>
                  <a:lnTo>
                    <a:pt x="1561" y="1384"/>
                  </a:lnTo>
                  <a:lnTo>
                    <a:pt x="1574" y="1364"/>
                  </a:lnTo>
                  <a:lnTo>
                    <a:pt x="1561" y="1364"/>
                  </a:lnTo>
                  <a:lnTo>
                    <a:pt x="1561" y="1344"/>
                  </a:lnTo>
                  <a:close/>
                  <a:moveTo>
                    <a:pt x="1092" y="1377"/>
                  </a:moveTo>
                  <a:lnTo>
                    <a:pt x="1087" y="1384"/>
                  </a:lnTo>
                  <a:lnTo>
                    <a:pt x="1084" y="1398"/>
                  </a:lnTo>
                  <a:lnTo>
                    <a:pt x="1092" y="1377"/>
                  </a:lnTo>
                  <a:close/>
                  <a:moveTo>
                    <a:pt x="1660" y="1384"/>
                  </a:moveTo>
                  <a:lnTo>
                    <a:pt x="1660" y="1423"/>
                  </a:lnTo>
                  <a:lnTo>
                    <a:pt x="1660" y="1443"/>
                  </a:lnTo>
                  <a:lnTo>
                    <a:pt x="1679" y="1423"/>
                  </a:lnTo>
                  <a:lnTo>
                    <a:pt x="1679" y="1403"/>
                  </a:lnTo>
                  <a:lnTo>
                    <a:pt x="1660" y="1384"/>
                  </a:lnTo>
                  <a:close/>
                  <a:moveTo>
                    <a:pt x="1304" y="1344"/>
                  </a:moveTo>
                  <a:lnTo>
                    <a:pt x="1304" y="1364"/>
                  </a:lnTo>
                  <a:lnTo>
                    <a:pt x="1284" y="1364"/>
                  </a:lnTo>
                  <a:lnTo>
                    <a:pt x="1284" y="1344"/>
                  </a:lnTo>
                  <a:lnTo>
                    <a:pt x="1265" y="1384"/>
                  </a:lnTo>
                  <a:lnTo>
                    <a:pt x="1265" y="1463"/>
                  </a:lnTo>
                  <a:lnTo>
                    <a:pt x="1284" y="1463"/>
                  </a:lnTo>
                  <a:lnTo>
                    <a:pt x="1284" y="1443"/>
                  </a:lnTo>
                  <a:lnTo>
                    <a:pt x="1304" y="1423"/>
                  </a:lnTo>
                  <a:lnTo>
                    <a:pt x="1304" y="1443"/>
                  </a:lnTo>
                  <a:lnTo>
                    <a:pt x="1324" y="1344"/>
                  </a:lnTo>
                  <a:close/>
                  <a:moveTo>
                    <a:pt x="1084" y="1398"/>
                  </a:moveTo>
                  <a:lnTo>
                    <a:pt x="1067" y="1443"/>
                  </a:lnTo>
                  <a:lnTo>
                    <a:pt x="1067" y="1463"/>
                  </a:lnTo>
                  <a:lnTo>
                    <a:pt x="1067" y="1482"/>
                  </a:lnTo>
                  <a:lnTo>
                    <a:pt x="1084" y="1398"/>
                  </a:lnTo>
                  <a:close/>
                  <a:moveTo>
                    <a:pt x="119" y="1"/>
                  </a:moveTo>
                  <a:lnTo>
                    <a:pt x="99" y="40"/>
                  </a:lnTo>
                  <a:lnTo>
                    <a:pt x="99" y="80"/>
                  </a:lnTo>
                  <a:lnTo>
                    <a:pt x="80" y="119"/>
                  </a:lnTo>
                  <a:lnTo>
                    <a:pt x="60" y="139"/>
                  </a:lnTo>
                  <a:lnTo>
                    <a:pt x="40" y="297"/>
                  </a:lnTo>
                  <a:lnTo>
                    <a:pt x="20" y="475"/>
                  </a:lnTo>
                  <a:lnTo>
                    <a:pt x="20" y="534"/>
                  </a:lnTo>
                  <a:lnTo>
                    <a:pt x="1" y="594"/>
                  </a:lnTo>
                  <a:lnTo>
                    <a:pt x="20" y="613"/>
                  </a:lnTo>
                  <a:lnTo>
                    <a:pt x="20" y="574"/>
                  </a:lnTo>
                  <a:lnTo>
                    <a:pt x="40" y="594"/>
                  </a:lnTo>
                  <a:lnTo>
                    <a:pt x="40" y="633"/>
                  </a:lnTo>
                  <a:lnTo>
                    <a:pt x="60" y="594"/>
                  </a:lnTo>
                  <a:lnTo>
                    <a:pt x="40" y="653"/>
                  </a:lnTo>
                  <a:lnTo>
                    <a:pt x="20" y="732"/>
                  </a:lnTo>
                  <a:lnTo>
                    <a:pt x="40" y="752"/>
                  </a:lnTo>
                  <a:lnTo>
                    <a:pt x="40" y="732"/>
                  </a:lnTo>
                  <a:lnTo>
                    <a:pt x="60" y="712"/>
                  </a:lnTo>
                  <a:lnTo>
                    <a:pt x="60" y="752"/>
                  </a:lnTo>
                  <a:lnTo>
                    <a:pt x="60" y="791"/>
                  </a:lnTo>
                  <a:lnTo>
                    <a:pt x="60" y="811"/>
                  </a:lnTo>
                  <a:lnTo>
                    <a:pt x="60" y="850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99" y="712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80" y="831"/>
                  </a:lnTo>
                  <a:lnTo>
                    <a:pt x="80" y="870"/>
                  </a:lnTo>
                  <a:lnTo>
                    <a:pt x="99" y="870"/>
                  </a:lnTo>
                  <a:lnTo>
                    <a:pt x="99" y="890"/>
                  </a:lnTo>
                  <a:lnTo>
                    <a:pt x="80" y="910"/>
                  </a:lnTo>
                  <a:lnTo>
                    <a:pt x="80" y="989"/>
                  </a:lnTo>
                  <a:lnTo>
                    <a:pt x="99" y="969"/>
                  </a:lnTo>
                  <a:lnTo>
                    <a:pt x="119" y="929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9" y="949"/>
                  </a:lnTo>
                  <a:lnTo>
                    <a:pt x="139" y="969"/>
                  </a:lnTo>
                  <a:lnTo>
                    <a:pt x="139" y="1028"/>
                  </a:lnTo>
                  <a:lnTo>
                    <a:pt x="139" y="1048"/>
                  </a:lnTo>
                  <a:lnTo>
                    <a:pt x="159" y="1048"/>
                  </a:lnTo>
                  <a:lnTo>
                    <a:pt x="178" y="1008"/>
                  </a:lnTo>
                  <a:lnTo>
                    <a:pt x="178" y="1068"/>
                  </a:lnTo>
                  <a:lnTo>
                    <a:pt x="198" y="949"/>
                  </a:lnTo>
                  <a:lnTo>
                    <a:pt x="218" y="910"/>
                  </a:lnTo>
                  <a:lnTo>
                    <a:pt x="238" y="870"/>
                  </a:lnTo>
                  <a:lnTo>
                    <a:pt x="238" y="929"/>
                  </a:lnTo>
                  <a:lnTo>
                    <a:pt x="218" y="989"/>
                  </a:lnTo>
                  <a:lnTo>
                    <a:pt x="198" y="1107"/>
                  </a:lnTo>
                  <a:lnTo>
                    <a:pt x="218" y="1107"/>
                  </a:lnTo>
                  <a:lnTo>
                    <a:pt x="218" y="1147"/>
                  </a:lnTo>
                  <a:lnTo>
                    <a:pt x="198" y="1186"/>
                  </a:lnTo>
                  <a:lnTo>
                    <a:pt x="218" y="1226"/>
                  </a:lnTo>
                  <a:lnTo>
                    <a:pt x="218" y="1245"/>
                  </a:lnTo>
                  <a:lnTo>
                    <a:pt x="238" y="1186"/>
                  </a:lnTo>
                  <a:lnTo>
                    <a:pt x="238" y="1206"/>
                  </a:lnTo>
                  <a:lnTo>
                    <a:pt x="238" y="1265"/>
                  </a:lnTo>
                  <a:lnTo>
                    <a:pt x="257" y="1245"/>
                  </a:lnTo>
                  <a:lnTo>
                    <a:pt x="257" y="1265"/>
                  </a:lnTo>
                  <a:lnTo>
                    <a:pt x="277" y="1245"/>
                  </a:lnTo>
                  <a:lnTo>
                    <a:pt x="297" y="1206"/>
                  </a:lnTo>
                  <a:lnTo>
                    <a:pt x="317" y="1245"/>
                  </a:lnTo>
                  <a:lnTo>
                    <a:pt x="310" y="1265"/>
                  </a:lnTo>
                  <a:lnTo>
                    <a:pt x="356" y="1127"/>
                  </a:lnTo>
                  <a:lnTo>
                    <a:pt x="356" y="1186"/>
                  </a:lnTo>
                  <a:lnTo>
                    <a:pt x="336" y="1285"/>
                  </a:lnTo>
                  <a:lnTo>
                    <a:pt x="336" y="1265"/>
                  </a:lnTo>
                  <a:lnTo>
                    <a:pt x="317" y="1305"/>
                  </a:lnTo>
                  <a:lnTo>
                    <a:pt x="317" y="1324"/>
                  </a:lnTo>
                  <a:lnTo>
                    <a:pt x="336" y="1305"/>
                  </a:lnTo>
                  <a:lnTo>
                    <a:pt x="356" y="1265"/>
                  </a:lnTo>
                  <a:lnTo>
                    <a:pt x="376" y="1226"/>
                  </a:lnTo>
                  <a:lnTo>
                    <a:pt x="396" y="1186"/>
                  </a:lnTo>
                  <a:lnTo>
                    <a:pt x="435" y="1087"/>
                  </a:lnTo>
                  <a:lnTo>
                    <a:pt x="435" y="1147"/>
                  </a:lnTo>
                  <a:lnTo>
                    <a:pt x="415" y="1265"/>
                  </a:lnTo>
                  <a:lnTo>
                    <a:pt x="415" y="1344"/>
                  </a:lnTo>
                  <a:lnTo>
                    <a:pt x="435" y="1285"/>
                  </a:lnTo>
                  <a:lnTo>
                    <a:pt x="455" y="1226"/>
                  </a:lnTo>
                  <a:lnTo>
                    <a:pt x="455" y="1305"/>
                  </a:lnTo>
                  <a:lnTo>
                    <a:pt x="475" y="1324"/>
                  </a:lnTo>
                  <a:lnTo>
                    <a:pt x="475" y="1364"/>
                  </a:lnTo>
                  <a:lnTo>
                    <a:pt x="494" y="1384"/>
                  </a:lnTo>
                  <a:lnTo>
                    <a:pt x="514" y="1384"/>
                  </a:lnTo>
                  <a:lnTo>
                    <a:pt x="514" y="1285"/>
                  </a:lnTo>
                  <a:lnTo>
                    <a:pt x="494" y="1364"/>
                  </a:lnTo>
                  <a:lnTo>
                    <a:pt x="514" y="1245"/>
                  </a:lnTo>
                  <a:lnTo>
                    <a:pt x="554" y="1147"/>
                  </a:lnTo>
                  <a:lnTo>
                    <a:pt x="554" y="1166"/>
                  </a:lnTo>
                  <a:lnTo>
                    <a:pt x="554" y="1206"/>
                  </a:lnTo>
                  <a:lnTo>
                    <a:pt x="573" y="1166"/>
                  </a:lnTo>
                  <a:lnTo>
                    <a:pt x="573" y="1127"/>
                  </a:lnTo>
                  <a:lnTo>
                    <a:pt x="593" y="1107"/>
                  </a:lnTo>
                  <a:lnTo>
                    <a:pt x="593" y="1147"/>
                  </a:lnTo>
                  <a:lnTo>
                    <a:pt x="573" y="1206"/>
                  </a:lnTo>
                  <a:lnTo>
                    <a:pt x="593" y="1186"/>
                  </a:lnTo>
                  <a:lnTo>
                    <a:pt x="573" y="1265"/>
                  </a:lnTo>
                  <a:lnTo>
                    <a:pt x="573" y="1305"/>
                  </a:lnTo>
                  <a:lnTo>
                    <a:pt x="554" y="1364"/>
                  </a:lnTo>
                  <a:lnTo>
                    <a:pt x="573" y="1344"/>
                  </a:lnTo>
                  <a:lnTo>
                    <a:pt x="573" y="1344"/>
                  </a:lnTo>
                  <a:lnTo>
                    <a:pt x="554" y="1423"/>
                  </a:lnTo>
                  <a:lnTo>
                    <a:pt x="554" y="1443"/>
                  </a:lnTo>
                  <a:lnTo>
                    <a:pt x="573" y="1423"/>
                  </a:lnTo>
                  <a:lnTo>
                    <a:pt x="573" y="1443"/>
                  </a:lnTo>
                  <a:lnTo>
                    <a:pt x="593" y="1384"/>
                  </a:lnTo>
                  <a:lnTo>
                    <a:pt x="613" y="1443"/>
                  </a:lnTo>
                  <a:lnTo>
                    <a:pt x="633" y="1463"/>
                  </a:lnTo>
                  <a:lnTo>
                    <a:pt x="633" y="1403"/>
                  </a:lnTo>
                  <a:lnTo>
                    <a:pt x="652" y="1384"/>
                  </a:lnTo>
                  <a:lnTo>
                    <a:pt x="652" y="1403"/>
                  </a:lnTo>
                  <a:lnTo>
                    <a:pt x="652" y="1443"/>
                  </a:lnTo>
                  <a:lnTo>
                    <a:pt x="652" y="1463"/>
                  </a:lnTo>
                  <a:lnTo>
                    <a:pt x="692" y="1423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712" y="1384"/>
                  </a:lnTo>
                  <a:lnTo>
                    <a:pt x="751" y="1305"/>
                  </a:lnTo>
                  <a:lnTo>
                    <a:pt x="731" y="1364"/>
                  </a:lnTo>
                  <a:lnTo>
                    <a:pt x="731" y="1403"/>
                  </a:lnTo>
                  <a:lnTo>
                    <a:pt x="751" y="1403"/>
                  </a:lnTo>
                  <a:lnTo>
                    <a:pt x="751" y="1423"/>
                  </a:lnTo>
                  <a:lnTo>
                    <a:pt x="830" y="1226"/>
                  </a:lnTo>
                  <a:lnTo>
                    <a:pt x="870" y="1127"/>
                  </a:lnTo>
                  <a:lnTo>
                    <a:pt x="889" y="1008"/>
                  </a:lnTo>
                  <a:lnTo>
                    <a:pt x="889" y="1068"/>
                  </a:lnTo>
                  <a:lnTo>
                    <a:pt x="909" y="1107"/>
                  </a:lnTo>
                  <a:lnTo>
                    <a:pt x="889" y="1186"/>
                  </a:lnTo>
                  <a:lnTo>
                    <a:pt x="889" y="1206"/>
                  </a:lnTo>
                  <a:lnTo>
                    <a:pt x="870" y="1245"/>
                  </a:lnTo>
                  <a:lnTo>
                    <a:pt x="870" y="1324"/>
                  </a:lnTo>
                  <a:lnTo>
                    <a:pt x="850" y="1384"/>
                  </a:lnTo>
                  <a:lnTo>
                    <a:pt x="850" y="1324"/>
                  </a:lnTo>
                  <a:lnTo>
                    <a:pt x="830" y="1364"/>
                  </a:lnTo>
                  <a:lnTo>
                    <a:pt x="830" y="1403"/>
                  </a:lnTo>
                  <a:lnTo>
                    <a:pt x="810" y="1502"/>
                  </a:lnTo>
                  <a:lnTo>
                    <a:pt x="830" y="1482"/>
                  </a:lnTo>
                  <a:lnTo>
                    <a:pt x="830" y="1463"/>
                  </a:lnTo>
                  <a:lnTo>
                    <a:pt x="850" y="1502"/>
                  </a:lnTo>
                  <a:lnTo>
                    <a:pt x="850" y="1482"/>
                  </a:lnTo>
                  <a:lnTo>
                    <a:pt x="870" y="1463"/>
                  </a:lnTo>
                  <a:lnTo>
                    <a:pt x="870" y="1482"/>
                  </a:lnTo>
                  <a:lnTo>
                    <a:pt x="889" y="1403"/>
                  </a:lnTo>
                  <a:lnTo>
                    <a:pt x="909" y="1403"/>
                  </a:lnTo>
                  <a:lnTo>
                    <a:pt x="909" y="1423"/>
                  </a:lnTo>
                  <a:lnTo>
                    <a:pt x="889" y="1482"/>
                  </a:lnTo>
                  <a:lnTo>
                    <a:pt x="909" y="1443"/>
                  </a:lnTo>
                  <a:lnTo>
                    <a:pt x="929" y="1443"/>
                  </a:lnTo>
                  <a:lnTo>
                    <a:pt x="949" y="1364"/>
                  </a:lnTo>
                  <a:lnTo>
                    <a:pt x="968" y="1265"/>
                  </a:lnTo>
                  <a:lnTo>
                    <a:pt x="988" y="1245"/>
                  </a:lnTo>
                  <a:lnTo>
                    <a:pt x="1008" y="1245"/>
                  </a:lnTo>
                  <a:lnTo>
                    <a:pt x="988" y="1285"/>
                  </a:lnTo>
                  <a:lnTo>
                    <a:pt x="968" y="1305"/>
                  </a:lnTo>
                  <a:lnTo>
                    <a:pt x="1008" y="1285"/>
                  </a:lnTo>
                  <a:lnTo>
                    <a:pt x="1008" y="1324"/>
                  </a:lnTo>
                  <a:lnTo>
                    <a:pt x="988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1028" y="1285"/>
                  </a:lnTo>
                  <a:lnTo>
                    <a:pt x="1047" y="1305"/>
                  </a:lnTo>
                  <a:lnTo>
                    <a:pt x="1047" y="1324"/>
                  </a:lnTo>
                  <a:lnTo>
                    <a:pt x="1047" y="1403"/>
                  </a:lnTo>
                  <a:lnTo>
                    <a:pt x="1047" y="1463"/>
                  </a:lnTo>
                  <a:lnTo>
                    <a:pt x="1067" y="1384"/>
                  </a:lnTo>
                  <a:lnTo>
                    <a:pt x="1107" y="1305"/>
                  </a:lnTo>
                  <a:lnTo>
                    <a:pt x="1087" y="1324"/>
                  </a:lnTo>
                  <a:lnTo>
                    <a:pt x="1087" y="1305"/>
                  </a:lnTo>
                  <a:lnTo>
                    <a:pt x="1087" y="1265"/>
                  </a:lnTo>
                  <a:lnTo>
                    <a:pt x="1107" y="1226"/>
                  </a:lnTo>
                  <a:lnTo>
                    <a:pt x="1126" y="1186"/>
                  </a:lnTo>
                  <a:lnTo>
                    <a:pt x="1126" y="1206"/>
                  </a:lnTo>
                  <a:lnTo>
                    <a:pt x="1126" y="1226"/>
                  </a:lnTo>
                  <a:lnTo>
                    <a:pt x="1126" y="1285"/>
                  </a:lnTo>
                  <a:lnTo>
                    <a:pt x="1092" y="1377"/>
                  </a:lnTo>
                  <a:lnTo>
                    <a:pt x="1146" y="1305"/>
                  </a:lnTo>
                  <a:lnTo>
                    <a:pt x="1186" y="1245"/>
                  </a:lnTo>
                  <a:lnTo>
                    <a:pt x="1166" y="1305"/>
                  </a:lnTo>
                  <a:lnTo>
                    <a:pt x="1146" y="1364"/>
                  </a:lnTo>
                  <a:lnTo>
                    <a:pt x="1126" y="1403"/>
                  </a:lnTo>
                  <a:lnTo>
                    <a:pt x="1107" y="1482"/>
                  </a:lnTo>
                  <a:lnTo>
                    <a:pt x="1126" y="1443"/>
                  </a:lnTo>
                  <a:lnTo>
                    <a:pt x="1146" y="1423"/>
                  </a:lnTo>
                  <a:lnTo>
                    <a:pt x="1146" y="1463"/>
                  </a:lnTo>
                  <a:lnTo>
                    <a:pt x="1186" y="1443"/>
                  </a:lnTo>
                  <a:lnTo>
                    <a:pt x="1186" y="1403"/>
                  </a:lnTo>
                  <a:lnTo>
                    <a:pt x="1186" y="1384"/>
                  </a:lnTo>
                  <a:lnTo>
                    <a:pt x="1205" y="1403"/>
                  </a:lnTo>
                  <a:lnTo>
                    <a:pt x="1225" y="1384"/>
                  </a:lnTo>
                  <a:lnTo>
                    <a:pt x="1245" y="1403"/>
                  </a:lnTo>
                  <a:lnTo>
                    <a:pt x="1245" y="1384"/>
                  </a:lnTo>
                  <a:lnTo>
                    <a:pt x="1265" y="1364"/>
                  </a:lnTo>
                  <a:lnTo>
                    <a:pt x="1245" y="1364"/>
                  </a:lnTo>
                  <a:lnTo>
                    <a:pt x="1245" y="1344"/>
                  </a:lnTo>
                  <a:lnTo>
                    <a:pt x="1245" y="1285"/>
                  </a:lnTo>
                  <a:lnTo>
                    <a:pt x="1284" y="1245"/>
                  </a:lnTo>
                  <a:lnTo>
                    <a:pt x="1304" y="1226"/>
                  </a:lnTo>
                  <a:lnTo>
                    <a:pt x="1304" y="1206"/>
                  </a:lnTo>
                  <a:lnTo>
                    <a:pt x="1324" y="1186"/>
                  </a:lnTo>
                  <a:lnTo>
                    <a:pt x="1344" y="1186"/>
                  </a:lnTo>
                  <a:lnTo>
                    <a:pt x="1344" y="1226"/>
                  </a:lnTo>
                  <a:lnTo>
                    <a:pt x="1324" y="1245"/>
                  </a:lnTo>
                  <a:lnTo>
                    <a:pt x="1304" y="1305"/>
                  </a:lnTo>
                  <a:lnTo>
                    <a:pt x="1304" y="1314"/>
                  </a:lnTo>
                  <a:lnTo>
                    <a:pt x="1324" y="1285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54" y="1265"/>
                  </a:lnTo>
                  <a:lnTo>
                    <a:pt x="1363" y="1265"/>
                  </a:lnTo>
                  <a:lnTo>
                    <a:pt x="1344" y="1305"/>
                  </a:lnTo>
                  <a:lnTo>
                    <a:pt x="1324" y="1384"/>
                  </a:lnTo>
                  <a:lnTo>
                    <a:pt x="1363" y="1305"/>
                  </a:lnTo>
                  <a:lnTo>
                    <a:pt x="1344" y="1364"/>
                  </a:lnTo>
                  <a:lnTo>
                    <a:pt x="1363" y="1324"/>
                  </a:lnTo>
                  <a:lnTo>
                    <a:pt x="1383" y="1305"/>
                  </a:lnTo>
                  <a:lnTo>
                    <a:pt x="1383" y="1305"/>
                  </a:lnTo>
                  <a:lnTo>
                    <a:pt x="1363" y="1344"/>
                  </a:lnTo>
                  <a:lnTo>
                    <a:pt x="1383" y="1344"/>
                  </a:lnTo>
                  <a:lnTo>
                    <a:pt x="1403" y="1285"/>
                  </a:lnTo>
                  <a:lnTo>
                    <a:pt x="1403" y="1226"/>
                  </a:lnTo>
                  <a:lnTo>
                    <a:pt x="1423" y="1166"/>
                  </a:lnTo>
                  <a:lnTo>
                    <a:pt x="1462" y="1166"/>
                  </a:lnTo>
                  <a:lnTo>
                    <a:pt x="1462" y="1226"/>
                  </a:lnTo>
                  <a:lnTo>
                    <a:pt x="1482" y="1166"/>
                  </a:lnTo>
                  <a:lnTo>
                    <a:pt x="1482" y="1206"/>
                  </a:lnTo>
                  <a:lnTo>
                    <a:pt x="1482" y="1245"/>
                  </a:lnTo>
                  <a:lnTo>
                    <a:pt x="1462" y="1245"/>
                  </a:lnTo>
                  <a:lnTo>
                    <a:pt x="1462" y="1265"/>
                  </a:lnTo>
                  <a:lnTo>
                    <a:pt x="1442" y="1324"/>
                  </a:lnTo>
                  <a:lnTo>
                    <a:pt x="1442" y="1364"/>
                  </a:lnTo>
                  <a:lnTo>
                    <a:pt x="1462" y="1285"/>
                  </a:lnTo>
                  <a:lnTo>
                    <a:pt x="1462" y="1305"/>
                  </a:lnTo>
                  <a:lnTo>
                    <a:pt x="1462" y="1364"/>
                  </a:lnTo>
                  <a:lnTo>
                    <a:pt x="1475" y="1338"/>
                  </a:lnTo>
                  <a:lnTo>
                    <a:pt x="1475" y="1338"/>
                  </a:lnTo>
                  <a:lnTo>
                    <a:pt x="1462" y="1403"/>
                  </a:lnTo>
                  <a:lnTo>
                    <a:pt x="1482" y="1423"/>
                  </a:lnTo>
                  <a:lnTo>
                    <a:pt x="1482" y="1384"/>
                  </a:lnTo>
                  <a:lnTo>
                    <a:pt x="1482" y="1344"/>
                  </a:lnTo>
                  <a:lnTo>
                    <a:pt x="1502" y="1344"/>
                  </a:lnTo>
                  <a:lnTo>
                    <a:pt x="1502" y="1364"/>
                  </a:lnTo>
                  <a:lnTo>
                    <a:pt x="1521" y="1364"/>
                  </a:lnTo>
                  <a:lnTo>
                    <a:pt x="1521" y="1384"/>
                  </a:lnTo>
                  <a:lnTo>
                    <a:pt x="1541" y="1324"/>
                  </a:lnTo>
                  <a:lnTo>
                    <a:pt x="1521" y="1324"/>
                  </a:lnTo>
                  <a:lnTo>
                    <a:pt x="1521" y="1305"/>
                  </a:lnTo>
                  <a:lnTo>
                    <a:pt x="1541" y="1285"/>
                  </a:lnTo>
                  <a:lnTo>
                    <a:pt x="1561" y="1265"/>
                  </a:lnTo>
                  <a:lnTo>
                    <a:pt x="1581" y="1265"/>
                  </a:lnTo>
                  <a:lnTo>
                    <a:pt x="1600" y="1226"/>
                  </a:lnTo>
                  <a:lnTo>
                    <a:pt x="1600" y="1285"/>
                  </a:lnTo>
                  <a:lnTo>
                    <a:pt x="1585" y="1348"/>
                  </a:lnTo>
                  <a:lnTo>
                    <a:pt x="1600" y="1324"/>
                  </a:lnTo>
                  <a:lnTo>
                    <a:pt x="1620" y="1364"/>
                  </a:lnTo>
                  <a:lnTo>
                    <a:pt x="1600" y="1423"/>
                  </a:lnTo>
                  <a:lnTo>
                    <a:pt x="1600" y="1463"/>
                  </a:lnTo>
                  <a:lnTo>
                    <a:pt x="1600" y="1482"/>
                  </a:lnTo>
                  <a:lnTo>
                    <a:pt x="1620" y="1463"/>
                  </a:lnTo>
                  <a:lnTo>
                    <a:pt x="1620" y="1384"/>
                  </a:lnTo>
                  <a:lnTo>
                    <a:pt x="1640" y="1384"/>
                  </a:lnTo>
                  <a:lnTo>
                    <a:pt x="1660" y="1344"/>
                  </a:lnTo>
                  <a:lnTo>
                    <a:pt x="1423" y="732"/>
                  </a:lnTo>
                  <a:lnTo>
                    <a:pt x="1126" y="60"/>
                  </a:lnTo>
                  <a:lnTo>
                    <a:pt x="1087" y="119"/>
                  </a:lnTo>
                  <a:lnTo>
                    <a:pt x="1087" y="139"/>
                  </a:lnTo>
                  <a:lnTo>
                    <a:pt x="1087" y="198"/>
                  </a:lnTo>
                  <a:lnTo>
                    <a:pt x="1067" y="218"/>
                  </a:lnTo>
                  <a:lnTo>
                    <a:pt x="1047" y="238"/>
                  </a:lnTo>
                  <a:lnTo>
                    <a:pt x="1047" y="198"/>
                  </a:lnTo>
                  <a:lnTo>
                    <a:pt x="1067" y="159"/>
                  </a:lnTo>
                  <a:lnTo>
                    <a:pt x="1067" y="100"/>
                  </a:lnTo>
                  <a:lnTo>
                    <a:pt x="1047" y="100"/>
                  </a:lnTo>
                  <a:lnTo>
                    <a:pt x="1047" y="60"/>
                  </a:lnTo>
                  <a:lnTo>
                    <a:pt x="1028" y="80"/>
                  </a:lnTo>
                  <a:lnTo>
                    <a:pt x="1008" y="119"/>
                  </a:lnTo>
                  <a:lnTo>
                    <a:pt x="1008" y="80"/>
                  </a:lnTo>
                  <a:lnTo>
                    <a:pt x="1028" y="40"/>
                  </a:lnTo>
                  <a:lnTo>
                    <a:pt x="1008" y="40"/>
                  </a:lnTo>
                  <a:lnTo>
                    <a:pt x="988" y="80"/>
                  </a:lnTo>
                  <a:lnTo>
                    <a:pt x="988" y="80"/>
                  </a:lnTo>
                  <a:lnTo>
                    <a:pt x="968" y="159"/>
                  </a:lnTo>
                  <a:lnTo>
                    <a:pt x="968" y="139"/>
                  </a:lnTo>
                  <a:lnTo>
                    <a:pt x="949" y="159"/>
                  </a:lnTo>
                  <a:lnTo>
                    <a:pt x="988" y="80"/>
                  </a:lnTo>
                  <a:lnTo>
                    <a:pt x="929" y="179"/>
                  </a:lnTo>
                  <a:lnTo>
                    <a:pt x="929" y="159"/>
                  </a:lnTo>
                  <a:lnTo>
                    <a:pt x="889" y="218"/>
                  </a:lnTo>
                  <a:lnTo>
                    <a:pt x="870" y="258"/>
                  </a:lnTo>
                  <a:lnTo>
                    <a:pt x="870" y="218"/>
                  </a:lnTo>
                  <a:lnTo>
                    <a:pt x="870" y="198"/>
                  </a:lnTo>
                  <a:lnTo>
                    <a:pt x="850" y="218"/>
                  </a:lnTo>
                  <a:lnTo>
                    <a:pt x="870" y="119"/>
                  </a:lnTo>
                  <a:lnTo>
                    <a:pt x="889" y="119"/>
                  </a:lnTo>
                  <a:lnTo>
                    <a:pt x="889" y="80"/>
                  </a:lnTo>
                  <a:lnTo>
                    <a:pt x="889" y="40"/>
                  </a:lnTo>
                  <a:lnTo>
                    <a:pt x="850" y="40"/>
                  </a:lnTo>
                  <a:lnTo>
                    <a:pt x="810" y="60"/>
                  </a:lnTo>
                  <a:lnTo>
                    <a:pt x="791" y="40"/>
                  </a:lnTo>
                  <a:lnTo>
                    <a:pt x="771" y="60"/>
                  </a:lnTo>
                  <a:lnTo>
                    <a:pt x="751" y="1"/>
                  </a:lnTo>
                  <a:lnTo>
                    <a:pt x="692" y="1"/>
                  </a:lnTo>
                  <a:lnTo>
                    <a:pt x="672" y="21"/>
                  </a:lnTo>
                  <a:lnTo>
                    <a:pt x="652" y="40"/>
                  </a:lnTo>
                  <a:lnTo>
                    <a:pt x="652" y="1"/>
                  </a:lnTo>
                  <a:lnTo>
                    <a:pt x="613" y="80"/>
                  </a:lnTo>
                  <a:lnTo>
                    <a:pt x="573" y="119"/>
                  </a:lnTo>
                  <a:lnTo>
                    <a:pt x="534" y="159"/>
                  </a:lnTo>
                  <a:lnTo>
                    <a:pt x="494" y="258"/>
                  </a:lnTo>
                  <a:lnTo>
                    <a:pt x="494" y="198"/>
                  </a:lnTo>
                  <a:lnTo>
                    <a:pt x="514" y="139"/>
                  </a:lnTo>
                  <a:lnTo>
                    <a:pt x="494" y="179"/>
                  </a:lnTo>
                  <a:lnTo>
                    <a:pt x="475" y="198"/>
                  </a:lnTo>
                  <a:lnTo>
                    <a:pt x="475" y="159"/>
                  </a:lnTo>
                  <a:lnTo>
                    <a:pt x="494" y="119"/>
                  </a:lnTo>
                  <a:lnTo>
                    <a:pt x="494" y="100"/>
                  </a:lnTo>
                  <a:lnTo>
                    <a:pt x="475" y="119"/>
                  </a:lnTo>
                  <a:lnTo>
                    <a:pt x="475" y="100"/>
                  </a:lnTo>
                  <a:lnTo>
                    <a:pt x="455" y="179"/>
                  </a:lnTo>
                  <a:lnTo>
                    <a:pt x="415" y="238"/>
                  </a:lnTo>
                  <a:lnTo>
                    <a:pt x="415" y="277"/>
                  </a:lnTo>
                  <a:lnTo>
                    <a:pt x="356" y="317"/>
                  </a:lnTo>
                  <a:lnTo>
                    <a:pt x="297" y="337"/>
                  </a:lnTo>
                  <a:lnTo>
                    <a:pt x="238" y="317"/>
                  </a:lnTo>
                  <a:lnTo>
                    <a:pt x="198" y="277"/>
                  </a:lnTo>
                  <a:lnTo>
                    <a:pt x="218" y="238"/>
                  </a:lnTo>
                  <a:lnTo>
                    <a:pt x="198" y="258"/>
                  </a:lnTo>
                  <a:lnTo>
                    <a:pt x="178" y="238"/>
                  </a:lnTo>
                  <a:lnTo>
                    <a:pt x="198" y="238"/>
                  </a:lnTo>
                  <a:lnTo>
                    <a:pt x="178" y="19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59" y="198"/>
                  </a:lnTo>
                  <a:lnTo>
                    <a:pt x="159" y="179"/>
                  </a:lnTo>
                  <a:lnTo>
                    <a:pt x="139" y="139"/>
                  </a:lnTo>
                  <a:lnTo>
                    <a:pt x="139" y="119"/>
                  </a:lnTo>
                  <a:lnTo>
                    <a:pt x="119" y="139"/>
                  </a:lnTo>
                  <a:lnTo>
                    <a:pt x="119" y="80"/>
                  </a:lnTo>
                  <a:lnTo>
                    <a:pt x="119" y="1"/>
                  </a:lnTo>
                  <a:close/>
                  <a:moveTo>
                    <a:pt x="1047" y="1324"/>
                  </a:moveTo>
                  <a:lnTo>
                    <a:pt x="1008" y="1403"/>
                  </a:lnTo>
                  <a:lnTo>
                    <a:pt x="988" y="1482"/>
                  </a:lnTo>
                  <a:lnTo>
                    <a:pt x="988" y="1463"/>
                  </a:lnTo>
                  <a:lnTo>
                    <a:pt x="988" y="1443"/>
                  </a:lnTo>
                  <a:lnTo>
                    <a:pt x="968" y="1443"/>
                  </a:lnTo>
                  <a:lnTo>
                    <a:pt x="968" y="1423"/>
                  </a:lnTo>
                  <a:lnTo>
                    <a:pt x="949" y="1423"/>
                  </a:lnTo>
                  <a:lnTo>
                    <a:pt x="929" y="1463"/>
                  </a:lnTo>
                  <a:lnTo>
                    <a:pt x="929" y="1502"/>
                  </a:lnTo>
                  <a:lnTo>
                    <a:pt x="968" y="1502"/>
                  </a:lnTo>
                  <a:lnTo>
                    <a:pt x="968" y="1542"/>
                  </a:lnTo>
                  <a:lnTo>
                    <a:pt x="1028" y="1443"/>
                  </a:lnTo>
                  <a:lnTo>
                    <a:pt x="1028" y="1384"/>
                  </a:lnTo>
                  <a:lnTo>
                    <a:pt x="1047" y="1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15"/>
            <p:cNvSpPr/>
            <p:nvPr/>
          </p:nvSpPr>
          <p:spPr>
            <a:xfrm>
              <a:off x="-1500775" y="3505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15"/>
            <p:cNvSpPr/>
            <p:nvPr/>
          </p:nvSpPr>
          <p:spPr>
            <a:xfrm>
              <a:off x="-1570900" y="3408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15"/>
            <p:cNvSpPr/>
            <p:nvPr/>
          </p:nvSpPr>
          <p:spPr>
            <a:xfrm>
              <a:off x="-1572875" y="3408225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15"/>
            <p:cNvSpPr/>
            <p:nvPr/>
          </p:nvSpPr>
          <p:spPr>
            <a:xfrm>
              <a:off x="-1629175" y="3384025"/>
              <a:ext cx="61750" cy="41500"/>
            </a:xfrm>
            <a:custGeom>
              <a:rect b="b" l="l" r="r" t="t"/>
              <a:pathLst>
                <a:path extrusionOk="0" h="1660" w="2470">
                  <a:moveTo>
                    <a:pt x="850" y="237"/>
                  </a:moveTo>
                  <a:lnTo>
                    <a:pt x="850" y="237"/>
                  </a:lnTo>
                  <a:lnTo>
                    <a:pt x="850" y="237"/>
                  </a:lnTo>
                  <a:close/>
                  <a:moveTo>
                    <a:pt x="1186" y="257"/>
                  </a:moveTo>
                  <a:lnTo>
                    <a:pt x="1186" y="257"/>
                  </a:lnTo>
                  <a:lnTo>
                    <a:pt x="1186" y="257"/>
                  </a:lnTo>
                  <a:close/>
                  <a:moveTo>
                    <a:pt x="1285" y="198"/>
                  </a:moveTo>
                  <a:lnTo>
                    <a:pt x="1245" y="237"/>
                  </a:lnTo>
                  <a:lnTo>
                    <a:pt x="1245" y="257"/>
                  </a:lnTo>
                  <a:lnTo>
                    <a:pt x="1225" y="277"/>
                  </a:lnTo>
                  <a:lnTo>
                    <a:pt x="1245" y="277"/>
                  </a:lnTo>
                  <a:lnTo>
                    <a:pt x="1265" y="257"/>
                  </a:lnTo>
                  <a:lnTo>
                    <a:pt x="1285" y="198"/>
                  </a:lnTo>
                  <a:close/>
                  <a:moveTo>
                    <a:pt x="2055" y="435"/>
                  </a:moveTo>
                  <a:lnTo>
                    <a:pt x="2055" y="435"/>
                  </a:lnTo>
                  <a:lnTo>
                    <a:pt x="2055" y="435"/>
                  </a:lnTo>
                  <a:close/>
                  <a:moveTo>
                    <a:pt x="1660" y="652"/>
                  </a:moveTo>
                  <a:lnTo>
                    <a:pt x="1660" y="672"/>
                  </a:lnTo>
                  <a:lnTo>
                    <a:pt x="1680" y="672"/>
                  </a:lnTo>
                  <a:lnTo>
                    <a:pt x="1660" y="652"/>
                  </a:lnTo>
                  <a:close/>
                  <a:moveTo>
                    <a:pt x="2253" y="692"/>
                  </a:moveTo>
                  <a:lnTo>
                    <a:pt x="2253" y="692"/>
                  </a:lnTo>
                  <a:lnTo>
                    <a:pt x="2253" y="692"/>
                  </a:lnTo>
                  <a:close/>
                  <a:moveTo>
                    <a:pt x="2470" y="692"/>
                  </a:moveTo>
                  <a:lnTo>
                    <a:pt x="2470" y="692"/>
                  </a:lnTo>
                  <a:lnTo>
                    <a:pt x="2470" y="692"/>
                  </a:lnTo>
                  <a:close/>
                  <a:moveTo>
                    <a:pt x="2253" y="692"/>
                  </a:moveTo>
                  <a:lnTo>
                    <a:pt x="2243" y="711"/>
                  </a:lnTo>
                  <a:lnTo>
                    <a:pt x="2253" y="692"/>
                  </a:lnTo>
                  <a:close/>
                  <a:moveTo>
                    <a:pt x="2243" y="711"/>
                  </a:moveTo>
                  <a:lnTo>
                    <a:pt x="2230" y="737"/>
                  </a:lnTo>
                  <a:lnTo>
                    <a:pt x="2233" y="731"/>
                  </a:lnTo>
                  <a:lnTo>
                    <a:pt x="2243" y="711"/>
                  </a:lnTo>
                  <a:close/>
                  <a:moveTo>
                    <a:pt x="2230" y="737"/>
                  </a:moveTo>
                  <a:lnTo>
                    <a:pt x="2218" y="761"/>
                  </a:lnTo>
                  <a:lnTo>
                    <a:pt x="2230" y="737"/>
                  </a:lnTo>
                  <a:close/>
                  <a:moveTo>
                    <a:pt x="2218" y="761"/>
                  </a:moveTo>
                  <a:lnTo>
                    <a:pt x="2213" y="771"/>
                  </a:lnTo>
                  <a:lnTo>
                    <a:pt x="2218" y="761"/>
                  </a:lnTo>
                  <a:close/>
                  <a:moveTo>
                    <a:pt x="2213" y="771"/>
                  </a:moveTo>
                  <a:lnTo>
                    <a:pt x="2204" y="789"/>
                  </a:lnTo>
                  <a:lnTo>
                    <a:pt x="2213" y="771"/>
                  </a:lnTo>
                  <a:close/>
                  <a:moveTo>
                    <a:pt x="2371" y="731"/>
                  </a:moveTo>
                  <a:lnTo>
                    <a:pt x="2332" y="790"/>
                  </a:lnTo>
                  <a:lnTo>
                    <a:pt x="2371" y="751"/>
                  </a:lnTo>
                  <a:lnTo>
                    <a:pt x="2391" y="731"/>
                  </a:lnTo>
                  <a:close/>
                  <a:moveTo>
                    <a:pt x="2401" y="850"/>
                  </a:moveTo>
                  <a:lnTo>
                    <a:pt x="2391" y="869"/>
                  </a:lnTo>
                  <a:lnTo>
                    <a:pt x="2391" y="869"/>
                  </a:lnTo>
                  <a:lnTo>
                    <a:pt x="2411" y="850"/>
                  </a:lnTo>
                  <a:close/>
                  <a:moveTo>
                    <a:pt x="2272" y="929"/>
                  </a:moveTo>
                  <a:lnTo>
                    <a:pt x="2246" y="968"/>
                  </a:lnTo>
                  <a:lnTo>
                    <a:pt x="2253" y="968"/>
                  </a:lnTo>
                  <a:lnTo>
                    <a:pt x="2272" y="929"/>
                  </a:lnTo>
                  <a:close/>
                  <a:moveTo>
                    <a:pt x="2238" y="968"/>
                  </a:moveTo>
                  <a:lnTo>
                    <a:pt x="2233" y="988"/>
                  </a:lnTo>
                  <a:lnTo>
                    <a:pt x="2246" y="968"/>
                  </a:lnTo>
                  <a:close/>
                  <a:moveTo>
                    <a:pt x="80" y="988"/>
                  </a:moveTo>
                  <a:lnTo>
                    <a:pt x="80" y="988"/>
                  </a:lnTo>
                  <a:lnTo>
                    <a:pt x="80" y="988"/>
                  </a:lnTo>
                  <a:lnTo>
                    <a:pt x="67" y="1027"/>
                  </a:lnTo>
                  <a:lnTo>
                    <a:pt x="80" y="988"/>
                  </a:lnTo>
                  <a:close/>
                  <a:moveTo>
                    <a:pt x="67" y="1027"/>
                  </a:moveTo>
                  <a:lnTo>
                    <a:pt x="62" y="1043"/>
                  </a:lnTo>
                  <a:lnTo>
                    <a:pt x="67" y="1027"/>
                  </a:lnTo>
                  <a:close/>
                  <a:moveTo>
                    <a:pt x="2312" y="1027"/>
                  </a:moveTo>
                  <a:lnTo>
                    <a:pt x="2292" y="1067"/>
                  </a:lnTo>
                  <a:lnTo>
                    <a:pt x="2312" y="1047"/>
                  </a:lnTo>
                  <a:lnTo>
                    <a:pt x="2312" y="1027"/>
                  </a:lnTo>
                  <a:close/>
                  <a:moveTo>
                    <a:pt x="1858" y="1087"/>
                  </a:moveTo>
                  <a:lnTo>
                    <a:pt x="1838" y="1146"/>
                  </a:lnTo>
                  <a:lnTo>
                    <a:pt x="1858" y="1126"/>
                  </a:lnTo>
                  <a:lnTo>
                    <a:pt x="1858" y="1146"/>
                  </a:lnTo>
                  <a:lnTo>
                    <a:pt x="1877" y="1106"/>
                  </a:lnTo>
                  <a:lnTo>
                    <a:pt x="1877" y="1087"/>
                  </a:lnTo>
                  <a:close/>
                  <a:moveTo>
                    <a:pt x="179" y="1264"/>
                  </a:moveTo>
                  <a:lnTo>
                    <a:pt x="179" y="1264"/>
                  </a:lnTo>
                  <a:lnTo>
                    <a:pt x="179" y="1264"/>
                  </a:lnTo>
                  <a:close/>
                  <a:moveTo>
                    <a:pt x="100" y="1284"/>
                  </a:moveTo>
                  <a:lnTo>
                    <a:pt x="100" y="1284"/>
                  </a:lnTo>
                  <a:lnTo>
                    <a:pt x="100" y="1284"/>
                  </a:lnTo>
                  <a:close/>
                  <a:moveTo>
                    <a:pt x="2154" y="1245"/>
                  </a:moveTo>
                  <a:lnTo>
                    <a:pt x="2154" y="1264"/>
                  </a:lnTo>
                  <a:lnTo>
                    <a:pt x="2138" y="1304"/>
                  </a:lnTo>
                  <a:lnTo>
                    <a:pt x="2174" y="1245"/>
                  </a:lnTo>
                  <a:close/>
                  <a:moveTo>
                    <a:pt x="2138" y="1304"/>
                  </a:moveTo>
                  <a:lnTo>
                    <a:pt x="2138" y="1304"/>
                  </a:lnTo>
                  <a:lnTo>
                    <a:pt x="2138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68" y="1327"/>
                  </a:lnTo>
                  <a:lnTo>
                    <a:pt x="2174" y="1314"/>
                  </a:lnTo>
                  <a:lnTo>
                    <a:pt x="2174" y="1304"/>
                  </a:lnTo>
                  <a:close/>
                  <a:moveTo>
                    <a:pt x="2450" y="672"/>
                  </a:moveTo>
                  <a:lnTo>
                    <a:pt x="2411" y="731"/>
                  </a:lnTo>
                  <a:lnTo>
                    <a:pt x="2411" y="711"/>
                  </a:lnTo>
                  <a:lnTo>
                    <a:pt x="2430" y="692"/>
                  </a:lnTo>
                  <a:lnTo>
                    <a:pt x="2430" y="692"/>
                  </a:lnTo>
                  <a:lnTo>
                    <a:pt x="2391" y="711"/>
                  </a:lnTo>
                  <a:lnTo>
                    <a:pt x="2391" y="751"/>
                  </a:lnTo>
                  <a:lnTo>
                    <a:pt x="2371" y="771"/>
                  </a:lnTo>
                  <a:lnTo>
                    <a:pt x="2351" y="790"/>
                  </a:lnTo>
                  <a:lnTo>
                    <a:pt x="2312" y="869"/>
                  </a:lnTo>
                  <a:lnTo>
                    <a:pt x="2312" y="869"/>
                  </a:lnTo>
                  <a:lnTo>
                    <a:pt x="2332" y="790"/>
                  </a:lnTo>
                  <a:lnTo>
                    <a:pt x="2332" y="771"/>
                  </a:lnTo>
                  <a:lnTo>
                    <a:pt x="2292" y="850"/>
                  </a:lnTo>
                  <a:lnTo>
                    <a:pt x="2253" y="889"/>
                  </a:lnTo>
                  <a:lnTo>
                    <a:pt x="2272" y="909"/>
                  </a:lnTo>
                  <a:lnTo>
                    <a:pt x="2272" y="889"/>
                  </a:lnTo>
                  <a:lnTo>
                    <a:pt x="2292" y="869"/>
                  </a:lnTo>
                  <a:lnTo>
                    <a:pt x="2272" y="929"/>
                  </a:lnTo>
                  <a:lnTo>
                    <a:pt x="2292" y="889"/>
                  </a:lnTo>
                  <a:lnTo>
                    <a:pt x="2292" y="909"/>
                  </a:lnTo>
                  <a:lnTo>
                    <a:pt x="2272" y="948"/>
                  </a:lnTo>
                  <a:lnTo>
                    <a:pt x="2272" y="948"/>
                  </a:lnTo>
                  <a:lnTo>
                    <a:pt x="2292" y="929"/>
                  </a:lnTo>
                  <a:lnTo>
                    <a:pt x="2292" y="929"/>
                  </a:lnTo>
                  <a:lnTo>
                    <a:pt x="2233" y="1087"/>
                  </a:lnTo>
                  <a:lnTo>
                    <a:pt x="2174" y="1245"/>
                  </a:lnTo>
                  <a:lnTo>
                    <a:pt x="2193" y="1245"/>
                  </a:lnTo>
                  <a:lnTo>
                    <a:pt x="2213" y="1225"/>
                  </a:lnTo>
                  <a:lnTo>
                    <a:pt x="2174" y="1314"/>
                  </a:lnTo>
                  <a:lnTo>
                    <a:pt x="2174" y="1343"/>
                  </a:lnTo>
                  <a:lnTo>
                    <a:pt x="2174" y="1363"/>
                  </a:lnTo>
                  <a:lnTo>
                    <a:pt x="2213" y="1324"/>
                  </a:lnTo>
                  <a:lnTo>
                    <a:pt x="2193" y="1324"/>
                  </a:lnTo>
                  <a:lnTo>
                    <a:pt x="2253" y="1245"/>
                  </a:lnTo>
                  <a:lnTo>
                    <a:pt x="2253" y="1225"/>
                  </a:lnTo>
                  <a:lnTo>
                    <a:pt x="2233" y="1225"/>
                  </a:lnTo>
                  <a:lnTo>
                    <a:pt x="2272" y="1166"/>
                  </a:lnTo>
                  <a:lnTo>
                    <a:pt x="2292" y="1067"/>
                  </a:lnTo>
                  <a:lnTo>
                    <a:pt x="2292" y="1027"/>
                  </a:lnTo>
                  <a:lnTo>
                    <a:pt x="2292" y="1008"/>
                  </a:lnTo>
                  <a:lnTo>
                    <a:pt x="2312" y="968"/>
                  </a:lnTo>
                  <a:lnTo>
                    <a:pt x="2292" y="988"/>
                  </a:lnTo>
                  <a:lnTo>
                    <a:pt x="2292" y="988"/>
                  </a:lnTo>
                  <a:lnTo>
                    <a:pt x="2351" y="869"/>
                  </a:lnTo>
                  <a:lnTo>
                    <a:pt x="2371" y="869"/>
                  </a:lnTo>
                  <a:lnTo>
                    <a:pt x="2351" y="889"/>
                  </a:lnTo>
                  <a:lnTo>
                    <a:pt x="2312" y="968"/>
                  </a:lnTo>
                  <a:lnTo>
                    <a:pt x="2332" y="968"/>
                  </a:lnTo>
                  <a:lnTo>
                    <a:pt x="2351" y="929"/>
                  </a:lnTo>
                  <a:lnTo>
                    <a:pt x="2351" y="909"/>
                  </a:lnTo>
                  <a:lnTo>
                    <a:pt x="2391" y="850"/>
                  </a:lnTo>
                  <a:lnTo>
                    <a:pt x="2401" y="850"/>
                  </a:lnTo>
                  <a:lnTo>
                    <a:pt x="2411" y="830"/>
                  </a:lnTo>
                  <a:lnTo>
                    <a:pt x="2450" y="751"/>
                  </a:lnTo>
                  <a:lnTo>
                    <a:pt x="2470" y="692"/>
                  </a:lnTo>
                  <a:lnTo>
                    <a:pt x="2430" y="771"/>
                  </a:lnTo>
                  <a:lnTo>
                    <a:pt x="2430" y="751"/>
                  </a:lnTo>
                  <a:lnTo>
                    <a:pt x="2450" y="672"/>
                  </a:lnTo>
                  <a:close/>
                  <a:moveTo>
                    <a:pt x="1717" y="1387"/>
                  </a:moveTo>
                  <a:lnTo>
                    <a:pt x="1709" y="1403"/>
                  </a:lnTo>
                  <a:lnTo>
                    <a:pt x="1717" y="1387"/>
                  </a:lnTo>
                  <a:close/>
                  <a:moveTo>
                    <a:pt x="1917" y="1264"/>
                  </a:moveTo>
                  <a:lnTo>
                    <a:pt x="1838" y="1403"/>
                  </a:lnTo>
                  <a:lnTo>
                    <a:pt x="1877" y="1324"/>
                  </a:lnTo>
                  <a:lnTo>
                    <a:pt x="1877" y="1304"/>
                  </a:lnTo>
                  <a:lnTo>
                    <a:pt x="1897" y="1264"/>
                  </a:lnTo>
                  <a:close/>
                  <a:moveTo>
                    <a:pt x="1709" y="1403"/>
                  </a:moveTo>
                  <a:lnTo>
                    <a:pt x="1709" y="1403"/>
                  </a:lnTo>
                  <a:lnTo>
                    <a:pt x="1709" y="1403"/>
                  </a:lnTo>
                  <a:close/>
                  <a:moveTo>
                    <a:pt x="2138" y="1304"/>
                  </a:moveTo>
                  <a:lnTo>
                    <a:pt x="2114" y="1343"/>
                  </a:lnTo>
                  <a:lnTo>
                    <a:pt x="2075" y="1403"/>
                  </a:lnTo>
                  <a:lnTo>
                    <a:pt x="2114" y="1363"/>
                  </a:lnTo>
                  <a:lnTo>
                    <a:pt x="2138" y="1304"/>
                  </a:lnTo>
                  <a:close/>
                  <a:moveTo>
                    <a:pt x="2168" y="1327"/>
                  </a:moveTo>
                  <a:lnTo>
                    <a:pt x="2134" y="1403"/>
                  </a:lnTo>
                  <a:lnTo>
                    <a:pt x="2154" y="1383"/>
                  </a:lnTo>
                  <a:lnTo>
                    <a:pt x="2168" y="1327"/>
                  </a:lnTo>
                  <a:close/>
                  <a:moveTo>
                    <a:pt x="692" y="1442"/>
                  </a:moveTo>
                  <a:lnTo>
                    <a:pt x="692" y="1442"/>
                  </a:lnTo>
                  <a:lnTo>
                    <a:pt x="692" y="1442"/>
                  </a:lnTo>
                  <a:close/>
                  <a:moveTo>
                    <a:pt x="988" y="1363"/>
                  </a:moveTo>
                  <a:lnTo>
                    <a:pt x="969" y="1383"/>
                  </a:lnTo>
                  <a:lnTo>
                    <a:pt x="929" y="1442"/>
                  </a:lnTo>
                  <a:lnTo>
                    <a:pt x="929" y="1452"/>
                  </a:lnTo>
                  <a:lnTo>
                    <a:pt x="949" y="1422"/>
                  </a:lnTo>
                  <a:lnTo>
                    <a:pt x="969" y="1403"/>
                  </a:lnTo>
                  <a:lnTo>
                    <a:pt x="988" y="1363"/>
                  </a:lnTo>
                  <a:close/>
                  <a:moveTo>
                    <a:pt x="1146" y="1442"/>
                  </a:moveTo>
                  <a:lnTo>
                    <a:pt x="1140" y="1462"/>
                  </a:lnTo>
                  <a:lnTo>
                    <a:pt x="1146" y="1462"/>
                  </a:lnTo>
                  <a:lnTo>
                    <a:pt x="1146" y="1442"/>
                  </a:lnTo>
                  <a:close/>
                  <a:moveTo>
                    <a:pt x="1087" y="1383"/>
                  </a:moveTo>
                  <a:lnTo>
                    <a:pt x="1048" y="1482"/>
                  </a:lnTo>
                  <a:lnTo>
                    <a:pt x="1067" y="1442"/>
                  </a:lnTo>
                  <a:lnTo>
                    <a:pt x="1087" y="1383"/>
                  </a:lnTo>
                  <a:close/>
                  <a:moveTo>
                    <a:pt x="2095" y="1403"/>
                  </a:moveTo>
                  <a:lnTo>
                    <a:pt x="2075" y="1422"/>
                  </a:lnTo>
                  <a:lnTo>
                    <a:pt x="2055" y="1482"/>
                  </a:lnTo>
                  <a:lnTo>
                    <a:pt x="2055" y="1482"/>
                  </a:lnTo>
                  <a:lnTo>
                    <a:pt x="2095" y="1403"/>
                  </a:lnTo>
                  <a:close/>
                  <a:moveTo>
                    <a:pt x="1048" y="1482"/>
                  </a:moveTo>
                  <a:lnTo>
                    <a:pt x="1048" y="1482"/>
                  </a:lnTo>
                  <a:lnTo>
                    <a:pt x="1048" y="1482"/>
                  </a:lnTo>
                  <a:close/>
                  <a:moveTo>
                    <a:pt x="1067" y="1482"/>
                  </a:moveTo>
                  <a:lnTo>
                    <a:pt x="1067" y="1482"/>
                  </a:lnTo>
                  <a:lnTo>
                    <a:pt x="1067" y="1482"/>
                  </a:lnTo>
                  <a:close/>
                  <a:moveTo>
                    <a:pt x="969" y="1482"/>
                  </a:moveTo>
                  <a:lnTo>
                    <a:pt x="969" y="1482"/>
                  </a:lnTo>
                  <a:lnTo>
                    <a:pt x="969" y="1482"/>
                  </a:lnTo>
                  <a:close/>
                  <a:moveTo>
                    <a:pt x="1522" y="1475"/>
                  </a:moveTo>
                  <a:lnTo>
                    <a:pt x="1488" y="1498"/>
                  </a:lnTo>
                  <a:lnTo>
                    <a:pt x="1488" y="1498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522" y="1482"/>
                  </a:lnTo>
                  <a:lnTo>
                    <a:pt x="1522" y="1475"/>
                  </a:lnTo>
                  <a:close/>
                  <a:moveTo>
                    <a:pt x="1305" y="1422"/>
                  </a:moveTo>
                  <a:lnTo>
                    <a:pt x="1305" y="1442"/>
                  </a:lnTo>
                  <a:lnTo>
                    <a:pt x="1285" y="1482"/>
                  </a:lnTo>
                  <a:lnTo>
                    <a:pt x="1265" y="1501"/>
                  </a:lnTo>
                  <a:lnTo>
                    <a:pt x="1305" y="1422"/>
                  </a:lnTo>
                  <a:close/>
                  <a:moveTo>
                    <a:pt x="1146" y="1482"/>
                  </a:moveTo>
                  <a:lnTo>
                    <a:pt x="1146" y="1501"/>
                  </a:lnTo>
                  <a:lnTo>
                    <a:pt x="1166" y="1501"/>
                  </a:lnTo>
                  <a:lnTo>
                    <a:pt x="1166" y="1482"/>
                  </a:lnTo>
                  <a:close/>
                  <a:moveTo>
                    <a:pt x="521" y="1508"/>
                  </a:moveTo>
                  <a:lnTo>
                    <a:pt x="514" y="1521"/>
                  </a:lnTo>
                  <a:lnTo>
                    <a:pt x="514" y="1541"/>
                  </a:lnTo>
                  <a:lnTo>
                    <a:pt x="521" y="1508"/>
                  </a:lnTo>
                  <a:close/>
                  <a:moveTo>
                    <a:pt x="761" y="1541"/>
                  </a:moveTo>
                  <a:lnTo>
                    <a:pt x="760" y="1543"/>
                  </a:lnTo>
                  <a:lnTo>
                    <a:pt x="760" y="1543"/>
                  </a:lnTo>
                  <a:lnTo>
                    <a:pt x="761" y="1541"/>
                  </a:lnTo>
                  <a:close/>
                  <a:moveTo>
                    <a:pt x="969" y="1442"/>
                  </a:moveTo>
                  <a:lnTo>
                    <a:pt x="949" y="1462"/>
                  </a:lnTo>
                  <a:lnTo>
                    <a:pt x="929" y="1462"/>
                  </a:lnTo>
                  <a:lnTo>
                    <a:pt x="929" y="1452"/>
                  </a:lnTo>
                  <a:lnTo>
                    <a:pt x="909" y="1482"/>
                  </a:lnTo>
                  <a:lnTo>
                    <a:pt x="890" y="1561"/>
                  </a:lnTo>
                  <a:lnTo>
                    <a:pt x="909" y="1541"/>
                  </a:lnTo>
                  <a:lnTo>
                    <a:pt x="929" y="1521"/>
                  </a:lnTo>
                  <a:lnTo>
                    <a:pt x="929" y="1541"/>
                  </a:lnTo>
                  <a:lnTo>
                    <a:pt x="969" y="1442"/>
                  </a:lnTo>
                  <a:close/>
                  <a:moveTo>
                    <a:pt x="1364" y="1501"/>
                  </a:moveTo>
                  <a:lnTo>
                    <a:pt x="1324" y="1541"/>
                  </a:lnTo>
                  <a:lnTo>
                    <a:pt x="1324" y="1561"/>
                  </a:lnTo>
                  <a:lnTo>
                    <a:pt x="1344" y="1541"/>
                  </a:lnTo>
                  <a:lnTo>
                    <a:pt x="1364" y="1501"/>
                  </a:lnTo>
                  <a:close/>
                  <a:moveTo>
                    <a:pt x="1818" y="1541"/>
                  </a:moveTo>
                  <a:lnTo>
                    <a:pt x="1818" y="156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18" y="1541"/>
                  </a:lnTo>
                  <a:close/>
                  <a:moveTo>
                    <a:pt x="1739" y="1383"/>
                  </a:moveTo>
                  <a:lnTo>
                    <a:pt x="1719" y="1403"/>
                  </a:lnTo>
                  <a:lnTo>
                    <a:pt x="1700" y="1422"/>
                  </a:lnTo>
                  <a:lnTo>
                    <a:pt x="1709" y="1403"/>
                  </a:lnTo>
                  <a:lnTo>
                    <a:pt x="1660" y="1501"/>
                  </a:lnTo>
                  <a:lnTo>
                    <a:pt x="1640" y="1482"/>
                  </a:lnTo>
                  <a:lnTo>
                    <a:pt x="1640" y="1501"/>
                  </a:lnTo>
                  <a:lnTo>
                    <a:pt x="1621" y="1600"/>
                  </a:lnTo>
                  <a:lnTo>
                    <a:pt x="1660" y="1521"/>
                  </a:lnTo>
                  <a:lnTo>
                    <a:pt x="1700" y="1501"/>
                  </a:lnTo>
                  <a:lnTo>
                    <a:pt x="1719" y="1442"/>
                  </a:lnTo>
                  <a:lnTo>
                    <a:pt x="1759" y="1403"/>
                  </a:lnTo>
                  <a:lnTo>
                    <a:pt x="1759" y="1383"/>
                  </a:lnTo>
                  <a:close/>
                  <a:moveTo>
                    <a:pt x="238" y="0"/>
                  </a:moveTo>
                  <a:lnTo>
                    <a:pt x="198" y="60"/>
                  </a:lnTo>
                  <a:lnTo>
                    <a:pt x="198" y="79"/>
                  </a:lnTo>
                  <a:lnTo>
                    <a:pt x="179" y="119"/>
                  </a:lnTo>
                  <a:lnTo>
                    <a:pt x="159" y="139"/>
                  </a:lnTo>
                  <a:lnTo>
                    <a:pt x="100" y="297"/>
                  </a:lnTo>
                  <a:lnTo>
                    <a:pt x="40" y="455"/>
                  </a:lnTo>
                  <a:lnTo>
                    <a:pt x="60" y="455"/>
                  </a:lnTo>
                  <a:lnTo>
                    <a:pt x="40" y="514"/>
                  </a:lnTo>
                  <a:lnTo>
                    <a:pt x="21" y="553"/>
                  </a:lnTo>
                  <a:lnTo>
                    <a:pt x="21" y="573"/>
                  </a:lnTo>
                  <a:lnTo>
                    <a:pt x="40" y="553"/>
                  </a:lnTo>
                  <a:lnTo>
                    <a:pt x="40" y="573"/>
                  </a:lnTo>
                  <a:lnTo>
                    <a:pt x="40" y="593"/>
                  </a:lnTo>
                  <a:lnTo>
                    <a:pt x="60" y="573"/>
                  </a:lnTo>
                  <a:lnTo>
                    <a:pt x="60" y="573"/>
                  </a:lnTo>
                  <a:lnTo>
                    <a:pt x="40" y="632"/>
                  </a:lnTo>
                  <a:lnTo>
                    <a:pt x="1" y="692"/>
                  </a:lnTo>
                  <a:lnTo>
                    <a:pt x="1" y="711"/>
                  </a:lnTo>
                  <a:lnTo>
                    <a:pt x="21" y="711"/>
                  </a:lnTo>
                  <a:lnTo>
                    <a:pt x="40" y="692"/>
                  </a:lnTo>
                  <a:lnTo>
                    <a:pt x="40" y="731"/>
                  </a:lnTo>
                  <a:lnTo>
                    <a:pt x="21" y="771"/>
                  </a:lnTo>
                  <a:lnTo>
                    <a:pt x="1" y="830"/>
                  </a:lnTo>
                  <a:lnTo>
                    <a:pt x="40" y="751"/>
                  </a:lnTo>
                  <a:lnTo>
                    <a:pt x="40" y="771"/>
                  </a:lnTo>
                  <a:lnTo>
                    <a:pt x="80" y="692"/>
                  </a:lnTo>
                  <a:lnTo>
                    <a:pt x="80" y="711"/>
                  </a:lnTo>
                  <a:lnTo>
                    <a:pt x="60" y="751"/>
                  </a:lnTo>
                  <a:lnTo>
                    <a:pt x="21" y="810"/>
                  </a:lnTo>
                  <a:lnTo>
                    <a:pt x="21" y="850"/>
                  </a:lnTo>
                  <a:lnTo>
                    <a:pt x="40" y="850"/>
                  </a:lnTo>
                  <a:lnTo>
                    <a:pt x="21" y="889"/>
                  </a:lnTo>
                  <a:lnTo>
                    <a:pt x="1" y="948"/>
                  </a:lnTo>
                  <a:lnTo>
                    <a:pt x="21" y="948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40" y="929"/>
                  </a:lnTo>
                  <a:lnTo>
                    <a:pt x="40" y="948"/>
                  </a:lnTo>
                  <a:lnTo>
                    <a:pt x="40" y="968"/>
                  </a:lnTo>
                  <a:lnTo>
                    <a:pt x="60" y="948"/>
                  </a:lnTo>
                  <a:lnTo>
                    <a:pt x="60" y="948"/>
                  </a:lnTo>
                  <a:lnTo>
                    <a:pt x="40" y="1008"/>
                  </a:lnTo>
                  <a:lnTo>
                    <a:pt x="21" y="1067"/>
                  </a:lnTo>
                  <a:lnTo>
                    <a:pt x="40" y="1027"/>
                  </a:lnTo>
                  <a:lnTo>
                    <a:pt x="60" y="1027"/>
                  </a:lnTo>
                  <a:lnTo>
                    <a:pt x="80" y="988"/>
                  </a:lnTo>
                  <a:lnTo>
                    <a:pt x="80" y="988"/>
                  </a:lnTo>
                  <a:lnTo>
                    <a:pt x="100" y="929"/>
                  </a:lnTo>
                  <a:lnTo>
                    <a:pt x="139" y="889"/>
                  </a:lnTo>
                  <a:lnTo>
                    <a:pt x="159" y="869"/>
                  </a:lnTo>
                  <a:lnTo>
                    <a:pt x="119" y="968"/>
                  </a:lnTo>
                  <a:lnTo>
                    <a:pt x="60" y="1087"/>
                  </a:lnTo>
                  <a:lnTo>
                    <a:pt x="100" y="1047"/>
                  </a:lnTo>
                  <a:lnTo>
                    <a:pt x="80" y="1087"/>
                  </a:lnTo>
                  <a:lnTo>
                    <a:pt x="80" y="1126"/>
                  </a:lnTo>
                  <a:lnTo>
                    <a:pt x="60" y="1166"/>
                  </a:lnTo>
                  <a:lnTo>
                    <a:pt x="60" y="1205"/>
                  </a:lnTo>
                  <a:lnTo>
                    <a:pt x="60" y="1225"/>
                  </a:lnTo>
                  <a:lnTo>
                    <a:pt x="100" y="1166"/>
                  </a:lnTo>
                  <a:lnTo>
                    <a:pt x="100" y="1166"/>
                  </a:lnTo>
                  <a:lnTo>
                    <a:pt x="80" y="1205"/>
                  </a:lnTo>
                  <a:lnTo>
                    <a:pt x="80" y="1225"/>
                  </a:lnTo>
                  <a:lnTo>
                    <a:pt x="100" y="1225"/>
                  </a:lnTo>
                  <a:lnTo>
                    <a:pt x="100" y="1264"/>
                  </a:lnTo>
                  <a:lnTo>
                    <a:pt x="100" y="1284"/>
                  </a:lnTo>
                  <a:lnTo>
                    <a:pt x="139" y="1185"/>
                  </a:lnTo>
                  <a:lnTo>
                    <a:pt x="139" y="1225"/>
                  </a:lnTo>
                  <a:lnTo>
                    <a:pt x="119" y="1284"/>
                  </a:lnTo>
                  <a:lnTo>
                    <a:pt x="198" y="1126"/>
                  </a:lnTo>
                  <a:lnTo>
                    <a:pt x="179" y="1185"/>
                  </a:lnTo>
                  <a:lnTo>
                    <a:pt x="159" y="1264"/>
                  </a:lnTo>
                  <a:lnTo>
                    <a:pt x="159" y="1245"/>
                  </a:lnTo>
                  <a:lnTo>
                    <a:pt x="139" y="1304"/>
                  </a:lnTo>
                  <a:lnTo>
                    <a:pt x="119" y="1343"/>
                  </a:lnTo>
                  <a:lnTo>
                    <a:pt x="139" y="1343"/>
                  </a:lnTo>
                  <a:lnTo>
                    <a:pt x="139" y="1363"/>
                  </a:lnTo>
                  <a:lnTo>
                    <a:pt x="159" y="1304"/>
                  </a:lnTo>
                  <a:lnTo>
                    <a:pt x="179" y="1264"/>
                  </a:lnTo>
                  <a:lnTo>
                    <a:pt x="165" y="1284"/>
                  </a:lnTo>
                  <a:lnTo>
                    <a:pt x="179" y="1245"/>
                  </a:lnTo>
                  <a:lnTo>
                    <a:pt x="218" y="1185"/>
                  </a:lnTo>
                  <a:lnTo>
                    <a:pt x="277" y="1106"/>
                  </a:lnTo>
                  <a:lnTo>
                    <a:pt x="258" y="1146"/>
                  </a:lnTo>
                  <a:lnTo>
                    <a:pt x="218" y="1264"/>
                  </a:lnTo>
                  <a:lnTo>
                    <a:pt x="238" y="1245"/>
                  </a:lnTo>
                  <a:lnTo>
                    <a:pt x="238" y="1264"/>
                  </a:lnTo>
                  <a:lnTo>
                    <a:pt x="218" y="1324"/>
                  </a:lnTo>
                  <a:lnTo>
                    <a:pt x="258" y="1225"/>
                  </a:lnTo>
                  <a:lnTo>
                    <a:pt x="277" y="1225"/>
                  </a:lnTo>
                  <a:lnTo>
                    <a:pt x="258" y="1245"/>
                  </a:lnTo>
                  <a:lnTo>
                    <a:pt x="238" y="1304"/>
                  </a:lnTo>
                  <a:lnTo>
                    <a:pt x="258" y="1324"/>
                  </a:lnTo>
                  <a:lnTo>
                    <a:pt x="258" y="1363"/>
                  </a:lnTo>
                  <a:lnTo>
                    <a:pt x="258" y="1383"/>
                  </a:lnTo>
                  <a:lnTo>
                    <a:pt x="277" y="1383"/>
                  </a:lnTo>
                  <a:lnTo>
                    <a:pt x="291" y="1330"/>
                  </a:lnTo>
                  <a:lnTo>
                    <a:pt x="317" y="1264"/>
                  </a:lnTo>
                  <a:lnTo>
                    <a:pt x="356" y="1199"/>
                  </a:lnTo>
                  <a:lnTo>
                    <a:pt x="356" y="1205"/>
                  </a:lnTo>
                  <a:lnTo>
                    <a:pt x="376" y="1185"/>
                  </a:lnTo>
                  <a:lnTo>
                    <a:pt x="376" y="1166"/>
                  </a:lnTo>
                  <a:lnTo>
                    <a:pt x="396" y="1126"/>
                  </a:lnTo>
                  <a:lnTo>
                    <a:pt x="396" y="1166"/>
                  </a:lnTo>
                  <a:lnTo>
                    <a:pt x="376" y="1225"/>
                  </a:lnTo>
                  <a:lnTo>
                    <a:pt x="396" y="1205"/>
                  </a:lnTo>
                  <a:lnTo>
                    <a:pt x="396" y="1205"/>
                  </a:lnTo>
                  <a:lnTo>
                    <a:pt x="356" y="1284"/>
                  </a:lnTo>
                  <a:lnTo>
                    <a:pt x="337" y="1324"/>
                  </a:lnTo>
                  <a:lnTo>
                    <a:pt x="317" y="1383"/>
                  </a:lnTo>
                  <a:lnTo>
                    <a:pt x="337" y="1363"/>
                  </a:lnTo>
                  <a:lnTo>
                    <a:pt x="297" y="1442"/>
                  </a:lnTo>
                  <a:lnTo>
                    <a:pt x="317" y="1442"/>
                  </a:lnTo>
                  <a:lnTo>
                    <a:pt x="317" y="1462"/>
                  </a:lnTo>
                  <a:lnTo>
                    <a:pt x="337" y="1383"/>
                  </a:lnTo>
                  <a:lnTo>
                    <a:pt x="337" y="1442"/>
                  </a:lnTo>
                  <a:lnTo>
                    <a:pt x="356" y="1482"/>
                  </a:lnTo>
                  <a:lnTo>
                    <a:pt x="376" y="1422"/>
                  </a:lnTo>
                  <a:lnTo>
                    <a:pt x="396" y="1403"/>
                  </a:lnTo>
                  <a:lnTo>
                    <a:pt x="396" y="1403"/>
                  </a:lnTo>
                  <a:lnTo>
                    <a:pt x="376" y="1442"/>
                  </a:lnTo>
                  <a:lnTo>
                    <a:pt x="376" y="1482"/>
                  </a:lnTo>
                  <a:lnTo>
                    <a:pt x="416" y="1442"/>
                  </a:lnTo>
                  <a:lnTo>
                    <a:pt x="455" y="1363"/>
                  </a:lnTo>
                  <a:lnTo>
                    <a:pt x="455" y="1403"/>
                  </a:lnTo>
                  <a:lnTo>
                    <a:pt x="455" y="1442"/>
                  </a:lnTo>
                  <a:lnTo>
                    <a:pt x="475" y="1462"/>
                  </a:lnTo>
                  <a:lnTo>
                    <a:pt x="574" y="1284"/>
                  </a:lnTo>
                  <a:lnTo>
                    <a:pt x="633" y="1166"/>
                  </a:lnTo>
                  <a:lnTo>
                    <a:pt x="672" y="1067"/>
                  </a:lnTo>
                  <a:lnTo>
                    <a:pt x="672" y="1126"/>
                  </a:lnTo>
                  <a:lnTo>
                    <a:pt x="653" y="1166"/>
                  </a:lnTo>
                  <a:lnTo>
                    <a:pt x="633" y="1245"/>
                  </a:lnTo>
                  <a:lnTo>
                    <a:pt x="633" y="1225"/>
                  </a:lnTo>
                  <a:lnTo>
                    <a:pt x="593" y="1383"/>
                  </a:lnTo>
                  <a:lnTo>
                    <a:pt x="554" y="1422"/>
                  </a:lnTo>
                  <a:lnTo>
                    <a:pt x="574" y="1363"/>
                  </a:lnTo>
                  <a:lnTo>
                    <a:pt x="534" y="1442"/>
                  </a:lnTo>
                  <a:lnTo>
                    <a:pt x="521" y="1508"/>
                  </a:lnTo>
                  <a:lnTo>
                    <a:pt x="534" y="1482"/>
                  </a:lnTo>
                  <a:lnTo>
                    <a:pt x="534" y="1541"/>
                  </a:lnTo>
                  <a:lnTo>
                    <a:pt x="554" y="1521"/>
                  </a:lnTo>
                  <a:lnTo>
                    <a:pt x="554" y="1541"/>
                  </a:lnTo>
                  <a:lnTo>
                    <a:pt x="593" y="1462"/>
                  </a:lnTo>
                  <a:lnTo>
                    <a:pt x="593" y="1482"/>
                  </a:lnTo>
                  <a:lnTo>
                    <a:pt x="574" y="1521"/>
                  </a:lnTo>
                  <a:lnTo>
                    <a:pt x="613" y="1501"/>
                  </a:lnTo>
                  <a:lnTo>
                    <a:pt x="653" y="1422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712" y="1343"/>
                  </a:lnTo>
                  <a:lnTo>
                    <a:pt x="692" y="1403"/>
                  </a:lnTo>
                  <a:lnTo>
                    <a:pt x="672" y="1403"/>
                  </a:lnTo>
                  <a:lnTo>
                    <a:pt x="672" y="1422"/>
                  </a:lnTo>
                  <a:lnTo>
                    <a:pt x="692" y="1422"/>
                  </a:lnTo>
                  <a:lnTo>
                    <a:pt x="732" y="1363"/>
                  </a:lnTo>
                  <a:lnTo>
                    <a:pt x="732" y="1383"/>
                  </a:lnTo>
                  <a:lnTo>
                    <a:pt x="672" y="1501"/>
                  </a:lnTo>
                  <a:lnTo>
                    <a:pt x="692" y="1442"/>
                  </a:lnTo>
                  <a:lnTo>
                    <a:pt x="653" y="1501"/>
                  </a:lnTo>
                  <a:lnTo>
                    <a:pt x="633" y="1521"/>
                  </a:lnTo>
                  <a:lnTo>
                    <a:pt x="653" y="1482"/>
                  </a:lnTo>
                  <a:lnTo>
                    <a:pt x="633" y="1482"/>
                  </a:lnTo>
                  <a:lnTo>
                    <a:pt x="613" y="1521"/>
                  </a:lnTo>
                  <a:lnTo>
                    <a:pt x="613" y="1541"/>
                  </a:lnTo>
                  <a:lnTo>
                    <a:pt x="633" y="1561"/>
                  </a:lnTo>
                  <a:lnTo>
                    <a:pt x="633" y="1580"/>
                  </a:lnTo>
                  <a:lnTo>
                    <a:pt x="692" y="1501"/>
                  </a:lnTo>
                  <a:lnTo>
                    <a:pt x="712" y="1442"/>
                  </a:lnTo>
                  <a:lnTo>
                    <a:pt x="751" y="1383"/>
                  </a:lnTo>
                  <a:lnTo>
                    <a:pt x="712" y="1482"/>
                  </a:lnTo>
                  <a:lnTo>
                    <a:pt x="712" y="1521"/>
                  </a:lnTo>
                  <a:lnTo>
                    <a:pt x="751" y="1442"/>
                  </a:lnTo>
                  <a:lnTo>
                    <a:pt x="791" y="1383"/>
                  </a:lnTo>
                  <a:lnTo>
                    <a:pt x="771" y="1403"/>
                  </a:lnTo>
                  <a:lnTo>
                    <a:pt x="771" y="1383"/>
                  </a:lnTo>
                  <a:lnTo>
                    <a:pt x="791" y="1343"/>
                  </a:lnTo>
                  <a:lnTo>
                    <a:pt x="811" y="1304"/>
                  </a:lnTo>
                  <a:lnTo>
                    <a:pt x="830" y="1264"/>
                  </a:lnTo>
                  <a:lnTo>
                    <a:pt x="830" y="1304"/>
                  </a:lnTo>
                  <a:lnTo>
                    <a:pt x="811" y="1363"/>
                  </a:lnTo>
                  <a:lnTo>
                    <a:pt x="732" y="1501"/>
                  </a:lnTo>
                  <a:lnTo>
                    <a:pt x="732" y="1521"/>
                  </a:lnTo>
                  <a:lnTo>
                    <a:pt x="732" y="1541"/>
                  </a:lnTo>
                  <a:lnTo>
                    <a:pt x="771" y="1442"/>
                  </a:lnTo>
                  <a:lnTo>
                    <a:pt x="811" y="1383"/>
                  </a:lnTo>
                  <a:lnTo>
                    <a:pt x="870" y="1324"/>
                  </a:lnTo>
                  <a:lnTo>
                    <a:pt x="811" y="1442"/>
                  </a:lnTo>
                  <a:lnTo>
                    <a:pt x="791" y="1482"/>
                  </a:lnTo>
                  <a:lnTo>
                    <a:pt x="761" y="1541"/>
                  </a:lnTo>
                  <a:lnTo>
                    <a:pt x="771" y="1521"/>
                  </a:lnTo>
                  <a:lnTo>
                    <a:pt x="791" y="1501"/>
                  </a:lnTo>
                  <a:lnTo>
                    <a:pt x="791" y="1541"/>
                  </a:lnTo>
                  <a:lnTo>
                    <a:pt x="830" y="1521"/>
                  </a:lnTo>
                  <a:lnTo>
                    <a:pt x="830" y="1482"/>
                  </a:lnTo>
                  <a:lnTo>
                    <a:pt x="850" y="1462"/>
                  </a:lnTo>
                  <a:lnTo>
                    <a:pt x="850" y="1482"/>
                  </a:lnTo>
                  <a:lnTo>
                    <a:pt x="850" y="1501"/>
                  </a:lnTo>
                  <a:lnTo>
                    <a:pt x="870" y="1482"/>
                  </a:lnTo>
                  <a:lnTo>
                    <a:pt x="890" y="1482"/>
                  </a:lnTo>
                  <a:lnTo>
                    <a:pt x="909" y="1462"/>
                  </a:lnTo>
                  <a:lnTo>
                    <a:pt x="890" y="1462"/>
                  </a:lnTo>
                  <a:lnTo>
                    <a:pt x="890" y="1442"/>
                  </a:lnTo>
                  <a:lnTo>
                    <a:pt x="909" y="1383"/>
                  </a:lnTo>
                  <a:lnTo>
                    <a:pt x="949" y="1343"/>
                  </a:lnTo>
                  <a:lnTo>
                    <a:pt x="969" y="1324"/>
                  </a:lnTo>
                  <a:lnTo>
                    <a:pt x="988" y="1324"/>
                  </a:lnTo>
                  <a:lnTo>
                    <a:pt x="988" y="1304"/>
                  </a:lnTo>
                  <a:lnTo>
                    <a:pt x="1008" y="1284"/>
                  </a:lnTo>
                  <a:lnTo>
                    <a:pt x="988" y="1363"/>
                  </a:lnTo>
                  <a:lnTo>
                    <a:pt x="1008" y="1343"/>
                  </a:lnTo>
                  <a:lnTo>
                    <a:pt x="988" y="1383"/>
                  </a:lnTo>
                  <a:lnTo>
                    <a:pt x="988" y="1403"/>
                  </a:lnTo>
                  <a:lnTo>
                    <a:pt x="1008" y="1383"/>
                  </a:lnTo>
                  <a:lnTo>
                    <a:pt x="1008" y="1383"/>
                  </a:lnTo>
                  <a:lnTo>
                    <a:pt x="988" y="1422"/>
                  </a:lnTo>
                  <a:lnTo>
                    <a:pt x="969" y="1482"/>
                  </a:lnTo>
                  <a:lnTo>
                    <a:pt x="1008" y="1422"/>
                  </a:lnTo>
                  <a:lnTo>
                    <a:pt x="1008" y="1442"/>
                  </a:lnTo>
                  <a:lnTo>
                    <a:pt x="1048" y="1403"/>
                  </a:lnTo>
                  <a:lnTo>
                    <a:pt x="1067" y="1343"/>
                  </a:lnTo>
                  <a:lnTo>
                    <a:pt x="1087" y="1284"/>
                  </a:lnTo>
                  <a:lnTo>
                    <a:pt x="1127" y="1284"/>
                  </a:lnTo>
                  <a:lnTo>
                    <a:pt x="1127" y="1324"/>
                  </a:lnTo>
                  <a:lnTo>
                    <a:pt x="1107" y="1363"/>
                  </a:lnTo>
                  <a:lnTo>
                    <a:pt x="1087" y="1383"/>
                  </a:lnTo>
                  <a:lnTo>
                    <a:pt x="1087" y="1422"/>
                  </a:lnTo>
                  <a:lnTo>
                    <a:pt x="1067" y="1482"/>
                  </a:lnTo>
                  <a:lnTo>
                    <a:pt x="1087" y="1442"/>
                  </a:lnTo>
                  <a:lnTo>
                    <a:pt x="1107" y="1422"/>
                  </a:lnTo>
                  <a:lnTo>
                    <a:pt x="1107" y="1422"/>
                  </a:lnTo>
                  <a:lnTo>
                    <a:pt x="1067" y="1521"/>
                  </a:lnTo>
                  <a:lnTo>
                    <a:pt x="1067" y="1541"/>
                  </a:lnTo>
                  <a:lnTo>
                    <a:pt x="1087" y="1501"/>
                  </a:lnTo>
                  <a:lnTo>
                    <a:pt x="1107" y="1462"/>
                  </a:lnTo>
                  <a:lnTo>
                    <a:pt x="1127" y="1442"/>
                  </a:lnTo>
                  <a:lnTo>
                    <a:pt x="1107" y="1482"/>
                  </a:lnTo>
                  <a:lnTo>
                    <a:pt x="1127" y="1482"/>
                  </a:lnTo>
                  <a:lnTo>
                    <a:pt x="1127" y="1501"/>
                  </a:lnTo>
                  <a:lnTo>
                    <a:pt x="1140" y="1462"/>
                  </a:lnTo>
                  <a:lnTo>
                    <a:pt x="1127" y="1462"/>
                  </a:lnTo>
                  <a:lnTo>
                    <a:pt x="1146" y="1422"/>
                  </a:lnTo>
                  <a:lnTo>
                    <a:pt x="1166" y="1403"/>
                  </a:lnTo>
                  <a:lnTo>
                    <a:pt x="1206" y="1403"/>
                  </a:lnTo>
                  <a:lnTo>
                    <a:pt x="1225" y="1363"/>
                  </a:lnTo>
                  <a:lnTo>
                    <a:pt x="1206" y="1422"/>
                  </a:lnTo>
                  <a:lnTo>
                    <a:pt x="1186" y="1482"/>
                  </a:lnTo>
                  <a:lnTo>
                    <a:pt x="1206" y="1462"/>
                  </a:lnTo>
                  <a:lnTo>
                    <a:pt x="1186" y="1541"/>
                  </a:lnTo>
                  <a:lnTo>
                    <a:pt x="1166" y="1600"/>
                  </a:lnTo>
                  <a:lnTo>
                    <a:pt x="1186" y="1600"/>
                  </a:lnTo>
                  <a:lnTo>
                    <a:pt x="1206" y="1521"/>
                  </a:lnTo>
                  <a:lnTo>
                    <a:pt x="1225" y="1501"/>
                  </a:lnTo>
                  <a:lnTo>
                    <a:pt x="1225" y="1521"/>
                  </a:lnTo>
                  <a:lnTo>
                    <a:pt x="1245" y="1442"/>
                  </a:lnTo>
                  <a:lnTo>
                    <a:pt x="1245" y="1501"/>
                  </a:lnTo>
                  <a:lnTo>
                    <a:pt x="1225" y="1541"/>
                  </a:lnTo>
                  <a:lnTo>
                    <a:pt x="1225" y="1580"/>
                  </a:lnTo>
                  <a:lnTo>
                    <a:pt x="1245" y="1541"/>
                  </a:lnTo>
                  <a:lnTo>
                    <a:pt x="1265" y="1501"/>
                  </a:lnTo>
                  <a:lnTo>
                    <a:pt x="1265" y="1501"/>
                  </a:lnTo>
                  <a:lnTo>
                    <a:pt x="1285" y="1521"/>
                  </a:lnTo>
                  <a:lnTo>
                    <a:pt x="1285" y="1501"/>
                  </a:lnTo>
                  <a:lnTo>
                    <a:pt x="1324" y="1442"/>
                  </a:lnTo>
                  <a:lnTo>
                    <a:pt x="1324" y="1422"/>
                  </a:lnTo>
                  <a:lnTo>
                    <a:pt x="1344" y="1363"/>
                  </a:lnTo>
                  <a:lnTo>
                    <a:pt x="1344" y="1403"/>
                  </a:lnTo>
                  <a:lnTo>
                    <a:pt x="1324" y="1462"/>
                  </a:lnTo>
                  <a:lnTo>
                    <a:pt x="1364" y="1422"/>
                  </a:lnTo>
                  <a:lnTo>
                    <a:pt x="1384" y="1403"/>
                  </a:lnTo>
                  <a:lnTo>
                    <a:pt x="1403" y="1363"/>
                  </a:lnTo>
                  <a:lnTo>
                    <a:pt x="1423" y="1324"/>
                  </a:lnTo>
                  <a:lnTo>
                    <a:pt x="1403" y="1403"/>
                  </a:lnTo>
                  <a:lnTo>
                    <a:pt x="1384" y="1442"/>
                  </a:lnTo>
                  <a:lnTo>
                    <a:pt x="1364" y="1501"/>
                  </a:lnTo>
                  <a:lnTo>
                    <a:pt x="1364" y="1521"/>
                  </a:lnTo>
                  <a:lnTo>
                    <a:pt x="1324" y="1580"/>
                  </a:lnTo>
                  <a:lnTo>
                    <a:pt x="1344" y="1561"/>
                  </a:lnTo>
                  <a:lnTo>
                    <a:pt x="1364" y="1541"/>
                  </a:lnTo>
                  <a:lnTo>
                    <a:pt x="1364" y="1561"/>
                  </a:lnTo>
                  <a:lnTo>
                    <a:pt x="1384" y="1501"/>
                  </a:lnTo>
                  <a:lnTo>
                    <a:pt x="1403" y="1442"/>
                  </a:lnTo>
                  <a:lnTo>
                    <a:pt x="1403" y="1442"/>
                  </a:lnTo>
                  <a:lnTo>
                    <a:pt x="1384" y="1521"/>
                  </a:lnTo>
                  <a:lnTo>
                    <a:pt x="1403" y="1521"/>
                  </a:lnTo>
                  <a:lnTo>
                    <a:pt x="1403" y="1501"/>
                  </a:lnTo>
                  <a:lnTo>
                    <a:pt x="1443" y="1422"/>
                  </a:lnTo>
                  <a:lnTo>
                    <a:pt x="1463" y="1363"/>
                  </a:lnTo>
                  <a:lnTo>
                    <a:pt x="1482" y="1343"/>
                  </a:lnTo>
                  <a:lnTo>
                    <a:pt x="1502" y="1304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502" y="1284"/>
                  </a:lnTo>
                  <a:lnTo>
                    <a:pt x="1522" y="1264"/>
                  </a:lnTo>
                  <a:lnTo>
                    <a:pt x="1502" y="1363"/>
                  </a:lnTo>
                  <a:lnTo>
                    <a:pt x="1443" y="1482"/>
                  </a:lnTo>
                  <a:lnTo>
                    <a:pt x="1384" y="1620"/>
                  </a:lnTo>
                  <a:lnTo>
                    <a:pt x="1384" y="1620"/>
                  </a:lnTo>
                  <a:lnTo>
                    <a:pt x="1403" y="1600"/>
                  </a:lnTo>
                  <a:lnTo>
                    <a:pt x="1423" y="1620"/>
                  </a:lnTo>
                  <a:lnTo>
                    <a:pt x="1423" y="1640"/>
                  </a:lnTo>
                  <a:lnTo>
                    <a:pt x="1463" y="1561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482" y="1501"/>
                  </a:lnTo>
                  <a:lnTo>
                    <a:pt x="1488" y="1498"/>
                  </a:lnTo>
                  <a:lnTo>
                    <a:pt x="1488" y="1498"/>
                  </a:lnTo>
                  <a:lnTo>
                    <a:pt x="1502" y="1462"/>
                  </a:lnTo>
                  <a:lnTo>
                    <a:pt x="1522" y="1462"/>
                  </a:lnTo>
                  <a:lnTo>
                    <a:pt x="1522" y="1475"/>
                  </a:lnTo>
                  <a:lnTo>
                    <a:pt x="1542" y="1462"/>
                  </a:lnTo>
                  <a:lnTo>
                    <a:pt x="1561" y="1442"/>
                  </a:lnTo>
                  <a:lnTo>
                    <a:pt x="1581" y="1403"/>
                  </a:lnTo>
                  <a:lnTo>
                    <a:pt x="1621" y="1324"/>
                  </a:lnTo>
                  <a:lnTo>
                    <a:pt x="1640" y="1304"/>
                  </a:lnTo>
                  <a:lnTo>
                    <a:pt x="1660" y="1245"/>
                  </a:lnTo>
                  <a:lnTo>
                    <a:pt x="1680" y="1264"/>
                  </a:lnTo>
                  <a:lnTo>
                    <a:pt x="1640" y="1304"/>
                  </a:lnTo>
                  <a:lnTo>
                    <a:pt x="1660" y="1324"/>
                  </a:lnTo>
                  <a:lnTo>
                    <a:pt x="1680" y="1304"/>
                  </a:lnTo>
                  <a:lnTo>
                    <a:pt x="1640" y="1363"/>
                  </a:lnTo>
                  <a:lnTo>
                    <a:pt x="1621" y="1383"/>
                  </a:lnTo>
                  <a:lnTo>
                    <a:pt x="1621" y="1403"/>
                  </a:lnTo>
                  <a:lnTo>
                    <a:pt x="1581" y="1501"/>
                  </a:lnTo>
                  <a:lnTo>
                    <a:pt x="1601" y="1462"/>
                  </a:lnTo>
                  <a:lnTo>
                    <a:pt x="1640" y="1403"/>
                  </a:lnTo>
                  <a:lnTo>
                    <a:pt x="1621" y="1482"/>
                  </a:lnTo>
                  <a:lnTo>
                    <a:pt x="1640" y="1482"/>
                  </a:lnTo>
                  <a:lnTo>
                    <a:pt x="1660" y="1442"/>
                  </a:lnTo>
                  <a:lnTo>
                    <a:pt x="1700" y="1363"/>
                  </a:lnTo>
                  <a:lnTo>
                    <a:pt x="1719" y="1324"/>
                  </a:lnTo>
                  <a:lnTo>
                    <a:pt x="1739" y="1304"/>
                  </a:lnTo>
                  <a:lnTo>
                    <a:pt x="1759" y="1264"/>
                  </a:lnTo>
                  <a:lnTo>
                    <a:pt x="1739" y="1245"/>
                  </a:lnTo>
                  <a:lnTo>
                    <a:pt x="1779" y="1166"/>
                  </a:lnTo>
                  <a:lnTo>
                    <a:pt x="1818" y="1106"/>
                  </a:lnTo>
                  <a:lnTo>
                    <a:pt x="1877" y="1027"/>
                  </a:lnTo>
                  <a:lnTo>
                    <a:pt x="1858" y="1087"/>
                  </a:lnTo>
                  <a:lnTo>
                    <a:pt x="1877" y="1047"/>
                  </a:lnTo>
                  <a:lnTo>
                    <a:pt x="1877" y="1067"/>
                  </a:lnTo>
                  <a:lnTo>
                    <a:pt x="1897" y="1067"/>
                  </a:lnTo>
                  <a:lnTo>
                    <a:pt x="1917" y="1027"/>
                  </a:lnTo>
                  <a:lnTo>
                    <a:pt x="1937" y="948"/>
                  </a:lnTo>
                  <a:lnTo>
                    <a:pt x="1937" y="988"/>
                  </a:lnTo>
                  <a:lnTo>
                    <a:pt x="1917" y="1047"/>
                  </a:lnTo>
                  <a:lnTo>
                    <a:pt x="1917" y="1067"/>
                  </a:lnTo>
                  <a:lnTo>
                    <a:pt x="1858" y="1205"/>
                  </a:lnTo>
                  <a:lnTo>
                    <a:pt x="1877" y="1185"/>
                  </a:lnTo>
                  <a:lnTo>
                    <a:pt x="1779" y="1363"/>
                  </a:lnTo>
                  <a:lnTo>
                    <a:pt x="1798" y="1403"/>
                  </a:lnTo>
                  <a:lnTo>
                    <a:pt x="1798" y="1422"/>
                  </a:lnTo>
                  <a:lnTo>
                    <a:pt x="1818" y="1403"/>
                  </a:lnTo>
                  <a:lnTo>
                    <a:pt x="1759" y="1541"/>
                  </a:lnTo>
                  <a:lnTo>
                    <a:pt x="1779" y="1521"/>
                  </a:lnTo>
                  <a:lnTo>
                    <a:pt x="1779" y="1541"/>
                  </a:lnTo>
                  <a:lnTo>
                    <a:pt x="1759" y="1600"/>
                  </a:lnTo>
                  <a:lnTo>
                    <a:pt x="1798" y="1541"/>
                  </a:lnTo>
                  <a:lnTo>
                    <a:pt x="1818" y="1462"/>
                  </a:lnTo>
                  <a:lnTo>
                    <a:pt x="1818" y="1482"/>
                  </a:lnTo>
                  <a:lnTo>
                    <a:pt x="1838" y="1462"/>
                  </a:lnTo>
                  <a:lnTo>
                    <a:pt x="1838" y="1403"/>
                  </a:lnTo>
                  <a:lnTo>
                    <a:pt x="1877" y="1403"/>
                  </a:lnTo>
                  <a:lnTo>
                    <a:pt x="1877" y="1442"/>
                  </a:lnTo>
                  <a:lnTo>
                    <a:pt x="1858" y="1482"/>
                  </a:lnTo>
                  <a:lnTo>
                    <a:pt x="1838" y="1501"/>
                  </a:lnTo>
                  <a:lnTo>
                    <a:pt x="1838" y="154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38" y="1580"/>
                  </a:lnTo>
                  <a:lnTo>
                    <a:pt x="1818" y="1620"/>
                  </a:lnTo>
                  <a:lnTo>
                    <a:pt x="1877" y="1541"/>
                  </a:lnTo>
                  <a:lnTo>
                    <a:pt x="1858" y="1600"/>
                  </a:lnTo>
                  <a:lnTo>
                    <a:pt x="1838" y="1660"/>
                  </a:lnTo>
                  <a:lnTo>
                    <a:pt x="1877" y="1580"/>
                  </a:lnTo>
                  <a:lnTo>
                    <a:pt x="1897" y="1541"/>
                  </a:lnTo>
                  <a:lnTo>
                    <a:pt x="1937" y="1501"/>
                  </a:lnTo>
                  <a:lnTo>
                    <a:pt x="1956" y="1442"/>
                  </a:lnTo>
                  <a:lnTo>
                    <a:pt x="1956" y="1462"/>
                  </a:lnTo>
                  <a:lnTo>
                    <a:pt x="1976" y="1422"/>
                  </a:lnTo>
                  <a:lnTo>
                    <a:pt x="1976" y="1383"/>
                  </a:lnTo>
                  <a:lnTo>
                    <a:pt x="1996" y="1383"/>
                  </a:lnTo>
                  <a:lnTo>
                    <a:pt x="1996" y="1403"/>
                  </a:lnTo>
                  <a:lnTo>
                    <a:pt x="1917" y="1580"/>
                  </a:lnTo>
                  <a:lnTo>
                    <a:pt x="1956" y="1521"/>
                  </a:lnTo>
                  <a:lnTo>
                    <a:pt x="1976" y="1482"/>
                  </a:lnTo>
                  <a:lnTo>
                    <a:pt x="1996" y="1462"/>
                  </a:lnTo>
                  <a:lnTo>
                    <a:pt x="2016" y="1442"/>
                  </a:lnTo>
                  <a:lnTo>
                    <a:pt x="2055" y="1343"/>
                  </a:lnTo>
                  <a:lnTo>
                    <a:pt x="2055" y="1383"/>
                  </a:lnTo>
                  <a:lnTo>
                    <a:pt x="2016" y="1482"/>
                  </a:lnTo>
                  <a:lnTo>
                    <a:pt x="2035" y="1482"/>
                  </a:lnTo>
                  <a:lnTo>
                    <a:pt x="1996" y="1600"/>
                  </a:lnTo>
                  <a:lnTo>
                    <a:pt x="2016" y="1580"/>
                  </a:lnTo>
                  <a:lnTo>
                    <a:pt x="2035" y="1541"/>
                  </a:lnTo>
                  <a:lnTo>
                    <a:pt x="2035" y="1521"/>
                  </a:lnTo>
                  <a:lnTo>
                    <a:pt x="2055" y="1482"/>
                  </a:lnTo>
                  <a:lnTo>
                    <a:pt x="2075" y="1403"/>
                  </a:lnTo>
                  <a:lnTo>
                    <a:pt x="2095" y="1324"/>
                  </a:lnTo>
                  <a:lnTo>
                    <a:pt x="2095" y="1284"/>
                  </a:lnTo>
                  <a:lnTo>
                    <a:pt x="2095" y="1245"/>
                  </a:lnTo>
                  <a:lnTo>
                    <a:pt x="2055" y="1324"/>
                  </a:lnTo>
                  <a:lnTo>
                    <a:pt x="2035" y="1383"/>
                  </a:lnTo>
                  <a:lnTo>
                    <a:pt x="2016" y="1383"/>
                  </a:lnTo>
                  <a:lnTo>
                    <a:pt x="2035" y="1343"/>
                  </a:lnTo>
                  <a:lnTo>
                    <a:pt x="2055" y="1304"/>
                  </a:lnTo>
                  <a:lnTo>
                    <a:pt x="2095" y="1225"/>
                  </a:lnTo>
                  <a:lnTo>
                    <a:pt x="2154" y="1106"/>
                  </a:lnTo>
                  <a:lnTo>
                    <a:pt x="2213" y="1027"/>
                  </a:lnTo>
                  <a:lnTo>
                    <a:pt x="2233" y="968"/>
                  </a:lnTo>
                  <a:lnTo>
                    <a:pt x="2238" y="968"/>
                  </a:lnTo>
                  <a:lnTo>
                    <a:pt x="2253" y="909"/>
                  </a:lnTo>
                  <a:lnTo>
                    <a:pt x="2253" y="889"/>
                  </a:lnTo>
                  <a:lnTo>
                    <a:pt x="2233" y="909"/>
                  </a:lnTo>
                  <a:lnTo>
                    <a:pt x="2272" y="850"/>
                  </a:lnTo>
                  <a:lnTo>
                    <a:pt x="2272" y="830"/>
                  </a:lnTo>
                  <a:lnTo>
                    <a:pt x="2272" y="810"/>
                  </a:lnTo>
                  <a:lnTo>
                    <a:pt x="2233" y="889"/>
                  </a:lnTo>
                  <a:lnTo>
                    <a:pt x="2233" y="869"/>
                  </a:lnTo>
                  <a:lnTo>
                    <a:pt x="2213" y="869"/>
                  </a:lnTo>
                  <a:lnTo>
                    <a:pt x="2193" y="889"/>
                  </a:lnTo>
                  <a:lnTo>
                    <a:pt x="2174" y="909"/>
                  </a:lnTo>
                  <a:lnTo>
                    <a:pt x="2154" y="948"/>
                  </a:lnTo>
                  <a:lnTo>
                    <a:pt x="2134" y="968"/>
                  </a:lnTo>
                  <a:lnTo>
                    <a:pt x="2114" y="968"/>
                  </a:lnTo>
                  <a:lnTo>
                    <a:pt x="2134" y="929"/>
                  </a:lnTo>
                  <a:lnTo>
                    <a:pt x="2075" y="988"/>
                  </a:lnTo>
                  <a:lnTo>
                    <a:pt x="2055" y="1087"/>
                  </a:lnTo>
                  <a:lnTo>
                    <a:pt x="2035" y="1126"/>
                  </a:lnTo>
                  <a:lnTo>
                    <a:pt x="2035" y="1106"/>
                  </a:lnTo>
                  <a:lnTo>
                    <a:pt x="2035" y="1067"/>
                  </a:lnTo>
                  <a:lnTo>
                    <a:pt x="2095" y="929"/>
                  </a:lnTo>
                  <a:lnTo>
                    <a:pt x="2035" y="1008"/>
                  </a:lnTo>
                  <a:lnTo>
                    <a:pt x="2075" y="909"/>
                  </a:lnTo>
                  <a:lnTo>
                    <a:pt x="2114" y="869"/>
                  </a:lnTo>
                  <a:lnTo>
                    <a:pt x="2114" y="889"/>
                  </a:lnTo>
                  <a:lnTo>
                    <a:pt x="2134" y="869"/>
                  </a:lnTo>
                  <a:lnTo>
                    <a:pt x="2134" y="889"/>
                  </a:lnTo>
                  <a:lnTo>
                    <a:pt x="2154" y="830"/>
                  </a:lnTo>
                  <a:lnTo>
                    <a:pt x="2174" y="830"/>
                  </a:lnTo>
                  <a:lnTo>
                    <a:pt x="2193" y="790"/>
                  </a:lnTo>
                  <a:lnTo>
                    <a:pt x="2193" y="751"/>
                  </a:lnTo>
                  <a:lnTo>
                    <a:pt x="2213" y="711"/>
                  </a:lnTo>
                  <a:lnTo>
                    <a:pt x="2193" y="731"/>
                  </a:lnTo>
                  <a:lnTo>
                    <a:pt x="2233" y="613"/>
                  </a:lnTo>
                  <a:lnTo>
                    <a:pt x="2253" y="613"/>
                  </a:lnTo>
                  <a:lnTo>
                    <a:pt x="2253" y="593"/>
                  </a:lnTo>
                  <a:lnTo>
                    <a:pt x="2253" y="573"/>
                  </a:lnTo>
                  <a:lnTo>
                    <a:pt x="2154" y="751"/>
                  </a:lnTo>
                  <a:lnTo>
                    <a:pt x="2134" y="771"/>
                  </a:lnTo>
                  <a:lnTo>
                    <a:pt x="2114" y="751"/>
                  </a:lnTo>
                  <a:lnTo>
                    <a:pt x="2154" y="711"/>
                  </a:lnTo>
                  <a:lnTo>
                    <a:pt x="2193" y="632"/>
                  </a:lnTo>
                  <a:lnTo>
                    <a:pt x="2174" y="652"/>
                  </a:lnTo>
                  <a:lnTo>
                    <a:pt x="2174" y="632"/>
                  </a:lnTo>
                  <a:lnTo>
                    <a:pt x="2154" y="672"/>
                  </a:lnTo>
                  <a:lnTo>
                    <a:pt x="2154" y="652"/>
                  </a:lnTo>
                  <a:lnTo>
                    <a:pt x="2174" y="573"/>
                  </a:lnTo>
                  <a:lnTo>
                    <a:pt x="2193" y="593"/>
                  </a:lnTo>
                  <a:lnTo>
                    <a:pt x="2213" y="534"/>
                  </a:lnTo>
                  <a:lnTo>
                    <a:pt x="2213" y="553"/>
                  </a:lnTo>
                  <a:lnTo>
                    <a:pt x="2233" y="494"/>
                  </a:lnTo>
                  <a:lnTo>
                    <a:pt x="2213" y="494"/>
                  </a:lnTo>
                  <a:lnTo>
                    <a:pt x="2213" y="514"/>
                  </a:lnTo>
                  <a:lnTo>
                    <a:pt x="2193" y="514"/>
                  </a:lnTo>
                  <a:lnTo>
                    <a:pt x="2233" y="435"/>
                  </a:lnTo>
                  <a:lnTo>
                    <a:pt x="2233" y="415"/>
                  </a:lnTo>
                  <a:lnTo>
                    <a:pt x="2213" y="395"/>
                  </a:lnTo>
                  <a:lnTo>
                    <a:pt x="2193" y="395"/>
                  </a:lnTo>
                  <a:lnTo>
                    <a:pt x="2174" y="455"/>
                  </a:lnTo>
                  <a:lnTo>
                    <a:pt x="2114" y="534"/>
                  </a:lnTo>
                  <a:lnTo>
                    <a:pt x="2154" y="435"/>
                  </a:lnTo>
                  <a:lnTo>
                    <a:pt x="2154" y="376"/>
                  </a:lnTo>
                  <a:lnTo>
                    <a:pt x="2144" y="405"/>
                  </a:lnTo>
                  <a:lnTo>
                    <a:pt x="2144" y="405"/>
                  </a:lnTo>
                  <a:lnTo>
                    <a:pt x="2134" y="415"/>
                  </a:lnTo>
                  <a:lnTo>
                    <a:pt x="2114" y="455"/>
                  </a:lnTo>
                  <a:lnTo>
                    <a:pt x="2114" y="455"/>
                  </a:lnTo>
                  <a:lnTo>
                    <a:pt x="2141" y="415"/>
                  </a:lnTo>
                  <a:lnTo>
                    <a:pt x="2141" y="415"/>
                  </a:lnTo>
                  <a:lnTo>
                    <a:pt x="2134" y="435"/>
                  </a:lnTo>
                  <a:lnTo>
                    <a:pt x="2114" y="494"/>
                  </a:lnTo>
                  <a:lnTo>
                    <a:pt x="2075" y="553"/>
                  </a:lnTo>
                  <a:lnTo>
                    <a:pt x="2055" y="553"/>
                  </a:lnTo>
                  <a:lnTo>
                    <a:pt x="2095" y="494"/>
                  </a:lnTo>
                  <a:lnTo>
                    <a:pt x="2114" y="474"/>
                  </a:lnTo>
                  <a:lnTo>
                    <a:pt x="2114" y="455"/>
                  </a:lnTo>
                  <a:lnTo>
                    <a:pt x="2114" y="435"/>
                  </a:lnTo>
                  <a:lnTo>
                    <a:pt x="2114" y="356"/>
                  </a:lnTo>
                  <a:lnTo>
                    <a:pt x="2075" y="415"/>
                  </a:lnTo>
                  <a:lnTo>
                    <a:pt x="2055" y="455"/>
                  </a:lnTo>
                  <a:lnTo>
                    <a:pt x="2075" y="435"/>
                  </a:lnTo>
                  <a:lnTo>
                    <a:pt x="2075" y="455"/>
                  </a:lnTo>
                  <a:lnTo>
                    <a:pt x="2035" y="534"/>
                  </a:lnTo>
                  <a:lnTo>
                    <a:pt x="2035" y="494"/>
                  </a:lnTo>
                  <a:lnTo>
                    <a:pt x="2035" y="455"/>
                  </a:lnTo>
                  <a:lnTo>
                    <a:pt x="2055" y="415"/>
                  </a:lnTo>
                  <a:lnTo>
                    <a:pt x="2055" y="435"/>
                  </a:lnTo>
                  <a:lnTo>
                    <a:pt x="2075" y="395"/>
                  </a:lnTo>
                  <a:lnTo>
                    <a:pt x="2035" y="395"/>
                  </a:lnTo>
                  <a:lnTo>
                    <a:pt x="2035" y="376"/>
                  </a:lnTo>
                  <a:lnTo>
                    <a:pt x="2035" y="356"/>
                  </a:lnTo>
                  <a:lnTo>
                    <a:pt x="1996" y="415"/>
                  </a:lnTo>
                  <a:lnTo>
                    <a:pt x="1976" y="494"/>
                  </a:lnTo>
                  <a:lnTo>
                    <a:pt x="1976" y="455"/>
                  </a:lnTo>
                  <a:lnTo>
                    <a:pt x="1996" y="415"/>
                  </a:lnTo>
                  <a:lnTo>
                    <a:pt x="1996" y="395"/>
                  </a:lnTo>
                  <a:lnTo>
                    <a:pt x="1976" y="395"/>
                  </a:lnTo>
                  <a:lnTo>
                    <a:pt x="1996" y="356"/>
                  </a:lnTo>
                  <a:lnTo>
                    <a:pt x="1956" y="395"/>
                  </a:lnTo>
                  <a:lnTo>
                    <a:pt x="1976" y="356"/>
                  </a:lnTo>
                  <a:lnTo>
                    <a:pt x="1976" y="336"/>
                  </a:lnTo>
                  <a:lnTo>
                    <a:pt x="1956" y="336"/>
                  </a:lnTo>
                  <a:lnTo>
                    <a:pt x="1917" y="376"/>
                  </a:lnTo>
                  <a:lnTo>
                    <a:pt x="1897" y="415"/>
                  </a:lnTo>
                  <a:lnTo>
                    <a:pt x="1858" y="435"/>
                  </a:lnTo>
                  <a:lnTo>
                    <a:pt x="1858" y="435"/>
                  </a:lnTo>
                  <a:lnTo>
                    <a:pt x="1917" y="356"/>
                  </a:lnTo>
                  <a:lnTo>
                    <a:pt x="1937" y="316"/>
                  </a:lnTo>
                  <a:lnTo>
                    <a:pt x="1937" y="297"/>
                  </a:lnTo>
                  <a:lnTo>
                    <a:pt x="1917" y="297"/>
                  </a:lnTo>
                  <a:lnTo>
                    <a:pt x="1897" y="316"/>
                  </a:lnTo>
                  <a:lnTo>
                    <a:pt x="1858" y="376"/>
                  </a:lnTo>
                  <a:lnTo>
                    <a:pt x="1858" y="376"/>
                  </a:lnTo>
                  <a:lnTo>
                    <a:pt x="1877" y="316"/>
                  </a:lnTo>
                  <a:lnTo>
                    <a:pt x="1838" y="376"/>
                  </a:lnTo>
                  <a:lnTo>
                    <a:pt x="1818" y="376"/>
                  </a:lnTo>
                  <a:lnTo>
                    <a:pt x="1838" y="336"/>
                  </a:lnTo>
                  <a:lnTo>
                    <a:pt x="1798" y="395"/>
                  </a:lnTo>
                  <a:lnTo>
                    <a:pt x="1759" y="474"/>
                  </a:lnTo>
                  <a:lnTo>
                    <a:pt x="1759" y="514"/>
                  </a:lnTo>
                  <a:lnTo>
                    <a:pt x="1779" y="494"/>
                  </a:lnTo>
                  <a:lnTo>
                    <a:pt x="1798" y="474"/>
                  </a:lnTo>
                  <a:lnTo>
                    <a:pt x="1798" y="474"/>
                  </a:lnTo>
                  <a:lnTo>
                    <a:pt x="1779" y="534"/>
                  </a:lnTo>
                  <a:lnTo>
                    <a:pt x="1759" y="613"/>
                  </a:lnTo>
                  <a:lnTo>
                    <a:pt x="1759" y="573"/>
                  </a:lnTo>
                  <a:lnTo>
                    <a:pt x="1739" y="613"/>
                  </a:lnTo>
                  <a:lnTo>
                    <a:pt x="1739" y="652"/>
                  </a:lnTo>
                  <a:lnTo>
                    <a:pt x="1680" y="711"/>
                  </a:lnTo>
                  <a:lnTo>
                    <a:pt x="1700" y="672"/>
                  </a:lnTo>
                  <a:lnTo>
                    <a:pt x="1719" y="632"/>
                  </a:lnTo>
                  <a:lnTo>
                    <a:pt x="1739" y="553"/>
                  </a:lnTo>
                  <a:lnTo>
                    <a:pt x="1719" y="593"/>
                  </a:lnTo>
                  <a:lnTo>
                    <a:pt x="1680" y="692"/>
                  </a:lnTo>
                  <a:lnTo>
                    <a:pt x="1660" y="731"/>
                  </a:lnTo>
                  <a:lnTo>
                    <a:pt x="1660" y="711"/>
                  </a:lnTo>
                  <a:lnTo>
                    <a:pt x="1660" y="672"/>
                  </a:lnTo>
                  <a:lnTo>
                    <a:pt x="1621" y="692"/>
                  </a:lnTo>
                  <a:lnTo>
                    <a:pt x="1660" y="632"/>
                  </a:lnTo>
                  <a:lnTo>
                    <a:pt x="1660" y="652"/>
                  </a:lnTo>
                  <a:lnTo>
                    <a:pt x="1680" y="613"/>
                  </a:lnTo>
                  <a:lnTo>
                    <a:pt x="1700" y="573"/>
                  </a:lnTo>
                  <a:lnTo>
                    <a:pt x="1719" y="514"/>
                  </a:lnTo>
                  <a:lnTo>
                    <a:pt x="1739" y="455"/>
                  </a:lnTo>
                  <a:lnTo>
                    <a:pt x="1798" y="356"/>
                  </a:lnTo>
                  <a:lnTo>
                    <a:pt x="1798" y="316"/>
                  </a:lnTo>
                  <a:lnTo>
                    <a:pt x="1779" y="336"/>
                  </a:lnTo>
                  <a:lnTo>
                    <a:pt x="1759" y="336"/>
                  </a:lnTo>
                  <a:lnTo>
                    <a:pt x="1739" y="376"/>
                  </a:lnTo>
                  <a:lnTo>
                    <a:pt x="1759" y="316"/>
                  </a:lnTo>
                  <a:lnTo>
                    <a:pt x="1739" y="316"/>
                  </a:lnTo>
                  <a:lnTo>
                    <a:pt x="1700" y="356"/>
                  </a:lnTo>
                  <a:lnTo>
                    <a:pt x="1700" y="356"/>
                  </a:lnTo>
                  <a:lnTo>
                    <a:pt x="1719" y="277"/>
                  </a:lnTo>
                  <a:lnTo>
                    <a:pt x="1700" y="277"/>
                  </a:lnTo>
                  <a:lnTo>
                    <a:pt x="1660" y="316"/>
                  </a:lnTo>
                  <a:lnTo>
                    <a:pt x="1621" y="356"/>
                  </a:lnTo>
                  <a:lnTo>
                    <a:pt x="1601" y="336"/>
                  </a:lnTo>
                  <a:lnTo>
                    <a:pt x="1601" y="277"/>
                  </a:lnTo>
                  <a:lnTo>
                    <a:pt x="1581" y="297"/>
                  </a:lnTo>
                  <a:lnTo>
                    <a:pt x="1561" y="297"/>
                  </a:lnTo>
                  <a:lnTo>
                    <a:pt x="1581" y="257"/>
                  </a:lnTo>
                  <a:lnTo>
                    <a:pt x="1581" y="237"/>
                  </a:lnTo>
                  <a:lnTo>
                    <a:pt x="1561" y="257"/>
                  </a:lnTo>
                  <a:lnTo>
                    <a:pt x="1542" y="277"/>
                  </a:lnTo>
                  <a:lnTo>
                    <a:pt x="1502" y="356"/>
                  </a:lnTo>
                  <a:lnTo>
                    <a:pt x="1542" y="257"/>
                  </a:lnTo>
                  <a:lnTo>
                    <a:pt x="1542" y="257"/>
                  </a:lnTo>
                  <a:lnTo>
                    <a:pt x="1463" y="277"/>
                  </a:lnTo>
                  <a:lnTo>
                    <a:pt x="1403" y="277"/>
                  </a:lnTo>
                  <a:lnTo>
                    <a:pt x="1403" y="257"/>
                  </a:lnTo>
                  <a:lnTo>
                    <a:pt x="1384" y="257"/>
                  </a:lnTo>
                  <a:lnTo>
                    <a:pt x="1344" y="297"/>
                  </a:lnTo>
                  <a:lnTo>
                    <a:pt x="1324" y="316"/>
                  </a:lnTo>
                  <a:lnTo>
                    <a:pt x="1305" y="316"/>
                  </a:lnTo>
                  <a:lnTo>
                    <a:pt x="1305" y="297"/>
                  </a:lnTo>
                  <a:lnTo>
                    <a:pt x="1285" y="336"/>
                  </a:lnTo>
                  <a:lnTo>
                    <a:pt x="1245" y="395"/>
                  </a:lnTo>
                  <a:lnTo>
                    <a:pt x="1206" y="514"/>
                  </a:lnTo>
                  <a:lnTo>
                    <a:pt x="1186" y="514"/>
                  </a:lnTo>
                  <a:lnTo>
                    <a:pt x="1206" y="474"/>
                  </a:lnTo>
                  <a:lnTo>
                    <a:pt x="1206" y="435"/>
                  </a:lnTo>
                  <a:lnTo>
                    <a:pt x="1206" y="415"/>
                  </a:lnTo>
                  <a:lnTo>
                    <a:pt x="1245" y="336"/>
                  </a:lnTo>
                  <a:lnTo>
                    <a:pt x="1285" y="257"/>
                  </a:lnTo>
                  <a:lnTo>
                    <a:pt x="1285" y="257"/>
                  </a:lnTo>
                  <a:lnTo>
                    <a:pt x="1245" y="316"/>
                  </a:lnTo>
                  <a:lnTo>
                    <a:pt x="1225" y="316"/>
                  </a:lnTo>
                  <a:lnTo>
                    <a:pt x="1225" y="277"/>
                  </a:lnTo>
                  <a:lnTo>
                    <a:pt x="1225" y="257"/>
                  </a:lnTo>
                  <a:lnTo>
                    <a:pt x="1245" y="237"/>
                  </a:lnTo>
                  <a:lnTo>
                    <a:pt x="1225" y="218"/>
                  </a:lnTo>
                  <a:lnTo>
                    <a:pt x="1206" y="257"/>
                  </a:lnTo>
                  <a:lnTo>
                    <a:pt x="1186" y="297"/>
                  </a:lnTo>
                  <a:lnTo>
                    <a:pt x="1186" y="277"/>
                  </a:lnTo>
                  <a:lnTo>
                    <a:pt x="1166" y="336"/>
                  </a:lnTo>
                  <a:lnTo>
                    <a:pt x="1186" y="257"/>
                  </a:lnTo>
                  <a:lnTo>
                    <a:pt x="1166" y="297"/>
                  </a:lnTo>
                  <a:lnTo>
                    <a:pt x="1146" y="316"/>
                  </a:lnTo>
                  <a:lnTo>
                    <a:pt x="1146" y="297"/>
                  </a:lnTo>
                  <a:lnTo>
                    <a:pt x="1146" y="277"/>
                  </a:lnTo>
                  <a:lnTo>
                    <a:pt x="1166" y="218"/>
                  </a:lnTo>
                  <a:lnTo>
                    <a:pt x="1127" y="257"/>
                  </a:lnTo>
                  <a:lnTo>
                    <a:pt x="1146" y="218"/>
                  </a:lnTo>
                  <a:lnTo>
                    <a:pt x="1107" y="198"/>
                  </a:lnTo>
                  <a:lnTo>
                    <a:pt x="1107" y="178"/>
                  </a:lnTo>
                  <a:lnTo>
                    <a:pt x="1087" y="158"/>
                  </a:lnTo>
                  <a:lnTo>
                    <a:pt x="1067" y="178"/>
                  </a:lnTo>
                  <a:lnTo>
                    <a:pt x="1028" y="237"/>
                  </a:lnTo>
                  <a:lnTo>
                    <a:pt x="1028" y="257"/>
                  </a:lnTo>
                  <a:lnTo>
                    <a:pt x="1008" y="297"/>
                  </a:lnTo>
                  <a:lnTo>
                    <a:pt x="988" y="336"/>
                  </a:lnTo>
                  <a:lnTo>
                    <a:pt x="969" y="336"/>
                  </a:lnTo>
                  <a:lnTo>
                    <a:pt x="988" y="297"/>
                  </a:lnTo>
                  <a:lnTo>
                    <a:pt x="988" y="257"/>
                  </a:lnTo>
                  <a:lnTo>
                    <a:pt x="1008" y="218"/>
                  </a:lnTo>
                  <a:lnTo>
                    <a:pt x="988" y="218"/>
                  </a:lnTo>
                  <a:lnTo>
                    <a:pt x="1008" y="178"/>
                  </a:lnTo>
                  <a:lnTo>
                    <a:pt x="988" y="198"/>
                  </a:lnTo>
                  <a:lnTo>
                    <a:pt x="949" y="218"/>
                  </a:lnTo>
                  <a:lnTo>
                    <a:pt x="969" y="198"/>
                  </a:lnTo>
                  <a:lnTo>
                    <a:pt x="988" y="158"/>
                  </a:lnTo>
                  <a:lnTo>
                    <a:pt x="969" y="178"/>
                  </a:lnTo>
                  <a:lnTo>
                    <a:pt x="988" y="139"/>
                  </a:lnTo>
                  <a:lnTo>
                    <a:pt x="969" y="158"/>
                  </a:lnTo>
                  <a:lnTo>
                    <a:pt x="949" y="178"/>
                  </a:lnTo>
                  <a:lnTo>
                    <a:pt x="909" y="257"/>
                  </a:lnTo>
                  <a:lnTo>
                    <a:pt x="909" y="237"/>
                  </a:lnTo>
                  <a:lnTo>
                    <a:pt x="890" y="257"/>
                  </a:lnTo>
                  <a:lnTo>
                    <a:pt x="949" y="178"/>
                  </a:lnTo>
                  <a:lnTo>
                    <a:pt x="870" y="277"/>
                  </a:lnTo>
                  <a:lnTo>
                    <a:pt x="890" y="237"/>
                  </a:lnTo>
                  <a:lnTo>
                    <a:pt x="870" y="257"/>
                  </a:lnTo>
                  <a:lnTo>
                    <a:pt x="870" y="237"/>
                  </a:lnTo>
                  <a:lnTo>
                    <a:pt x="830" y="297"/>
                  </a:lnTo>
                  <a:lnTo>
                    <a:pt x="811" y="336"/>
                  </a:lnTo>
                  <a:lnTo>
                    <a:pt x="811" y="297"/>
                  </a:lnTo>
                  <a:lnTo>
                    <a:pt x="850" y="198"/>
                  </a:lnTo>
                  <a:lnTo>
                    <a:pt x="850" y="218"/>
                  </a:lnTo>
                  <a:lnTo>
                    <a:pt x="850" y="237"/>
                  </a:lnTo>
                  <a:lnTo>
                    <a:pt x="870" y="178"/>
                  </a:lnTo>
                  <a:lnTo>
                    <a:pt x="870" y="139"/>
                  </a:lnTo>
                  <a:lnTo>
                    <a:pt x="850" y="119"/>
                  </a:lnTo>
                  <a:lnTo>
                    <a:pt x="830" y="11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771" y="139"/>
                  </a:lnTo>
                  <a:lnTo>
                    <a:pt x="751" y="79"/>
                  </a:lnTo>
                  <a:lnTo>
                    <a:pt x="692" y="79"/>
                  </a:lnTo>
                  <a:lnTo>
                    <a:pt x="672" y="119"/>
                  </a:lnTo>
                  <a:lnTo>
                    <a:pt x="672" y="60"/>
                  </a:lnTo>
                  <a:lnTo>
                    <a:pt x="633" y="139"/>
                  </a:lnTo>
                  <a:lnTo>
                    <a:pt x="593" y="158"/>
                  </a:lnTo>
                  <a:lnTo>
                    <a:pt x="554" y="198"/>
                  </a:lnTo>
                  <a:lnTo>
                    <a:pt x="495" y="297"/>
                  </a:lnTo>
                  <a:lnTo>
                    <a:pt x="514" y="237"/>
                  </a:lnTo>
                  <a:lnTo>
                    <a:pt x="554" y="178"/>
                  </a:lnTo>
                  <a:lnTo>
                    <a:pt x="514" y="218"/>
                  </a:lnTo>
                  <a:lnTo>
                    <a:pt x="495" y="237"/>
                  </a:lnTo>
                  <a:lnTo>
                    <a:pt x="495" y="237"/>
                  </a:lnTo>
                  <a:lnTo>
                    <a:pt x="514" y="198"/>
                  </a:lnTo>
                  <a:lnTo>
                    <a:pt x="514" y="178"/>
                  </a:lnTo>
                  <a:lnTo>
                    <a:pt x="534" y="158"/>
                  </a:lnTo>
                  <a:lnTo>
                    <a:pt x="534" y="139"/>
                  </a:lnTo>
                  <a:lnTo>
                    <a:pt x="514" y="158"/>
                  </a:lnTo>
                  <a:lnTo>
                    <a:pt x="514" y="139"/>
                  </a:lnTo>
                  <a:lnTo>
                    <a:pt x="475" y="218"/>
                  </a:lnTo>
                  <a:lnTo>
                    <a:pt x="435" y="277"/>
                  </a:lnTo>
                  <a:lnTo>
                    <a:pt x="416" y="316"/>
                  </a:lnTo>
                  <a:lnTo>
                    <a:pt x="416" y="297"/>
                  </a:lnTo>
                  <a:lnTo>
                    <a:pt x="356" y="336"/>
                  </a:lnTo>
                  <a:lnTo>
                    <a:pt x="277" y="336"/>
                  </a:lnTo>
                  <a:lnTo>
                    <a:pt x="238" y="297"/>
                  </a:lnTo>
                  <a:lnTo>
                    <a:pt x="258" y="257"/>
                  </a:lnTo>
                  <a:lnTo>
                    <a:pt x="238" y="257"/>
                  </a:lnTo>
                  <a:lnTo>
                    <a:pt x="238" y="237"/>
                  </a:lnTo>
                  <a:lnTo>
                    <a:pt x="258" y="198"/>
                  </a:lnTo>
                  <a:lnTo>
                    <a:pt x="238" y="218"/>
                  </a:lnTo>
                  <a:lnTo>
                    <a:pt x="218" y="237"/>
                  </a:lnTo>
                  <a:lnTo>
                    <a:pt x="218" y="198"/>
                  </a:lnTo>
                  <a:lnTo>
                    <a:pt x="238" y="198"/>
                  </a:lnTo>
                  <a:lnTo>
                    <a:pt x="218" y="178"/>
                  </a:lnTo>
                  <a:lnTo>
                    <a:pt x="218" y="158"/>
                  </a:lnTo>
                  <a:lnTo>
                    <a:pt x="218" y="119"/>
                  </a:lnTo>
                  <a:lnTo>
                    <a:pt x="198" y="139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15"/>
            <p:cNvSpPr/>
            <p:nvPr/>
          </p:nvSpPr>
          <p:spPr>
            <a:xfrm>
              <a:off x="-1572875" y="34082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15"/>
            <p:cNvSpPr/>
            <p:nvPr/>
          </p:nvSpPr>
          <p:spPr>
            <a:xfrm>
              <a:off x="-1607925" y="34215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15"/>
            <p:cNvSpPr/>
            <p:nvPr/>
          </p:nvSpPr>
          <p:spPr>
            <a:xfrm>
              <a:off x="-1578300" y="3422050"/>
              <a:ext cx="525" cy="25"/>
            </a:xfrm>
            <a:custGeom>
              <a:rect b="b" l="l" r="r" t="t"/>
              <a:pathLst>
                <a:path extrusionOk="0" h="1" w="21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15"/>
            <p:cNvSpPr/>
            <p:nvPr/>
          </p:nvSpPr>
          <p:spPr>
            <a:xfrm>
              <a:off x="-1684975" y="3350450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15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15"/>
            <p:cNvSpPr/>
            <p:nvPr/>
          </p:nvSpPr>
          <p:spPr>
            <a:xfrm>
              <a:off x="-1696325" y="3346500"/>
              <a:ext cx="18800" cy="6925"/>
            </a:xfrm>
            <a:custGeom>
              <a:rect b="b" l="l" r="r" t="t"/>
              <a:pathLst>
                <a:path extrusionOk="0" h="277" w="752">
                  <a:moveTo>
                    <a:pt x="435" y="40"/>
                  </a:moveTo>
                  <a:lnTo>
                    <a:pt x="455" y="59"/>
                  </a:lnTo>
                  <a:lnTo>
                    <a:pt x="455" y="79"/>
                  </a:lnTo>
                  <a:lnTo>
                    <a:pt x="494" y="79"/>
                  </a:lnTo>
                  <a:lnTo>
                    <a:pt x="435" y="40"/>
                  </a:lnTo>
                  <a:close/>
                  <a:moveTo>
                    <a:pt x="494" y="79"/>
                  </a:moveTo>
                  <a:lnTo>
                    <a:pt x="521" y="86"/>
                  </a:lnTo>
                  <a:lnTo>
                    <a:pt x="521" y="86"/>
                  </a:lnTo>
                  <a:lnTo>
                    <a:pt x="514" y="79"/>
                  </a:lnTo>
                  <a:close/>
                  <a:moveTo>
                    <a:pt x="652" y="158"/>
                  </a:moveTo>
                  <a:lnTo>
                    <a:pt x="672" y="178"/>
                  </a:lnTo>
                  <a:lnTo>
                    <a:pt x="712" y="178"/>
                  </a:lnTo>
                  <a:lnTo>
                    <a:pt x="692" y="158"/>
                  </a:lnTo>
                  <a:close/>
                  <a:moveTo>
                    <a:pt x="1" y="0"/>
                  </a:moveTo>
                  <a:lnTo>
                    <a:pt x="40" y="40"/>
                  </a:lnTo>
                  <a:lnTo>
                    <a:pt x="99" y="59"/>
                  </a:lnTo>
                  <a:lnTo>
                    <a:pt x="60" y="59"/>
                  </a:lnTo>
                  <a:lnTo>
                    <a:pt x="99" y="79"/>
                  </a:lnTo>
                  <a:lnTo>
                    <a:pt x="178" y="119"/>
                  </a:lnTo>
                  <a:lnTo>
                    <a:pt x="198" y="11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238" y="119"/>
                  </a:lnTo>
                  <a:lnTo>
                    <a:pt x="356" y="138"/>
                  </a:lnTo>
                  <a:lnTo>
                    <a:pt x="336" y="138"/>
                  </a:lnTo>
                  <a:lnTo>
                    <a:pt x="376" y="158"/>
                  </a:lnTo>
                  <a:lnTo>
                    <a:pt x="396" y="158"/>
                  </a:lnTo>
                  <a:lnTo>
                    <a:pt x="356" y="119"/>
                  </a:lnTo>
                  <a:lnTo>
                    <a:pt x="356" y="119"/>
                  </a:lnTo>
                  <a:lnTo>
                    <a:pt x="396" y="138"/>
                  </a:lnTo>
                  <a:lnTo>
                    <a:pt x="415" y="138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178"/>
                  </a:lnTo>
                  <a:lnTo>
                    <a:pt x="534" y="178"/>
                  </a:lnTo>
                  <a:lnTo>
                    <a:pt x="455" y="138"/>
                  </a:lnTo>
                  <a:lnTo>
                    <a:pt x="455" y="158"/>
                  </a:lnTo>
                  <a:lnTo>
                    <a:pt x="494" y="178"/>
                  </a:lnTo>
                  <a:lnTo>
                    <a:pt x="514" y="178"/>
                  </a:lnTo>
                  <a:lnTo>
                    <a:pt x="593" y="217"/>
                  </a:lnTo>
                  <a:lnTo>
                    <a:pt x="573" y="237"/>
                  </a:lnTo>
                  <a:lnTo>
                    <a:pt x="593" y="237"/>
                  </a:lnTo>
                  <a:lnTo>
                    <a:pt x="672" y="257"/>
                  </a:lnTo>
                  <a:lnTo>
                    <a:pt x="692" y="237"/>
                  </a:lnTo>
                  <a:lnTo>
                    <a:pt x="751" y="257"/>
                  </a:lnTo>
                  <a:lnTo>
                    <a:pt x="692" y="198"/>
                  </a:lnTo>
                  <a:lnTo>
                    <a:pt x="731" y="217"/>
                  </a:lnTo>
                  <a:lnTo>
                    <a:pt x="712" y="198"/>
                  </a:lnTo>
                  <a:lnTo>
                    <a:pt x="672" y="178"/>
                  </a:lnTo>
                  <a:lnTo>
                    <a:pt x="633" y="158"/>
                  </a:lnTo>
                  <a:lnTo>
                    <a:pt x="554" y="119"/>
                  </a:lnTo>
                  <a:lnTo>
                    <a:pt x="633" y="138"/>
                  </a:lnTo>
                  <a:lnTo>
                    <a:pt x="652" y="158"/>
                  </a:lnTo>
                  <a:lnTo>
                    <a:pt x="652" y="138"/>
                  </a:lnTo>
                  <a:lnTo>
                    <a:pt x="712" y="158"/>
                  </a:lnTo>
                  <a:lnTo>
                    <a:pt x="633" y="119"/>
                  </a:lnTo>
                  <a:lnTo>
                    <a:pt x="652" y="119"/>
                  </a:lnTo>
                  <a:lnTo>
                    <a:pt x="573" y="99"/>
                  </a:lnTo>
                  <a:lnTo>
                    <a:pt x="534" y="59"/>
                  </a:lnTo>
                  <a:lnTo>
                    <a:pt x="514" y="59"/>
                  </a:lnTo>
                  <a:lnTo>
                    <a:pt x="534" y="79"/>
                  </a:lnTo>
                  <a:lnTo>
                    <a:pt x="573" y="99"/>
                  </a:lnTo>
                  <a:lnTo>
                    <a:pt x="573" y="99"/>
                  </a:lnTo>
                  <a:lnTo>
                    <a:pt x="521" y="86"/>
                  </a:lnTo>
                  <a:lnTo>
                    <a:pt x="521" y="86"/>
                  </a:lnTo>
                  <a:lnTo>
                    <a:pt x="534" y="9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317" y="79"/>
                  </a:lnTo>
                  <a:lnTo>
                    <a:pt x="178" y="20"/>
                  </a:lnTo>
                  <a:lnTo>
                    <a:pt x="159" y="40"/>
                  </a:lnTo>
                  <a:lnTo>
                    <a:pt x="178" y="40"/>
                  </a:lnTo>
                  <a:lnTo>
                    <a:pt x="198" y="59"/>
                  </a:lnTo>
                  <a:lnTo>
                    <a:pt x="99" y="40"/>
                  </a:lnTo>
                  <a:lnTo>
                    <a:pt x="1" y="0"/>
                  </a:lnTo>
                  <a:close/>
                  <a:moveTo>
                    <a:pt x="672" y="257"/>
                  </a:moveTo>
                  <a:lnTo>
                    <a:pt x="751" y="277"/>
                  </a:lnTo>
                  <a:lnTo>
                    <a:pt x="712" y="257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15"/>
            <p:cNvSpPr/>
            <p:nvPr/>
          </p:nvSpPr>
          <p:spPr>
            <a:xfrm>
              <a:off x="-1679050" y="3346000"/>
              <a:ext cx="3000" cy="1500"/>
            </a:xfrm>
            <a:custGeom>
              <a:rect b="b" l="l" r="r" t="t"/>
              <a:pathLst>
                <a:path extrusionOk="0" h="60" w="120">
                  <a:moveTo>
                    <a:pt x="119" y="60"/>
                  </a:moveTo>
                  <a:lnTo>
                    <a:pt x="119" y="6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0" y="40"/>
                  </a:lnTo>
                  <a:lnTo>
                    <a:pt x="119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15"/>
            <p:cNvSpPr/>
            <p:nvPr/>
          </p:nvSpPr>
          <p:spPr>
            <a:xfrm>
              <a:off x="-1681025" y="3345500"/>
              <a:ext cx="2000" cy="1025"/>
            </a:xfrm>
            <a:custGeom>
              <a:rect b="b" l="l" r="r" t="t"/>
              <a:pathLst>
                <a:path extrusionOk="0" h="41" w="80">
                  <a:moveTo>
                    <a:pt x="1" y="1"/>
                  </a:moveTo>
                  <a:lnTo>
                    <a:pt x="33" y="9"/>
                  </a:lnTo>
                  <a:lnTo>
                    <a:pt x="33" y="9"/>
                  </a:lnTo>
                  <a:lnTo>
                    <a:pt x="21" y="1"/>
                  </a:lnTo>
                  <a:close/>
                  <a:moveTo>
                    <a:pt x="33" y="9"/>
                  </a:moveTo>
                  <a:lnTo>
                    <a:pt x="80" y="40"/>
                  </a:lnTo>
                  <a:lnTo>
                    <a:pt x="80" y="20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15"/>
            <p:cNvSpPr/>
            <p:nvPr/>
          </p:nvSpPr>
          <p:spPr>
            <a:xfrm>
              <a:off x="-1702750" y="3291175"/>
              <a:ext cx="39525" cy="57325"/>
            </a:xfrm>
            <a:custGeom>
              <a:rect b="b" l="l" r="r" t="t"/>
              <a:pathLst>
                <a:path extrusionOk="0" h="2293" w="1581">
                  <a:moveTo>
                    <a:pt x="1403" y="356"/>
                  </a:moveTo>
                  <a:lnTo>
                    <a:pt x="1403" y="376"/>
                  </a:lnTo>
                  <a:lnTo>
                    <a:pt x="1423" y="376"/>
                  </a:lnTo>
                  <a:lnTo>
                    <a:pt x="1403" y="356"/>
                  </a:lnTo>
                  <a:close/>
                  <a:moveTo>
                    <a:pt x="179" y="752"/>
                  </a:moveTo>
                  <a:lnTo>
                    <a:pt x="208" y="761"/>
                  </a:lnTo>
                  <a:lnTo>
                    <a:pt x="198" y="752"/>
                  </a:lnTo>
                  <a:close/>
                  <a:moveTo>
                    <a:pt x="139" y="732"/>
                  </a:moveTo>
                  <a:lnTo>
                    <a:pt x="100" y="752"/>
                  </a:lnTo>
                  <a:lnTo>
                    <a:pt x="179" y="771"/>
                  </a:lnTo>
                  <a:lnTo>
                    <a:pt x="159" y="752"/>
                  </a:lnTo>
                  <a:lnTo>
                    <a:pt x="179" y="752"/>
                  </a:lnTo>
                  <a:lnTo>
                    <a:pt x="139" y="732"/>
                  </a:lnTo>
                  <a:close/>
                  <a:moveTo>
                    <a:pt x="208" y="761"/>
                  </a:moveTo>
                  <a:lnTo>
                    <a:pt x="218" y="77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38" y="771"/>
                  </a:lnTo>
                  <a:lnTo>
                    <a:pt x="208" y="761"/>
                  </a:lnTo>
                  <a:close/>
                  <a:moveTo>
                    <a:pt x="1403" y="870"/>
                  </a:moveTo>
                  <a:lnTo>
                    <a:pt x="1443" y="910"/>
                  </a:lnTo>
                  <a:lnTo>
                    <a:pt x="1443" y="910"/>
                  </a:lnTo>
                  <a:lnTo>
                    <a:pt x="1423" y="870"/>
                  </a:lnTo>
                  <a:close/>
                  <a:moveTo>
                    <a:pt x="139" y="890"/>
                  </a:moveTo>
                  <a:lnTo>
                    <a:pt x="238" y="929"/>
                  </a:lnTo>
                  <a:lnTo>
                    <a:pt x="179" y="890"/>
                  </a:lnTo>
                  <a:close/>
                  <a:moveTo>
                    <a:pt x="1033" y="1537"/>
                  </a:moveTo>
                  <a:lnTo>
                    <a:pt x="1028" y="1542"/>
                  </a:lnTo>
                  <a:lnTo>
                    <a:pt x="1048" y="1542"/>
                  </a:lnTo>
                  <a:lnTo>
                    <a:pt x="1033" y="1537"/>
                  </a:lnTo>
                  <a:close/>
                  <a:moveTo>
                    <a:pt x="139" y="1561"/>
                  </a:moveTo>
                  <a:lnTo>
                    <a:pt x="159" y="1581"/>
                  </a:lnTo>
                  <a:lnTo>
                    <a:pt x="218" y="1581"/>
                  </a:lnTo>
                  <a:lnTo>
                    <a:pt x="139" y="1561"/>
                  </a:lnTo>
                  <a:close/>
                  <a:moveTo>
                    <a:pt x="40" y="1621"/>
                  </a:moveTo>
                  <a:lnTo>
                    <a:pt x="119" y="1660"/>
                  </a:lnTo>
                  <a:lnTo>
                    <a:pt x="139" y="1680"/>
                  </a:lnTo>
                  <a:lnTo>
                    <a:pt x="159" y="1700"/>
                  </a:lnTo>
                  <a:lnTo>
                    <a:pt x="198" y="1719"/>
                  </a:lnTo>
                  <a:lnTo>
                    <a:pt x="258" y="1739"/>
                  </a:lnTo>
                  <a:lnTo>
                    <a:pt x="277" y="1739"/>
                  </a:lnTo>
                  <a:lnTo>
                    <a:pt x="238" y="1719"/>
                  </a:lnTo>
                  <a:lnTo>
                    <a:pt x="218" y="1700"/>
                  </a:lnTo>
                  <a:lnTo>
                    <a:pt x="258" y="1700"/>
                  </a:lnTo>
                  <a:lnTo>
                    <a:pt x="139" y="1660"/>
                  </a:lnTo>
                  <a:lnTo>
                    <a:pt x="159" y="1640"/>
                  </a:lnTo>
                  <a:lnTo>
                    <a:pt x="139" y="1640"/>
                  </a:lnTo>
                  <a:lnTo>
                    <a:pt x="40" y="1621"/>
                  </a:lnTo>
                  <a:close/>
                  <a:moveTo>
                    <a:pt x="475" y="1818"/>
                  </a:moveTo>
                  <a:lnTo>
                    <a:pt x="495" y="1838"/>
                  </a:lnTo>
                  <a:lnTo>
                    <a:pt x="514" y="1838"/>
                  </a:lnTo>
                  <a:lnTo>
                    <a:pt x="475" y="1818"/>
                  </a:lnTo>
                  <a:close/>
                  <a:moveTo>
                    <a:pt x="1245" y="1996"/>
                  </a:moveTo>
                  <a:lnTo>
                    <a:pt x="1304" y="2016"/>
                  </a:lnTo>
                  <a:lnTo>
                    <a:pt x="1304" y="2016"/>
                  </a:lnTo>
                  <a:lnTo>
                    <a:pt x="1285" y="1996"/>
                  </a:lnTo>
                  <a:close/>
                  <a:moveTo>
                    <a:pt x="159" y="2095"/>
                  </a:moveTo>
                  <a:lnTo>
                    <a:pt x="179" y="2114"/>
                  </a:lnTo>
                  <a:lnTo>
                    <a:pt x="198" y="2095"/>
                  </a:lnTo>
                  <a:close/>
                  <a:moveTo>
                    <a:pt x="1462" y="1"/>
                  </a:moveTo>
                  <a:lnTo>
                    <a:pt x="850" y="317"/>
                  </a:lnTo>
                  <a:lnTo>
                    <a:pt x="297" y="633"/>
                  </a:lnTo>
                  <a:lnTo>
                    <a:pt x="198" y="692"/>
                  </a:lnTo>
                  <a:lnTo>
                    <a:pt x="238" y="692"/>
                  </a:lnTo>
                  <a:lnTo>
                    <a:pt x="238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297" y="771"/>
                  </a:lnTo>
                  <a:lnTo>
                    <a:pt x="317" y="771"/>
                  </a:lnTo>
                  <a:lnTo>
                    <a:pt x="337" y="791"/>
                  </a:lnTo>
                  <a:lnTo>
                    <a:pt x="337" y="811"/>
                  </a:lnTo>
                  <a:lnTo>
                    <a:pt x="297" y="791"/>
                  </a:lnTo>
                  <a:lnTo>
                    <a:pt x="277" y="79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58" y="791"/>
                  </a:lnTo>
                  <a:lnTo>
                    <a:pt x="277" y="811"/>
                  </a:lnTo>
                  <a:lnTo>
                    <a:pt x="258" y="811"/>
                  </a:lnTo>
                  <a:lnTo>
                    <a:pt x="238" y="791"/>
                  </a:lnTo>
                  <a:lnTo>
                    <a:pt x="238" y="811"/>
                  </a:lnTo>
                  <a:lnTo>
                    <a:pt x="258" y="831"/>
                  </a:lnTo>
                  <a:lnTo>
                    <a:pt x="198" y="811"/>
                  </a:lnTo>
                  <a:lnTo>
                    <a:pt x="218" y="831"/>
                  </a:lnTo>
                  <a:lnTo>
                    <a:pt x="159" y="831"/>
                  </a:lnTo>
                  <a:lnTo>
                    <a:pt x="179" y="850"/>
                  </a:lnTo>
                  <a:lnTo>
                    <a:pt x="218" y="870"/>
                  </a:lnTo>
                  <a:lnTo>
                    <a:pt x="277" y="870"/>
                  </a:lnTo>
                  <a:lnTo>
                    <a:pt x="356" y="910"/>
                  </a:lnTo>
                  <a:lnTo>
                    <a:pt x="356" y="929"/>
                  </a:lnTo>
                  <a:lnTo>
                    <a:pt x="297" y="929"/>
                  </a:lnTo>
                  <a:lnTo>
                    <a:pt x="337" y="949"/>
                  </a:lnTo>
                  <a:lnTo>
                    <a:pt x="297" y="949"/>
                  </a:lnTo>
                  <a:lnTo>
                    <a:pt x="297" y="969"/>
                  </a:lnTo>
                  <a:lnTo>
                    <a:pt x="258" y="949"/>
                  </a:lnTo>
                  <a:lnTo>
                    <a:pt x="258" y="929"/>
                  </a:lnTo>
                  <a:lnTo>
                    <a:pt x="198" y="929"/>
                  </a:lnTo>
                  <a:lnTo>
                    <a:pt x="159" y="910"/>
                  </a:lnTo>
                  <a:lnTo>
                    <a:pt x="176" y="945"/>
                  </a:lnTo>
                  <a:lnTo>
                    <a:pt x="176" y="945"/>
                  </a:lnTo>
                  <a:lnTo>
                    <a:pt x="100" y="929"/>
                  </a:lnTo>
                  <a:lnTo>
                    <a:pt x="80" y="929"/>
                  </a:lnTo>
                  <a:lnTo>
                    <a:pt x="119" y="949"/>
                  </a:lnTo>
                  <a:lnTo>
                    <a:pt x="159" y="949"/>
                  </a:lnTo>
                  <a:lnTo>
                    <a:pt x="159" y="969"/>
                  </a:lnTo>
                  <a:lnTo>
                    <a:pt x="139" y="969"/>
                  </a:lnTo>
                  <a:lnTo>
                    <a:pt x="139" y="989"/>
                  </a:lnTo>
                  <a:lnTo>
                    <a:pt x="119" y="989"/>
                  </a:lnTo>
                  <a:lnTo>
                    <a:pt x="179" y="1008"/>
                  </a:lnTo>
                  <a:lnTo>
                    <a:pt x="179" y="1008"/>
                  </a:lnTo>
                  <a:lnTo>
                    <a:pt x="159" y="989"/>
                  </a:lnTo>
                  <a:lnTo>
                    <a:pt x="198" y="989"/>
                  </a:lnTo>
                  <a:lnTo>
                    <a:pt x="218" y="1008"/>
                  </a:lnTo>
                  <a:lnTo>
                    <a:pt x="218" y="1028"/>
                  </a:lnTo>
                  <a:lnTo>
                    <a:pt x="238" y="1048"/>
                  </a:lnTo>
                  <a:lnTo>
                    <a:pt x="258" y="1087"/>
                  </a:lnTo>
                  <a:lnTo>
                    <a:pt x="198" y="1087"/>
                  </a:lnTo>
                  <a:lnTo>
                    <a:pt x="139" y="1048"/>
                  </a:lnTo>
                  <a:lnTo>
                    <a:pt x="139" y="1028"/>
                  </a:lnTo>
                  <a:lnTo>
                    <a:pt x="139" y="1008"/>
                  </a:lnTo>
                  <a:lnTo>
                    <a:pt x="119" y="1028"/>
                  </a:lnTo>
                  <a:lnTo>
                    <a:pt x="119" y="1048"/>
                  </a:lnTo>
                  <a:lnTo>
                    <a:pt x="159" y="1087"/>
                  </a:lnTo>
                  <a:lnTo>
                    <a:pt x="139" y="1087"/>
                  </a:lnTo>
                  <a:lnTo>
                    <a:pt x="80" y="1068"/>
                  </a:lnTo>
                  <a:lnTo>
                    <a:pt x="21" y="1068"/>
                  </a:lnTo>
                  <a:lnTo>
                    <a:pt x="21" y="1087"/>
                  </a:lnTo>
                  <a:lnTo>
                    <a:pt x="119" y="1107"/>
                  </a:lnTo>
                  <a:lnTo>
                    <a:pt x="100" y="1127"/>
                  </a:lnTo>
                  <a:lnTo>
                    <a:pt x="139" y="1127"/>
                  </a:lnTo>
                  <a:lnTo>
                    <a:pt x="179" y="1147"/>
                  </a:lnTo>
                  <a:lnTo>
                    <a:pt x="159" y="1147"/>
                  </a:lnTo>
                  <a:lnTo>
                    <a:pt x="119" y="1127"/>
                  </a:lnTo>
                  <a:lnTo>
                    <a:pt x="119" y="1147"/>
                  </a:lnTo>
                  <a:lnTo>
                    <a:pt x="100" y="1147"/>
                  </a:lnTo>
                  <a:lnTo>
                    <a:pt x="159" y="1166"/>
                  </a:lnTo>
                  <a:lnTo>
                    <a:pt x="198" y="1206"/>
                  </a:lnTo>
                  <a:lnTo>
                    <a:pt x="179" y="1206"/>
                  </a:lnTo>
                  <a:lnTo>
                    <a:pt x="159" y="1186"/>
                  </a:lnTo>
                  <a:lnTo>
                    <a:pt x="139" y="1186"/>
                  </a:lnTo>
                  <a:lnTo>
                    <a:pt x="139" y="1166"/>
                  </a:lnTo>
                  <a:lnTo>
                    <a:pt x="119" y="1186"/>
                  </a:lnTo>
                  <a:lnTo>
                    <a:pt x="179" y="1226"/>
                  </a:lnTo>
                  <a:lnTo>
                    <a:pt x="218" y="1226"/>
                  </a:lnTo>
                  <a:lnTo>
                    <a:pt x="258" y="1245"/>
                  </a:lnTo>
                  <a:lnTo>
                    <a:pt x="159" y="1245"/>
                  </a:lnTo>
                  <a:lnTo>
                    <a:pt x="218" y="1265"/>
                  </a:lnTo>
                  <a:lnTo>
                    <a:pt x="238" y="1285"/>
                  </a:lnTo>
                  <a:lnTo>
                    <a:pt x="277" y="1305"/>
                  </a:lnTo>
                  <a:lnTo>
                    <a:pt x="218" y="1305"/>
                  </a:lnTo>
                  <a:lnTo>
                    <a:pt x="198" y="1285"/>
                  </a:lnTo>
                  <a:lnTo>
                    <a:pt x="139" y="1285"/>
                  </a:lnTo>
                  <a:lnTo>
                    <a:pt x="100" y="1245"/>
                  </a:lnTo>
                  <a:lnTo>
                    <a:pt x="80" y="1245"/>
                  </a:lnTo>
                  <a:lnTo>
                    <a:pt x="100" y="1265"/>
                  </a:lnTo>
                  <a:lnTo>
                    <a:pt x="119" y="1285"/>
                  </a:lnTo>
                  <a:lnTo>
                    <a:pt x="80" y="1285"/>
                  </a:lnTo>
                  <a:lnTo>
                    <a:pt x="80" y="1305"/>
                  </a:lnTo>
                  <a:lnTo>
                    <a:pt x="119" y="1305"/>
                  </a:lnTo>
                  <a:lnTo>
                    <a:pt x="179" y="1324"/>
                  </a:lnTo>
                  <a:lnTo>
                    <a:pt x="100" y="1324"/>
                  </a:lnTo>
                  <a:lnTo>
                    <a:pt x="139" y="1344"/>
                  </a:lnTo>
                  <a:lnTo>
                    <a:pt x="218" y="1384"/>
                  </a:lnTo>
                  <a:lnTo>
                    <a:pt x="277" y="1384"/>
                  </a:lnTo>
                  <a:lnTo>
                    <a:pt x="297" y="1403"/>
                  </a:lnTo>
                  <a:lnTo>
                    <a:pt x="317" y="1403"/>
                  </a:lnTo>
                  <a:lnTo>
                    <a:pt x="356" y="1423"/>
                  </a:lnTo>
                  <a:lnTo>
                    <a:pt x="396" y="1423"/>
                  </a:lnTo>
                  <a:lnTo>
                    <a:pt x="356" y="1443"/>
                  </a:lnTo>
                  <a:lnTo>
                    <a:pt x="297" y="1443"/>
                  </a:lnTo>
                  <a:lnTo>
                    <a:pt x="159" y="1384"/>
                  </a:lnTo>
                  <a:lnTo>
                    <a:pt x="1" y="1324"/>
                  </a:lnTo>
                  <a:lnTo>
                    <a:pt x="21" y="1364"/>
                  </a:lnTo>
                  <a:lnTo>
                    <a:pt x="21" y="1384"/>
                  </a:lnTo>
                  <a:lnTo>
                    <a:pt x="1" y="1384"/>
                  </a:lnTo>
                  <a:lnTo>
                    <a:pt x="80" y="1423"/>
                  </a:lnTo>
                  <a:lnTo>
                    <a:pt x="179" y="1463"/>
                  </a:lnTo>
                  <a:lnTo>
                    <a:pt x="159" y="1463"/>
                  </a:lnTo>
                  <a:lnTo>
                    <a:pt x="179" y="1482"/>
                  </a:lnTo>
                  <a:lnTo>
                    <a:pt x="198" y="1502"/>
                  </a:lnTo>
                  <a:lnTo>
                    <a:pt x="198" y="1522"/>
                  </a:lnTo>
                  <a:lnTo>
                    <a:pt x="238" y="1542"/>
                  </a:lnTo>
                  <a:lnTo>
                    <a:pt x="337" y="1561"/>
                  </a:lnTo>
                  <a:lnTo>
                    <a:pt x="337" y="1581"/>
                  </a:lnTo>
                  <a:lnTo>
                    <a:pt x="356" y="1581"/>
                  </a:lnTo>
                  <a:lnTo>
                    <a:pt x="396" y="1621"/>
                  </a:lnTo>
                  <a:lnTo>
                    <a:pt x="337" y="1601"/>
                  </a:lnTo>
                  <a:lnTo>
                    <a:pt x="317" y="1621"/>
                  </a:lnTo>
                  <a:lnTo>
                    <a:pt x="337" y="1640"/>
                  </a:lnTo>
                  <a:lnTo>
                    <a:pt x="277" y="1601"/>
                  </a:lnTo>
                  <a:lnTo>
                    <a:pt x="297" y="1601"/>
                  </a:lnTo>
                  <a:lnTo>
                    <a:pt x="258" y="1581"/>
                  </a:lnTo>
                  <a:lnTo>
                    <a:pt x="218" y="1581"/>
                  </a:lnTo>
                  <a:lnTo>
                    <a:pt x="238" y="1601"/>
                  </a:lnTo>
                  <a:lnTo>
                    <a:pt x="179" y="1601"/>
                  </a:lnTo>
                  <a:lnTo>
                    <a:pt x="159" y="1621"/>
                  </a:lnTo>
                  <a:lnTo>
                    <a:pt x="159" y="1640"/>
                  </a:lnTo>
                  <a:lnTo>
                    <a:pt x="198" y="1640"/>
                  </a:lnTo>
                  <a:lnTo>
                    <a:pt x="277" y="1680"/>
                  </a:lnTo>
                  <a:lnTo>
                    <a:pt x="317" y="1700"/>
                  </a:lnTo>
                  <a:lnTo>
                    <a:pt x="337" y="1719"/>
                  </a:lnTo>
                  <a:lnTo>
                    <a:pt x="376" y="1719"/>
                  </a:lnTo>
                  <a:lnTo>
                    <a:pt x="396" y="1700"/>
                  </a:lnTo>
                  <a:lnTo>
                    <a:pt x="495" y="1719"/>
                  </a:lnTo>
                  <a:lnTo>
                    <a:pt x="613" y="1798"/>
                  </a:lnTo>
                  <a:lnTo>
                    <a:pt x="554" y="1779"/>
                  </a:lnTo>
                  <a:lnTo>
                    <a:pt x="633" y="1818"/>
                  </a:lnTo>
                  <a:lnTo>
                    <a:pt x="514" y="1798"/>
                  </a:lnTo>
                  <a:lnTo>
                    <a:pt x="534" y="1818"/>
                  </a:lnTo>
                  <a:lnTo>
                    <a:pt x="514" y="1838"/>
                  </a:lnTo>
                  <a:lnTo>
                    <a:pt x="574" y="1838"/>
                  </a:lnTo>
                  <a:lnTo>
                    <a:pt x="574" y="1818"/>
                  </a:lnTo>
                  <a:lnTo>
                    <a:pt x="613" y="1838"/>
                  </a:lnTo>
                  <a:lnTo>
                    <a:pt x="593" y="1858"/>
                  </a:lnTo>
                  <a:lnTo>
                    <a:pt x="633" y="1877"/>
                  </a:lnTo>
                  <a:lnTo>
                    <a:pt x="712" y="1897"/>
                  </a:lnTo>
                  <a:lnTo>
                    <a:pt x="593" y="1897"/>
                  </a:lnTo>
                  <a:lnTo>
                    <a:pt x="455" y="1838"/>
                  </a:lnTo>
                  <a:lnTo>
                    <a:pt x="475" y="1858"/>
                  </a:lnTo>
                  <a:lnTo>
                    <a:pt x="475" y="1858"/>
                  </a:lnTo>
                  <a:lnTo>
                    <a:pt x="277" y="1779"/>
                  </a:lnTo>
                  <a:lnTo>
                    <a:pt x="258" y="1798"/>
                  </a:lnTo>
                  <a:lnTo>
                    <a:pt x="238" y="1818"/>
                  </a:lnTo>
                  <a:lnTo>
                    <a:pt x="100" y="1779"/>
                  </a:lnTo>
                  <a:lnTo>
                    <a:pt x="119" y="1818"/>
                  </a:lnTo>
                  <a:lnTo>
                    <a:pt x="40" y="1818"/>
                  </a:lnTo>
                  <a:lnTo>
                    <a:pt x="80" y="1838"/>
                  </a:lnTo>
                  <a:lnTo>
                    <a:pt x="100" y="1838"/>
                  </a:lnTo>
                  <a:lnTo>
                    <a:pt x="179" y="1858"/>
                  </a:lnTo>
                  <a:lnTo>
                    <a:pt x="159" y="1858"/>
                  </a:lnTo>
                  <a:lnTo>
                    <a:pt x="179" y="1877"/>
                  </a:lnTo>
                  <a:lnTo>
                    <a:pt x="198" y="1858"/>
                  </a:lnTo>
                  <a:lnTo>
                    <a:pt x="238" y="1858"/>
                  </a:lnTo>
                  <a:lnTo>
                    <a:pt x="277" y="1877"/>
                  </a:lnTo>
                  <a:lnTo>
                    <a:pt x="337" y="1897"/>
                  </a:lnTo>
                  <a:lnTo>
                    <a:pt x="356" y="1877"/>
                  </a:lnTo>
                  <a:lnTo>
                    <a:pt x="396" y="1897"/>
                  </a:lnTo>
                  <a:lnTo>
                    <a:pt x="380" y="1913"/>
                  </a:lnTo>
                  <a:lnTo>
                    <a:pt x="380" y="1913"/>
                  </a:lnTo>
                  <a:lnTo>
                    <a:pt x="238" y="1877"/>
                  </a:lnTo>
                  <a:lnTo>
                    <a:pt x="258" y="1897"/>
                  </a:lnTo>
                  <a:lnTo>
                    <a:pt x="179" y="1897"/>
                  </a:lnTo>
                  <a:lnTo>
                    <a:pt x="159" y="1877"/>
                  </a:lnTo>
                  <a:lnTo>
                    <a:pt x="139" y="1877"/>
                  </a:lnTo>
                  <a:lnTo>
                    <a:pt x="139" y="1897"/>
                  </a:lnTo>
                  <a:lnTo>
                    <a:pt x="119" y="1877"/>
                  </a:lnTo>
                  <a:lnTo>
                    <a:pt x="100" y="1877"/>
                  </a:lnTo>
                  <a:lnTo>
                    <a:pt x="100" y="1858"/>
                  </a:lnTo>
                  <a:lnTo>
                    <a:pt x="60" y="1897"/>
                  </a:lnTo>
                  <a:lnTo>
                    <a:pt x="40" y="1877"/>
                  </a:lnTo>
                  <a:lnTo>
                    <a:pt x="21" y="1877"/>
                  </a:lnTo>
                  <a:lnTo>
                    <a:pt x="119" y="1937"/>
                  </a:lnTo>
                  <a:lnTo>
                    <a:pt x="60" y="1937"/>
                  </a:lnTo>
                  <a:lnTo>
                    <a:pt x="80" y="1956"/>
                  </a:lnTo>
                  <a:lnTo>
                    <a:pt x="100" y="1976"/>
                  </a:lnTo>
                  <a:lnTo>
                    <a:pt x="159" y="1996"/>
                  </a:lnTo>
                  <a:lnTo>
                    <a:pt x="218" y="2016"/>
                  </a:lnTo>
                  <a:lnTo>
                    <a:pt x="238" y="2016"/>
                  </a:lnTo>
                  <a:lnTo>
                    <a:pt x="258" y="2035"/>
                  </a:lnTo>
                  <a:lnTo>
                    <a:pt x="80" y="1996"/>
                  </a:lnTo>
                  <a:lnTo>
                    <a:pt x="60" y="1996"/>
                  </a:lnTo>
                  <a:lnTo>
                    <a:pt x="119" y="2035"/>
                  </a:lnTo>
                  <a:lnTo>
                    <a:pt x="179" y="2035"/>
                  </a:lnTo>
                  <a:lnTo>
                    <a:pt x="198" y="2055"/>
                  </a:lnTo>
                  <a:lnTo>
                    <a:pt x="179" y="2075"/>
                  </a:lnTo>
                  <a:lnTo>
                    <a:pt x="218" y="2095"/>
                  </a:lnTo>
                  <a:lnTo>
                    <a:pt x="258" y="2095"/>
                  </a:lnTo>
                  <a:lnTo>
                    <a:pt x="317" y="2134"/>
                  </a:lnTo>
                  <a:lnTo>
                    <a:pt x="277" y="2134"/>
                  </a:lnTo>
                  <a:lnTo>
                    <a:pt x="179" y="2114"/>
                  </a:lnTo>
                  <a:lnTo>
                    <a:pt x="119" y="2114"/>
                  </a:lnTo>
                  <a:lnTo>
                    <a:pt x="60" y="2095"/>
                  </a:lnTo>
                  <a:lnTo>
                    <a:pt x="80" y="2114"/>
                  </a:lnTo>
                  <a:lnTo>
                    <a:pt x="40" y="2114"/>
                  </a:lnTo>
                  <a:lnTo>
                    <a:pt x="80" y="2134"/>
                  </a:lnTo>
                  <a:lnTo>
                    <a:pt x="139" y="2134"/>
                  </a:lnTo>
                  <a:lnTo>
                    <a:pt x="258" y="2193"/>
                  </a:lnTo>
                  <a:lnTo>
                    <a:pt x="258" y="2174"/>
                  </a:lnTo>
                  <a:lnTo>
                    <a:pt x="238" y="2174"/>
                  </a:lnTo>
                  <a:lnTo>
                    <a:pt x="198" y="2154"/>
                  </a:lnTo>
                  <a:lnTo>
                    <a:pt x="179" y="2134"/>
                  </a:lnTo>
                  <a:lnTo>
                    <a:pt x="179" y="2134"/>
                  </a:lnTo>
                  <a:lnTo>
                    <a:pt x="258" y="2174"/>
                  </a:lnTo>
                  <a:lnTo>
                    <a:pt x="317" y="2193"/>
                  </a:lnTo>
                  <a:lnTo>
                    <a:pt x="376" y="2213"/>
                  </a:lnTo>
                  <a:lnTo>
                    <a:pt x="416" y="2233"/>
                  </a:lnTo>
                  <a:lnTo>
                    <a:pt x="396" y="2213"/>
                  </a:lnTo>
                  <a:lnTo>
                    <a:pt x="317" y="2174"/>
                  </a:lnTo>
                  <a:lnTo>
                    <a:pt x="297" y="2174"/>
                  </a:lnTo>
                  <a:lnTo>
                    <a:pt x="258" y="2154"/>
                  </a:lnTo>
                  <a:lnTo>
                    <a:pt x="337" y="2174"/>
                  </a:lnTo>
                  <a:lnTo>
                    <a:pt x="356" y="2154"/>
                  </a:lnTo>
                  <a:lnTo>
                    <a:pt x="376" y="2154"/>
                  </a:lnTo>
                  <a:lnTo>
                    <a:pt x="416" y="2134"/>
                  </a:lnTo>
                  <a:lnTo>
                    <a:pt x="356" y="2114"/>
                  </a:lnTo>
                  <a:lnTo>
                    <a:pt x="277" y="2095"/>
                  </a:lnTo>
                  <a:lnTo>
                    <a:pt x="277" y="2075"/>
                  </a:lnTo>
                  <a:lnTo>
                    <a:pt x="337" y="2095"/>
                  </a:lnTo>
                  <a:lnTo>
                    <a:pt x="356" y="2114"/>
                  </a:lnTo>
                  <a:lnTo>
                    <a:pt x="435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33"/>
                  </a:lnTo>
                  <a:lnTo>
                    <a:pt x="692" y="2253"/>
                  </a:lnTo>
                  <a:lnTo>
                    <a:pt x="751" y="2253"/>
                  </a:lnTo>
                  <a:lnTo>
                    <a:pt x="791" y="2272"/>
                  </a:lnTo>
                  <a:lnTo>
                    <a:pt x="791" y="2253"/>
                  </a:lnTo>
                  <a:lnTo>
                    <a:pt x="830" y="2272"/>
                  </a:lnTo>
                  <a:lnTo>
                    <a:pt x="850" y="2292"/>
                  </a:lnTo>
                  <a:lnTo>
                    <a:pt x="890" y="2292"/>
                  </a:lnTo>
                  <a:lnTo>
                    <a:pt x="870" y="2272"/>
                  </a:lnTo>
                  <a:lnTo>
                    <a:pt x="791" y="2233"/>
                  </a:lnTo>
                  <a:lnTo>
                    <a:pt x="811" y="2233"/>
                  </a:lnTo>
                  <a:lnTo>
                    <a:pt x="811" y="2213"/>
                  </a:lnTo>
                  <a:lnTo>
                    <a:pt x="771" y="2193"/>
                  </a:lnTo>
                  <a:lnTo>
                    <a:pt x="771" y="2174"/>
                  </a:lnTo>
                  <a:lnTo>
                    <a:pt x="811" y="2174"/>
                  </a:lnTo>
                  <a:lnTo>
                    <a:pt x="712" y="2154"/>
                  </a:lnTo>
                  <a:lnTo>
                    <a:pt x="712" y="2134"/>
                  </a:lnTo>
                  <a:lnTo>
                    <a:pt x="712" y="2114"/>
                  </a:lnTo>
                  <a:lnTo>
                    <a:pt x="751" y="2134"/>
                  </a:lnTo>
                  <a:lnTo>
                    <a:pt x="771" y="2154"/>
                  </a:lnTo>
                  <a:lnTo>
                    <a:pt x="771" y="2134"/>
                  </a:lnTo>
                  <a:lnTo>
                    <a:pt x="751" y="2114"/>
                  </a:lnTo>
                  <a:lnTo>
                    <a:pt x="672" y="2075"/>
                  </a:lnTo>
                  <a:lnTo>
                    <a:pt x="574" y="2055"/>
                  </a:lnTo>
                  <a:lnTo>
                    <a:pt x="534" y="2035"/>
                  </a:lnTo>
                  <a:lnTo>
                    <a:pt x="593" y="2035"/>
                  </a:lnTo>
                  <a:lnTo>
                    <a:pt x="751" y="2075"/>
                  </a:lnTo>
                  <a:lnTo>
                    <a:pt x="751" y="2075"/>
                  </a:lnTo>
                  <a:lnTo>
                    <a:pt x="712" y="2055"/>
                  </a:lnTo>
                  <a:lnTo>
                    <a:pt x="672" y="2016"/>
                  </a:lnTo>
                  <a:lnTo>
                    <a:pt x="771" y="2055"/>
                  </a:lnTo>
                  <a:lnTo>
                    <a:pt x="811" y="2095"/>
                  </a:lnTo>
                  <a:lnTo>
                    <a:pt x="791" y="2095"/>
                  </a:lnTo>
                  <a:lnTo>
                    <a:pt x="791" y="2114"/>
                  </a:lnTo>
                  <a:lnTo>
                    <a:pt x="850" y="2134"/>
                  </a:lnTo>
                  <a:lnTo>
                    <a:pt x="870" y="2174"/>
                  </a:lnTo>
                  <a:lnTo>
                    <a:pt x="929" y="2154"/>
                  </a:lnTo>
                  <a:lnTo>
                    <a:pt x="969" y="2174"/>
                  </a:lnTo>
                  <a:lnTo>
                    <a:pt x="949" y="2154"/>
                  </a:lnTo>
                  <a:lnTo>
                    <a:pt x="1008" y="2174"/>
                  </a:lnTo>
                  <a:lnTo>
                    <a:pt x="1067" y="2174"/>
                  </a:lnTo>
                  <a:lnTo>
                    <a:pt x="1067" y="2193"/>
                  </a:lnTo>
                  <a:lnTo>
                    <a:pt x="1087" y="2213"/>
                  </a:lnTo>
                  <a:lnTo>
                    <a:pt x="1107" y="2213"/>
                  </a:lnTo>
                  <a:lnTo>
                    <a:pt x="1127" y="2193"/>
                  </a:lnTo>
                  <a:lnTo>
                    <a:pt x="929" y="2114"/>
                  </a:lnTo>
                  <a:lnTo>
                    <a:pt x="909" y="2075"/>
                  </a:lnTo>
                  <a:lnTo>
                    <a:pt x="929" y="2075"/>
                  </a:lnTo>
                  <a:lnTo>
                    <a:pt x="969" y="2095"/>
                  </a:lnTo>
                  <a:lnTo>
                    <a:pt x="1048" y="2134"/>
                  </a:lnTo>
                  <a:lnTo>
                    <a:pt x="1048" y="2134"/>
                  </a:lnTo>
                  <a:lnTo>
                    <a:pt x="1028" y="2114"/>
                  </a:lnTo>
                  <a:lnTo>
                    <a:pt x="1048" y="2114"/>
                  </a:lnTo>
                  <a:lnTo>
                    <a:pt x="1008" y="2095"/>
                  </a:lnTo>
                  <a:lnTo>
                    <a:pt x="1028" y="2075"/>
                  </a:lnTo>
                  <a:lnTo>
                    <a:pt x="1107" y="2095"/>
                  </a:lnTo>
                  <a:lnTo>
                    <a:pt x="1127" y="2095"/>
                  </a:lnTo>
                  <a:lnTo>
                    <a:pt x="1107" y="2114"/>
                  </a:lnTo>
                  <a:lnTo>
                    <a:pt x="1146" y="2134"/>
                  </a:lnTo>
                  <a:lnTo>
                    <a:pt x="1127" y="2134"/>
                  </a:lnTo>
                  <a:lnTo>
                    <a:pt x="1186" y="2154"/>
                  </a:lnTo>
                  <a:lnTo>
                    <a:pt x="1206" y="2154"/>
                  </a:lnTo>
                  <a:lnTo>
                    <a:pt x="1206" y="2134"/>
                  </a:lnTo>
                  <a:lnTo>
                    <a:pt x="1186" y="2134"/>
                  </a:lnTo>
                  <a:lnTo>
                    <a:pt x="1186" y="2114"/>
                  </a:lnTo>
                  <a:lnTo>
                    <a:pt x="1265" y="2134"/>
                  </a:lnTo>
                  <a:lnTo>
                    <a:pt x="1285" y="2114"/>
                  </a:lnTo>
                  <a:lnTo>
                    <a:pt x="1304" y="2114"/>
                  </a:lnTo>
                  <a:lnTo>
                    <a:pt x="1285" y="2095"/>
                  </a:lnTo>
                  <a:lnTo>
                    <a:pt x="1304" y="2095"/>
                  </a:lnTo>
                  <a:lnTo>
                    <a:pt x="1285" y="2075"/>
                  </a:lnTo>
                  <a:lnTo>
                    <a:pt x="1245" y="2055"/>
                  </a:lnTo>
                  <a:lnTo>
                    <a:pt x="1146" y="2016"/>
                  </a:lnTo>
                  <a:lnTo>
                    <a:pt x="1146" y="2016"/>
                  </a:lnTo>
                  <a:lnTo>
                    <a:pt x="1265" y="2055"/>
                  </a:lnTo>
                  <a:lnTo>
                    <a:pt x="1245" y="2035"/>
                  </a:lnTo>
                  <a:lnTo>
                    <a:pt x="1304" y="2035"/>
                  </a:lnTo>
                  <a:lnTo>
                    <a:pt x="1245" y="2016"/>
                  </a:lnTo>
                  <a:lnTo>
                    <a:pt x="1206" y="1996"/>
                  </a:lnTo>
                  <a:lnTo>
                    <a:pt x="1127" y="1976"/>
                  </a:lnTo>
                  <a:lnTo>
                    <a:pt x="1127" y="1956"/>
                  </a:lnTo>
                  <a:lnTo>
                    <a:pt x="1186" y="1976"/>
                  </a:lnTo>
                  <a:lnTo>
                    <a:pt x="1206" y="1996"/>
                  </a:lnTo>
                  <a:lnTo>
                    <a:pt x="1225" y="1996"/>
                  </a:lnTo>
                  <a:lnTo>
                    <a:pt x="1265" y="1976"/>
                  </a:lnTo>
                  <a:lnTo>
                    <a:pt x="1324" y="1976"/>
                  </a:lnTo>
                  <a:lnTo>
                    <a:pt x="1265" y="1956"/>
                  </a:lnTo>
                  <a:lnTo>
                    <a:pt x="1206" y="1917"/>
                  </a:lnTo>
                  <a:lnTo>
                    <a:pt x="1225" y="1937"/>
                  </a:lnTo>
                  <a:lnTo>
                    <a:pt x="1225" y="1937"/>
                  </a:lnTo>
                  <a:lnTo>
                    <a:pt x="1146" y="1897"/>
                  </a:lnTo>
                  <a:lnTo>
                    <a:pt x="1245" y="1897"/>
                  </a:lnTo>
                  <a:lnTo>
                    <a:pt x="1265" y="1917"/>
                  </a:lnTo>
                  <a:lnTo>
                    <a:pt x="1285" y="1937"/>
                  </a:lnTo>
                  <a:lnTo>
                    <a:pt x="1304" y="1937"/>
                  </a:lnTo>
                  <a:lnTo>
                    <a:pt x="1304" y="1917"/>
                  </a:lnTo>
                  <a:lnTo>
                    <a:pt x="1285" y="1897"/>
                  </a:lnTo>
                  <a:lnTo>
                    <a:pt x="1324" y="1877"/>
                  </a:lnTo>
                  <a:lnTo>
                    <a:pt x="1285" y="1838"/>
                  </a:lnTo>
                  <a:lnTo>
                    <a:pt x="1285" y="1818"/>
                  </a:lnTo>
                  <a:lnTo>
                    <a:pt x="1166" y="1779"/>
                  </a:lnTo>
                  <a:lnTo>
                    <a:pt x="1206" y="1779"/>
                  </a:lnTo>
                  <a:lnTo>
                    <a:pt x="1245" y="1798"/>
                  </a:lnTo>
                  <a:lnTo>
                    <a:pt x="1344" y="1818"/>
                  </a:lnTo>
                  <a:lnTo>
                    <a:pt x="1285" y="1779"/>
                  </a:lnTo>
                  <a:lnTo>
                    <a:pt x="1344" y="1798"/>
                  </a:lnTo>
                  <a:lnTo>
                    <a:pt x="1344" y="1779"/>
                  </a:lnTo>
                  <a:lnTo>
                    <a:pt x="1304" y="1739"/>
                  </a:lnTo>
                  <a:lnTo>
                    <a:pt x="1265" y="1700"/>
                  </a:lnTo>
                  <a:lnTo>
                    <a:pt x="1245" y="1680"/>
                  </a:lnTo>
                  <a:lnTo>
                    <a:pt x="1344" y="1719"/>
                  </a:lnTo>
                  <a:lnTo>
                    <a:pt x="1364" y="1739"/>
                  </a:lnTo>
                  <a:lnTo>
                    <a:pt x="1383" y="1739"/>
                  </a:lnTo>
                  <a:lnTo>
                    <a:pt x="1383" y="1719"/>
                  </a:lnTo>
                  <a:lnTo>
                    <a:pt x="1403" y="1719"/>
                  </a:lnTo>
                  <a:lnTo>
                    <a:pt x="1403" y="1700"/>
                  </a:lnTo>
                  <a:lnTo>
                    <a:pt x="1364" y="1680"/>
                  </a:lnTo>
                  <a:lnTo>
                    <a:pt x="1304" y="1660"/>
                  </a:lnTo>
                  <a:lnTo>
                    <a:pt x="1364" y="1660"/>
                  </a:lnTo>
                  <a:lnTo>
                    <a:pt x="1324" y="1640"/>
                  </a:lnTo>
                  <a:lnTo>
                    <a:pt x="1304" y="1640"/>
                  </a:lnTo>
                  <a:lnTo>
                    <a:pt x="1285" y="1601"/>
                  </a:lnTo>
                  <a:lnTo>
                    <a:pt x="1344" y="1621"/>
                  </a:lnTo>
                  <a:lnTo>
                    <a:pt x="1285" y="1581"/>
                  </a:lnTo>
                  <a:lnTo>
                    <a:pt x="1206" y="1561"/>
                  </a:lnTo>
                  <a:lnTo>
                    <a:pt x="1166" y="1561"/>
                  </a:lnTo>
                  <a:lnTo>
                    <a:pt x="1186" y="1581"/>
                  </a:lnTo>
                  <a:lnTo>
                    <a:pt x="1186" y="1601"/>
                  </a:lnTo>
                  <a:lnTo>
                    <a:pt x="1127" y="1601"/>
                  </a:lnTo>
                  <a:lnTo>
                    <a:pt x="1067" y="1581"/>
                  </a:lnTo>
                  <a:lnTo>
                    <a:pt x="1107" y="1581"/>
                  </a:lnTo>
                  <a:lnTo>
                    <a:pt x="1048" y="1561"/>
                  </a:lnTo>
                  <a:lnTo>
                    <a:pt x="1028" y="1561"/>
                  </a:lnTo>
                  <a:lnTo>
                    <a:pt x="949" y="1522"/>
                  </a:lnTo>
                  <a:lnTo>
                    <a:pt x="909" y="1482"/>
                  </a:lnTo>
                  <a:lnTo>
                    <a:pt x="909" y="1482"/>
                  </a:lnTo>
                  <a:lnTo>
                    <a:pt x="988" y="1522"/>
                  </a:lnTo>
                  <a:lnTo>
                    <a:pt x="1033" y="1537"/>
                  </a:lnTo>
                  <a:lnTo>
                    <a:pt x="1033" y="1537"/>
                  </a:lnTo>
                  <a:lnTo>
                    <a:pt x="1048" y="1522"/>
                  </a:lnTo>
                  <a:lnTo>
                    <a:pt x="1127" y="1561"/>
                  </a:lnTo>
                  <a:lnTo>
                    <a:pt x="1067" y="1522"/>
                  </a:lnTo>
                  <a:lnTo>
                    <a:pt x="988" y="1502"/>
                  </a:lnTo>
                  <a:lnTo>
                    <a:pt x="929" y="1482"/>
                  </a:lnTo>
                  <a:lnTo>
                    <a:pt x="1008" y="1482"/>
                  </a:lnTo>
                  <a:lnTo>
                    <a:pt x="988" y="1463"/>
                  </a:lnTo>
                  <a:lnTo>
                    <a:pt x="969" y="1443"/>
                  </a:lnTo>
                  <a:lnTo>
                    <a:pt x="969" y="1443"/>
                  </a:lnTo>
                  <a:lnTo>
                    <a:pt x="1028" y="1463"/>
                  </a:lnTo>
                  <a:lnTo>
                    <a:pt x="1008" y="1463"/>
                  </a:lnTo>
                  <a:lnTo>
                    <a:pt x="1048" y="1482"/>
                  </a:lnTo>
                  <a:lnTo>
                    <a:pt x="1087" y="1502"/>
                  </a:lnTo>
                  <a:lnTo>
                    <a:pt x="1146" y="1522"/>
                  </a:lnTo>
                  <a:lnTo>
                    <a:pt x="1206" y="1542"/>
                  </a:lnTo>
                  <a:lnTo>
                    <a:pt x="1324" y="1581"/>
                  </a:lnTo>
                  <a:lnTo>
                    <a:pt x="1364" y="1581"/>
                  </a:lnTo>
                  <a:lnTo>
                    <a:pt x="1324" y="1542"/>
                  </a:lnTo>
                  <a:lnTo>
                    <a:pt x="1344" y="1542"/>
                  </a:lnTo>
                  <a:lnTo>
                    <a:pt x="1344" y="1522"/>
                  </a:lnTo>
                  <a:lnTo>
                    <a:pt x="1364" y="1522"/>
                  </a:lnTo>
                  <a:lnTo>
                    <a:pt x="1364" y="1502"/>
                  </a:lnTo>
                  <a:lnTo>
                    <a:pt x="1324" y="1463"/>
                  </a:lnTo>
                  <a:lnTo>
                    <a:pt x="1403" y="1463"/>
                  </a:lnTo>
                  <a:lnTo>
                    <a:pt x="1403" y="1443"/>
                  </a:lnTo>
                  <a:lnTo>
                    <a:pt x="1364" y="1403"/>
                  </a:lnTo>
                  <a:lnTo>
                    <a:pt x="1324" y="1364"/>
                  </a:lnTo>
                  <a:lnTo>
                    <a:pt x="1324" y="1344"/>
                  </a:lnTo>
                  <a:lnTo>
                    <a:pt x="1383" y="1344"/>
                  </a:lnTo>
                  <a:lnTo>
                    <a:pt x="1344" y="1324"/>
                  </a:lnTo>
                  <a:lnTo>
                    <a:pt x="1403" y="1324"/>
                  </a:lnTo>
                  <a:lnTo>
                    <a:pt x="1383" y="1305"/>
                  </a:lnTo>
                  <a:lnTo>
                    <a:pt x="1364" y="1285"/>
                  </a:lnTo>
                  <a:lnTo>
                    <a:pt x="1423" y="1285"/>
                  </a:lnTo>
                  <a:lnTo>
                    <a:pt x="1423" y="1265"/>
                  </a:lnTo>
                  <a:lnTo>
                    <a:pt x="1383" y="1245"/>
                  </a:lnTo>
                  <a:lnTo>
                    <a:pt x="1324" y="1206"/>
                  </a:lnTo>
                  <a:lnTo>
                    <a:pt x="1324" y="1206"/>
                  </a:lnTo>
                  <a:lnTo>
                    <a:pt x="1423" y="1245"/>
                  </a:lnTo>
                  <a:lnTo>
                    <a:pt x="1423" y="1245"/>
                  </a:lnTo>
                  <a:lnTo>
                    <a:pt x="1403" y="1147"/>
                  </a:lnTo>
                  <a:lnTo>
                    <a:pt x="1383" y="1068"/>
                  </a:lnTo>
                  <a:lnTo>
                    <a:pt x="1403" y="1068"/>
                  </a:lnTo>
                  <a:lnTo>
                    <a:pt x="1403" y="1048"/>
                  </a:lnTo>
                  <a:lnTo>
                    <a:pt x="1383" y="1008"/>
                  </a:lnTo>
                  <a:lnTo>
                    <a:pt x="1344" y="969"/>
                  </a:lnTo>
                  <a:lnTo>
                    <a:pt x="1344" y="949"/>
                  </a:lnTo>
                  <a:lnTo>
                    <a:pt x="1364" y="949"/>
                  </a:lnTo>
                  <a:lnTo>
                    <a:pt x="1324" y="929"/>
                  </a:lnTo>
                  <a:lnTo>
                    <a:pt x="1265" y="890"/>
                  </a:lnTo>
                  <a:lnTo>
                    <a:pt x="1146" y="870"/>
                  </a:lnTo>
                  <a:lnTo>
                    <a:pt x="1127" y="850"/>
                  </a:lnTo>
                  <a:lnTo>
                    <a:pt x="1166" y="850"/>
                  </a:lnTo>
                  <a:lnTo>
                    <a:pt x="1225" y="870"/>
                  </a:lnTo>
                  <a:lnTo>
                    <a:pt x="1324" y="890"/>
                  </a:lnTo>
                  <a:lnTo>
                    <a:pt x="1403" y="929"/>
                  </a:lnTo>
                  <a:lnTo>
                    <a:pt x="1344" y="870"/>
                  </a:lnTo>
                  <a:lnTo>
                    <a:pt x="1344" y="850"/>
                  </a:lnTo>
                  <a:lnTo>
                    <a:pt x="1383" y="850"/>
                  </a:lnTo>
                  <a:lnTo>
                    <a:pt x="1383" y="870"/>
                  </a:lnTo>
                  <a:lnTo>
                    <a:pt x="1403" y="870"/>
                  </a:lnTo>
                  <a:lnTo>
                    <a:pt x="1383" y="850"/>
                  </a:lnTo>
                  <a:lnTo>
                    <a:pt x="1403" y="850"/>
                  </a:lnTo>
                  <a:lnTo>
                    <a:pt x="1423" y="870"/>
                  </a:lnTo>
                  <a:lnTo>
                    <a:pt x="142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811"/>
                  </a:lnTo>
                  <a:lnTo>
                    <a:pt x="1383" y="811"/>
                  </a:lnTo>
                  <a:lnTo>
                    <a:pt x="1324" y="771"/>
                  </a:lnTo>
                  <a:lnTo>
                    <a:pt x="1403" y="791"/>
                  </a:lnTo>
                  <a:lnTo>
                    <a:pt x="1403" y="791"/>
                  </a:lnTo>
                  <a:lnTo>
                    <a:pt x="1344" y="771"/>
                  </a:lnTo>
                  <a:lnTo>
                    <a:pt x="1344" y="752"/>
                  </a:lnTo>
                  <a:lnTo>
                    <a:pt x="1423" y="752"/>
                  </a:lnTo>
                  <a:lnTo>
                    <a:pt x="1403" y="732"/>
                  </a:lnTo>
                  <a:lnTo>
                    <a:pt x="1383" y="712"/>
                  </a:lnTo>
                  <a:lnTo>
                    <a:pt x="1383" y="712"/>
                  </a:lnTo>
                  <a:lnTo>
                    <a:pt x="1443" y="732"/>
                  </a:lnTo>
                  <a:lnTo>
                    <a:pt x="1462" y="692"/>
                  </a:lnTo>
                  <a:lnTo>
                    <a:pt x="1462" y="673"/>
                  </a:lnTo>
                  <a:lnTo>
                    <a:pt x="1502" y="653"/>
                  </a:lnTo>
                  <a:lnTo>
                    <a:pt x="1482" y="633"/>
                  </a:lnTo>
                  <a:lnTo>
                    <a:pt x="1423" y="593"/>
                  </a:lnTo>
                  <a:lnTo>
                    <a:pt x="1403" y="593"/>
                  </a:lnTo>
                  <a:lnTo>
                    <a:pt x="1344" y="574"/>
                  </a:lnTo>
                  <a:lnTo>
                    <a:pt x="1324" y="554"/>
                  </a:lnTo>
                  <a:lnTo>
                    <a:pt x="1304" y="534"/>
                  </a:lnTo>
                  <a:lnTo>
                    <a:pt x="1304" y="534"/>
                  </a:lnTo>
                  <a:lnTo>
                    <a:pt x="1364" y="554"/>
                  </a:lnTo>
                  <a:lnTo>
                    <a:pt x="1383" y="554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43" y="534"/>
                  </a:lnTo>
                  <a:lnTo>
                    <a:pt x="1482" y="554"/>
                  </a:lnTo>
                  <a:lnTo>
                    <a:pt x="1482" y="554"/>
                  </a:lnTo>
                  <a:lnTo>
                    <a:pt x="1462" y="534"/>
                  </a:lnTo>
                  <a:lnTo>
                    <a:pt x="1423" y="495"/>
                  </a:lnTo>
                  <a:lnTo>
                    <a:pt x="1462" y="514"/>
                  </a:lnTo>
                  <a:lnTo>
                    <a:pt x="1502" y="514"/>
                  </a:lnTo>
                  <a:lnTo>
                    <a:pt x="1502" y="495"/>
                  </a:lnTo>
                  <a:lnTo>
                    <a:pt x="1462" y="475"/>
                  </a:lnTo>
                  <a:lnTo>
                    <a:pt x="1383" y="455"/>
                  </a:lnTo>
                  <a:lnTo>
                    <a:pt x="1403" y="455"/>
                  </a:lnTo>
                  <a:lnTo>
                    <a:pt x="1383" y="435"/>
                  </a:lnTo>
                  <a:lnTo>
                    <a:pt x="1383" y="435"/>
                  </a:lnTo>
                  <a:lnTo>
                    <a:pt x="1482" y="475"/>
                  </a:lnTo>
                  <a:lnTo>
                    <a:pt x="1423" y="435"/>
                  </a:lnTo>
                  <a:lnTo>
                    <a:pt x="1383" y="416"/>
                  </a:lnTo>
                  <a:lnTo>
                    <a:pt x="1403" y="416"/>
                  </a:lnTo>
                  <a:lnTo>
                    <a:pt x="1383" y="396"/>
                  </a:lnTo>
                  <a:lnTo>
                    <a:pt x="1403" y="396"/>
                  </a:lnTo>
                  <a:lnTo>
                    <a:pt x="1344" y="376"/>
                  </a:lnTo>
                  <a:lnTo>
                    <a:pt x="1304" y="337"/>
                  </a:lnTo>
                  <a:lnTo>
                    <a:pt x="1364" y="337"/>
                  </a:lnTo>
                  <a:lnTo>
                    <a:pt x="1443" y="356"/>
                  </a:lnTo>
                  <a:lnTo>
                    <a:pt x="1443" y="376"/>
                  </a:lnTo>
                  <a:lnTo>
                    <a:pt x="1522" y="376"/>
                  </a:lnTo>
                  <a:lnTo>
                    <a:pt x="1541" y="356"/>
                  </a:lnTo>
                  <a:lnTo>
                    <a:pt x="1541" y="317"/>
                  </a:lnTo>
                  <a:lnTo>
                    <a:pt x="1522" y="297"/>
                  </a:lnTo>
                  <a:lnTo>
                    <a:pt x="1522" y="277"/>
                  </a:lnTo>
                  <a:lnTo>
                    <a:pt x="1502" y="258"/>
                  </a:lnTo>
                  <a:lnTo>
                    <a:pt x="1443" y="218"/>
                  </a:lnTo>
                  <a:lnTo>
                    <a:pt x="1502" y="238"/>
                  </a:lnTo>
                  <a:lnTo>
                    <a:pt x="1561" y="218"/>
                  </a:lnTo>
                  <a:lnTo>
                    <a:pt x="1561" y="198"/>
                  </a:lnTo>
                  <a:lnTo>
                    <a:pt x="1581" y="179"/>
                  </a:lnTo>
                  <a:lnTo>
                    <a:pt x="1561" y="139"/>
                  </a:lnTo>
                  <a:lnTo>
                    <a:pt x="1541" y="119"/>
                  </a:lnTo>
                  <a:lnTo>
                    <a:pt x="1581" y="119"/>
                  </a:lnTo>
                  <a:lnTo>
                    <a:pt x="1522" y="80"/>
                  </a:lnTo>
                  <a:lnTo>
                    <a:pt x="1502" y="60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15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15"/>
            <p:cNvSpPr/>
            <p:nvPr/>
          </p:nvSpPr>
          <p:spPr>
            <a:xfrm>
              <a:off x="-1699275" y="3344525"/>
              <a:ext cx="25" cy="500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15"/>
            <p:cNvSpPr/>
            <p:nvPr/>
          </p:nvSpPr>
          <p:spPr>
            <a:xfrm>
              <a:off x="-1610900" y="33149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15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15"/>
            <p:cNvSpPr/>
            <p:nvPr/>
          </p:nvSpPr>
          <p:spPr>
            <a:xfrm>
              <a:off x="-1607450" y="3317850"/>
              <a:ext cx="1525" cy="5450"/>
            </a:xfrm>
            <a:custGeom>
              <a:rect b="b" l="l" r="r" t="t"/>
              <a:pathLst>
                <a:path extrusionOk="0" h="218" w="61">
                  <a:moveTo>
                    <a:pt x="60" y="1"/>
                  </a:moveTo>
                  <a:lnTo>
                    <a:pt x="40" y="20"/>
                  </a:lnTo>
                  <a:lnTo>
                    <a:pt x="40" y="80"/>
                  </a:lnTo>
                  <a:lnTo>
                    <a:pt x="1" y="218"/>
                  </a:lnTo>
                  <a:lnTo>
                    <a:pt x="40" y="11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15"/>
            <p:cNvSpPr/>
            <p:nvPr/>
          </p:nvSpPr>
          <p:spPr>
            <a:xfrm>
              <a:off x="-1602000" y="3297600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15"/>
            <p:cNvSpPr/>
            <p:nvPr/>
          </p:nvSpPr>
          <p:spPr>
            <a:xfrm>
              <a:off x="-1612375" y="3293150"/>
              <a:ext cx="39525" cy="35600"/>
            </a:xfrm>
            <a:custGeom>
              <a:rect b="b" l="l" r="r" t="t"/>
              <a:pathLst>
                <a:path extrusionOk="0" h="1424" w="1581">
                  <a:moveTo>
                    <a:pt x="929" y="60"/>
                  </a:moveTo>
                  <a:lnTo>
                    <a:pt x="909" y="100"/>
                  </a:lnTo>
                  <a:lnTo>
                    <a:pt x="929" y="80"/>
                  </a:lnTo>
                  <a:lnTo>
                    <a:pt x="929" y="60"/>
                  </a:lnTo>
                  <a:close/>
                  <a:moveTo>
                    <a:pt x="376" y="100"/>
                  </a:moveTo>
                  <a:lnTo>
                    <a:pt x="376" y="100"/>
                  </a:lnTo>
                  <a:lnTo>
                    <a:pt x="376" y="100"/>
                  </a:lnTo>
                  <a:close/>
                  <a:moveTo>
                    <a:pt x="870" y="100"/>
                  </a:moveTo>
                  <a:lnTo>
                    <a:pt x="870" y="100"/>
                  </a:lnTo>
                  <a:lnTo>
                    <a:pt x="870" y="100"/>
                  </a:lnTo>
                  <a:close/>
                  <a:moveTo>
                    <a:pt x="474" y="119"/>
                  </a:moveTo>
                  <a:lnTo>
                    <a:pt x="474" y="119"/>
                  </a:lnTo>
                  <a:lnTo>
                    <a:pt x="474" y="119"/>
                  </a:lnTo>
                  <a:close/>
                  <a:moveTo>
                    <a:pt x="415" y="119"/>
                  </a:moveTo>
                  <a:lnTo>
                    <a:pt x="395" y="15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415" y="119"/>
                  </a:lnTo>
                  <a:close/>
                  <a:moveTo>
                    <a:pt x="771" y="139"/>
                  </a:moveTo>
                  <a:lnTo>
                    <a:pt x="751" y="179"/>
                  </a:lnTo>
                  <a:lnTo>
                    <a:pt x="756" y="184"/>
                  </a:lnTo>
                  <a:lnTo>
                    <a:pt x="771" y="139"/>
                  </a:lnTo>
                  <a:close/>
                  <a:moveTo>
                    <a:pt x="633" y="100"/>
                  </a:moveTo>
                  <a:lnTo>
                    <a:pt x="593" y="159"/>
                  </a:lnTo>
                  <a:lnTo>
                    <a:pt x="573" y="218"/>
                  </a:lnTo>
                  <a:lnTo>
                    <a:pt x="534" y="317"/>
                  </a:lnTo>
                  <a:lnTo>
                    <a:pt x="534" y="337"/>
                  </a:lnTo>
                  <a:lnTo>
                    <a:pt x="553" y="337"/>
                  </a:lnTo>
                  <a:lnTo>
                    <a:pt x="573" y="297"/>
                  </a:lnTo>
                  <a:lnTo>
                    <a:pt x="573" y="317"/>
                  </a:lnTo>
                  <a:lnTo>
                    <a:pt x="613" y="198"/>
                  </a:lnTo>
                  <a:lnTo>
                    <a:pt x="633" y="100"/>
                  </a:lnTo>
                  <a:close/>
                  <a:moveTo>
                    <a:pt x="672" y="297"/>
                  </a:moveTo>
                  <a:lnTo>
                    <a:pt x="672" y="337"/>
                  </a:lnTo>
                  <a:lnTo>
                    <a:pt x="692" y="297"/>
                  </a:lnTo>
                  <a:close/>
                  <a:moveTo>
                    <a:pt x="316" y="277"/>
                  </a:moveTo>
                  <a:lnTo>
                    <a:pt x="316" y="317"/>
                  </a:lnTo>
                  <a:lnTo>
                    <a:pt x="316" y="337"/>
                  </a:lnTo>
                  <a:lnTo>
                    <a:pt x="297" y="376"/>
                  </a:lnTo>
                  <a:lnTo>
                    <a:pt x="316" y="277"/>
                  </a:lnTo>
                  <a:close/>
                  <a:moveTo>
                    <a:pt x="158" y="831"/>
                  </a:moveTo>
                  <a:lnTo>
                    <a:pt x="152" y="850"/>
                  </a:lnTo>
                  <a:lnTo>
                    <a:pt x="158" y="850"/>
                  </a:lnTo>
                  <a:lnTo>
                    <a:pt x="158" y="831"/>
                  </a:lnTo>
                  <a:close/>
                  <a:moveTo>
                    <a:pt x="139" y="850"/>
                  </a:moveTo>
                  <a:lnTo>
                    <a:pt x="139" y="890"/>
                  </a:lnTo>
                  <a:lnTo>
                    <a:pt x="152" y="850"/>
                  </a:lnTo>
                  <a:close/>
                  <a:moveTo>
                    <a:pt x="277" y="870"/>
                  </a:moveTo>
                  <a:lnTo>
                    <a:pt x="257" y="890"/>
                  </a:lnTo>
                  <a:lnTo>
                    <a:pt x="277" y="890"/>
                  </a:lnTo>
                  <a:lnTo>
                    <a:pt x="277" y="870"/>
                  </a:lnTo>
                  <a:close/>
                  <a:moveTo>
                    <a:pt x="139" y="890"/>
                  </a:moveTo>
                  <a:lnTo>
                    <a:pt x="132" y="916"/>
                  </a:lnTo>
                  <a:lnTo>
                    <a:pt x="132" y="916"/>
                  </a:lnTo>
                  <a:lnTo>
                    <a:pt x="139" y="910"/>
                  </a:lnTo>
                  <a:lnTo>
                    <a:pt x="139" y="890"/>
                  </a:lnTo>
                  <a:close/>
                  <a:moveTo>
                    <a:pt x="830" y="989"/>
                  </a:moveTo>
                  <a:lnTo>
                    <a:pt x="810" y="1008"/>
                  </a:lnTo>
                  <a:lnTo>
                    <a:pt x="830" y="1008"/>
                  </a:lnTo>
                  <a:lnTo>
                    <a:pt x="830" y="989"/>
                  </a:lnTo>
                  <a:close/>
                  <a:moveTo>
                    <a:pt x="744" y="1324"/>
                  </a:moveTo>
                  <a:lnTo>
                    <a:pt x="731" y="1364"/>
                  </a:lnTo>
                  <a:lnTo>
                    <a:pt x="751" y="1324"/>
                  </a:lnTo>
                  <a:close/>
                  <a:moveTo>
                    <a:pt x="771" y="1384"/>
                  </a:moveTo>
                  <a:lnTo>
                    <a:pt x="771" y="1384"/>
                  </a:lnTo>
                  <a:lnTo>
                    <a:pt x="771" y="1384"/>
                  </a:lnTo>
                  <a:close/>
                  <a:moveTo>
                    <a:pt x="1028" y="1384"/>
                  </a:moveTo>
                  <a:lnTo>
                    <a:pt x="1028" y="1384"/>
                  </a:lnTo>
                  <a:lnTo>
                    <a:pt x="1028" y="1384"/>
                  </a:lnTo>
                  <a:close/>
                  <a:moveTo>
                    <a:pt x="810" y="1"/>
                  </a:moveTo>
                  <a:lnTo>
                    <a:pt x="791" y="100"/>
                  </a:lnTo>
                  <a:lnTo>
                    <a:pt x="771" y="198"/>
                  </a:lnTo>
                  <a:lnTo>
                    <a:pt x="756" y="184"/>
                  </a:lnTo>
                  <a:lnTo>
                    <a:pt x="751" y="198"/>
                  </a:lnTo>
                  <a:lnTo>
                    <a:pt x="712" y="218"/>
                  </a:lnTo>
                  <a:lnTo>
                    <a:pt x="692" y="277"/>
                  </a:lnTo>
                  <a:lnTo>
                    <a:pt x="692" y="356"/>
                  </a:lnTo>
                  <a:lnTo>
                    <a:pt x="672" y="376"/>
                  </a:lnTo>
                  <a:lnTo>
                    <a:pt x="672" y="396"/>
                  </a:lnTo>
                  <a:lnTo>
                    <a:pt x="672" y="435"/>
                  </a:lnTo>
                  <a:lnTo>
                    <a:pt x="652" y="435"/>
                  </a:lnTo>
                  <a:lnTo>
                    <a:pt x="672" y="376"/>
                  </a:lnTo>
                  <a:lnTo>
                    <a:pt x="652" y="356"/>
                  </a:lnTo>
                  <a:lnTo>
                    <a:pt x="633" y="376"/>
                  </a:lnTo>
                  <a:lnTo>
                    <a:pt x="652" y="317"/>
                  </a:lnTo>
                  <a:lnTo>
                    <a:pt x="652" y="297"/>
                  </a:lnTo>
                  <a:lnTo>
                    <a:pt x="672" y="297"/>
                  </a:lnTo>
                  <a:lnTo>
                    <a:pt x="672" y="277"/>
                  </a:lnTo>
                  <a:lnTo>
                    <a:pt x="672" y="218"/>
                  </a:lnTo>
                  <a:lnTo>
                    <a:pt x="652" y="277"/>
                  </a:lnTo>
                  <a:lnTo>
                    <a:pt x="652" y="218"/>
                  </a:lnTo>
                  <a:lnTo>
                    <a:pt x="633" y="198"/>
                  </a:lnTo>
                  <a:lnTo>
                    <a:pt x="613" y="198"/>
                  </a:lnTo>
                  <a:lnTo>
                    <a:pt x="613" y="238"/>
                  </a:lnTo>
                  <a:lnTo>
                    <a:pt x="593" y="337"/>
                  </a:lnTo>
                  <a:lnTo>
                    <a:pt x="573" y="376"/>
                  </a:lnTo>
                  <a:lnTo>
                    <a:pt x="573" y="396"/>
                  </a:lnTo>
                  <a:lnTo>
                    <a:pt x="573" y="435"/>
                  </a:lnTo>
                  <a:lnTo>
                    <a:pt x="593" y="455"/>
                  </a:lnTo>
                  <a:lnTo>
                    <a:pt x="573" y="534"/>
                  </a:lnTo>
                  <a:lnTo>
                    <a:pt x="553" y="613"/>
                  </a:lnTo>
                  <a:lnTo>
                    <a:pt x="514" y="712"/>
                  </a:lnTo>
                  <a:lnTo>
                    <a:pt x="514" y="712"/>
                  </a:lnTo>
                  <a:lnTo>
                    <a:pt x="534" y="594"/>
                  </a:lnTo>
                  <a:lnTo>
                    <a:pt x="514" y="574"/>
                  </a:lnTo>
                  <a:lnTo>
                    <a:pt x="494" y="594"/>
                  </a:lnTo>
                  <a:lnTo>
                    <a:pt x="494" y="633"/>
                  </a:lnTo>
                  <a:lnTo>
                    <a:pt x="514" y="633"/>
                  </a:lnTo>
                  <a:lnTo>
                    <a:pt x="494" y="673"/>
                  </a:lnTo>
                  <a:lnTo>
                    <a:pt x="474" y="712"/>
                  </a:lnTo>
                  <a:lnTo>
                    <a:pt x="455" y="791"/>
                  </a:lnTo>
                  <a:lnTo>
                    <a:pt x="455" y="752"/>
                  </a:lnTo>
                  <a:lnTo>
                    <a:pt x="455" y="692"/>
                  </a:lnTo>
                  <a:lnTo>
                    <a:pt x="455" y="673"/>
                  </a:lnTo>
                  <a:lnTo>
                    <a:pt x="474" y="534"/>
                  </a:lnTo>
                  <a:lnTo>
                    <a:pt x="474" y="554"/>
                  </a:lnTo>
                  <a:lnTo>
                    <a:pt x="514" y="337"/>
                  </a:lnTo>
                  <a:lnTo>
                    <a:pt x="494" y="317"/>
                  </a:lnTo>
                  <a:lnTo>
                    <a:pt x="474" y="317"/>
                  </a:lnTo>
                  <a:lnTo>
                    <a:pt x="494" y="179"/>
                  </a:lnTo>
                  <a:lnTo>
                    <a:pt x="474" y="198"/>
                  </a:lnTo>
                  <a:lnTo>
                    <a:pt x="474" y="179"/>
                  </a:lnTo>
                  <a:lnTo>
                    <a:pt x="474" y="119"/>
                  </a:lnTo>
                  <a:lnTo>
                    <a:pt x="455" y="179"/>
                  </a:lnTo>
                  <a:lnTo>
                    <a:pt x="455" y="258"/>
                  </a:lnTo>
                  <a:lnTo>
                    <a:pt x="435" y="238"/>
                  </a:lnTo>
                  <a:lnTo>
                    <a:pt x="435" y="258"/>
                  </a:lnTo>
                  <a:lnTo>
                    <a:pt x="435" y="277"/>
                  </a:lnTo>
                  <a:lnTo>
                    <a:pt x="455" y="317"/>
                  </a:lnTo>
                  <a:lnTo>
                    <a:pt x="435" y="416"/>
                  </a:lnTo>
                  <a:lnTo>
                    <a:pt x="435" y="435"/>
                  </a:lnTo>
                  <a:lnTo>
                    <a:pt x="435" y="475"/>
                  </a:lnTo>
                  <a:lnTo>
                    <a:pt x="417" y="475"/>
                  </a:lnTo>
                  <a:lnTo>
                    <a:pt x="435" y="317"/>
                  </a:lnTo>
                  <a:lnTo>
                    <a:pt x="415" y="337"/>
                  </a:lnTo>
                  <a:lnTo>
                    <a:pt x="415" y="297"/>
                  </a:lnTo>
                  <a:lnTo>
                    <a:pt x="415" y="258"/>
                  </a:lnTo>
                  <a:lnTo>
                    <a:pt x="415" y="238"/>
                  </a:lnTo>
                  <a:lnTo>
                    <a:pt x="415" y="198"/>
                  </a:lnTo>
                  <a:lnTo>
                    <a:pt x="415" y="17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76" y="218"/>
                  </a:lnTo>
                  <a:lnTo>
                    <a:pt x="376" y="159"/>
                  </a:lnTo>
                  <a:lnTo>
                    <a:pt x="376" y="100"/>
                  </a:lnTo>
                  <a:lnTo>
                    <a:pt x="356" y="159"/>
                  </a:lnTo>
                  <a:lnTo>
                    <a:pt x="356" y="179"/>
                  </a:lnTo>
                  <a:lnTo>
                    <a:pt x="336" y="198"/>
                  </a:lnTo>
                  <a:lnTo>
                    <a:pt x="326" y="228"/>
                  </a:lnTo>
                  <a:lnTo>
                    <a:pt x="336" y="179"/>
                  </a:lnTo>
                  <a:lnTo>
                    <a:pt x="316" y="198"/>
                  </a:lnTo>
                  <a:lnTo>
                    <a:pt x="316" y="179"/>
                  </a:lnTo>
                  <a:lnTo>
                    <a:pt x="297" y="238"/>
                  </a:lnTo>
                  <a:lnTo>
                    <a:pt x="297" y="297"/>
                  </a:lnTo>
                  <a:lnTo>
                    <a:pt x="277" y="317"/>
                  </a:lnTo>
                  <a:lnTo>
                    <a:pt x="277" y="297"/>
                  </a:lnTo>
                  <a:lnTo>
                    <a:pt x="257" y="337"/>
                  </a:lnTo>
                  <a:lnTo>
                    <a:pt x="257" y="376"/>
                  </a:lnTo>
                  <a:lnTo>
                    <a:pt x="237" y="455"/>
                  </a:lnTo>
                  <a:lnTo>
                    <a:pt x="237" y="396"/>
                  </a:lnTo>
                  <a:lnTo>
                    <a:pt x="237" y="317"/>
                  </a:lnTo>
                  <a:lnTo>
                    <a:pt x="257" y="297"/>
                  </a:lnTo>
                  <a:lnTo>
                    <a:pt x="237" y="297"/>
                  </a:lnTo>
                  <a:lnTo>
                    <a:pt x="237" y="179"/>
                  </a:lnTo>
                  <a:lnTo>
                    <a:pt x="218" y="198"/>
                  </a:lnTo>
                  <a:lnTo>
                    <a:pt x="218" y="218"/>
                  </a:lnTo>
                  <a:lnTo>
                    <a:pt x="218" y="238"/>
                  </a:lnTo>
                  <a:lnTo>
                    <a:pt x="218" y="258"/>
                  </a:lnTo>
                  <a:lnTo>
                    <a:pt x="178" y="396"/>
                  </a:lnTo>
                  <a:lnTo>
                    <a:pt x="198" y="376"/>
                  </a:lnTo>
                  <a:lnTo>
                    <a:pt x="218" y="317"/>
                  </a:lnTo>
                  <a:lnTo>
                    <a:pt x="198" y="396"/>
                  </a:lnTo>
                  <a:lnTo>
                    <a:pt x="178" y="455"/>
                  </a:lnTo>
                  <a:lnTo>
                    <a:pt x="158" y="514"/>
                  </a:lnTo>
                  <a:lnTo>
                    <a:pt x="158" y="554"/>
                  </a:lnTo>
                  <a:lnTo>
                    <a:pt x="178" y="534"/>
                  </a:lnTo>
                  <a:lnTo>
                    <a:pt x="198" y="435"/>
                  </a:lnTo>
                  <a:lnTo>
                    <a:pt x="218" y="396"/>
                  </a:lnTo>
                  <a:lnTo>
                    <a:pt x="198" y="455"/>
                  </a:lnTo>
                  <a:lnTo>
                    <a:pt x="218" y="475"/>
                  </a:lnTo>
                  <a:lnTo>
                    <a:pt x="218" y="495"/>
                  </a:lnTo>
                  <a:lnTo>
                    <a:pt x="237" y="554"/>
                  </a:lnTo>
                  <a:lnTo>
                    <a:pt x="237" y="475"/>
                  </a:lnTo>
                  <a:lnTo>
                    <a:pt x="257" y="396"/>
                  </a:lnTo>
                  <a:lnTo>
                    <a:pt x="277" y="376"/>
                  </a:lnTo>
                  <a:lnTo>
                    <a:pt x="277" y="396"/>
                  </a:lnTo>
                  <a:lnTo>
                    <a:pt x="277" y="435"/>
                  </a:lnTo>
                  <a:lnTo>
                    <a:pt x="257" y="475"/>
                  </a:lnTo>
                  <a:lnTo>
                    <a:pt x="237" y="574"/>
                  </a:lnTo>
                  <a:lnTo>
                    <a:pt x="198" y="692"/>
                  </a:lnTo>
                  <a:lnTo>
                    <a:pt x="178" y="771"/>
                  </a:lnTo>
                  <a:lnTo>
                    <a:pt x="158" y="850"/>
                  </a:lnTo>
                  <a:lnTo>
                    <a:pt x="158" y="890"/>
                  </a:lnTo>
                  <a:lnTo>
                    <a:pt x="158" y="910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2" y="916"/>
                  </a:lnTo>
                  <a:lnTo>
                    <a:pt x="132" y="916"/>
                  </a:lnTo>
                  <a:lnTo>
                    <a:pt x="119" y="929"/>
                  </a:lnTo>
                  <a:lnTo>
                    <a:pt x="119" y="910"/>
                  </a:lnTo>
                  <a:lnTo>
                    <a:pt x="139" y="732"/>
                  </a:lnTo>
                  <a:lnTo>
                    <a:pt x="158" y="574"/>
                  </a:lnTo>
                  <a:lnTo>
                    <a:pt x="139" y="554"/>
                  </a:lnTo>
                  <a:lnTo>
                    <a:pt x="139" y="574"/>
                  </a:lnTo>
                  <a:lnTo>
                    <a:pt x="119" y="594"/>
                  </a:lnTo>
                  <a:lnTo>
                    <a:pt x="119" y="594"/>
                  </a:lnTo>
                  <a:lnTo>
                    <a:pt x="158" y="396"/>
                  </a:lnTo>
                  <a:lnTo>
                    <a:pt x="139" y="435"/>
                  </a:lnTo>
                  <a:lnTo>
                    <a:pt x="119" y="495"/>
                  </a:lnTo>
                  <a:lnTo>
                    <a:pt x="119" y="455"/>
                  </a:lnTo>
                  <a:lnTo>
                    <a:pt x="99" y="514"/>
                  </a:lnTo>
                  <a:lnTo>
                    <a:pt x="99" y="495"/>
                  </a:lnTo>
                  <a:lnTo>
                    <a:pt x="79" y="594"/>
                  </a:lnTo>
                  <a:lnTo>
                    <a:pt x="79" y="613"/>
                  </a:lnTo>
                  <a:lnTo>
                    <a:pt x="99" y="594"/>
                  </a:lnTo>
                  <a:lnTo>
                    <a:pt x="79" y="653"/>
                  </a:lnTo>
                  <a:lnTo>
                    <a:pt x="79" y="752"/>
                  </a:lnTo>
                  <a:lnTo>
                    <a:pt x="79" y="771"/>
                  </a:lnTo>
                  <a:lnTo>
                    <a:pt x="60" y="791"/>
                  </a:lnTo>
                  <a:lnTo>
                    <a:pt x="79" y="791"/>
                  </a:lnTo>
                  <a:lnTo>
                    <a:pt x="79" y="811"/>
                  </a:lnTo>
                  <a:lnTo>
                    <a:pt x="99" y="811"/>
                  </a:lnTo>
                  <a:lnTo>
                    <a:pt x="99" y="850"/>
                  </a:lnTo>
                  <a:lnTo>
                    <a:pt x="79" y="969"/>
                  </a:lnTo>
                  <a:lnTo>
                    <a:pt x="60" y="989"/>
                  </a:lnTo>
                  <a:lnTo>
                    <a:pt x="60" y="949"/>
                  </a:lnTo>
                  <a:lnTo>
                    <a:pt x="79" y="870"/>
                  </a:lnTo>
                  <a:lnTo>
                    <a:pt x="60" y="870"/>
                  </a:lnTo>
                  <a:lnTo>
                    <a:pt x="60" y="910"/>
                  </a:lnTo>
                  <a:lnTo>
                    <a:pt x="60" y="929"/>
                  </a:lnTo>
                  <a:lnTo>
                    <a:pt x="40" y="1008"/>
                  </a:lnTo>
                  <a:lnTo>
                    <a:pt x="20" y="1008"/>
                  </a:lnTo>
                  <a:lnTo>
                    <a:pt x="20" y="1028"/>
                  </a:lnTo>
                  <a:lnTo>
                    <a:pt x="0" y="1107"/>
                  </a:lnTo>
                  <a:lnTo>
                    <a:pt x="0" y="1186"/>
                  </a:lnTo>
                  <a:lnTo>
                    <a:pt x="20" y="1087"/>
                  </a:lnTo>
                  <a:lnTo>
                    <a:pt x="20" y="1107"/>
                  </a:lnTo>
                  <a:lnTo>
                    <a:pt x="20" y="1186"/>
                  </a:lnTo>
                  <a:lnTo>
                    <a:pt x="40" y="1147"/>
                  </a:lnTo>
                  <a:lnTo>
                    <a:pt x="40" y="1166"/>
                  </a:lnTo>
                  <a:lnTo>
                    <a:pt x="60" y="1127"/>
                  </a:lnTo>
                  <a:lnTo>
                    <a:pt x="60" y="1087"/>
                  </a:lnTo>
                  <a:lnTo>
                    <a:pt x="79" y="1087"/>
                  </a:lnTo>
                  <a:lnTo>
                    <a:pt x="79" y="1107"/>
                  </a:lnTo>
                  <a:lnTo>
                    <a:pt x="99" y="1068"/>
                  </a:lnTo>
                  <a:lnTo>
                    <a:pt x="99" y="1107"/>
                  </a:lnTo>
                  <a:lnTo>
                    <a:pt x="119" y="1048"/>
                  </a:lnTo>
                  <a:lnTo>
                    <a:pt x="119" y="1068"/>
                  </a:lnTo>
                  <a:lnTo>
                    <a:pt x="139" y="969"/>
                  </a:lnTo>
                  <a:lnTo>
                    <a:pt x="158" y="929"/>
                  </a:lnTo>
                  <a:lnTo>
                    <a:pt x="178" y="929"/>
                  </a:lnTo>
                  <a:lnTo>
                    <a:pt x="158" y="969"/>
                  </a:lnTo>
                  <a:lnTo>
                    <a:pt x="158" y="989"/>
                  </a:lnTo>
                  <a:lnTo>
                    <a:pt x="139" y="1028"/>
                  </a:lnTo>
                  <a:lnTo>
                    <a:pt x="139" y="1068"/>
                  </a:lnTo>
                  <a:lnTo>
                    <a:pt x="158" y="1028"/>
                  </a:lnTo>
                  <a:lnTo>
                    <a:pt x="158" y="1008"/>
                  </a:lnTo>
                  <a:lnTo>
                    <a:pt x="198" y="929"/>
                  </a:lnTo>
                  <a:lnTo>
                    <a:pt x="218" y="910"/>
                  </a:lnTo>
                  <a:lnTo>
                    <a:pt x="237" y="890"/>
                  </a:lnTo>
                  <a:lnTo>
                    <a:pt x="237" y="929"/>
                  </a:lnTo>
                  <a:lnTo>
                    <a:pt x="257" y="831"/>
                  </a:lnTo>
                  <a:lnTo>
                    <a:pt x="277" y="811"/>
                  </a:lnTo>
                  <a:lnTo>
                    <a:pt x="277" y="870"/>
                  </a:lnTo>
                  <a:lnTo>
                    <a:pt x="316" y="791"/>
                  </a:lnTo>
                  <a:lnTo>
                    <a:pt x="316" y="692"/>
                  </a:lnTo>
                  <a:lnTo>
                    <a:pt x="336" y="653"/>
                  </a:lnTo>
                  <a:lnTo>
                    <a:pt x="336" y="673"/>
                  </a:lnTo>
                  <a:lnTo>
                    <a:pt x="336" y="712"/>
                  </a:lnTo>
                  <a:lnTo>
                    <a:pt x="316" y="850"/>
                  </a:lnTo>
                  <a:lnTo>
                    <a:pt x="356" y="771"/>
                  </a:lnTo>
                  <a:lnTo>
                    <a:pt x="336" y="870"/>
                  </a:lnTo>
                  <a:lnTo>
                    <a:pt x="316" y="929"/>
                  </a:lnTo>
                  <a:lnTo>
                    <a:pt x="316" y="890"/>
                  </a:lnTo>
                  <a:lnTo>
                    <a:pt x="297" y="910"/>
                  </a:lnTo>
                  <a:lnTo>
                    <a:pt x="297" y="929"/>
                  </a:lnTo>
                  <a:lnTo>
                    <a:pt x="277" y="929"/>
                  </a:lnTo>
                  <a:lnTo>
                    <a:pt x="277" y="949"/>
                  </a:lnTo>
                  <a:lnTo>
                    <a:pt x="257" y="989"/>
                  </a:lnTo>
                  <a:lnTo>
                    <a:pt x="257" y="1048"/>
                  </a:lnTo>
                  <a:lnTo>
                    <a:pt x="257" y="1087"/>
                  </a:lnTo>
                  <a:lnTo>
                    <a:pt x="277" y="1068"/>
                  </a:lnTo>
                  <a:lnTo>
                    <a:pt x="277" y="1127"/>
                  </a:lnTo>
                  <a:lnTo>
                    <a:pt x="257" y="1186"/>
                  </a:lnTo>
                  <a:lnTo>
                    <a:pt x="237" y="1186"/>
                  </a:lnTo>
                  <a:lnTo>
                    <a:pt x="237" y="1226"/>
                  </a:lnTo>
                  <a:lnTo>
                    <a:pt x="237" y="1245"/>
                  </a:lnTo>
                  <a:lnTo>
                    <a:pt x="257" y="1245"/>
                  </a:lnTo>
                  <a:lnTo>
                    <a:pt x="297" y="1028"/>
                  </a:lnTo>
                  <a:lnTo>
                    <a:pt x="316" y="1008"/>
                  </a:lnTo>
                  <a:lnTo>
                    <a:pt x="336" y="1028"/>
                  </a:lnTo>
                  <a:lnTo>
                    <a:pt x="316" y="1068"/>
                  </a:lnTo>
                  <a:lnTo>
                    <a:pt x="297" y="1166"/>
                  </a:lnTo>
                  <a:lnTo>
                    <a:pt x="316" y="1127"/>
                  </a:lnTo>
                  <a:lnTo>
                    <a:pt x="316" y="1107"/>
                  </a:lnTo>
                  <a:lnTo>
                    <a:pt x="336" y="1127"/>
                  </a:lnTo>
                  <a:lnTo>
                    <a:pt x="336" y="1226"/>
                  </a:lnTo>
                  <a:lnTo>
                    <a:pt x="316" y="1226"/>
                  </a:lnTo>
                  <a:lnTo>
                    <a:pt x="316" y="1265"/>
                  </a:lnTo>
                  <a:lnTo>
                    <a:pt x="297" y="1245"/>
                  </a:lnTo>
                  <a:lnTo>
                    <a:pt x="297" y="1305"/>
                  </a:lnTo>
                  <a:lnTo>
                    <a:pt x="316" y="1305"/>
                  </a:lnTo>
                  <a:lnTo>
                    <a:pt x="316" y="1384"/>
                  </a:lnTo>
                  <a:lnTo>
                    <a:pt x="336" y="1403"/>
                  </a:lnTo>
                  <a:lnTo>
                    <a:pt x="356" y="1384"/>
                  </a:lnTo>
                  <a:lnTo>
                    <a:pt x="376" y="1324"/>
                  </a:lnTo>
                  <a:lnTo>
                    <a:pt x="395" y="1245"/>
                  </a:lnTo>
                  <a:lnTo>
                    <a:pt x="376" y="1344"/>
                  </a:lnTo>
                  <a:lnTo>
                    <a:pt x="395" y="1344"/>
                  </a:lnTo>
                  <a:lnTo>
                    <a:pt x="395" y="1403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35" y="1305"/>
                  </a:lnTo>
                  <a:lnTo>
                    <a:pt x="415" y="1324"/>
                  </a:lnTo>
                  <a:lnTo>
                    <a:pt x="415" y="1285"/>
                  </a:lnTo>
                  <a:lnTo>
                    <a:pt x="435" y="1206"/>
                  </a:lnTo>
                  <a:lnTo>
                    <a:pt x="455" y="1206"/>
                  </a:lnTo>
                  <a:lnTo>
                    <a:pt x="435" y="1265"/>
                  </a:lnTo>
                  <a:lnTo>
                    <a:pt x="435" y="1305"/>
                  </a:lnTo>
                  <a:lnTo>
                    <a:pt x="435" y="1344"/>
                  </a:lnTo>
                  <a:lnTo>
                    <a:pt x="435" y="1403"/>
                  </a:lnTo>
                  <a:lnTo>
                    <a:pt x="474" y="1344"/>
                  </a:lnTo>
                  <a:lnTo>
                    <a:pt x="494" y="1265"/>
                  </a:lnTo>
                  <a:lnTo>
                    <a:pt x="474" y="1305"/>
                  </a:lnTo>
                  <a:lnTo>
                    <a:pt x="494" y="1226"/>
                  </a:lnTo>
                  <a:lnTo>
                    <a:pt x="494" y="1265"/>
                  </a:lnTo>
                  <a:lnTo>
                    <a:pt x="514" y="1305"/>
                  </a:lnTo>
                  <a:lnTo>
                    <a:pt x="494" y="1344"/>
                  </a:lnTo>
                  <a:lnTo>
                    <a:pt x="494" y="1324"/>
                  </a:lnTo>
                  <a:lnTo>
                    <a:pt x="474" y="1364"/>
                  </a:lnTo>
                  <a:lnTo>
                    <a:pt x="474" y="1403"/>
                  </a:lnTo>
                  <a:lnTo>
                    <a:pt x="494" y="1364"/>
                  </a:lnTo>
                  <a:lnTo>
                    <a:pt x="514" y="1344"/>
                  </a:lnTo>
                  <a:lnTo>
                    <a:pt x="514" y="1364"/>
                  </a:lnTo>
                  <a:lnTo>
                    <a:pt x="514" y="1384"/>
                  </a:lnTo>
                  <a:lnTo>
                    <a:pt x="534" y="1403"/>
                  </a:lnTo>
                  <a:lnTo>
                    <a:pt x="553" y="1344"/>
                  </a:lnTo>
                  <a:lnTo>
                    <a:pt x="573" y="1344"/>
                  </a:lnTo>
                  <a:lnTo>
                    <a:pt x="593" y="1206"/>
                  </a:lnTo>
                  <a:lnTo>
                    <a:pt x="593" y="1305"/>
                  </a:lnTo>
                  <a:lnTo>
                    <a:pt x="573" y="1384"/>
                  </a:lnTo>
                  <a:lnTo>
                    <a:pt x="593" y="1344"/>
                  </a:lnTo>
                  <a:lnTo>
                    <a:pt x="593" y="1384"/>
                  </a:lnTo>
                  <a:lnTo>
                    <a:pt x="613" y="1403"/>
                  </a:lnTo>
                  <a:lnTo>
                    <a:pt x="613" y="1384"/>
                  </a:lnTo>
                  <a:lnTo>
                    <a:pt x="633" y="1344"/>
                  </a:lnTo>
                  <a:lnTo>
                    <a:pt x="652" y="1305"/>
                  </a:lnTo>
                  <a:lnTo>
                    <a:pt x="692" y="1285"/>
                  </a:lnTo>
                  <a:lnTo>
                    <a:pt x="652" y="1364"/>
                  </a:lnTo>
                  <a:lnTo>
                    <a:pt x="633" y="1403"/>
                  </a:lnTo>
                  <a:lnTo>
                    <a:pt x="652" y="1423"/>
                  </a:lnTo>
                  <a:lnTo>
                    <a:pt x="672" y="1423"/>
                  </a:lnTo>
                  <a:lnTo>
                    <a:pt x="692" y="1403"/>
                  </a:lnTo>
                  <a:lnTo>
                    <a:pt x="692" y="1324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692" y="1384"/>
                  </a:lnTo>
                  <a:lnTo>
                    <a:pt x="692" y="1384"/>
                  </a:lnTo>
                  <a:lnTo>
                    <a:pt x="731" y="1324"/>
                  </a:lnTo>
                  <a:lnTo>
                    <a:pt x="744" y="1324"/>
                  </a:lnTo>
                  <a:lnTo>
                    <a:pt x="751" y="1305"/>
                  </a:lnTo>
                  <a:lnTo>
                    <a:pt x="771" y="1226"/>
                  </a:lnTo>
                  <a:lnTo>
                    <a:pt x="771" y="1166"/>
                  </a:lnTo>
                  <a:lnTo>
                    <a:pt x="751" y="1206"/>
                  </a:lnTo>
                  <a:lnTo>
                    <a:pt x="731" y="1206"/>
                  </a:lnTo>
                  <a:lnTo>
                    <a:pt x="731" y="1147"/>
                  </a:lnTo>
                  <a:lnTo>
                    <a:pt x="751" y="1087"/>
                  </a:lnTo>
                  <a:lnTo>
                    <a:pt x="751" y="1048"/>
                  </a:lnTo>
                  <a:lnTo>
                    <a:pt x="791" y="949"/>
                  </a:lnTo>
                  <a:lnTo>
                    <a:pt x="810" y="929"/>
                  </a:lnTo>
                  <a:lnTo>
                    <a:pt x="791" y="1008"/>
                  </a:lnTo>
                  <a:lnTo>
                    <a:pt x="771" y="1068"/>
                  </a:lnTo>
                  <a:lnTo>
                    <a:pt x="791" y="1048"/>
                  </a:lnTo>
                  <a:lnTo>
                    <a:pt x="771" y="1147"/>
                  </a:lnTo>
                  <a:lnTo>
                    <a:pt x="791" y="1068"/>
                  </a:lnTo>
                  <a:lnTo>
                    <a:pt x="810" y="989"/>
                  </a:lnTo>
                  <a:lnTo>
                    <a:pt x="810" y="949"/>
                  </a:lnTo>
                  <a:lnTo>
                    <a:pt x="830" y="989"/>
                  </a:lnTo>
                  <a:lnTo>
                    <a:pt x="850" y="969"/>
                  </a:lnTo>
                  <a:lnTo>
                    <a:pt x="850" y="1028"/>
                  </a:lnTo>
                  <a:lnTo>
                    <a:pt x="830" y="1008"/>
                  </a:lnTo>
                  <a:lnTo>
                    <a:pt x="830" y="1048"/>
                  </a:lnTo>
                  <a:lnTo>
                    <a:pt x="810" y="1107"/>
                  </a:lnTo>
                  <a:lnTo>
                    <a:pt x="810" y="1166"/>
                  </a:lnTo>
                  <a:lnTo>
                    <a:pt x="791" y="1226"/>
                  </a:lnTo>
                  <a:lnTo>
                    <a:pt x="771" y="1344"/>
                  </a:lnTo>
                  <a:lnTo>
                    <a:pt x="771" y="1384"/>
                  </a:lnTo>
                  <a:lnTo>
                    <a:pt x="791" y="1344"/>
                  </a:lnTo>
                  <a:lnTo>
                    <a:pt x="810" y="1344"/>
                  </a:lnTo>
                  <a:lnTo>
                    <a:pt x="830" y="1305"/>
                  </a:lnTo>
                  <a:lnTo>
                    <a:pt x="830" y="1364"/>
                  </a:lnTo>
                  <a:lnTo>
                    <a:pt x="850" y="1364"/>
                  </a:lnTo>
                  <a:lnTo>
                    <a:pt x="870" y="1324"/>
                  </a:lnTo>
                  <a:lnTo>
                    <a:pt x="870" y="1384"/>
                  </a:lnTo>
                  <a:lnTo>
                    <a:pt x="870" y="1403"/>
                  </a:lnTo>
                  <a:lnTo>
                    <a:pt x="889" y="1384"/>
                  </a:lnTo>
                  <a:lnTo>
                    <a:pt x="909" y="1344"/>
                  </a:lnTo>
                  <a:lnTo>
                    <a:pt x="949" y="1305"/>
                  </a:lnTo>
                  <a:lnTo>
                    <a:pt x="949" y="1285"/>
                  </a:lnTo>
                  <a:lnTo>
                    <a:pt x="968" y="1305"/>
                  </a:lnTo>
                  <a:lnTo>
                    <a:pt x="949" y="1344"/>
                  </a:lnTo>
                  <a:lnTo>
                    <a:pt x="968" y="1364"/>
                  </a:lnTo>
                  <a:lnTo>
                    <a:pt x="988" y="1305"/>
                  </a:lnTo>
                  <a:lnTo>
                    <a:pt x="988" y="1364"/>
                  </a:lnTo>
                  <a:lnTo>
                    <a:pt x="1008" y="1344"/>
                  </a:lnTo>
                  <a:lnTo>
                    <a:pt x="1008" y="1324"/>
                  </a:lnTo>
                  <a:lnTo>
                    <a:pt x="1028" y="1384"/>
                  </a:lnTo>
                  <a:lnTo>
                    <a:pt x="1047" y="1344"/>
                  </a:lnTo>
                  <a:lnTo>
                    <a:pt x="1067" y="1265"/>
                  </a:lnTo>
                  <a:lnTo>
                    <a:pt x="1047" y="1384"/>
                  </a:lnTo>
                  <a:lnTo>
                    <a:pt x="1126" y="1344"/>
                  </a:lnTo>
                  <a:lnTo>
                    <a:pt x="1205" y="1305"/>
                  </a:lnTo>
                  <a:lnTo>
                    <a:pt x="1186" y="1344"/>
                  </a:lnTo>
                  <a:lnTo>
                    <a:pt x="1205" y="1324"/>
                  </a:lnTo>
                  <a:lnTo>
                    <a:pt x="1245" y="1305"/>
                  </a:lnTo>
                  <a:lnTo>
                    <a:pt x="1265" y="1265"/>
                  </a:lnTo>
                  <a:lnTo>
                    <a:pt x="1284" y="1265"/>
                  </a:lnTo>
                  <a:lnTo>
                    <a:pt x="1304" y="1245"/>
                  </a:lnTo>
                  <a:lnTo>
                    <a:pt x="1324" y="1166"/>
                  </a:lnTo>
                  <a:lnTo>
                    <a:pt x="1324" y="1048"/>
                  </a:lnTo>
                  <a:lnTo>
                    <a:pt x="1344" y="1028"/>
                  </a:lnTo>
                  <a:lnTo>
                    <a:pt x="1344" y="1068"/>
                  </a:lnTo>
                  <a:lnTo>
                    <a:pt x="1344" y="1107"/>
                  </a:lnTo>
                  <a:lnTo>
                    <a:pt x="1344" y="1127"/>
                  </a:lnTo>
                  <a:lnTo>
                    <a:pt x="1324" y="1226"/>
                  </a:lnTo>
                  <a:lnTo>
                    <a:pt x="1304" y="1305"/>
                  </a:lnTo>
                  <a:lnTo>
                    <a:pt x="1344" y="1226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83" y="1265"/>
                  </a:lnTo>
                  <a:lnTo>
                    <a:pt x="1363" y="1305"/>
                  </a:lnTo>
                  <a:lnTo>
                    <a:pt x="1363" y="1285"/>
                  </a:lnTo>
                  <a:lnTo>
                    <a:pt x="1344" y="1285"/>
                  </a:lnTo>
                  <a:lnTo>
                    <a:pt x="1344" y="1305"/>
                  </a:lnTo>
                  <a:lnTo>
                    <a:pt x="1324" y="1344"/>
                  </a:lnTo>
                  <a:lnTo>
                    <a:pt x="1363" y="1324"/>
                  </a:lnTo>
                  <a:lnTo>
                    <a:pt x="1383" y="1324"/>
                  </a:lnTo>
                  <a:lnTo>
                    <a:pt x="1383" y="1285"/>
                  </a:lnTo>
                  <a:lnTo>
                    <a:pt x="1403" y="1245"/>
                  </a:lnTo>
                  <a:lnTo>
                    <a:pt x="1403" y="1265"/>
                  </a:lnTo>
                  <a:lnTo>
                    <a:pt x="1423" y="1206"/>
                  </a:lnTo>
                  <a:lnTo>
                    <a:pt x="1403" y="1285"/>
                  </a:lnTo>
                  <a:lnTo>
                    <a:pt x="1423" y="1226"/>
                  </a:lnTo>
                  <a:lnTo>
                    <a:pt x="1442" y="1226"/>
                  </a:lnTo>
                  <a:lnTo>
                    <a:pt x="1462" y="1245"/>
                  </a:lnTo>
                  <a:lnTo>
                    <a:pt x="1462" y="1285"/>
                  </a:lnTo>
                  <a:lnTo>
                    <a:pt x="1482" y="1265"/>
                  </a:lnTo>
                  <a:lnTo>
                    <a:pt x="1482" y="1305"/>
                  </a:lnTo>
                  <a:lnTo>
                    <a:pt x="1502" y="1324"/>
                  </a:lnTo>
                  <a:lnTo>
                    <a:pt x="1521" y="1324"/>
                  </a:lnTo>
                  <a:lnTo>
                    <a:pt x="1541" y="1364"/>
                  </a:lnTo>
                  <a:lnTo>
                    <a:pt x="1561" y="1324"/>
                  </a:lnTo>
                  <a:lnTo>
                    <a:pt x="1581" y="1285"/>
                  </a:lnTo>
                  <a:lnTo>
                    <a:pt x="1265" y="692"/>
                  </a:lnTo>
                  <a:lnTo>
                    <a:pt x="968" y="179"/>
                  </a:lnTo>
                  <a:lnTo>
                    <a:pt x="949" y="238"/>
                  </a:lnTo>
                  <a:lnTo>
                    <a:pt x="949" y="218"/>
                  </a:lnTo>
                  <a:lnTo>
                    <a:pt x="949" y="159"/>
                  </a:lnTo>
                  <a:lnTo>
                    <a:pt x="929" y="198"/>
                  </a:lnTo>
                  <a:lnTo>
                    <a:pt x="909" y="218"/>
                  </a:lnTo>
                  <a:lnTo>
                    <a:pt x="909" y="258"/>
                  </a:lnTo>
                  <a:lnTo>
                    <a:pt x="889" y="297"/>
                  </a:lnTo>
                  <a:lnTo>
                    <a:pt x="889" y="238"/>
                  </a:lnTo>
                  <a:lnTo>
                    <a:pt x="909" y="198"/>
                  </a:lnTo>
                  <a:lnTo>
                    <a:pt x="909" y="119"/>
                  </a:lnTo>
                  <a:lnTo>
                    <a:pt x="909" y="100"/>
                  </a:lnTo>
                  <a:lnTo>
                    <a:pt x="909" y="80"/>
                  </a:lnTo>
                  <a:lnTo>
                    <a:pt x="909" y="40"/>
                  </a:lnTo>
                  <a:lnTo>
                    <a:pt x="889" y="60"/>
                  </a:lnTo>
                  <a:lnTo>
                    <a:pt x="889" y="119"/>
                  </a:lnTo>
                  <a:lnTo>
                    <a:pt x="870" y="179"/>
                  </a:lnTo>
                  <a:lnTo>
                    <a:pt x="870" y="100"/>
                  </a:lnTo>
                  <a:lnTo>
                    <a:pt x="850" y="139"/>
                  </a:lnTo>
                  <a:lnTo>
                    <a:pt x="830" y="218"/>
                  </a:lnTo>
                  <a:lnTo>
                    <a:pt x="830" y="277"/>
                  </a:lnTo>
                  <a:lnTo>
                    <a:pt x="830" y="317"/>
                  </a:lnTo>
                  <a:lnTo>
                    <a:pt x="830" y="376"/>
                  </a:lnTo>
                  <a:lnTo>
                    <a:pt x="810" y="396"/>
                  </a:lnTo>
                  <a:lnTo>
                    <a:pt x="791" y="297"/>
                  </a:lnTo>
                  <a:lnTo>
                    <a:pt x="830" y="159"/>
                  </a:lnTo>
                  <a:lnTo>
                    <a:pt x="850" y="1"/>
                  </a:lnTo>
                  <a:lnTo>
                    <a:pt x="830" y="21"/>
                  </a:lnTo>
                  <a:lnTo>
                    <a:pt x="810" y="21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15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15"/>
            <p:cNvSpPr/>
            <p:nvPr/>
          </p:nvSpPr>
          <p:spPr>
            <a:xfrm>
              <a:off x="-1607450" y="32995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15"/>
            <p:cNvSpPr/>
            <p:nvPr/>
          </p:nvSpPr>
          <p:spPr>
            <a:xfrm>
              <a:off x="-1360550" y="3908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15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15"/>
            <p:cNvSpPr/>
            <p:nvPr/>
          </p:nvSpPr>
          <p:spPr>
            <a:xfrm>
              <a:off x="-1371900" y="3904975"/>
              <a:ext cx="19275" cy="6950"/>
            </a:xfrm>
            <a:custGeom>
              <a:rect b="b" l="l" r="r" t="t"/>
              <a:pathLst>
                <a:path extrusionOk="0" h="278" w="771">
                  <a:moveTo>
                    <a:pt x="672" y="1"/>
                  </a:moveTo>
                  <a:lnTo>
                    <a:pt x="593" y="21"/>
                  </a:lnTo>
                  <a:lnTo>
                    <a:pt x="613" y="21"/>
                  </a:lnTo>
                  <a:lnTo>
                    <a:pt x="672" y="1"/>
                  </a:lnTo>
                  <a:close/>
                  <a:moveTo>
                    <a:pt x="712" y="21"/>
                  </a:moveTo>
                  <a:lnTo>
                    <a:pt x="705" y="27"/>
                  </a:lnTo>
                  <a:lnTo>
                    <a:pt x="705" y="27"/>
                  </a:lnTo>
                  <a:lnTo>
                    <a:pt x="732" y="40"/>
                  </a:lnTo>
                  <a:lnTo>
                    <a:pt x="732" y="40"/>
                  </a:lnTo>
                  <a:lnTo>
                    <a:pt x="712" y="21"/>
                  </a:lnTo>
                  <a:close/>
                  <a:moveTo>
                    <a:pt x="613" y="1"/>
                  </a:moveTo>
                  <a:lnTo>
                    <a:pt x="514" y="21"/>
                  </a:lnTo>
                  <a:lnTo>
                    <a:pt x="475" y="40"/>
                  </a:lnTo>
                  <a:lnTo>
                    <a:pt x="514" y="40"/>
                  </a:lnTo>
                  <a:lnTo>
                    <a:pt x="593" y="21"/>
                  </a:lnTo>
                  <a:lnTo>
                    <a:pt x="613" y="1"/>
                  </a:lnTo>
                  <a:close/>
                  <a:moveTo>
                    <a:pt x="396" y="60"/>
                  </a:moveTo>
                  <a:lnTo>
                    <a:pt x="415" y="80"/>
                  </a:lnTo>
                  <a:lnTo>
                    <a:pt x="455" y="60"/>
                  </a:lnTo>
                  <a:close/>
                  <a:moveTo>
                    <a:pt x="613" y="100"/>
                  </a:moveTo>
                  <a:lnTo>
                    <a:pt x="593" y="119"/>
                  </a:lnTo>
                  <a:lnTo>
                    <a:pt x="613" y="119"/>
                  </a:lnTo>
                  <a:lnTo>
                    <a:pt x="613" y="100"/>
                  </a:lnTo>
                  <a:close/>
                  <a:moveTo>
                    <a:pt x="99" y="238"/>
                  </a:moveTo>
                  <a:lnTo>
                    <a:pt x="1" y="277"/>
                  </a:lnTo>
                  <a:lnTo>
                    <a:pt x="40" y="277"/>
                  </a:lnTo>
                  <a:lnTo>
                    <a:pt x="99" y="238"/>
                  </a:lnTo>
                  <a:close/>
                  <a:moveTo>
                    <a:pt x="692" y="21"/>
                  </a:moveTo>
                  <a:lnTo>
                    <a:pt x="652" y="40"/>
                  </a:lnTo>
                  <a:lnTo>
                    <a:pt x="514" y="40"/>
                  </a:lnTo>
                  <a:lnTo>
                    <a:pt x="455" y="60"/>
                  </a:lnTo>
                  <a:lnTo>
                    <a:pt x="494" y="60"/>
                  </a:lnTo>
                  <a:lnTo>
                    <a:pt x="455" y="80"/>
                  </a:lnTo>
                  <a:lnTo>
                    <a:pt x="475" y="80"/>
                  </a:lnTo>
                  <a:lnTo>
                    <a:pt x="297" y="139"/>
                  </a:lnTo>
                  <a:lnTo>
                    <a:pt x="159" y="198"/>
                  </a:lnTo>
                  <a:lnTo>
                    <a:pt x="198" y="218"/>
                  </a:lnTo>
                  <a:lnTo>
                    <a:pt x="99" y="238"/>
                  </a:lnTo>
                  <a:lnTo>
                    <a:pt x="80" y="277"/>
                  </a:lnTo>
                  <a:lnTo>
                    <a:pt x="99" y="277"/>
                  </a:lnTo>
                  <a:lnTo>
                    <a:pt x="119" y="258"/>
                  </a:lnTo>
                  <a:lnTo>
                    <a:pt x="198" y="258"/>
                  </a:lnTo>
                  <a:lnTo>
                    <a:pt x="218" y="238"/>
                  </a:lnTo>
                  <a:lnTo>
                    <a:pt x="198" y="238"/>
                  </a:lnTo>
                  <a:lnTo>
                    <a:pt x="257" y="218"/>
                  </a:lnTo>
                  <a:lnTo>
                    <a:pt x="356" y="179"/>
                  </a:lnTo>
                  <a:lnTo>
                    <a:pt x="396" y="179"/>
                  </a:lnTo>
                  <a:lnTo>
                    <a:pt x="396" y="159"/>
                  </a:lnTo>
                  <a:lnTo>
                    <a:pt x="356" y="159"/>
                  </a:lnTo>
                  <a:lnTo>
                    <a:pt x="396" y="139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80"/>
                  </a:lnTo>
                  <a:lnTo>
                    <a:pt x="554" y="100"/>
                  </a:lnTo>
                  <a:lnTo>
                    <a:pt x="534" y="100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494" y="119"/>
                  </a:lnTo>
                  <a:lnTo>
                    <a:pt x="514" y="119"/>
                  </a:lnTo>
                  <a:lnTo>
                    <a:pt x="593" y="100"/>
                  </a:lnTo>
                  <a:lnTo>
                    <a:pt x="613" y="100"/>
                  </a:lnTo>
                  <a:lnTo>
                    <a:pt x="692" y="80"/>
                  </a:lnTo>
                  <a:lnTo>
                    <a:pt x="692" y="60"/>
                  </a:lnTo>
                  <a:lnTo>
                    <a:pt x="771" y="40"/>
                  </a:lnTo>
                  <a:lnTo>
                    <a:pt x="692" y="40"/>
                  </a:lnTo>
                  <a:lnTo>
                    <a:pt x="705" y="27"/>
                  </a:lnTo>
                  <a:lnTo>
                    <a:pt x="705" y="27"/>
                  </a:lnTo>
                  <a:lnTo>
                    <a:pt x="692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15"/>
            <p:cNvSpPr/>
            <p:nvPr/>
          </p:nvSpPr>
          <p:spPr>
            <a:xfrm>
              <a:off x="-1388675" y="3898575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15"/>
            <p:cNvSpPr/>
            <p:nvPr/>
          </p:nvSpPr>
          <p:spPr>
            <a:xfrm>
              <a:off x="-1360050" y="3902525"/>
              <a:ext cx="2500" cy="500"/>
            </a:xfrm>
            <a:custGeom>
              <a:rect b="b" l="l" r="r" t="t"/>
              <a:pathLst>
                <a:path extrusionOk="0" h="20" w="100">
                  <a:moveTo>
                    <a:pt x="99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15"/>
            <p:cNvSpPr/>
            <p:nvPr/>
          </p:nvSpPr>
          <p:spPr>
            <a:xfrm>
              <a:off x="-1356600" y="3901525"/>
              <a:ext cx="2000" cy="525"/>
            </a:xfrm>
            <a:custGeom>
              <a:rect b="b" l="l" r="r" t="t"/>
              <a:pathLst>
                <a:path extrusionOk="0" h="21" w="80">
                  <a:moveTo>
                    <a:pt x="1" y="20"/>
                  </a:moveTo>
                  <a:lnTo>
                    <a:pt x="1" y="2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15"/>
            <p:cNvSpPr/>
            <p:nvPr/>
          </p:nvSpPr>
          <p:spPr>
            <a:xfrm>
              <a:off x="-1395600" y="3860050"/>
              <a:ext cx="43975" cy="52850"/>
            </a:xfrm>
            <a:custGeom>
              <a:rect b="b" l="l" r="r" t="t"/>
              <a:pathLst>
                <a:path extrusionOk="0" h="2114" w="1759">
                  <a:moveTo>
                    <a:pt x="1225" y="573"/>
                  </a:moveTo>
                  <a:lnTo>
                    <a:pt x="1225" y="593"/>
                  </a:lnTo>
                  <a:lnTo>
                    <a:pt x="1284" y="593"/>
                  </a:lnTo>
                  <a:lnTo>
                    <a:pt x="1245" y="573"/>
                  </a:lnTo>
                  <a:close/>
                  <a:moveTo>
                    <a:pt x="60" y="1126"/>
                  </a:moveTo>
                  <a:lnTo>
                    <a:pt x="60" y="1146"/>
                  </a:lnTo>
                  <a:lnTo>
                    <a:pt x="80" y="1126"/>
                  </a:lnTo>
                  <a:close/>
                  <a:moveTo>
                    <a:pt x="80" y="1146"/>
                  </a:moveTo>
                  <a:lnTo>
                    <a:pt x="1" y="1185"/>
                  </a:lnTo>
                  <a:lnTo>
                    <a:pt x="20" y="1185"/>
                  </a:lnTo>
                  <a:lnTo>
                    <a:pt x="1" y="1205"/>
                  </a:lnTo>
                  <a:lnTo>
                    <a:pt x="1" y="1225"/>
                  </a:lnTo>
                  <a:lnTo>
                    <a:pt x="20" y="1205"/>
                  </a:lnTo>
                  <a:lnTo>
                    <a:pt x="60" y="1185"/>
                  </a:lnTo>
                  <a:lnTo>
                    <a:pt x="60" y="1185"/>
                  </a:lnTo>
                  <a:lnTo>
                    <a:pt x="40" y="1205"/>
                  </a:lnTo>
                  <a:lnTo>
                    <a:pt x="139" y="1166"/>
                  </a:lnTo>
                  <a:lnTo>
                    <a:pt x="99" y="1166"/>
                  </a:lnTo>
                  <a:lnTo>
                    <a:pt x="119" y="1146"/>
                  </a:lnTo>
                  <a:close/>
                  <a:moveTo>
                    <a:pt x="1284" y="1205"/>
                  </a:moveTo>
                  <a:lnTo>
                    <a:pt x="1253" y="1213"/>
                  </a:lnTo>
                  <a:lnTo>
                    <a:pt x="1253" y="1213"/>
                  </a:lnTo>
                  <a:lnTo>
                    <a:pt x="1265" y="1225"/>
                  </a:lnTo>
                  <a:lnTo>
                    <a:pt x="1284" y="1205"/>
                  </a:lnTo>
                  <a:close/>
                  <a:moveTo>
                    <a:pt x="218" y="1264"/>
                  </a:moveTo>
                  <a:lnTo>
                    <a:pt x="198" y="1284"/>
                  </a:lnTo>
                  <a:lnTo>
                    <a:pt x="238" y="1264"/>
                  </a:lnTo>
                  <a:close/>
                  <a:moveTo>
                    <a:pt x="1620" y="1363"/>
                  </a:moveTo>
                  <a:lnTo>
                    <a:pt x="1581" y="138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40" y="1363"/>
                  </a:lnTo>
                  <a:close/>
                  <a:moveTo>
                    <a:pt x="1699" y="1403"/>
                  </a:moveTo>
                  <a:lnTo>
                    <a:pt x="1640" y="1423"/>
                  </a:lnTo>
                  <a:lnTo>
                    <a:pt x="1660" y="1423"/>
                  </a:lnTo>
                  <a:lnTo>
                    <a:pt x="1719" y="1403"/>
                  </a:lnTo>
                  <a:close/>
                  <a:moveTo>
                    <a:pt x="376" y="1423"/>
                  </a:moveTo>
                  <a:lnTo>
                    <a:pt x="356" y="1442"/>
                  </a:lnTo>
                  <a:lnTo>
                    <a:pt x="336" y="1442"/>
                  </a:lnTo>
                  <a:lnTo>
                    <a:pt x="376" y="1423"/>
                  </a:lnTo>
                  <a:close/>
                  <a:moveTo>
                    <a:pt x="336" y="1502"/>
                  </a:moveTo>
                  <a:lnTo>
                    <a:pt x="297" y="1521"/>
                  </a:lnTo>
                  <a:lnTo>
                    <a:pt x="317" y="1521"/>
                  </a:lnTo>
                  <a:lnTo>
                    <a:pt x="336" y="1502"/>
                  </a:lnTo>
                  <a:close/>
                  <a:moveTo>
                    <a:pt x="1541" y="1581"/>
                  </a:moveTo>
                  <a:lnTo>
                    <a:pt x="1541" y="1590"/>
                  </a:lnTo>
                  <a:lnTo>
                    <a:pt x="1541" y="1590"/>
                  </a:lnTo>
                  <a:lnTo>
                    <a:pt x="1561" y="1581"/>
                  </a:lnTo>
                  <a:close/>
                  <a:moveTo>
                    <a:pt x="613" y="1640"/>
                  </a:moveTo>
                  <a:lnTo>
                    <a:pt x="633" y="1660"/>
                  </a:lnTo>
                  <a:lnTo>
                    <a:pt x="652" y="1640"/>
                  </a:lnTo>
                  <a:close/>
                  <a:moveTo>
                    <a:pt x="1008" y="1640"/>
                  </a:moveTo>
                  <a:lnTo>
                    <a:pt x="949" y="1660"/>
                  </a:lnTo>
                  <a:lnTo>
                    <a:pt x="968" y="1660"/>
                  </a:lnTo>
                  <a:lnTo>
                    <a:pt x="968" y="1679"/>
                  </a:lnTo>
                  <a:lnTo>
                    <a:pt x="1008" y="1660"/>
                  </a:lnTo>
                  <a:lnTo>
                    <a:pt x="1008" y="1640"/>
                  </a:lnTo>
                  <a:close/>
                  <a:moveTo>
                    <a:pt x="1034" y="1923"/>
                  </a:moveTo>
                  <a:lnTo>
                    <a:pt x="968" y="1956"/>
                  </a:lnTo>
                  <a:lnTo>
                    <a:pt x="889" y="1976"/>
                  </a:lnTo>
                  <a:lnTo>
                    <a:pt x="909" y="1956"/>
                  </a:lnTo>
                  <a:lnTo>
                    <a:pt x="929" y="1936"/>
                  </a:lnTo>
                  <a:lnTo>
                    <a:pt x="968" y="1936"/>
                  </a:lnTo>
                  <a:lnTo>
                    <a:pt x="1034" y="1923"/>
                  </a:lnTo>
                  <a:close/>
                  <a:moveTo>
                    <a:pt x="830" y="2015"/>
                  </a:moveTo>
                  <a:lnTo>
                    <a:pt x="810" y="2035"/>
                  </a:lnTo>
                  <a:lnTo>
                    <a:pt x="830" y="2035"/>
                  </a:lnTo>
                  <a:lnTo>
                    <a:pt x="830" y="2015"/>
                  </a:lnTo>
                  <a:close/>
                  <a:moveTo>
                    <a:pt x="791" y="0"/>
                  </a:moveTo>
                  <a:lnTo>
                    <a:pt x="633" y="198"/>
                  </a:lnTo>
                  <a:lnTo>
                    <a:pt x="475" y="415"/>
                  </a:lnTo>
                  <a:lnTo>
                    <a:pt x="297" y="672"/>
                  </a:lnTo>
                  <a:lnTo>
                    <a:pt x="139" y="968"/>
                  </a:lnTo>
                  <a:lnTo>
                    <a:pt x="178" y="948"/>
                  </a:lnTo>
                  <a:lnTo>
                    <a:pt x="159" y="968"/>
                  </a:lnTo>
                  <a:lnTo>
                    <a:pt x="119" y="968"/>
                  </a:lnTo>
                  <a:lnTo>
                    <a:pt x="99" y="1008"/>
                  </a:lnTo>
                  <a:lnTo>
                    <a:pt x="159" y="1027"/>
                  </a:lnTo>
                  <a:lnTo>
                    <a:pt x="99" y="1047"/>
                  </a:lnTo>
                  <a:lnTo>
                    <a:pt x="40" y="1106"/>
                  </a:lnTo>
                  <a:lnTo>
                    <a:pt x="60" y="1126"/>
                  </a:lnTo>
                  <a:lnTo>
                    <a:pt x="99" y="1106"/>
                  </a:lnTo>
                  <a:lnTo>
                    <a:pt x="159" y="1087"/>
                  </a:lnTo>
                  <a:lnTo>
                    <a:pt x="198" y="1087"/>
                  </a:lnTo>
                  <a:lnTo>
                    <a:pt x="218" y="1106"/>
                  </a:lnTo>
                  <a:lnTo>
                    <a:pt x="238" y="1106"/>
                  </a:lnTo>
                  <a:lnTo>
                    <a:pt x="257" y="1087"/>
                  </a:lnTo>
                  <a:lnTo>
                    <a:pt x="277" y="1087"/>
                  </a:lnTo>
                  <a:lnTo>
                    <a:pt x="277" y="1106"/>
                  </a:lnTo>
                  <a:lnTo>
                    <a:pt x="218" y="1126"/>
                  </a:lnTo>
                  <a:lnTo>
                    <a:pt x="159" y="1146"/>
                  </a:lnTo>
                  <a:lnTo>
                    <a:pt x="198" y="1146"/>
                  </a:lnTo>
                  <a:lnTo>
                    <a:pt x="198" y="1166"/>
                  </a:lnTo>
                  <a:lnTo>
                    <a:pt x="178" y="1166"/>
                  </a:lnTo>
                  <a:lnTo>
                    <a:pt x="99" y="1205"/>
                  </a:lnTo>
                  <a:lnTo>
                    <a:pt x="178" y="1185"/>
                  </a:lnTo>
                  <a:lnTo>
                    <a:pt x="198" y="1185"/>
                  </a:lnTo>
                  <a:lnTo>
                    <a:pt x="159" y="1205"/>
                  </a:lnTo>
                  <a:lnTo>
                    <a:pt x="218" y="1205"/>
                  </a:lnTo>
                  <a:lnTo>
                    <a:pt x="277" y="1185"/>
                  </a:lnTo>
                  <a:lnTo>
                    <a:pt x="356" y="1166"/>
                  </a:lnTo>
                  <a:lnTo>
                    <a:pt x="356" y="1185"/>
                  </a:lnTo>
                  <a:lnTo>
                    <a:pt x="317" y="1205"/>
                  </a:lnTo>
                  <a:lnTo>
                    <a:pt x="356" y="1205"/>
                  </a:lnTo>
                  <a:lnTo>
                    <a:pt x="336" y="1225"/>
                  </a:lnTo>
                  <a:lnTo>
                    <a:pt x="297" y="1245"/>
                  </a:lnTo>
                  <a:lnTo>
                    <a:pt x="297" y="1225"/>
                  </a:lnTo>
                  <a:lnTo>
                    <a:pt x="257" y="1225"/>
                  </a:lnTo>
                  <a:lnTo>
                    <a:pt x="198" y="1245"/>
                  </a:lnTo>
                  <a:lnTo>
                    <a:pt x="178" y="1264"/>
                  </a:lnTo>
                  <a:lnTo>
                    <a:pt x="257" y="1245"/>
                  </a:lnTo>
                  <a:lnTo>
                    <a:pt x="238" y="1264"/>
                  </a:lnTo>
                  <a:lnTo>
                    <a:pt x="257" y="1264"/>
                  </a:lnTo>
                  <a:lnTo>
                    <a:pt x="139" y="1304"/>
                  </a:lnTo>
                  <a:lnTo>
                    <a:pt x="159" y="1304"/>
                  </a:lnTo>
                  <a:lnTo>
                    <a:pt x="139" y="1324"/>
                  </a:lnTo>
                  <a:lnTo>
                    <a:pt x="178" y="1304"/>
                  </a:lnTo>
                  <a:lnTo>
                    <a:pt x="238" y="1304"/>
                  </a:lnTo>
                  <a:lnTo>
                    <a:pt x="218" y="1324"/>
                  </a:lnTo>
                  <a:lnTo>
                    <a:pt x="198" y="1343"/>
                  </a:lnTo>
                  <a:lnTo>
                    <a:pt x="277" y="1324"/>
                  </a:lnTo>
                  <a:lnTo>
                    <a:pt x="238" y="1324"/>
                  </a:lnTo>
                  <a:lnTo>
                    <a:pt x="277" y="1304"/>
                  </a:lnTo>
                  <a:lnTo>
                    <a:pt x="317" y="1304"/>
                  </a:lnTo>
                  <a:lnTo>
                    <a:pt x="336" y="1324"/>
                  </a:lnTo>
                  <a:lnTo>
                    <a:pt x="376" y="1324"/>
                  </a:lnTo>
                  <a:lnTo>
                    <a:pt x="317" y="1343"/>
                  </a:lnTo>
                  <a:lnTo>
                    <a:pt x="238" y="1363"/>
                  </a:lnTo>
                  <a:lnTo>
                    <a:pt x="238" y="1343"/>
                  </a:lnTo>
                  <a:lnTo>
                    <a:pt x="218" y="1363"/>
                  </a:lnTo>
                  <a:lnTo>
                    <a:pt x="277" y="1383"/>
                  </a:lnTo>
                  <a:lnTo>
                    <a:pt x="257" y="1383"/>
                  </a:lnTo>
                  <a:lnTo>
                    <a:pt x="218" y="1423"/>
                  </a:lnTo>
                  <a:lnTo>
                    <a:pt x="257" y="1403"/>
                  </a:lnTo>
                  <a:lnTo>
                    <a:pt x="257" y="1423"/>
                  </a:lnTo>
                  <a:lnTo>
                    <a:pt x="336" y="1403"/>
                  </a:lnTo>
                  <a:lnTo>
                    <a:pt x="336" y="1403"/>
                  </a:lnTo>
                  <a:lnTo>
                    <a:pt x="277" y="1423"/>
                  </a:lnTo>
                  <a:lnTo>
                    <a:pt x="277" y="1442"/>
                  </a:lnTo>
                  <a:lnTo>
                    <a:pt x="238" y="1462"/>
                  </a:lnTo>
                  <a:lnTo>
                    <a:pt x="257" y="1462"/>
                  </a:lnTo>
                  <a:lnTo>
                    <a:pt x="297" y="1452"/>
                  </a:lnTo>
                  <a:lnTo>
                    <a:pt x="297" y="1452"/>
                  </a:lnTo>
                  <a:lnTo>
                    <a:pt x="297" y="1462"/>
                  </a:lnTo>
                  <a:lnTo>
                    <a:pt x="376" y="1462"/>
                  </a:lnTo>
                  <a:lnTo>
                    <a:pt x="396" y="1442"/>
                  </a:lnTo>
                  <a:lnTo>
                    <a:pt x="455" y="1423"/>
                  </a:lnTo>
                  <a:lnTo>
                    <a:pt x="435" y="1442"/>
                  </a:lnTo>
                  <a:lnTo>
                    <a:pt x="396" y="1462"/>
                  </a:lnTo>
                  <a:lnTo>
                    <a:pt x="494" y="1462"/>
                  </a:lnTo>
                  <a:lnTo>
                    <a:pt x="534" y="1442"/>
                  </a:lnTo>
                  <a:lnTo>
                    <a:pt x="475" y="1482"/>
                  </a:lnTo>
                  <a:lnTo>
                    <a:pt x="415" y="1482"/>
                  </a:lnTo>
                  <a:lnTo>
                    <a:pt x="356" y="1521"/>
                  </a:lnTo>
                  <a:lnTo>
                    <a:pt x="356" y="1541"/>
                  </a:lnTo>
                  <a:lnTo>
                    <a:pt x="317" y="1541"/>
                  </a:lnTo>
                  <a:lnTo>
                    <a:pt x="317" y="1561"/>
                  </a:lnTo>
                  <a:lnTo>
                    <a:pt x="435" y="1521"/>
                  </a:lnTo>
                  <a:lnTo>
                    <a:pt x="356" y="1561"/>
                  </a:lnTo>
                  <a:lnTo>
                    <a:pt x="396" y="1561"/>
                  </a:lnTo>
                  <a:lnTo>
                    <a:pt x="475" y="1541"/>
                  </a:lnTo>
                  <a:lnTo>
                    <a:pt x="534" y="1521"/>
                  </a:lnTo>
                  <a:lnTo>
                    <a:pt x="573" y="1521"/>
                  </a:lnTo>
                  <a:lnTo>
                    <a:pt x="613" y="1502"/>
                  </a:lnTo>
                  <a:lnTo>
                    <a:pt x="573" y="1502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13" y="1521"/>
                  </a:lnTo>
                  <a:lnTo>
                    <a:pt x="573" y="1541"/>
                  </a:lnTo>
                  <a:lnTo>
                    <a:pt x="435" y="1581"/>
                  </a:lnTo>
                  <a:lnTo>
                    <a:pt x="277" y="1620"/>
                  </a:lnTo>
                  <a:lnTo>
                    <a:pt x="317" y="1640"/>
                  </a:lnTo>
                  <a:lnTo>
                    <a:pt x="297" y="1660"/>
                  </a:lnTo>
                  <a:lnTo>
                    <a:pt x="396" y="1640"/>
                  </a:lnTo>
                  <a:lnTo>
                    <a:pt x="494" y="1600"/>
                  </a:lnTo>
                  <a:lnTo>
                    <a:pt x="494" y="1620"/>
                  </a:lnTo>
                  <a:lnTo>
                    <a:pt x="455" y="1620"/>
                  </a:lnTo>
                  <a:lnTo>
                    <a:pt x="514" y="1640"/>
                  </a:lnTo>
                  <a:lnTo>
                    <a:pt x="593" y="1640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712" y="1600"/>
                  </a:lnTo>
                  <a:lnTo>
                    <a:pt x="751" y="1600"/>
                  </a:lnTo>
                  <a:lnTo>
                    <a:pt x="692" y="1620"/>
                  </a:lnTo>
                  <a:lnTo>
                    <a:pt x="692" y="1640"/>
                  </a:lnTo>
                  <a:lnTo>
                    <a:pt x="712" y="1640"/>
                  </a:lnTo>
                  <a:lnTo>
                    <a:pt x="652" y="1660"/>
                  </a:lnTo>
                  <a:lnTo>
                    <a:pt x="613" y="1660"/>
                  </a:lnTo>
                  <a:lnTo>
                    <a:pt x="514" y="1699"/>
                  </a:lnTo>
                  <a:lnTo>
                    <a:pt x="554" y="1699"/>
                  </a:lnTo>
                  <a:lnTo>
                    <a:pt x="613" y="1679"/>
                  </a:lnTo>
                  <a:lnTo>
                    <a:pt x="554" y="1719"/>
                  </a:lnTo>
                  <a:lnTo>
                    <a:pt x="554" y="1739"/>
                  </a:lnTo>
                  <a:lnTo>
                    <a:pt x="455" y="1778"/>
                  </a:lnTo>
                  <a:lnTo>
                    <a:pt x="652" y="1778"/>
                  </a:lnTo>
                  <a:lnTo>
                    <a:pt x="692" y="1758"/>
                  </a:lnTo>
                  <a:lnTo>
                    <a:pt x="712" y="1758"/>
                  </a:lnTo>
                  <a:lnTo>
                    <a:pt x="712" y="1739"/>
                  </a:lnTo>
                  <a:lnTo>
                    <a:pt x="652" y="1739"/>
                  </a:lnTo>
                  <a:lnTo>
                    <a:pt x="692" y="1719"/>
                  </a:lnTo>
                  <a:lnTo>
                    <a:pt x="554" y="1758"/>
                  </a:lnTo>
                  <a:lnTo>
                    <a:pt x="573" y="1739"/>
                  </a:lnTo>
                  <a:lnTo>
                    <a:pt x="593" y="1719"/>
                  </a:lnTo>
                  <a:lnTo>
                    <a:pt x="692" y="1699"/>
                  </a:lnTo>
                  <a:lnTo>
                    <a:pt x="771" y="1699"/>
                  </a:lnTo>
                  <a:lnTo>
                    <a:pt x="791" y="1679"/>
                  </a:lnTo>
                  <a:lnTo>
                    <a:pt x="810" y="1660"/>
                  </a:lnTo>
                  <a:lnTo>
                    <a:pt x="889" y="1620"/>
                  </a:lnTo>
                  <a:lnTo>
                    <a:pt x="1028" y="1600"/>
                  </a:lnTo>
                  <a:lnTo>
                    <a:pt x="968" y="1620"/>
                  </a:lnTo>
                  <a:lnTo>
                    <a:pt x="1067" y="1620"/>
                  </a:lnTo>
                  <a:lnTo>
                    <a:pt x="1008" y="1640"/>
                  </a:lnTo>
                  <a:lnTo>
                    <a:pt x="1087" y="1640"/>
                  </a:lnTo>
                  <a:lnTo>
                    <a:pt x="1166" y="1620"/>
                  </a:lnTo>
                  <a:lnTo>
                    <a:pt x="1146" y="1640"/>
                  </a:lnTo>
                  <a:lnTo>
                    <a:pt x="1067" y="1679"/>
                  </a:lnTo>
                  <a:lnTo>
                    <a:pt x="909" y="1719"/>
                  </a:lnTo>
                  <a:lnTo>
                    <a:pt x="949" y="1719"/>
                  </a:lnTo>
                  <a:lnTo>
                    <a:pt x="731" y="1778"/>
                  </a:lnTo>
                  <a:lnTo>
                    <a:pt x="731" y="1798"/>
                  </a:lnTo>
                  <a:lnTo>
                    <a:pt x="731" y="1818"/>
                  </a:lnTo>
                  <a:lnTo>
                    <a:pt x="593" y="1877"/>
                  </a:lnTo>
                  <a:lnTo>
                    <a:pt x="613" y="1877"/>
                  </a:lnTo>
                  <a:lnTo>
                    <a:pt x="554" y="1916"/>
                  </a:lnTo>
                  <a:lnTo>
                    <a:pt x="613" y="1897"/>
                  </a:lnTo>
                  <a:lnTo>
                    <a:pt x="692" y="1857"/>
                  </a:lnTo>
                  <a:lnTo>
                    <a:pt x="672" y="1877"/>
                  </a:lnTo>
                  <a:lnTo>
                    <a:pt x="692" y="1877"/>
                  </a:lnTo>
                  <a:lnTo>
                    <a:pt x="712" y="1857"/>
                  </a:lnTo>
                  <a:lnTo>
                    <a:pt x="751" y="1837"/>
                  </a:lnTo>
                  <a:lnTo>
                    <a:pt x="850" y="1818"/>
                  </a:lnTo>
                  <a:lnTo>
                    <a:pt x="850" y="1798"/>
                  </a:lnTo>
                  <a:lnTo>
                    <a:pt x="889" y="1778"/>
                  </a:lnTo>
                  <a:lnTo>
                    <a:pt x="889" y="1798"/>
                  </a:lnTo>
                  <a:lnTo>
                    <a:pt x="909" y="1798"/>
                  </a:lnTo>
                  <a:lnTo>
                    <a:pt x="751" y="1857"/>
                  </a:lnTo>
                  <a:lnTo>
                    <a:pt x="791" y="1857"/>
                  </a:lnTo>
                  <a:lnTo>
                    <a:pt x="751" y="1877"/>
                  </a:lnTo>
                  <a:lnTo>
                    <a:pt x="712" y="1897"/>
                  </a:lnTo>
                  <a:lnTo>
                    <a:pt x="692" y="1897"/>
                  </a:lnTo>
                  <a:lnTo>
                    <a:pt x="672" y="1916"/>
                  </a:lnTo>
                  <a:lnTo>
                    <a:pt x="633" y="1916"/>
                  </a:lnTo>
                  <a:lnTo>
                    <a:pt x="613" y="1956"/>
                  </a:lnTo>
                  <a:lnTo>
                    <a:pt x="573" y="1956"/>
                  </a:lnTo>
                  <a:lnTo>
                    <a:pt x="573" y="1976"/>
                  </a:lnTo>
                  <a:lnTo>
                    <a:pt x="672" y="1956"/>
                  </a:lnTo>
                  <a:lnTo>
                    <a:pt x="672" y="1956"/>
                  </a:lnTo>
                  <a:lnTo>
                    <a:pt x="633" y="1976"/>
                  </a:lnTo>
                  <a:lnTo>
                    <a:pt x="573" y="2015"/>
                  </a:lnTo>
                  <a:lnTo>
                    <a:pt x="652" y="1976"/>
                  </a:lnTo>
                  <a:lnTo>
                    <a:pt x="652" y="1995"/>
                  </a:lnTo>
                  <a:lnTo>
                    <a:pt x="692" y="1976"/>
                  </a:lnTo>
                  <a:lnTo>
                    <a:pt x="751" y="1976"/>
                  </a:lnTo>
                  <a:lnTo>
                    <a:pt x="791" y="1956"/>
                  </a:lnTo>
                  <a:lnTo>
                    <a:pt x="850" y="1936"/>
                  </a:lnTo>
                  <a:lnTo>
                    <a:pt x="870" y="1936"/>
                  </a:lnTo>
                  <a:lnTo>
                    <a:pt x="870" y="1956"/>
                  </a:lnTo>
                  <a:lnTo>
                    <a:pt x="672" y="2015"/>
                  </a:lnTo>
                  <a:lnTo>
                    <a:pt x="692" y="2015"/>
                  </a:lnTo>
                  <a:lnTo>
                    <a:pt x="672" y="2035"/>
                  </a:lnTo>
                  <a:lnTo>
                    <a:pt x="731" y="2015"/>
                  </a:lnTo>
                  <a:lnTo>
                    <a:pt x="791" y="1995"/>
                  </a:lnTo>
                  <a:lnTo>
                    <a:pt x="810" y="1995"/>
                  </a:lnTo>
                  <a:lnTo>
                    <a:pt x="810" y="2015"/>
                  </a:lnTo>
                  <a:lnTo>
                    <a:pt x="850" y="1995"/>
                  </a:lnTo>
                  <a:lnTo>
                    <a:pt x="949" y="1976"/>
                  </a:lnTo>
                  <a:lnTo>
                    <a:pt x="909" y="1995"/>
                  </a:lnTo>
                  <a:lnTo>
                    <a:pt x="830" y="2035"/>
                  </a:lnTo>
                  <a:lnTo>
                    <a:pt x="712" y="2094"/>
                  </a:lnTo>
                  <a:lnTo>
                    <a:pt x="731" y="2094"/>
                  </a:lnTo>
                  <a:lnTo>
                    <a:pt x="731" y="2114"/>
                  </a:lnTo>
                  <a:lnTo>
                    <a:pt x="751" y="2094"/>
                  </a:lnTo>
                  <a:lnTo>
                    <a:pt x="791" y="2074"/>
                  </a:lnTo>
                  <a:lnTo>
                    <a:pt x="810" y="2074"/>
                  </a:lnTo>
                  <a:lnTo>
                    <a:pt x="929" y="2055"/>
                  </a:lnTo>
                  <a:lnTo>
                    <a:pt x="929" y="2035"/>
                  </a:lnTo>
                  <a:lnTo>
                    <a:pt x="909" y="2055"/>
                  </a:lnTo>
                  <a:lnTo>
                    <a:pt x="850" y="2055"/>
                  </a:lnTo>
                  <a:lnTo>
                    <a:pt x="909" y="2035"/>
                  </a:lnTo>
                  <a:lnTo>
                    <a:pt x="988" y="2015"/>
                  </a:lnTo>
                  <a:lnTo>
                    <a:pt x="1087" y="1995"/>
                  </a:lnTo>
                  <a:lnTo>
                    <a:pt x="1087" y="1976"/>
                  </a:lnTo>
                  <a:lnTo>
                    <a:pt x="1067" y="1995"/>
                  </a:lnTo>
                  <a:lnTo>
                    <a:pt x="968" y="2015"/>
                  </a:lnTo>
                  <a:lnTo>
                    <a:pt x="909" y="2015"/>
                  </a:lnTo>
                  <a:lnTo>
                    <a:pt x="988" y="1995"/>
                  </a:lnTo>
                  <a:lnTo>
                    <a:pt x="988" y="1976"/>
                  </a:lnTo>
                  <a:lnTo>
                    <a:pt x="1008" y="1956"/>
                  </a:lnTo>
                  <a:lnTo>
                    <a:pt x="1042" y="1921"/>
                  </a:lnTo>
                  <a:lnTo>
                    <a:pt x="1042" y="1921"/>
                  </a:lnTo>
                  <a:lnTo>
                    <a:pt x="1067" y="1916"/>
                  </a:lnTo>
                  <a:lnTo>
                    <a:pt x="1186" y="1877"/>
                  </a:lnTo>
                  <a:lnTo>
                    <a:pt x="1284" y="1877"/>
                  </a:lnTo>
                  <a:lnTo>
                    <a:pt x="1324" y="1857"/>
                  </a:lnTo>
                  <a:lnTo>
                    <a:pt x="1383" y="1837"/>
                  </a:lnTo>
                  <a:lnTo>
                    <a:pt x="1423" y="1818"/>
                  </a:lnTo>
                  <a:lnTo>
                    <a:pt x="1403" y="1818"/>
                  </a:lnTo>
                  <a:lnTo>
                    <a:pt x="1462" y="1798"/>
                  </a:lnTo>
                  <a:lnTo>
                    <a:pt x="1521" y="1798"/>
                  </a:lnTo>
                  <a:lnTo>
                    <a:pt x="1541" y="1778"/>
                  </a:lnTo>
                  <a:lnTo>
                    <a:pt x="1502" y="1778"/>
                  </a:lnTo>
                  <a:lnTo>
                    <a:pt x="1403" y="1798"/>
                  </a:lnTo>
                  <a:lnTo>
                    <a:pt x="1403" y="1778"/>
                  </a:lnTo>
                  <a:lnTo>
                    <a:pt x="1363" y="1778"/>
                  </a:lnTo>
                  <a:lnTo>
                    <a:pt x="1363" y="1758"/>
                  </a:lnTo>
                  <a:lnTo>
                    <a:pt x="1304" y="1778"/>
                  </a:lnTo>
                  <a:lnTo>
                    <a:pt x="1265" y="1758"/>
                  </a:lnTo>
                  <a:lnTo>
                    <a:pt x="1344" y="1758"/>
                  </a:lnTo>
                  <a:lnTo>
                    <a:pt x="1344" y="1739"/>
                  </a:lnTo>
                  <a:lnTo>
                    <a:pt x="1304" y="1739"/>
                  </a:lnTo>
                  <a:lnTo>
                    <a:pt x="1225" y="1758"/>
                  </a:lnTo>
                  <a:lnTo>
                    <a:pt x="1126" y="1798"/>
                  </a:lnTo>
                  <a:lnTo>
                    <a:pt x="1107" y="1798"/>
                  </a:lnTo>
                  <a:lnTo>
                    <a:pt x="1146" y="1778"/>
                  </a:lnTo>
                  <a:lnTo>
                    <a:pt x="1146" y="1758"/>
                  </a:lnTo>
                  <a:lnTo>
                    <a:pt x="1126" y="1758"/>
                  </a:lnTo>
                  <a:lnTo>
                    <a:pt x="1284" y="1719"/>
                  </a:lnTo>
                  <a:lnTo>
                    <a:pt x="1186" y="1719"/>
                  </a:lnTo>
                  <a:lnTo>
                    <a:pt x="1284" y="1699"/>
                  </a:lnTo>
                  <a:lnTo>
                    <a:pt x="1324" y="1699"/>
                  </a:lnTo>
                  <a:lnTo>
                    <a:pt x="1344" y="1719"/>
                  </a:lnTo>
                  <a:lnTo>
                    <a:pt x="1363" y="1719"/>
                  </a:lnTo>
                  <a:lnTo>
                    <a:pt x="1383" y="1699"/>
                  </a:lnTo>
                  <a:lnTo>
                    <a:pt x="1423" y="1719"/>
                  </a:lnTo>
                  <a:lnTo>
                    <a:pt x="1482" y="1679"/>
                  </a:lnTo>
                  <a:lnTo>
                    <a:pt x="1521" y="1660"/>
                  </a:lnTo>
                  <a:lnTo>
                    <a:pt x="1502" y="1660"/>
                  </a:lnTo>
                  <a:lnTo>
                    <a:pt x="1600" y="1620"/>
                  </a:lnTo>
                  <a:lnTo>
                    <a:pt x="1620" y="1620"/>
                  </a:lnTo>
                  <a:lnTo>
                    <a:pt x="1620" y="1640"/>
                  </a:lnTo>
                  <a:lnTo>
                    <a:pt x="1640" y="1620"/>
                  </a:lnTo>
                  <a:lnTo>
                    <a:pt x="1660" y="1620"/>
                  </a:lnTo>
                  <a:lnTo>
                    <a:pt x="1660" y="1600"/>
                  </a:lnTo>
                  <a:lnTo>
                    <a:pt x="1442" y="1640"/>
                  </a:lnTo>
                  <a:lnTo>
                    <a:pt x="1423" y="1640"/>
                  </a:lnTo>
                  <a:lnTo>
                    <a:pt x="1423" y="1620"/>
                  </a:lnTo>
                  <a:lnTo>
                    <a:pt x="1482" y="1620"/>
                  </a:lnTo>
                  <a:lnTo>
                    <a:pt x="1561" y="1600"/>
                  </a:lnTo>
                  <a:lnTo>
                    <a:pt x="1541" y="1600"/>
                  </a:lnTo>
                  <a:lnTo>
                    <a:pt x="1541" y="1590"/>
                  </a:lnTo>
                  <a:lnTo>
                    <a:pt x="1541" y="1590"/>
                  </a:lnTo>
                  <a:lnTo>
                    <a:pt x="1521" y="1600"/>
                  </a:lnTo>
                  <a:lnTo>
                    <a:pt x="1521" y="1581"/>
                  </a:lnTo>
                  <a:lnTo>
                    <a:pt x="1600" y="1541"/>
                  </a:lnTo>
                  <a:lnTo>
                    <a:pt x="1600" y="1561"/>
                  </a:lnTo>
                  <a:lnTo>
                    <a:pt x="1640" y="1541"/>
                  </a:lnTo>
                  <a:lnTo>
                    <a:pt x="1640" y="1561"/>
                  </a:lnTo>
                  <a:lnTo>
                    <a:pt x="1699" y="1541"/>
                  </a:lnTo>
                  <a:lnTo>
                    <a:pt x="1699" y="1521"/>
                  </a:lnTo>
                  <a:lnTo>
                    <a:pt x="1680" y="1521"/>
                  </a:lnTo>
                  <a:lnTo>
                    <a:pt x="1759" y="1502"/>
                  </a:lnTo>
                  <a:lnTo>
                    <a:pt x="1739" y="1482"/>
                  </a:lnTo>
                  <a:lnTo>
                    <a:pt x="1759" y="1462"/>
                  </a:lnTo>
                  <a:lnTo>
                    <a:pt x="1739" y="1442"/>
                  </a:lnTo>
                  <a:lnTo>
                    <a:pt x="1680" y="1462"/>
                  </a:lnTo>
                  <a:lnTo>
                    <a:pt x="1581" y="1462"/>
                  </a:lnTo>
                  <a:lnTo>
                    <a:pt x="1699" y="1442"/>
                  </a:lnTo>
                  <a:lnTo>
                    <a:pt x="1680" y="1442"/>
                  </a:lnTo>
                  <a:lnTo>
                    <a:pt x="1699" y="1423"/>
                  </a:lnTo>
                  <a:lnTo>
                    <a:pt x="1739" y="1403"/>
                  </a:lnTo>
                  <a:lnTo>
                    <a:pt x="1680" y="1423"/>
                  </a:lnTo>
                  <a:lnTo>
                    <a:pt x="1620" y="1442"/>
                  </a:lnTo>
                  <a:lnTo>
                    <a:pt x="1561" y="1462"/>
                  </a:lnTo>
                  <a:lnTo>
                    <a:pt x="1541" y="1442"/>
                  </a:lnTo>
                  <a:lnTo>
                    <a:pt x="1600" y="1423"/>
                  </a:lnTo>
                  <a:lnTo>
                    <a:pt x="1640" y="1423"/>
                  </a:lnTo>
                  <a:lnTo>
                    <a:pt x="1660" y="1383"/>
                  </a:lnTo>
                  <a:lnTo>
                    <a:pt x="1719" y="1363"/>
                  </a:lnTo>
                  <a:lnTo>
                    <a:pt x="1660" y="136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20" y="1383"/>
                  </a:lnTo>
                  <a:lnTo>
                    <a:pt x="1541" y="1403"/>
                  </a:lnTo>
                  <a:lnTo>
                    <a:pt x="1561" y="1363"/>
                  </a:lnTo>
                  <a:lnTo>
                    <a:pt x="1600" y="1343"/>
                  </a:lnTo>
                  <a:lnTo>
                    <a:pt x="1660" y="1343"/>
                  </a:lnTo>
                  <a:lnTo>
                    <a:pt x="1660" y="1324"/>
                  </a:lnTo>
                  <a:lnTo>
                    <a:pt x="1640" y="1324"/>
                  </a:lnTo>
                  <a:lnTo>
                    <a:pt x="1660" y="1304"/>
                  </a:lnTo>
                  <a:lnTo>
                    <a:pt x="1680" y="1284"/>
                  </a:lnTo>
                  <a:lnTo>
                    <a:pt x="1600" y="1304"/>
                  </a:lnTo>
                  <a:lnTo>
                    <a:pt x="1521" y="1324"/>
                  </a:lnTo>
                  <a:lnTo>
                    <a:pt x="1561" y="1304"/>
                  </a:lnTo>
                  <a:lnTo>
                    <a:pt x="1600" y="1304"/>
                  </a:lnTo>
                  <a:lnTo>
                    <a:pt x="1600" y="1284"/>
                  </a:lnTo>
                  <a:lnTo>
                    <a:pt x="1620" y="1284"/>
                  </a:lnTo>
                  <a:lnTo>
                    <a:pt x="1600" y="1264"/>
                  </a:lnTo>
                  <a:lnTo>
                    <a:pt x="1600" y="1264"/>
                  </a:lnTo>
                  <a:lnTo>
                    <a:pt x="1640" y="1245"/>
                  </a:lnTo>
                  <a:lnTo>
                    <a:pt x="1581" y="1245"/>
                  </a:lnTo>
                  <a:lnTo>
                    <a:pt x="1640" y="1225"/>
                  </a:lnTo>
                  <a:lnTo>
                    <a:pt x="1640" y="1205"/>
                  </a:lnTo>
                  <a:lnTo>
                    <a:pt x="1502" y="1205"/>
                  </a:lnTo>
                  <a:lnTo>
                    <a:pt x="1600" y="1185"/>
                  </a:lnTo>
                  <a:lnTo>
                    <a:pt x="1620" y="1185"/>
                  </a:lnTo>
                  <a:lnTo>
                    <a:pt x="1660" y="1166"/>
                  </a:lnTo>
                  <a:lnTo>
                    <a:pt x="1640" y="1166"/>
                  </a:lnTo>
                  <a:lnTo>
                    <a:pt x="1640" y="1146"/>
                  </a:lnTo>
                  <a:lnTo>
                    <a:pt x="1600" y="1146"/>
                  </a:lnTo>
                  <a:lnTo>
                    <a:pt x="1541" y="1166"/>
                  </a:lnTo>
                  <a:lnTo>
                    <a:pt x="1521" y="1166"/>
                  </a:lnTo>
                  <a:lnTo>
                    <a:pt x="1541" y="1146"/>
                  </a:lnTo>
                  <a:lnTo>
                    <a:pt x="1521" y="1146"/>
                  </a:lnTo>
                  <a:lnTo>
                    <a:pt x="1502" y="1126"/>
                  </a:lnTo>
                  <a:lnTo>
                    <a:pt x="1561" y="1106"/>
                  </a:lnTo>
                  <a:lnTo>
                    <a:pt x="1482" y="1126"/>
                  </a:lnTo>
                  <a:lnTo>
                    <a:pt x="1403" y="1146"/>
                  </a:lnTo>
                  <a:lnTo>
                    <a:pt x="1363" y="1166"/>
                  </a:lnTo>
                  <a:lnTo>
                    <a:pt x="1403" y="1185"/>
                  </a:lnTo>
                  <a:lnTo>
                    <a:pt x="1423" y="1185"/>
                  </a:lnTo>
                  <a:lnTo>
                    <a:pt x="1363" y="1205"/>
                  </a:lnTo>
                  <a:lnTo>
                    <a:pt x="1304" y="1225"/>
                  </a:lnTo>
                  <a:lnTo>
                    <a:pt x="1265" y="1225"/>
                  </a:lnTo>
                  <a:lnTo>
                    <a:pt x="1245" y="1245"/>
                  </a:lnTo>
                  <a:lnTo>
                    <a:pt x="1166" y="1264"/>
                  </a:lnTo>
                  <a:lnTo>
                    <a:pt x="1126" y="1245"/>
                  </a:lnTo>
                  <a:lnTo>
                    <a:pt x="1205" y="1225"/>
                  </a:lnTo>
                  <a:lnTo>
                    <a:pt x="1253" y="1213"/>
                  </a:lnTo>
                  <a:lnTo>
                    <a:pt x="1253" y="1213"/>
                  </a:lnTo>
                  <a:lnTo>
                    <a:pt x="1245" y="1205"/>
                  </a:lnTo>
                  <a:lnTo>
                    <a:pt x="1324" y="1185"/>
                  </a:lnTo>
                  <a:lnTo>
                    <a:pt x="1265" y="1185"/>
                  </a:lnTo>
                  <a:lnTo>
                    <a:pt x="1186" y="1225"/>
                  </a:lnTo>
                  <a:lnTo>
                    <a:pt x="1146" y="1225"/>
                  </a:lnTo>
                  <a:lnTo>
                    <a:pt x="1166" y="1205"/>
                  </a:lnTo>
                  <a:lnTo>
                    <a:pt x="1186" y="1205"/>
                  </a:lnTo>
                  <a:lnTo>
                    <a:pt x="1146" y="1185"/>
                  </a:lnTo>
                  <a:lnTo>
                    <a:pt x="1205" y="1166"/>
                  </a:lnTo>
                  <a:lnTo>
                    <a:pt x="1205" y="1166"/>
                  </a:lnTo>
                  <a:lnTo>
                    <a:pt x="1186" y="1185"/>
                  </a:lnTo>
                  <a:lnTo>
                    <a:pt x="1225" y="1185"/>
                  </a:lnTo>
                  <a:lnTo>
                    <a:pt x="1284" y="1166"/>
                  </a:lnTo>
                  <a:lnTo>
                    <a:pt x="1344" y="1146"/>
                  </a:lnTo>
                  <a:lnTo>
                    <a:pt x="1403" y="1126"/>
                  </a:lnTo>
                  <a:lnTo>
                    <a:pt x="1521" y="1106"/>
                  </a:lnTo>
                  <a:lnTo>
                    <a:pt x="1521" y="1087"/>
                  </a:lnTo>
                  <a:lnTo>
                    <a:pt x="1541" y="1067"/>
                  </a:lnTo>
                  <a:lnTo>
                    <a:pt x="1502" y="1067"/>
                  </a:lnTo>
                  <a:lnTo>
                    <a:pt x="1502" y="1047"/>
                  </a:lnTo>
                  <a:lnTo>
                    <a:pt x="1502" y="1027"/>
                  </a:lnTo>
                  <a:lnTo>
                    <a:pt x="1442" y="1027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462" y="968"/>
                  </a:lnTo>
                  <a:lnTo>
                    <a:pt x="1403" y="948"/>
                  </a:lnTo>
                  <a:lnTo>
                    <a:pt x="1383" y="948"/>
                  </a:lnTo>
                  <a:lnTo>
                    <a:pt x="1383" y="929"/>
                  </a:lnTo>
                  <a:lnTo>
                    <a:pt x="1442" y="929"/>
                  </a:lnTo>
                  <a:lnTo>
                    <a:pt x="1442" y="909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442" y="889"/>
                  </a:lnTo>
                  <a:lnTo>
                    <a:pt x="1403" y="889"/>
                  </a:lnTo>
                  <a:lnTo>
                    <a:pt x="1442" y="850"/>
                  </a:lnTo>
                  <a:lnTo>
                    <a:pt x="1403" y="850"/>
                  </a:lnTo>
                  <a:lnTo>
                    <a:pt x="1324" y="869"/>
                  </a:lnTo>
                  <a:lnTo>
                    <a:pt x="1423" y="830"/>
                  </a:lnTo>
                  <a:lnTo>
                    <a:pt x="1344" y="790"/>
                  </a:lnTo>
                  <a:lnTo>
                    <a:pt x="1304" y="731"/>
                  </a:lnTo>
                  <a:lnTo>
                    <a:pt x="1324" y="731"/>
                  </a:lnTo>
                  <a:lnTo>
                    <a:pt x="1304" y="711"/>
                  </a:lnTo>
                  <a:lnTo>
                    <a:pt x="1265" y="692"/>
                  </a:lnTo>
                  <a:lnTo>
                    <a:pt x="1225" y="692"/>
                  </a:lnTo>
                  <a:lnTo>
                    <a:pt x="1225" y="672"/>
                  </a:lnTo>
                  <a:lnTo>
                    <a:pt x="1186" y="672"/>
                  </a:lnTo>
                  <a:lnTo>
                    <a:pt x="1107" y="692"/>
                  </a:lnTo>
                  <a:lnTo>
                    <a:pt x="1008" y="731"/>
                  </a:lnTo>
                  <a:lnTo>
                    <a:pt x="988" y="731"/>
                  </a:lnTo>
                  <a:lnTo>
                    <a:pt x="1028" y="711"/>
                  </a:lnTo>
                  <a:lnTo>
                    <a:pt x="1067" y="692"/>
                  </a:lnTo>
                  <a:lnTo>
                    <a:pt x="1067" y="672"/>
                  </a:lnTo>
                  <a:lnTo>
                    <a:pt x="1166" y="652"/>
                  </a:lnTo>
                  <a:lnTo>
                    <a:pt x="1245" y="632"/>
                  </a:lnTo>
                  <a:lnTo>
                    <a:pt x="1166" y="632"/>
                  </a:lnTo>
                  <a:lnTo>
                    <a:pt x="1166" y="613"/>
                  </a:lnTo>
                  <a:lnTo>
                    <a:pt x="1166" y="593"/>
                  </a:lnTo>
                  <a:lnTo>
                    <a:pt x="1205" y="593"/>
                  </a:lnTo>
                  <a:lnTo>
                    <a:pt x="1225" y="573"/>
                  </a:lnTo>
                  <a:lnTo>
                    <a:pt x="1245" y="553"/>
                  </a:lnTo>
                  <a:lnTo>
                    <a:pt x="1245" y="553"/>
                  </a:lnTo>
                  <a:lnTo>
                    <a:pt x="1186" y="573"/>
                  </a:lnTo>
                  <a:lnTo>
                    <a:pt x="1107" y="573"/>
                  </a:lnTo>
                  <a:lnTo>
                    <a:pt x="1186" y="553"/>
                  </a:lnTo>
                  <a:lnTo>
                    <a:pt x="1107" y="553"/>
                  </a:lnTo>
                  <a:lnTo>
                    <a:pt x="1126" y="534"/>
                  </a:lnTo>
                  <a:lnTo>
                    <a:pt x="1186" y="494"/>
                  </a:lnTo>
                  <a:lnTo>
                    <a:pt x="1166" y="494"/>
                  </a:lnTo>
                  <a:lnTo>
                    <a:pt x="1166" y="455"/>
                  </a:lnTo>
                  <a:lnTo>
                    <a:pt x="1166" y="435"/>
                  </a:lnTo>
                  <a:lnTo>
                    <a:pt x="1186" y="415"/>
                  </a:lnTo>
                  <a:lnTo>
                    <a:pt x="1146" y="395"/>
                  </a:lnTo>
                  <a:lnTo>
                    <a:pt x="1087" y="395"/>
                  </a:lnTo>
                  <a:lnTo>
                    <a:pt x="1067" y="415"/>
                  </a:lnTo>
                  <a:lnTo>
                    <a:pt x="1008" y="435"/>
                  </a:lnTo>
                  <a:lnTo>
                    <a:pt x="968" y="435"/>
                  </a:lnTo>
                  <a:lnTo>
                    <a:pt x="1008" y="415"/>
                  </a:lnTo>
                  <a:lnTo>
                    <a:pt x="1047" y="395"/>
                  </a:lnTo>
                  <a:lnTo>
                    <a:pt x="1087" y="376"/>
                  </a:lnTo>
                  <a:lnTo>
                    <a:pt x="1087" y="356"/>
                  </a:lnTo>
                  <a:lnTo>
                    <a:pt x="1126" y="336"/>
                  </a:lnTo>
                  <a:lnTo>
                    <a:pt x="1107" y="336"/>
                  </a:lnTo>
                  <a:lnTo>
                    <a:pt x="1087" y="316"/>
                  </a:lnTo>
                  <a:lnTo>
                    <a:pt x="1126" y="316"/>
                  </a:lnTo>
                  <a:lnTo>
                    <a:pt x="1107" y="297"/>
                  </a:lnTo>
                  <a:lnTo>
                    <a:pt x="1067" y="316"/>
                  </a:lnTo>
                  <a:lnTo>
                    <a:pt x="988" y="316"/>
                  </a:lnTo>
                  <a:lnTo>
                    <a:pt x="1067" y="297"/>
                  </a:lnTo>
                  <a:lnTo>
                    <a:pt x="1008" y="297"/>
                  </a:lnTo>
                  <a:lnTo>
                    <a:pt x="968" y="316"/>
                  </a:lnTo>
                  <a:lnTo>
                    <a:pt x="988" y="297"/>
                  </a:lnTo>
                  <a:lnTo>
                    <a:pt x="850" y="297"/>
                  </a:lnTo>
                  <a:lnTo>
                    <a:pt x="909" y="277"/>
                  </a:lnTo>
                  <a:lnTo>
                    <a:pt x="889" y="277"/>
                  </a:lnTo>
                  <a:lnTo>
                    <a:pt x="988" y="237"/>
                  </a:lnTo>
                  <a:lnTo>
                    <a:pt x="988" y="257"/>
                  </a:lnTo>
                  <a:lnTo>
                    <a:pt x="968" y="257"/>
                  </a:lnTo>
                  <a:lnTo>
                    <a:pt x="949" y="277"/>
                  </a:lnTo>
                  <a:lnTo>
                    <a:pt x="968" y="277"/>
                  </a:lnTo>
                  <a:lnTo>
                    <a:pt x="1028" y="237"/>
                  </a:lnTo>
                  <a:lnTo>
                    <a:pt x="1067" y="218"/>
                  </a:lnTo>
                  <a:lnTo>
                    <a:pt x="1067" y="198"/>
                  </a:lnTo>
                  <a:lnTo>
                    <a:pt x="1047" y="178"/>
                  </a:lnTo>
                  <a:lnTo>
                    <a:pt x="1008" y="158"/>
                  </a:lnTo>
                  <a:lnTo>
                    <a:pt x="988" y="139"/>
                  </a:lnTo>
                  <a:lnTo>
                    <a:pt x="1028" y="99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988" y="40"/>
                  </a:lnTo>
                  <a:lnTo>
                    <a:pt x="929" y="40"/>
                  </a:lnTo>
                  <a:lnTo>
                    <a:pt x="988" y="20"/>
                  </a:lnTo>
                  <a:lnTo>
                    <a:pt x="870" y="20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15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15"/>
            <p:cNvSpPr/>
            <p:nvPr/>
          </p:nvSpPr>
          <p:spPr>
            <a:xfrm>
              <a:off x="-1375850" y="3911900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15"/>
            <p:cNvSpPr/>
            <p:nvPr/>
          </p:nvSpPr>
          <p:spPr>
            <a:xfrm>
              <a:off x="-1318575" y="4000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15"/>
            <p:cNvSpPr/>
            <p:nvPr/>
          </p:nvSpPr>
          <p:spPr>
            <a:xfrm>
              <a:off x="-1317575" y="399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15"/>
            <p:cNvSpPr/>
            <p:nvPr/>
          </p:nvSpPr>
          <p:spPr>
            <a:xfrm>
              <a:off x="-1323500" y="3961275"/>
              <a:ext cx="57300" cy="48900"/>
            </a:xfrm>
            <a:custGeom>
              <a:rect b="b" l="l" r="r" t="t"/>
              <a:pathLst>
                <a:path extrusionOk="0" h="1956" w="2292">
                  <a:moveTo>
                    <a:pt x="1699" y="60"/>
                  </a:moveTo>
                  <a:lnTo>
                    <a:pt x="1699" y="60"/>
                  </a:lnTo>
                  <a:lnTo>
                    <a:pt x="1699" y="60"/>
                  </a:lnTo>
                  <a:close/>
                  <a:moveTo>
                    <a:pt x="1758" y="1"/>
                  </a:moveTo>
                  <a:lnTo>
                    <a:pt x="1758" y="40"/>
                  </a:lnTo>
                  <a:lnTo>
                    <a:pt x="1778" y="60"/>
                  </a:lnTo>
                  <a:lnTo>
                    <a:pt x="1778" y="99"/>
                  </a:lnTo>
                  <a:lnTo>
                    <a:pt x="1798" y="99"/>
                  </a:lnTo>
                  <a:lnTo>
                    <a:pt x="1798" y="60"/>
                  </a:lnTo>
                  <a:lnTo>
                    <a:pt x="1778" y="40"/>
                  </a:lnTo>
                  <a:lnTo>
                    <a:pt x="1778" y="1"/>
                  </a:lnTo>
                  <a:close/>
                  <a:moveTo>
                    <a:pt x="929" y="218"/>
                  </a:moveTo>
                  <a:lnTo>
                    <a:pt x="948" y="257"/>
                  </a:lnTo>
                  <a:lnTo>
                    <a:pt x="948" y="297"/>
                  </a:lnTo>
                  <a:lnTo>
                    <a:pt x="929" y="277"/>
                  </a:lnTo>
                  <a:lnTo>
                    <a:pt x="968" y="376"/>
                  </a:lnTo>
                  <a:lnTo>
                    <a:pt x="968" y="336"/>
                  </a:lnTo>
                  <a:lnTo>
                    <a:pt x="988" y="356"/>
                  </a:lnTo>
                  <a:lnTo>
                    <a:pt x="988" y="317"/>
                  </a:lnTo>
                  <a:lnTo>
                    <a:pt x="948" y="238"/>
                  </a:lnTo>
                  <a:lnTo>
                    <a:pt x="929" y="218"/>
                  </a:lnTo>
                  <a:close/>
                  <a:moveTo>
                    <a:pt x="652" y="415"/>
                  </a:moveTo>
                  <a:lnTo>
                    <a:pt x="652" y="455"/>
                  </a:lnTo>
                  <a:lnTo>
                    <a:pt x="672" y="475"/>
                  </a:lnTo>
                  <a:lnTo>
                    <a:pt x="672" y="455"/>
                  </a:lnTo>
                  <a:lnTo>
                    <a:pt x="652" y="415"/>
                  </a:lnTo>
                  <a:close/>
                  <a:moveTo>
                    <a:pt x="593" y="494"/>
                  </a:moveTo>
                  <a:lnTo>
                    <a:pt x="593" y="514"/>
                  </a:lnTo>
                  <a:lnTo>
                    <a:pt x="613" y="534"/>
                  </a:lnTo>
                  <a:lnTo>
                    <a:pt x="613" y="534"/>
                  </a:lnTo>
                  <a:lnTo>
                    <a:pt x="593" y="494"/>
                  </a:lnTo>
                  <a:close/>
                  <a:moveTo>
                    <a:pt x="652" y="494"/>
                  </a:moveTo>
                  <a:lnTo>
                    <a:pt x="652" y="514"/>
                  </a:lnTo>
                  <a:lnTo>
                    <a:pt x="652" y="534"/>
                  </a:lnTo>
                  <a:lnTo>
                    <a:pt x="672" y="514"/>
                  </a:lnTo>
                  <a:lnTo>
                    <a:pt x="652" y="494"/>
                  </a:lnTo>
                  <a:close/>
                  <a:moveTo>
                    <a:pt x="139" y="751"/>
                  </a:moveTo>
                  <a:lnTo>
                    <a:pt x="139" y="771"/>
                  </a:lnTo>
                  <a:lnTo>
                    <a:pt x="158" y="771"/>
                  </a:lnTo>
                  <a:lnTo>
                    <a:pt x="139" y="751"/>
                  </a:lnTo>
                  <a:close/>
                  <a:moveTo>
                    <a:pt x="79" y="988"/>
                  </a:moveTo>
                  <a:lnTo>
                    <a:pt x="79" y="1008"/>
                  </a:lnTo>
                  <a:lnTo>
                    <a:pt x="99" y="1028"/>
                  </a:lnTo>
                  <a:lnTo>
                    <a:pt x="79" y="988"/>
                  </a:lnTo>
                  <a:close/>
                  <a:moveTo>
                    <a:pt x="2173" y="1047"/>
                  </a:moveTo>
                  <a:lnTo>
                    <a:pt x="2193" y="1087"/>
                  </a:lnTo>
                  <a:lnTo>
                    <a:pt x="2193" y="1047"/>
                  </a:lnTo>
                  <a:close/>
                  <a:moveTo>
                    <a:pt x="415" y="1146"/>
                  </a:moveTo>
                  <a:lnTo>
                    <a:pt x="415" y="1166"/>
                  </a:lnTo>
                  <a:lnTo>
                    <a:pt x="422" y="1166"/>
                  </a:lnTo>
                  <a:lnTo>
                    <a:pt x="415" y="1146"/>
                  </a:lnTo>
                  <a:close/>
                  <a:moveTo>
                    <a:pt x="435" y="1146"/>
                  </a:moveTo>
                  <a:lnTo>
                    <a:pt x="435" y="1166"/>
                  </a:lnTo>
                  <a:lnTo>
                    <a:pt x="422" y="1166"/>
                  </a:lnTo>
                  <a:lnTo>
                    <a:pt x="435" y="1205"/>
                  </a:lnTo>
                  <a:lnTo>
                    <a:pt x="450" y="1191"/>
                  </a:lnTo>
                  <a:lnTo>
                    <a:pt x="435" y="1146"/>
                  </a:lnTo>
                  <a:close/>
                  <a:moveTo>
                    <a:pt x="455" y="1186"/>
                  </a:moveTo>
                  <a:lnTo>
                    <a:pt x="450" y="1191"/>
                  </a:lnTo>
                  <a:lnTo>
                    <a:pt x="455" y="1205"/>
                  </a:lnTo>
                  <a:lnTo>
                    <a:pt x="455" y="1186"/>
                  </a:lnTo>
                  <a:close/>
                  <a:moveTo>
                    <a:pt x="455" y="1205"/>
                  </a:moveTo>
                  <a:lnTo>
                    <a:pt x="455" y="1205"/>
                  </a:lnTo>
                  <a:lnTo>
                    <a:pt x="455" y="1205"/>
                  </a:lnTo>
                  <a:close/>
                  <a:moveTo>
                    <a:pt x="107" y="1186"/>
                  </a:moveTo>
                  <a:lnTo>
                    <a:pt x="119" y="1245"/>
                  </a:lnTo>
                  <a:lnTo>
                    <a:pt x="139" y="1265"/>
                  </a:lnTo>
                  <a:lnTo>
                    <a:pt x="107" y="1186"/>
                  </a:lnTo>
                  <a:close/>
                  <a:moveTo>
                    <a:pt x="1660" y="1344"/>
                  </a:moveTo>
                  <a:lnTo>
                    <a:pt x="1660" y="1344"/>
                  </a:lnTo>
                  <a:lnTo>
                    <a:pt x="1660" y="1344"/>
                  </a:lnTo>
                  <a:close/>
                  <a:moveTo>
                    <a:pt x="845" y="1462"/>
                  </a:moveTo>
                  <a:lnTo>
                    <a:pt x="850" y="1482"/>
                  </a:lnTo>
                  <a:lnTo>
                    <a:pt x="869" y="1561"/>
                  </a:lnTo>
                  <a:lnTo>
                    <a:pt x="869" y="1561"/>
                  </a:lnTo>
                  <a:lnTo>
                    <a:pt x="850" y="1462"/>
                  </a:lnTo>
                  <a:close/>
                  <a:moveTo>
                    <a:pt x="198" y="1581"/>
                  </a:moveTo>
                  <a:lnTo>
                    <a:pt x="208" y="1600"/>
                  </a:lnTo>
                  <a:lnTo>
                    <a:pt x="198" y="1581"/>
                  </a:lnTo>
                  <a:close/>
                  <a:moveTo>
                    <a:pt x="208" y="1600"/>
                  </a:moveTo>
                  <a:lnTo>
                    <a:pt x="208" y="1600"/>
                  </a:lnTo>
                  <a:lnTo>
                    <a:pt x="208" y="1600"/>
                  </a:lnTo>
                  <a:close/>
                  <a:moveTo>
                    <a:pt x="208" y="1600"/>
                  </a:moveTo>
                  <a:lnTo>
                    <a:pt x="218" y="1620"/>
                  </a:lnTo>
                  <a:lnTo>
                    <a:pt x="208" y="1600"/>
                  </a:lnTo>
                  <a:close/>
                  <a:moveTo>
                    <a:pt x="316" y="1719"/>
                  </a:moveTo>
                  <a:lnTo>
                    <a:pt x="316" y="1739"/>
                  </a:lnTo>
                  <a:lnTo>
                    <a:pt x="336" y="1798"/>
                  </a:lnTo>
                  <a:lnTo>
                    <a:pt x="316" y="1719"/>
                  </a:lnTo>
                  <a:close/>
                  <a:moveTo>
                    <a:pt x="395" y="1600"/>
                  </a:moveTo>
                  <a:lnTo>
                    <a:pt x="395" y="1620"/>
                  </a:lnTo>
                  <a:lnTo>
                    <a:pt x="415" y="1699"/>
                  </a:lnTo>
                  <a:lnTo>
                    <a:pt x="435" y="1837"/>
                  </a:lnTo>
                  <a:lnTo>
                    <a:pt x="435" y="1739"/>
                  </a:lnTo>
                  <a:lnTo>
                    <a:pt x="395" y="1600"/>
                  </a:lnTo>
                  <a:close/>
                  <a:moveTo>
                    <a:pt x="711" y="1837"/>
                  </a:moveTo>
                  <a:lnTo>
                    <a:pt x="731" y="1857"/>
                  </a:lnTo>
                  <a:lnTo>
                    <a:pt x="731" y="1837"/>
                  </a:lnTo>
                  <a:close/>
                  <a:moveTo>
                    <a:pt x="60" y="1126"/>
                  </a:moveTo>
                  <a:lnTo>
                    <a:pt x="60" y="1166"/>
                  </a:lnTo>
                  <a:lnTo>
                    <a:pt x="79" y="1245"/>
                  </a:lnTo>
                  <a:lnTo>
                    <a:pt x="60" y="1205"/>
                  </a:lnTo>
                  <a:lnTo>
                    <a:pt x="60" y="1186"/>
                  </a:lnTo>
                  <a:lnTo>
                    <a:pt x="40" y="1186"/>
                  </a:lnTo>
                  <a:lnTo>
                    <a:pt x="40" y="1205"/>
                  </a:lnTo>
                  <a:lnTo>
                    <a:pt x="60" y="1245"/>
                  </a:lnTo>
                  <a:lnTo>
                    <a:pt x="79" y="1344"/>
                  </a:lnTo>
                  <a:lnTo>
                    <a:pt x="99" y="1344"/>
                  </a:lnTo>
                  <a:lnTo>
                    <a:pt x="99" y="1383"/>
                  </a:lnTo>
                  <a:lnTo>
                    <a:pt x="158" y="1482"/>
                  </a:lnTo>
                  <a:lnTo>
                    <a:pt x="158" y="1521"/>
                  </a:lnTo>
                  <a:lnTo>
                    <a:pt x="178" y="1521"/>
                  </a:lnTo>
                  <a:lnTo>
                    <a:pt x="178" y="1482"/>
                  </a:lnTo>
                  <a:lnTo>
                    <a:pt x="198" y="1541"/>
                  </a:lnTo>
                  <a:lnTo>
                    <a:pt x="198" y="1521"/>
                  </a:lnTo>
                  <a:lnTo>
                    <a:pt x="218" y="1581"/>
                  </a:lnTo>
                  <a:lnTo>
                    <a:pt x="218" y="1561"/>
                  </a:lnTo>
                  <a:lnTo>
                    <a:pt x="257" y="1679"/>
                  </a:lnTo>
                  <a:lnTo>
                    <a:pt x="237" y="1679"/>
                  </a:lnTo>
                  <a:lnTo>
                    <a:pt x="237" y="1660"/>
                  </a:lnTo>
                  <a:lnTo>
                    <a:pt x="218" y="1620"/>
                  </a:lnTo>
                  <a:lnTo>
                    <a:pt x="218" y="1620"/>
                  </a:lnTo>
                  <a:lnTo>
                    <a:pt x="218" y="1640"/>
                  </a:lnTo>
                  <a:lnTo>
                    <a:pt x="237" y="1719"/>
                  </a:lnTo>
                  <a:lnTo>
                    <a:pt x="237" y="1739"/>
                  </a:lnTo>
                  <a:lnTo>
                    <a:pt x="257" y="1818"/>
                  </a:lnTo>
                  <a:lnTo>
                    <a:pt x="297" y="1897"/>
                  </a:lnTo>
                  <a:lnTo>
                    <a:pt x="257" y="1798"/>
                  </a:lnTo>
                  <a:lnTo>
                    <a:pt x="257" y="1798"/>
                  </a:lnTo>
                  <a:lnTo>
                    <a:pt x="277" y="1818"/>
                  </a:lnTo>
                  <a:lnTo>
                    <a:pt x="297" y="1897"/>
                  </a:lnTo>
                  <a:lnTo>
                    <a:pt x="297" y="1818"/>
                  </a:lnTo>
                  <a:lnTo>
                    <a:pt x="316" y="1837"/>
                  </a:lnTo>
                  <a:lnTo>
                    <a:pt x="316" y="1818"/>
                  </a:lnTo>
                  <a:lnTo>
                    <a:pt x="297" y="1778"/>
                  </a:lnTo>
                  <a:lnTo>
                    <a:pt x="297" y="1739"/>
                  </a:lnTo>
                  <a:lnTo>
                    <a:pt x="277" y="1640"/>
                  </a:lnTo>
                  <a:lnTo>
                    <a:pt x="297" y="1719"/>
                  </a:lnTo>
                  <a:lnTo>
                    <a:pt x="316" y="1778"/>
                  </a:lnTo>
                  <a:lnTo>
                    <a:pt x="316" y="1758"/>
                  </a:lnTo>
                  <a:lnTo>
                    <a:pt x="297" y="1660"/>
                  </a:lnTo>
                  <a:lnTo>
                    <a:pt x="297" y="1600"/>
                  </a:lnTo>
                  <a:lnTo>
                    <a:pt x="277" y="1581"/>
                  </a:lnTo>
                  <a:lnTo>
                    <a:pt x="277" y="1620"/>
                  </a:lnTo>
                  <a:lnTo>
                    <a:pt x="277" y="1620"/>
                  </a:lnTo>
                  <a:lnTo>
                    <a:pt x="257" y="1581"/>
                  </a:lnTo>
                  <a:lnTo>
                    <a:pt x="257" y="1541"/>
                  </a:lnTo>
                  <a:lnTo>
                    <a:pt x="237" y="1541"/>
                  </a:lnTo>
                  <a:lnTo>
                    <a:pt x="257" y="1600"/>
                  </a:lnTo>
                  <a:lnTo>
                    <a:pt x="257" y="1600"/>
                  </a:lnTo>
                  <a:lnTo>
                    <a:pt x="178" y="1442"/>
                  </a:lnTo>
                  <a:lnTo>
                    <a:pt x="139" y="1284"/>
                  </a:lnTo>
                  <a:lnTo>
                    <a:pt x="119" y="1284"/>
                  </a:lnTo>
                  <a:lnTo>
                    <a:pt x="119" y="1324"/>
                  </a:lnTo>
                  <a:lnTo>
                    <a:pt x="60" y="1126"/>
                  </a:lnTo>
                  <a:close/>
                  <a:moveTo>
                    <a:pt x="297" y="1897"/>
                  </a:moveTo>
                  <a:lnTo>
                    <a:pt x="297" y="1897"/>
                  </a:lnTo>
                  <a:lnTo>
                    <a:pt x="297" y="1897"/>
                  </a:lnTo>
                  <a:close/>
                  <a:moveTo>
                    <a:pt x="652" y="1837"/>
                  </a:moveTo>
                  <a:lnTo>
                    <a:pt x="672" y="1916"/>
                  </a:lnTo>
                  <a:lnTo>
                    <a:pt x="657" y="1840"/>
                  </a:lnTo>
                  <a:lnTo>
                    <a:pt x="652" y="1837"/>
                  </a:lnTo>
                  <a:close/>
                  <a:moveTo>
                    <a:pt x="711" y="1916"/>
                  </a:moveTo>
                  <a:lnTo>
                    <a:pt x="711" y="1916"/>
                  </a:lnTo>
                  <a:lnTo>
                    <a:pt x="711" y="1916"/>
                  </a:lnTo>
                  <a:close/>
                  <a:moveTo>
                    <a:pt x="1482" y="1"/>
                  </a:moveTo>
                  <a:lnTo>
                    <a:pt x="1502" y="60"/>
                  </a:lnTo>
                  <a:lnTo>
                    <a:pt x="1502" y="80"/>
                  </a:lnTo>
                  <a:lnTo>
                    <a:pt x="1482" y="60"/>
                  </a:lnTo>
                  <a:lnTo>
                    <a:pt x="1482" y="20"/>
                  </a:lnTo>
                  <a:lnTo>
                    <a:pt x="1462" y="20"/>
                  </a:lnTo>
                  <a:lnTo>
                    <a:pt x="1442" y="80"/>
                  </a:lnTo>
                  <a:lnTo>
                    <a:pt x="1462" y="159"/>
                  </a:lnTo>
                  <a:lnTo>
                    <a:pt x="1462" y="178"/>
                  </a:lnTo>
                  <a:lnTo>
                    <a:pt x="1442" y="159"/>
                  </a:lnTo>
                  <a:lnTo>
                    <a:pt x="1442" y="198"/>
                  </a:lnTo>
                  <a:lnTo>
                    <a:pt x="1442" y="218"/>
                  </a:lnTo>
                  <a:lnTo>
                    <a:pt x="1423" y="198"/>
                  </a:lnTo>
                  <a:lnTo>
                    <a:pt x="1442" y="139"/>
                  </a:lnTo>
                  <a:lnTo>
                    <a:pt x="1423" y="99"/>
                  </a:lnTo>
                  <a:lnTo>
                    <a:pt x="1403" y="99"/>
                  </a:lnTo>
                  <a:lnTo>
                    <a:pt x="1403" y="80"/>
                  </a:lnTo>
                  <a:lnTo>
                    <a:pt x="1383" y="297"/>
                  </a:lnTo>
                  <a:lnTo>
                    <a:pt x="1403" y="415"/>
                  </a:lnTo>
                  <a:lnTo>
                    <a:pt x="1423" y="514"/>
                  </a:lnTo>
                  <a:lnTo>
                    <a:pt x="1403" y="475"/>
                  </a:lnTo>
                  <a:lnTo>
                    <a:pt x="1383" y="435"/>
                  </a:lnTo>
                  <a:lnTo>
                    <a:pt x="1363" y="356"/>
                  </a:lnTo>
                  <a:lnTo>
                    <a:pt x="1383" y="376"/>
                  </a:lnTo>
                  <a:lnTo>
                    <a:pt x="1344" y="218"/>
                  </a:lnTo>
                  <a:lnTo>
                    <a:pt x="1344" y="139"/>
                  </a:lnTo>
                  <a:lnTo>
                    <a:pt x="1324" y="40"/>
                  </a:lnTo>
                  <a:lnTo>
                    <a:pt x="1304" y="60"/>
                  </a:lnTo>
                  <a:lnTo>
                    <a:pt x="1284" y="80"/>
                  </a:lnTo>
                  <a:lnTo>
                    <a:pt x="1284" y="99"/>
                  </a:lnTo>
                  <a:lnTo>
                    <a:pt x="1265" y="80"/>
                  </a:lnTo>
                  <a:lnTo>
                    <a:pt x="1284" y="159"/>
                  </a:lnTo>
                  <a:lnTo>
                    <a:pt x="1284" y="159"/>
                  </a:lnTo>
                  <a:lnTo>
                    <a:pt x="1265" y="139"/>
                  </a:lnTo>
                  <a:lnTo>
                    <a:pt x="1245" y="80"/>
                  </a:lnTo>
                  <a:lnTo>
                    <a:pt x="1245" y="139"/>
                  </a:lnTo>
                  <a:lnTo>
                    <a:pt x="1245" y="218"/>
                  </a:lnTo>
                  <a:lnTo>
                    <a:pt x="1265" y="297"/>
                  </a:lnTo>
                  <a:lnTo>
                    <a:pt x="1265" y="336"/>
                  </a:lnTo>
                  <a:lnTo>
                    <a:pt x="1245" y="336"/>
                  </a:lnTo>
                  <a:lnTo>
                    <a:pt x="1245" y="297"/>
                  </a:lnTo>
                  <a:lnTo>
                    <a:pt x="1245" y="277"/>
                  </a:lnTo>
                  <a:lnTo>
                    <a:pt x="1225" y="317"/>
                  </a:lnTo>
                  <a:lnTo>
                    <a:pt x="1225" y="257"/>
                  </a:lnTo>
                  <a:lnTo>
                    <a:pt x="1225" y="238"/>
                  </a:lnTo>
                  <a:lnTo>
                    <a:pt x="1225" y="218"/>
                  </a:lnTo>
                  <a:lnTo>
                    <a:pt x="1205" y="238"/>
                  </a:lnTo>
                  <a:lnTo>
                    <a:pt x="1205" y="297"/>
                  </a:lnTo>
                  <a:lnTo>
                    <a:pt x="1185" y="297"/>
                  </a:lnTo>
                  <a:lnTo>
                    <a:pt x="1185" y="198"/>
                  </a:lnTo>
                  <a:lnTo>
                    <a:pt x="1185" y="159"/>
                  </a:lnTo>
                  <a:lnTo>
                    <a:pt x="1205" y="218"/>
                  </a:lnTo>
                  <a:lnTo>
                    <a:pt x="1185" y="139"/>
                  </a:lnTo>
                  <a:lnTo>
                    <a:pt x="1205" y="159"/>
                  </a:lnTo>
                  <a:lnTo>
                    <a:pt x="1225" y="159"/>
                  </a:lnTo>
                  <a:lnTo>
                    <a:pt x="1225" y="99"/>
                  </a:lnTo>
                  <a:lnTo>
                    <a:pt x="1225" y="80"/>
                  </a:lnTo>
                  <a:lnTo>
                    <a:pt x="1205" y="80"/>
                  </a:lnTo>
                  <a:lnTo>
                    <a:pt x="1185" y="99"/>
                  </a:lnTo>
                  <a:lnTo>
                    <a:pt x="1166" y="60"/>
                  </a:lnTo>
                  <a:lnTo>
                    <a:pt x="1166" y="159"/>
                  </a:lnTo>
                  <a:lnTo>
                    <a:pt x="1166" y="198"/>
                  </a:lnTo>
                  <a:lnTo>
                    <a:pt x="1146" y="159"/>
                  </a:lnTo>
                  <a:lnTo>
                    <a:pt x="1146" y="257"/>
                  </a:lnTo>
                  <a:lnTo>
                    <a:pt x="1146" y="297"/>
                  </a:lnTo>
                  <a:lnTo>
                    <a:pt x="1166" y="317"/>
                  </a:lnTo>
                  <a:lnTo>
                    <a:pt x="1166" y="356"/>
                  </a:lnTo>
                  <a:lnTo>
                    <a:pt x="1166" y="396"/>
                  </a:lnTo>
                  <a:lnTo>
                    <a:pt x="1146" y="356"/>
                  </a:lnTo>
                  <a:lnTo>
                    <a:pt x="1126" y="178"/>
                  </a:lnTo>
                  <a:lnTo>
                    <a:pt x="1126" y="159"/>
                  </a:lnTo>
                  <a:lnTo>
                    <a:pt x="1106" y="139"/>
                  </a:lnTo>
                  <a:lnTo>
                    <a:pt x="1106" y="139"/>
                  </a:lnTo>
                  <a:lnTo>
                    <a:pt x="1126" y="257"/>
                  </a:lnTo>
                  <a:lnTo>
                    <a:pt x="1126" y="336"/>
                  </a:lnTo>
                  <a:lnTo>
                    <a:pt x="1106" y="415"/>
                  </a:lnTo>
                  <a:lnTo>
                    <a:pt x="1087" y="336"/>
                  </a:lnTo>
                  <a:lnTo>
                    <a:pt x="1106" y="297"/>
                  </a:lnTo>
                  <a:lnTo>
                    <a:pt x="1106" y="238"/>
                  </a:lnTo>
                  <a:lnTo>
                    <a:pt x="1087" y="159"/>
                  </a:lnTo>
                  <a:lnTo>
                    <a:pt x="1087" y="198"/>
                  </a:lnTo>
                  <a:lnTo>
                    <a:pt x="1087" y="238"/>
                  </a:lnTo>
                  <a:lnTo>
                    <a:pt x="1067" y="198"/>
                  </a:lnTo>
                  <a:lnTo>
                    <a:pt x="1047" y="198"/>
                  </a:lnTo>
                  <a:lnTo>
                    <a:pt x="1047" y="238"/>
                  </a:lnTo>
                  <a:lnTo>
                    <a:pt x="1047" y="277"/>
                  </a:lnTo>
                  <a:lnTo>
                    <a:pt x="1027" y="277"/>
                  </a:lnTo>
                  <a:lnTo>
                    <a:pt x="1027" y="297"/>
                  </a:lnTo>
                  <a:lnTo>
                    <a:pt x="988" y="297"/>
                  </a:lnTo>
                  <a:lnTo>
                    <a:pt x="1008" y="336"/>
                  </a:lnTo>
                  <a:lnTo>
                    <a:pt x="1008" y="317"/>
                  </a:lnTo>
                  <a:lnTo>
                    <a:pt x="1027" y="336"/>
                  </a:lnTo>
                  <a:lnTo>
                    <a:pt x="1047" y="396"/>
                  </a:lnTo>
                  <a:lnTo>
                    <a:pt x="1027" y="435"/>
                  </a:lnTo>
                  <a:lnTo>
                    <a:pt x="1027" y="455"/>
                  </a:lnTo>
                  <a:lnTo>
                    <a:pt x="1008" y="475"/>
                  </a:lnTo>
                  <a:lnTo>
                    <a:pt x="1027" y="494"/>
                  </a:lnTo>
                  <a:lnTo>
                    <a:pt x="1008" y="534"/>
                  </a:lnTo>
                  <a:lnTo>
                    <a:pt x="988" y="455"/>
                  </a:lnTo>
                  <a:lnTo>
                    <a:pt x="968" y="475"/>
                  </a:lnTo>
                  <a:lnTo>
                    <a:pt x="968" y="455"/>
                  </a:lnTo>
                  <a:lnTo>
                    <a:pt x="948" y="455"/>
                  </a:lnTo>
                  <a:lnTo>
                    <a:pt x="948" y="415"/>
                  </a:lnTo>
                  <a:lnTo>
                    <a:pt x="929" y="376"/>
                  </a:lnTo>
                  <a:lnTo>
                    <a:pt x="909" y="396"/>
                  </a:lnTo>
                  <a:lnTo>
                    <a:pt x="909" y="455"/>
                  </a:lnTo>
                  <a:lnTo>
                    <a:pt x="929" y="514"/>
                  </a:lnTo>
                  <a:lnTo>
                    <a:pt x="948" y="573"/>
                  </a:lnTo>
                  <a:lnTo>
                    <a:pt x="929" y="573"/>
                  </a:lnTo>
                  <a:lnTo>
                    <a:pt x="929" y="593"/>
                  </a:lnTo>
                  <a:lnTo>
                    <a:pt x="909" y="593"/>
                  </a:lnTo>
                  <a:lnTo>
                    <a:pt x="889" y="554"/>
                  </a:lnTo>
                  <a:lnTo>
                    <a:pt x="869" y="534"/>
                  </a:lnTo>
                  <a:lnTo>
                    <a:pt x="889" y="514"/>
                  </a:lnTo>
                  <a:lnTo>
                    <a:pt x="889" y="494"/>
                  </a:lnTo>
                  <a:lnTo>
                    <a:pt x="869" y="435"/>
                  </a:lnTo>
                  <a:lnTo>
                    <a:pt x="869" y="455"/>
                  </a:lnTo>
                  <a:lnTo>
                    <a:pt x="850" y="415"/>
                  </a:lnTo>
                  <a:lnTo>
                    <a:pt x="850" y="455"/>
                  </a:lnTo>
                  <a:lnTo>
                    <a:pt x="850" y="475"/>
                  </a:lnTo>
                  <a:lnTo>
                    <a:pt x="830" y="356"/>
                  </a:lnTo>
                  <a:lnTo>
                    <a:pt x="830" y="376"/>
                  </a:lnTo>
                  <a:lnTo>
                    <a:pt x="810" y="376"/>
                  </a:lnTo>
                  <a:lnTo>
                    <a:pt x="810" y="396"/>
                  </a:lnTo>
                  <a:lnTo>
                    <a:pt x="810" y="415"/>
                  </a:lnTo>
                  <a:lnTo>
                    <a:pt x="830" y="396"/>
                  </a:lnTo>
                  <a:lnTo>
                    <a:pt x="830" y="435"/>
                  </a:lnTo>
                  <a:lnTo>
                    <a:pt x="810" y="435"/>
                  </a:lnTo>
                  <a:lnTo>
                    <a:pt x="790" y="415"/>
                  </a:lnTo>
                  <a:lnTo>
                    <a:pt x="790" y="475"/>
                  </a:lnTo>
                  <a:lnTo>
                    <a:pt x="810" y="455"/>
                  </a:lnTo>
                  <a:lnTo>
                    <a:pt x="810" y="494"/>
                  </a:lnTo>
                  <a:lnTo>
                    <a:pt x="810" y="514"/>
                  </a:lnTo>
                  <a:lnTo>
                    <a:pt x="790" y="534"/>
                  </a:lnTo>
                  <a:lnTo>
                    <a:pt x="790" y="554"/>
                  </a:lnTo>
                  <a:lnTo>
                    <a:pt x="771" y="593"/>
                  </a:lnTo>
                  <a:lnTo>
                    <a:pt x="771" y="534"/>
                  </a:lnTo>
                  <a:lnTo>
                    <a:pt x="751" y="455"/>
                  </a:lnTo>
                  <a:lnTo>
                    <a:pt x="771" y="455"/>
                  </a:lnTo>
                  <a:lnTo>
                    <a:pt x="771" y="435"/>
                  </a:lnTo>
                  <a:lnTo>
                    <a:pt x="751" y="435"/>
                  </a:lnTo>
                  <a:lnTo>
                    <a:pt x="731" y="494"/>
                  </a:lnTo>
                  <a:lnTo>
                    <a:pt x="731" y="475"/>
                  </a:lnTo>
                  <a:lnTo>
                    <a:pt x="711" y="415"/>
                  </a:lnTo>
                  <a:lnTo>
                    <a:pt x="692" y="376"/>
                  </a:lnTo>
                  <a:lnTo>
                    <a:pt x="672" y="376"/>
                  </a:lnTo>
                  <a:lnTo>
                    <a:pt x="711" y="455"/>
                  </a:lnTo>
                  <a:lnTo>
                    <a:pt x="692" y="475"/>
                  </a:lnTo>
                  <a:lnTo>
                    <a:pt x="711" y="534"/>
                  </a:lnTo>
                  <a:lnTo>
                    <a:pt x="692" y="494"/>
                  </a:lnTo>
                  <a:lnTo>
                    <a:pt x="672" y="475"/>
                  </a:lnTo>
                  <a:lnTo>
                    <a:pt x="672" y="573"/>
                  </a:lnTo>
                  <a:lnTo>
                    <a:pt x="652" y="534"/>
                  </a:lnTo>
                  <a:lnTo>
                    <a:pt x="652" y="573"/>
                  </a:lnTo>
                  <a:lnTo>
                    <a:pt x="672" y="613"/>
                  </a:lnTo>
                  <a:lnTo>
                    <a:pt x="672" y="652"/>
                  </a:lnTo>
                  <a:lnTo>
                    <a:pt x="652" y="633"/>
                  </a:lnTo>
                  <a:lnTo>
                    <a:pt x="632" y="573"/>
                  </a:lnTo>
                  <a:lnTo>
                    <a:pt x="632" y="633"/>
                  </a:lnTo>
                  <a:lnTo>
                    <a:pt x="632" y="652"/>
                  </a:lnTo>
                  <a:lnTo>
                    <a:pt x="652" y="692"/>
                  </a:lnTo>
                  <a:lnTo>
                    <a:pt x="652" y="731"/>
                  </a:lnTo>
                  <a:lnTo>
                    <a:pt x="613" y="672"/>
                  </a:lnTo>
                  <a:lnTo>
                    <a:pt x="613" y="633"/>
                  </a:lnTo>
                  <a:lnTo>
                    <a:pt x="593" y="573"/>
                  </a:lnTo>
                  <a:lnTo>
                    <a:pt x="593" y="554"/>
                  </a:lnTo>
                  <a:lnTo>
                    <a:pt x="573" y="554"/>
                  </a:lnTo>
                  <a:lnTo>
                    <a:pt x="573" y="494"/>
                  </a:lnTo>
                  <a:lnTo>
                    <a:pt x="553" y="514"/>
                  </a:lnTo>
                  <a:lnTo>
                    <a:pt x="573" y="573"/>
                  </a:lnTo>
                  <a:lnTo>
                    <a:pt x="573" y="633"/>
                  </a:lnTo>
                  <a:lnTo>
                    <a:pt x="553" y="554"/>
                  </a:lnTo>
                  <a:lnTo>
                    <a:pt x="534" y="573"/>
                  </a:lnTo>
                  <a:lnTo>
                    <a:pt x="553" y="593"/>
                  </a:lnTo>
                  <a:lnTo>
                    <a:pt x="573" y="672"/>
                  </a:lnTo>
                  <a:lnTo>
                    <a:pt x="593" y="731"/>
                  </a:lnTo>
                  <a:lnTo>
                    <a:pt x="593" y="771"/>
                  </a:lnTo>
                  <a:lnTo>
                    <a:pt x="613" y="830"/>
                  </a:lnTo>
                  <a:lnTo>
                    <a:pt x="613" y="850"/>
                  </a:lnTo>
                  <a:lnTo>
                    <a:pt x="553" y="771"/>
                  </a:lnTo>
                  <a:lnTo>
                    <a:pt x="534" y="633"/>
                  </a:lnTo>
                  <a:lnTo>
                    <a:pt x="494" y="475"/>
                  </a:lnTo>
                  <a:lnTo>
                    <a:pt x="474" y="514"/>
                  </a:lnTo>
                  <a:lnTo>
                    <a:pt x="455" y="494"/>
                  </a:lnTo>
                  <a:lnTo>
                    <a:pt x="474" y="593"/>
                  </a:lnTo>
                  <a:lnTo>
                    <a:pt x="494" y="692"/>
                  </a:lnTo>
                  <a:lnTo>
                    <a:pt x="474" y="672"/>
                  </a:lnTo>
                  <a:lnTo>
                    <a:pt x="474" y="692"/>
                  </a:lnTo>
                  <a:lnTo>
                    <a:pt x="455" y="731"/>
                  </a:lnTo>
                  <a:lnTo>
                    <a:pt x="474" y="791"/>
                  </a:lnTo>
                  <a:lnTo>
                    <a:pt x="494" y="870"/>
                  </a:lnTo>
                  <a:lnTo>
                    <a:pt x="494" y="889"/>
                  </a:lnTo>
                  <a:lnTo>
                    <a:pt x="494" y="949"/>
                  </a:lnTo>
                  <a:lnTo>
                    <a:pt x="474" y="889"/>
                  </a:lnTo>
                  <a:lnTo>
                    <a:pt x="455" y="870"/>
                  </a:lnTo>
                  <a:lnTo>
                    <a:pt x="455" y="909"/>
                  </a:lnTo>
                  <a:lnTo>
                    <a:pt x="435" y="850"/>
                  </a:lnTo>
                  <a:lnTo>
                    <a:pt x="455" y="830"/>
                  </a:lnTo>
                  <a:lnTo>
                    <a:pt x="455" y="810"/>
                  </a:lnTo>
                  <a:lnTo>
                    <a:pt x="435" y="791"/>
                  </a:lnTo>
                  <a:lnTo>
                    <a:pt x="395" y="692"/>
                  </a:lnTo>
                  <a:lnTo>
                    <a:pt x="415" y="751"/>
                  </a:lnTo>
                  <a:lnTo>
                    <a:pt x="415" y="810"/>
                  </a:lnTo>
                  <a:lnTo>
                    <a:pt x="395" y="751"/>
                  </a:lnTo>
                  <a:lnTo>
                    <a:pt x="356" y="751"/>
                  </a:lnTo>
                  <a:lnTo>
                    <a:pt x="316" y="652"/>
                  </a:lnTo>
                  <a:lnTo>
                    <a:pt x="316" y="731"/>
                  </a:lnTo>
                  <a:lnTo>
                    <a:pt x="316" y="791"/>
                  </a:lnTo>
                  <a:lnTo>
                    <a:pt x="336" y="830"/>
                  </a:lnTo>
                  <a:lnTo>
                    <a:pt x="336" y="889"/>
                  </a:lnTo>
                  <a:lnTo>
                    <a:pt x="356" y="909"/>
                  </a:lnTo>
                  <a:lnTo>
                    <a:pt x="356" y="870"/>
                  </a:lnTo>
                  <a:lnTo>
                    <a:pt x="356" y="830"/>
                  </a:lnTo>
                  <a:lnTo>
                    <a:pt x="376" y="870"/>
                  </a:lnTo>
                  <a:lnTo>
                    <a:pt x="356" y="751"/>
                  </a:lnTo>
                  <a:lnTo>
                    <a:pt x="376" y="791"/>
                  </a:lnTo>
                  <a:lnTo>
                    <a:pt x="395" y="889"/>
                  </a:lnTo>
                  <a:lnTo>
                    <a:pt x="395" y="929"/>
                  </a:lnTo>
                  <a:lnTo>
                    <a:pt x="395" y="949"/>
                  </a:lnTo>
                  <a:lnTo>
                    <a:pt x="415" y="988"/>
                  </a:lnTo>
                  <a:lnTo>
                    <a:pt x="435" y="988"/>
                  </a:lnTo>
                  <a:lnTo>
                    <a:pt x="474" y="1087"/>
                  </a:lnTo>
                  <a:lnTo>
                    <a:pt x="494" y="1225"/>
                  </a:lnTo>
                  <a:lnTo>
                    <a:pt x="474" y="1166"/>
                  </a:lnTo>
                  <a:lnTo>
                    <a:pt x="474" y="1265"/>
                  </a:lnTo>
                  <a:lnTo>
                    <a:pt x="455" y="1205"/>
                  </a:lnTo>
                  <a:lnTo>
                    <a:pt x="455" y="1245"/>
                  </a:lnTo>
                  <a:lnTo>
                    <a:pt x="455" y="1284"/>
                  </a:lnTo>
                  <a:lnTo>
                    <a:pt x="474" y="1344"/>
                  </a:lnTo>
                  <a:lnTo>
                    <a:pt x="474" y="1344"/>
                  </a:lnTo>
                  <a:lnTo>
                    <a:pt x="455" y="1324"/>
                  </a:lnTo>
                  <a:lnTo>
                    <a:pt x="435" y="1265"/>
                  </a:lnTo>
                  <a:lnTo>
                    <a:pt x="415" y="1245"/>
                  </a:lnTo>
                  <a:lnTo>
                    <a:pt x="376" y="1107"/>
                  </a:lnTo>
                  <a:lnTo>
                    <a:pt x="376" y="1146"/>
                  </a:lnTo>
                  <a:lnTo>
                    <a:pt x="336" y="929"/>
                  </a:lnTo>
                  <a:lnTo>
                    <a:pt x="297" y="909"/>
                  </a:lnTo>
                  <a:lnTo>
                    <a:pt x="277" y="929"/>
                  </a:lnTo>
                  <a:lnTo>
                    <a:pt x="297" y="1028"/>
                  </a:lnTo>
                  <a:lnTo>
                    <a:pt x="297" y="1047"/>
                  </a:lnTo>
                  <a:lnTo>
                    <a:pt x="316" y="1087"/>
                  </a:lnTo>
                  <a:lnTo>
                    <a:pt x="297" y="1087"/>
                  </a:lnTo>
                  <a:lnTo>
                    <a:pt x="297" y="1107"/>
                  </a:lnTo>
                  <a:lnTo>
                    <a:pt x="257" y="949"/>
                  </a:lnTo>
                  <a:lnTo>
                    <a:pt x="257" y="968"/>
                  </a:lnTo>
                  <a:lnTo>
                    <a:pt x="218" y="929"/>
                  </a:lnTo>
                  <a:lnTo>
                    <a:pt x="218" y="889"/>
                  </a:lnTo>
                  <a:lnTo>
                    <a:pt x="237" y="889"/>
                  </a:lnTo>
                  <a:lnTo>
                    <a:pt x="277" y="929"/>
                  </a:lnTo>
                  <a:lnTo>
                    <a:pt x="277" y="929"/>
                  </a:lnTo>
                  <a:lnTo>
                    <a:pt x="237" y="771"/>
                  </a:lnTo>
                  <a:lnTo>
                    <a:pt x="237" y="810"/>
                  </a:lnTo>
                  <a:lnTo>
                    <a:pt x="218" y="791"/>
                  </a:lnTo>
                  <a:lnTo>
                    <a:pt x="198" y="731"/>
                  </a:lnTo>
                  <a:lnTo>
                    <a:pt x="218" y="810"/>
                  </a:lnTo>
                  <a:lnTo>
                    <a:pt x="237" y="889"/>
                  </a:lnTo>
                  <a:lnTo>
                    <a:pt x="237" y="889"/>
                  </a:lnTo>
                  <a:lnTo>
                    <a:pt x="218" y="870"/>
                  </a:lnTo>
                  <a:lnTo>
                    <a:pt x="198" y="850"/>
                  </a:lnTo>
                  <a:lnTo>
                    <a:pt x="178" y="830"/>
                  </a:lnTo>
                  <a:lnTo>
                    <a:pt x="178" y="810"/>
                  </a:lnTo>
                  <a:lnTo>
                    <a:pt x="158" y="810"/>
                  </a:lnTo>
                  <a:lnTo>
                    <a:pt x="139" y="771"/>
                  </a:lnTo>
                  <a:lnTo>
                    <a:pt x="158" y="870"/>
                  </a:lnTo>
                  <a:lnTo>
                    <a:pt x="119" y="810"/>
                  </a:lnTo>
                  <a:lnTo>
                    <a:pt x="99" y="751"/>
                  </a:lnTo>
                  <a:lnTo>
                    <a:pt x="119" y="830"/>
                  </a:lnTo>
                  <a:lnTo>
                    <a:pt x="119" y="870"/>
                  </a:lnTo>
                  <a:lnTo>
                    <a:pt x="139" y="929"/>
                  </a:lnTo>
                  <a:lnTo>
                    <a:pt x="158" y="988"/>
                  </a:lnTo>
                  <a:lnTo>
                    <a:pt x="158" y="1008"/>
                  </a:lnTo>
                  <a:lnTo>
                    <a:pt x="178" y="1047"/>
                  </a:lnTo>
                  <a:lnTo>
                    <a:pt x="158" y="1047"/>
                  </a:lnTo>
                  <a:lnTo>
                    <a:pt x="99" y="850"/>
                  </a:lnTo>
                  <a:lnTo>
                    <a:pt x="99" y="870"/>
                  </a:lnTo>
                  <a:lnTo>
                    <a:pt x="79" y="870"/>
                  </a:lnTo>
                  <a:lnTo>
                    <a:pt x="99" y="929"/>
                  </a:lnTo>
                  <a:lnTo>
                    <a:pt x="119" y="968"/>
                  </a:lnTo>
                  <a:lnTo>
                    <a:pt x="119" y="988"/>
                  </a:lnTo>
                  <a:lnTo>
                    <a:pt x="99" y="988"/>
                  </a:lnTo>
                  <a:lnTo>
                    <a:pt x="119" y="1028"/>
                  </a:lnTo>
                  <a:lnTo>
                    <a:pt x="139" y="1146"/>
                  </a:lnTo>
                  <a:lnTo>
                    <a:pt x="119" y="1107"/>
                  </a:lnTo>
                  <a:lnTo>
                    <a:pt x="79" y="1008"/>
                  </a:lnTo>
                  <a:lnTo>
                    <a:pt x="20" y="889"/>
                  </a:lnTo>
                  <a:lnTo>
                    <a:pt x="20" y="909"/>
                  </a:lnTo>
                  <a:lnTo>
                    <a:pt x="0" y="909"/>
                  </a:lnTo>
                  <a:lnTo>
                    <a:pt x="20" y="929"/>
                  </a:lnTo>
                  <a:lnTo>
                    <a:pt x="40" y="968"/>
                  </a:lnTo>
                  <a:lnTo>
                    <a:pt x="40" y="988"/>
                  </a:lnTo>
                  <a:lnTo>
                    <a:pt x="79" y="1107"/>
                  </a:lnTo>
                  <a:lnTo>
                    <a:pt x="79" y="1097"/>
                  </a:lnTo>
                  <a:lnTo>
                    <a:pt x="99" y="1166"/>
                  </a:lnTo>
                  <a:lnTo>
                    <a:pt x="107" y="1186"/>
                  </a:lnTo>
                  <a:lnTo>
                    <a:pt x="107" y="1186"/>
                  </a:lnTo>
                  <a:lnTo>
                    <a:pt x="99" y="1146"/>
                  </a:lnTo>
                  <a:lnTo>
                    <a:pt x="99" y="110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158" y="1186"/>
                  </a:lnTo>
                  <a:lnTo>
                    <a:pt x="178" y="1225"/>
                  </a:lnTo>
                  <a:lnTo>
                    <a:pt x="158" y="1146"/>
                  </a:lnTo>
                  <a:lnTo>
                    <a:pt x="139" y="1067"/>
                  </a:lnTo>
                  <a:lnTo>
                    <a:pt x="158" y="1087"/>
                  </a:lnTo>
                  <a:lnTo>
                    <a:pt x="178" y="1126"/>
                  </a:lnTo>
                  <a:lnTo>
                    <a:pt x="178" y="1166"/>
                  </a:lnTo>
                  <a:lnTo>
                    <a:pt x="198" y="1245"/>
                  </a:lnTo>
                  <a:lnTo>
                    <a:pt x="237" y="1383"/>
                  </a:lnTo>
                  <a:lnTo>
                    <a:pt x="237" y="1462"/>
                  </a:lnTo>
                  <a:lnTo>
                    <a:pt x="257" y="1521"/>
                  </a:lnTo>
                  <a:lnTo>
                    <a:pt x="257" y="1502"/>
                  </a:lnTo>
                  <a:lnTo>
                    <a:pt x="297" y="1581"/>
                  </a:lnTo>
                  <a:lnTo>
                    <a:pt x="316" y="1620"/>
                  </a:lnTo>
                  <a:lnTo>
                    <a:pt x="316" y="1660"/>
                  </a:lnTo>
                  <a:lnTo>
                    <a:pt x="336" y="1699"/>
                  </a:lnTo>
                  <a:lnTo>
                    <a:pt x="336" y="1679"/>
                  </a:lnTo>
                  <a:lnTo>
                    <a:pt x="316" y="1581"/>
                  </a:lnTo>
                  <a:lnTo>
                    <a:pt x="336" y="1581"/>
                  </a:lnTo>
                  <a:lnTo>
                    <a:pt x="336" y="1561"/>
                  </a:lnTo>
                  <a:lnTo>
                    <a:pt x="336" y="1541"/>
                  </a:lnTo>
                  <a:lnTo>
                    <a:pt x="356" y="1561"/>
                  </a:lnTo>
                  <a:lnTo>
                    <a:pt x="336" y="1482"/>
                  </a:lnTo>
                  <a:lnTo>
                    <a:pt x="336" y="1462"/>
                  </a:lnTo>
                  <a:lnTo>
                    <a:pt x="336" y="1442"/>
                  </a:lnTo>
                  <a:lnTo>
                    <a:pt x="356" y="1521"/>
                  </a:lnTo>
                  <a:lnTo>
                    <a:pt x="376" y="1502"/>
                  </a:lnTo>
                  <a:lnTo>
                    <a:pt x="356" y="1403"/>
                  </a:lnTo>
                  <a:lnTo>
                    <a:pt x="316" y="1324"/>
                  </a:lnTo>
                  <a:lnTo>
                    <a:pt x="297" y="1265"/>
                  </a:lnTo>
                  <a:lnTo>
                    <a:pt x="316" y="1304"/>
                  </a:lnTo>
                  <a:lnTo>
                    <a:pt x="336" y="1324"/>
                  </a:lnTo>
                  <a:lnTo>
                    <a:pt x="395" y="1462"/>
                  </a:lnTo>
                  <a:lnTo>
                    <a:pt x="376" y="1363"/>
                  </a:lnTo>
                  <a:lnTo>
                    <a:pt x="415" y="1482"/>
                  </a:lnTo>
                  <a:lnTo>
                    <a:pt x="415" y="1541"/>
                  </a:lnTo>
                  <a:lnTo>
                    <a:pt x="395" y="1521"/>
                  </a:lnTo>
                  <a:lnTo>
                    <a:pt x="395" y="1541"/>
                  </a:lnTo>
                  <a:lnTo>
                    <a:pt x="376" y="1521"/>
                  </a:lnTo>
                  <a:lnTo>
                    <a:pt x="376" y="1521"/>
                  </a:lnTo>
                  <a:lnTo>
                    <a:pt x="395" y="1581"/>
                  </a:lnTo>
                  <a:lnTo>
                    <a:pt x="395" y="1600"/>
                  </a:lnTo>
                  <a:lnTo>
                    <a:pt x="435" y="1679"/>
                  </a:lnTo>
                  <a:lnTo>
                    <a:pt x="474" y="1798"/>
                  </a:lnTo>
                  <a:lnTo>
                    <a:pt x="474" y="1818"/>
                  </a:lnTo>
                  <a:lnTo>
                    <a:pt x="494" y="1837"/>
                  </a:lnTo>
                  <a:lnTo>
                    <a:pt x="455" y="1640"/>
                  </a:lnTo>
                  <a:lnTo>
                    <a:pt x="455" y="1600"/>
                  </a:lnTo>
                  <a:lnTo>
                    <a:pt x="474" y="1620"/>
                  </a:lnTo>
                  <a:lnTo>
                    <a:pt x="474" y="1660"/>
                  </a:lnTo>
                  <a:lnTo>
                    <a:pt x="494" y="1739"/>
                  </a:lnTo>
                  <a:lnTo>
                    <a:pt x="494" y="1719"/>
                  </a:lnTo>
                  <a:lnTo>
                    <a:pt x="514" y="1739"/>
                  </a:lnTo>
                  <a:lnTo>
                    <a:pt x="494" y="1699"/>
                  </a:lnTo>
                  <a:lnTo>
                    <a:pt x="514" y="1719"/>
                  </a:lnTo>
                  <a:lnTo>
                    <a:pt x="553" y="1778"/>
                  </a:lnTo>
                  <a:lnTo>
                    <a:pt x="553" y="1798"/>
                  </a:lnTo>
                  <a:lnTo>
                    <a:pt x="534" y="1778"/>
                  </a:lnTo>
                  <a:lnTo>
                    <a:pt x="534" y="1798"/>
                  </a:lnTo>
                  <a:lnTo>
                    <a:pt x="553" y="1837"/>
                  </a:lnTo>
                  <a:lnTo>
                    <a:pt x="534" y="1837"/>
                  </a:lnTo>
                  <a:lnTo>
                    <a:pt x="553" y="1877"/>
                  </a:lnTo>
                  <a:lnTo>
                    <a:pt x="573" y="1897"/>
                  </a:lnTo>
                  <a:lnTo>
                    <a:pt x="573" y="1857"/>
                  </a:lnTo>
                  <a:lnTo>
                    <a:pt x="593" y="1936"/>
                  </a:lnTo>
                  <a:lnTo>
                    <a:pt x="613" y="1936"/>
                  </a:lnTo>
                  <a:lnTo>
                    <a:pt x="613" y="1956"/>
                  </a:lnTo>
                  <a:lnTo>
                    <a:pt x="632" y="1956"/>
                  </a:lnTo>
                  <a:lnTo>
                    <a:pt x="632" y="1877"/>
                  </a:lnTo>
                  <a:lnTo>
                    <a:pt x="613" y="1778"/>
                  </a:lnTo>
                  <a:lnTo>
                    <a:pt x="652" y="1897"/>
                  </a:lnTo>
                  <a:lnTo>
                    <a:pt x="672" y="1936"/>
                  </a:lnTo>
                  <a:lnTo>
                    <a:pt x="632" y="1818"/>
                  </a:lnTo>
                  <a:lnTo>
                    <a:pt x="632" y="1739"/>
                  </a:lnTo>
                  <a:lnTo>
                    <a:pt x="652" y="1818"/>
                  </a:lnTo>
                  <a:lnTo>
                    <a:pt x="657" y="1840"/>
                  </a:lnTo>
                  <a:lnTo>
                    <a:pt x="692" y="1857"/>
                  </a:lnTo>
                  <a:lnTo>
                    <a:pt x="711" y="1916"/>
                  </a:lnTo>
                  <a:lnTo>
                    <a:pt x="711" y="1857"/>
                  </a:lnTo>
                  <a:lnTo>
                    <a:pt x="692" y="1778"/>
                  </a:lnTo>
                  <a:lnTo>
                    <a:pt x="692" y="1818"/>
                  </a:lnTo>
                  <a:lnTo>
                    <a:pt x="672" y="1739"/>
                  </a:lnTo>
                  <a:lnTo>
                    <a:pt x="672" y="1739"/>
                  </a:lnTo>
                  <a:lnTo>
                    <a:pt x="692" y="1758"/>
                  </a:lnTo>
                  <a:lnTo>
                    <a:pt x="711" y="1798"/>
                  </a:lnTo>
                  <a:lnTo>
                    <a:pt x="731" y="1837"/>
                  </a:lnTo>
                  <a:lnTo>
                    <a:pt x="751" y="1837"/>
                  </a:lnTo>
                  <a:lnTo>
                    <a:pt x="771" y="1877"/>
                  </a:lnTo>
                  <a:lnTo>
                    <a:pt x="771" y="1818"/>
                  </a:lnTo>
                  <a:lnTo>
                    <a:pt x="731" y="1739"/>
                  </a:lnTo>
                  <a:lnTo>
                    <a:pt x="731" y="1739"/>
                  </a:lnTo>
                  <a:lnTo>
                    <a:pt x="751" y="1758"/>
                  </a:lnTo>
                  <a:lnTo>
                    <a:pt x="771" y="1798"/>
                  </a:lnTo>
                  <a:lnTo>
                    <a:pt x="771" y="1818"/>
                  </a:lnTo>
                  <a:lnTo>
                    <a:pt x="790" y="1818"/>
                  </a:lnTo>
                  <a:lnTo>
                    <a:pt x="781" y="1783"/>
                  </a:lnTo>
                  <a:lnTo>
                    <a:pt x="781" y="1783"/>
                  </a:lnTo>
                  <a:lnTo>
                    <a:pt x="810" y="1857"/>
                  </a:lnTo>
                  <a:lnTo>
                    <a:pt x="810" y="1837"/>
                  </a:lnTo>
                  <a:lnTo>
                    <a:pt x="830" y="1857"/>
                  </a:lnTo>
                  <a:lnTo>
                    <a:pt x="830" y="1837"/>
                  </a:lnTo>
                  <a:lnTo>
                    <a:pt x="830" y="1798"/>
                  </a:lnTo>
                  <a:lnTo>
                    <a:pt x="830" y="1739"/>
                  </a:lnTo>
                  <a:lnTo>
                    <a:pt x="850" y="1719"/>
                  </a:lnTo>
                  <a:lnTo>
                    <a:pt x="869" y="1818"/>
                  </a:lnTo>
                  <a:lnTo>
                    <a:pt x="850" y="1837"/>
                  </a:lnTo>
                  <a:lnTo>
                    <a:pt x="869" y="1877"/>
                  </a:lnTo>
                  <a:lnTo>
                    <a:pt x="869" y="1857"/>
                  </a:lnTo>
                  <a:lnTo>
                    <a:pt x="889" y="1857"/>
                  </a:lnTo>
                  <a:lnTo>
                    <a:pt x="889" y="1837"/>
                  </a:lnTo>
                  <a:lnTo>
                    <a:pt x="869" y="1758"/>
                  </a:lnTo>
                  <a:lnTo>
                    <a:pt x="869" y="1739"/>
                  </a:lnTo>
                  <a:lnTo>
                    <a:pt x="889" y="1758"/>
                  </a:lnTo>
                  <a:lnTo>
                    <a:pt x="889" y="1739"/>
                  </a:lnTo>
                  <a:lnTo>
                    <a:pt x="909" y="1719"/>
                  </a:lnTo>
                  <a:lnTo>
                    <a:pt x="889" y="1620"/>
                  </a:lnTo>
                  <a:lnTo>
                    <a:pt x="889" y="1640"/>
                  </a:lnTo>
                  <a:lnTo>
                    <a:pt x="869" y="1581"/>
                  </a:lnTo>
                  <a:lnTo>
                    <a:pt x="869" y="1620"/>
                  </a:lnTo>
                  <a:lnTo>
                    <a:pt x="869" y="1640"/>
                  </a:lnTo>
                  <a:lnTo>
                    <a:pt x="830" y="1581"/>
                  </a:lnTo>
                  <a:lnTo>
                    <a:pt x="830" y="1541"/>
                  </a:lnTo>
                  <a:lnTo>
                    <a:pt x="810" y="1462"/>
                  </a:lnTo>
                  <a:lnTo>
                    <a:pt x="810" y="1383"/>
                  </a:lnTo>
                  <a:lnTo>
                    <a:pt x="810" y="1344"/>
                  </a:lnTo>
                  <a:lnTo>
                    <a:pt x="830" y="1423"/>
                  </a:lnTo>
                  <a:lnTo>
                    <a:pt x="830" y="1462"/>
                  </a:lnTo>
                  <a:lnTo>
                    <a:pt x="845" y="1462"/>
                  </a:lnTo>
                  <a:lnTo>
                    <a:pt x="830" y="1403"/>
                  </a:lnTo>
                  <a:lnTo>
                    <a:pt x="830" y="1363"/>
                  </a:lnTo>
                  <a:lnTo>
                    <a:pt x="850" y="1403"/>
                  </a:lnTo>
                  <a:lnTo>
                    <a:pt x="850" y="1363"/>
                  </a:lnTo>
                  <a:lnTo>
                    <a:pt x="869" y="1423"/>
                  </a:lnTo>
                  <a:lnTo>
                    <a:pt x="869" y="1462"/>
                  </a:lnTo>
                  <a:lnTo>
                    <a:pt x="869" y="1502"/>
                  </a:lnTo>
                  <a:lnTo>
                    <a:pt x="909" y="1620"/>
                  </a:lnTo>
                  <a:lnTo>
                    <a:pt x="929" y="1739"/>
                  </a:lnTo>
                  <a:lnTo>
                    <a:pt x="948" y="1778"/>
                  </a:lnTo>
                  <a:lnTo>
                    <a:pt x="948" y="1739"/>
                  </a:lnTo>
                  <a:lnTo>
                    <a:pt x="968" y="1739"/>
                  </a:lnTo>
                  <a:lnTo>
                    <a:pt x="968" y="1679"/>
                  </a:lnTo>
                  <a:lnTo>
                    <a:pt x="988" y="1739"/>
                  </a:lnTo>
                  <a:lnTo>
                    <a:pt x="1008" y="1679"/>
                  </a:lnTo>
                  <a:lnTo>
                    <a:pt x="1027" y="1758"/>
                  </a:lnTo>
                  <a:lnTo>
                    <a:pt x="1047" y="1758"/>
                  </a:lnTo>
                  <a:lnTo>
                    <a:pt x="1047" y="1699"/>
                  </a:lnTo>
                  <a:lnTo>
                    <a:pt x="1047" y="1640"/>
                  </a:lnTo>
                  <a:lnTo>
                    <a:pt x="1067" y="1640"/>
                  </a:lnTo>
                  <a:lnTo>
                    <a:pt x="1087" y="1679"/>
                  </a:lnTo>
                  <a:lnTo>
                    <a:pt x="1087" y="1640"/>
                  </a:lnTo>
                  <a:lnTo>
                    <a:pt x="1106" y="1699"/>
                  </a:lnTo>
                  <a:lnTo>
                    <a:pt x="1106" y="1679"/>
                  </a:lnTo>
                  <a:lnTo>
                    <a:pt x="1126" y="1640"/>
                  </a:lnTo>
                  <a:lnTo>
                    <a:pt x="1146" y="1699"/>
                  </a:lnTo>
                  <a:lnTo>
                    <a:pt x="1146" y="1660"/>
                  </a:lnTo>
                  <a:lnTo>
                    <a:pt x="1146" y="1581"/>
                  </a:lnTo>
                  <a:lnTo>
                    <a:pt x="1166" y="1679"/>
                  </a:lnTo>
                  <a:lnTo>
                    <a:pt x="1205" y="1620"/>
                  </a:lnTo>
                  <a:lnTo>
                    <a:pt x="1265" y="1581"/>
                  </a:lnTo>
                  <a:lnTo>
                    <a:pt x="1265" y="1600"/>
                  </a:lnTo>
                  <a:lnTo>
                    <a:pt x="1284" y="1581"/>
                  </a:lnTo>
                  <a:lnTo>
                    <a:pt x="1284" y="1541"/>
                  </a:lnTo>
                  <a:lnTo>
                    <a:pt x="1304" y="1502"/>
                  </a:lnTo>
                  <a:lnTo>
                    <a:pt x="1324" y="1502"/>
                  </a:lnTo>
                  <a:lnTo>
                    <a:pt x="1324" y="1462"/>
                  </a:lnTo>
                  <a:lnTo>
                    <a:pt x="1304" y="1403"/>
                  </a:lnTo>
                  <a:lnTo>
                    <a:pt x="1284" y="1284"/>
                  </a:lnTo>
                  <a:lnTo>
                    <a:pt x="1284" y="1265"/>
                  </a:lnTo>
                  <a:lnTo>
                    <a:pt x="1304" y="1304"/>
                  </a:lnTo>
                  <a:lnTo>
                    <a:pt x="1304" y="1344"/>
                  </a:lnTo>
                  <a:lnTo>
                    <a:pt x="1324" y="1363"/>
                  </a:lnTo>
                  <a:lnTo>
                    <a:pt x="1344" y="144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383" y="1521"/>
                  </a:lnTo>
                  <a:lnTo>
                    <a:pt x="1363" y="1581"/>
                  </a:lnTo>
                  <a:lnTo>
                    <a:pt x="1383" y="1541"/>
                  </a:lnTo>
                  <a:lnTo>
                    <a:pt x="1403" y="1541"/>
                  </a:lnTo>
                  <a:lnTo>
                    <a:pt x="1403" y="1482"/>
                  </a:lnTo>
                  <a:lnTo>
                    <a:pt x="1403" y="1462"/>
                  </a:lnTo>
                  <a:lnTo>
                    <a:pt x="1403" y="1403"/>
                  </a:lnTo>
                  <a:lnTo>
                    <a:pt x="1423" y="1502"/>
                  </a:lnTo>
                  <a:lnTo>
                    <a:pt x="1423" y="1442"/>
                  </a:lnTo>
                  <a:lnTo>
                    <a:pt x="1423" y="1423"/>
                  </a:lnTo>
                  <a:lnTo>
                    <a:pt x="1442" y="1423"/>
                  </a:lnTo>
                  <a:lnTo>
                    <a:pt x="1442" y="1442"/>
                  </a:lnTo>
                  <a:lnTo>
                    <a:pt x="1462" y="1502"/>
                  </a:lnTo>
                  <a:lnTo>
                    <a:pt x="1462" y="1462"/>
                  </a:lnTo>
                  <a:lnTo>
                    <a:pt x="1462" y="1442"/>
                  </a:lnTo>
                  <a:lnTo>
                    <a:pt x="1482" y="1482"/>
                  </a:lnTo>
                  <a:lnTo>
                    <a:pt x="1502" y="1502"/>
                  </a:lnTo>
                  <a:lnTo>
                    <a:pt x="1521" y="1502"/>
                  </a:lnTo>
                  <a:lnTo>
                    <a:pt x="1541" y="1521"/>
                  </a:lnTo>
                  <a:lnTo>
                    <a:pt x="1561" y="1482"/>
                  </a:lnTo>
                  <a:lnTo>
                    <a:pt x="1561" y="1423"/>
                  </a:lnTo>
                  <a:lnTo>
                    <a:pt x="1541" y="1403"/>
                  </a:lnTo>
                  <a:lnTo>
                    <a:pt x="1541" y="1344"/>
                  </a:lnTo>
                  <a:lnTo>
                    <a:pt x="1541" y="1324"/>
                  </a:lnTo>
                  <a:lnTo>
                    <a:pt x="1541" y="1304"/>
                  </a:lnTo>
                  <a:lnTo>
                    <a:pt x="1561" y="1344"/>
                  </a:lnTo>
                  <a:lnTo>
                    <a:pt x="1561" y="1383"/>
                  </a:lnTo>
                  <a:lnTo>
                    <a:pt x="1581" y="1423"/>
                  </a:lnTo>
                  <a:lnTo>
                    <a:pt x="1600" y="1423"/>
                  </a:lnTo>
                  <a:lnTo>
                    <a:pt x="1600" y="1462"/>
                  </a:lnTo>
                  <a:lnTo>
                    <a:pt x="1620" y="1442"/>
                  </a:lnTo>
                  <a:lnTo>
                    <a:pt x="1620" y="1482"/>
                  </a:lnTo>
                  <a:lnTo>
                    <a:pt x="1640" y="1462"/>
                  </a:lnTo>
                  <a:lnTo>
                    <a:pt x="1640" y="1423"/>
                  </a:lnTo>
                  <a:lnTo>
                    <a:pt x="1660" y="1324"/>
                  </a:lnTo>
                  <a:lnTo>
                    <a:pt x="1660" y="1344"/>
                  </a:lnTo>
                  <a:lnTo>
                    <a:pt x="1679" y="1265"/>
                  </a:lnTo>
                  <a:lnTo>
                    <a:pt x="1679" y="1205"/>
                  </a:lnTo>
                  <a:lnTo>
                    <a:pt x="1699" y="1265"/>
                  </a:lnTo>
                  <a:lnTo>
                    <a:pt x="1699" y="1324"/>
                  </a:lnTo>
                  <a:lnTo>
                    <a:pt x="1679" y="1324"/>
                  </a:lnTo>
                  <a:lnTo>
                    <a:pt x="1699" y="1403"/>
                  </a:lnTo>
                  <a:lnTo>
                    <a:pt x="1719" y="1423"/>
                  </a:lnTo>
                  <a:lnTo>
                    <a:pt x="1739" y="1442"/>
                  </a:lnTo>
                  <a:lnTo>
                    <a:pt x="1758" y="1423"/>
                  </a:lnTo>
                  <a:lnTo>
                    <a:pt x="1778" y="1403"/>
                  </a:lnTo>
                  <a:lnTo>
                    <a:pt x="1798" y="1383"/>
                  </a:lnTo>
                  <a:lnTo>
                    <a:pt x="1798" y="1363"/>
                  </a:lnTo>
                  <a:lnTo>
                    <a:pt x="1837" y="1423"/>
                  </a:lnTo>
                  <a:lnTo>
                    <a:pt x="1857" y="1403"/>
                  </a:lnTo>
                  <a:lnTo>
                    <a:pt x="1877" y="1403"/>
                  </a:lnTo>
                  <a:lnTo>
                    <a:pt x="1897" y="1344"/>
                  </a:lnTo>
                  <a:lnTo>
                    <a:pt x="1897" y="1403"/>
                  </a:lnTo>
                  <a:lnTo>
                    <a:pt x="1916" y="1304"/>
                  </a:lnTo>
                  <a:lnTo>
                    <a:pt x="1936" y="1265"/>
                  </a:lnTo>
                  <a:lnTo>
                    <a:pt x="1956" y="1225"/>
                  </a:lnTo>
                  <a:lnTo>
                    <a:pt x="1976" y="1186"/>
                  </a:lnTo>
                  <a:lnTo>
                    <a:pt x="1976" y="1205"/>
                  </a:lnTo>
                  <a:lnTo>
                    <a:pt x="1976" y="1245"/>
                  </a:lnTo>
                  <a:lnTo>
                    <a:pt x="1995" y="1265"/>
                  </a:lnTo>
                  <a:lnTo>
                    <a:pt x="1995" y="1166"/>
                  </a:lnTo>
                  <a:lnTo>
                    <a:pt x="1995" y="1107"/>
                  </a:lnTo>
                  <a:lnTo>
                    <a:pt x="1995" y="1067"/>
                  </a:lnTo>
                  <a:lnTo>
                    <a:pt x="2015" y="1047"/>
                  </a:lnTo>
                  <a:lnTo>
                    <a:pt x="2015" y="1067"/>
                  </a:lnTo>
                  <a:lnTo>
                    <a:pt x="2035" y="1008"/>
                  </a:lnTo>
                  <a:lnTo>
                    <a:pt x="2074" y="988"/>
                  </a:lnTo>
                  <a:lnTo>
                    <a:pt x="2114" y="968"/>
                  </a:lnTo>
                  <a:lnTo>
                    <a:pt x="2173" y="988"/>
                  </a:lnTo>
                  <a:lnTo>
                    <a:pt x="2153" y="1047"/>
                  </a:lnTo>
                  <a:lnTo>
                    <a:pt x="2173" y="1028"/>
                  </a:lnTo>
                  <a:lnTo>
                    <a:pt x="2193" y="1047"/>
                  </a:lnTo>
                  <a:lnTo>
                    <a:pt x="2193" y="1028"/>
                  </a:lnTo>
                  <a:lnTo>
                    <a:pt x="2213" y="1067"/>
                  </a:lnTo>
                  <a:lnTo>
                    <a:pt x="2213" y="1087"/>
                  </a:lnTo>
                  <a:lnTo>
                    <a:pt x="2232" y="1126"/>
                  </a:lnTo>
                  <a:lnTo>
                    <a:pt x="2252" y="1146"/>
                  </a:lnTo>
                  <a:lnTo>
                    <a:pt x="2252" y="1126"/>
                  </a:lnTo>
                  <a:lnTo>
                    <a:pt x="2292" y="1265"/>
                  </a:lnTo>
                  <a:lnTo>
                    <a:pt x="2292" y="1186"/>
                  </a:lnTo>
                  <a:lnTo>
                    <a:pt x="2292" y="1166"/>
                  </a:lnTo>
                  <a:lnTo>
                    <a:pt x="2292" y="1126"/>
                  </a:lnTo>
                  <a:lnTo>
                    <a:pt x="2292" y="1107"/>
                  </a:lnTo>
                  <a:lnTo>
                    <a:pt x="2292" y="929"/>
                  </a:lnTo>
                  <a:lnTo>
                    <a:pt x="2272" y="771"/>
                  </a:lnTo>
                  <a:lnTo>
                    <a:pt x="2252" y="771"/>
                  </a:lnTo>
                  <a:lnTo>
                    <a:pt x="2252" y="712"/>
                  </a:lnTo>
                  <a:lnTo>
                    <a:pt x="2252" y="652"/>
                  </a:lnTo>
                  <a:lnTo>
                    <a:pt x="2232" y="652"/>
                  </a:lnTo>
                  <a:lnTo>
                    <a:pt x="2232" y="672"/>
                  </a:lnTo>
                  <a:lnTo>
                    <a:pt x="2213" y="652"/>
                  </a:lnTo>
                  <a:lnTo>
                    <a:pt x="2193" y="593"/>
                  </a:lnTo>
                  <a:lnTo>
                    <a:pt x="2193" y="534"/>
                  </a:lnTo>
                  <a:lnTo>
                    <a:pt x="2193" y="514"/>
                  </a:lnTo>
                  <a:lnTo>
                    <a:pt x="2173" y="534"/>
                  </a:lnTo>
                  <a:lnTo>
                    <a:pt x="2173" y="554"/>
                  </a:lnTo>
                  <a:lnTo>
                    <a:pt x="2153" y="514"/>
                  </a:lnTo>
                  <a:lnTo>
                    <a:pt x="2153" y="475"/>
                  </a:lnTo>
                  <a:lnTo>
                    <a:pt x="2153" y="455"/>
                  </a:lnTo>
                  <a:lnTo>
                    <a:pt x="2134" y="415"/>
                  </a:lnTo>
                  <a:lnTo>
                    <a:pt x="2134" y="494"/>
                  </a:lnTo>
                  <a:lnTo>
                    <a:pt x="2134" y="554"/>
                  </a:lnTo>
                  <a:lnTo>
                    <a:pt x="2114" y="514"/>
                  </a:lnTo>
                  <a:lnTo>
                    <a:pt x="2134" y="435"/>
                  </a:lnTo>
                  <a:lnTo>
                    <a:pt x="2114" y="396"/>
                  </a:lnTo>
                  <a:lnTo>
                    <a:pt x="2094" y="396"/>
                  </a:lnTo>
                  <a:lnTo>
                    <a:pt x="2094" y="356"/>
                  </a:lnTo>
                  <a:lnTo>
                    <a:pt x="2074" y="297"/>
                  </a:lnTo>
                  <a:lnTo>
                    <a:pt x="2074" y="317"/>
                  </a:lnTo>
                  <a:lnTo>
                    <a:pt x="2074" y="356"/>
                  </a:lnTo>
                  <a:lnTo>
                    <a:pt x="2055" y="356"/>
                  </a:lnTo>
                  <a:lnTo>
                    <a:pt x="2055" y="336"/>
                  </a:lnTo>
                  <a:lnTo>
                    <a:pt x="2055" y="317"/>
                  </a:lnTo>
                  <a:lnTo>
                    <a:pt x="2035" y="297"/>
                  </a:lnTo>
                  <a:lnTo>
                    <a:pt x="2035" y="257"/>
                  </a:lnTo>
                  <a:lnTo>
                    <a:pt x="2015" y="218"/>
                  </a:lnTo>
                  <a:lnTo>
                    <a:pt x="2015" y="257"/>
                  </a:lnTo>
                  <a:lnTo>
                    <a:pt x="1995" y="257"/>
                  </a:lnTo>
                  <a:lnTo>
                    <a:pt x="1995" y="356"/>
                  </a:lnTo>
                  <a:lnTo>
                    <a:pt x="1995" y="415"/>
                  </a:lnTo>
                  <a:lnTo>
                    <a:pt x="1995" y="435"/>
                  </a:lnTo>
                  <a:lnTo>
                    <a:pt x="1976" y="336"/>
                  </a:lnTo>
                  <a:lnTo>
                    <a:pt x="1956" y="198"/>
                  </a:lnTo>
                  <a:lnTo>
                    <a:pt x="1956" y="218"/>
                  </a:lnTo>
                  <a:lnTo>
                    <a:pt x="1936" y="218"/>
                  </a:lnTo>
                  <a:lnTo>
                    <a:pt x="1936" y="178"/>
                  </a:lnTo>
                  <a:lnTo>
                    <a:pt x="1936" y="139"/>
                  </a:lnTo>
                  <a:lnTo>
                    <a:pt x="1916" y="99"/>
                  </a:lnTo>
                  <a:lnTo>
                    <a:pt x="1897" y="80"/>
                  </a:lnTo>
                  <a:lnTo>
                    <a:pt x="1897" y="159"/>
                  </a:lnTo>
                  <a:lnTo>
                    <a:pt x="1877" y="119"/>
                  </a:lnTo>
                  <a:lnTo>
                    <a:pt x="1877" y="99"/>
                  </a:lnTo>
                  <a:lnTo>
                    <a:pt x="1857" y="99"/>
                  </a:lnTo>
                  <a:lnTo>
                    <a:pt x="1837" y="60"/>
                  </a:lnTo>
                  <a:lnTo>
                    <a:pt x="1837" y="159"/>
                  </a:lnTo>
                  <a:lnTo>
                    <a:pt x="1818" y="119"/>
                  </a:lnTo>
                  <a:lnTo>
                    <a:pt x="1818" y="238"/>
                  </a:lnTo>
                  <a:lnTo>
                    <a:pt x="1798" y="178"/>
                  </a:lnTo>
                  <a:lnTo>
                    <a:pt x="1778" y="99"/>
                  </a:lnTo>
                  <a:lnTo>
                    <a:pt x="1778" y="119"/>
                  </a:lnTo>
                  <a:lnTo>
                    <a:pt x="1778" y="198"/>
                  </a:lnTo>
                  <a:lnTo>
                    <a:pt x="1758" y="297"/>
                  </a:lnTo>
                  <a:lnTo>
                    <a:pt x="1739" y="238"/>
                  </a:lnTo>
                  <a:lnTo>
                    <a:pt x="1739" y="159"/>
                  </a:lnTo>
                  <a:lnTo>
                    <a:pt x="1719" y="139"/>
                  </a:lnTo>
                  <a:lnTo>
                    <a:pt x="1699" y="60"/>
                  </a:lnTo>
                  <a:lnTo>
                    <a:pt x="1719" y="178"/>
                  </a:lnTo>
                  <a:lnTo>
                    <a:pt x="1699" y="178"/>
                  </a:lnTo>
                  <a:lnTo>
                    <a:pt x="1699" y="159"/>
                  </a:lnTo>
                  <a:lnTo>
                    <a:pt x="1679" y="99"/>
                  </a:lnTo>
                  <a:lnTo>
                    <a:pt x="1660" y="80"/>
                  </a:lnTo>
                  <a:lnTo>
                    <a:pt x="1640" y="60"/>
                  </a:lnTo>
                  <a:lnTo>
                    <a:pt x="1620" y="40"/>
                  </a:lnTo>
                  <a:lnTo>
                    <a:pt x="1620" y="60"/>
                  </a:lnTo>
                  <a:lnTo>
                    <a:pt x="1640" y="178"/>
                  </a:lnTo>
                  <a:lnTo>
                    <a:pt x="1640" y="238"/>
                  </a:lnTo>
                  <a:lnTo>
                    <a:pt x="1620" y="277"/>
                  </a:lnTo>
                  <a:lnTo>
                    <a:pt x="1640" y="297"/>
                  </a:lnTo>
                  <a:lnTo>
                    <a:pt x="1640" y="336"/>
                  </a:lnTo>
                  <a:lnTo>
                    <a:pt x="1620" y="297"/>
                  </a:lnTo>
                  <a:lnTo>
                    <a:pt x="1620" y="238"/>
                  </a:lnTo>
                  <a:lnTo>
                    <a:pt x="1600" y="257"/>
                  </a:lnTo>
                  <a:lnTo>
                    <a:pt x="1600" y="178"/>
                  </a:lnTo>
                  <a:lnTo>
                    <a:pt x="1581" y="139"/>
                  </a:lnTo>
                  <a:lnTo>
                    <a:pt x="1581" y="80"/>
                  </a:lnTo>
                  <a:lnTo>
                    <a:pt x="1561" y="99"/>
                  </a:lnTo>
                  <a:lnTo>
                    <a:pt x="1561" y="20"/>
                  </a:lnTo>
                  <a:lnTo>
                    <a:pt x="1541" y="40"/>
                  </a:lnTo>
                  <a:lnTo>
                    <a:pt x="1541" y="80"/>
                  </a:lnTo>
                  <a:lnTo>
                    <a:pt x="1521" y="2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15"/>
            <p:cNvSpPr/>
            <p:nvPr/>
          </p:nvSpPr>
          <p:spPr>
            <a:xfrm>
              <a:off x="-1317575" y="3999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15"/>
            <p:cNvSpPr/>
            <p:nvPr/>
          </p:nvSpPr>
          <p:spPr>
            <a:xfrm>
              <a:off x="-1297825" y="396720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15"/>
            <p:cNvSpPr/>
            <p:nvPr/>
          </p:nvSpPr>
          <p:spPr>
            <a:xfrm>
              <a:off x="-1322525" y="398597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15"/>
            <p:cNvSpPr/>
            <p:nvPr/>
          </p:nvSpPr>
          <p:spPr>
            <a:xfrm>
              <a:off x="-1189200" y="3983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15"/>
            <p:cNvSpPr/>
            <p:nvPr/>
          </p:nvSpPr>
          <p:spPr>
            <a:xfrm>
              <a:off x="-1161050" y="3983000"/>
              <a:ext cx="1025" cy="2500"/>
            </a:xfrm>
            <a:custGeom>
              <a:rect b="b" l="l" r="r" t="t"/>
              <a:pathLst>
                <a:path extrusionOk="0" h="100" w="41">
                  <a:moveTo>
                    <a:pt x="1" y="1"/>
                  </a:moveTo>
                  <a:lnTo>
                    <a:pt x="1" y="80"/>
                  </a:lnTo>
                  <a:lnTo>
                    <a:pt x="21" y="8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15"/>
            <p:cNvSpPr/>
            <p:nvPr/>
          </p:nvSpPr>
          <p:spPr>
            <a:xfrm>
              <a:off x="-1146725" y="3974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15"/>
            <p:cNvSpPr/>
            <p:nvPr/>
          </p:nvSpPr>
          <p:spPr>
            <a:xfrm>
              <a:off x="-1145250" y="39637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0"/>
                  </a:moveTo>
                  <a:lnTo>
                    <a:pt x="1" y="20"/>
                  </a:lnTo>
                  <a:lnTo>
                    <a:pt x="21" y="2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15"/>
            <p:cNvSpPr/>
            <p:nvPr/>
          </p:nvSpPr>
          <p:spPr>
            <a:xfrm>
              <a:off x="-1144750" y="3964250"/>
              <a:ext cx="4475" cy="5450"/>
            </a:xfrm>
            <a:custGeom>
              <a:rect b="b" l="l" r="r" t="t"/>
              <a:pathLst>
                <a:path extrusionOk="0" h="218" w="179">
                  <a:moveTo>
                    <a:pt x="40" y="79"/>
                  </a:moveTo>
                  <a:lnTo>
                    <a:pt x="40" y="99"/>
                  </a:lnTo>
                  <a:lnTo>
                    <a:pt x="53" y="112"/>
                  </a:lnTo>
                  <a:lnTo>
                    <a:pt x="40" y="79"/>
                  </a:lnTo>
                  <a:close/>
                  <a:moveTo>
                    <a:pt x="1" y="0"/>
                  </a:moveTo>
                  <a:lnTo>
                    <a:pt x="20" y="40"/>
                  </a:lnTo>
                  <a:lnTo>
                    <a:pt x="20" y="59"/>
                  </a:lnTo>
                  <a:lnTo>
                    <a:pt x="40" y="79"/>
                  </a:lnTo>
                  <a:lnTo>
                    <a:pt x="80" y="119"/>
                  </a:lnTo>
                  <a:lnTo>
                    <a:pt x="119" y="119"/>
                  </a:lnTo>
                  <a:lnTo>
                    <a:pt x="99" y="79"/>
                  </a:lnTo>
                  <a:lnTo>
                    <a:pt x="80" y="40"/>
                  </a:lnTo>
                  <a:lnTo>
                    <a:pt x="1" y="0"/>
                  </a:lnTo>
                  <a:close/>
                  <a:moveTo>
                    <a:pt x="53" y="112"/>
                  </a:moveTo>
                  <a:lnTo>
                    <a:pt x="80" y="178"/>
                  </a:lnTo>
                  <a:lnTo>
                    <a:pt x="80" y="138"/>
                  </a:lnTo>
                  <a:lnTo>
                    <a:pt x="60" y="119"/>
                  </a:lnTo>
                  <a:lnTo>
                    <a:pt x="53" y="112"/>
                  </a:lnTo>
                  <a:close/>
                  <a:moveTo>
                    <a:pt x="99" y="40"/>
                  </a:moveTo>
                  <a:lnTo>
                    <a:pt x="119" y="119"/>
                  </a:lnTo>
                  <a:lnTo>
                    <a:pt x="178" y="217"/>
                  </a:lnTo>
                  <a:lnTo>
                    <a:pt x="159" y="119"/>
                  </a:lnTo>
                  <a:lnTo>
                    <a:pt x="159" y="79"/>
                  </a:lnTo>
                  <a:lnTo>
                    <a:pt x="9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15"/>
            <p:cNvSpPr/>
            <p:nvPr/>
          </p:nvSpPr>
          <p:spPr>
            <a:xfrm>
              <a:off x="-1198075" y="3951400"/>
              <a:ext cx="54350" cy="41500"/>
            </a:xfrm>
            <a:custGeom>
              <a:rect b="b" l="l" r="r" t="t"/>
              <a:pathLst>
                <a:path extrusionOk="0" h="1660" w="2174">
                  <a:moveTo>
                    <a:pt x="1008" y="0"/>
                  </a:moveTo>
                  <a:lnTo>
                    <a:pt x="988" y="40"/>
                  </a:lnTo>
                  <a:lnTo>
                    <a:pt x="988" y="60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1008" y="0"/>
                  </a:lnTo>
                  <a:close/>
                  <a:moveTo>
                    <a:pt x="2035" y="850"/>
                  </a:moveTo>
                  <a:lnTo>
                    <a:pt x="2035" y="870"/>
                  </a:lnTo>
                  <a:lnTo>
                    <a:pt x="2055" y="909"/>
                  </a:lnTo>
                  <a:lnTo>
                    <a:pt x="2055" y="889"/>
                  </a:lnTo>
                  <a:lnTo>
                    <a:pt x="2074" y="889"/>
                  </a:lnTo>
                  <a:lnTo>
                    <a:pt x="2035" y="850"/>
                  </a:lnTo>
                  <a:close/>
                  <a:moveTo>
                    <a:pt x="2015" y="870"/>
                  </a:moveTo>
                  <a:lnTo>
                    <a:pt x="2015" y="889"/>
                  </a:lnTo>
                  <a:lnTo>
                    <a:pt x="1995" y="889"/>
                  </a:lnTo>
                  <a:lnTo>
                    <a:pt x="2035" y="929"/>
                  </a:lnTo>
                  <a:lnTo>
                    <a:pt x="2035" y="889"/>
                  </a:lnTo>
                  <a:lnTo>
                    <a:pt x="2015" y="870"/>
                  </a:lnTo>
                  <a:close/>
                  <a:moveTo>
                    <a:pt x="1837" y="988"/>
                  </a:moveTo>
                  <a:lnTo>
                    <a:pt x="1837" y="1008"/>
                  </a:lnTo>
                  <a:lnTo>
                    <a:pt x="1857" y="1008"/>
                  </a:lnTo>
                  <a:lnTo>
                    <a:pt x="1837" y="988"/>
                  </a:lnTo>
                  <a:close/>
                  <a:moveTo>
                    <a:pt x="1600" y="1028"/>
                  </a:moveTo>
                  <a:lnTo>
                    <a:pt x="1620" y="1087"/>
                  </a:lnTo>
                  <a:lnTo>
                    <a:pt x="1620" y="1067"/>
                  </a:lnTo>
                  <a:lnTo>
                    <a:pt x="1600" y="1028"/>
                  </a:lnTo>
                  <a:close/>
                  <a:moveTo>
                    <a:pt x="1640" y="1107"/>
                  </a:moveTo>
                  <a:lnTo>
                    <a:pt x="1640" y="1126"/>
                  </a:lnTo>
                  <a:lnTo>
                    <a:pt x="1640" y="1146"/>
                  </a:lnTo>
                  <a:lnTo>
                    <a:pt x="1620" y="1146"/>
                  </a:lnTo>
                  <a:lnTo>
                    <a:pt x="1620" y="1166"/>
                  </a:lnTo>
                  <a:lnTo>
                    <a:pt x="1660" y="1245"/>
                  </a:lnTo>
                  <a:lnTo>
                    <a:pt x="1660" y="1225"/>
                  </a:lnTo>
                  <a:lnTo>
                    <a:pt x="1679" y="1245"/>
                  </a:lnTo>
                  <a:lnTo>
                    <a:pt x="1699" y="1265"/>
                  </a:lnTo>
                  <a:lnTo>
                    <a:pt x="1699" y="1265"/>
                  </a:lnTo>
                  <a:lnTo>
                    <a:pt x="1679" y="1225"/>
                  </a:lnTo>
                  <a:lnTo>
                    <a:pt x="1679" y="1205"/>
                  </a:lnTo>
                  <a:lnTo>
                    <a:pt x="1640" y="1107"/>
                  </a:lnTo>
                  <a:close/>
                  <a:moveTo>
                    <a:pt x="1344" y="1265"/>
                  </a:moveTo>
                  <a:lnTo>
                    <a:pt x="1344" y="1265"/>
                  </a:lnTo>
                  <a:lnTo>
                    <a:pt x="1344" y="1265"/>
                  </a:lnTo>
                  <a:close/>
                  <a:moveTo>
                    <a:pt x="1482" y="1265"/>
                  </a:moveTo>
                  <a:lnTo>
                    <a:pt x="1482" y="1265"/>
                  </a:lnTo>
                  <a:lnTo>
                    <a:pt x="1482" y="1265"/>
                  </a:lnTo>
                  <a:close/>
                  <a:moveTo>
                    <a:pt x="1541" y="1363"/>
                  </a:moveTo>
                  <a:lnTo>
                    <a:pt x="1541" y="1363"/>
                  </a:lnTo>
                  <a:lnTo>
                    <a:pt x="1541" y="1363"/>
                  </a:lnTo>
                  <a:close/>
                  <a:moveTo>
                    <a:pt x="1383" y="1383"/>
                  </a:moveTo>
                  <a:lnTo>
                    <a:pt x="1403" y="1442"/>
                  </a:lnTo>
                  <a:lnTo>
                    <a:pt x="1442" y="1442"/>
                  </a:lnTo>
                  <a:lnTo>
                    <a:pt x="1462" y="1462"/>
                  </a:lnTo>
                  <a:lnTo>
                    <a:pt x="1462" y="1423"/>
                  </a:lnTo>
                  <a:lnTo>
                    <a:pt x="1442" y="1403"/>
                  </a:lnTo>
                  <a:lnTo>
                    <a:pt x="1423" y="1383"/>
                  </a:lnTo>
                  <a:lnTo>
                    <a:pt x="1423" y="1403"/>
                  </a:lnTo>
                  <a:lnTo>
                    <a:pt x="1403" y="1383"/>
                  </a:lnTo>
                  <a:close/>
                  <a:moveTo>
                    <a:pt x="1223" y="1482"/>
                  </a:moveTo>
                  <a:lnTo>
                    <a:pt x="1225" y="1502"/>
                  </a:lnTo>
                  <a:lnTo>
                    <a:pt x="1225" y="1482"/>
                  </a:lnTo>
                  <a:close/>
                  <a:moveTo>
                    <a:pt x="1080" y="1581"/>
                  </a:moveTo>
                  <a:lnTo>
                    <a:pt x="1087" y="1600"/>
                  </a:lnTo>
                  <a:lnTo>
                    <a:pt x="1087" y="1581"/>
                  </a:lnTo>
                  <a:close/>
                  <a:moveTo>
                    <a:pt x="1107" y="0"/>
                  </a:moveTo>
                  <a:lnTo>
                    <a:pt x="1107" y="40"/>
                  </a:lnTo>
                  <a:lnTo>
                    <a:pt x="1087" y="60"/>
                  </a:lnTo>
                  <a:lnTo>
                    <a:pt x="1087" y="99"/>
                  </a:lnTo>
                  <a:lnTo>
                    <a:pt x="1107" y="159"/>
                  </a:lnTo>
                  <a:lnTo>
                    <a:pt x="1146" y="277"/>
                  </a:lnTo>
                  <a:lnTo>
                    <a:pt x="1146" y="297"/>
                  </a:lnTo>
                  <a:lnTo>
                    <a:pt x="1126" y="257"/>
                  </a:lnTo>
                  <a:lnTo>
                    <a:pt x="1107" y="218"/>
                  </a:lnTo>
                  <a:lnTo>
                    <a:pt x="1087" y="218"/>
                  </a:lnTo>
                  <a:lnTo>
                    <a:pt x="1067" y="119"/>
                  </a:lnTo>
                  <a:lnTo>
                    <a:pt x="1047" y="40"/>
                  </a:lnTo>
                  <a:lnTo>
                    <a:pt x="1047" y="119"/>
                  </a:lnTo>
                  <a:lnTo>
                    <a:pt x="1027" y="119"/>
                  </a:lnTo>
                  <a:lnTo>
                    <a:pt x="1027" y="139"/>
                  </a:lnTo>
                  <a:lnTo>
                    <a:pt x="1008" y="119"/>
                  </a:lnTo>
                  <a:lnTo>
                    <a:pt x="988" y="79"/>
                  </a:lnTo>
                  <a:lnTo>
                    <a:pt x="988" y="60"/>
                  </a:lnTo>
                  <a:lnTo>
                    <a:pt x="968" y="60"/>
                  </a:lnTo>
                  <a:lnTo>
                    <a:pt x="988" y="99"/>
                  </a:lnTo>
                  <a:lnTo>
                    <a:pt x="988" y="139"/>
                  </a:lnTo>
                  <a:lnTo>
                    <a:pt x="988" y="198"/>
                  </a:lnTo>
                  <a:lnTo>
                    <a:pt x="948" y="99"/>
                  </a:lnTo>
                  <a:lnTo>
                    <a:pt x="968" y="159"/>
                  </a:lnTo>
                  <a:lnTo>
                    <a:pt x="968" y="178"/>
                  </a:lnTo>
                  <a:lnTo>
                    <a:pt x="948" y="178"/>
                  </a:lnTo>
                  <a:lnTo>
                    <a:pt x="929" y="159"/>
                  </a:lnTo>
                  <a:lnTo>
                    <a:pt x="909" y="119"/>
                  </a:lnTo>
                  <a:lnTo>
                    <a:pt x="909" y="139"/>
                  </a:lnTo>
                  <a:lnTo>
                    <a:pt x="909" y="178"/>
                  </a:lnTo>
                  <a:lnTo>
                    <a:pt x="889" y="119"/>
                  </a:lnTo>
                  <a:lnTo>
                    <a:pt x="830" y="119"/>
                  </a:lnTo>
                  <a:lnTo>
                    <a:pt x="810" y="99"/>
                  </a:lnTo>
                  <a:lnTo>
                    <a:pt x="810" y="159"/>
                  </a:lnTo>
                  <a:lnTo>
                    <a:pt x="810" y="218"/>
                  </a:lnTo>
                  <a:lnTo>
                    <a:pt x="810" y="238"/>
                  </a:lnTo>
                  <a:lnTo>
                    <a:pt x="850" y="277"/>
                  </a:lnTo>
                  <a:lnTo>
                    <a:pt x="850" y="317"/>
                  </a:lnTo>
                  <a:lnTo>
                    <a:pt x="830" y="336"/>
                  </a:lnTo>
                  <a:lnTo>
                    <a:pt x="810" y="297"/>
                  </a:lnTo>
                  <a:lnTo>
                    <a:pt x="810" y="257"/>
                  </a:lnTo>
                  <a:lnTo>
                    <a:pt x="790" y="218"/>
                  </a:lnTo>
                  <a:lnTo>
                    <a:pt x="771" y="218"/>
                  </a:lnTo>
                  <a:lnTo>
                    <a:pt x="751" y="178"/>
                  </a:lnTo>
                  <a:lnTo>
                    <a:pt x="731" y="218"/>
                  </a:lnTo>
                  <a:lnTo>
                    <a:pt x="711" y="178"/>
                  </a:lnTo>
                  <a:lnTo>
                    <a:pt x="711" y="198"/>
                  </a:lnTo>
                  <a:lnTo>
                    <a:pt x="711" y="238"/>
                  </a:lnTo>
                  <a:lnTo>
                    <a:pt x="731" y="317"/>
                  </a:lnTo>
                  <a:lnTo>
                    <a:pt x="692" y="238"/>
                  </a:lnTo>
                  <a:lnTo>
                    <a:pt x="711" y="336"/>
                  </a:lnTo>
                  <a:lnTo>
                    <a:pt x="692" y="317"/>
                  </a:lnTo>
                  <a:lnTo>
                    <a:pt x="692" y="356"/>
                  </a:lnTo>
                  <a:lnTo>
                    <a:pt x="692" y="396"/>
                  </a:lnTo>
                  <a:lnTo>
                    <a:pt x="711" y="455"/>
                  </a:lnTo>
                  <a:lnTo>
                    <a:pt x="692" y="415"/>
                  </a:lnTo>
                  <a:lnTo>
                    <a:pt x="672" y="396"/>
                  </a:lnTo>
                  <a:lnTo>
                    <a:pt x="632" y="317"/>
                  </a:lnTo>
                  <a:lnTo>
                    <a:pt x="652" y="317"/>
                  </a:lnTo>
                  <a:lnTo>
                    <a:pt x="652" y="336"/>
                  </a:lnTo>
                  <a:lnTo>
                    <a:pt x="672" y="356"/>
                  </a:lnTo>
                  <a:lnTo>
                    <a:pt x="672" y="336"/>
                  </a:lnTo>
                  <a:lnTo>
                    <a:pt x="632" y="277"/>
                  </a:lnTo>
                  <a:lnTo>
                    <a:pt x="613" y="257"/>
                  </a:lnTo>
                  <a:lnTo>
                    <a:pt x="573" y="257"/>
                  </a:lnTo>
                  <a:lnTo>
                    <a:pt x="553" y="297"/>
                  </a:lnTo>
                  <a:lnTo>
                    <a:pt x="534" y="317"/>
                  </a:lnTo>
                  <a:lnTo>
                    <a:pt x="553" y="396"/>
                  </a:lnTo>
                  <a:lnTo>
                    <a:pt x="553" y="396"/>
                  </a:lnTo>
                  <a:lnTo>
                    <a:pt x="534" y="336"/>
                  </a:lnTo>
                  <a:lnTo>
                    <a:pt x="474" y="297"/>
                  </a:lnTo>
                  <a:lnTo>
                    <a:pt x="455" y="297"/>
                  </a:lnTo>
                  <a:lnTo>
                    <a:pt x="435" y="317"/>
                  </a:lnTo>
                  <a:lnTo>
                    <a:pt x="435" y="336"/>
                  </a:lnTo>
                  <a:lnTo>
                    <a:pt x="435" y="376"/>
                  </a:lnTo>
                  <a:lnTo>
                    <a:pt x="395" y="336"/>
                  </a:lnTo>
                  <a:lnTo>
                    <a:pt x="395" y="336"/>
                  </a:lnTo>
                  <a:lnTo>
                    <a:pt x="415" y="415"/>
                  </a:lnTo>
                  <a:lnTo>
                    <a:pt x="395" y="475"/>
                  </a:lnTo>
                  <a:lnTo>
                    <a:pt x="395" y="514"/>
                  </a:lnTo>
                  <a:lnTo>
                    <a:pt x="415" y="633"/>
                  </a:lnTo>
                  <a:lnTo>
                    <a:pt x="395" y="573"/>
                  </a:lnTo>
                  <a:lnTo>
                    <a:pt x="376" y="514"/>
                  </a:lnTo>
                  <a:lnTo>
                    <a:pt x="376" y="554"/>
                  </a:lnTo>
                  <a:lnTo>
                    <a:pt x="376" y="573"/>
                  </a:lnTo>
                  <a:lnTo>
                    <a:pt x="356" y="554"/>
                  </a:lnTo>
                  <a:lnTo>
                    <a:pt x="356" y="514"/>
                  </a:lnTo>
                  <a:lnTo>
                    <a:pt x="336" y="494"/>
                  </a:lnTo>
                  <a:lnTo>
                    <a:pt x="336" y="514"/>
                  </a:lnTo>
                  <a:lnTo>
                    <a:pt x="316" y="494"/>
                  </a:lnTo>
                  <a:lnTo>
                    <a:pt x="356" y="593"/>
                  </a:lnTo>
                  <a:lnTo>
                    <a:pt x="356" y="652"/>
                  </a:lnTo>
                  <a:lnTo>
                    <a:pt x="356" y="692"/>
                  </a:lnTo>
                  <a:lnTo>
                    <a:pt x="336" y="751"/>
                  </a:lnTo>
                  <a:lnTo>
                    <a:pt x="297" y="791"/>
                  </a:lnTo>
                  <a:lnTo>
                    <a:pt x="237" y="810"/>
                  </a:lnTo>
                  <a:lnTo>
                    <a:pt x="198" y="810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58" y="771"/>
                  </a:lnTo>
                  <a:lnTo>
                    <a:pt x="158" y="751"/>
                  </a:lnTo>
                  <a:lnTo>
                    <a:pt x="139" y="731"/>
                  </a:lnTo>
                  <a:lnTo>
                    <a:pt x="139" y="771"/>
                  </a:lnTo>
                  <a:lnTo>
                    <a:pt x="139" y="791"/>
                  </a:lnTo>
                  <a:lnTo>
                    <a:pt x="119" y="751"/>
                  </a:lnTo>
                  <a:lnTo>
                    <a:pt x="99" y="731"/>
                  </a:lnTo>
                  <a:lnTo>
                    <a:pt x="79" y="712"/>
                  </a:lnTo>
                  <a:lnTo>
                    <a:pt x="60" y="692"/>
                  </a:lnTo>
                  <a:lnTo>
                    <a:pt x="60" y="712"/>
                  </a:lnTo>
                  <a:lnTo>
                    <a:pt x="20" y="652"/>
                  </a:lnTo>
                  <a:lnTo>
                    <a:pt x="0" y="593"/>
                  </a:lnTo>
                  <a:lnTo>
                    <a:pt x="0" y="672"/>
                  </a:lnTo>
                  <a:lnTo>
                    <a:pt x="20" y="672"/>
                  </a:lnTo>
                  <a:lnTo>
                    <a:pt x="20" y="712"/>
                  </a:lnTo>
                  <a:lnTo>
                    <a:pt x="20" y="751"/>
                  </a:lnTo>
                  <a:lnTo>
                    <a:pt x="79" y="909"/>
                  </a:lnTo>
                  <a:lnTo>
                    <a:pt x="139" y="1047"/>
                  </a:lnTo>
                  <a:lnTo>
                    <a:pt x="139" y="1067"/>
                  </a:lnTo>
                  <a:lnTo>
                    <a:pt x="158" y="1107"/>
                  </a:lnTo>
                  <a:lnTo>
                    <a:pt x="198" y="1146"/>
                  </a:lnTo>
                  <a:lnTo>
                    <a:pt x="198" y="1126"/>
                  </a:lnTo>
                  <a:lnTo>
                    <a:pt x="218" y="1146"/>
                  </a:lnTo>
                  <a:lnTo>
                    <a:pt x="237" y="1166"/>
                  </a:lnTo>
                  <a:lnTo>
                    <a:pt x="237" y="1146"/>
                  </a:lnTo>
                  <a:lnTo>
                    <a:pt x="257" y="1205"/>
                  </a:lnTo>
                  <a:lnTo>
                    <a:pt x="277" y="1265"/>
                  </a:lnTo>
                  <a:lnTo>
                    <a:pt x="297" y="1284"/>
                  </a:lnTo>
                  <a:lnTo>
                    <a:pt x="297" y="1265"/>
                  </a:lnTo>
                  <a:lnTo>
                    <a:pt x="297" y="1245"/>
                  </a:lnTo>
                  <a:lnTo>
                    <a:pt x="316" y="1265"/>
                  </a:lnTo>
                  <a:lnTo>
                    <a:pt x="336" y="1304"/>
                  </a:lnTo>
                  <a:lnTo>
                    <a:pt x="356" y="1324"/>
                  </a:lnTo>
                  <a:lnTo>
                    <a:pt x="336" y="1284"/>
                  </a:lnTo>
                  <a:lnTo>
                    <a:pt x="336" y="1265"/>
                  </a:lnTo>
                  <a:lnTo>
                    <a:pt x="356" y="1284"/>
                  </a:lnTo>
                  <a:lnTo>
                    <a:pt x="316" y="1205"/>
                  </a:lnTo>
                  <a:lnTo>
                    <a:pt x="316" y="1166"/>
                  </a:lnTo>
                  <a:lnTo>
                    <a:pt x="336" y="1225"/>
                  </a:lnTo>
                  <a:lnTo>
                    <a:pt x="356" y="1265"/>
                  </a:lnTo>
                  <a:lnTo>
                    <a:pt x="376" y="1344"/>
                  </a:lnTo>
                  <a:lnTo>
                    <a:pt x="395" y="1363"/>
                  </a:lnTo>
                  <a:lnTo>
                    <a:pt x="415" y="1363"/>
                  </a:lnTo>
                  <a:lnTo>
                    <a:pt x="415" y="1383"/>
                  </a:lnTo>
                  <a:lnTo>
                    <a:pt x="415" y="1403"/>
                  </a:lnTo>
                  <a:lnTo>
                    <a:pt x="455" y="1462"/>
                  </a:lnTo>
                  <a:lnTo>
                    <a:pt x="455" y="1442"/>
                  </a:lnTo>
                  <a:lnTo>
                    <a:pt x="455" y="1403"/>
                  </a:lnTo>
                  <a:lnTo>
                    <a:pt x="455" y="1383"/>
                  </a:lnTo>
                  <a:lnTo>
                    <a:pt x="474" y="1383"/>
                  </a:lnTo>
                  <a:lnTo>
                    <a:pt x="474" y="1423"/>
                  </a:lnTo>
                  <a:lnTo>
                    <a:pt x="494" y="1423"/>
                  </a:lnTo>
                  <a:lnTo>
                    <a:pt x="514" y="1482"/>
                  </a:lnTo>
                  <a:lnTo>
                    <a:pt x="553" y="1521"/>
                  </a:lnTo>
                  <a:lnTo>
                    <a:pt x="534" y="1482"/>
                  </a:lnTo>
                  <a:lnTo>
                    <a:pt x="553" y="1482"/>
                  </a:lnTo>
                  <a:lnTo>
                    <a:pt x="534" y="1423"/>
                  </a:lnTo>
                  <a:lnTo>
                    <a:pt x="573" y="1482"/>
                  </a:lnTo>
                  <a:lnTo>
                    <a:pt x="573" y="1482"/>
                  </a:lnTo>
                  <a:lnTo>
                    <a:pt x="534" y="1363"/>
                  </a:lnTo>
                  <a:lnTo>
                    <a:pt x="514" y="1324"/>
                  </a:lnTo>
                  <a:lnTo>
                    <a:pt x="514" y="1284"/>
                  </a:lnTo>
                  <a:lnTo>
                    <a:pt x="573" y="1403"/>
                  </a:lnTo>
                  <a:lnTo>
                    <a:pt x="593" y="1462"/>
                  </a:lnTo>
                  <a:lnTo>
                    <a:pt x="613" y="1502"/>
                  </a:lnTo>
                  <a:lnTo>
                    <a:pt x="632" y="1502"/>
                  </a:lnTo>
                  <a:lnTo>
                    <a:pt x="632" y="1521"/>
                  </a:lnTo>
                  <a:lnTo>
                    <a:pt x="652" y="1581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692" y="1541"/>
                  </a:lnTo>
                  <a:lnTo>
                    <a:pt x="711" y="1600"/>
                  </a:lnTo>
                  <a:lnTo>
                    <a:pt x="751" y="1600"/>
                  </a:lnTo>
                  <a:lnTo>
                    <a:pt x="751" y="1581"/>
                  </a:lnTo>
                  <a:lnTo>
                    <a:pt x="751" y="1541"/>
                  </a:lnTo>
                  <a:lnTo>
                    <a:pt x="771" y="1561"/>
                  </a:lnTo>
                  <a:lnTo>
                    <a:pt x="790" y="1620"/>
                  </a:lnTo>
                  <a:lnTo>
                    <a:pt x="771" y="1541"/>
                  </a:lnTo>
                  <a:lnTo>
                    <a:pt x="751" y="1442"/>
                  </a:lnTo>
                  <a:lnTo>
                    <a:pt x="790" y="1502"/>
                  </a:lnTo>
                  <a:lnTo>
                    <a:pt x="810" y="1581"/>
                  </a:lnTo>
                  <a:lnTo>
                    <a:pt x="810" y="1620"/>
                  </a:lnTo>
                  <a:lnTo>
                    <a:pt x="830" y="1620"/>
                  </a:lnTo>
                  <a:lnTo>
                    <a:pt x="814" y="1589"/>
                  </a:lnTo>
                  <a:lnTo>
                    <a:pt x="850" y="1660"/>
                  </a:lnTo>
                  <a:lnTo>
                    <a:pt x="869" y="1660"/>
                  </a:lnTo>
                  <a:lnTo>
                    <a:pt x="850" y="1600"/>
                  </a:lnTo>
                  <a:lnTo>
                    <a:pt x="830" y="1561"/>
                  </a:lnTo>
                  <a:lnTo>
                    <a:pt x="850" y="1640"/>
                  </a:lnTo>
                  <a:lnTo>
                    <a:pt x="850" y="1640"/>
                  </a:lnTo>
                  <a:lnTo>
                    <a:pt x="830" y="1600"/>
                  </a:lnTo>
                  <a:lnTo>
                    <a:pt x="810" y="1561"/>
                  </a:lnTo>
                  <a:lnTo>
                    <a:pt x="810" y="1521"/>
                  </a:lnTo>
                  <a:lnTo>
                    <a:pt x="810" y="1482"/>
                  </a:lnTo>
                  <a:lnTo>
                    <a:pt x="790" y="1383"/>
                  </a:lnTo>
                  <a:lnTo>
                    <a:pt x="830" y="1423"/>
                  </a:lnTo>
                  <a:lnTo>
                    <a:pt x="869" y="1541"/>
                  </a:lnTo>
                  <a:lnTo>
                    <a:pt x="869" y="1521"/>
                  </a:lnTo>
                  <a:lnTo>
                    <a:pt x="909" y="1561"/>
                  </a:lnTo>
                  <a:lnTo>
                    <a:pt x="869" y="1482"/>
                  </a:lnTo>
                  <a:lnTo>
                    <a:pt x="889" y="1462"/>
                  </a:lnTo>
                  <a:lnTo>
                    <a:pt x="889" y="1482"/>
                  </a:lnTo>
                  <a:lnTo>
                    <a:pt x="929" y="1561"/>
                  </a:lnTo>
                  <a:lnTo>
                    <a:pt x="948" y="1561"/>
                  </a:lnTo>
                  <a:lnTo>
                    <a:pt x="968" y="1581"/>
                  </a:lnTo>
                  <a:lnTo>
                    <a:pt x="988" y="1600"/>
                  </a:lnTo>
                  <a:lnTo>
                    <a:pt x="1008" y="1581"/>
                  </a:lnTo>
                  <a:lnTo>
                    <a:pt x="968" y="1502"/>
                  </a:lnTo>
                  <a:lnTo>
                    <a:pt x="988" y="1581"/>
                  </a:lnTo>
                  <a:lnTo>
                    <a:pt x="948" y="1462"/>
                  </a:lnTo>
                  <a:lnTo>
                    <a:pt x="934" y="1373"/>
                  </a:lnTo>
                  <a:lnTo>
                    <a:pt x="948" y="1403"/>
                  </a:lnTo>
                  <a:lnTo>
                    <a:pt x="948" y="1363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04"/>
                  </a:lnTo>
                  <a:lnTo>
                    <a:pt x="948" y="1344"/>
                  </a:lnTo>
                  <a:lnTo>
                    <a:pt x="968" y="1383"/>
                  </a:lnTo>
                  <a:lnTo>
                    <a:pt x="968" y="1363"/>
                  </a:lnTo>
                  <a:lnTo>
                    <a:pt x="968" y="1324"/>
                  </a:lnTo>
                  <a:lnTo>
                    <a:pt x="988" y="1363"/>
                  </a:lnTo>
                  <a:lnTo>
                    <a:pt x="1008" y="1442"/>
                  </a:lnTo>
                  <a:lnTo>
                    <a:pt x="1027" y="1482"/>
                  </a:lnTo>
                  <a:lnTo>
                    <a:pt x="1027" y="1541"/>
                  </a:lnTo>
                  <a:lnTo>
                    <a:pt x="1047" y="1521"/>
                  </a:lnTo>
                  <a:lnTo>
                    <a:pt x="1067" y="1600"/>
                  </a:lnTo>
                  <a:lnTo>
                    <a:pt x="1067" y="1581"/>
                  </a:lnTo>
                  <a:lnTo>
                    <a:pt x="1080" y="1581"/>
                  </a:lnTo>
                  <a:lnTo>
                    <a:pt x="1067" y="1541"/>
                  </a:lnTo>
                  <a:lnTo>
                    <a:pt x="1107" y="1581"/>
                  </a:lnTo>
                  <a:lnTo>
                    <a:pt x="1146" y="1581"/>
                  </a:lnTo>
                  <a:lnTo>
                    <a:pt x="1126" y="1541"/>
                  </a:lnTo>
                  <a:lnTo>
                    <a:pt x="1126" y="1521"/>
                  </a:lnTo>
                  <a:lnTo>
                    <a:pt x="1146" y="1541"/>
                  </a:lnTo>
                  <a:lnTo>
                    <a:pt x="1166" y="1561"/>
                  </a:lnTo>
                  <a:lnTo>
                    <a:pt x="1166" y="1521"/>
                  </a:lnTo>
                  <a:lnTo>
                    <a:pt x="1146" y="1442"/>
                  </a:lnTo>
                  <a:lnTo>
                    <a:pt x="1186" y="1482"/>
                  </a:lnTo>
                  <a:lnTo>
                    <a:pt x="1166" y="1403"/>
                  </a:lnTo>
                  <a:lnTo>
                    <a:pt x="1166" y="1383"/>
                  </a:lnTo>
                  <a:lnTo>
                    <a:pt x="1186" y="1383"/>
                  </a:lnTo>
                  <a:lnTo>
                    <a:pt x="1186" y="1462"/>
                  </a:lnTo>
                  <a:lnTo>
                    <a:pt x="1205" y="1482"/>
                  </a:lnTo>
                  <a:lnTo>
                    <a:pt x="1223" y="1482"/>
                  </a:lnTo>
                  <a:lnTo>
                    <a:pt x="1205" y="1284"/>
                  </a:lnTo>
                  <a:lnTo>
                    <a:pt x="1166" y="1186"/>
                  </a:lnTo>
                  <a:lnTo>
                    <a:pt x="1126" y="1067"/>
                  </a:lnTo>
                  <a:lnTo>
                    <a:pt x="1146" y="1107"/>
                  </a:lnTo>
                  <a:lnTo>
                    <a:pt x="1186" y="1146"/>
                  </a:lnTo>
                  <a:lnTo>
                    <a:pt x="1205" y="1205"/>
                  </a:lnTo>
                  <a:lnTo>
                    <a:pt x="1225" y="1265"/>
                  </a:lnTo>
                  <a:lnTo>
                    <a:pt x="1205" y="1225"/>
                  </a:lnTo>
                  <a:lnTo>
                    <a:pt x="1186" y="1205"/>
                  </a:lnTo>
                  <a:lnTo>
                    <a:pt x="1265" y="1344"/>
                  </a:lnTo>
                  <a:lnTo>
                    <a:pt x="1265" y="1403"/>
                  </a:lnTo>
                  <a:lnTo>
                    <a:pt x="1284" y="1442"/>
                  </a:lnTo>
                  <a:lnTo>
                    <a:pt x="1324" y="1521"/>
                  </a:lnTo>
                  <a:lnTo>
                    <a:pt x="1324" y="1502"/>
                  </a:lnTo>
                  <a:lnTo>
                    <a:pt x="1324" y="1482"/>
                  </a:lnTo>
                  <a:lnTo>
                    <a:pt x="1344" y="1502"/>
                  </a:lnTo>
                  <a:lnTo>
                    <a:pt x="1344" y="148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44" y="1403"/>
                  </a:lnTo>
                  <a:lnTo>
                    <a:pt x="1344" y="1403"/>
                  </a:lnTo>
                  <a:lnTo>
                    <a:pt x="1363" y="1423"/>
                  </a:lnTo>
                  <a:lnTo>
                    <a:pt x="1383" y="1462"/>
                  </a:lnTo>
                  <a:lnTo>
                    <a:pt x="1383" y="1423"/>
                  </a:lnTo>
                  <a:lnTo>
                    <a:pt x="1383" y="1403"/>
                  </a:lnTo>
                  <a:lnTo>
                    <a:pt x="1363" y="1344"/>
                  </a:lnTo>
                  <a:lnTo>
                    <a:pt x="1324" y="1245"/>
                  </a:lnTo>
                  <a:lnTo>
                    <a:pt x="1324" y="1205"/>
                  </a:lnTo>
                  <a:lnTo>
                    <a:pt x="1344" y="1205"/>
                  </a:lnTo>
                  <a:lnTo>
                    <a:pt x="1344" y="1245"/>
                  </a:lnTo>
                  <a:lnTo>
                    <a:pt x="1344" y="1265"/>
                  </a:lnTo>
                  <a:lnTo>
                    <a:pt x="1363" y="1225"/>
                  </a:lnTo>
                  <a:lnTo>
                    <a:pt x="1383" y="1284"/>
                  </a:lnTo>
                  <a:lnTo>
                    <a:pt x="1383" y="1304"/>
                  </a:lnTo>
                  <a:lnTo>
                    <a:pt x="1383" y="1324"/>
                  </a:lnTo>
                  <a:lnTo>
                    <a:pt x="1403" y="1304"/>
                  </a:lnTo>
                  <a:lnTo>
                    <a:pt x="1383" y="1225"/>
                  </a:lnTo>
                  <a:lnTo>
                    <a:pt x="1403" y="1225"/>
                  </a:lnTo>
                  <a:lnTo>
                    <a:pt x="1403" y="1245"/>
                  </a:lnTo>
                  <a:lnTo>
                    <a:pt x="1442" y="1344"/>
                  </a:lnTo>
                  <a:lnTo>
                    <a:pt x="1462" y="1423"/>
                  </a:lnTo>
                  <a:lnTo>
                    <a:pt x="1462" y="1363"/>
                  </a:lnTo>
                  <a:lnTo>
                    <a:pt x="1442" y="1304"/>
                  </a:lnTo>
                  <a:lnTo>
                    <a:pt x="1423" y="1245"/>
                  </a:lnTo>
                  <a:lnTo>
                    <a:pt x="1462" y="1324"/>
                  </a:lnTo>
                  <a:lnTo>
                    <a:pt x="1482" y="1363"/>
                  </a:lnTo>
                  <a:lnTo>
                    <a:pt x="1482" y="1363"/>
                  </a:lnTo>
                  <a:lnTo>
                    <a:pt x="1462" y="1284"/>
                  </a:lnTo>
                  <a:lnTo>
                    <a:pt x="1442" y="1205"/>
                  </a:lnTo>
                  <a:lnTo>
                    <a:pt x="1423" y="1166"/>
                  </a:lnTo>
                  <a:lnTo>
                    <a:pt x="1423" y="1126"/>
                  </a:lnTo>
                  <a:lnTo>
                    <a:pt x="1403" y="1087"/>
                  </a:lnTo>
                  <a:lnTo>
                    <a:pt x="1423" y="1107"/>
                  </a:lnTo>
                  <a:lnTo>
                    <a:pt x="1423" y="1126"/>
                  </a:lnTo>
                  <a:lnTo>
                    <a:pt x="1462" y="1166"/>
                  </a:lnTo>
                  <a:lnTo>
                    <a:pt x="1482" y="1265"/>
                  </a:lnTo>
                  <a:lnTo>
                    <a:pt x="1482" y="1186"/>
                  </a:lnTo>
                  <a:lnTo>
                    <a:pt x="1482" y="1107"/>
                  </a:lnTo>
                  <a:lnTo>
                    <a:pt x="1502" y="1166"/>
                  </a:lnTo>
                  <a:lnTo>
                    <a:pt x="1502" y="1225"/>
                  </a:lnTo>
                  <a:lnTo>
                    <a:pt x="1521" y="1265"/>
                  </a:lnTo>
                  <a:lnTo>
                    <a:pt x="1541" y="1363"/>
                  </a:lnTo>
                  <a:lnTo>
                    <a:pt x="1541" y="1304"/>
                  </a:lnTo>
                  <a:lnTo>
                    <a:pt x="1541" y="1284"/>
                  </a:lnTo>
                  <a:lnTo>
                    <a:pt x="1561" y="1304"/>
                  </a:lnTo>
                  <a:lnTo>
                    <a:pt x="1581" y="1265"/>
                  </a:lnTo>
                  <a:lnTo>
                    <a:pt x="1561" y="1245"/>
                  </a:lnTo>
                  <a:lnTo>
                    <a:pt x="1561" y="1225"/>
                  </a:lnTo>
                  <a:lnTo>
                    <a:pt x="1581" y="1225"/>
                  </a:lnTo>
                  <a:lnTo>
                    <a:pt x="1581" y="1205"/>
                  </a:lnTo>
                  <a:lnTo>
                    <a:pt x="1620" y="1205"/>
                  </a:lnTo>
                  <a:lnTo>
                    <a:pt x="1620" y="1186"/>
                  </a:lnTo>
                  <a:lnTo>
                    <a:pt x="1600" y="1166"/>
                  </a:lnTo>
                  <a:lnTo>
                    <a:pt x="1600" y="1186"/>
                  </a:lnTo>
                  <a:lnTo>
                    <a:pt x="1581" y="1166"/>
                  </a:lnTo>
                  <a:lnTo>
                    <a:pt x="1561" y="1107"/>
                  </a:lnTo>
                  <a:lnTo>
                    <a:pt x="1561" y="1067"/>
                  </a:lnTo>
                  <a:lnTo>
                    <a:pt x="1561" y="1028"/>
                  </a:lnTo>
                  <a:lnTo>
                    <a:pt x="1581" y="1028"/>
                  </a:lnTo>
                  <a:lnTo>
                    <a:pt x="1561" y="1008"/>
                  </a:lnTo>
                  <a:lnTo>
                    <a:pt x="1561" y="968"/>
                  </a:lnTo>
                  <a:lnTo>
                    <a:pt x="1581" y="968"/>
                  </a:lnTo>
                  <a:lnTo>
                    <a:pt x="1600" y="1028"/>
                  </a:lnTo>
                  <a:lnTo>
                    <a:pt x="1620" y="1008"/>
                  </a:lnTo>
                  <a:lnTo>
                    <a:pt x="1620" y="1047"/>
                  </a:lnTo>
                  <a:lnTo>
                    <a:pt x="1640" y="1067"/>
                  </a:lnTo>
                  <a:lnTo>
                    <a:pt x="1640" y="1047"/>
                  </a:lnTo>
                  <a:lnTo>
                    <a:pt x="1640" y="1028"/>
                  </a:lnTo>
                  <a:lnTo>
                    <a:pt x="1660" y="1067"/>
                  </a:lnTo>
                  <a:lnTo>
                    <a:pt x="1660" y="1047"/>
                  </a:lnTo>
                  <a:lnTo>
                    <a:pt x="1679" y="1087"/>
                  </a:lnTo>
                  <a:lnTo>
                    <a:pt x="1679" y="1067"/>
                  </a:lnTo>
                  <a:lnTo>
                    <a:pt x="1679" y="1028"/>
                  </a:lnTo>
                  <a:lnTo>
                    <a:pt x="1660" y="968"/>
                  </a:lnTo>
                  <a:lnTo>
                    <a:pt x="1640" y="909"/>
                  </a:lnTo>
                  <a:lnTo>
                    <a:pt x="1640" y="889"/>
                  </a:lnTo>
                  <a:lnTo>
                    <a:pt x="1660" y="889"/>
                  </a:lnTo>
                  <a:lnTo>
                    <a:pt x="1679" y="929"/>
                  </a:lnTo>
                  <a:lnTo>
                    <a:pt x="1679" y="889"/>
                  </a:lnTo>
                  <a:lnTo>
                    <a:pt x="1699" y="929"/>
                  </a:lnTo>
                  <a:lnTo>
                    <a:pt x="1699" y="909"/>
                  </a:lnTo>
                  <a:lnTo>
                    <a:pt x="1719" y="949"/>
                  </a:lnTo>
                  <a:lnTo>
                    <a:pt x="1699" y="968"/>
                  </a:lnTo>
                  <a:lnTo>
                    <a:pt x="1699" y="988"/>
                  </a:lnTo>
                  <a:lnTo>
                    <a:pt x="1719" y="1047"/>
                  </a:lnTo>
                  <a:lnTo>
                    <a:pt x="1739" y="1067"/>
                  </a:lnTo>
                  <a:lnTo>
                    <a:pt x="1719" y="988"/>
                  </a:lnTo>
                  <a:lnTo>
                    <a:pt x="1719" y="988"/>
                  </a:lnTo>
                  <a:lnTo>
                    <a:pt x="1739" y="1008"/>
                  </a:lnTo>
                  <a:lnTo>
                    <a:pt x="1758" y="1047"/>
                  </a:lnTo>
                  <a:lnTo>
                    <a:pt x="1758" y="1008"/>
                  </a:lnTo>
                  <a:lnTo>
                    <a:pt x="1758" y="988"/>
                  </a:lnTo>
                  <a:lnTo>
                    <a:pt x="1798" y="1087"/>
                  </a:lnTo>
                  <a:lnTo>
                    <a:pt x="1798" y="1067"/>
                  </a:lnTo>
                  <a:lnTo>
                    <a:pt x="1778" y="1028"/>
                  </a:lnTo>
                  <a:lnTo>
                    <a:pt x="1837" y="1028"/>
                  </a:lnTo>
                  <a:lnTo>
                    <a:pt x="1798" y="968"/>
                  </a:lnTo>
                  <a:lnTo>
                    <a:pt x="1798" y="988"/>
                  </a:lnTo>
                  <a:lnTo>
                    <a:pt x="1798" y="1008"/>
                  </a:lnTo>
                  <a:lnTo>
                    <a:pt x="1778" y="968"/>
                  </a:lnTo>
                  <a:lnTo>
                    <a:pt x="1778" y="929"/>
                  </a:lnTo>
                  <a:lnTo>
                    <a:pt x="1798" y="929"/>
                  </a:lnTo>
                  <a:lnTo>
                    <a:pt x="1818" y="909"/>
                  </a:lnTo>
                  <a:lnTo>
                    <a:pt x="1818" y="870"/>
                  </a:lnTo>
                  <a:lnTo>
                    <a:pt x="1837" y="909"/>
                  </a:lnTo>
                  <a:lnTo>
                    <a:pt x="1857" y="988"/>
                  </a:lnTo>
                  <a:lnTo>
                    <a:pt x="1857" y="949"/>
                  </a:lnTo>
                  <a:lnTo>
                    <a:pt x="1877" y="968"/>
                  </a:lnTo>
                  <a:lnTo>
                    <a:pt x="1916" y="1008"/>
                  </a:lnTo>
                  <a:lnTo>
                    <a:pt x="1936" y="1047"/>
                  </a:lnTo>
                  <a:lnTo>
                    <a:pt x="1936" y="1067"/>
                  </a:lnTo>
                  <a:lnTo>
                    <a:pt x="1956" y="1047"/>
                  </a:lnTo>
                  <a:lnTo>
                    <a:pt x="1916" y="968"/>
                  </a:lnTo>
                  <a:lnTo>
                    <a:pt x="1916" y="949"/>
                  </a:lnTo>
                  <a:lnTo>
                    <a:pt x="1936" y="949"/>
                  </a:lnTo>
                  <a:lnTo>
                    <a:pt x="1956" y="988"/>
                  </a:lnTo>
                  <a:lnTo>
                    <a:pt x="1976" y="1008"/>
                  </a:lnTo>
                  <a:lnTo>
                    <a:pt x="1976" y="1008"/>
                  </a:lnTo>
                  <a:lnTo>
                    <a:pt x="1956" y="968"/>
                  </a:lnTo>
                  <a:lnTo>
                    <a:pt x="1946" y="929"/>
                  </a:lnTo>
                  <a:lnTo>
                    <a:pt x="1956" y="929"/>
                  </a:lnTo>
                  <a:lnTo>
                    <a:pt x="1956" y="909"/>
                  </a:lnTo>
                  <a:lnTo>
                    <a:pt x="1956" y="889"/>
                  </a:lnTo>
                  <a:lnTo>
                    <a:pt x="1943" y="916"/>
                  </a:lnTo>
                  <a:lnTo>
                    <a:pt x="1936" y="889"/>
                  </a:lnTo>
                  <a:lnTo>
                    <a:pt x="1916" y="850"/>
                  </a:lnTo>
                  <a:lnTo>
                    <a:pt x="1916" y="850"/>
                  </a:lnTo>
                  <a:lnTo>
                    <a:pt x="1936" y="870"/>
                  </a:lnTo>
                  <a:lnTo>
                    <a:pt x="1936" y="850"/>
                  </a:lnTo>
                  <a:lnTo>
                    <a:pt x="1956" y="889"/>
                  </a:lnTo>
                  <a:lnTo>
                    <a:pt x="1956" y="850"/>
                  </a:lnTo>
                  <a:lnTo>
                    <a:pt x="1936" y="830"/>
                  </a:lnTo>
                  <a:lnTo>
                    <a:pt x="1916" y="771"/>
                  </a:lnTo>
                  <a:lnTo>
                    <a:pt x="1936" y="791"/>
                  </a:lnTo>
                  <a:lnTo>
                    <a:pt x="1956" y="830"/>
                  </a:lnTo>
                  <a:lnTo>
                    <a:pt x="1956" y="791"/>
                  </a:lnTo>
                  <a:lnTo>
                    <a:pt x="1956" y="771"/>
                  </a:lnTo>
                  <a:lnTo>
                    <a:pt x="1936" y="731"/>
                  </a:lnTo>
                  <a:lnTo>
                    <a:pt x="1936" y="692"/>
                  </a:lnTo>
                  <a:lnTo>
                    <a:pt x="1976" y="751"/>
                  </a:lnTo>
                  <a:lnTo>
                    <a:pt x="1995" y="791"/>
                  </a:lnTo>
                  <a:lnTo>
                    <a:pt x="2015" y="850"/>
                  </a:lnTo>
                  <a:lnTo>
                    <a:pt x="2015" y="870"/>
                  </a:lnTo>
                  <a:lnTo>
                    <a:pt x="2035" y="850"/>
                  </a:lnTo>
                  <a:lnTo>
                    <a:pt x="2015" y="791"/>
                  </a:lnTo>
                  <a:lnTo>
                    <a:pt x="2074" y="850"/>
                  </a:lnTo>
                  <a:lnTo>
                    <a:pt x="2055" y="810"/>
                  </a:lnTo>
                  <a:lnTo>
                    <a:pt x="2035" y="731"/>
                  </a:lnTo>
                  <a:lnTo>
                    <a:pt x="2015" y="692"/>
                  </a:lnTo>
                  <a:lnTo>
                    <a:pt x="1995" y="652"/>
                  </a:lnTo>
                  <a:lnTo>
                    <a:pt x="1976" y="593"/>
                  </a:lnTo>
                  <a:lnTo>
                    <a:pt x="1976" y="573"/>
                  </a:lnTo>
                  <a:lnTo>
                    <a:pt x="2035" y="652"/>
                  </a:lnTo>
                  <a:lnTo>
                    <a:pt x="2074" y="771"/>
                  </a:lnTo>
                  <a:lnTo>
                    <a:pt x="2134" y="929"/>
                  </a:lnTo>
                  <a:lnTo>
                    <a:pt x="2153" y="889"/>
                  </a:lnTo>
                  <a:lnTo>
                    <a:pt x="2173" y="889"/>
                  </a:lnTo>
                  <a:lnTo>
                    <a:pt x="2153" y="810"/>
                  </a:lnTo>
                  <a:lnTo>
                    <a:pt x="2114" y="712"/>
                  </a:lnTo>
                  <a:lnTo>
                    <a:pt x="2134" y="712"/>
                  </a:lnTo>
                  <a:lnTo>
                    <a:pt x="2134" y="692"/>
                  </a:lnTo>
                  <a:lnTo>
                    <a:pt x="2134" y="672"/>
                  </a:lnTo>
                  <a:lnTo>
                    <a:pt x="2153" y="672"/>
                  </a:lnTo>
                  <a:lnTo>
                    <a:pt x="2134" y="613"/>
                  </a:lnTo>
                  <a:lnTo>
                    <a:pt x="2094" y="534"/>
                  </a:lnTo>
                  <a:lnTo>
                    <a:pt x="2094" y="514"/>
                  </a:lnTo>
                  <a:lnTo>
                    <a:pt x="2094" y="494"/>
                  </a:lnTo>
                  <a:lnTo>
                    <a:pt x="2094" y="475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15"/>
            <p:cNvSpPr/>
            <p:nvPr/>
          </p:nvSpPr>
          <p:spPr>
            <a:xfrm>
              <a:off x="-1158575" y="3982025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1" y="0"/>
                  </a:moveTo>
                  <a:lnTo>
                    <a:pt x="1" y="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15"/>
            <p:cNvSpPr/>
            <p:nvPr/>
          </p:nvSpPr>
          <p:spPr>
            <a:xfrm>
              <a:off x="-1159550" y="4098050"/>
              <a:ext cx="500" cy="525"/>
            </a:xfrm>
            <a:custGeom>
              <a:rect b="b" l="l" r="r" t="t"/>
              <a:pathLst>
                <a:path extrusionOk="0" h="21" w="20">
                  <a:moveTo>
                    <a:pt x="0" y="21"/>
                  </a:move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15"/>
            <p:cNvSpPr/>
            <p:nvPr/>
          </p:nvSpPr>
          <p:spPr>
            <a:xfrm>
              <a:off x="-1161050" y="409707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100" y="0"/>
                  </a:moveTo>
                  <a:lnTo>
                    <a:pt x="60" y="2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80" y="2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15"/>
            <p:cNvSpPr/>
            <p:nvPr/>
          </p:nvSpPr>
          <p:spPr>
            <a:xfrm>
              <a:off x="-1159075" y="409657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20"/>
                  </a:lnTo>
                  <a:lnTo>
                    <a:pt x="4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15"/>
            <p:cNvSpPr/>
            <p:nvPr/>
          </p:nvSpPr>
          <p:spPr>
            <a:xfrm>
              <a:off x="-1164000" y="4095600"/>
              <a:ext cx="6450" cy="3475"/>
            </a:xfrm>
            <a:custGeom>
              <a:rect b="b" l="l" r="r" t="t"/>
              <a:pathLst>
                <a:path extrusionOk="0" h="139" w="258">
                  <a:moveTo>
                    <a:pt x="257" y="0"/>
                  </a:moveTo>
                  <a:lnTo>
                    <a:pt x="198" y="20"/>
                  </a:lnTo>
                  <a:lnTo>
                    <a:pt x="158" y="40"/>
                  </a:lnTo>
                  <a:lnTo>
                    <a:pt x="237" y="40"/>
                  </a:lnTo>
                  <a:lnTo>
                    <a:pt x="257" y="0"/>
                  </a:lnTo>
                  <a:close/>
                  <a:moveTo>
                    <a:pt x="79" y="40"/>
                  </a:moveTo>
                  <a:lnTo>
                    <a:pt x="0" y="99"/>
                  </a:lnTo>
                  <a:lnTo>
                    <a:pt x="20" y="99"/>
                  </a:lnTo>
                  <a:lnTo>
                    <a:pt x="0" y="138"/>
                  </a:lnTo>
                  <a:lnTo>
                    <a:pt x="40" y="99"/>
                  </a:lnTo>
                  <a:lnTo>
                    <a:pt x="79" y="99"/>
                  </a:lnTo>
                  <a:lnTo>
                    <a:pt x="60" y="119"/>
                  </a:lnTo>
                  <a:lnTo>
                    <a:pt x="139" y="59"/>
                  </a:lnTo>
                  <a:lnTo>
                    <a:pt x="99" y="59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15"/>
            <p:cNvSpPr/>
            <p:nvPr/>
          </p:nvSpPr>
          <p:spPr>
            <a:xfrm>
              <a:off x="-1174375" y="4056575"/>
              <a:ext cx="31625" cy="40025"/>
            </a:xfrm>
            <a:custGeom>
              <a:rect b="b" l="l" r="r" t="t"/>
              <a:pathLst>
                <a:path extrusionOk="0" h="1601" w="1265">
                  <a:moveTo>
                    <a:pt x="1028" y="149"/>
                  </a:moveTo>
                  <a:lnTo>
                    <a:pt x="1028" y="159"/>
                  </a:lnTo>
                  <a:lnTo>
                    <a:pt x="1047" y="159"/>
                  </a:lnTo>
                  <a:lnTo>
                    <a:pt x="1028" y="149"/>
                  </a:lnTo>
                  <a:close/>
                  <a:moveTo>
                    <a:pt x="60" y="573"/>
                  </a:moveTo>
                  <a:lnTo>
                    <a:pt x="40" y="593"/>
                  </a:lnTo>
                  <a:lnTo>
                    <a:pt x="60" y="593"/>
                  </a:lnTo>
                  <a:lnTo>
                    <a:pt x="50" y="603"/>
                  </a:lnTo>
                  <a:lnTo>
                    <a:pt x="50" y="603"/>
                  </a:lnTo>
                  <a:lnTo>
                    <a:pt x="99" y="593"/>
                  </a:lnTo>
                  <a:lnTo>
                    <a:pt x="99" y="573"/>
                  </a:lnTo>
                  <a:close/>
                  <a:moveTo>
                    <a:pt x="50" y="603"/>
                  </a:moveTo>
                  <a:lnTo>
                    <a:pt x="0" y="613"/>
                  </a:lnTo>
                  <a:lnTo>
                    <a:pt x="20" y="613"/>
                  </a:lnTo>
                  <a:lnTo>
                    <a:pt x="0" y="633"/>
                  </a:lnTo>
                  <a:lnTo>
                    <a:pt x="60" y="613"/>
                  </a:lnTo>
                  <a:lnTo>
                    <a:pt x="40" y="613"/>
                  </a:lnTo>
                  <a:lnTo>
                    <a:pt x="50" y="603"/>
                  </a:lnTo>
                  <a:close/>
                  <a:moveTo>
                    <a:pt x="336" y="1344"/>
                  </a:moveTo>
                  <a:lnTo>
                    <a:pt x="257" y="1383"/>
                  </a:lnTo>
                  <a:lnTo>
                    <a:pt x="277" y="1383"/>
                  </a:lnTo>
                  <a:lnTo>
                    <a:pt x="317" y="1364"/>
                  </a:lnTo>
                  <a:lnTo>
                    <a:pt x="336" y="1344"/>
                  </a:lnTo>
                  <a:close/>
                  <a:moveTo>
                    <a:pt x="791" y="1"/>
                  </a:moveTo>
                  <a:lnTo>
                    <a:pt x="791" y="20"/>
                  </a:lnTo>
                  <a:lnTo>
                    <a:pt x="652" y="20"/>
                  </a:lnTo>
                  <a:lnTo>
                    <a:pt x="692" y="40"/>
                  </a:lnTo>
                  <a:lnTo>
                    <a:pt x="672" y="40"/>
                  </a:lnTo>
                  <a:lnTo>
                    <a:pt x="652" y="60"/>
                  </a:lnTo>
                  <a:lnTo>
                    <a:pt x="534" y="60"/>
                  </a:lnTo>
                  <a:lnTo>
                    <a:pt x="514" y="80"/>
                  </a:lnTo>
                  <a:lnTo>
                    <a:pt x="534" y="80"/>
                  </a:lnTo>
                  <a:lnTo>
                    <a:pt x="554" y="99"/>
                  </a:lnTo>
                  <a:lnTo>
                    <a:pt x="534" y="11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415" y="119"/>
                  </a:lnTo>
                  <a:lnTo>
                    <a:pt x="514" y="139"/>
                  </a:lnTo>
                  <a:lnTo>
                    <a:pt x="573" y="139"/>
                  </a:lnTo>
                  <a:lnTo>
                    <a:pt x="554" y="159"/>
                  </a:lnTo>
                  <a:lnTo>
                    <a:pt x="514" y="159"/>
                  </a:lnTo>
                  <a:lnTo>
                    <a:pt x="435" y="139"/>
                  </a:lnTo>
                  <a:lnTo>
                    <a:pt x="415" y="159"/>
                  </a:lnTo>
                  <a:lnTo>
                    <a:pt x="396" y="178"/>
                  </a:lnTo>
                  <a:lnTo>
                    <a:pt x="297" y="178"/>
                  </a:lnTo>
                  <a:lnTo>
                    <a:pt x="317" y="198"/>
                  </a:lnTo>
                  <a:lnTo>
                    <a:pt x="356" y="218"/>
                  </a:lnTo>
                  <a:lnTo>
                    <a:pt x="336" y="218"/>
                  </a:lnTo>
                  <a:lnTo>
                    <a:pt x="336" y="238"/>
                  </a:lnTo>
                  <a:lnTo>
                    <a:pt x="297" y="238"/>
                  </a:lnTo>
                  <a:lnTo>
                    <a:pt x="317" y="257"/>
                  </a:lnTo>
                  <a:lnTo>
                    <a:pt x="238" y="257"/>
                  </a:lnTo>
                  <a:lnTo>
                    <a:pt x="218" y="277"/>
                  </a:lnTo>
                  <a:lnTo>
                    <a:pt x="257" y="277"/>
                  </a:lnTo>
                  <a:lnTo>
                    <a:pt x="257" y="297"/>
                  </a:lnTo>
                  <a:lnTo>
                    <a:pt x="317" y="297"/>
                  </a:lnTo>
                  <a:lnTo>
                    <a:pt x="238" y="317"/>
                  </a:lnTo>
                  <a:lnTo>
                    <a:pt x="435" y="317"/>
                  </a:lnTo>
                  <a:lnTo>
                    <a:pt x="396" y="336"/>
                  </a:lnTo>
                  <a:lnTo>
                    <a:pt x="198" y="336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218" y="376"/>
                  </a:lnTo>
                  <a:lnTo>
                    <a:pt x="139" y="376"/>
                  </a:lnTo>
                  <a:lnTo>
                    <a:pt x="139" y="396"/>
                  </a:lnTo>
                  <a:lnTo>
                    <a:pt x="99" y="415"/>
                  </a:lnTo>
                  <a:lnTo>
                    <a:pt x="79" y="415"/>
                  </a:lnTo>
                  <a:lnTo>
                    <a:pt x="159" y="435"/>
                  </a:lnTo>
                  <a:lnTo>
                    <a:pt x="119" y="455"/>
                  </a:lnTo>
                  <a:lnTo>
                    <a:pt x="99" y="455"/>
                  </a:lnTo>
                  <a:lnTo>
                    <a:pt x="99" y="475"/>
                  </a:lnTo>
                  <a:lnTo>
                    <a:pt x="79" y="494"/>
                  </a:lnTo>
                  <a:lnTo>
                    <a:pt x="99" y="494"/>
                  </a:lnTo>
                  <a:lnTo>
                    <a:pt x="60" y="514"/>
                  </a:lnTo>
                  <a:lnTo>
                    <a:pt x="119" y="514"/>
                  </a:lnTo>
                  <a:lnTo>
                    <a:pt x="119" y="534"/>
                  </a:lnTo>
                  <a:lnTo>
                    <a:pt x="99" y="534"/>
                  </a:lnTo>
                  <a:lnTo>
                    <a:pt x="60" y="554"/>
                  </a:lnTo>
                  <a:lnTo>
                    <a:pt x="238" y="554"/>
                  </a:lnTo>
                  <a:lnTo>
                    <a:pt x="178" y="573"/>
                  </a:lnTo>
                  <a:lnTo>
                    <a:pt x="99" y="593"/>
                  </a:lnTo>
                  <a:lnTo>
                    <a:pt x="119" y="593"/>
                  </a:lnTo>
                  <a:lnTo>
                    <a:pt x="159" y="613"/>
                  </a:lnTo>
                  <a:lnTo>
                    <a:pt x="297" y="613"/>
                  </a:lnTo>
                  <a:lnTo>
                    <a:pt x="257" y="633"/>
                  </a:lnTo>
                  <a:lnTo>
                    <a:pt x="198" y="653"/>
                  </a:lnTo>
                  <a:lnTo>
                    <a:pt x="139" y="653"/>
                  </a:lnTo>
                  <a:lnTo>
                    <a:pt x="159" y="672"/>
                  </a:lnTo>
                  <a:lnTo>
                    <a:pt x="79" y="712"/>
                  </a:lnTo>
                  <a:lnTo>
                    <a:pt x="178" y="692"/>
                  </a:lnTo>
                  <a:lnTo>
                    <a:pt x="198" y="692"/>
                  </a:lnTo>
                  <a:lnTo>
                    <a:pt x="178" y="712"/>
                  </a:lnTo>
                  <a:lnTo>
                    <a:pt x="99" y="732"/>
                  </a:lnTo>
                  <a:lnTo>
                    <a:pt x="99" y="751"/>
                  </a:lnTo>
                  <a:lnTo>
                    <a:pt x="79" y="791"/>
                  </a:lnTo>
                  <a:lnTo>
                    <a:pt x="60" y="811"/>
                  </a:lnTo>
                  <a:lnTo>
                    <a:pt x="79" y="830"/>
                  </a:lnTo>
                  <a:lnTo>
                    <a:pt x="139" y="801"/>
                  </a:lnTo>
                  <a:lnTo>
                    <a:pt x="139" y="801"/>
                  </a:lnTo>
                  <a:lnTo>
                    <a:pt x="198" y="791"/>
                  </a:lnTo>
                  <a:lnTo>
                    <a:pt x="317" y="771"/>
                  </a:lnTo>
                  <a:lnTo>
                    <a:pt x="297" y="791"/>
                  </a:lnTo>
                  <a:lnTo>
                    <a:pt x="257" y="791"/>
                  </a:lnTo>
                  <a:lnTo>
                    <a:pt x="297" y="811"/>
                  </a:lnTo>
                  <a:lnTo>
                    <a:pt x="317" y="791"/>
                  </a:lnTo>
                  <a:lnTo>
                    <a:pt x="356" y="791"/>
                  </a:lnTo>
                  <a:lnTo>
                    <a:pt x="317" y="811"/>
                  </a:lnTo>
                  <a:lnTo>
                    <a:pt x="257" y="830"/>
                  </a:lnTo>
                  <a:lnTo>
                    <a:pt x="336" y="830"/>
                  </a:lnTo>
                  <a:lnTo>
                    <a:pt x="297" y="850"/>
                  </a:lnTo>
                  <a:lnTo>
                    <a:pt x="198" y="850"/>
                  </a:lnTo>
                  <a:lnTo>
                    <a:pt x="159" y="870"/>
                  </a:lnTo>
                  <a:lnTo>
                    <a:pt x="119" y="870"/>
                  </a:lnTo>
                  <a:lnTo>
                    <a:pt x="119" y="890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60" y="929"/>
                  </a:lnTo>
                  <a:lnTo>
                    <a:pt x="119" y="929"/>
                  </a:lnTo>
                  <a:lnTo>
                    <a:pt x="60" y="969"/>
                  </a:lnTo>
                  <a:lnTo>
                    <a:pt x="60" y="1008"/>
                  </a:lnTo>
                  <a:lnTo>
                    <a:pt x="99" y="988"/>
                  </a:lnTo>
                  <a:lnTo>
                    <a:pt x="139" y="988"/>
                  </a:lnTo>
                  <a:lnTo>
                    <a:pt x="99" y="1008"/>
                  </a:lnTo>
                  <a:lnTo>
                    <a:pt x="79" y="1028"/>
                  </a:lnTo>
                  <a:lnTo>
                    <a:pt x="60" y="1028"/>
                  </a:lnTo>
                  <a:lnTo>
                    <a:pt x="79" y="1048"/>
                  </a:lnTo>
                  <a:lnTo>
                    <a:pt x="119" y="1048"/>
                  </a:lnTo>
                  <a:lnTo>
                    <a:pt x="218" y="1028"/>
                  </a:lnTo>
                  <a:lnTo>
                    <a:pt x="218" y="1048"/>
                  </a:lnTo>
                  <a:lnTo>
                    <a:pt x="178" y="1067"/>
                  </a:lnTo>
                  <a:lnTo>
                    <a:pt x="238" y="1048"/>
                  </a:lnTo>
                  <a:lnTo>
                    <a:pt x="277" y="1067"/>
                  </a:lnTo>
                  <a:lnTo>
                    <a:pt x="198" y="1067"/>
                  </a:lnTo>
                  <a:lnTo>
                    <a:pt x="159" y="1087"/>
                  </a:lnTo>
                  <a:lnTo>
                    <a:pt x="159" y="1107"/>
                  </a:lnTo>
                  <a:lnTo>
                    <a:pt x="159" y="1127"/>
                  </a:lnTo>
                  <a:lnTo>
                    <a:pt x="356" y="1107"/>
                  </a:lnTo>
                  <a:lnTo>
                    <a:pt x="475" y="1067"/>
                  </a:lnTo>
                  <a:lnTo>
                    <a:pt x="593" y="1048"/>
                  </a:lnTo>
                  <a:lnTo>
                    <a:pt x="593" y="1048"/>
                  </a:lnTo>
                  <a:lnTo>
                    <a:pt x="534" y="1087"/>
                  </a:lnTo>
                  <a:lnTo>
                    <a:pt x="514" y="1107"/>
                  </a:lnTo>
                  <a:lnTo>
                    <a:pt x="435" y="1127"/>
                  </a:lnTo>
                  <a:lnTo>
                    <a:pt x="396" y="1146"/>
                  </a:lnTo>
                  <a:lnTo>
                    <a:pt x="376" y="1146"/>
                  </a:lnTo>
                  <a:lnTo>
                    <a:pt x="435" y="1127"/>
                  </a:lnTo>
                  <a:lnTo>
                    <a:pt x="435" y="1107"/>
                  </a:lnTo>
                  <a:lnTo>
                    <a:pt x="297" y="1186"/>
                  </a:lnTo>
                  <a:lnTo>
                    <a:pt x="257" y="1186"/>
                  </a:lnTo>
                  <a:lnTo>
                    <a:pt x="297" y="1166"/>
                  </a:lnTo>
                  <a:lnTo>
                    <a:pt x="297" y="1166"/>
                  </a:lnTo>
                  <a:lnTo>
                    <a:pt x="238" y="1186"/>
                  </a:lnTo>
                  <a:lnTo>
                    <a:pt x="218" y="1186"/>
                  </a:lnTo>
                  <a:lnTo>
                    <a:pt x="119" y="1225"/>
                  </a:lnTo>
                  <a:lnTo>
                    <a:pt x="139" y="1245"/>
                  </a:lnTo>
                  <a:lnTo>
                    <a:pt x="159" y="1245"/>
                  </a:lnTo>
                  <a:lnTo>
                    <a:pt x="139" y="1265"/>
                  </a:lnTo>
                  <a:lnTo>
                    <a:pt x="198" y="1265"/>
                  </a:lnTo>
                  <a:lnTo>
                    <a:pt x="178" y="1285"/>
                  </a:lnTo>
                  <a:lnTo>
                    <a:pt x="257" y="1265"/>
                  </a:lnTo>
                  <a:lnTo>
                    <a:pt x="238" y="1285"/>
                  </a:lnTo>
                  <a:lnTo>
                    <a:pt x="198" y="1304"/>
                  </a:lnTo>
                  <a:lnTo>
                    <a:pt x="238" y="1304"/>
                  </a:lnTo>
                  <a:lnTo>
                    <a:pt x="238" y="1324"/>
                  </a:lnTo>
                  <a:lnTo>
                    <a:pt x="317" y="1285"/>
                  </a:lnTo>
                  <a:lnTo>
                    <a:pt x="415" y="1265"/>
                  </a:lnTo>
                  <a:lnTo>
                    <a:pt x="435" y="1265"/>
                  </a:lnTo>
                  <a:lnTo>
                    <a:pt x="455" y="1285"/>
                  </a:lnTo>
                  <a:lnTo>
                    <a:pt x="376" y="1285"/>
                  </a:lnTo>
                  <a:lnTo>
                    <a:pt x="435" y="1304"/>
                  </a:lnTo>
                  <a:lnTo>
                    <a:pt x="376" y="1324"/>
                  </a:lnTo>
                  <a:lnTo>
                    <a:pt x="356" y="1324"/>
                  </a:lnTo>
                  <a:lnTo>
                    <a:pt x="336" y="1344"/>
                  </a:lnTo>
                  <a:lnTo>
                    <a:pt x="356" y="1344"/>
                  </a:lnTo>
                  <a:lnTo>
                    <a:pt x="435" y="1324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17" y="1383"/>
                  </a:lnTo>
                  <a:lnTo>
                    <a:pt x="238" y="1403"/>
                  </a:lnTo>
                  <a:lnTo>
                    <a:pt x="257" y="1383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277" y="1344"/>
                  </a:lnTo>
                  <a:lnTo>
                    <a:pt x="277" y="1324"/>
                  </a:lnTo>
                  <a:lnTo>
                    <a:pt x="218" y="1324"/>
                  </a:lnTo>
                  <a:lnTo>
                    <a:pt x="198" y="1364"/>
                  </a:lnTo>
                  <a:lnTo>
                    <a:pt x="218" y="1383"/>
                  </a:lnTo>
                  <a:lnTo>
                    <a:pt x="178" y="1403"/>
                  </a:lnTo>
                  <a:lnTo>
                    <a:pt x="297" y="1423"/>
                  </a:lnTo>
                  <a:lnTo>
                    <a:pt x="356" y="1383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36" y="1403"/>
                  </a:lnTo>
                  <a:lnTo>
                    <a:pt x="297" y="1443"/>
                  </a:lnTo>
                  <a:lnTo>
                    <a:pt x="376" y="1423"/>
                  </a:lnTo>
                  <a:lnTo>
                    <a:pt x="455" y="1403"/>
                  </a:lnTo>
                  <a:lnTo>
                    <a:pt x="475" y="1383"/>
                  </a:lnTo>
                  <a:lnTo>
                    <a:pt x="534" y="1364"/>
                  </a:lnTo>
                  <a:lnTo>
                    <a:pt x="573" y="1364"/>
                  </a:lnTo>
                  <a:lnTo>
                    <a:pt x="554" y="1383"/>
                  </a:lnTo>
                  <a:lnTo>
                    <a:pt x="534" y="1383"/>
                  </a:lnTo>
                  <a:lnTo>
                    <a:pt x="514" y="1403"/>
                  </a:lnTo>
                  <a:lnTo>
                    <a:pt x="494" y="1423"/>
                  </a:lnTo>
                  <a:lnTo>
                    <a:pt x="317" y="1443"/>
                  </a:lnTo>
                  <a:lnTo>
                    <a:pt x="297" y="1462"/>
                  </a:lnTo>
                  <a:lnTo>
                    <a:pt x="317" y="1462"/>
                  </a:lnTo>
                  <a:lnTo>
                    <a:pt x="297" y="1482"/>
                  </a:lnTo>
                  <a:lnTo>
                    <a:pt x="297" y="1482"/>
                  </a:lnTo>
                  <a:lnTo>
                    <a:pt x="356" y="1462"/>
                  </a:lnTo>
                  <a:lnTo>
                    <a:pt x="396" y="1443"/>
                  </a:lnTo>
                  <a:lnTo>
                    <a:pt x="554" y="1443"/>
                  </a:lnTo>
                  <a:lnTo>
                    <a:pt x="494" y="1462"/>
                  </a:lnTo>
                  <a:lnTo>
                    <a:pt x="435" y="1482"/>
                  </a:lnTo>
                  <a:lnTo>
                    <a:pt x="396" y="1482"/>
                  </a:lnTo>
                  <a:lnTo>
                    <a:pt x="297" y="1522"/>
                  </a:lnTo>
                  <a:lnTo>
                    <a:pt x="356" y="1502"/>
                  </a:lnTo>
                  <a:lnTo>
                    <a:pt x="376" y="1502"/>
                  </a:lnTo>
                  <a:lnTo>
                    <a:pt x="356" y="1522"/>
                  </a:lnTo>
                  <a:lnTo>
                    <a:pt x="356" y="1541"/>
                  </a:lnTo>
                  <a:lnTo>
                    <a:pt x="396" y="1561"/>
                  </a:lnTo>
                  <a:lnTo>
                    <a:pt x="435" y="1541"/>
                  </a:lnTo>
                  <a:lnTo>
                    <a:pt x="455" y="1541"/>
                  </a:lnTo>
                  <a:lnTo>
                    <a:pt x="435" y="1561"/>
                  </a:lnTo>
                  <a:lnTo>
                    <a:pt x="455" y="1561"/>
                  </a:lnTo>
                  <a:lnTo>
                    <a:pt x="455" y="1581"/>
                  </a:lnTo>
                  <a:lnTo>
                    <a:pt x="475" y="1581"/>
                  </a:lnTo>
                  <a:lnTo>
                    <a:pt x="514" y="1561"/>
                  </a:lnTo>
                  <a:lnTo>
                    <a:pt x="554" y="1522"/>
                  </a:lnTo>
                  <a:lnTo>
                    <a:pt x="613" y="1541"/>
                  </a:lnTo>
                  <a:lnTo>
                    <a:pt x="692" y="1541"/>
                  </a:lnTo>
                  <a:lnTo>
                    <a:pt x="830" y="1304"/>
                  </a:lnTo>
                  <a:lnTo>
                    <a:pt x="968" y="1048"/>
                  </a:lnTo>
                  <a:lnTo>
                    <a:pt x="1245" y="396"/>
                  </a:lnTo>
                  <a:lnTo>
                    <a:pt x="1107" y="396"/>
                  </a:lnTo>
                  <a:lnTo>
                    <a:pt x="1166" y="376"/>
                  </a:lnTo>
                  <a:lnTo>
                    <a:pt x="1186" y="376"/>
                  </a:lnTo>
                  <a:lnTo>
                    <a:pt x="1166" y="356"/>
                  </a:lnTo>
                  <a:lnTo>
                    <a:pt x="1245" y="356"/>
                  </a:lnTo>
                  <a:lnTo>
                    <a:pt x="1245" y="336"/>
                  </a:lnTo>
                  <a:lnTo>
                    <a:pt x="1067" y="336"/>
                  </a:lnTo>
                  <a:lnTo>
                    <a:pt x="1047" y="317"/>
                  </a:lnTo>
                  <a:lnTo>
                    <a:pt x="1067" y="317"/>
                  </a:lnTo>
                  <a:lnTo>
                    <a:pt x="1008" y="277"/>
                  </a:lnTo>
                  <a:lnTo>
                    <a:pt x="988" y="238"/>
                  </a:lnTo>
                  <a:lnTo>
                    <a:pt x="968" y="198"/>
                  </a:lnTo>
                  <a:lnTo>
                    <a:pt x="1008" y="139"/>
                  </a:lnTo>
                  <a:lnTo>
                    <a:pt x="1028" y="149"/>
                  </a:lnTo>
                  <a:lnTo>
                    <a:pt x="1028" y="149"/>
                  </a:lnTo>
                  <a:lnTo>
                    <a:pt x="1028" y="139"/>
                  </a:lnTo>
                  <a:lnTo>
                    <a:pt x="1067" y="139"/>
                  </a:lnTo>
                  <a:lnTo>
                    <a:pt x="1087" y="119"/>
                  </a:lnTo>
                  <a:lnTo>
                    <a:pt x="1047" y="119"/>
                  </a:lnTo>
                  <a:lnTo>
                    <a:pt x="1087" y="99"/>
                  </a:lnTo>
                  <a:lnTo>
                    <a:pt x="1087" y="119"/>
                  </a:lnTo>
                  <a:lnTo>
                    <a:pt x="1107" y="99"/>
                  </a:lnTo>
                  <a:lnTo>
                    <a:pt x="1126" y="80"/>
                  </a:lnTo>
                  <a:lnTo>
                    <a:pt x="1146" y="80"/>
                  </a:lnTo>
                  <a:lnTo>
                    <a:pt x="1146" y="60"/>
                  </a:lnTo>
                  <a:lnTo>
                    <a:pt x="1265" y="60"/>
                  </a:lnTo>
                  <a:lnTo>
                    <a:pt x="1205" y="40"/>
                  </a:lnTo>
                  <a:lnTo>
                    <a:pt x="1146" y="40"/>
                  </a:lnTo>
                  <a:lnTo>
                    <a:pt x="1126" y="20"/>
                  </a:lnTo>
                  <a:lnTo>
                    <a:pt x="968" y="1"/>
                  </a:lnTo>
                  <a:close/>
                  <a:moveTo>
                    <a:pt x="475" y="1581"/>
                  </a:moveTo>
                  <a:lnTo>
                    <a:pt x="475" y="1601"/>
                  </a:lnTo>
                  <a:lnTo>
                    <a:pt x="514" y="1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15"/>
            <p:cNvSpPr/>
            <p:nvPr/>
          </p:nvSpPr>
          <p:spPr>
            <a:xfrm>
              <a:off x="-1164000" y="40956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20" y="0"/>
                  </a:moveTo>
                  <a:lnTo>
                    <a:pt x="2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15"/>
            <p:cNvSpPr/>
            <p:nvPr/>
          </p:nvSpPr>
          <p:spPr>
            <a:xfrm>
              <a:off x="-1395600" y="4100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15"/>
            <p:cNvSpPr/>
            <p:nvPr/>
          </p:nvSpPr>
          <p:spPr>
            <a:xfrm>
              <a:off x="-1397075" y="40990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15"/>
            <p:cNvSpPr/>
            <p:nvPr/>
          </p:nvSpPr>
          <p:spPr>
            <a:xfrm>
              <a:off x="-1435600" y="4052125"/>
              <a:ext cx="48425" cy="55350"/>
            </a:xfrm>
            <a:custGeom>
              <a:rect b="b" l="l" r="r" t="t"/>
              <a:pathLst>
                <a:path extrusionOk="0" h="2214" w="1937">
                  <a:moveTo>
                    <a:pt x="652" y="80"/>
                  </a:moveTo>
                  <a:lnTo>
                    <a:pt x="692" y="100"/>
                  </a:lnTo>
                  <a:lnTo>
                    <a:pt x="633" y="80"/>
                  </a:lnTo>
                  <a:close/>
                  <a:moveTo>
                    <a:pt x="1403" y="712"/>
                  </a:moveTo>
                  <a:lnTo>
                    <a:pt x="1403" y="732"/>
                  </a:lnTo>
                  <a:lnTo>
                    <a:pt x="1304" y="732"/>
                  </a:lnTo>
                  <a:lnTo>
                    <a:pt x="1344" y="712"/>
                  </a:lnTo>
                  <a:close/>
                  <a:moveTo>
                    <a:pt x="336" y="831"/>
                  </a:moveTo>
                  <a:lnTo>
                    <a:pt x="277" y="850"/>
                  </a:lnTo>
                  <a:lnTo>
                    <a:pt x="356" y="831"/>
                  </a:lnTo>
                  <a:close/>
                  <a:moveTo>
                    <a:pt x="218" y="969"/>
                  </a:moveTo>
                  <a:lnTo>
                    <a:pt x="198" y="989"/>
                  </a:lnTo>
                  <a:lnTo>
                    <a:pt x="238" y="989"/>
                  </a:lnTo>
                  <a:lnTo>
                    <a:pt x="218" y="969"/>
                  </a:lnTo>
                  <a:close/>
                  <a:moveTo>
                    <a:pt x="80" y="969"/>
                  </a:moveTo>
                  <a:lnTo>
                    <a:pt x="60" y="989"/>
                  </a:lnTo>
                  <a:lnTo>
                    <a:pt x="60" y="1008"/>
                  </a:lnTo>
                  <a:lnTo>
                    <a:pt x="40" y="1028"/>
                  </a:lnTo>
                  <a:lnTo>
                    <a:pt x="139" y="1048"/>
                  </a:lnTo>
                  <a:lnTo>
                    <a:pt x="198" y="1028"/>
                  </a:lnTo>
                  <a:lnTo>
                    <a:pt x="80" y="1028"/>
                  </a:lnTo>
                  <a:lnTo>
                    <a:pt x="99" y="1008"/>
                  </a:lnTo>
                  <a:lnTo>
                    <a:pt x="119" y="1008"/>
                  </a:lnTo>
                  <a:lnTo>
                    <a:pt x="99" y="989"/>
                  </a:lnTo>
                  <a:lnTo>
                    <a:pt x="139" y="989"/>
                  </a:lnTo>
                  <a:lnTo>
                    <a:pt x="139" y="969"/>
                  </a:lnTo>
                  <a:close/>
                  <a:moveTo>
                    <a:pt x="1778" y="1265"/>
                  </a:moveTo>
                  <a:lnTo>
                    <a:pt x="1719" y="1285"/>
                  </a:lnTo>
                  <a:lnTo>
                    <a:pt x="1739" y="1285"/>
                  </a:lnTo>
                  <a:lnTo>
                    <a:pt x="1778" y="1265"/>
                  </a:lnTo>
                  <a:close/>
                  <a:moveTo>
                    <a:pt x="376" y="1285"/>
                  </a:moveTo>
                  <a:lnTo>
                    <a:pt x="317" y="1305"/>
                  </a:lnTo>
                  <a:lnTo>
                    <a:pt x="317" y="1305"/>
                  </a:lnTo>
                  <a:lnTo>
                    <a:pt x="396" y="1285"/>
                  </a:lnTo>
                  <a:close/>
                  <a:moveTo>
                    <a:pt x="297" y="1245"/>
                  </a:moveTo>
                  <a:lnTo>
                    <a:pt x="198" y="1265"/>
                  </a:lnTo>
                  <a:lnTo>
                    <a:pt x="218" y="1265"/>
                  </a:lnTo>
                  <a:lnTo>
                    <a:pt x="218" y="1285"/>
                  </a:lnTo>
                  <a:lnTo>
                    <a:pt x="198" y="1305"/>
                  </a:lnTo>
                  <a:lnTo>
                    <a:pt x="198" y="1305"/>
                  </a:lnTo>
                  <a:lnTo>
                    <a:pt x="238" y="1285"/>
                  </a:lnTo>
                  <a:lnTo>
                    <a:pt x="336" y="1265"/>
                  </a:lnTo>
                  <a:lnTo>
                    <a:pt x="317" y="1265"/>
                  </a:lnTo>
                  <a:lnTo>
                    <a:pt x="336" y="1245"/>
                  </a:lnTo>
                  <a:close/>
                  <a:moveTo>
                    <a:pt x="1522" y="1324"/>
                  </a:moveTo>
                  <a:lnTo>
                    <a:pt x="1443" y="1344"/>
                  </a:lnTo>
                  <a:lnTo>
                    <a:pt x="1443" y="1349"/>
                  </a:lnTo>
                  <a:lnTo>
                    <a:pt x="1443" y="1349"/>
                  </a:lnTo>
                  <a:lnTo>
                    <a:pt x="1462" y="1344"/>
                  </a:lnTo>
                  <a:lnTo>
                    <a:pt x="1522" y="1324"/>
                  </a:lnTo>
                  <a:close/>
                  <a:moveTo>
                    <a:pt x="1482" y="1344"/>
                  </a:moveTo>
                  <a:lnTo>
                    <a:pt x="1443" y="1354"/>
                  </a:lnTo>
                  <a:lnTo>
                    <a:pt x="1443" y="1354"/>
                  </a:lnTo>
                  <a:lnTo>
                    <a:pt x="1443" y="1364"/>
                  </a:lnTo>
                  <a:lnTo>
                    <a:pt x="1482" y="1344"/>
                  </a:lnTo>
                  <a:close/>
                  <a:moveTo>
                    <a:pt x="1443" y="1349"/>
                  </a:moveTo>
                  <a:lnTo>
                    <a:pt x="1383" y="1364"/>
                  </a:lnTo>
                  <a:lnTo>
                    <a:pt x="1324" y="1384"/>
                  </a:lnTo>
                  <a:lnTo>
                    <a:pt x="1324" y="1384"/>
                  </a:lnTo>
                  <a:lnTo>
                    <a:pt x="1403" y="1364"/>
                  </a:lnTo>
                  <a:lnTo>
                    <a:pt x="1443" y="1354"/>
                  </a:lnTo>
                  <a:lnTo>
                    <a:pt x="1443" y="1354"/>
                  </a:lnTo>
                  <a:lnTo>
                    <a:pt x="1443" y="1349"/>
                  </a:lnTo>
                  <a:close/>
                  <a:moveTo>
                    <a:pt x="1798" y="1423"/>
                  </a:moveTo>
                  <a:lnTo>
                    <a:pt x="1786" y="1435"/>
                  </a:lnTo>
                  <a:lnTo>
                    <a:pt x="1786" y="1435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23"/>
                  </a:lnTo>
                  <a:close/>
                  <a:moveTo>
                    <a:pt x="1786" y="1435"/>
                  </a:moveTo>
                  <a:lnTo>
                    <a:pt x="1759" y="1443"/>
                  </a:lnTo>
                  <a:lnTo>
                    <a:pt x="1778" y="1443"/>
                  </a:lnTo>
                  <a:lnTo>
                    <a:pt x="1786" y="1435"/>
                  </a:lnTo>
                  <a:close/>
                  <a:moveTo>
                    <a:pt x="415" y="1443"/>
                  </a:moveTo>
                  <a:lnTo>
                    <a:pt x="396" y="1463"/>
                  </a:lnTo>
                  <a:lnTo>
                    <a:pt x="396" y="1463"/>
                  </a:lnTo>
                  <a:lnTo>
                    <a:pt x="455" y="1443"/>
                  </a:lnTo>
                  <a:close/>
                  <a:moveTo>
                    <a:pt x="1877" y="1443"/>
                  </a:moveTo>
                  <a:lnTo>
                    <a:pt x="1824" y="1456"/>
                  </a:lnTo>
                  <a:lnTo>
                    <a:pt x="1824" y="1456"/>
                  </a:lnTo>
                  <a:lnTo>
                    <a:pt x="1818" y="1463"/>
                  </a:lnTo>
                  <a:lnTo>
                    <a:pt x="1818" y="1463"/>
                  </a:lnTo>
                  <a:lnTo>
                    <a:pt x="1877" y="1443"/>
                  </a:lnTo>
                  <a:close/>
                  <a:moveTo>
                    <a:pt x="415" y="1463"/>
                  </a:moveTo>
                  <a:lnTo>
                    <a:pt x="415" y="1482"/>
                  </a:lnTo>
                  <a:lnTo>
                    <a:pt x="435" y="1489"/>
                  </a:lnTo>
                  <a:lnTo>
                    <a:pt x="435" y="1489"/>
                  </a:lnTo>
                  <a:lnTo>
                    <a:pt x="435" y="1482"/>
                  </a:lnTo>
                  <a:lnTo>
                    <a:pt x="435" y="1463"/>
                  </a:lnTo>
                  <a:close/>
                  <a:moveTo>
                    <a:pt x="435" y="1489"/>
                  </a:moveTo>
                  <a:lnTo>
                    <a:pt x="435" y="150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35" y="1489"/>
                  </a:lnTo>
                  <a:close/>
                  <a:moveTo>
                    <a:pt x="514" y="1640"/>
                  </a:moveTo>
                  <a:lnTo>
                    <a:pt x="475" y="1660"/>
                  </a:lnTo>
                  <a:lnTo>
                    <a:pt x="514" y="1660"/>
                  </a:lnTo>
                  <a:lnTo>
                    <a:pt x="514" y="1640"/>
                  </a:lnTo>
                  <a:close/>
                  <a:moveTo>
                    <a:pt x="1818" y="1640"/>
                  </a:moveTo>
                  <a:lnTo>
                    <a:pt x="1778" y="1660"/>
                  </a:lnTo>
                  <a:lnTo>
                    <a:pt x="1818" y="1640"/>
                  </a:lnTo>
                  <a:close/>
                  <a:moveTo>
                    <a:pt x="1620" y="1719"/>
                  </a:moveTo>
                  <a:lnTo>
                    <a:pt x="1601" y="1739"/>
                  </a:lnTo>
                  <a:lnTo>
                    <a:pt x="1601" y="1739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19"/>
                  </a:lnTo>
                  <a:close/>
                  <a:moveTo>
                    <a:pt x="1778" y="1660"/>
                  </a:moveTo>
                  <a:lnTo>
                    <a:pt x="1739" y="1680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39"/>
                  </a:lnTo>
                  <a:lnTo>
                    <a:pt x="1699" y="1700"/>
                  </a:lnTo>
                  <a:lnTo>
                    <a:pt x="1778" y="1660"/>
                  </a:lnTo>
                  <a:close/>
                  <a:moveTo>
                    <a:pt x="850" y="1846"/>
                  </a:moveTo>
                  <a:lnTo>
                    <a:pt x="771" y="1877"/>
                  </a:lnTo>
                  <a:lnTo>
                    <a:pt x="791" y="1858"/>
                  </a:lnTo>
                  <a:lnTo>
                    <a:pt x="850" y="1846"/>
                  </a:lnTo>
                  <a:close/>
                  <a:moveTo>
                    <a:pt x="1581" y="1897"/>
                  </a:moveTo>
                  <a:lnTo>
                    <a:pt x="1561" y="1907"/>
                  </a:lnTo>
                  <a:lnTo>
                    <a:pt x="1561" y="1907"/>
                  </a:lnTo>
                  <a:lnTo>
                    <a:pt x="1561" y="1917"/>
                  </a:lnTo>
                  <a:lnTo>
                    <a:pt x="1581" y="1897"/>
                  </a:lnTo>
                  <a:close/>
                  <a:moveTo>
                    <a:pt x="1660" y="1858"/>
                  </a:moveTo>
                  <a:lnTo>
                    <a:pt x="1581" y="1897"/>
                  </a:lnTo>
                  <a:lnTo>
                    <a:pt x="1601" y="1917"/>
                  </a:lnTo>
                  <a:lnTo>
                    <a:pt x="1640" y="1897"/>
                  </a:lnTo>
                  <a:lnTo>
                    <a:pt x="1660" y="1877"/>
                  </a:lnTo>
                  <a:lnTo>
                    <a:pt x="1699" y="1858"/>
                  </a:lnTo>
                  <a:close/>
                  <a:moveTo>
                    <a:pt x="1522" y="1956"/>
                  </a:moveTo>
                  <a:lnTo>
                    <a:pt x="1502" y="1976"/>
                  </a:lnTo>
                  <a:lnTo>
                    <a:pt x="1522" y="1976"/>
                  </a:lnTo>
                  <a:lnTo>
                    <a:pt x="1541" y="1956"/>
                  </a:lnTo>
                  <a:close/>
                  <a:moveTo>
                    <a:pt x="731" y="1"/>
                  </a:moveTo>
                  <a:lnTo>
                    <a:pt x="771" y="21"/>
                  </a:lnTo>
                  <a:lnTo>
                    <a:pt x="731" y="21"/>
                  </a:lnTo>
                  <a:lnTo>
                    <a:pt x="751" y="40"/>
                  </a:lnTo>
                  <a:lnTo>
                    <a:pt x="692" y="21"/>
                  </a:lnTo>
                  <a:lnTo>
                    <a:pt x="593" y="21"/>
                  </a:lnTo>
                  <a:lnTo>
                    <a:pt x="613" y="40"/>
                  </a:lnTo>
                  <a:lnTo>
                    <a:pt x="633" y="40"/>
                  </a:lnTo>
                  <a:lnTo>
                    <a:pt x="613" y="60"/>
                  </a:lnTo>
                  <a:lnTo>
                    <a:pt x="554" y="40"/>
                  </a:lnTo>
                  <a:lnTo>
                    <a:pt x="573" y="60"/>
                  </a:lnTo>
                  <a:lnTo>
                    <a:pt x="562" y="72"/>
                  </a:lnTo>
                  <a:lnTo>
                    <a:pt x="562" y="72"/>
                  </a:lnTo>
                  <a:lnTo>
                    <a:pt x="514" y="60"/>
                  </a:lnTo>
                  <a:lnTo>
                    <a:pt x="475" y="80"/>
                  </a:lnTo>
                  <a:lnTo>
                    <a:pt x="475" y="100"/>
                  </a:lnTo>
                  <a:lnTo>
                    <a:pt x="455" y="80"/>
                  </a:lnTo>
                  <a:lnTo>
                    <a:pt x="376" y="80"/>
                  </a:lnTo>
                  <a:lnTo>
                    <a:pt x="376" y="100"/>
                  </a:lnTo>
                  <a:lnTo>
                    <a:pt x="415" y="100"/>
                  </a:lnTo>
                  <a:lnTo>
                    <a:pt x="435" y="119"/>
                  </a:lnTo>
                  <a:lnTo>
                    <a:pt x="376" y="119"/>
                  </a:lnTo>
                  <a:lnTo>
                    <a:pt x="376" y="139"/>
                  </a:lnTo>
                  <a:lnTo>
                    <a:pt x="317" y="139"/>
                  </a:lnTo>
                  <a:lnTo>
                    <a:pt x="317" y="159"/>
                  </a:lnTo>
                  <a:lnTo>
                    <a:pt x="376" y="179"/>
                  </a:lnTo>
                  <a:lnTo>
                    <a:pt x="297" y="179"/>
                  </a:lnTo>
                  <a:lnTo>
                    <a:pt x="415" y="198"/>
                  </a:lnTo>
                  <a:lnTo>
                    <a:pt x="317" y="198"/>
                  </a:lnTo>
                  <a:lnTo>
                    <a:pt x="277" y="21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39" y="238"/>
                  </a:lnTo>
                  <a:lnTo>
                    <a:pt x="198" y="258"/>
                  </a:lnTo>
                  <a:lnTo>
                    <a:pt x="119" y="258"/>
                  </a:lnTo>
                  <a:lnTo>
                    <a:pt x="139" y="277"/>
                  </a:lnTo>
                  <a:lnTo>
                    <a:pt x="119" y="297"/>
                  </a:lnTo>
                  <a:lnTo>
                    <a:pt x="139" y="297"/>
                  </a:lnTo>
                  <a:lnTo>
                    <a:pt x="178" y="317"/>
                  </a:lnTo>
                  <a:lnTo>
                    <a:pt x="159" y="317"/>
                  </a:lnTo>
                  <a:lnTo>
                    <a:pt x="80" y="337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119" y="376"/>
                  </a:lnTo>
                  <a:lnTo>
                    <a:pt x="119" y="376"/>
                  </a:lnTo>
                  <a:lnTo>
                    <a:pt x="139" y="356"/>
                  </a:lnTo>
                  <a:lnTo>
                    <a:pt x="119" y="356"/>
                  </a:lnTo>
                  <a:lnTo>
                    <a:pt x="20" y="376"/>
                  </a:lnTo>
                  <a:lnTo>
                    <a:pt x="40" y="376"/>
                  </a:lnTo>
                  <a:lnTo>
                    <a:pt x="20" y="396"/>
                  </a:lnTo>
                  <a:lnTo>
                    <a:pt x="139" y="396"/>
                  </a:lnTo>
                  <a:lnTo>
                    <a:pt x="60" y="376"/>
                  </a:lnTo>
                  <a:lnTo>
                    <a:pt x="178" y="376"/>
                  </a:lnTo>
                  <a:lnTo>
                    <a:pt x="218" y="396"/>
                  </a:lnTo>
                  <a:lnTo>
                    <a:pt x="317" y="416"/>
                  </a:lnTo>
                  <a:lnTo>
                    <a:pt x="257" y="435"/>
                  </a:lnTo>
                  <a:lnTo>
                    <a:pt x="139" y="416"/>
                  </a:lnTo>
                  <a:lnTo>
                    <a:pt x="178" y="435"/>
                  </a:lnTo>
                  <a:lnTo>
                    <a:pt x="159" y="435"/>
                  </a:lnTo>
                  <a:lnTo>
                    <a:pt x="80" y="455"/>
                  </a:lnTo>
                  <a:lnTo>
                    <a:pt x="198" y="455"/>
                  </a:lnTo>
                  <a:lnTo>
                    <a:pt x="178" y="475"/>
                  </a:lnTo>
                  <a:lnTo>
                    <a:pt x="99" y="475"/>
                  </a:lnTo>
                  <a:lnTo>
                    <a:pt x="99" y="495"/>
                  </a:lnTo>
                  <a:lnTo>
                    <a:pt x="60" y="514"/>
                  </a:lnTo>
                  <a:lnTo>
                    <a:pt x="40" y="534"/>
                  </a:lnTo>
                  <a:lnTo>
                    <a:pt x="60" y="554"/>
                  </a:lnTo>
                  <a:lnTo>
                    <a:pt x="139" y="534"/>
                  </a:lnTo>
                  <a:lnTo>
                    <a:pt x="297" y="534"/>
                  </a:lnTo>
                  <a:lnTo>
                    <a:pt x="277" y="554"/>
                  </a:lnTo>
                  <a:lnTo>
                    <a:pt x="336" y="554"/>
                  </a:lnTo>
                  <a:lnTo>
                    <a:pt x="297" y="574"/>
                  </a:lnTo>
                  <a:lnTo>
                    <a:pt x="257" y="574"/>
                  </a:lnTo>
                  <a:lnTo>
                    <a:pt x="317" y="593"/>
                  </a:lnTo>
                  <a:lnTo>
                    <a:pt x="257" y="593"/>
                  </a:lnTo>
                  <a:lnTo>
                    <a:pt x="178" y="574"/>
                  </a:lnTo>
                  <a:lnTo>
                    <a:pt x="139" y="593"/>
                  </a:lnTo>
                  <a:lnTo>
                    <a:pt x="20" y="593"/>
                  </a:lnTo>
                  <a:lnTo>
                    <a:pt x="20" y="613"/>
                  </a:lnTo>
                  <a:lnTo>
                    <a:pt x="1" y="613"/>
                  </a:lnTo>
                  <a:lnTo>
                    <a:pt x="80" y="633"/>
                  </a:lnTo>
                  <a:lnTo>
                    <a:pt x="20" y="653"/>
                  </a:lnTo>
                  <a:lnTo>
                    <a:pt x="1" y="672"/>
                  </a:lnTo>
                  <a:lnTo>
                    <a:pt x="80" y="672"/>
                  </a:lnTo>
                  <a:lnTo>
                    <a:pt x="60" y="692"/>
                  </a:lnTo>
                  <a:lnTo>
                    <a:pt x="1" y="692"/>
                  </a:lnTo>
                  <a:lnTo>
                    <a:pt x="20" y="712"/>
                  </a:lnTo>
                  <a:lnTo>
                    <a:pt x="60" y="732"/>
                  </a:lnTo>
                  <a:lnTo>
                    <a:pt x="99" y="732"/>
                  </a:lnTo>
                  <a:lnTo>
                    <a:pt x="178" y="751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19" y="751"/>
                  </a:lnTo>
                  <a:lnTo>
                    <a:pt x="80" y="751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277" y="811"/>
                  </a:lnTo>
                  <a:lnTo>
                    <a:pt x="455" y="811"/>
                  </a:lnTo>
                  <a:lnTo>
                    <a:pt x="415" y="831"/>
                  </a:lnTo>
                  <a:lnTo>
                    <a:pt x="336" y="850"/>
                  </a:lnTo>
                  <a:lnTo>
                    <a:pt x="277" y="850"/>
                  </a:lnTo>
                  <a:lnTo>
                    <a:pt x="198" y="870"/>
                  </a:lnTo>
                  <a:lnTo>
                    <a:pt x="139" y="850"/>
                  </a:lnTo>
                  <a:lnTo>
                    <a:pt x="119" y="850"/>
                  </a:lnTo>
                  <a:lnTo>
                    <a:pt x="20" y="870"/>
                  </a:lnTo>
                  <a:lnTo>
                    <a:pt x="80" y="870"/>
                  </a:lnTo>
                  <a:lnTo>
                    <a:pt x="40" y="890"/>
                  </a:lnTo>
                  <a:lnTo>
                    <a:pt x="60" y="910"/>
                  </a:lnTo>
                  <a:lnTo>
                    <a:pt x="80" y="910"/>
                  </a:lnTo>
                  <a:lnTo>
                    <a:pt x="60" y="929"/>
                  </a:lnTo>
                  <a:lnTo>
                    <a:pt x="139" y="910"/>
                  </a:lnTo>
                  <a:lnTo>
                    <a:pt x="139" y="929"/>
                  </a:lnTo>
                  <a:lnTo>
                    <a:pt x="119" y="929"/>
                  </a:lnTo>
                  <a:lnTo>
                    <a:pt x="60" y="949"/>
                  </a:lnTo>
                  <a:lnTo>
                    <a:pt x="317" y="949"/>
                  </a:lnTo>
                  <a:lnTo>
                    <a:pt x="317" y="969"/>
                  </a:lnTo>
                  <a:lnTo>
                    <a:pt x="277" y="969"/>
                  </a:lnTo>
                  <a:lnTo>
                    <a:pt x="297" y="989"/>
                  </a:lnTo>
                  <a:lnTo>
                    <a:pt x="277" y="1008"/>
                  </a:lnTo>
                  <a:lnTo>
                    <a:pt x="257" y="1028"/>
                  </a:lnTo>
                  <a:lnTo>
                    <a:pt x="277" y="1028"/>
                  </a:lnTo>
                  <a:lnTo>
                    <a:pt x="178" y="1048"/>
                  </a:lnTo>
                  <a:lnTo>
                    <a:pt x="139" y="1068"/>
                  </a:lnTo>
                  <a:lnTo>
                    <a:pt x="297" y="1068"/>
                  </a:lnTo>
                  <a:lnTo>
                    <a:pt x="336" y="1048"/>
                  </a:lnTo>
                  <a:lnTo>
                    <a:pt x="396" y="1048"/>
                  </a:lnTo>
                  <a:lnTo>
                    <a:pt x="376" y="1068"/>
                  </a:lnTo>
                  <a:lnTo>
                    <a:pt x="336" y="1087"/>
                  </a:lnTo>
                  <a:lnTo>
                    <a:pt x="159" y="1068"/>
                  </a:lnTo>
                  <a:lnTo>
                    <a:pt x="139" y="1087"/>
                  </a:lnTo>
                  <a:lnTo>
                    <a:pt x="119" y="1107"/>
                  </a:lnTo>
                  <a:lnTo>
                    <a:pt x="218" y="1087"/>
                  </a:lnTo>
                  <a:lnTo>
                    <a:pt x="317" y="1107"/>
                  </a:lnTo>
                  <a:lnTo>
                    <a:pt x="396" y="1127"/>
                  </a:lnTo>
                  <a:lnTo>
                    <a:pt x="178" y="1127"/>
                  </a:lnTo>
                  <a:lnTo>
                    <a:pt x="198" y="1147"/>
                  </a:lnTo>
                  <a:lnTo>
                    <a:pt x="178" y="1147"/>
                  </a:lnTo>
                  <a:lnTo>
                    <a:pt x="178" y="1166"/>
                  </a:lnTo>
                  <a:lnTo>
                    <a:pt x="198" y="1186"/>
                  </a:lnTo>
                  <a:lnTo>
                    <a:pt x="238" y="1166"/>
                  </a:lnTo>
                  <a:lnTo>
                    <a:pt x="257" y="1166"/>
                  </a:lnTo>
                  <a:lnTo>
                    <a:pt x="238" y="1186"/>
                  </a:lnTo>
                  <a:lnTo>
                    <a:pt x="257" y="1186"/>
                  </a:lnTo>
                  <a:lnTo>
                    <a:pt x="238" y="1206"/>
                  </a:lnTo>
                  <a:lnTo>
                    <a:pt x="257" y="1206"/>
                  </a:lnTo>
                  <a:lnTo>
                    <a:pt x="257" y="1226"/>
                  </a:lnTo>
                  <a:lnTo>
                    <a:pt x="297" y="1226"/>
                  </a:lnTo>
                  <a:lnTo>
                    <a:pt x="277" y="1206"/>
                  </a:lnTo>
                  <a:lnTo>
                    <a:pt x="317" y="1206"/>
                  </a:lnTo>
                  <a:lnTo>
                    <a:pt x="356" y="1186"/>
                  </a:lnTo>
                  <a:lnTo>
                    <a:pt x="415" y="1206"/>
                  </a:lnTo>
                  <a:lnTo>
                    <a:pt x="435" y="1206"/>
                  </a:lnTo>
                  <a:lnTo>
                    <a:pt x="455" y="1226"/>
                  </a:lnTo>
                  <a:lnTo>
                    <a:pt x="475" y="1206"/>
                  </a:lnTo>
                  <a:lnTo>
                    <a:pt x="494" y="1206"/>
                  </a:lnTo>
                  <a:lnTo>
                    <a:pt x="494" y="1226"/>
                  </a:lnTo>
                  <a:lnTo>
                    <a:pt x="435" y="1245"/>
                  </a:lnTo>
                  <a:lnTo>
                    <a:pt x="455" y="1265"/>
                  </a:lnTo>
                  <a:lnTo>
                    <a:pt x="435" y="1265"/>
                  </a:lnTo>
                  <a:lnTo>
                    <a:pt x="435" y="1285"/>
                  </a:lnTo>
                  <a:lnTo>
                    <a:pt x="396" y="1285"/>
                  </a:lnTo>
                  <a:lnTo>
                    <a:pt x="336" y="1305"/>
                  </a:lnTo>
                  <a:lnTo>
                    <a:pt x="356" y="1305"/>
                  </a:lnTo>
                  <a:lnTo>
                    <a:pt x="376" y="1324"/>
                  </a:lnTo>
                  <a:lnTo>
                    <a:pt x="415" y="1324"/>
                  </a:lnTo>
                  <a:lnTo>
                    <a:pt x="475" y="1305"/>
                  </a:lnTo>
                  <a:lnTo>
                    <a:pt x="554" y="1285"/>
                  </a:lnTo>
                  <a:lnTo>
                    <a:pt x="554" y="1305"/>
                  </a:lnTo>
                  <a:lnTo>
                    <a:pt x="573" y="1305"/>
                  </a:lnTo>
                  <a:lnTo>
                    <a:pt x="554" y="1324"/>
                  </a:lnTo>
                  <a:lnTo>
                    <a:pt x="573" y="1324"/>
                  </a:lnTo>
                  <a:lnTo>
                    <a:pt x="534" y="1344"/>
                  </a:lnTo>
                  <a:lnTo>
                    <a:pt x="494" y="1364"/>
                  </a:lnTo>
                  <a:lnTo>
                    <a:pt x="494" y="1344"/>
                  </a:lnTo>
                  <a:lnTo>
                    <a:pt x="475" y="1344"/>
                  </a:lnTo>
                  <a:lnTo>
                    <a:pt x="396" y="1364"/>
                  </a:lnTo>
                  <a:lnTo>
                    <a:pt x="376" y="1364"/>
                  </a:lnTo>
                  <a:lnTo>
                    <a:pt x="317" y="1384"/>
                  </a:lnTo>
                  <a:lnTo>
                    <a:pt x="376" y="1384"/>
                  </a:lnTo>
                  <a:lnTo>
                    <a:pt x="415" y="1374"/>
                  </a:lnTo>
                  <a:lnTo>
                    <a:pt x="396" y="1384"/>
                  </a:lnTo>
                  <a:lnTo>
                    <a:pt x="455" y="1384"/>
                  </a:lnTo>
                  <a:lnTo>
                    <a:pt x="336" y="1423"/>
                  </a:lnTo>
                  <a:lnTo>
                    <a:pt x="376" y="1423"/>
                  </a:lnTo>
                  <a:lnTo>
                    <a:pt x="415" y="1403"/>
                  </a:lnTo>
                  <a:lnTo>
                    <a:pt x="415" y="1423"/>
                  </a:lnTo>
                  <a:lnTo>
                    <a:pt x="396" y="1423"/>
                  </a:lnTo>
                  <a:lnTo>
                    <a:pt x="396" y="1443"/>
                  </a:lnTo>
                  <a:lnTo>
                    <a:pt x="415" y="1443"/>
                  </a:lnTo>
                  <a:lnTo>
                    <a:pt x="475" y="1423"/>
                  </a:lnTo>
                  <a:lnTo>
                    <a:pt x="494" y="1423"/>
                  </a:lnTo>
                  <a:lnTo>
                    <a:pt x="514" y="1443"/>
                  </a:lnTo>
                  <a:lnTo>
                    <a:pt x="554" y="1463"/>
                  </a:lnTo>
                  <a:lnTo>
                    <a:pt x="514" y="148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75" y="1502"/>
                  </a:lnTo>
                  <a:lnTo>
                    <a:pt x="455" y="1522"/>
                  </a:lnTo>
                  <a:lnTo>
                    <a:pt x="396" y="1542"/>
                  </a:lnTo>
                  <a:lnTo>
                    <a:pt x="356" y="1561"/>
                  </a:lnTo>
                  <a:lnTo>
                    <a:pt x="435" y="1542"/>
                  </a:lnTo>
                  <a:lnTo>
                    <a:pt x="455" y="1542"/>
                  </a:lnTo>
                  <a:lnTo>
                    <a:pt x="455" y="1561"/>
                  </a:lnTo>
                  <a:lnTo>
                    <a:pt x="475" y="1542"/>
                  </a:lnTo>
                  <a:lnTo>
                    <a:pt x="514" y="1542"/>
                  </a:lnTo>
                  <a:lnTo>
                    <a:pt x="475" y="1561"/>
                  </a:lnTo>
                  <a:lnTo>
                    <a:pt x="435" y="1581"/>
                  </a:lnTo>
                  <a:lnTo>
                    <a:pt x="415" y="1601"/>
                  </a:lnTo>
                  <a:lnTo>
                    <a:pt x="435" y="1601"/>
                  </a:lnTo>
                  <a:lnTo>
                    <a:pt x="455" y="1581"/>
                  </a:lnTo>
                  <a:lnTo>
                    <a:pt x="554" y="1565"/>
                  </a:lnTo>
                  <a:lnTo>
                    <a:pt x="554" y="1581"/>
                  </a:lnTo>
                  <a:lnTo>
                    <a:pt x="593" y="1581"/>
                  </a:lnTo>
                  <a:lnTo>
                    <a:pt x="633" y="1561"/>
                  </a:lnTo>
                  <a:lnTo>
                    <a:pt x="613" y="1581"/>
                  </a:lnTo>
                  <a:lnTo>
                    <a:pt x="554" y="1601"/>
                  </a:lnTo>
                  <a:lnTo>
                    <a:pt x="633" y="1601"/>
                  </a:lnTo>
                  <a:lnTo>
                    <a:pt x="672" y="1581"/>
                  </a:lnTo>
                  <a:lnTo>
                    <a:pt x="731" y="1581"/>
                  </a:lnTo>
                  <a:lnTo>
                    <a:pt x="652" y="1621"/>
                  </a:lnTo>
                  <a:lnTo>
                    <a:pt x="613" y="1621"/>
                  </a:lnTo>
                  <a:lnTo>
                    <a:pt x="554" y="1660"/>
                  </a:lnTo>
                  <a:lnTo>
                    <a:pt x="534" y="1660"/>
                  </a:lnTo>
                  <a:lnTo>
                    <a:pt x="475" y="1680"/>
                  </a:lnTo>
                  <a:lnTo>
                    <a:pt x="514" y="1680"/>
                  </a:lnTo>
                  <a:lnTo>
                    <a:pt x="514" y="1700"/>
                  </a:lnTo>
                  <a:lnTo>
                    <a:pt x="554" y="1680"/>
                  </a:lnTo>
                  <a:lnTo>
                    <a:pt x="613" y="1660"/>
                  </a:lnTo>
                  <a:lnTo>
                    <a:pt x="554" y="1700"/>
                  </a:lnTo>
                  <a:lnTo>
                    <a:pt x="593" y="1700"/>
                  </a:lnTo>
                  <a:lnTo>
                    <a:pt x="672" y="1680"/>
                  </a:lnTo>
                  <a:lnTo>
                    <a:pt x="712" y="1640"/>
                  </a:lnTo>
                  <a:lnTo>
                    <a:pt x="771" y="1640"/>
                  </a:lnTo>
                  <a:lnTo>
                    <a:pt x="810" y="1621"/>
                  </a:lnTo>
                  <a:lnTo>
                    <a:pt x="850" y="1621"/>
                  </a:lnTo>
                  <a:lnTo>
                    <a:pt x="751" y="1680"/>
                  </a:lnTo>
                  <a:lnTo>
                    <a:pt x="633" y="1719"/>
                  </a:lnTo>
                  <a:lnTo>
                    <a:pt x="475" y="1759"/>
                  </a:lnTo>
                  <a:lnTo>
                    <a:pt x="514" y="1779"/>
                  </a:lnTo>
                  <a:lnTo>
                    <a:pt x="494" y="1798"/>
                  </a:lnTo>
                  <a:lnTo>
                    <a:pt x="573" y="1779"/>
                  </a:lnTo>
                  <a:lnTo>
                    <a:pt x="692" y="1739"/>
                  </a:lnTo>
                  <a:lnTo>
                    <a:pt x="672" y="1759"/>
                  </a:lnTo>
                  <a:lnTo>
                    <a:pt x="633" y="1759"/>
                  </a:lnTo>
                  <a:lnTo>
                    <a:pt x="692" y="1779"/>
                  </a:lnTo>
                  <a:lnTo>
                    <a:pt x="731" y="1779"/>
                  </a:lnTo>
                  <a:lnTo>
                    <a:pt x="791" y="1759"/>
                  </a:lnTo>
                  <a:lnTo>
                    <a:pt x="870" y="1739"/>
                  </a:lnTo>
                  <a:lnTo>
                    <a:pt x="890" y="1739"/>
                  </a:lnTo>
                  <a:lnTo>
                    <a:pt x="949" y="1719"/>
                  </a:lnTo>
                  <a:lnTo>
                    <a:pt x="949" y="1739"/>
                  </a:lnTo>
                  <a:lnTo>
                    <a:pt x="890" y="1759"/>
                  </a:lnTo>
                  <a:lnTo>
                    <a:pt x="909" y="1759"/>
                  </a:lnTo>
                  <a:lnTo>
                    <a:pt x="850" y="1779"/>
                  </a:lnTo>
                  <a:lnTo>
                    <a:pt x="810" y="1779"/>
                  </a:lnTo>
                  <a:lnTo>
                    <a:pt x="791" y="1798"/>
                  </a:lnTo>
                  <a:lnTo>
                    <a:pt x="751" y="1818"/>
                  </a:lnTo>
                  <a:lnTo>
                    <a:pt x="751" y="1818"/>
                  </a:lnTo>
                  <a:lnTo>
                    <a:pt x="810" y="1798"/>
                  </a:lnTo>
                  <a:lnTo>
                    <a:pt x="810" y="1798"/>
                  </a:lnTo>
                  <a:lnTo>
                    <a:pt x="751" y="1838"/>
                  </a:lnTo>
                  <a:lnTo>
                    <a:pt x="751" y="1858"/>
                  </a:lnTo>
                  <a:lnTo>
                    <a:pt x="751" y="1877"/>
                  </a:lnTo>
                  <a:lnTo>
                    <a:pt x="672" y="1937"/>
                  </a:lnTo>
                  <a:lnTo>
                    <a:pt x="672" y="1937"/>
                  </a:lnTo>
                  <a:lnTo>
                    <a:pt x="751" y="1917"/>
                  </a:lnTo>
                  <a:lnTo>
                    <a:pt x="791" y="1917"/>
                  </a:lnTo>
                  <a:lnTo>
                    <a:pt x="850" y="1897"/>
                  </a:lnTo>
                  <a:lnTo>
                    <a:pt x="909" y="1877"/>
                  </a:lnTo>
                  <a:lnTo>
                    <a:pt x="909" y="1858"/>
                  </a:lnTo>
                  <a:lnTo>
                    <a:pt x="870" y="1877"/>
                  </a:lnTo>
                  <a:lnTo>
                    <a:pt x="850" y="1877"/>
                  </a:lnTo>
                  <a:lnTo>
                    <a:pt x="868" y="1842"/>
                  </a:lnTo>
                  <a:lnTo>
                    <a:pt x="868" y="1842"/>
                  </a:lnTo>
                  <a:lnTo>
                    <a:pt x="890" y="1838"/>
                  </a:lnTo>
                  <a:lnTo>
                    <a:pt x="929" y="1818"/>
                  </a:lnTo>
                  <a:lnTo>
                    <a:pt x="949" y="1818"/>
                  </a:lnTo>
                  <a:lnTo>
                    <a:pt x="988" y="1798"/>
                  </a:lnTo>
                  <a:lnTo>
                    <a:pt x="988" y="1779"/>
                  </a:lnTo>
                  <a:lnTo>
                    <a:pt x="1087" y="1739"/>
                  </a:lnTo>
                  <a:lnTo>
                    <a:pt x="1225" y="1700"/>
                  </a:lnTo>
                  <a:lnTo>
                    <a:pt x="1225" y="1700"/>
                  </a:lnTo>
                  <a:lnTo>
                    <a:pt x="1166" y="1719"/>
                  </a:lnTo>
                  <a:lnTo>
                    <a:pt x="1245" y="1700"/>
                  </a:lnTo>
                  <a:lnTo>
                    <a:pt x="1146" y="1759"/>
                  </a:lnTo>
                  <a:lnTo>
                    <a:pt x="1166" y="1759"/>
                  </a:lnTo>
                  <a:lnTo>
                    <a:pt x="1166" y="1779"/>
                  </a:lnTo>
                  <a:lnTo>
                    <a:pt x="1206" y="1759"/>
                  </a:lnTo>
                  <a:lnTo>
                    <a:pt x="1186" y="1739"/>
                  </a:lnTo>
                  <a:lnTo>
                    <a:pt x="1225" y="1719"/>
                  </a:lnTo>
                  <a:lnTo>
                    <a:pt x="1225" y="1739"/>
                  </a:lnTo>
                  <a:lnTo>
                    <a:pt x="1265" y="1719"/>
                  </a:lnTo>
                  <a:lnTo>
                    <a:pt x="1344" y="1700"/>
                  </a:lnTo>
                  <a:lnTo>
                    <a:pt x="1344" y="1700"/>
                  </a:lnTo>
                  <a:lnTo>
                    <a:pt x="1324" y="1719"/>
                  </a:lnTo>
                  <a:lnTo>
                    <a:pt x="1245" y="1759"/>
                  </a:lnTo>
                  <a:lnTo>
                    <a:pt x="1107" y="1818"/>
                  </a:lnTo>
                  <a:lnTo>
                    <a:pt x="1146" y="1818"/>
                  </a:lnTo>
                  <a:lnTo>
                    <a:pt x="949" y="1877"/>
                  </a:lnTo>
                  <a:lnTo>
                    <a:pt x="929" y="1917"/>
                  </a:lnTo>
                  <a:lnTo>
                    <a:pt x="929" y="1937"/>
                  </a:lnTo>
                  <a:lnTo>
                    <a:pt x="810" y="1996"/>
                  </a:lnTo>
                  <a:lnTo>
                    <a:pt x="830" y="1996"/>
                  </a:lnTo>
                  <a:lnTo>
                    <a:pt x="830" y="2016"/>
                  </a:lnTo>
                  <a:lnTo>
                    <a:pt x="909" y="1996"/>
                  </a:lnTo>
                  <a:lnTo>
                    <a:pt x="909" y="1976"/>
                  </a:lnTo>
                  <a:lnTo>
                    <a:pt x="949" y="1956"/>
                  </a:lnTo>
                  <a:lnTo>
                    <a:pt x="1048" y="1917"/>
                  </a:lnTo>
                  <a:lnTo>
                    <a:pt x="1048" y="1897"/>
                  </a:lnTo>
                  <a:lnTo>
                    <a:pt x="1107" y="1897"/>
                  </a:lnTo>
                  <a:lnTo>
                    <a:pt x="969" y="1956"/>
                  </a:lnTo>
                  <a:lnTo>
                    <a:pt x="988" y="1956"/>
                  </a:lnTo>
                  <a:lnTo>
                    <a:pt x="969" y="1996"/>
                  </a:lnTo>
                  <a:lnTo>
                    <a:pt x="929" y="2016"/>
                  </a:lnTo>
                  <a:lnTo>
                    <a:pt x="890" y="2016"/>
                  </a:lnTo>
                  <a:lnTo>
                    <a:pt x="890" y="2035"/>
                  </a:lnTo>
                  <a:lnTo>
                    <a:pt x="870" y="2035"/>
                  </a:lnTo>
                  <a:lnTo>
                    <a:pt x="850" y="2055"/>
                  </a:lnTo>
                  <a:lnTo>
                    <a:pt x="850" y="2075"/>
                  </a:lnTo>
                  <a:lnTo>
                    <a:pt x="810" y="2095"/>
                  </a:lnTo>
                  <a:lnTo>
                    <a:pt x="909" y="2075"/>
                  </a:lnTo>
                  <a:lnTo>
                    <a:pt x="850" y="2114"/>
                  </a:lnTo>
                  <a:lnTo>
                    <a:pt x="791" y="2154"/>
                  </a:lnTo>
                  <a:lnTo>
                    <a:pt x="791" y="2154"/>
                  </a:lnTo>
                  <a:lnTo>
                    <a:pt x="870" y="2114"/>
                  </a:lnTo>
                  <a:lnTo>
                    <a:pt x="890" y="2114"/>
                  </a:lnTo>
                  <a:lnTo>
                    <a:pt x="909" y="2095"/>
                  </a:lnTo>
                  <a:lnTo>
                    <a:pt x="969" y="2075"/>
                  </a:lnTo>
                  <a:lnTo>
                    <a:pt x="1028" y="2055"/>
                  </a:lnTo>
                  <a:lnTo>
                    <a:pt x="1048" y="2055"/>
                  </a:lnTo>
                  <a:lnTo>
                    <a:pt x="890" y="2134"/>
                  </a:lnTo>
                  <a:lnTo>
                    <a:pt x="929" y="2134"/>
                  </a:lnTo>
                  <a:lnTo>
                    <a:pt x="909" y="2154"/>
                  </a:lnTo>
                  <a:lnTo>
                    <a:pt x="909" y="2154"/>
                  </a:lnTo>
                  <a:lnTo>
                    <a:pt x="969" y="2114"/>
                  </a:lnTo>
                  <a:lnTo>
                    <a:pt x="1028" y="2095"/>
                  </a:lnTo>
                  <a:lnTo>
                    <a:pt x="1067" y="2095"/>
                  </a:lnTo>
                  <a:lnTo>
                    <a:pt x="1166" y="2035"/>
                  </a:lnTo>
                  <a:lnTo>
                    <a:pt x="1146" y="2075"/>
                  </a:lnTo>
                  <a:lnTo>
                    <a:pt x="1048" y="2114"/>
                  </a:lnTo>
                  <a:lnTo>
                    <a:pt x="1067" y="2114"/>
                  </a:lnTo>
                  <a:lnTo>
                    <a:pt x="1028" y="2134"/>
                  </a:lnTo>
                  <a:lnTo>
                    <a:pt x="1048" y="2134"/>
                  </a:lnTo>
                  <a:lnTo>
                    <a:pt x="949" y="2213"/>
                  </a:lnTo>
                  <a:lnTo>
                    <a:pt x="988" y="2193"/>
                  </a:lnTo>
                  <a:lnTo>
                    <a:pt x="969" y="2213"/>
                  </a:lnTo>
                  <a:lnTo>
                    <a:pt x="988" y="2213"/>
                  </a:lnTo>
                  <a:lnTo>
                    <a:pt x="1028" y="2174"/>
                  </a:lnTo>
                  <a:lnTo>
                    <a:pt x="1048" y="2174"/>
                  </a:lnTo>
                  <a:lnTo>
                    <a:pt x="1097" y="2144"/>
                  </a:lnTo>
                  <a:lnTo>
                    <a:pt x="1097" y="2144"/>
                  </a:lnTo>
                  <a:lnTo>
                    <a:pt x="1087" y="2154"/>
                  </a:lnTo>
                  <a:lnTo>
                    <a:pt x="1206" y="2075"/>
                  </a:lnTo>
                  <a:lnTo>
                    <a:pt x="1304" y="2035"/>
                  </a:lnTo>
                  <a:lnTo>
                    <a:pt x="1285" y="2035"/>
                  </a:lnTo>
                  <a:lnTo>
                    <a:pt x="1186" y="2075"/>
                  </a:lnTo>
                  <a:lnTo>
                    <a:pt x="1146" y="2095"/>
                  </a:lnTo>
                  <a:lnTo>
                    <a:pt x="1206" y="2055"/>
                  </a:lnTo>
                  <a:lnTo>
                    <a:pt x="1225" y="2035"/>
                  </a:lnTo>
                  <a:lnTo>
                    <a:pt x="1265" y="1996"/>
                  </a:lnTo>
                  <a:lnTo>
                    <a:pt x="1186" y="2016"/>
                  </a:lnTo>
                  <a:lnTo>
                    <a:pt x="1133" y="2042"/>
                  </a:lnTo>
                  <a:lnTo>
                    <a:pt x="1133" y="2042"/>
                  </a:lnTo>
                  <a:lnTo>
                    <a:pt x="1146" y="2016"/>
                  </a:lnTo>
                  <a:lnTo>
                    <a:pt x="1186" y="2016"/>
                  </a:lnTo>
                  <a:lnTo>
                    <a:pt x="1265" y="1976"/>
                  </a:lnTo>
                  <a:lnTo>
                    <a:pt x="1383" y="1917"/>
                  </a:lnTo>
                  <a:lnTo>
                    <a:pt x="1482" y="1897"/>
                  </a:lnTo>
                  <a:lnTo>
                    <a:pt x="1541" y="1877"/>
                  </a:lnTo>
                  <a:lnTo>
                    <a:pt x="1561" y="1877"/>
                  </a:lnTo>
                  <a:lnTo>
                    <a:pt x="1601" y="1858"/>
                  </a:lnTo>
                  <a:lnTo>
                    <a:pt x="1640" y="1838"/>
                  </a:lnTo>
                  <a:lnTo>
                    <a:pt x="1640" y="1838"/>
                  </a:lnTo>
                  <a:lnTo>
                    <a:pt x="1620" y="1858"/>
                  </a:lnTo>
                  <a:lnTo>
                    <a:pt x="1601" y="1858"/>
                  </a:lnTo>
                  <a:lnTo>
                    <a:pt x="1462" y="1956"/>
                  </a:lnTo>
                  <a:lnTo>
                    <a:pt x="1324" y="2035"/>
                  </a:lnTo>
                  <a:lnTo>
                    <a:pt x="1364" y="2035"/>
                  </a:lnTo>
                  <a:lnTo>
                    <a:pt x="1186" y="2134"/>
                  </a:lnTo>
                  <a:lnTo>
                    <a:pt x="1225" y="2114"/>
                  </a:lnTo>
                  <a:lnTo>
                    <a:pt x="1285" y="2095"/>
                  </a:lnTo>
                  <a:lnTo>
                    <a:pt x="1245" y="2114"/>
                  </a:lnTo>
                  <a:lnTo>
                    <a:pt x="1225" y="2114"/>
                  </a:lnTo>
                  <a:lnTo>
                    <a:pt x="1225" y="2134"/>
                  </a:lnTo>
                  <a:lnTo>
                    <a:pt x="1245" y="2134"/>
                  </a:lnTo>
                  <a:lnTo>
                    <a:pt x="1304" y="2114"/>
                  </a:lnTo>
                  <a:lnTo>
                    <a:pt x="1285" y="2114"/>
                  </a:lnTo>
                  <a:lnTo>
                    <a:pt x="1383" y="2075"/>
                  </a:lnTo>
                  <a:lnTo>
                    <a:pt x="1364" y="2075"/>
                  </a:lnTo>
                  <a:lnTo>
                    <a:pt x="1383" y="2055"/>
                  </a:lnTo>
                  <a:lnTo>
                    <a:pt x="1364" y="2055"/>
                  </a:lnTo>
                  <a:lnTo>
                    <a:pt x="1423" y="2035"/>
                  </a:lnTo>
                  <a:lnTo>
                    <a:pt x="1522" y="1956"/>
                  </a:lnTo>
                  <a:lnTo>
                    <a:pt x="1561" y="1937"/>
                  </a:lnTo>
                  <a:lnTo>
                    <a:pt x="1541" y="1917"/>
                  </a:lnTo>
                  <a:lnTo>
                    <a:pt x="1561" y="1907"/>
                  </a:lnTo>
                  <a:lnTo>
                    <a:pt x="1561" y="1907"/>
                  </a:lnTo>
                  <a:lnTo>
                    <a:pt x="1561" y="1897"/>
                  </a:lnTo>
                  <a:lnTo>
                    <a:pt x="1680" y="1838"/>
                  </a:lnTo>
                  <a:lnTo>
                    <a:pt x="1699" y="1858"/>
                  </a:lnTo>
                  <a:lnTo>
                    <a:pt x="1739" y="1838"/>
                  </a:lnTo>
                  <a:lnTo>
                    <a:pt x="1818" y="1798"/>
                  </a:lnTo>
                  <a:lnTo>
                    <a:pt x="1877" y="1759"/>
                  </a:lnTo>
                  <a:lnTo>
                    <a:pt x="1818" y="1779"/>
                  </a:lnTo>
                  <a:lnTo>
                    <a:pt x="1857" y="1759"/>
                  </a:lnTo>
                  <a:lnTo>
                    <a:pt x="1818" y="1759"/>
                  </a:lnTo>
                  <a:lnTo>
                    <a:pt x="1778" y="1779"/>
                  </a:lnTo>
                  <a:lnTo>
                    <a:pt x="1739" y="1798"/>
                  </a:lnTo>
                  <a:lnTo>
                    <a:pt x="1640" y="1818"/>
                  </a:lnTo>
                  <a:lnTo>
                    <a:pt x="1640" y="1818"/>
                  </a:lnTo>
                  <a:lnTo>
                    <a:pt x="1778" y="1779"/>
                  </a:lnTo>
                  <a:lnTo>
                    <a:pt x="1798" y="1759"/>
                  </a:lnTo>
                  <a:lnTo>
                    <a:pt x="1778" y="1759"/>
                  </a:lnTo>
                  <a:lnTo>
                    <a:pt x="1719" y="1779"/>
                  </a:lnTo>
                  <a:lnTo>
                    <a:pt x="1739" y="1759"/>
                  </a:lnTo>
                  <a:lnTo>
                    <a:pt x="1660" y="1798"/>
                  </a:lnTo>
                  <a:lnTo>
                    <a:pt x="1601" y="1818"/>
                  </a:lnTo>
                  <a:lnTo>
                    <a:pt x="1601" y="1838"/>
                  </a:lnTo>
                  <a:lnTo>
                    <a:pt x="1620" y="1818"/>
                  </a:lnTo>
                  <a:lnTo>
                    <a:pt x="1660" y="1818"/>
                  </a:lnTo>
                  <a:lnTo>
                    <a:pt x="1581" y="1858"/>
                  </a:lnTo>
                  <a:lnTo>
                    <a:pt x="1522" y="1877"/>
                  </a:lnTo>
                  <a:lnTo>
                    <a:pt x="1581" y="1838"/>
                  </a:lnTo>
                  <a:lnTo>
                    <a:pt x="1601" y="1818"/>
                  </a:lnTo>
                  <a:lnTo>
                    <a:pt x="1581" y="1818"/>
                  </a:lnTo>
                  <a:lnTo>
                    <a:pt x="1640" y="1798"/>
                  </a:lnTo>
                  <a:lnTo>
                    <a:pt x="1660" y="1798"/>
                  </a:lnTo>
                  <a:lnTo>
                    <a:pt x="1739" y="1739"/>
                  </a:lnTo>
                  <a:lnTo>
                    <a:pt x="1680" y="1759"/>
                  </a:lnTo>
                  <a:lnTo>
                    <a:pt x="1660" y="1779"/>
                  </a:lnTo>
                  <a:lnTo>
                    <a:pt x="1680" y="1779"/>
                  </a:lnTo>
                  <a:lnTo>
                    <a:pt x="1581" y="1798"/>
                  </a:lnTo>
                  <a:lnTo>
                    <a:pt x="1541" y="1798"/>
                  </a:lnTo>
                  <a:lnTo>
                    <a:pt x="1561" y="1779"/>
                  </a:lnTo>
                  <a:lnTo>
                    <a:pt x="1482" y="1818"/>
                  </a:lnTo>
                  <a:lnTo>
                    <a:pt x="1462" y="1798"/>
                  </a:lnTo>
                  <a:lnTo>
                    <a:pt x="1522" y="1779"/>
                  </a:lnTo>
                  <a:lnTo>
                    <a:pt x="1502" y="1779"/>
                  </a:lnTo>
                  <a:lnTo>
                    <a:pt x="1403" y="1798"/>
                  </a:lnTo>
                  <a:lnTo>
                    <a:pt x="1324" y="1858"/>
                  </a:lnTo>
                  <a:lnTo>
                    <a:pt x="1285" y="1877"/>
                  </a:lnTo>
                  <a:lnTo>
                    <a:pt x="1285" y="1877"/>
                  </a:lnTo>
                  <a:lnTo>
                    <a:pt x="1304" y="1858"/>
                  </a:lnTo>
                  <a:lnTo>
                    <a:pt x="1344" y="1838"/>
                  </a:lnTo>
                  <a:lnTo>
                    <a:pt x="1344" y="1818"/>
                  </a:lnTo>
                  <a:lnTo>
                    <a:pt x="1324" y="1818"/>
                  </a:lnTo>
                  <a:lnTo>
                    <a:pt x="1462" y="1759"/>
                  </a:lnTo>
                  <a:lnTo>
                    <a:pt x="1383" y="1779"/>
                  </a:lnTo>
                  <a:lnTo>
                    <a:pt x="1383" y="1779"/>
                  </a:lnTo>
                  <a:lnTo>
                    <a:pt x="1482" y="1739"/>
                  </a:lnTo>
                  <a:lnTo>
                    <a:pt x="1522" y="1719"/>
                  </a:lnTo>
                  <a:lnTo>
                    <a:pt x="1502" y="1739"/>
                  </a:lnTo>
                  <a:lnTo>
                    <a:pt x="1541" y="1739"/>
                  </a:lnTo>
                  <a:lnTo>
                    <a:pt x="1522" y="1759"/>
                  </a:lnTo>
                  <a:lnTo>
                    <a:pt x="1581" y="1739"/>
                  </a:lnTo>
                  <a:lnTo>
                    <a:pt x="1601" y="1739"/>
                  </a:lnTo>
                  <a:lnTo>
                    <a:pt x="1660" y="1680"/>
                  </a:lnTo>
                  <a:lnTo>
                    <a:pt x="1778" y="1621"/>
                  </a:lnTo>
                  <a:lnTo>
                    <a:pt x="1818" y="1621"/>
                  </a:lnTo>
                  <a:lnTo>
                    <a:pt x="1818" y="1601"/>
                  </a:lnTo>
                  <a:lnTo>
                    <a:pt x="1620" y="1680"/>
                  </a:lnTo>
                  <a:lnTo>
                    <a:pt x="1601" y="1680"/>
                  </a:lnTo>
                  <a:lnTo>
                    <a:pt x="1601" y="1660"/>
                  </a:lnTo>
                  <a:lnTo>
                    <a:pt x="1739" y="1621"/>
                  </a:lnTo>
                  <a:lnTo>
                    <a:pt x="1699" y="1621"/>
                  </a:lnTo>
                  <a:lnTo>
                    <a:pt x="1719" y="1601"/>
                  </a:lnTo>
                  <a:lnTo>
                    <a:pt x="1719" y="1601"/>
                  </a:lnTo>
                  <a:lnTo>
                    <a:pt x="1680" y="1621"/>
                  </a:lnTo>
                  <a:lnTo>
                    <a:pt x="1699" y="1601"/>
                  </a:lnTo>
                  <a:lnTo>
                    <a:pt x="1759" y="1561"/>
                  </a:lnTo>
                  <a:lnTo>
                    <a:pt x="1778" y="1561"/>
                  </a:lnTo>
                  <a:lnTo>
                    <a:pt x="1759" y="1581"/>
                  </a:lnTo>
                  <a:lnTo>
                    <a:pt x="1778" y="1581"/>
                  </a:lnTo>
                  <a:lnTo>
                    <a:pt x="1818" y="1561"/>
                  </a:lnTo>
                  <a:lnTo>
                    <a:pt x="1857" y="1542"/>
                  </a:lnTo>
                  <a:lnTo>
                    <a:pt x="1857" y="1532"/>
                  </a:lnTo>
                  <a:lnTo>
                    <a:pt x="1857" y="1532"/>
                  </a:lnTo>
                  <a:lnTo>
                    <a:pt x="1917" y="1502"/>
                  </a:lnTo>
                  <a:lnTo>
                    <a:pt x="1897" y="1502"/>
                  </a:lnTo>
                  <a:lnTo>
                    <a:pt x="1917" y="1482"/>
                  </a:lnTo>
                  <a:lnTo>
                    <a:pt x="1936" y="1463"/>
                  </a:lnTo>
                  <a:lnTo>
                    <a:pt x="1917" y="1463"/>
                  </a:lnTo>
                  <a:lnTo>
                    <a:pt x="1857" y="1482"/>
                  </a:lnTo>
                  <a:lnTo>
                    <a:pt x="1759" y="1502"/>
                  </a:lnTo>
                  <a:lnTo>
                    <a:pt x="1857" y="1463"/>
                  </a:lnTo>
                  <a:lnTo>
                    <a:pt x="1897" y="1443"/>
                  </a:lnTo>
                  <a:lnTo>
                    <a:pt x="1798" y="1482"/>
                  </a:lnTo>
                  <a:lnTo>
                    <a:pt x="1719" y="1502"/>
                  </a:lnTo>
                  <a:lnTo>
                    <a:pt x="1719" y="1502"/>
                  </a:lnTo>
                  <a:lnTo>
                    <a:pt x="1798" y="1463"/>
                  </a:lnTo>
                  <a:lnTo>
                    <a:pt x="1824" y="1456"/>
                  </a:lnTo>
                  <a:lnTo>
                    <a:pt x="1824" y="1456"/>
                  </a:lnTo>
                  <a:lnTo>
                    <a:pt x="1838" y="1443"/>
                  </a:lnTo>
                  <a:lnTo>
                    <a:pt x="1897" y="1403"/>
                  </a:lnTo>
                  <a:lnTo>
                    <a:pt x="1897" y="1403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43"/>
                  </a:lnTo>
                  <a:lnTo>
                    <a:pt x="1719" y="1463"/>
                  </a:lnTo>
                  <a:lnTo>
                    <a:pt x="1739" y="1443"/>
                  </a:lnTo>
                  <a:lnTo>
                    <a:pt x="1778" y="1423"/>
                  </a:lnTo>
                  <a:lnTo>
                    <a:pt x="1818" y="1403"/>
                  </a:lnTo>
                  <a:lnTo>
                    <a:pt x="1818" y="1403"/>
                  </a:lnTo>
                  <a:lnTo>
                    <a:pt x="1798" y="1423"/>
                  </a:lnTo>
                  <a:lnTo>
                    <a:pt x="1877" y="1403"/>
                  </a:lnTo>
                  <a:lnTo>
                    <a:pt x="1818" y="1403"/>
                  </a:lnTo>
                  <a:lnTo>
                    <a:pt x="1818" y="1384"/>
                  </a:lnTo>
                  <a:lnTo>
                    <a:pt x="1838" y="1384"/>
                  </a:lnTo>
                  <a:lnTo>
                    <a:pt x="1838" y="1364"/>
                  </a:lnTo>
                  <a:lnTo>
                    <a:pt x="1778" y="1384"/>
                  </a:lnTo>
                  <a:lnTo>
                    <a:pt x="1699" y="1423"/>
                  </a:lnTo>
                  <a:lnTo>
                    <a:pt x="1759" y="1384"/>
                  </a:lnTo>
                  <a:lnTo>
                    <a:pt x="1778" y="1384"/>
                  </a:lnTo>
                  <a:lnTo>
                    <a:pt x="1798" y="1364"/>
                  </a:lnTo>
                  <a:lnTo>
                    <a:pt x="1778" y="1364"/>
                  </a:lnTo>
                  <a:lnTo>
                    <a:pt x="1818" y="1344"/>
                  </a:lnTo>
                  <a:lnTo>
                    <a:pt x="1759" y="1344"/>
                  </a:lnTo>
                  <a:lnTo>
                    <a:pt x="1818" y="1324"/>
                  </a:lnTo>
                  <a:lnTo>
                    <a:pt x="1680" y="1324"/>
                  </a:lnTo>
                  <a:lnTo>
                    <a:pt x="1778" y="1305"/>
                  </a:lnTo>
                  <a:lnTo>
                    <a:pt x="1818" y="1305"/>
                  </a:lnTo>
                  <a:lnTo>
                    <a:pt x="1838" y="1285"/>
                  </a:lnTo>
                  <a:lnTo>
                    <a:pt x="1818" y="1285"/>
                  </a:lnTo>
                  <a:lnTo>
                    <a:pt x="1838" y="1265"/>
                  </a:lnTo>
                  <a:lnTo>
                    <a:pt x="1719" y="1305"/>
                  </a:lnTo>
                  <a:lnTo>
                    <a:pt x="1719" y="1285"/>
                  </a:lnTo>
                  <a:lnTo>
                    <a:pt x="1699" y="1285"/>
                  </a:lnTo>
                  <a:lnTo>
                    <a:pt x="1739" y="1265"/>
                  </a:lnTo>
                  <a:lnTo>
                    <a:pt x="1680" y="1265"/>
                  </a:lnTo>
                  <a:lnTo>
                    <a:pt x="1601" y="1305"/>
                  </a:lnTo>
                  <a:lnTo>
                    <a:pt x="1601" y="1285"/>
                  </a:lnTo>
                  <a:lnTo>
                    <a:pt x="1561" y="1305"/>
                  </a:lnTo>
                  <a:lnTo>
                    <a:pt x="1581" y="1324"/>
                  </a:lnTo>
                  <a:lnTo>
                    <a:pt x="1601" y="1324"/>
                  </a:lnTo>
                  <a:lnTo>
                    <a:pt x="1561" y="1344"/>
                  </a:lnTo>
                  <a:lnTo>
                    <a:pt x="1482" y="1364"/>
                  </a:lnTo>
                  <a:lnTo>
                    <a:pt x="1443" y="1384"/>
                  </a:lnTo>
                  <a:lnTo>
                    <a:pt x="1364" y="1403"/>
                  </a:lnTo>
                  <a:lnTo>
                    <a:pt x="1324" y="1384"/>
                  </a:lnTo>
                  <a:lnTo>
                    <a:pt x="1344" y="1364"/>
                  </a:lnTo>
                  <a:lnTo>
                    <a:pt x="1364" y="1344"/>
                  </a:lnTo>
                  <a:lnTo>
                    <a:pt x="1344" y="1344"/>
                  </a:lnTo>
                  <a:lnTo>
                    <a:pt x="1403" y="1324"/>
                  </a:lnTo>
                  <a:lnTo>
                    <a:pt x="1482" y="1324"/>
                  </a:lnTo>
                  <a:lnTo>
                    <a:pt x="1601" y="1285"/>
                  </a:lnTo>
                  <a:lnTo>
                    <a:pt x="1719" y="1245"/>
                  </a:lnTo>
                  <a:lnTo>
                    <a:pt x="1699" y="1245"/>
                  </a:lnTo>
                  <a:lnTo>
                    <a:pt x="1739" y="1226"/>
                  </a:lnTo>
                  <a:lnTo>
                    <a:pt x="1660" y="1226"/>
                  </a:lnTo>
                  <a:lnTo>
                    <a:pt x="1719" y="1206"/>
                  </a:lnTo>
                  <a:lnTo>
                    <a:pt x="1699" y="1186"/>
                  </a:lnTo>
                  <a:lnTo>
                    <a:pt x="1660" y="1186"/>
                  </a:lnTo>
                  <a:lnTo>
                    <a:pt x="1719" y="1166"/>
                  </a:lnTo>
                  <a:lnTo>
                    <a:pt x="1719" y="1147"/>
                  </a:lnTo>
                  <a:lnTo>
                    <a:pt x="1601" y="1147"/>
                  </a:lnTo>
                  <a:lnTo>
                    <a:pt x="1601" y="1127"/>
                  </a:lnTo>
                  <a:lnTo>
                    <a:pt x="1620" y="1127"/>
                  </a:lnTo>
                  <a:lnTo>
                    <a:pt x="1660" y="1107"/>
                  </a:lnTo>
                  <a:lnTo>
                    <a:pt x="1620" y="1107"/>
                  </a:lnTo>
                  <a:lnTo>
                    <a:pt x="1680" y="1068"/>
                  </a:lnTo>
                  <a:lnTo>
                    <a:pt x="1620" y="1068"/>
                  </a:lnTo>
                  <a:lnTo>
                    <a:pt x="1541" y="1087"/>
                  </a:lnTo>
                  <a:lnTo>
                    <a:pt x="1541" y="1087"/>
                  </a:lnTo>
                  <a:lnTo>
                    <a:pt x="1660" y="1048"/>
                  </a:lnTo>
                  <a:lnTo>
                    <a:pt x="1601" y="1028"/>
                  </a:lnTo>
                  <a:lnTo>
                    <a:pt x="1561" y="989"/>
                  </a:lnTo>
                  <a:lnTo>
                    <a:pt x="1581" y="989"/>
                  </a:lnTo>
                  <a:lnTo>
                    <a:pt x="1561" y="969"/>
                  </a:lnTo>
                  <a:lnTo>
                    <a:pt x="1522" y="949"/>
                  </a:lnTo>
                  <a:lnTo>
                    <a:pt x="1482" y="949"/>
                  </a:lnTo>
                  <a:lnTo>
                    <a:pt x="1482" y="929"/>
                  </a:lnTo>
                  <a:lnTo>
                    <a:pt x="1383" y="929"/>
                  </a:lnTo>
                  <a:lnTo>
                    <a:pt x="1265" y="969"/>
                  </a:lnTo>
                  <a:lnTo>
                    <a:pt x="1245" y="949"/>
                  </a:lnTo>
                  <a:lnTo>
                    <a:pt x="1285" y="949"/>
                  </a:lnTo>
                  <a:lnTo>
                    <a:pt x="1344" y="929"/>
                  </a:lnTo>
                  <a:lnTo>
                    <a:pt x="1423" y="910"/>
                  </a:lnTo>
                  <a:lnTo>
                    <a:pt x="1443" y="910"/>
                  </a:lnTo>
                  <a:lnTo>
                    <a:pt x="1443" y="890"/>
                  </a:lnTo>
                  <a:lnTo>
                    <a:pt x="1462" y="870"/>
                  </a:lnTo>
                  <a:lnTo>
                    <a:pt x="1482" y="870"/>
                  </a:lnTo>
                  <a:lnTo>
                    <a:pt x="1482" y="890"/>
                  </a:lnTo>
                  <a:lnTo>
                    <a:pt x="1561" y="890"/>
                  </a:lnTo>
                  <a:lnTo>
                    <a:pt x="1522" y="870"/>
                  </a:lnTo>
                  <a:lnTo>
                    <a:pt x="1522" y="850"/>
                  </a:lnTo>
                  <a:lnTo>
                    <a:pt x="1423" y="850"/>
                  </a:lnTo>
                  <a:lnTo>
                    <a:pt x="1403" y="831"/>
                  </a:lnTo>
                  <a:lnTo>
                    <a:pt x="1482" y="811"/>
                  </a:lnTo>
                  <a:lnTo>
                    <a:pt x="1443" y="811"/>
                  </a:lnTo>
                  <a:lnTo>
                    <a:pt x="1423" y="791"/>
                  </a:lnTo>
                  <a:lnTo>
                    <a:pt x="1482" y="791"/>
                  </a:lnTo>
                  <a:lnTo>
                    <a:pt x="1482" y="771"/>
                  </a:lnTo>
                  <a:lnTo>
                    <a:pt x="1482" y="751"/>
                  </a:lnTo>
                  <a:lnTo>
                    <a:pt x="1522" y="751"/>
                  </a:lnTo>
                  <a:lnTo>
                    <a:pt x="1482" y="732"/>
                  </a:lnTo>
                  <a:lnTo>
                    <a:pt x="1403" y="712"/>
                  </a:lnTo>
                  <a:lnTo>
                    <a:pt x="1423" y="712"/>
                  </a:lnTo>
                  <a:lnTo>
                    <a:pt x="1423" y="692"/>
                  </a:lnTo>
                  <a:lnTo>
                    <a:pt x="1462" y="692"/>
                  </a:lnTo>
                  <a:lnTo>
                    <a:pt x="1443" y="672"/>
                  </a:lnTo>
                  <a:lnTo>
                    <a:pt x="1482" y="672"/>
                  </a:lnTo>
                  <a:lnTo>
                    <a:pt x="1462" y="653"/>
                  </a:lnTo>
                  <a:lnTo>
                    <a:pt x="1423" y="653"/>
                  </a:lnTo>
                  <a:lnTo>
                    <a:pt x="1324" y="633"/>
                  </a:lnTo>
                  <a:lnTo>
                    <a:pt x="1344" y="633"/>
                  </a:lnTo>
                  <a:lnTo>
                    <a:pt x="1324" y="613"/>
                  </a:lnTo>
                  <a:lnTo>
                    <a:pt x="1225" y="613"/>
                  </a:lnTo>
                  <a:lnTo>
                    <a:pt x="1265" y="593"/>
                  </a:lnTo>
                  <a:lnTo>
                    <a:pt x="1324" y="593"/>
                  </a:lnTo>
                  <a:lnTo>
                    <a:pt x="1324" y="613"/>
                  </a:lnTo>
                  <a:lnTo>
                    <a:pt x="1403" y="593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23" y="534"/>
                  </a:lnTo>
                  <a:lnTo>
                    <a:pt x="1403" y="514"/>
                  </a:lnTo>
                  <a:lnTo>
                    <a:pt x="1383" y="514"/>
                  </a:lnTo>
                  <a:lnTo>
                    <a:pt x="1443" y="495"/>
                  </a:lnTo>
                  <a:lnTo>
                    <a:pt x="1443" y="475"/>
                  </a:lnTo>
                  <a:lnTo>
                    <a:pt x="1443" y="455"/>
                  </a:lnTo>
                  <a:lnTo>
                    <a:pt x="1423" y="435"/>
                  </a:lnTo>
                  <a:lnTo>
                    <a:pt x="1383" y="435"/>
                  </a:lnTo>
                  <a:lnTo>
                    <a:pt x="1443" y="416"/>
                  </a:lnTo>
                  <a:lnTo>
                    <a:pt x="1344" y="416"/>
                  </a:lnTo>
                  <a:lnTo>
                    <a:pt x="1304" y="376"/>
                  </a:lnTo>
                  <a:lnTo>
                    <a:pt x="1265" y="356"/>
                  </a:lnTo>
                  <a:lnTo>
                    <a:pt x="1146" y="337"/>
                  </a:lnTo>
                  <a:lnTo>
                    <a:pt x="1206" y="337"/>
                  </a:lnTo>
                  <a:lnTo>
                    <a:pt x="1265" y="356"/>
                  </a:lnTo>
                  <a:lnTo>
                    <a:pt x="1225" y="337"/>
                  </a:lnTo>
                  <a:lnTo>
                    <a:pt x="1285" y="337"/>
                  </a:lnTo>
                  <a:lnTo>
                    <a:pt x="1304" y="317"/>
                  </a:lnTo>
                  <a:lnTo>
                    <a:pt x="1206" y="317"/>
                  </a:lnTo>
                  <a:lnTo>
                    <a:pt x="1146" y="297"/>
                  </a:lnTo>
                  <a:lnTo>
                    <a:pt x="1107" y="297"/>
                  </a:lnTo>
                  <a:lnTo>
                    <a:pt x="1107" y="277"/>
                  </a:lnTo>
                  <a:lnTo>
                    <a:pt x="1107" y="277"/>
                  </a:lnTo>
                  <a:lnTo>
                    <a:pt x="1067" y="238"/>
                  </a:lnTo>
                  <a:lnTo>
                    <a:pt x="1048" y="198"/>
                  </a:lnTo>
                  <a:lnTo>
                    <a:pt x="1048" y="159"/>
                  </a:lnTo>
                  <a:lnTo>
                    <a:pt x="1067" y="139"/>
                  </a:lnTo>
                  <a:lnTo>
                    <a:pt x="1107" y="139"/>
                  </a:lnTo>
                  <a:lnTo>
                    <a:pt x="1127" y="119"/>
                  </a:lnTo>
                  <a:lnTo>
                    <a:pt x="1107" y="100"/>
                  </a:lnTo>
                  <a:lnTo>
                    <a:pt x="1206" y="100"/>
                  </a:lnTo>
                  <a:lnTo>
                    <a:pt x="1225" y="80"/>
                  </a:lnTo>
                  <a:lnTo>
                    <a:pt x="1344" y="80"/>
                  </a:lnTo>
                  <a:lnTo>
                    <a:pt x="1265" y="60"/>
                  </a:lnTo>
                  <a:lnTo>
                    <a:pt x="1225" y="40"/>
                  </a:lnTo>
                  <a:lnTo>
                    <a:pt x="1206" y="40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15"/>
            <p:cNvSpPr/>
            <p:nvPr/>
          </p:nvSpPr>
          <p:spPr>
            <a:xfrm>
              <a:off x="-1397075" y="40990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0" y="0"/>
                  </a:moveTo>
                  <a:lnTo>
                    <a:pt x="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15"/>
            <p:cNvSpPr/>
            <p:nvPr/>
          </p:nvSpPr>
          <p:spPr>
            <a:xfrm>
              <a:off x="-1430175" y="40822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15"/>
            <p:cNvSpPr/>
            <p:nvPr/>
          </p:nvSpPr>
          <p:spPr>
            <a:xfrm>
              <a:off x="-1409425" y="4106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15"/>
            <p:cNvSpPr/>
            <p:nvPr/>
          </p:nvSpPr>
          <p:spPr>
            <a:xfrm>
              <a:off x="-1243500" y="413657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15"/>
            <p:cNvSpPr/>
            <p:nvPr/>
          </p:nvSpPr>
          <p:spPr>
            <a:xfrm>
              <a:off x="-1245000" y="4137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15"/>
            <p:cNvSpPr/>
            <p:nvPr/>
          </p:nvSpPr>
          <p:spPr>
            <a:xfrm>
              <a:off x="-1295850" y="4123725"/>
              <a:ext cx="53850" cy="43975"/>
            </a:xfrm>
            <a:custGeom>
              <a:rect b="b" l="l" r="r" t="t"/>
              <a:pathLst>
                <a:path extrusionOk="0" h="1759" w="2154">
                  <a:moveTo>
                    <a:pt x="1699" y="100"/>
                  </a:moveTo>
                  <a:lnTo>
                    <a:pt x="1699" y="139"/>
                  </a:lnTo>
                  <a:lnTo>
                    <a:pt x="1709" y="100"/>
                  </a:lnTo>
                  <a:close/>
                  <a:moveTo>
                    <a:pt x="1976" y="179"/>
                  </a:moveTo>
                  <a:lnTo>
                    <a:pt x="1956" y="278"/>
                  </a:lnTo>
                  <a:lnTo>
                    <a:pt x="1943" y="370"/>
                  </a:lnTo>
                  <a:lnTo>
                    <a:pt x="1956" y="317"/>
                  </a:lnTo>
                  <a:lnTo>
                    <a:pt x="1976" y="179"/>
                  </a:lnTo>
                  <a:close/>
                  <a:moveTo>
                    <a:pt x="1943" y="370"/>
                  </a:moveTo>
                  <a:lnTo>
                    <a:pt x="1936" y="396"/>
                  </a:lnTo>
                  <a:lnTo>
                    <a:pt x="1936" y="416"/>
                  </a:lnTo>
                  <a:lnTo>
                    <a:pt x="1943" y="370"/>
                  </a:lnTo>
                  <a:close/>
                  <a:moveTo>
                    <a:pt x="2045" y="455"/>
                  </a:moveTo>
                  <a:lnTo>
                    <a:pt x="2035" y="475"/>
                  </a:lnTo>
                  <a:lnTo>
                    <a:pt x="2035" y="495"/>
                  </a:lnTo>
                  <a:lnTo>
                    <a:pt x="2045" y="455"/>
                  </a:lnTo>
                  <a:close/>
                  <a:moveTo>
                    <a:pt x="2035" y="495"/>
                  </a:moveTo>
                  <a:lnTo>
                    <a:pt x="2022" y="534"/>
                  </a:lnTo>
                  <a:lnTo>
                    <a:pt x="2035" y="534"/>
                  </a:lnTo>
                  <a:lnTo>
                    <a:pt x="2035" y="495"/>
                  </a:lnTo>
                  <a:close/>
                  <a:moveTo>
                    <a:pt x="2134" y="198"/>
                  </a:moveTo>
                  <a:lnTo>
                    <a:pt x="2114" y="258"/>
                  </a:lnTo>
                  <a:lnTo>
                    <a:pt x="2114" y="238"/>
                  </a:lnTo>
                  <a:lnTo>
                    <a:pt x="2114" y="218"/>
                  </a:lnTo>
                  <a:lnTo>
                    <a:pt x="2094" y="258"/>
                  </a:lnTo>
                  <a:lnTo>
                    <a:pt x="2094" y="297"/>
                  </a:lnTo>
                  <a:lnTo>
                    <a:pt x="2074" y="337"/>
                  </a:lnTo>
                  <a:lnTo>
                    <a:pt x="2074" y="297"/>
                  </a:lnTo>
                  <a:lnTo>
                    <a:pt x="2074" y="278"/>
                  </a:lnTo>
                  <a:lnTo>
                    <a:pt x="2055" y="337"/>
                  </a:lnTo>
                  <a:lnTo>
                    <a:pt x="2055" y="317"/>
                  </a:lnTo>
                  <a:lnTo>
                    <a:pt x="2035" y="396"/>
                  </a:lnTo>
                  <a:lnTo>
                    <a:pt x="2015" y="455"/>
                  </a:lnTo>
                  <a:lnTo>
                    <a:pt x="2035" y="475"/>
                  </a:lnTo>
                  <a:lnTo>
                    <a:pt x="2035" y="455"/>
                  </a:lnTo>
                  <a:lnTo>
                    <a:pt x="2055" y="416"/>
                  </a:lnTo>
                  <a:lnTo>
                    <a:pt x="2045" y="455"/>
                  </a:lnTo>
                  <a:lnTo>
                    <a:pt x="2055" y="436"/>
                  </a:lnTo>
                  <a:lnTo>
                    <a:pt x="2055" y="475"/>
                  </a:lnTo>
                  <a:lnTo>
                    <a:pt x="2055" y="653"/>
                  </a:lnTo>
                  <a:lnTo>
                    <a:pt x="2035" y="811"/>
                  </a:lnTo>
                  <a:lnTo>
                    <a:pt x="2055" y="791"/>
                  </a:lnTo>
                  <a:lnTo>
                    <a:pt x="2042" y="923"/>
                  </a:lnTo>
                  <a:lnTo>
                    <a:pt x="2042" y="923"/>
                  </a:lnTo>
                  <a:lnTo>
                    <a:pt x="2055" y="870"/>
                  </a:lnTo>
                  <a:lnTo>
                    <a:pt x="2055" y="910"/>
                  </a:lnTo>
                  <a:lnTo>
                    <a:pt x="2055" y="929"/>
                  </a:lnTo>
                  <a:lnTo>
                    <a:pt x="2074" y="870"/>
                  </a:lnTo>
                  <a:lnTo>
                    <a:pt x="2074" y="890"/>
                  </a:lnTo>
                  <a:lnTo>
                    <a:pt x="2094" y="791"/>
                  </a:lnTo>
                  <a:lnTo>
                    <a:pt x="2094" y="771"/>
                  </a:lnTo>
                  <a:lnTo>
                    <a:pt x="2074" y="791"/>
                  </a:lnTo>
                  <a:lnTo>
                    <a:pt x="2094" y="732"/>
                  </a:lnTo>
                  <a:lnTo>
                    <a:pt x="2094" y="613"/>
                  </a:lnTo>
                  <a:lnTo>
                    <a:pt x="2094" y="594"/>
                  </a:lnTo>
                  <a:lnTo>
                    <a:pt x="2094" y="574"/>
                  </a:lnTo>
                  <a:lnTo>
                    <a:pt x="2074" y="613"/>
                  </a:lnTo>
                  <a:lnTo>
                    <a:pt x="2074" y="574"/>
                  </a:lnTo>
                  <a:lnTo>
                    <a:pt x="2074" y="554"/>
                  </a:lnTo>
                  <a:lnTo>
                    <a:pt x="2074" y="534"/>
                  </a:lnTo>
                  <a:lnTo>
                    <a:pt x="2094" y="416"/>
                  </a:lnTo>
                  <a:lnTo>
                    <a:pt x="2114" y="396"/>
                  </a:lnTo>
                  <a:lnTo>
                    <a:pt x="2094" y="436"/>
                  </a:lnTo>
                  <a:lnTo>
                    <a:pt x="2094" y="515"/>
                  </a:lnTo>
                  <a:lnTo>
                    <a:pt x="2114" y="475"/>
                  </a:lnTo>
                  <a:lnTo>
                    <a:pt x="2114" y="455"/>
                  </a:lnTo>
                  <a:lnTo>
                    <a:pt x="2134" y="376"/>
                  </a:lnTo>
                  <a:lnTo>
                    <a:pt x="2134" y="357"/>
                  </a:lnTo>
                  <a:lnTo>
                    <a:pt x="2153" y="278"/>
                  </a:lnTo>
                  <a:lnTo>
                    <a:pt x="2153" y="198"/>
                  </a:lnTo>
                  <a:lnTo>
                    <a:pt x="2134" y="278"/>
                  </a:lnTo>
                  <a:lnTo>
                    <a:pt x="2134" y="258"/>
                  </a:lnTo>
                  <a:lnTo>
                    <a:pt x="2134" y="198"/>
                  </a:lnTo>
                  <a:close/>
                  <a:moveTo>
                    <a:pt x="1815" y="935"/>
                  </a:moveTo>
                  <a:lnTo>
                    <a:pt x="1810" y="981"/>
                  </a:lnTo>
                  <a:lnTo>
                    <a:pt x="1798" y="969"/>
                  </a:lnTo>
                  <a:lnTo>
                    <a:pt x="1815" y="935"/>
                  </a:lnTo>
                  <a:close/>
                  <a:moveTo>
                    <a:pt x="2042" y="923"/>
                  </a:moveTo>
                  <a:lnTo>
                    <a:pt x="2035" y="949"/>
                  </a:lnTo>
                  <a:lnTo>
                    <a:pt x="2035" y="989"/>
                  </a:lnTo>
                  <a:lnTo>
                    <a:pt x="2042" y="923"/>
                  </a:lnTo>
                  <a:close/>
                  <a:moveTo>
                    <a:pt x="1947" y="898"/>
                  </a:moveTo>
                  <a:lnTo>
                    <a:pt x="1936" y="989"/>
                  </a:lnTo>
                  <a:lnTo>
                    <a:pt x="1936" y="949"/>
                  </a:lnTo>
                  <a:lnTo>
                    <a:pt x="1936" y="910"/>
                  </a:lnTo>
                  <a:lnTo>
                    <a:pt x="1947" y="898"/>
                  </a:lnTo>
                  <a:close/>
                  <a:moveTo>
                    <a:pt x="2035" y="989"/>
                  </a:moveTo>
                  <a:lnTo>
                    <a:pt x="2035" y="989"/>
                  </a:lnTo>
                  <a:lnTo>
                    <a:pt x="2035" y="989"/>
                  </a:lnTo>
                  <a:close/>
                  <a:moveTo>
                    <a:pt x="1995" y="989"/>
                  </a:moveTo>
                  <a:lnTo>
                    <a:pt x="1988" y="1044"/>
                  </a:lnTo>
                  <a:lnTo>
                    <a:pt x="1995" y="1028"/>
                  </a:lnTo>
                  <a:lnTo>
                    <a:pt x="1995" y="989"/>
                  </a:lnTo>
                  <a:close/>
                  <a:moveTo>
                    <a:pt x="1620" y="1127"/>
                  </a:moveTo>
                  <a:lnTo>
                    <a:pt x="1620" y="114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20" y="1127"/>
                  </a:lnTo>
                  <a:close/>
                  <a:moveTo>
                    <a:pt x="1818" y="1127"/>
                  </a:moveTo>
                  <a:lnTo>
                    <a:pt x="1808" y="1137"/>
                  </a:lnTo>
                  <a:lnTo>
                    <a:pt x="1818" y="1147"/>
                  </a:lnTo>
                  <a:lnTo>
                    <a:pt x="1818" y="1127"/>
                  </a:lnTo>
                  <a:close/>
                  <a:moveTo>
                    <a:pt x="1995" y="1166"/>
                  </a:moveTo>
                  <a:lnTo>
                    <a:pt x="1976" y="1186"/>
                  </a:lnTo>
                  <a:lnTo>
                    <a:pt x="1976" y="1206"/>
                  </a:lnTo>
                  <a:lnTo>
                    <a:pt x="1995" y="1166"/>
                  </a:lnTo>
                  <a:close/>
                  <a:moveTo>
                    <a:pt x="1857" y="1226"/>
                  </a:moveTo>
                  <a:lnTo>
                    <a:pt x="1857" y="1226"/>
                  </a:lnTo>
                  <a:lnTo>
                    <a:pt x="1857" y="1226"/>
                  </a:lnTo>
                  <a:close/>
                  <a:moveTo>
                    <a:pt x="1719" y="1087"/>
                  </a:moveTo>
                  <a:lnTo>
                    <a:pt x="1699" y="1107"/>
                  </a:lnTo>
                  <a:lnTo>
                    <a:pt x="1679" y="1226"/>
                  </a:lnTo>
                  <a:lnTo>
                    <a:pt x="1679" y="1324"/>
                  </a:lnTo>
                  <a:lnTo>
                    <a:pt x="1699" y="1245"/>
                  </a:lnTo>
                  <a:lnTo>
                    <a:pt x="1719" y="1206"/>
                  </a:lnTo>
                  <a:lnTo>
                    <a:pt x="1719" y="1087"/>
                  </a:lnTo>
                  <a:close/>
                  <a:moveTo>
                    <a:pt x="1482" y="1344"/>
                  </a:moveTo>
                  <a:lnTo>
                    <a:pt x="1482" y="1344"/>
                  </a:lnTo>
                  <a:lnTo>
                    <a:pt x="1482" y="1344"/>
                  </a:lnTo>
                  <a:close/>
                  <a:moveTo>
                    <a:pt x="277" y="1285"/>
                  </a:moveTo>
                  <a:lnTo>
                    <a:pt x="277" y="1305"/>
                  </a:lnTo>
                  <a:lnTo>
                    <a:pt x="277" y="1324"/>
                  </a:lnTo>
                  <a:lnTo>
                    <a:pt x="297" y="1384"/>
                  </a:lnTo>
                  <a:lnTo>
                    <a:pt x="277" y="1285"/>
                  </a:lnTo>
                  <a:close/>
                  <a:moveTo>
                    <a:pt x="1344" y="1364"/>
                  </a:moveTo>
                  <a:lnTo>
                    <a:pt x="1330" y="1403"/>
                  </a:lnTo>
                  <a:lnTo>
                    <a:pt x="1344" y="1403"/>
                  </a:lnTo>
                  <a:lnTo>
                    <a:pt x="1344" y="1364"/>
                  </a:lnTo>
                  <a:close/>
                  <a:moveTo>
                    <a:pt x="1442" y="1364"/>
                  </a:moveTo>
                  <a:lnTo>
                    <a:pt x="1462" y="1403"/>
                  </a:lnTo>
                  <a:lnTo>
                    <a:pt x="1462" y="1384"/>
                  </a:lnTo>
                  <a:lnTo>
                    <a:pt x="1442" y="1364"/>
                  </a:lnTo>
                  <a:close/>
                  <a:moveTo>
                    <a:pt x="1304" y="1403"/>
                  </a:moveTo>
                  <a:lnTo>
                    <a:pt x="1324" y="1423"/>
                  </a:lnTo>
                  <a:lnTo>
                    <a:pt x="1330" y="1403"/>
                  </a:lnTo>
                  <a:close/>
                  <a:moveTo>
                    <a:pt x="1482" y="1344"/>
                  </a:moveTo>
                  <a:lnTo>
                    <a:pt x="1462" y="1423"/>
                  </a:lnTo>
                  <a:lnTo>
                    <a:pt x="1482" y="1403"/>
                  </a:lnTo>
                  <a:lnTo>
                    <a:pt x="1482" y="1384"/>
                  </a:lnTo>
                  <a:lnTo>
                    <a:pt x="1482" y="1344"/>
                  </a:lnTo>
                  <a:close/>
                  <a:moveTo>
                    <a:pt x="1265" y="1443"/>
                  </a:moveTo>
                  <a:lnTo>
                    <a:pt x="1265" y="1463"/>
                  </a:lnTo>
                  <a:lnTo>
                    <a:pt x="1284" y="1482"/>
                  </a:lnTo>
                  <a:lnTo>
                    <a:pt x="1265" y="1443"/>
                  </a:lnTo>
                  <a:close/>
                  <a:moveTo>
                    <a:pt x="988" y="1522"/>
                  </a:moveTo>
                  <a:lnTo>
                    <a:pt x="968" y="1542"/>
                  </a:lnTo>
                  <a:lnTo>
                    <a:pt x="988" y="1561"/>
                  </a:lnTo>
                  <a:lnTo>
                    <a:pt x="988" y="1542"/>
                  </a:lnTo>
                  <a:lnTo>
                    <a:pt x="988" y="1522"/>
                  </a:lnTo>
                  <a:close/>
                  <a:moveTo>
                    <a:pt x="1166" y="1423"/>
                  </a:moveTo>
                  <a:lnTo>
                    <a:pt x="1146" y="1443"/>
                  </a:lnTo>
                  <a:lnTo>
                    <a:pt x="1146" y="1482"/>
                  </a:lnTo>
                  <a:lnTo>
                    <a:pt x="1166" y="1581"/>
                  </a:lnTo>
                  <a:lnTo>
                    <a:pt x="1186" y="1601"/>
                  </a:lnTo>
                  <a:lnTo>
                    <a:pt x="1186" y="1601"/>
                  </a:lnTo>
                  <a:lnTo>
                    <a:pt x="1166" y="1561"/>
                  </a:lnTo>
                  <a:lnTo>
                    <a:pt x="1166" y="1522"/>
                  </a:lnTo>
                  <a:lnTo>
                    <a:pt x="1186" y="1542"/>
                  </a:lnTo>
                  <a:lnTo>
                    <a:pt x="1166" y="1443"/>
                  </a:lnTo>
                  <a:lnTo>
                    <a:pt x="1166" y="1423"/>
                  </a:lnTo>
                  <a:close/>
                  <a:moveTo>
                    <a:pt x="949" y="1423"/>
                  </a:moveTo>
                  <a:lnTo>
                    <a:pt x="968" y="1443"/>
                  </a:lnTo>
                  <a:lnTo>
                    <a:pt x="968" y="1463"/>
                  </a:lnTo>
                  <a:lnTo>
                    <a:pt x="988" y="1522"/>
                  </a:lnTo>
                  <a:lnTo>
                    <a:pt x="988" y="1463"/>
                  </a:lnTo>
                  <a:lnTo>
                    <a:pt x="1008" y="1502"/>
                  </a:lnTo>
                  <a:lnTo>
                    <a:pt x="1008" y="1621"/>
                  </a:lnTo>
                  <a:lnTo>
                    <a:pt x="988" y="1561"/>
                  </a:lnTo>
                  <a:lnTo>
                    <a:pt x="988" y="1561"/>
                  </a:lnTo>
                  <a:lnTo>
                    <a:pt x="1008" y="1640"/>
                  </a:lnTo>
                  <a:lnTo>
                    <a:pt x="988" y="1621"/>
                  </a:lnTo>
                  <a:lnTo>
                    <a:pt x="968" y="1621"/>
                  </a:lnTo>
                  <a:lnTo>
                    <a:pt x="968" y="1640"/>
                  </a:lnTo>
                  <a:lnTo>
                    <a:pt x="949" y="1463"/>
                  </a:lnTo>
                  <a:lnTo>
                    <a:pt x="949" y="1423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1521" y="1"/>
                  </a:moveTo>
                  <a:lnTo>
                    <a:pt x="1502" y="40"/>
                  </a:lnTo>
                  <a:lnTo>
                    <a:pt x="1482" y="119"/>
                  </a:lnTo>
                  <a:lnTo>
                    <a:pt x="1462" y="119"/>
                  </a:lnTo>
                  <a:lnTo>
                    <a:pt x="1462" y="80"/>
                  </a:lnTo>
                  <a:lnTo>
                    <a:pt x="1442" y="139"/>
                  </a:lnTo>
                  <a:lnTo>
                    <a:pt x="1442" y="218"/>
                  </a:lnTo>
                  <a:lnTo>
                    <a:pt x="1462" y="278"/>
                  </a:lnTo>
                  <a:lnTo>
                    <a:pt x="1462" y="238"/>
                  </a:lnTo>
                  <a:lnTo>
                    <a:pt x="1482" y="218"/>
                  </a:lnTo>
                  <a:lnTo>
                    <a:pt x="1482" y="278"/>
                  </a:lnTo>
                  <a:lnTo>
                    <a:pt x="1482" y="357"/>
                  </a:lnTo>
                  <a:lnTo>
                    <a:pt x="1482" y="396"/>
                  </a:lnTo>
                  <a:lnTo>
                    <a:pt x="1482" y="495"/>
                  </a:lnTo>
                  <a:lnTo>
                    <a:pt x="1462" y="515"/>
                  </a:lnTo>
                  <a:lnTo>
                    <a:pt x="1462" y="436"/>
                  </a:lnTo>
                  <a:lnTo>
                    <a:pt x="1462" y="396"/>
                  </a:lnTo>
                  <a:lnTo>
                    <a:pt x="1462" y="297"/>
                  </a:lnTo>
                  <a:lnTo>
                    <a:pt x="1442" y="376"/>
                  </a:lnTo>
                  <a:lnTo>
                    <a:pt x="1442" y="436"/>
                  </a:lnTo>
                  <a:lnTo>
                    <a:pt x="1423" y="436"/>
                  </a:lnTo>
                  <a:lnTo>
                    <a:pt x="1423" y="455"/>
                  </a:lnTo>
                  <a:lnTo>
                    <a:pt x="1423" y="495"/>
                  </a:lnTo>
                  <a:lnTo>
                    <a:pt x="1403" y="416"/>
                  </a:lnTo>
                  <a:lnTo>
                    <a:pt x="1423" y="436"/>
                  </a:lnTo>
                  <a:lnTo>
                    <a:pt x="1423" y="396"/>
                  </a:lnTo>
                  <a:lnTo>
                    <a:pt x="1423" y="357"/>
                  </a:lnTo>
                  <a:lnTo>
                    <a:pt x="1423" y="297"/>
                  </a:lnTo>
                  <a:lnTo>
                    <a:pt x="1423" y="218"/>
                  </a:lnTo>
                  <a:lnTo>
                    <a:pt x="1442" y="100"/>
                  </a:lnTo>
                  <a:lnTo>
                    <a:pt x="1423" y="100"/>
                  </a:lnTo>
                  <a:lnTo>
                    <a:pt x="1423" y="60"/>
                  </a:lnTo>
                  <a:lnTo>
                    <a:pt x="1403" y="100"/>
                  </a:lnTo>
                  <a:lnTo>
                    <a:pt x="1383" y="159"/>
                  </a:lnTo>
                  <a:lnTo>
                    <a:pt x="1383" y="100"/>
                  </a:lnTo>
                  <a:lnTo>
                    <a:pt x="1363" y="100"/>
                  </a:lnTo>
                  <a:lnTo>
                    <a:pt x="1344" y="139"/>
                  </a:lnTo>
                  <a:lnTo>
                    <a:pt x="1344" y="80"/>
                  </a:lnTo>
                  <a:lnTo>
                    <a:pt x="1324" y="60"/>
                  </a:lnTo>
                  <a:lnTo>
                    <a:pt x="1324" y="80"/>
                  </a:lnTo>
                  <a:lnTo>
                    <a:pt x="1304" y="119"/>
                  </a:lnTo>
                  <a:lnTo>
                    <a:pt x="1284" y="179"/>
                  </a:lnTo>
                  <a:lnTo>
                    <a:pt x="1265" y="179"/>
                  </a:lnTo>
                  <a:lnTo>
                    <a:pt x="1265" y="139"/>
                  </a:lnTo>
                  <a:lnTo>
                    <a:pt x="1245" y="119"/>
                  </a:lnTo>
                  <a:lnTo>
                    <a:pt x="1245" y="159"/>
                  </a:lnTo>
                  <a:lnTo>
                    <a:pt x="1225" y="119"/>
                  </a:lnTo>
                  <a:lnTo>
                    <a:pt x="1225" y="139"/>
                  </a:lnTo>
                  <a:lnTo>
                    <a:pt x="1205" y="159"/>
                  </a:lnTo>
                  <a:lnTo>
                    <a:pt x="1205" y="100"/>
                  </a:lnTo>
                  <a:lnTo>
                    <a:pt x="1186" y="100"/>
                  </a:lnTo>
                  <a:lnTo>
                    <a:pt x="1186" y="139"/>
                  </a:lnTo>
                  <a:lnTo>
                    <a:pt x="1166" y="218"/>
                  </a:lnTo>
                  <a:lnTo>
                    <a:pt x="1166" y="119"/>
                  </a:lnTo>
                  <a:lnTo>
                    <a:pt x="1107" y="179"/>
                  </a:lnTo>
                  <a:lnTo>
                    <a:pt x="1047" y="218"/>
                  </a:lnTo>
                  <a:lnTo>
                    <a:pt x="1047" y="179"/>
                  </a:lnTo>
                  <a:lnTo>
                    <a:pt x="1028" y="198"/>
                  </a:lnTo>
                  <a:lnTo>
                    <a:pt x="1008" y="238"/>
                  </a:lnTo>
                  <a:lnTo>
                    <a:pt x="988" y="278"/>
                  </a:lnTo>
                  <a:lnTo>
                    <a:pt x="968" y="317"/>
                  </a:lnTo>
                  <a:lnTo>
                    <a:pt x="968" y="376"/>
                  </a:lnTo>
                  <a:lnTo>
                    <a:pt x="988" y="495"/>
                  </a:lnTo>
                  <a:lnTo>
                    <a:pt x="988" y="515"/>
                  </a:lnTo>
                  <a:lnTo>
                    <a:pt x="968" y="475"/>
                  </a:lnTo>
                  <a:lnTo>
                    <a:pt x="968" y="436"/>
                  </a:lnTo>
                  <a:lnTo>
                    <a:pt x="968" y="416"/>
                  </a:lnTo>
                  <a:lnTo>
                    <a:pt x="949" y="317"/>
                  </a:lnTo>
                  <a:lnTo>
                    <a:pt x="929" y="297"/>
                  </a:lnTo>
                  <a:lnTo>
                    <a:pt x="929" y="317"/>
                  </a:lnTo>
                  <a:lnTo>
                    <a:pt x="909" y="317"/>
                  </a:lnTo>
                  <a:lnTo>
                    <a:pt x="909" y="297"/>
                  </a:lnTo>
                  <a:lnTo>
                    <a:pt x="909" y="258"/>
                  </a:lnTo>
                  <a:lnTo>
                    <a:pt x="929" y="238"/>
                  </a:lnTo>
                  <a:lnTo>
                    <a:pt x="929" y="198"/>
                  </a:lnTo>
                  <a:lnTo>
                    <a:pt x="909" y="238"/>
                  </a:lnTo>
                  <a:lnTo>
                    <a:pt x="889" y="238"/>
                  </a:lnTo>
                  <a:lnTo>
                    <a:pt x="889" y="278"/>
                  </a:lnTo>
                  <a:lnTo>
                    <a:pt x="889" y="297"/>
                  </a:lnTo>
                  <a:lnTo>
                    <a:pt x="870" y="376"/>
                  </a:lnTo>
                  <a:lnTo>
                    <a:pt x="870" y="357"/>
                  </a:lnTo>
                  <a:lnTo>
                    <a:pt x="850" y="357"/>
                  </a:lnTo>
                  <a:lnTo>
                    <a:pt x="830" y="337"/>
                  </a:lnTo>
                  <a:lnTo>
                    <a:pt x="830" y="278"/>
                  </a:lnTo>
                  <a:lnTo>
                    <a:pt x="810" y="297"/>
                  </a:lnTo>
                  <a:lnTo>
                    <a:pt x="810" y="278"/>
                  </a:lnTo>
                  <a:lnTo>
                    <a:pt x="771" y="278"/>
                  </a:lnTo>
                  <a:lnTo>
                    <a:pt x="751" y="258"/>
                  </a:lnTo>
                  <a:lnTo>
                    <a:pt x="751" y="238"/>
                  </a:lnTo>
                  <a:lnTo>
                    <a:pt x="731" y="278"/>
                  </a:lnTo>
                  <a:lnTo>
                    <a:pt x="712" y="357"/>
                  </a:lnTo>
                  <a:lnTo>
                    <a:pt x="731" y="357"/>
                  </a:lnTo>
                  <a:lnTo>
                    <a:pt x="731" y="416"/>
                  </a:lnTo>
                  <a:lnTo>
                    <a:pt x="731" y="455"/>
                  </a:lnTo>
                  <a:lnTo>
                    <a:pt x="712" y="416"/>
                  </a:lnTo>
                  <a:lnTo>
                    <a:pt x="712" y="376"/>
                  </a:lnTo>
                  <a:lnTo>
                    <a:pt x="692" y="337"/>
                  </a:lnTo>
                  <a:lnTo>
                    <a:pt x="672" y="297"/>
                  </a:lnTo>
                  <a:lnTo>
                    <a:pt x="672" y="317"/>
                  </a:lnTo>
                  <a:lnTo>
                    <a:pt x="652" y="376"/>
                  </a:lnTo>
                  <a:lnTo>
                    <a:pt x="652" y="337"/>
                  </a:lnTo>
                  <a:lnTo>
                    <a:pt x="652" y="297"/>
                  </a:lnTo>
                  <a:lnTo>
                    <a:pt x="633" y="278"/>
                  </a:lnTo>
                  <a:lnTo>
                    <a:pt x="633" y="297"/>
                  </a:lnTo>
                  <a:lnTo>
                    <a:pt x="633" y="337"/>
                  </a:lnTo>
                  <a:lnTo>
                    <a:pt x="613" y="455"/>
                  </a:lnTo>
                  <a:lnTo>
                    <a:pt x="613" y="495"/>
                  </a:lnTo>
                  <a:lnTo>
                    <a:pt x="593" y="554"/>
                  </a:lnTo>
                  <a:lnTo>
                    <a:pt x="593" y="495"/>
                  </a:lnTo>
                  <a:lnTo>
                    <a:pt x="573" y="475"/>
                  </a:lnTo>
                  <a:lnTo>
                    <a:pt x="573" y="436"/>
                  </a:lnTo>
                  <a:lnTo>
                    <a:pt x="593" y="455"/>
                  </a:lnTo>
                  <a:lnTo>
                    <a:pt x="593" y="436"/>
                  </a:lnTo>
                  <a:lnTo>
                    <a:pt x="573" y="357"/>
                  </a:lnTo>
                  <a:lnTo>
                    <a:pt x="554" y="337"/>
                  </a:lnTo>
                  <a:lnTo>
                    <a:pt x="514" y="337"/>
                  </a:lnTo>
                  <a:lnTo>
                    <a:pt x="494" y="376"/>
                  </a:lnTo>
                  <a:lnTo>
                    <a:pt x="475" y="376"/>
                  </a:lnTo>
                  <a:lnTo>
                    <a:pt x="475" y="396"/>
                  </a:lnTo>
                  <a:lnTo>
                    <a:pt x="435" y="357"/>
                  </a:lnTo>
                  <a:lnTo>
                    <a:pt x="396" y="357"/>
                  </a:lnTo>
                  <a:lnTo>
                    <a:pt x="376" y="376"/>
                  </a:lnTo>
                  <a:lnTo>
                    <a:pt x="376" y="416"/>
                  </a:lnTo>
                  <a:lnTo>
                    <a:pt x="356" y="376"/>
                  </a:lnTo>
                  <a:lnTo>
                    <a:pt x="356" y="455"/>
                  </a:lnTo>
                  <a:lnTo>
                    <a:pt x="336" y="515"/>
                  </a:lnTo>
                  <a:lnTo>
                    <a:pt x="336" y="554"/>
                  </a:lnTo>
                  <a:lnTo>
                    <a:pt x="336" y="673"/>
                  </a:lnTo>
                  <a:lnTo>
                    <a:pt x="317" y="613"/>
                  </a:lnTo>
                  <a:lnTo>
                    <a:pt x="297" y="594"/>
                  </a:lnTo>
                  <a:lnTo>
                    <a:pt x="297" y="534"/>
                  </a:lnTo>
                  <a:lnTo>
                    <a:pt x="277" y="515"/>
                  </a:lnTo>
                  <a:lnTo>
                    <a:pt x="277" y="534"/>
                  </a:lnTo>
                  <a:lnTo>
                    <a:pt x="297" y="613"/>
                  </a:lnTo>
                  <a:lnTo>
                    <a:pt x="297" y="673"/>
                  </a:lnTo>
                  <a:lnTo>
                    <a:pt x="297" y="692"/>
                  </a:lnTo>
                  <a:lnTo>
                    <a:pt x="297" y="712"/>
                  </a:lnTo>
                  <a:lnTo>
                    <a:pt x="257" y="771"/>
                  </a:lnTo>
                  <a:lnTo>
                    <a:pt x="238" y="811"/>
                  </a:lnTo>
                  <a:lnTo>
                    <a:pt x="198" y="831"/>
                  </a:lnTo>
                  <a:lnTo>
                    <a:pt x="159" y="811"/>
                  </a:lnTo>
                  <a:lnTo>
                    <a:pt x="159" y="791"/>
                  </a:lnTo>
                  <a:lnTo>
                    <a:pt x="139" y="791"/>
                  </a:lnTo>
                  <a:lnTo>
                    <a:pt x="139" y="771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119" y="791"/>
                  </a:lnTo>
                  <a:lnTo>
                    <a:pt x="99" y="752"/>
                  </a:lnTo>
                  <a:lnTo>
                    <a:pt x="99" y="732"/>
                  </a:lnTo>
                  <a:lnTo>
                    <a:pt x="79" y="732"/>
                  </a:lnTo>
                  <a:lnTo>
                    <a:pt x="60" y="712"/>
                  </a:lnTo>
                  <a:lnTo>
                    <a:pt x="60" y="692"/>
                  </a:lnTo>
                  <a:lnTo>
                    <a:pt x="40" y="712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20" y="712"/>
                  </a:lnTo>
                  <a:lnTo>
                    <a:pt x="20" y="732"/>
                  </a:lnTo>
                  <a:lnTo>
                    <a:pt x="60" y="890"/>
                  </a:lnTo>
                  <a:lnTo>
                    <a:pt x="119" y="1048"/>
                  </a:lnTo>
                  <a:lnTo>
                    <a:pt x="139" y="1107"/>
                  </a:lnTo>
                  <a:lnTo>
                    <a:pt x="178" y="1166"/>
                  </a:lnTo>
                  <a:lnTo>
                    <a:pt x="159" y="1127"/>
                  </a:lnTo>
                  <a:lnTo>
                    <a:pt x="159" y="1127"/>
                  </a:lnTo>
                  <a:lnTo>
                    <a:pt x="178" y="1147"/>
                  </a:lnTo>
                  <a:lnTo>
                    <a:pt x="198" y="1186"/>
                  </a:lnTo>
                  <a:lnTo>
                    <a:pt x="198" y="1147"/>
                  </a:lnTo>
                  <a:lnTo>
                    <a:pt x="218" y="1206"/>
                  </a:lnTo>
                  <a:lnTo>
                    <a:pt x="238" y="1285"/>
                  </a:lnTo>
                  <a:lnTo>
                    <a:pt x="238" y="1265"/>
                  </a:lnTo>
                  <a:lnTo>
                    <a:pt x="238" y="1245"/>
                  </a:lnTo>
                  <a:lnTo>
                    <a:pt x="257" y="1285"/>
                  </a:lnTo>
                  <a:lnTo>
                    <a:pt x="257" y="1324"/>
                  </a:lnTo>
                  <a:lnTo>
                    <a:pt x="277" y="1305"/>
                  </a:lnTo>
                  <a:lnTo>
                    <a:pt x="257" y="1226"/>
                  </a:lnTo>
                  <a:lnTo>
                    <a:pt x="257" y="1186"/>
                  </a:lnTo>
                  <a:lnTo>
                    <a:pt x="277" y="1226"/>
                  </a:lnTo>
                  <a:lnTo>
                    <a:pt x="297" y="1285"/>
                  </a:lnTo>
                  <a:lnTo>
                    <a:pt x="297" y="1364"/>
                  </a:lnTo>
                  <a:lnTo>
                    <a:pt x="317" y="1384"/>
                  </a:lnTo>
                  <a:lnTo>
                    <a:pt x="336" y="1384"/>
                  </a:lnTo>
                  <a:lnTo>
                    <a:pt x="336" y="1423"/>
                  </a:lnTo>
                  <a:lnTo>
                    <a:pt x="356" y="1482"/>
                  </a:lnTo>
                  <a:lnTo>
                    <a:pt x="356" y="1443"/>
                  </a:lnTo>
                  <a:lnTo>
                    <a:pt x="356" y="1423"/>
                  </a:lnTo>
                  <a:lnTo>
                    <a:pt x="376" y="1443"/>
                  </a:lnTo>
                  <a:lnTo>
                    <a:pt x="376" y="1463"/>
                  </a:lnTo>
                  <a:lnTo>
                    <a:pt x="396" y="1522"/>
                  </a:lnTo>
                  <a:lnTo>
                    <a:pt x="415" y="1561"/>
                  </a:lnTo>
                  <a:lnTo>
                    <a:pt x="415" y="1522"/>
                  </a:lnTo>
                  <a:lnTo>
                    <a:pt x="415" y="1463"/>
                  </a:lnTo>
                  <a:lnTo>
                    <a:pt x="435" y="1522"/>
                  </a:lnTo>
                  <a:lnTo>
                    <a:pt x="415" y="1423"/>
                  </a:lnTo>
                  <a:lnTo>
                    <a:pt x="396" y="1344"/>
                  </a:lnTo>
                  <a:lnTo>
                    <a:pt x="435" y="1443"/>
                  </a:lnTo>
                  <a:lnTo>
                    <a:pt x="455" y="1561"/>
                  </a:lnTo>
                  <a:lnTo>
                    <a:pt x="455" y="1502"/>
                  </a:lnTo>
                  <a:lnTo>
                    <a:pt x="475" y="1542"/>
                  </a:lnTo>
                  <a:lnTo>
                    <a:pt x="475" y="1581"/>
                  </a:lnTo>
                  <a:lnTo>
                    <a:pt x="494" y="1640"/>
                  </a:lnTo>
                  <a:lnTo>
                    <a:pt x="494" y="1621"/>
                  </a:lnTo>
                  <a:lnTo>
                    <a:pt x="514" y="1660"/>
                  </a:lnTo>
                  <a:lnTo>
                    <a:pt x="514" y="1621"/>
                  </a:lnTo>
                  <a:lnTo>
                    <a:pt x="534" y="1700"/>
                  </a:lnTo>
                  <a:lnTo>
                    <a:pt x="534" y="1660"/>
                  </a:lnTo>
                  <a:lnTo>
                    <a:pt x="554" y="1680"/>
                  </a:lnTo>
                  <a:lnTo>
                    <a:pt x="554" y="1660"/>
                  </a:lnTo>
                  <a:lnTo>
                    <a:pt x="573" y="1700"/>
                  </a:lnTo>
                  <a:lnTo>
                    <a:pt x="573" y="1700"/>
                  </a:lnTo>
                  <a:lnTo>
                    <a:pt x="554" y="1621"/>
                  </a:lnTo>
                  <a:lnTo>
                    <a:pt x="573" y="1640"/>
                  </a:lnTo>
                  <a:lnTo>
                    <a:pt x="593" y="1700"/>
                  </a:lnTo>
                  <a:lnTo>
                    <a:pt x="554" y="1522"/>
                  </a:lnTo>
                  <a:lnTo>
                    <a:pt x="573" y="1581"/>
                  </a:lnTo>
                  <a:lnTo>
                    <a:pt x="593" y="1660"/>
                  </a:lnTo>
                  <a:lnTo>
                    <a:pt x="613" y="1759"/>
                  </a:lnTo>
                  <a:lnTo>
                    <a:pt x="613" y="1739"/>
                  </a:lnTo>
                  <a:lnTo>
                    <a:pt x="633" y="1759"/>
                  </a:lnTo>
                  <a:lnTo>
                    <a:pt x="633" y="1759"/>
                  </a:lnTo>
                  <a:lnTo>
                    <a:pt x="613" y="1660"/>
                  </a:lnTo>
                  <a:lnTo>
                    <a:pt x="613" y="1700"/>
                  </a:lnTo>
                  <a:lnTo>
                    <a:pt x="593" y="1640"/>
                  </a:lnTo>
                  <a:lnTo>
                    <a:pt x="593" y="1561"/>
                  </a:lnTo>
                  <a:lnTo>
                    <a:pt x="593" y="1463"/>
                  </a:lnTo>
                  <a:lnTo>
                    <a:pt x="613" y="1522"/>
                  </a:lnTo>
                  <a:lnTo>
                    <a:pt x="633" y="1640"/>
                  </a:lnTo>
                  <a:lnTo>
                    <a:pt x="633" y="1621"/>
                  </a:lnTo>
                  <a:lnTo>
                    <a:pt x="652" y="1700"/>
                  </a:lnTo>
                  <a:lnTo>
                    <a:pt x="633" y="1601"/>
                  </a:lnTo>
                  <a:lnTo>
                    <a:pt x="652" y="1581"/>
                  </a:lnTo>
                  <a:lnTo>
                    <a:pt x="652" y="1601"/>
                  </a:lnTo>
                  <a:lnTo>
                    <a:pt x="672" y="1660"/>
                  </a:lnTo>
                  <a:lnTo>
                    <a:pt x="672" y="1680"/>
                  </a:lnTo>
                  <a:lnTo>
                    <a:pt x="692" y="1700"/>
                  </a:lnTo>
                  <a:lnTo>
                    <a:pt x="712" y="1719"/>
                  </a:lnTo>
                  <a:lnTo>
                    <a:pt x="712" y="1700"/>
                  </a:lnTo>
                  <a:lnTo>
                    <a:pt x="672" y="1463"/>
                  </a:lnTo>
                  <a:lnTo>
                    <a:pt x="692" y="1482"/>
                  </a:lnTo>
                  <a:lnTo>
                    <a:pt x="692" y="1463"/>
                  </a:lnTo>
                  <a:lnTo>
                    <a:pt x="712" y="1522"/>
                  </a:lnTo>
                  <a:lnTo>
                    <a:pt x="712" y="1581"/>
                  </a:lnTo>
                  <a:lnTo>
                    <a:pt x="731" y="1680"/>
                  </a:lnTo>
                  <a:lnTo>
                    <a:pt x="751" y="1660"/>
                  </a:lnTo>
                  <a:lnTo>
                    <a:pt x="751" y="1739"/>
                  </a:lnTo>
                  <a:lnTo>
                    <a:pt x="771" y="1739"/>
                  </a:lnTo>
                  <a:lnTo>
                    <a:pt x="771" y="1680"/>
                  </a:lnTo>
                  <a:lnTo>
                    <a:pt x="791" y="1739"/>
                  </a:lnTo>
                  <a:lnTo>
                    <a:pt x="810" y="1759"/>
                  </a:lnTo>
                  <a:lnTo>
                    <a:pt x="810" y="1759"/>
                  </a:lnTo>
                  <a:lnTo>
                    <a:pt x="791" y="1700"/>
                  </a:lnTo>
                  <a:lnTo>
                    <a:pt x="791" y="1680"/>
                  </a:lnTo>
                  <a:lnTo>
                    <a:pt x="810" y="1700"/>
                  </a:lnTo>
                  <a:lnTo>
                    <a:pt x="810" y="1739"/>
                  </a:lnTo>
                  <a:lnTo>
                    <a:pt x="830" y="1739"/>
                  </a:lnTo>
                  <a:lnTo>
                    <a:pt x="830" y="1700"/>
                  </a:lnTo>
                  <a:lnTo>
                    <a:pt x="810" y="1601"/>
                  </a:lnTo>
                  <a:lnTo>
                    <a:pt x="830" y="1601"/>
                  </a:lnTo>
                  <a:lnTo>
                    <a:pt x="830" y="1621"/>
                  </a:lnTo>
                  <a:lnTo>
                    <a:pt x="850" y="1680"/>
                  </a:lnTo>
                  <a:lnTo>
                    <a:pt x="850" y="1660"/>
                  </a:lnTo>
                  <a:lnTo>
                    <a:pt x="870" y="1680"/>
                  </a:lnTo>
                  <a:lnTo>
                    <a:pt x="870" y="1463"/>
                  </a:lnTo>
                  <a:lnTo>
                    <a:pt x="830" y="1245"/>
                  </a:lnTo>
                  <a:lnTo>
                    <a:pt x="850" y="1285"/>
                  </a:lnTo>
                  <a:lnTo>
                    <a:pt x="870" y="1324"/>
                  </a:lnTo>
                  <a:lnTo>
                    <a:pt x="889" y="1403"/>
                  </a:lnTo>
                  <a:lnTo>
                    <a:pt x="889" y="1463"/>
                  </a:lnTo>
                  <a:lnTo>
                    <a:pt x="870" y="1403"/>
                  </a:lnTo>
                  <a:lnTo>
                    <a:pt x="909" y="1542"/>
                  </a:lnTo>
                  <a:lnTo>
                    <a:pt x="909" y="1601"/>
                  </a:lnTo>
                  <a:lnTo>
                    <a:pt x="889" y="1561"/>
                  </a:lnTo>
                  <a:lnTo>
                    <a:pt x="909" y="1640"/>
                  </a:lnTo>
                  <a:lnTo>
                    <a:pt x="909" y="1719"/>
                  </a:lnTo>
                  <a:lnTo>
                    <a:pt x="929" y="1719"/>
                  </a:lnTo>
                  <a:lnTo>
                    <a:pt x="929" y="1700"/>
                  </a:lnTo>
                  <a:lnTo>
                    <a:pt x="949" y="1680"/>
                  </a:lnTo>
                  <a:lnTo>
                    <a:pt x="949" y="1640"/>
                  </a:lnTo>
                  <a:lnTo>
                    <a:pt x="968" y="1680"/>
                  </a:lnTo>
                  <a:lnTo>
                    <a:pt x="988" y="1700"/>
                  </a:lnTo>
                  <a:lnTo>
                    <a:pt x="1008" y="1700"/>
                  </a:lnTo>
                  <a:lnTo>
                    <a:pt x="1008" y="1719"/>
                  </a:lnTo>
                  <a:lnTo>
                    <a:pt x="1028" y="1621"/>
                  </a:lnTo>
                  <a:lnTo>
                    <a:pt x="1008" y="1482"/>
                  </a:lnTo>
                  <a:lnTo>
                    <a:pt x="1028" y="1581"/>
                  </a:lnTo>
                  <a:lnTo>
                    <a:pt x="1047" y="1621"/>
                  </a:lnTo>
                  <a:lnTo>
                    <a:pt x="1028" y="1542"/>
                  </a:lnTo>
                  <a:lnTo>
                    <a:pt x="1028" y="1463"/>
                  </a:lnTo>
                  <a:lnTo>
                    <a:pt x="1028" y="1423"/>
                  </a:lnTo>
                  <a:lnTo>
                    <a:pt x="1028" y="1384"/>
                  </a:lnTo>
                  <a:lnTo>
                    <a:pt x="1047" y="1423"/>
                  </a:lnTo>
                  <a:lnTo>
                    <a:pt x="1047" y="1443"/>
                  </a:lnTo>
                  <a:lnTo>
                    <a:pt x="1067" y="1384"/>
                  </a:lnTo>
                  <a:lnTo>
                    <a:pt x="1067" y="1502"/>
                  </a:lnTo>
                  <a:lnTo>
                    <a:pt x="1067" y="1640"/>
                  </a:lnTo>
                  <a:lnTo>
                    <a:pt x="1087" y="1561"/>
                  </a:lnTo>
                  <a:lnTo>
                    <a:pt x="1087" y="1601"/>
                  </a:lnTo>
                  <a:lnTo>
                    <a:pt x="1107" y="1581"/>
                  </a:lnTo>
                  <a:lnTo>
                    <a:pt x="1107" y="1542"/>
                  </a:lnTo>
                  <a:lnTo>
                    <a:pt x="1126" y="1522"/>
                  </a:lnTo>
                  <a:lnTo>
                    <a:pt x="1146" y="1502"/>
                  </a:lnTo>
                  <a:lnTo>
                    <a:pt x="1126" y="1482"/>
                  </a:lnTo>
                  <a:lnTo>
                    <a:pt x="1126" y="1403"/>
                  </a:lnTo>
                  <a:lnTo>
                    <a:pt x="1126" y="1364"/>
                  </a:lnTo>
                  <a:lnTo>
                    <a:pt x="1146" y="1324"/>
                  </a:lnTo>
                  <a:lnTo>
                    <a:pt x="1146" y="1305"/>
                  </a:lnTo>
                  <a:lnTo>
                    <a:pt x="1146" y="1285"/>
                  </a:lnTo>
                  <a:lnTo>
                    <a:pt x="1166" y="1344"/>
                  </a:lnTo>
                  <a:lnTo>
                    <a:pt x="1166" y="1384"/>
                  </a:lnTo>
                  <a:lnTo>
                    <a:pt x="1186" y="1364"/>
                  </a:lnTo>
                  <a:lnTo>
                    <a:pt x="1186" y="1403"/>
                  </a:lnTo>
                  <a:lnTo>
                    <a:pt x="1186" y="1423"/>
                  </a:lnTo>
                  <a:lnTo>
                    <a:pt x="1205" y="1384"/>
                  </a:lnTo>
                  <a:lnTo>
                    <a:pt x="1205" y="1364"/>
                  </a:lnTo>
                  <a:lnTo>
                    <a:pt x="1205" y="1305"/>
                  </a:lnTo>
                  <a:lnTo>
                    <a:pt x="1205" y="1245"/>
                  </a:lnTo>
                  <a:lnTo>
                    <a:pt x="1225" y="1226"/>
                  </a:lnTo>
                  <a:lnTo>
                    <a:pt x="1245" y="1285"/>
                  </a:lnTo>
                  <a:lnTo>
                    <a:pt x="1245" y="1324"/>
                  </a:lnTo>
                  <a:lnTo>
                    <a:pt x="1245" y="1364"/>
                  </a:lnTo>
                  <a:lnTo>
                    <a:pt x="1265" y="1423"/>
                  </a:lnTo>
                  <a:lnTo>
                    <a:pt x="1265" y="1443"/>
                  </a:lnTo>
                  <a:lnTo>
                    <a:pt x="1284" y="1403"/>
                  </a:lnTo>
                  <a:lnTo>
                    <a:pt x="1284" y="1423"/>
                  </a:lnTo>
                  <a:lnTo>
                    <a:pt x="1304" y="1423"/>
                  </a:lnTo>
                  <a:lnTo>
                    <a:pt x="1304" y="1403"/>
                  </a:lnTo>
                  <a:lnTo>
                    <a:pt x="1284" y="1344"/>
                  </a:lnTo>
                  <a:lnTo>
                    <a:pt x="1304" y="1324"/>
                  </a:lnTo>
                  <a:lnTo>
                    <a:pt x="1324" y="1305"/>
                  </a:lnTo>
                  <a:lnTo>
                    <a:pt x="1324" y="1265"/>
                  </a:lnTo>
                  <a:lnTo>
                    <a:pt x="1344" y="1324"/>
                  </a:lnTo>
                  <a:lnTo>
                    <a:pt x="1344" y="1364"/>
                  </a:lnTo>
                  <a:lnTo>
                    <a:pt x="1363" y="1443"/>
                  </a:lnTo>
                  <a:lnTo>
                    <a:pt x="1363" y="1403"/>
                  </a:lnTo>
                  <a:lnTo>
                    <a:pt x="1383" y="1403"/>
                  </a:lnTo>
                  <a:lnTo>
                    <a:pt x="1383" y="1423"/>
                  </a:lnTo>
                  <a:lnTo>
                    <a:pt x="1403" y="1463"/>
                  </a:lnTo>
                  <a:lnTo>
                    <a:pt x="1403" y="1423"/>
                  </a:lnTo>
                  <a:lnTo>
                    <a:pt x="1403" y="1403"/>
                  </a:lnTo>
                  <a:lnTo>
                    <a:pt x="1403" y="1364"/>
                  </a:lnTo>
                  <a:lnTo>
                    <a:pt x="1423" y="1305"/>
                  </a:lnTo>
                  <a:lnTo>
                    <a:pt x="1403" y="1344"/>
                  </a:lnTo>
                  <a:lnTo>
                    <a:pt x="1403" y="1305"/>
                  </a:lnTo>
                  <a:lnTo>
                    <a:pt x="1423" y="1305"/>
                  </a:lnTo>
                  <a:lnTo>
                    <a:pt x="1423" y="1245"/>
                  </a:lnTo>
                  <a:lnTo>
                    <a:pt x="1442" y="1324"/>
                  </a:lnTo>
                  <a:lnTo>
                    <a:pt x="1442" y="1245"/>
                  </a:lnTo>
                  <a:lnTo>
                    <a:pt x="1442" y="1226"/>
                  </a:lnTo>
                  <a:lnTo>
                    <a:pt x="1462" y="1147"/>
                  </a:lnTo>
                  <a:lnTo>
                    <a:pt x="1462" y="1226"/>
                  </a:lnTo>
                  <a:lnTo>
                    <a:pt x="1462" y="1265"/>
                  </a:lnTo>
                  <a:lnTo>
                    <a:pt x="1462" y="1324"/>
                  </a:lnTo>
                  <a:lnTo>
                    <a:pt x="1462" y="1344"/>
                  </a:lnTo>
                  <a:lnTo>
                    <a:pt x="1482" y="1344"/>
                  </a:lnTo>
                  <a:lnTo>
                    <a:pt x="1482" y="1265"/>
                  </a:lnTo>
                  <a:lnTo>
                    <a:pt x="1502" y="1344"/>
                  </a:lnTo>
                  <a:lnTo>
                    <a:pt x="1502" y="1305"/>
                  </a:lnTo>
                  <a:lnTo>
                    <a:pt x="1502" y="1226"/>
                  </a:lnTo>
                  <a:lnTo>
                    <a:pt x="1502" y="1166"/>
                  </a:lnTo>
                  <a:lnTo>
                    <a:pt x="1502" y="1127"/>
                  </a:lnTo>
                  <a:lnTo>
                    <a:pt x="1502" y="1068"/>
                  </a:lnTo>
                  <a:lnTo>
                    <a:pt x="1521" y="1048"/>
                  </a:lnTo>
                  <a:lnTo>
                    <a:pt x="1521" y="1147"/>
                  </a:lnTo>
                  <a:lnTo>
                    <a:pt x="1521" y="1285"/>
                  </a:lnTo>
                  <a:lnTo>
                    <a:pt x="1521" y="1443"/>
                  </a:lnTo>
                  <a:lnTo>
                    <a:pt x="1541" y="1423"/>
                  </a:lnTo>
                  <a:lnTo>
                    <a:pt x="1541" y="1443"/>
                  </a:lnTo>
                  <a:lnTo>
                    <a:pt x="1561" y="1344"/>
                  </a:lnTo>
                  <a:lnTo>
                    <a:pt x="1561" y="1285"/>
                  </a:lnTo>
                  <a:lnTo>
                    <a:pt x="1581" y="1245"/>
                  </a:lnTo>
                  <a:lnTo>
                    <a:pt x="1600" y="1206"/>
                  </a:lnTo>
                  <a:lnTo>
                    <a:pt x="1600" y="1068"/>
                  </a:lnTo>
                  <a:lnTo>
                    <a:pt x="1620" y="1048"/>
                  </a:lnTo>
                  <a:lnTo>
                    <a:pt x="1620" y="989"/>
                  </a:lnTo>
                  <a:lnTo>
                    <a:pt x="1640" y="989"/>
                  </a:lnTo>
                  <a:lnTo>
                    <a:pt x="1620" y="1048"/>
                  </a:lnTo>
                  <a:lnTo>
                    <a:pt x="1640" y="1068"/>
                  </a:lnTo>
                  <a:lnTo>
                    <a:pt x="1640" y="108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40" y="1147"/>
                  </a:lnTo>
                  <a:lnTo>
                    <a:pt x="1660" y="1206"/>
                  </a:lnTo>
                  <a:lnTo>
                    <a:pt x="1679" y="1226"/>
                  </a:lnTo>
                  <a:lnTo>
                    <a:pt x="1679" y="1186"/>
                  </a:lnTo>
                  <a:lnTo>
                    <a:pt x="1679" y="1087"/>
                  </a:lnTo>
                  <a:lnTo>
                    <a:pt x="1699" y="1008"/>
                  </a:lnTo>
                  <a:lnTo>
                    <a:pt x="1699" y="969"/>
                  </a:lnTo>
                  <a:lnTo>
                    <a:pt x="1679" y="969"/>
                  </a:lnTo>
                  <a:lnTo>
                    <a:pt x="1679" y="870"/>
                  </a:lnTo>
                  <a:lnTo>
                    <a:pt x="1699" y="732"/>
                  </a:lnTo>
                  <a:lnTo>
                    <a:pt x="1699" y="791"/>
                  </a:lnTo>
                  <a:lnTo>
                    <a:pt x="1719" y="712"/>
                  </a:lnTo>
                  <a:lnTo>
                    <a:pt x="1719" y="831"/>
                  </a:lnTo>
                  <a:lnTo>
                    <a:pt x="1739" y="831"/>
                  </a:lnTo>
                  <a:lnTo>
                    <a:pt x="1739" y="850"/>
                  </a:lnTo>
                  <a:lnTo>
                    <a:pt x="1758" y="831"/>
                  </a:lnTo>
                  <a:lnTo>
                    <a:pt x="1739" y="771"/>
                  </a:lnTo>
                  <a:lnTo>
                    <a:pt x="1739" y="732"/>
                  </a:lnTo>
                  <a:lnTo>
                    <a:pt x="1758" y="732"/>
                  </a:lnTo>
                  <a:lnTo>
                    <a:pt x="1758" y="692"/>
                  </a:lnTo>
                  <a:lnTo>
                    <a:pt x="1758" y="613"/>
                  </a:lnTo>
                  <a:lnTo>
                    <a:pt x="1778" y="653"/>
                  </a:lnTo>
                  <a:lnTo>
                    <a:pt x="1778" y="732"/>
                  </a:lnTo>
                  <a:lnTo>
                    <a:pt x="1758" y="870"/>
                  </a:lnTo>
                  <a:lnTo>
                    <a:pt x="1758" y="870"/>
                  </a:lnTo>
                  <a:lnTo>
                    <a:pt x="1778" y="850"/>
                  </a:lnTo>
                  <a:lnTo>
                    <a:pt x="1778" y="850"/>
                  </a:lnTo>
                  <a:lnTo>
                    <a:pt x="1739" y="1068"/>
                  </a:lnTo>
                  <a:lnTo>
                    <a:pt x="1758" y="1087"/>
                  </a:lnTo>
                  <a:lnTo>
                    <a:pt x="1778" y="1087"/>
                  </a:lnTo>
                  <a:lnTo>
                    <a:pt x="1778" y="1226"/>
                  </a:lnTo>
                  <a:lnTo>
                    <a:pt x="1798" y="1285"/>
                  </a:lnTo>
                  <a:lnTo>
                    <a:pt x="1798" y="1226"/>
                  </a:lnTo>
                  <a:lnTo>
                    <a:pt x="1798" y="1147"/>
                  </a:lnTo>
                  <a:lnTo>
                    <a:pt x="1808" y="1137"/>
                  </a:lnTo>
                  <a:lnTo>
                    <a:pt x="1798" y="1127"/>
                  </a:lnTo>
                  <a:lnTo>
                    <a:pt x="1798" y="1087"/>
                  </a:lnTo>
                  <a:lnTo>
                    <a:pt x="1818" y="1048"/>
                  </a:lnTo>
                  <a:lnTo>
                    <a:pt x="1837" y="1107"/>
                  </a:lnTo>
                  <a:lnTo>
                    <a:pt x="1818" y="1166"/>
                  </a:lnTo>
                  <a:lnTo>
                    <a:pt x="1818" y="1206"/>
                  </a:lnTo>
                  <a:lnTo>
                    <a:pt x="1818" y="1226"/>
                  </a:lnTo>
                  <a:lnTo>
                    <a:pt x="1837" y="1245"/>
                  </a:lnTo>
                  <a:lnTo>
                    <a:pt x="1837" y="1285"/>
                  </a:lnTo>
                  <a:lnTo>
                    <a:pt x="1857" y="1186"/>
                  </a:lnTo>
                  <a:lnTo>
                    <a:pt x="1857" y="1226"/>
                  </a:lnTo>
                  <a:lnTo>
                    <a:pt x="1877" y="1186"/>
                  </a:lnTo>
                  <a:lnTo>
                    <a:pt x="1897" y="1127"/>
                  </a:lnTo>
                  <a:lnTo>
                    <a:pt x="1897" y="1087"/>
                  </a:lnTo>
                  <a:lnTo>
                    <a:pt x="1897" y="1048"/>
                  </a:lnTo>
                  <a:lnTo>
                    <a:pt x="1916" y="1008"/>
                  </a:lnTo>
                  <a:lnTo>
                    <a:pt x="1897" y="1226"/>
                  </a:lnTo>
                  <a:lnTo>
                    <a:pt x="1916" y="1087"/>
                  </a:lnTo>
                  <a:lnTo>
                    <a:pt x="1936" y="1087"/>
                  </a:lnTo>
                  <a:lnTo>
                    <a:pt x="1936" y="1048"/>
                  </a:lnTo>
                  <a:lnTo>
                    <a:pt x="1956" y="949"/>
                  </a:lnTo>
                  <a:lnTo>
                    <a:pt x="1976" y="989"/>
                  </a:lnTo>
                  <a:lnTo>
                    <a:pt x="1956" y="1087"/>
                  </a:lnTo>
                  <a:lnTo>
                    <a:pt x="1956" y="1107"/>
                  </a:lnTo>
                  <a:lnTo>
                    <a:pt x="1976" y="1087"/>
                  </a:lnTo>
                  <a:lnTo>
                    <a:pt x="1956" y="1206"/>
                  </a:lnTo>
                  <a:lnTo>
                    <a:pt x="1976" y="1186"/>
                  </a:lnTo>
                  <a:lnTo>
                    <a:pt x="1976" y="1147"/>
                  </a:lnTo>
                  <a:lnTo>
                    <a:pt x="1976" y="1127"/>
                  </a:lnTo>
                  <a:lnTo>
                    <a:pt x="1988" y="1044"/>
                  </a:lnTo>
                  <a:lnTo>
                    <a:pt x="1976" y="1068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76" y="989"/>
                  </a:lnTo>
                  <a:lnTo>
                    <a:pt x="1976" y="989"/>
                  </a:lnTo>
                  <a:lnTo>
                    <a:pt x="1995" y="929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95" y="949"/>
                  </a:lnTo>
                  <a:lnTo>
                    <a:pt x="2015" y="850"/>
                  </a:lnTo>
                  <a:lnTo>
                    <a:pt x="2015" y="831"/>
                  </a:lnTo>
                  <a:lnTo>
                    <a:pt x="1995" y="929"/>
                  </a:lnTo>
                  <a:lnTo>
                    <a:pt x="1976" y="890"/>
                  </a:lnTo>
                  <a:lnTo>
                    <a:pt x="1956" y="831"/>
                  </a:lnTo>
                  <a:lnTo>
                    <a:pt x="1976" y="692"/>
                  </a:lnTo>
                  <a:lnTo>
                    <a:pt x="2015" y="613"/>
                  </a:lnTo>
                  <a:lnTo>
                    <a:pt x="2015" y="554"/>
                  </a:lnTo>
                  <a:lnTo>
                    <a:pt x="2022" y="534"/>
                  </a:lnTo>
                  <a:lnTo>
                    <a:pt x="2015" y="534"/>
                  </a:lnTo>
                  <a:lnTo>
                    <a:pt x="2015" y="475"/>
                  </a:lnTo>
                  <a:lnTo>
                    <a:pt x="2015" y="455"/>
                  </a:lnTo>
                  <a:lnTo>
                    <a:pt x="1995" y="475"/>
                  </a:lnTo>
                  <a:lnTo>
                    <a:pt x="2015" y="416"/>
                  </a:lnTo>
                  <a:lnTo>
                    <a:pt x="2015" y="396"/>
                  </a:lnTo>
                  <a:lnTo>
                    <a:pt x="2035" y="357"/>
                  </a:lnTo>
                  <a:lnTo>
                    <a:pt x="2035" y="317"/>
                  </a:lnTo>
                  <a:lnTo>
                    <a:pt x="2015" y="357"/>
                  </a:lnTo>
                  <a:lnTo>
                    <a:pt x="2015" y="376"/>
                  </a:lnTo>
                  <a:lnTo>
                    <a:pt x="1995" y="455"/>
                  </a:lnTo>
                  <a:lnTo>
                    <a:pt x="1976" y="455"/>
                  </a:lnTo>
                  <a:lnTo>
                    <a:pt x="1956" y="475"/>
                  </a:lnTo>
                  <a:lnTo>
                    <a:pt x="1956" y="455"/>
                  </a:lnTo>
                  <a:lnTo>
                    <a:pt x="1936" y="554"/>
                  </a:lnTo>
                  <a:lnTo>
                    <a:pt x="1916" y="574"/>
                  </a:lnTo>
                  <a:lnTo>
                    <a:pt x="1936" y="495"/>
                  </a:lnTo>
                  <a:lnTo>
                    <a:pt x="1916" y="495"/>
                  </a:lnTo>
                  <a:lnTo>
                    <a:pt x="1916" y="515"/>
                  </a:lnTo>
                  <a:lnTo>
                    <a:pt x="1877" y="613"/>
                  </a:lnTo>
                  <a:lnTo>
                    <a:pt x="1897" y="712"/>
                  </a:lnTo>
                  <a:lnTo>
                    <a:pt x="1877" y="752"/>
                  </a:lnTo>
                  <a:lnTo>
                    <a:pt x="1877" y="732"/>
                  </a:lnTo>
                  <a:lnTo>
                    <a:pt x="1877" y="692"/>
                  </a:lnTo>
                  <a:lnTo>
                    <a:pt x="1877" y="534"/>
                  </a:lnTo>
                  <a:lnTo>
                    <a:pt x="1857" y="633"/>
                  </a:lnTo>
                  <a:lnTo>
                    <a:pt x="1857" y="515"/>
                  </a:lnTo>
                  <a:lnTo>
                    <a:pt x="1877" y="475"/>
                  </a:lnTo>
                  <a:lnTo>
                    <a:pt x="1897" y="495"/>
                  </a:lnTo>
                  <a:lnTo>
                    <a:pt x="1897" y="475"/>
                  </a:lnTo>
                  <a:lnTo>
                    <a:pt x="1916" y="475"/>
                  </a:lnTo>
                  <a:lnTo>
                    <a:pt x="1916" y="436"/>
                  </a:lnTo>
                  <a:lnTo>
                    <a:pt x="1936" y="416"/>
                  </a:lnTo>
                  <a:lnTo>
                    <a:pt x="1916" y="337"/>
                  </a:lnTo>
                  <a:lnTo>
                    <a:pt x="1916" y="317"/>
                  </a:lnTo>
                  <a:lnTo>
                    <a:pt x="1916" y="198"/>
                  </a:lnTo>
                  <a:lnTo>
                    <a:pt x="1936" y="198"/>
                  </a:lnTo>
                  <a:lnTo>
                    <a:pt x="1936" y="179"/>
                  </a:lnTo>
                  <a:lnTo>
                    <a:pt x="1936" y="159"/>
                  </a:lnTo>
                  <a:lnTo>
                    <a:pt x="1916" y="159"/>
                  </a:lnTo>
                  <a:lnTo>
                    <a:pt x="1877" y="357"/>
                  </a:lnTo>
                  <a:lnTo>
                    <a:pt x="1877" y="396"/>
                  </a:lnTo>
                  <a:lnTo>
                    <a:pt x="1857" y="376"/>
                  </a:lnTo>
                  <a:lnTo>
                    <a:pt x="1877" y="317"/>
                  </a:lnTo>
                  <a:lnTo>
                    <a:pt x="1877" y="238"/>
                  </a:lnTo>
                  <a:lnTo>
                    <a:pt x="1857" y="278"/>
                  </a:lnTo>
                  <a:lnTo>
                    <a:pt x="1857" y="258"/>
                  </a:lnTo>
                  <a:lnTo>
                    <a:pt x="1837" y="179"/>
                  </a:lnTo>
                  <a:lnTo>
                    <a:pt x="1877" y="179"/>
                  </a:lnTo>
                  <a:lnTo>
                    <a:pt x="1877" y="139"/>
                  </a:lnTo>
                  <a:lnTo>
                    <a:pt x="1877" y="100"/>
                  </a:lnTo>
                  <a:lnTo>
                    <a:pt x="1857" y="100"/>
                  </a:lnTo>
                  <a:lnTo>
                    <a:pt x="1857" y="21"/>
                  </a:lnTo>
                  <a:lnTo>
                    <a:pt x="1837" y="1"/>
                  </a:lnTo>
                  <a:lnTo>
                    <a:pt x="1818" y="21"/>
                  </a:lnTo>
                  <a:lnTo>
                    <a:pt x="1798" y="60"/>
                  </a:lnTo>
                  <a:lnTo>
                    <a:pt x="1778" y="60"/>
                  </a:lnTo>
                  <a:lnTo>
                    <a:pt x="1778" y="119"/>
                  </a:lnTo>
                  <a:lnTo>
                    <a:pt x="1758" y="198"/>
                  </a:lnTo>
                  <a:lnTo>
                    <a:pt x="1739" y="198"/>
                  </a:lnTo>
                  <a:lnTo>
                    <a:pt x="1758" y="100"/>
                  </a:lnTo>
                  <a:lnTo>
                    <a:pt x="1739" y="60"/>
                  </a:lnTo>
                  <a:lnTo>
                    <a:pt x="1739" y="1"/>
                  </a:lnTo>
                  <a:lnTo>
                    <a:pt x="1719" y="60"/>
                  </a:lnTo>
                  <a:lnTo>
                    <a:pt x="1709" y="100"/>
                  </a:lnTo>
                  <a:lnTo>
                    <a:pt x="1719" y="100"/>
                  </a:lnTo>
                  <a:lnTo>
                    <a:pt x="1699" y="179"/>
                  </a:lnTo>
                  <a:lnTo>
                    <a:pt x="1699" y="159"/>
                  </a:lnTo>
                  <a:lnTo>
                    <a:pt x="1679" y="100"/>
                  </a:lnTo>
                  <a:lnTo>
                    <a:pt x="1699" y="80"/>
                  </a:lnTo>
                  <a:lnTo>
                    <a:pt x="1699" y="60"/>
                  </a:lnTo>
                  <a:lnTo>
                    <a:pt x="1699" y="40"/>
                  </a:lnTo>
                  <a:lnTo>
                    <a:pt x="1679" y="40"/>
                  </a:lnTo>
                  <a:lnTo>
                    <a:pt x="1679" y="60"/>
                  </a:lnTo>
                  <a:lnTo>
                    <a:pt x="1660" y="60"/>
                  </a:lnTo>
                  <a:lnTo>
                    <a:pt x="1660" y="40"/>
                  </a:lnTo>
                  <a:lnTo>
                    <a:pt x="1660" y="21"/>
                  </a:lnTo>
                  <a:lnTo>
                    <a:pt x="1640" y="80"/>
                  </a:lnTo>
                  <a:lnTo>
                    <a:pt x="1620" y="80"/>
                  </a:lnTo>
                  <a:lnTo>
                    <a:pt x="1600" y="218"/>
                  </a:lnTo>
                  <a:lnTo>
                    <a:pt x="1600" y="119"/>
                  </a:lnTo>
                  <a:lnTo>
                    <a:pt x="1600" y="80"/>
                  </a:lnTo>
                  <a:lnTo>
                    <a:pt x="1581" y="40"/>
                  </a:lnTo>
                  <a:lnTo>
                    <a:pt x="1561" y="80"/>
                  </a:lnTo>
                  <a:lnTo>
                    <a:pt x="1541" y="119"/>
                  </a:lnTo>
                  <a:lnTo>
                    <a:pt x="1521" y="159"/>
                  </a:lnTo>
                  <a:lnTo>
                    <a:pt x="1541" y="60"/>
                  </a:lnTo>
                  <a:lnTo>
                    <a:pt x="1541" y="21"/>
                  </a:lnTo>
                  <a:lnTo>
                    <a:pt x="1541" y="1"/>
                  </a:lnTo>
                  <a:lnTo>
                    <a:pt x="1521" y="21"/>
                  </a:lnTo>
                  <a:lnTo>
                    <a:pt x="1521" y="1"/>
                  </a:lnTo>
                  <a:close/>
                  <a:moveTo>
                    <a:pt x="613" y="1759"/>
                  </a:moveTo>
                  <a:lnTo>
                    <a:pt x="613" y="1759"/>
                  </a:lnTo>
                  <a:lnTo>
                    <a:pt x="613" y="17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15"/>
            <p:cNvSpPr/>
            <p:nvPr/>
          </p:nvSpPr>
          <p:spPr>
            <a:xfrm>
              <a:off x="-1245000" y="41370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15"/>
            <p:cNvSpPr/>
            <p:nvPr/>
          </p:nvSpPr>
          <p:spPr>
            <a:xfrm>
              <a:off x="-1267700" y="41622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15"/>
            <p:cNvSpPr/>
            <p:nvPr/>
          </p:nvSpPr>
          <p:spPr>
            <a:xfrm>
              <a:off x="-1246475" y="41514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15"/>
            <p:cNvSpPr/>
            <p:nvPr/>
          </p:nvSpPr>
          <p:spPr>
            <a:xfrm>
              <a:off x="-1245000" y="4279275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15"/>
            <p:cNvSpPr/>
            <p:nvPr/>
          </p:nvSpPr>
          <p:spPr>
            <a:xfrm>
              <a:off x="-1226225" y="4308925"/>
              <a:ext cx="525" cy="0"/>
            </a:xfrm>
            <a:custGeom>
              <a:rect b="b" l="l" r="r" t="t"/>
              <a:pathLst>
                <a:path extrusionOk="0" h="0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22">
    <p:spTree>
      <p:nvGrpSpPr>
        <p:cNvPr id="4014" name="Shape 4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15" name="Google Shape;4015;p16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4016" name="Google Shape;4016;p16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16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16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16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16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16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16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16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16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16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16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16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16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16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16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16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16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16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16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16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16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16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16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16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16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16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16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16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16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16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16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16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16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16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16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16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16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16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16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16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16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16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16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16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16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16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16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16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16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16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16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16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16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16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16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16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16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16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16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16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16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16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16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16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16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16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16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16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16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16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16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16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16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16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16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16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16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16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16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16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16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16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16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16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16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16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16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16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16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16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16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16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16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16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16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16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16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16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16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16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16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16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16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16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16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16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16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16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16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16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16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16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16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16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16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16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16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33" name="Google Shape;4133;p16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4" name="Google Shape;4134;p16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4135" name="Google Shape;4135;p16"/>
          <p:cNvGrpSpPr/>
          <p:nvPr/>
        </p:nvGrpSpPr>
        <p:grpSpPr>
          <a:xfrm rot="5400000">
            <a:off x="698642" y="4678543"/>
            <a:ext cx="925639" cy="688028"/>
            <a:chOff x="8588925" y="2091476"/>
            <a:chExt cx="925639" cy="688028"/>
          </a:xfrm>
        </p:grpSpPr>
        <p:sp>
          <p:nvSpPr>
            <p:cNvPr id="4136" name="Google Shape;4136;p16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16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16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16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16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16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16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16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16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16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16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16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16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16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50" name="Google Shape;4150;p16"/>
          <p:cNvGrpSpPr/>
          <p:nvPr/>
        </p:nvGrpSpPr>
        <p:grpSpPr>
          <a:xfrm flipH="1" rot="8100000">
            <a:off x="-288106" y="-111557"/>
            <a:ext cx="1294723" cy="1350922"/>
            <a:chOff x="8465725" y="2863051"/>
            <a:chExt cx="1956212" cy="2041561"/>
          </a:xfrm>
        </p:grpSpPr>
        <p:sp>
          <p:nvSpPr>
            <p:cNvPr id="4151" name="Google Shape;4151;p16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16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16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16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16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16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16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16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16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16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16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16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16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16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16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16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16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16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16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16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16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16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16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16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16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16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16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16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16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16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16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16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16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16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16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16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16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16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16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16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16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16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16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16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5" name="Google Shape;4195;p16"/>
          <p:cNvGrpSpPr/>
          <p:nvPr/>
        </p:nvGrpSpPr>
        <p:grpSpPr>
          <a:xfrm>
            <a:off x="8430775" y="3136188"/>
            <a:ext cx="898165" cy="766770"/>
            <a:chOff x="-252625" y="2918525"/>
            <a:chExt cx="898165" cy="766770"/>
          </a:xfrm>
        </p:grpSpPr>
        <p:sp>
          <p:nvSpPr>
            <p:cNvPr id="4196" name="Google Shape;4196;p16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16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16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16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16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16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16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16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16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16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16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16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16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16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16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16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16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16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16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16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16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16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16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16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16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16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16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16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16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16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16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16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16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16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16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16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2" name="Google Shape;4232;p16"/>
          <p:cNvGrpSpPr/>
          <p:nvPr/>
        </p:nvGrpSpPr>
        <p:grpSpPr>
          <a:xfrm flipH="1" rot="10800000">
            <a:off x="8143438" y="4315816"/>
            <a:ext cx="1363145" cy="1433258"/>
            <a:chOff x="8529150" y="-173700"/>
            <a:chExt cx="1669089" cy="1754724"/>
          </a:xfrm>
        </p:grpSpPr>
        <p:sp>
          <p:nvSpPr>
            <p:cNvPr id="4233" name="Google Shape;4233;p16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16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16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16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16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16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16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16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16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16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16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16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16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16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16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16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16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16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16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16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16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16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16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16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16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16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16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16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16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16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16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16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16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16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16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16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16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16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16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16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16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16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5" name="Google Shape;4275;p16"/>
          <p:cNvGrpSpPr/>
          <p:nvPr/>
        </p:nvGrpSpPr>
        <p:grpSpPr>
          <a:xfrm>
            <a:off x="-83900" y="4163430"/>
            <a:ext cx="679382" cy="871990"/>
            <a:chOff x="8619938" y="2813305"/>
            <a:chExt cx="679382" cy="871990"/>
          </a:xfrm>
        </p:grpSpPr>
        <p:sp>
          <p:nvSpPr>
            <p:cNvPr id="4276" name="Google Shape;4276;p16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16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16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16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16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16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16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16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16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16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16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16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16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16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16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16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16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16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16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16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16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16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16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16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16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16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16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16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04" name="Google Shape;4304;p16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4305" name="Google Shape;4305;p16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16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22_1">
    <p:spTree>
      <p:nvGrpSpPr>
        <p:cNvPr id="4307" name="Shape 4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08" name="Google Shape;4308;p17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4309" name="Google Shape;4309;p17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17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17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17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17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17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17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17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17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17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17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17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17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17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17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17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17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17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17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17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17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17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17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17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17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17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17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17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17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17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17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17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17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17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17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17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17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17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17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17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17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17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17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17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17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17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17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17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17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17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17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17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17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17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17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17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17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17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17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17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17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17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17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17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17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17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17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17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17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17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17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17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17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17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17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17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17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17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17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17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17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17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17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17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17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17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17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17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17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17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17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17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17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17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17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17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17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17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17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17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17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17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17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17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17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17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17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17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17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17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17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17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17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17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17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17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17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26" name="Google Shape;4426;p17"/>
          <p:cNvSpPr/>
          <p:nvPr/>
        </p:nvSpPr>
        <p:spPr>
          <a:xfrm flipH="1"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7" name="Google Shape;4427;p17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4428" name="Google Shape;4428;p17"/>
          <p:cNvGrpSpPr/>
          <p:nvPr/>
        </p:nvGrpSpPr>
        <p:grpSpPr>
          <a:xfrm rot="1220487">
            <a:off x="8395109" y="3791293"/>
            <a:ext cx="1436692" cy="1718087"/>
            <a:chOff x="3853575" y="-2474775"/>
            <a:chExt cx="1436750" cy="1718156"/>
          </a:xfrm>
        </p:grpSpPr>
        <p:sp>
          <p:nvSpPr>
            <p:cNvPr id="4429" name="Google Shape;4429;p17"/>
            <p:cNvSpPr/>
            <p:nvPr/>
          </p:nvSpPr>
          <p:spPr>
            <a:xfrm>
              <a:off x="3873611" y="-1465718"/>
              <a:ext cx="573999" cy="351203"/>
            </a:xfrm>
            <a:custGeom>
              <a:rect b="b" l="l" r="r" t="t"/>
              <a:pathLst>
                <a:path extrusionOk="0" h="9343" w="15270">
                  <a:moveTo>
                    <a:pt x="9205" y="0"/>
                  </a:moveTo>
                  <a:lnTo>
                    <a:pt x="8988" y="20"/>
                  </a:lnTo>
                  <a:lnTo>
                    <a:pt x="8751" y="79"/>
                  </a:lnTo>
                  <a:lnTo>
                    <a:pt x="8514" y="178"/>
                  </a:lnTo>
                  <a:lnTo>
                    <a:pt x="8277" y="316"/>
                  </a:lnTo>
                  <a:lnTo>
                    <a:pt x="8040" y="454"/>
                  </a:lnTo>
                  <a:lnTo>
                    <a:pt x="7783" y="632"/>
                  </a:lnTo>
                  <a:lnTo>
                    <a:pt x="7309" y="1008"/>
                  </a:lnTo>
                  <a:lnTo>
                    <a:pt x="6855" y="1363"/>
                  </a:lnTo>
                  <a:lnTo>
                    <a:pt x="6420" y="1699"/>
                  </a:lnTo>
                  <a:lnTo>
                    <a:pt x="6223" y="1817"/>
                  </a:lnTo>
                  <a:lnTo>
                    <a:pt x="6025" y="1916"/>
                  </a:lnTo>
                  <a:lnTo>
                    <a:pt x="5867" y="1975"/>
                  </a:lnTo>
                  <a:lnTo>
                    <a:pt x="5709" y="1995"/>
                  </a:lnTo>
                  <a:lnTo>
                    <a:pt x="5551" y="1975"/>
                  </a:lnTo>
                  <a:lnTo>
                    <a:pt x="5354" y="1916"/>
                  </a:lnTo>
                  <a:lnTo>
                    <a:pt x="4840" y="1778"/>
                  </a:lnTo>
                  <a:lnTo>
                    <a:pt x="4228" y="1600"/>
                  </a:lnTo>
                  <a:lnTo>
                    <a:pt x="3576" y="1363"/>
                  </a:lnTo>
                  <a:lnTo>
                    <a:pt x="2312" y="968"/>
                  </a:lnTo>
                  <a:lnTo>
                    <a:pt x="1798" y="810"/>
                  </a:lnTo>
                  <a:lnTo>
                    <a:pt x="1581" y="770"/>
                  </a:lnTo>
                  <a:lnTo>
                    <a:pt x="1423" y="751"/>
                  </a:lnTo>
                  <a:lnTo>
                    <a:pt x="1028" y="751"/>
                  </a:lnTo>
                  <a:lnTo>
                    <a:pt x="831" y="790"/>
                  </a:lnTo>
                  <a:lnTo>
                    <a:pt x="633" y="869"/>
                  </a:lnTo>
                  <a:lnTo>
                    <a:pt x="455" y="968"/>
                  </a:lnTo>
                  <a:lnTo>
                    <a:pt x="317" y="1106"/>
                  </a:lnTo>
                  <a:lnTo>
                    <a:pt x="238" y="1185"/>
                  </a:lnTo>
                  <a:lnTo>
                    <a:pt x="179" y="1284"/>
                  </a:lnTo>
                  <a:lnTo>
                    <a:pt x="139" y="1383"/>
                  </a:lnTo>
                  <a:lnTo>
                    <a:pt x="100" y="1501"/>
                  </a:lnTo>
                  <a:lnTo>
                    <a:pt x="60" y="1699"/>
                  </a:lnTo>
                  <a:lnTo>
                    <a:pt x="21" y="1877"/>
                  </a:lnTo>
                  <a:lnTo>
                    <a:pt x="1" y="2054"/>
                  </a:lnTo>
                  <a:lnTo>
                    <a:pt x="1" y="2232"/>
                  </a:lnTo>
                  <a:lnTo>
                    <a:pt x="21" y="2410"/>
                  </a:lnTo>
                  <a:lnTo>
                    <a:pt x="60" y="2568"/>
                  </a:lnTo>
                  <a:lnTo>
                    <a:pt x="139" y="2726"/>
                  </a:lnTo>
                  <a:lnTo>
                    <a:pt x="238" y="2884"/>
                  </a:lnTo>
                  <a:lnTo>
                    <a:pt x="356" y="3002"/>
                  </a:lnTo>
                  <a:lnTo>
                    <a:pt x="495" y="3121"/>
                  </a:lnTo>
                  <a:lnTo>
                    <a:pt x="653" y="3239"/>
                  </a:lnTo>
                  <a:lnTo>
                    <a:pt x="1008" y="3477"/>
                  </a:lnTo>
                  <a:lnTo>
                    <a:pt x="1403" y="3674"/>
                  </a:lnTo>
                  <a:lnTo>
                    <a:pt x="1798" y="3852"/>
                  </a:lnTo>
                  <a:lnTo>
                    <a:pt x="1937" y="3911"/>
                  </a:lnTo>
                  <a:lnTo>
                    <a:pt x="1996" y="3931"/>
                  </a:lnTo>
                  <a:lnTo>
                    <a:pt x="2766" y="4207"/>
                  </a:lnTo>
                  <a:lnTo>
                    <a:pt x="3300" y="4385"/>
                  </a:lnTo>
                  <a:lnTo>
                    <a:pt x="3616" y="4464"/>
                  </a:lnTo>
                  <a:lnTo>
                    <a:pt x="3714" y="4484"/>
                  </a:lnTo>
                  <a:lnTo>
                    <a:pt x="3793" y="4622"/>
                  </a:lnTo>
                  <a:lnTo>
                    <a:pt x="4011" y="4918"/>
                  </a:lnTo>
                  <a:lnTo>
                    <a:pt x="4169" y="5116"/>
                  </a:lnTo>
                  <a:lnTo>
                    <a:pt x="4366" y="5313"/>
                  </a:lnTo>
                  <a:lnTo>
                    <a:pt x="4564" y="5531"/>
                  </a:lnTo>
                  <a:lnTo>
                    <a:pt x="4801" y="5709"/>
                  </a:lnTo>
                  <a:lnTo>
                    <a:pt x="5038" y="5886"/>
                  </a:lnTo>
                  <a:lnTo>
                    <a:pt x="5275" y="6005"/>
                  </a:lnTo>
                  <a:lnTo>
                    <a:pt x="5512" y="6104"/>
                  </a:lnTo>
                  <a:lnTo>
                    <a:pt x="5709" y="6163"/>
                  </a:lnTo>
                  <a:lnTo>
                    <a:pt x="6025" y="6242"/>
                  </a:lnTo>
                  <a:lnTo>
                    <a:pt x="6144" y="6262"/>
                  </a:lnTo>
                  <a:lnTo>
                    <a:pt x="6164" y="6400"/>
                  </a:lnTo>
                  <a:lnTo>
                    <a:pt x="6183" y="6578"/>
                  </a:lnTo>
                  <a:lnTo>
                    <a:pt x="6262" y="6775"/>
                  </a:lnTo>
                  <a:lnTo>
                    <a:pt x="6341" y="6992"/>
                  </a:lnTo>
                  <a:lnTo>
                    <a:pt x="6480" y="7210"/>
                  </a:lnTo>
                  <a:lnTo>
                    <a:pt x="6578" y="7308"/>
                  </a:lnTo>
                  <a:lnTo>
                    <a:pt x="6677" y="7407"/>
                  </a:lnTo>
                  <a:lnTo>
                    <a:pt x="6796" y="7506"/>
                  </a:lnTo>
                  <a:lnTo>
                    <a:pt x="6914" y="7585"/>
                  </a:lnTo>
                  <a:lnTo>
                    <a:pt x="7309" y="7802"/>
                  </a:lnTo>
                  <a:lnTo>
                    <a:pt x="7605" y="7921"/>
                  </a:lnTo>
                  <a:lnTo>
                    <a:pt x="7783" y="7980"/>
                  </a:lnTo>
                  <a:lnTo>
                    <a:pt x="7862" y="7980"/>
                  </a:lnTo>
                  <a:lnTo>
                    <a:pt x="7961" y="8138"/>
                  </a:lnTo>
                  <a:lnTo>
                    <a:pt x="8080" y="8296"/>
                  </a:lnTo>
                  <a:lnTo>
                    <a:pt x="8218" y="8474"/>
                  </a:lnTo>
                  <a:lnTo>
                    <a:pt x="8415" y="8671"/>
                  </a:lnTo>
                  <a:lnTo>
                    <a:pt x="8613" y="8849"/>
                  </a:lnTo>
                  <a:lnTo>
                    <a:pt x="8830" y="9007"/>
                  </a:lnTo>
                  <a:lnTo>
                    <a:pt x="8949" y="9066"/>
                  </a:lnTo>
                  <a:lnTo>
                    <a:pt x="9067" y="9106"/>
                  </a:lnTo>
                  <a:lnTo>
                    <a:pt x="9541" y="9205"/>
                  </a:lnTo>
                  <a:lnTo>
                    <a:pt x="10015" y="9284"/>
                  </a:lnTo>
                  <a:lnTo>
                    <a:pt x="10489" y="9343"/>
                  </a:lnTo>
                  <a:lnTo>
                    <a:pt x="11398" y="9343"/>
                  </a:lnTo>
                  <a:lnTo>
                    <a:pt x="11813" y="9303"/>
                  </a:lnTo>
                  <a:lnTo>
                    <a:pt x="12208" y="9264"/>
                  </a:lnTo>
                  <a:lnTo>
                    <a:pt x="12583" y="9185"/>
                  </a:lnTo>
                  <a:lnTo>
                    <a:pt x="12938" y="9126"/>
                  </a:lnTo>
                  <a:lnTo>
                    <a:pt x="13235" y="9047"/>
                  </a:lnTo>
                  <a:lnTo>
                    <a:pt x="13748" y="8889"/>
                  </a:lnTo>
                  <a:lnTo>
                    <a:pt x="14064" y="8790"/>
                  </a:lnTo>
                  <a:lnTo>
                    <a:pt x="14183" y="8731"/>
                  </a:lnTo>
                  <a:lnTo>
                    <a:pt x="15269" y="869"/>
                  </a:lnTo>
                  <a:lnTo>
                    <a:pt x="14479" y="731"/>
                  </a:lnTo>
                  <a:lnTo>
                    <a:pt x="12682" y="454"/>
                  </a:lnTo>
                  <a:lnTo>
                    <a:pt x="11635" y="296"/>
                  </a:lnTo>
                  <a:lnTo>
                    <a:pt x="10647" y="158"/>
                  </a:lnTo>
                  <a:lnTo>
                    <a:pt x="9798" y="59"/>
                  </a:lnTo>
                  <a:lnTo>
                    <a:pt x="920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17"/>
            <p:cNvSpPr/>
            <p:nvPr/>
          </p:nvSpPr>
          <p:spPr>
            <a:xfrm>
              <a:off x="4013224" y="-1297197"/>
              <a:ext cx="118822" cy="26050"/>
            </a:xfrm>
            <a:custGeom>
              <a:rect b="b" l="l" r="r" t="t"/>
              <a:pathLst>
                <a:path extrusionOk="0" h="693" w="3161">
                  <a:moveTo>
                    <a:pt x="0" y="1"/>
                  </a:moveTo>
                  <a:lnTo>
                    <a:pt x="158" y="258"/>
                  </a:lnTo>
                  <a:lnTo>
                    <a:pt x="1620" y="554"/>
                  </a:lnTo>
                  <a:lnTo>
                    <a:pt x="1896" y="613"/>
                  </a:lnTo>
                  <a:lnTo>
                    <a:pt x="2153" y="633"/>
                  </a:lnTo>
                  <a:lnTo>
                    <a:pt x="2647" y="672"/>
                  </a:lnTo>
                  <a:lnTo>
                    <a:pt x="3003" y="692"/>
                  </a:lnTo>
                  <a:lnTo>
                    <a:pt x="3161" y="692"/>
                  </a:lnTo>
                  <a:lnTo>
                    <a:pt x="2904" y="613"/>
                  </a:lnTo>
                  <a:lnTo>
                    <a:pt x="2568" y="554"/>
                  </a:lnTo>
                  <a:lnTo>
                    <a:pt x="2074" y="495"/>
                  </a:lnTo>
                  <a:lnTo>
                    <a:pt x="1758" y="435"/>
                  </a:lnTo>
                  <a:lnTo>
                    <a:pt x="1403" y="376"/>
                  </a:lnTo>
                  <a:lnTo>
                    <a:pt x="731" y="2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17"/>
            <p:cNvSpPr/>
            <p:nvPr/>
          </p:nvSpPr>
          <p:spPr>
            <a:xfrm>
              <a:off x="4103067" y="-1230360"/>
              <a:ext cx="60896" cy="10450"/>
            </a:xfrm>
            <a:custGeom>
              <a:rect b="b" l="l" r="r" t="t"/>
              <a:pathLst>
                <a:path extrusionOk="0" h="278" w="1620">
                  <a:moveTo>
                    <a:pt x="40" y="1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20" y="178"/>
                  </a:lnTo>
                  <a:lnTo>
                    <a:pt x="40" y="218"/>
                  </a:lnTo>
                  <a:lnTo>
                    <a:pt x="79" y="238"/>
                  </a:lnTo>
                  <a:lnTo>
                    <a:pt x="178" y="257"/>
                  </a:lnTo>
                  <a:lnTo>
                    <a:pt x="356" y="277"/>
                  </a:lnTo>
                  <a:lnTo>
                    <a:pt x="889" y="277"/>
                  </a:lnTo>
                  <a:lnTo>
                    <a:pt x="1620" y="257"/>
                  </a:lnTo>
                  <a:lnTo>
                    <a:pt x="1264" y="218"/>
                  </a:lnTo>
                  <a:lnTo>
                    <a:pt x="929" y="178"/>
                  </a:lnTo>
                  <a:lnTo>
                    <a:pt x="514" y="99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17"/>
            <p:cNvSpPr/>
            <p:nvPr/>
          </p:nvSpPr>
          <p:spPr>
            <a:xfrm>
              <a:off x="4169152" y="-1165779"/>
              <a:ext cx="41612" cy="11202"/>
            </a:xfrm>
            <a:custGeom>
              <a:rect b="b" l="l" r="r" t="t"/>
              <a:pathLst>
                <a:path extrusionOk="0" h="298" w="1107">
                  <a:moveTo>
                    <a:pt x="0" y="1"/>
                  </a:moveTo>
                  <a:lnTo>
                    <a:pt x="40" y="120"/>
                  </a:lnTo>
                  <a:lnTo>
                    <a:pt x="99" y="199"/>
                  </a:lnTo>
                  <a:lnTo>
                    <a:pt x="138" y="278"/>
                  </a:lnTo>
                  <a:lnTo>
                    <a:pt x="218" y="297"/>
                  </a:lnTo>
                  <a:lnTo>
                    <a:pt x="356" y="278"/>
                  </a:lnTo>
                  <a:lnTo>
                    <a:pt x="711" y="199"/>
                  </a:lnTo>
                  <a:lnTo>
                    <a:pt x="1047" y="100"/>
                  </a:lnTo>
                  <a:lnTo>
                    <a:pt x="1106" y="60"/>
                  </a:lnTo>
                  <a:lnTo>
                    <a:pt x="1087" y="40"/>
                  </a:lnTo>
                  <a:lnTo>
                    <a:pt x="455" y="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17"/>
            <p:cNvSpPr/>
            <p:nvPr/>
          </p:nvSpPr>
          <p:spPr>
            <a:xfrm>
              <a:off x="3882520" y="-1393693"/>
              <a:ext cx="75030" cy="75030"/>
            </a:xfrm>
            <a:custGeom>
              <a:rect b="b" l="l" r="r" t="t"/>
              <a:pathLst>
                <a:path extrusionOk="0" h="1996" w="1996">
                  <a:moveTo>
                    <a:pt x="376" y="0"/>
                  </a:moveTo>
                  <a:lnTo>
                    <a:pt x="1" y="968"/>
                  </a:lnTo>
                  <a:lnTo>
                    <a:pt x="119" y="1086"/>
                  </a:lnTo>
                  <a:lnTo>
                    <a:pt x="416" y="198"/>
                  </a:lnTo>
                  <a:lnTo>
                    <a:pt x="1048" y="494"/>
                  </a:lnTo>
                  <a:lnTo>
                    <a:pt x="1502" y="731"/>
                  </a:lnTo>
                  <a:lnTo>
                    <a:pt x="1680" y="830"/>
                  </a:lnTo>
                  <a:lnTo>
                    <a:pt x="1779" y="909"/>
                  </a:lnTo>
                  <a:lnTo>
                    <a:pt x="1798" y="968"/>
                  </a:lnTo>
                  <a:lnTo>
                    <a:pt x="1838" y="1067"/>
                  </a:lnTo>
                  <a:lnTo>
                    <a:pt x="1838" y="1146"/>
                  </a:lnTo>
                  <a:lnTo>
                    <a:pt x="1838" y="1264"/>
                  </a:lnTo>
                  <a:lnTo>
                    <a:pt x="1798" y="1482"/>
                  </a:lnTo>
                  <a:lnTo>
                    <a:pt x="1719" y="1719"/>
                  </a:lnTo>
                  <a:lnTo>
                    <a:pt x="1640" y="1857"/>
                  </a:lnTo>
                  <a:lnTo>
                    <a:pt x="1561" y="1936"/>
                  </a:lnTo>
                  <a:lnTo>
                    <a:pt x="1700" y="1995"/>
                  </a:lnTo>
                  <a:lnTo>
                    <a:pt x="1779" y="1896"/>
                  </a:lnTo>
                  <a:lnTo>
                    <a:pt x="1838" y="1738"/>
                  </a:lnTo>
                  <a:lnTo>
                    <a:pt x="1897" y="1580"/>
                  </a:lnTo>
                  <a:lnTo>
                    <a:pt x="1956" y="1402"/>
                  </a:lnTo>
                  <a:lnTo>
                    <a:pt x="1976" y="1244"/>
                  </a:lnTo>
                  <a:lnTo>
                    <a:pt x="1996" y="1067"/>
                  </a:lnTo>
                  <a:lnTo>
                    <a:pt x="1956" y="928"/>
                  </a:lnTo>
                  <a:lnTo>
                    <a:pt x="1937" y="869"/>
                  </a:lnTo>
                  <a:lnTo>
                    <a:pt x="1897" y="810"/>
                  </a:lnTo>
                  <a:lnTo>
                    <a:pt x="1798" y="711"/>
                  </a:lnTo>
                  <a:lnTo>
                    <a:pt x="1640" y="593"/>
                  </a:lnTo>
                  <a:lnTo>
                    <a:pt x="1463" y="494"/>
                  </a:lnTo>
                  <a:lnTo>
                    <a:pt x="1285" y="395"/>
                  </a:lnTo>
                  <a:lnTo>
                    <a:pt x="989" y="257"/>
                  </a:lnTo>
                  <a:lnTo>
                    <a:pt x="870" y="217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17"/>
            <p:cNvSpPr/>
            <p:nvPr/>
          </p:nvSpPr>
          <p:spPr>
            <a:xfrm>
              <a:off x="4047357" y="-2278023"/>
              <a:ext cx="1045453" cy="331920"/>
            </a:xfrm>
            <a:custGeom>
              <a:rect b="b" l="l" r="r" t="t"/>
              <a:pathLst>
                <a:path extrusionOk="0" h="8830" w="27812">
                  <a:moveTo>
                    <a:pt x="9581" y="0"/>
                  </a:moveTo>
                  <a:lnTo>
                    <a:pt x="9363" y="40"/>
                  </a:lnTo>
                  <a:lnTo>
                    <a:pt x="9166" y="60"/>
                  </a:lnTo>
                  <a:lnTo>
                    <a:pt x="8988" y="119"/>
                  </a:lnTo>
                  <a:lnTo>
                    <a:pt x="8830" y="178"/>
                  </a:lnTo>
                  <a:lnTo>
                    <a:pt x="8692" y="237"/>
                  </a:lnTo>
                  <a:lnTo>
                    <a:pt x="8573" y="297"/>
                  </a:lnTo>
                  <a:lnTo>
                    <a:pt x="8396" y="435"/>
                  </a:lnTo>
                  <a:lnTo>
                    <a:pt x="8277" y="553"/>
                  </a:lnTo>
                  <a:lnTo>
                    <a:pt x="8178" y="692"/>
                  </a:lnTo>
                  <a:lnTo>
                    <a:pt x="8099" y="672"/>
                  </a:lnTo>
                  <a:lnTo>
                    <a:pt x="7862" y="672"/>
                  </a:lnTo>
                  <a:lnTo>
                    <a:pt x="7507" y="692"/>
                  </a:lnTo>
                  <a:lnTo>
                    <a:pt x="7309" y="731"/>
                  </a:lnTo>
                  <a:lnTo>
                    <a:pt x="7092" y="771"/>
                  </a:lnTo>
                  <a:lnTo>
                    <a:pt x="6875" y="830"/>
                  </a:lnTo>
                  <a:lnTo>
                    <a:pt x="6638" y="929"/>
                  </a:lnTo>
                  <a:lnTo>
                    <a:pt x="6401" y="1027"/>
                  </a:lnTo>
                  <a:lnTo>
                    <a:pt x="6183" y="1166"/>
                  </a:lnTo>
                  <a:lnTo>
                    <a:pt x="5966" y="1324"/>
                  </a:lnTo>
                  <a:lnTo>
                    <a:pt x="5749" y="1521"/>
                  </a:lnTo>
                  <a:lnTo>
                    <a:pt x="5571" y="1758"/>
                  </a:lnTo>
                  <a:lnTo>
                    <a:pt x="5413" y="2035"/>
                  </a:lnTo>
                  <a:lnTo>
                    <a:pt x="5354" y="2035"/>
                  </a:lnTo>
                  <a:lnTo>
                    <a:pt x="5196" y="2074"/>
                  </a:lnTo>
                  <a:lnTo>
                    <a:pt x="4959" y="2153"/>
                  </a:lnTo>
                  <a:lnTo>
                    <a:pt x="4820" y="2213"/>
                  </a:lnTo>
                  <a:lnTo>
                    <a:pt x="4662" y="2292"/>
                  </a:lnTo>
                  <a:lnTo>
                    <a:pt x="4504" y="2390"/>
                  </a:lnTo>
                  <a:lnTo>
                    <a:pt x="4346" y="2509"/>
                  </a:lnTo>
                  <a:lnTo>
                    <a:pt x="4169" y="2647"/>
                  </a:lnTo>
                  <a:lnTo>
                    <a:pt x="3991" y="2825"/>
                  </a:lnTo>
                  <a:lnTo>
                    <a:pt x="3813" y="3022"/>
                  </a:lnTo>
                  <a:lnTo>
                    <a:pt x="3655" y="3259"/>
                  </a:lnTo>
                  <a:lnTo>
                    <a:pt x="3497" y="3536"/>
                  </a:lnTo>
                  <a:lnTo>
                    <a:pt x="3339" y="3832"/>
                  </a:lnTo>
                  <a:lnTo>
                    <a:pt x="2983" y="3813"/>
                  </a:lnTo>
                  <a:lnTo>
                    <a:pt x="2628" y="3793"/>
                  </a:lnTo>
                  <a:lnTo>
                    <a:pt x="2174" y="3813"/>
                  </a:lnTo>
                  <a:lnTo>
                    <a:pt x="1937" y="3832"/>
                  </a:lnTo>
                  <a:lnTo>
                    <a:pt x="1680" y="3872"/>
                  </a:lnTo>
                  <a:lnTo>
                    <a:pt x="1443" y="3931"/>
                  </a:lnTo>
                  <a:lnTo>
                    <a:pt x="1206" y="3990"/>
                  </a:lnTo>
                  <a:lnTo>
                    <a:pt x="969" y="4069"/>
                  </a:lnTo>
                  <a:lnTo>
                    <a:pt x="751" y="4168"/>
                  </a:lnTo>
                  <a:lnTo>
                    <a:pt x="554" y="4306"/>
                  </a:lnTo>
                  <a:lnTo>
                    <a:pt x="376" y="4445"/>
                  </a:lnTo>
                  <a:lnTo>
                    <a:pt x="238" y="4603"/>
                  </a:lnTo>
                  <a:lnTo>
                    <a:pt x="139" y="4780"/>
                  </a:lnTo>
                  <a:lnTo>
                    <a:pt x="60" y="4938"/>
                  </a:lnTo>
                  <a:lnTo>
                    <a:pt x="21" y="5096"/>
                  </a:lnTo>
                  <a:lnTo>
                    <a:pt x="1" y="5254"/>
                  </a:lnTo>
                  <a:lnTo>
                    <a:pt x="1" y="5393"/>
                  </a:lnTo>
                  <a:lnTo>
                    <a:pt x="40" y="5551"/>
                  </a:lnTo>
                  <a:lnTo>
                    <a:pt x="80" y="5669"/>
                  </a:lnTo>
                  <a:lnTo>
                    <a:pt x="159" y="5807"/>
                  </a:lnTo>
                  <a:lnTo>
                    <a:pt x="238" y="5906"/>
                  </a:lnTo>
                  <a:lnTo>
                    <a:pt x="337" y="6005"/>
                  </a:lnTo>
                  <a:lnTo>
                    <a:pt x="435" y="6104"/>
                  </a:lnTo>
                  <a:lnTo>
                    <a:pt x="534" y="6163"/>
                  </a:lnTo>
                  <a:lnTo>
                    <a:pt x="653" y="6203"/>
                  </a:lnTo>
                  <a:lnTo>
                    <a:pt x="751" y="6242"/>
                  </a:lnTo>
                  <a:lnTo>
                    <a:pt x="870" y="6242"/>
                  </a:lnTo>
                  <a:lnTo>
                    <a:pt x="1265" y="6262"/>
                  </a:lnTo>
                  <a:lnTo>
                    <a:pt x="1937" y="6321"/>
                  </a:lnTo>
                  <a:lnTo>
                    <a:pt x="3813" y="6479"/>
                  </a:lnTo>
                  <a:lnTo>
                    <a:pt x="5808" y="6677"/>
                  </a:lnTo>
                  <a:lnTo>
                    <a:pt x="6598" y="6756"/>
                  </a:lnTo>
                  <a:lnTo>
                    <a:pt x="7171" y="6835"/>
                  </a:lnTo>
                  <a:lnTo>
                    <a:pt x="7388" y="6894"/>
                  </a:lnTo>
                  <a:lnTo>
                    <a:pt x="7625" y="6973"/>
                  </a:lnTo>
                  <a:lnTo>
                    <a:pt x="8198" y="7170"/>
                  </a:lnTo>
                  <a:lnTo>
                    <a:pt x="8810" y="7427"/>
                  </a:lnTo>
                  <a:lnTo>
                    <a:pt x="9482" y="7704"/>
                  </a:lnTo>
                  <a:lnTo>
                    <a:pt x="10134" y="7980"/>
                  </a:lnTo>
                  <a:lnTo>
                    <a:pt x="10766" y="8217"/>
                  </a:lnTo>
                  <a:lnTo>
                    <a:pt x="11062" y="8316"/>
                  </a:lnTo>
                  <a:lnTo>
                    <a:pt x="11319" y="8395"/>
                  </a:lnTo>
                  <a:lnTo>
                    <a:pt x="11576" y="8434"/>
                  </a:lnTo>
                  <a:lnTo>
                    <a:pt x="11793" y="8454"/>
                  </a:lnTo>
                  <a:lnTo>
                    <a:pt x="16336" y="8593"/>
                  </a:lnTo>
                  <a:lnTo>
                    <a:pt x="17837" y="8632"/>
                  </a:lnTo>
                  <a:lnTo>
                    <a:pt x="24493" y="8790"/>
                  </a:lnTo>
                  <a:lnTo>
                    <a:pt x="26864" y="8830"/>
                  </a:lnTo>
                  <a:lnTo>
                    <a:pt x="27555" y="8830"/>
                  </a:lnTo>
                  <a:lnTo>
                    <a:pt x="27812" y="8810"/>
                  </a:lnTo>
                  <a:lnTo>
                    <a:pt x="27792" y="8691"/>
                  </a:lnTo>
                  <a:lnTo>
                    <a:pt x="27654" y="8415"/>
                  </a:lnTo>
                  <a:lnTo>
                    <a:pt x="27199" y="7427"/>
                  </a:lnTo>
                  <a:lnTo>
                    <a:pt x="25758" y="4484"/>
                  </a:lnTo>
                  <a:lnTo>
                    <a:pt x="23644" y="257"/>
                  </a:lnTo>
                  <a:lnTo>
                    <a:pt x="16178" y="771"/>
                  </a:lnTo>
                  <a:lnTo>
                    <a:pt x="16138" y="771"/>
                  </a:lnTo>
                  <a:lnTo>
                    <a:pt x="16099" y="790"/>
                  </a:lnTo>
                  <a:lnTo>
                    <a:pt x="15309" y="830"/>
                  </a:lnTo>
                  <a:lnTo>
                    <a:pt x="13985" y="929"/>
                  </a:lnTo>
                  <a:lnTo>
                    <a:pt x="13590" y="810"/>
                  </a:lnTo>
                  <a:lnTo>
                    <a:pt x="12583" y="514"/>
                  </a:lnTo>
                  <a:lnTo>
                    <a:pt x="11951" y="356"/>
                  </a:lnTo>
                  <a:lnTo>
                    <a:pt x="11299" y="218"/>
                  </a:lnTo>
                  <a:lnTo>
                    <a:pt x="10667" y="99"/>
                  </a:lnTo>
                  <a:lnTo>
                    <a:pt x="10074" y="20"/>
                  </a:lnTo>
                  <a:lnTo>
                    <a:pt x="9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17"/>
            <p:cNvSpPr/>
            <p:nvPr/>
          </p:nvSpPr>
          <p:spPr>
            <a:xfrm>
              <a:off x="4160957" y="-2074580"/>
              <a:ext cx="235426" cy="66873"/>
            </a:xfrm>
            <a:custGeom>
              <a:rect b="b" l="l" r="r" t="t"/>
              <a:pathLst>
                <a:path extrusionOk="0" h="1779" w="6263">
                  <a:moveTo>
                    <a:pt x="1482" y="0"/>
                  </a:moveTo>
                  <a:lnTo>
                    <a:pt x="1305" y="40"/>
                  </a:lnTo>
                  <a:lnTo>
                    <a:pt x="1127" y="79"/>
                  </a:lnTo>
                  <a:lnTo>
                    <a:pt x="969" y="139"/>
                  </a:lnTo>
                  <a:lnTo>
                    <a:pt x="831" y="198"/>
                  </a:lnTo>
                  <a:lnTo>
                    <a:pt x="712" y="297"/>
                  </a:lnTo>
                  <a:lnTo>
                    <a:pt x="495" y="494"/>
                  </a:lnTo>
                  <a:lnTo>
                    <a:pt x="317" y="672"/>
                  </a:lnTo>
                  <a:lnTo>
                    <a:pt x="198" y="850"/>
                  </a:lnTo>
                  <a:lnTo>
                    <a:pt x="119" y="1008"/>
                  </a:lnTo>
                  <a:lnTo>
                    <a:pt x="40" y="1126"/>
                  </a:lnTo>
                  <a:lnTo>
                    <a:pt x="21" y="1225"/>
                  </a:lnTo>
                  <a:lnTo>
                    <a:pt x="1" y="1304"/>
                  </a:lnTo>
                  <a:lnTo>
                    <a:pt x="969" y="1403"/>
                  </a:lnTo>
                  <a:lnTo>
                    <a:pt x="3122" y="1600"/>
                  </a:lnTo>
                  <a:lnTo>
                    <a:pt x="4267" y="1699"/>
                  </a:lnTo>
                  <a:lnTo>
                    <a:pt x="5255" y="1758"/>
                  </a:lnTo>
                  <a:lnTo>
                    <a:pt x="5986" y="1778"/>
                  </a:lnTo>
                  <a:lnTo>
                    <a:pt x="6183" y="1758"/>
                  </a:lnTo>
                  <a:lnTo>
                    <a:pt x="6243" y="1758"/>
                  </a:lnTo>
                  <a:lnTo>
                    <a:pt x="6262" y="1739"/>
                  </a:lnTo>
                  <a:lnTo>
                    <a:pt x="6243" y="1699"/>
                  </a:lnTo>
                  <a:lnTo>
                    <a:pt x="6223" y="1660"/>
                  </a:lnTo>
                  <a:lnTo>
                    <a:pt x="6144" y="1541"/>
                  </a:lnTo>
                  <a:lnTo>
                    <a:pt x="6025" y="1403"/>
                  </a:lnTo>
                  <a:lnTo>
                    <a:pt x="5848" y="1265"/>
                  </a:lnTo>
                  <a:lnTo>
                    <a:pt x="5670" y="1146"/>
                  </a:lnTo>
                  <a:lnTo>
                    <a:pt x="5472" y="1028"/>
                  </a:lnTo>
                  <a:lnTo>
                    <a:pt x="5294" y="949"/>
                  </a:lnTo>
                  <a:lnTo>
                    <a:pt x="5117" y="889"/>
                  </a:lnTo>
                  <a:lnTo>
                    <a:pt x="4939" y="850"/>
                  </a:lnTo>
                  <a:lnTo>
                    <a:pt x="4761" y="791"/>
                  </a:lnTo>
                  <a:lnTo>
                    <a:pt x="4327" y="613"/>
                  </a:lnTo>
                  <a:lnTo>
                    <a:pt x="3872" y="415"/>
                  </a:lnTo>
                  <a:lnTo>
                    <a:pt x="3616" y="316"/>
                  </a:lnTo>
                  <a:lnTo>
                    <a:pt x="3379" y="237"/>
                  </a:lnTo>
                  <a:lnTo>
                    <a:pt x="3082" y="158"/>
                  </a:lnTo>
                  <a:lnTo>
                    <a:pt x="2766" y="99"/>
                  </a:lnTo>
                  <a:lnTo>
                    <a:pt x="2411" y="40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17"/>
            <p:cNvSpPr/>
            <p:nvPr/>
          </p:nvSpPr>
          <p:spPr>
            <a:xfrm>
              <a:off x="3853575" y="-2047101"/>
              <a:ext cx="670493" cy="670493"/>
            </a:xfrm>
            <a:custGeom>
              <a:rect b="b" l="l" r="r" t="t"/>
              <a:pathLst>
                <a:path extrusionOk="0" h="17837" w="17837">
                  <a:moveTo>
                    <a:pt x="8395" y="0"/>
                  </a:moveTo>
                  <a:lnTo>
                    <a:pt x="8040" y="20"/>
                  </a:lnTo>
                  <a:lnTo>
                    <a:pt x="7684" y="40"/>
                  </a:lnTo>
                  <a:lnTo>
                    <a:pt x="7329" y="99"/>
                  </a:lnTo>
                  <a:lnTo>
                    <a:pt x="6993" y="158"/>
                  </a:lnTo>
                  <a:lnTo>
                    <a:pt x="6657" y="237"/>
                  </a:lnTo>
                  <a:lnTo>
                    <a:pt x="6341" y="336"/>
                  </a:lnTo>
                  <a:lnTo>
                    <a:pt x="6025" y="455"/>
                  </a:lnTo>
                  <a:lnTo>
                    <a:pt x="5709" y="573"/>
                  </a:lnTo>
                  <a:lnTo>
                    <a:pt x="5413" y="711"/>
                  </a:lnTo>
                  <a:lnTo>
                    <a:pt x="5116" y="869"/>
                  </a:lnTo>
                  <a:lnTo>
                    <a:pt x="4840" y="1027"/>
                  </a:lnTo>
                  <a:lnTo>
                    <a:pt x="4563" y="1185"/>
                  </a:lnTo>
                  <a:lnTo>
                    <a:pt x="4307" y="1363"/>
                  </a:lnTo>
                  <a:lnTo>
                    <a:pt x="3793" y="1738"/>
                  </a:lnTo>
                  <a:lnTo>
                    <a:pt x="3339" y="2153"/>
                  </a:lnTo>
                  <a:lnTo>
                    <a:pt x="2904" y="2568"/>
                  </a:lnTo>
                  <a:lnTo>
                    <a:pt x="2489" y="2983"/>
                  </a:lnTo>
                  <a:lnTo>
                    <a:pt x="2134" y="3417"/>
                  </a:lnTo>
                  <a:lnTo>
                    <a:pt x="1798" y="3832"/>
                  </a:lnTo>
                  <a:lnTo>
                    <a:pt x="1482" y="4267"/>
                  </a:lnTo>
                  <a:lnTo>
                    <a:pt x="1186" y="4741"/>
                  </a:lnTo>
                  <a:lnTo>
                    <a:pt x="929" y="5254"/>
                  </a:lnTo>
                  <a:lnTo>
                    <a:pt x="692" y="5807"/>
                  </a:lnTo>
                  <a:lnTo>
                    <a:pt x="475" y="6380"/>
                  </a:lnTo>
                  <a:lnTo>
                    <a:pt x="297" y="6992"/>
                  </a:lnTo>
                  <a:lnTo>
                    <a:pt x="159" y="7625"/>
                  </a:lnTo>
                  <a:lnTo>
                    <a:pt x="60" y="8276"/>
                  </a:lnTo>
                  <a:lnTo>
                    <a:pt x="20" y="8612"/>
                  </a:lnTo>
                  <a:lnTo>
                    <a:pt x="1" y="8948"/>
                  </a:lnTo>
                  <a:lnTo>
                    <a:pt x="1" y="9284"/>
                  </a:lnTo>
                  <a:lnTo>
                    <a:pt x="1" y="9639"/>
                  </a:lnTo>
                  <a:lnTo>
                    <a:pt x="20" y="9975"/>
                  </a:lnTo>
                  <a:lnTo>
                    <a:pt x="40" y="10331"/>
                  </a:lnTo>
                  <a:lnTo>
                    <a:pt x="99" y="10706"/>
                  </a:lnTo>
                  <a:lnTo>
                    <a:pt x="159" y="11061"/>
                  </a:lnTo>
                  <a:lnTo>
                    <a:pt x="218" y="11417"/>
                  </a:lnTo>
                  <a:lnTo>
                    <a:pt x="317" y="11792"/>
                  </a:lnTo>
                  <a:lnTo>
                    <a:pt x="415" y="12148"/>
                  </a:lnTo>
                  <a:lnTo>
                    <a:pt x="534" y="12523"/>
                  </a:lnTo>
                  <a:lnTo>
                    <a:pt x="672" y="12879"/>
                  </a:lnTo>
                  <a:lnTo>
                    <a:pt x="830" y="13254"/>
                  </a:lnTo>
                  <a:lnTo>
                    <a:pt x="1008" y="13629"/>
                  </a:lnTo>
                  <a:lnTo>
                    <a:pt x="1205" y="14004"/>
                  </a:lnTo>
                  <a:lnTo>
                    <a:pt x="1403" y="14360"/>
                  </a:lnTo>
                  <a:lnTo>
                    <a:pt x="1640" y="14696"/>
                  </a:lnTo>
                  <a:lnTo>
                    <a:pt x="1877" y="15012"/>
                  </a:lnTo>
                  <a:lnTo>
                    <a:pt x="2134" y="15288"/>
                  </a:lnTo>
                  <a:lnTo>
                    <a:pt x="2410" y="15565"/>
                  </a:lnTo>
                  <a:lnTo>
                    <a:pt x="2687" y="15822"/>
                  </a:lnTo>
                  <a:lnTo>
                    <a:pt x="2983" y="16059"/>
                  </a:lnTo>
                  <a:lnTo>
                    <a:pt x="3299" y="16256"/>
                  </a:lnTo>
                  <a:lnTo>
                    <a:pt x="3595" y="16454"/>
                  </a:lnTo>
                  <a:lnTo>
                    <a:pt x="3912" y="16632"/>
                  </a:lnTo>
                  <a:lnTo>
                    <a:pt x="4228" y="16809"/>
                  </a:lnTo>
                  <a:lnTo>
                    <a:pt x="4544" y="16948"/>
                  </a:lnTo>
                  <a:lnTo>
                    <a:pt x="4860" y="17086"/>
                  </a:lnTo>
                  <a:lnTo>
                    <a:pt x="5195" y="17204"/>
                  </a:lnTo>
                  <a:lnTo>
                    <a:pt x="5808" y="17402"/>
                  </a:lnTo>
                  <a:lnTo>
                    <a:pt x="6420" y="17560"/>
                  </a:lnTo>
                  <a:lnTo>
                    <a:pt x="6973" y="17659"/>
                  </a:lnTo>
                  <a:lnTo>
                    <a:pt x="7487" y="17738"/>
                  </a:lnTo>
                  <a:lnTo>
                    <a:pt x="7921" y="17797"/>
                  </a:lnTo>
                  <a:lnTo>
                    <a:pt x="8296" y="17817"/>
                  </a:lnTo>
                  <a:lnTo>
                    <a:pt x="8573" y="17836"/>
                  </a:lnTo>
                  <a:lnTo>
                    <a:pt x="8830" y="17836"/>
                  </a:lnTo>
                  <a:lnTo>
                    <a:pt x="9363" y="17817"/>
                  </a:lnTo>
                  <a:lnTo>
                    <a:pt x="9877" y="17777"/>
                  </a:lnTo>
                  <a:lnTo>
                    <a:pt x="10390" y="17718"/>
                  </a:lnTo>
                  <a:lnTo>
                    <a:pt x="10884" y="17619"/>
                  </a:lnTo>
                  <a:lnTo>
                    <a:pt x="11358" y="17481"/>
                  </a:lnTo>
                  <a:lnTo>
                    <a:pt x="11832" y="17343"/>
                  </a:lnTo>
                  <a:lnTo>
                    <a:pt x="12267" y="17165"/>
                  </a:lnTo>
                  <a:lnTo>
                    <a:pt x="12701" y="16967"/>
                  </a:lnTo>
                  <a:lnTo>
                    <a:pt x="13116" y="16730"/>
                  </a:lnTo>
                  <a:lnTo>
                    <a:pt x="13531" y="16493"/>
                  </a:lnTo>
                  <a:lnTo>
                    <a:pt x="13906" y="16236"/>
                  </a:lnTo>
                  <a:lnTo>
                    <a:pt x="14281" y="15960"/>
                  </a:lnTo>
                  <a:lnTo>
                    <a:pt x="14617" y="15664"/>
                  </a:lnTo>
                  <a:lnTo>
                    <a:pt x="14953" y="15348"/>
                  </a:lnTo>
                  <a:lnTo>
                    <a:pt x="15269" y="15012"/>
                  </a:lnTo>
                  <a:lnTo>
                    <a:pt x="15565" y="14676"/>
                  </a:lnTo>
                  <a:lnTo>
                    <a:pt x="15842" y="14321"/>
                  </a:lnTo>
                  <a:lnTo>
                    <a:pt x="16118" y="13965"/>
                  </a:lnTo>
                  <a:lnTo>
                    <a:pt x="16355" y="13590"/>
                  </a:lnTo>
                  <a:lnTo>
                    <a:pt x="16592" y="13195"/>
                  </a:lnTo>
                  <a:lnTo>
                    <a:pt x="16790" y="12800"/>
                  </a:lnTo>
                  <a:lnTo>
                    <a:pt x="16987" y="12405"/>
                  </a:lnTo>
                  <a:lnTo>
                    <a:pt x="17165" y="12010"/>
                  </a:lnTo>
                  <a:lnTo>
                    <a:pt x="17303" y="11595"/>
                  </a:lnTo>
                  <a:lnTo>
                    <a:pt x="17442" y="11180"/>
                  </a:lnTo>
                  <a:lnTo>
                    <a:pt x="17560" y="10765"/>
                  </a:lnTo>
                  <a:lnTo>
                    <a:pt x="17659" y="10350"/>
                  </a:lnTo>
                  <a:lnTo>
                    <a:pt x="17738" y="9936"/>
                  </a:lnTo>
                  <a:lnTo>
                    <a:pt x="17797" y="9541"/>
                  </a:lnTo>
                  <a:lnTo>
                    <a:pt x="17837" y="9126"/>
                  </a:lnTo>
                  <a:lnTo>
                    <a:pt x="17837" y="8711"/>
                  </a:lnTo>
                  <a:lnTo>
                    <a:pt x="17837" y="8316"/>
                  </a:lnTo>
                  <a:lnTo>
                    <a:pt x="17797" y="7723"/>
                  </a:lnTo>
                  <a:lnTo>
                    <a:pt x="17698" y="7151"/>
                  </a:lnTo>
                  <a:lnTo>
                    <a:pt x="17639" y="6854"/>
                  </a:lnTo>
                  <a:lnTo>
                    <a:pt x="17580" y="6578"/>
                  </a:lnTo>
                  <a:lnTo>
                    <a:pt x="17481" y="6281"/>
                  </a:lnTo>
                  <a:lnTo>
                    <a:pt x="17382" y="6005"/>
                  </a:lnTo>
                  <a:lnTo>
                    <a:pt x="17284" y="5728"/>
                  </a:lnTo>
                  <a:lnTo>
                    <a:pt x="17165" y="5452"/>
                  </a:lnTo>
                  <a:lnTo>
                    <a:pt x="17027" y="5175"/>
                  </a:lnTo>
                  <a:lnTo>
                    <a:pt x="16889" y="4919"/>
                  </a:lnTo>
                  <a:lnTo>
                    <a:pt x="16731" y="4642"/>
                  </a:lnTo>
                  <a:lnTo>
                    <a:pt x="16553" y="4385"/>
                  </a:lnTo>
                  <a:lnTo>
                    <a:pt x="16375" y="4128"/>
                  </a:lnTo>
                  <a:lnTo>
                    <a:pt x="16178" y="3872"/>
                  </a:lnTo>
                  <a:lnTo>
                    <a:pt x="15960" y="3615"/>
                  </a:lnTo>
                  <a:lnTo>
                    <a:pt x="15743" y="3378"/>
                  </a:lnTo>
                  <a:lnTo>
                    <a:pt x="15506" y="3141"/>
                  </a:lnTo>
                  <a:lnTo>
                    <a:pt x="15249" y="2904"/>
                  </a:lnTo>
                  <a:lnTo>
                    <a:pt x="14992" y="2667"/>
                  </a:lnTo>
                  <a:lnTo>
                    <a:pt x="14716" y="2430"/>
                  </a:lnTo>
                  <a:lnTo>
                    <a:pt x="14420" y="2212"/>
                  </a:lnTo>
                  <a:lnTo>
                    <a:pt x="14123" y="1995"/>
                  </a:lnTo>
                  <a:lnTo>
                    <a:pt x="13807" y="1798"/>
                  </a:lnTo>
                  <a:lnTo>
                    <a:pt x="13471" y="1600"/>
                  </a:lnTo>
                  <a:lnTo>
                    <a:pt x="13116" y="1403"/>
                  </a:lnTo>
                  <a:lnTo>
                    <a:pt x="12760" y="1205"/>
                  </a:lnTo>
                  <a:lnTo>
                    <a:pt x="12385" y="1027"/>
                  </a:lnTo>
                  <a:lnTo>
                    <a:pt x="12010" y="850"/>
                  </a:lnTo>
                  <a:lnTo>
                    <a:pt x="11595" y="672"/>
                  </a:lnTo>
                  <a:lnTo>
                    <a:pt x="11180" y="514"/>
                  </a:lnTo>
                  <a:lnTo>
                    <a:pt x="10765" y="376"/>
                  </a:lnTo>
                  <a:lnTo>
                    <a:pt x="10351" y="257"/>
                  </a:lnTo>
                  <a:lnTo>
                    <a:pt x="9936" y="158"/>
                  </a:lnTo>
                  <a:lnTo>
                    <a:pt x="9541" y="79"/>
                  </a:lnTo>
                  <a:lnTo>
                    <a:pt x="9146" y="40"/>
                  </a:lnTo>
                  <a:lnTo>
                    <a:pt x="877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17"/>
            <p:cNvSpPr/>
            <p:nvPr/>
          </p:nvSpPr>
          <p:spPr>
            <a:xfrm>
              <a:off x="4167648" y="-2064920"/>
              <a:ext cx="414355" cy="185657"/>
            </a:xfrm>
            <a:custGeom>
              <a:rect b="b" l="l" r="r" t="t"/>
              <a:pathLst>
                <a:path extrusionOk="0" h="4939" w="11023">
                  <a:moveTo>
                    <a:pt x="1620" y="0"/>
                  </a:moveTo>
                  <a:lnTo>
                    <a:pt x="1443" y="20"/>
                  </a:lnTo>
                  <a:lnTo>
                    <a:pt x="1265" y="40"/>
                  </a:lnTo>
                  <a:lnTo>
                    <a:pt x="1087" y="79"/>
                  </a:lnTo>
                  <a:lnTo>
                    <a:pt x="929" y="138"/>
                  </a:lnTo>
                  <a:lnTo>
                    <a:pt x="791" y="198"/>
                  </a:lnTo>
                  <a:lnTo>
                    <a:pt x="653" y="277"/>
                  </a:lnTo>
                  <a:lnTo>
                    <a:pt x="534" y="356"/>
                  </a:lnTo>
                  <a:lnTo>
                    <a:pt x="435" y="455"/>
                  </a:lnTo>
                  <a:lnTo>
                    <a:pt x="337" y="573"/>
                  </a:lnTo>
                  <a:lnTo>
                    <a:pt x="258" y="711"/>
                  </a:lnTo>
                  <a:lnTo>
                    <a:pt x="178" y="850"/>
                  </a:lnTo>
                  <a:lnTo>
                    <a:pt x="119" y="1008"/>
                  </a:lnTo>
                  <a:lnTo>
                    <a:pt x="60" y="1185"/>
                  </a:lnTo>
                  <a:lnTo>
                    <a:pt x="20" y="1383"/>
                  </a:lnTo>
                  <a:lnTo>
                    <a:pt x="1" y="1561"/>
                  </a:lnTo>
                  <a:lnTo>
                    <a:pt x="20" y="1738"/>
                  </a:lnTo>
                  <a:lnTo>
                    <a:pt x="60" y="1916"/>
                  </a:lnTo>
                  <a:lnTo>
                    <a:pt x="119" y="2074"/>
                  </a:lnTo>
                  <a:lnTo>
                    <a:pt x="218" y="2212"/>
                  </a:lnTo>
                  <a:lnTo>
                    <a:pt x="337" y="2351"/>
                  </a:lnTo>
                  <a:lnTo>
                    <a:pt x="475" y="2489"/>
                  </a:lnTo>
                  <a:lnTo>
                    <a:pt x="633" y="2607"/>
                  </a:lnTo>
                  <a:lnTo>
                    <a:pt x="811" y="2726"/>
                  </a:lnTo>
                  <a:lnTo>
                    <a:pt x="1008" y="2825"/>
                  </a:lnTo>
                  <a:lnTo>
                    <a:pt x="1206" y="2924"/>
                  </a:lnTo>
                  <a:lnTo>
                    <a:pt x="1403" y="3003"/>
                  </a:lnTo>
                  <a:lnTo>
                    <a:pt x="1838" y="3141"/>
                  </a:lnTo>
                  <a:lnTo>
                    <a:pt x="2292" y="3240"/>
                  </a:lnTo>
                  <a:lnTo>
                    <a:pt x="2549" y="3299"/>
                  </a:lnTo>
                  <a:lnTo>
                    <a:pt x="2825" y="3378"/>
                  </a:lnTo>
                  <a:lnTo>
                    <a:pt x="3536" y="3635"/>
                  </a:lnTo>
                  <a:lnTo>
                    <a:pt x="4346" y="3951"/>
                  </a:lnTo>
                  <a:lnTo>
                    <a:pt x="5215" y="4286"/>
                  </a:lnTo>
                  <a:lnTo>
                    <a:pt x="5670" y="4444"/>
                  </a:lnTo>
                  <a:lnTo>
                    <a:pt x="6124" y="4583"/>
                  </a:lnTo>
                  <a:lnTo>
                    <a:pt x="6558" y="4721"/>
                  </a:lnTo>
                  <a:lnTo>
                    <a:pt x="6993" y="4820"/>
                  </a:lnTo>
                  <a:lnTo>
                    <a:pt x="7408" y="4899"/>
                  </a:lnTo>
                  <a:lnTo>
                    <a:pt x="7783" y="4938"/>
                  </a:lnTo>
                  <a:lnTo>
                    <a:pt x="8139" y="4918"/>
                  </a:lnTo>
                  <a:lnTo>
                    <a:pt x="8316" y="4918"/>
                  </a:lnTo>
                  <a:lnTo>
                    <a:pt x="8474" y="4879"/>
                  </a:lnTo>
                  <a:lnTo>
                    <a:pt x="8771" y="4800"/>
                  </a:lnTo>
                  <a:lnTo>
                    <a:pt x="9047" y="4681"/>
                  </a:lnTo>
                  <a:lnTo>
                    <a:pt x="9304" y="4523"/>
                  </a:lnTo>
                  <a:lnTo>
                    <a:pt x="9541" y="4365"/>
                  </a:lnTo>
                  <a:lnTo>
                    <a:pt x="9778" y="4188"/>
                  </a:lnTo>
                  <a:lnTo>
                    <a:pt x="9975" y="4010"/>
                  </a:lnTo>
                  <a:lnTo>
                    <a:pt x="10173" y="3812"/>
                  </a:lnTo>
                  <a:lnTo>
                    <a:pt x="10351" y="3615"/>
                  </a:lnTo>
                  <a:lnTo>
                    <a:pt x="10627" y="3240"/>
                  </a:lnTo>
                  <a:lnTo>
                    <a:pt x="10845" y="2943"/>
                  </a:lnTo>
                  <a:lnTo>
                    <a:pt x="11022" y="2647"/>
                  </a:lnTo>
                  <a:lnTo>
                    <a:pt x="10469" y="2390"/>
                  </a:lnTo>
                  <a:lnTo>
                    <a:pt x="9857" y="2133"/>
                  </a:lnTo>
                  <a:lnTo>
                    <a:pt x="9146" y="1837"/>
                  </a:lnTo>
                  <a:lnTo>
                    <a:pt x="8356" y="1561"/>
                  </a:lnTo>
                  <a:lnTo>
                    <a:pt x="7586" y="1304"/>
                  </a:lnTo>
                  <a:lnTo>
                    <a:pt x="7230" y="1205"/>
                  </a:lnTo>
                  <a:lnTo>
                    <a:pt x="6894" y="1126"/>
                  </a:lnTo>
                  <a:lnTo>
                    <a:pt x="6578" y="1067"/>
                  </a:lnTo>
                  <a:lnTo>
                    <a:pt x="6321" y="1047"/>
                  </a:lnTo>
                  <a:lnTo>
                    <a:pt x="6084" y="1047"/>
                  </a:lnTo>
                  <a:lnTo>
                    <a:pt x="5828" y="1008"/>
                  </a:lnTo>
                  <a:lnTo>
                    <a:pt x="5551" y="968"/>
                  </a:lnTo>
                  <a:lnTo>
                    <a:pt x="5294" y="909"/>
                  </a:lnTo>
                  <a:lnTo>
                    <a:pt x="4721" y="751"/>
                  </a:lnTo>
                  <a:lnTo>
                    <a:pt x="4149" y="573"/>
                  </a:lnTo>
                  <a:lnTo>
                    <a:pt x="3576" y="395"/>
                  </a:lnTo>
                  <a:lnTo>
                    <a:pt x="3023" y="237"/>
                  </a:lnTo>
                  <a:lnTo>
                    <a:pt x="2509" y="99"/>
                  </a:lnTo>
                  <a:lnTo>
                    <a:pt x="2272" y="59"/>
                  </a:lnTo>
                  <a:lnTo>
                    <a:pt x="2035" y="20"/>
                  </a:lnTo>
                  <a:lnTo>
                    <a:pt x="1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17"/>
            <p:cNvSpPr/>
            <p:nvPr/>
          </p:nvSpPr>
          <p:spPr>
            <a:xfrm>
              <a:off x="4172836" y="-2147357"/>
              <a:ext cx="207948" cy="21577"/>
            </a:xfrm>
            <a:custGeom>
              <a:rect b="b" l="l" r="r" t="t"/>
              <a:pathLst>
                <a:path extrusionOk="0" h="574" w="5532">
                  <a:moveTo>
                    <a:pt x="1305" y="1"/>
                  </a:moveTo>
                  <a:lnTo>
                    <a:pt x="969" y="40"/>
                  </a:lnTo>
                  <a:lnTo>
                    <a:pt x="673" y="80"/>
                  </a:lnTo>
                  <a:lnTo>
                    <a:pt x="436" y="119"/>
                  </a:lnTo>
                  <a:lnTo>
                    <a:pt x="238" y="178"/>
                  </a:lnTo>
                  <a:lnTo>
                    <a:pt x="100" y="218"/>
                  </a:lnTo>
                  <a:lnTo>
                    <a:pt x="1" y="356"/>
                  </a:lnTo>
                  <a:lnTo>
                    <a:pt x="811" y="356"/>
                  </a:lnTo>
                  <a:lnTo>
                    <a:pt x="1739" y="376"/>
                  </a:lnTo>
                  <a:lnTo>
                    <a:pt x="2885" y="416"/>
                  </a:lnTo>
                  <a:lnTo>
                    <a:pt x="5532" y="574"/>
                  </a:lnTo>
                  <a:lnTo>
                    <a:pt x="4228" y="356"/>
                  </a:lnTo>
                  <a:lnTo>
                    <a:pt x="3102" y="178"/>
                  </a:lnTo>
                  <a:lnTo>
                    <a:pt x="2095" y="4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17"/>
            <p:cNvSpPr/>
            <p:nvPr/>
          </p:nvSpPr>
          <p:spPr>
            <a:xfrm>
              <a:off x="4250800" y="-2217126"/>
              <a:ext cx="159682" cy="15600"/>
            </a:xfrm>
            <a:custGeom>
              <a:rect b="b" l="l" r="r" t="t"/>
              <a:pathLst>
                <a:path extrusionOk="0" h="415" w="4248">
                  <a:moveTo>
                    <a:pt x="1621" y="0"/>
                  </a:moveTo>
                  <a:lnTo>
                    <a:pt x="1305" y="20"/>
                  </a:lnTo>
                  <a:lnTo>
                    <a:pt x="969" y="59"/>
                  </a:lnTo>
                  <a:lnTo>
                    <a:pt x="673" y="119"/>
                  </a:lnTo>
                  <a:lnTo>
                    <a:pt x="396" y="198"/>
                  </a:lnTo>
                  <a:lnTo>
                    <a:pt x="198" y="257"/>
                  </a:lnTo>
                  <a:lnTo>
                    <a:pt x="40" y="336"/>
                  </a:lnTo>
                  <a:lnTo>
                    <a:pt x="1" y="375"/>
                  </a:lnTo>
                  <a:lnTo>
                    <a:pt x="1" y="415"/>
                  </a:lnTo>
                  <a:lnTo>
                    <a:pt x="198" y="375"/>
                  </a:lnTo>
                  <a:lnTo>
                    <a:pt x="732" y="277"/>
                  </a:lnTo>
                  <a:lnTo>
                    <a:pt x="1107" y="237"/>
                  </a:lnTo>
                  <a:lnTo>
                    <a:pt x="1502" y="217"/>
                  </a:lnTo>
                  <a:lnTo>
                    <a:pt x="1937" y="217"/>
                  </a:lnTo>
                  <a:lnTo>
                    <a:pt x="2411" y="237"/>
                  </a:lnTo>
                  <a:lnTo>
                    <a:pt x="3793" y="336"/>
                  </a:lnTo>
                  <a:lnTo>
                    <a:pt x="4248" y="375"/>
                  </a:lnTo>
                  <a:lnTo>
                    <a:pt x="4011" y="316"/>
                  </a:lnTo>
                  <a:lnTo>
                    <a:pt x="3418" y="198"/>
                  </a:lnTo>
                  <a:lnTo>
                    <a:pt x="2667" y="59"/>
                  </a:lnTo>
                  <a:lnTo>
                    <a:pt x="2292" y="20"/>
                  </a:lnTo>
                  <a:lnTo>
                    <a:pt x="195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17"/>
            <p:cNvSpPr/>
            <p:nvPr/>
          </p:nvSpPr>
          <p:spPr>
            <a:xfrm>
              <a:off x="4354777" y="-2259453"/>
              <a:ext cx="69090" cy="17103"/>
            </a:xfrm>
            <a:custGeom>
              <a:rect b="b" l="l" r="r" t="t"/>
              <a:pathLst>
                <a:path extrusionOk="0" h="455" w="1838">
                  <a:moveTo>
                    <a:pt x="138" y="0"/>
                  </a:moveTo>
                  <a:lnTo>
                    <a:pt x="99" y="20"/>
                  </a:lnTo>
                  <a:lnTo>
                    <a:pt x="59" y="40"/>
                  </a:lnTo>
                  <a:lnTo>
                    <a:pt x="20" y="99"/>
                  </a:lnTo>
                  <a:lnTo>
                    <a:pt x="0" y="158"/>
                  </a:lnTo>
                  <a:lnTo>
                    <a:pt x="0" y="198"/>
                  </a:lnTo>
                  <a:lnTo>
                    <a:pt x="652" y="277"/>
                  </a:lnTo>
                  <a:lnTo>
                    <a:pt x="1521" y="395"/>
                  </a:lnTo>
                  <a:lnTo>
                    <a:pt x="1837" y="454"/>
                  </a:lnTo>
                  <a:lnTo>
                    <a:pt x="1047" y="217"/>
                  </a:lnTo>
                  <a:lnTo>
                    <a:pt x="455" y="59"/>
                  </a:lnTo>
                  <a:lnTo>
                    <a:pt x="257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17"/>
            <p:cNvSpPr/>
            <p:nvPr/>
          </p:nvSpPr>
          <p:spPr>
            <a:xfrm>
              <a:off x="4064461" y="-2125065"/>
              <a:ext cx="73526" cy="41612"/>
            </a:xfrm>
            <a:custGeom>
              <a:rect b="b" l="l" r="r" t="t"/>
              <a:pathLst>
                <a:path extrusionOk="0" h="1107" w="1956">
                  <a:moveTo>
                    <a:pt x="1936" y="0"/>
                  </a:moveTo>
                  <a:lnTo>
                    <a:pt x="1896" y="158"/>
                  </a:lnTo>
                  <a:lnTo>
                    <a:pt x="1798" y="415"/>
                  </a:lnTo>
                  <a:lnTo>
                    <a:pt x="1719" y="553"/>
                  </a:lnTo>
                  <a:lnTo>
                    <a:pt x="1640" y="672"/>
                  </a:lnTo>
                  <a:lnTo>
                    <a:pt x="1561" y="771"/>
                  </a:lnTo>
                  <a:lnTo>
                    <a:pt x="1462" y="850"/>
                  </a:lnTo>
                  <a:lnTo>
                    <a:pt x="1343" y="889"/>
                  </a:lnTo>
                  <a:lnTo>
                    <a:pt x="1146" y="929"/>
                  </a:lnTo>
                  <a:lnTo>
                    <a:pt x="711" y="948"/>
                  </a:lnTo>
                  <a:lnTo>
                    <a:pt x="336" y="968"/>
                  </a:lnTo>
                  <a:lnTo>
                    <a:pt x="178" y="948"/>
                  </a:lnTo>
                  <a:lnTo>
                    <a:pt x="257" y="316"/>
                  </a:lnTo>
                  <a:lnTo>
                    <a:pt x="79" y="494"/>
                  </a:lnTo>
                  <a:lnTo>
                    <a:pt x="0" y="1087"/>
                  </a:lnTo>
                  <a:lnTo>
                    <a:pt x="198" y="1106"/>
                  </a:lnTo>
                  <a:lnTo>
                    <a:pt x="909" y="1106"/>
                  </a:lnTo>
                  <a:lnTo>
                    <a:pt x="1166" y="1087"/>
                  </a:lnTo>
                  <a:lnTo>
                    <a:pt x="1403" y="1027"/>
                  </a:lnTo>
                  <a:lnTo>
                    <a:pt x="1521" y="988"/>
                  </a:lnTo>
                  <a:lnTo>
                    <a:pt x="1600" y="948"/>
                  </a:lnTo>
                  <a:lnTo>
                    <a:pt x="1679" y="889"/>
                  </a:lnTo>
                  <a:lnTo>
                    <a:pt x="1738" y="830"/>
                  </a:lnTo>
                  <a:lnTo>
                    <a:pt x="1837" y="692"/>
                  </a:lnTo>
                  <a:lnTo>
                    <a:pt x="1896" y="534"/>
                  </a:lnTo>
                  <a:lnTo>
                    <a:pt x="1936" y="376"/>
                  </a:lnTo>
                  <a:lnTo>
                    <a:pt x="1956" y="237"/>
                  </a:lnTo>
                  <a:lnTo>
                    <a:pt x="1956" y="119"/>
                  </a:lnTo>
                  <a:lnTo>
                    <a:pt x="193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17"/>
            <p:cNvSpPr/>
            <p:nvPr/>
          </p:nvSpPr>
          <p:spPr>
            <a:xfrm>
              <a:off x="4368122" y="-1450155"/>
              <a:ext cx="596253" cy="494534"/>
            </a:xfrm>
            <a:custGeom>
              <a:rect b="b" l="l" r="r" t="t"/>
              <a:pathLst>
                <a:path extrusionOk="0" h="13156" w="15862">
                  <a:moveTo>
                    <a:pt x="1680" y="1"/>
                  </a:moveTo>
                  <a:lnTo>
                    <a:pt x="1" y="7902"/>
                  </a:lnTo>
                  <a:lnTo>
                    <a:pt x="2865" y="9423"/>
                  </a:lnTo>
                  <a:lnTo>
                    <a:pt x="4129" y="10094"/>
                  </a:lnTo>
                  <a:lnTo>
                    <a:pt x="8020" y="12148"/>
                  </a:lnTo>
                  <a:lnTo>
                    <a:pt x="9403" y="12860"/>
                  </a:lnTo>
                  <a:lnTo>
                    <a:pt x="9995" y="13156"/>
                  </a:lnTo>
                  <a:lnTo>
                    <a:pt x="10035" y="13136"/>
                  </a:lnTo>
                  <a:lnTo>
                    <a:pt x="10094" y="13077"/>
                  </a:lnTo>
                  <a:lnTo>
                    <a:pt x="10311" y="12800"/>
                  </a:lnTo>
                  <a:lnTo>
                    <a:pt x="10627" y="12405"/>
                  </a:lnTo>
                  <a:lnTo>
                    <a:pt x="11042" y="11872"/>
                  </a:lnTo>
                  <a:lnTo>
                    <a:pt x="12010" y="10509"/>
                  </a:lnTo>
                  <a:lnTo>
                    <a:pt x="13116" y="8949"/>
                  </a:lnTo>
                  <a:lnTo>
                    <a:pt x="14183" y="7388"/>
                  </a:lnTo>
                  <a:lnTo>
                    <a:pt x="15091" y="6025"/>
                  </a:lnTo>
                  <a:lnTo>
                    <a:pt x="15447" y="5492"/>
                  </a:lnTo>
                  <a:lnTo>
                    <a:pt x="15684" y="5057"/>
                  </a:lnTo>
                  <a:lnTo>
                    <a:pt x="15842" y="4781"/>
                  </a:lnTo>
                  <a:lnTo>
                    <a:pt x="15862" y="4722"/>
                  </a:lnTo>
                  <a:lnTo>
                    <a:pt x="15862" y="4702"/>
                  </a:lnTo>
                  <a:lnTo>
                    <a:pt x="15842" y="4682"/>
                  </a:lnTo>
                  <a:lnTo>
                    <a:pt x="15585" y="4623"/>
                  </a:lnTo>
                  <a:lnTo>
                    <a:pt x="14973" y="4425"/>
                  </a:lnTo>
                  <a:lnTo>
                    <a:pt x="12899" y="3754"/>
                  </a:lnTo>
                  <a:lnTo>
                    <a:pt x="7131" y="1818"/>
                  </a:lnTo>
                  <a:lnTo>
                    <a:pt x="6005" y="1443"/>
                  </a:lnTo>
                  <a:lnTo>
                    <a:pt x="5946" y="1423"/>
                  </a:lnTo>
                  <a:lnTo>
                    <a:pt x="5907" y="1423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17"/>
            <p:cNvSpPr/>
            <p:nvPr/>
          </p:nvSpPr>
          <p:spPr>
            <a:xfrm>
              <a:off x="4091188" y="-1384784"/>
              <a:ext cx="191596" cy="27478"/>
            </a:xfrm>
            <a:custGeom>
              <a:rect b="b" l="l" r="r" t="t"/>
              <a:pathLst>
                <a:path extrusionOk="0" h="731" w="5097">
                  <a:moveTo>
                    <a:pt x="0" y="0"/>
                  </a:moveTo>
                  <a:lnTo>
                    <a:pt x="158" y="59"/>
                  </a:lnTo>
                  <a:lnTo>
                    <a:pt x="593" y="217"/>
                  </a:lnTo>
                  <a:lnTo>
                    <a:pt x="1245" y="415"/>
                  </a:lnTo>
                  <a:lnTo>
                    <a:pt x="1620" y="514"/>
                  </a:lnTo>
                  <a:lnTo>
                    <a:pt x="2015" y="593"/>
                  </a:lnTo>
                  <a:lnTo>
                    <a:pt x="2430" y="672"/>
                  </a:lnTo>
                  <a:lnTo>
                    <a:pt x="2864" y="711"/>
                  </a:lnTo>
                  <a:lnTo>
                    <a:pt x="3299" y="731"/>
                  </a:lnTo>
                  <a:lnTo>
                    <a:pt x="3694" y="731"/>
                  </a:lnTo>
                  <a:lnTo>
                    <a:pt x="4069" y="691"/>
                  </a:lnTo>
                  <a:lnTo>
                    <a:pt x="4405" y="632"/>
                  </a:lnTo>
                  <a:lnTo>
                    <a:pt x="4681" y="553"/>
                  </a:lnTo>
                  <a:lnTo>
                    <a:pt x="4780" y="514"/>
                  </a:lnTo>
                  <a:lnTo>
                    <a:pt x="4879" y="454"/>
                  </a:lnTo>
                  <a:lnTo>
                    <a:pt x="4998" y="356"/>
                  </a:lnTo>
                  <a:lnTo>
                    <a:pt x="5077" y="296"/>
                  </a:lnTo>
                  <a:lnTo>
                    <a:pt x="5096" y="237"/>
                  </a:lnTo>
                  <a:lnTo>
                    <a:pt x="5077" y="198"/>
                  </a:lnTo>
                  <a:lnTo>
                    <a:pt x="5057" y="178"/>
                  </a:lnTo>
                  <a:lnTo>
                    <a:pt x="4978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17"/>
            <p:cNvSpPr/>
            <p:nvPr/>
          </p:nvSpPr>
          <p:spPr>
            <a:xfrm>
              <a:off x="4190692" y="-2054544"/>
              <a:ext cx="86908" cy="92096"/>
            </a:xfrm>
            <a:custGeom>
              <a:rect b="b" l="l" r="r" t="t"/>
              <a:pathLst>
                <a:path extrusionOk="0" h="2450" w="2312">
                  <a:moveTo>
                    <a:pt x="711" y="139"/>
                  </a:moveTo>
                  <a:lnTo>
                    <a:pt x="849" y="179"/>
                  </a:lnTo>
                  <a:lnTo>
                    <a:pt x="1205" y="258"/>
                  </a:lnTo>
                  <a:lnTo>
                    <a:pt x="1422" y="337"/>
                  </a:lnTo>
                  <a:lnTo>
                    <a:pt x="1639" y="416"/>
                  </a:lnTo>
                  <a:lnTo>
                    <a:pt x="1857" y="495"/>
                  </a:lnTo>
                  <a:lnTo>
                    <a:pt x="2015" y="613"/>
                  </a:lnTo>
                  <a:lnTo>
                    <a:pt x="2094" y="672"/>
                  </a:lnTo>
                  <a:lnTo>
                    <a:pt x="2133" y="751"/>
                  </a:lnTo>
                  <a:lnTo>
                    <a:pt x="2173" y="850"/>
                  </a:lnTo>
                  <a:lnTo>
                    <a:pt x="2193" y="969"/>
                  </a:lnTo>
                  <a:lnTo>
                    <a:pt x="2193" y="1107"/>
                  </a:lnTo>
                  <a:lnTo>
                    <a:pt x="2173" y="1225"/>
                  </a:lnTo>
                  <a:lnTo>
                    <a:pt x="2114" y="1502"/>
                  </a:lnTo>
                  <a:lnTo>
                    <a:pt x="2015" y="1778"/>
                  </a:lnTo>
                  <a:lnTo>
                    <a:pt x="1896" y="2015"/>
                  </a:lnTo>
                  <a:lnTo>
                    <a:pt x="1778" y="2193"/>
                  </a:lnTo>
                  <a:lnTo>
                    <a:pt x="1699" y="2252"/>
                  </a:lnTo>
                  <a:lnTo>
                    <a:pt x="1639" y="2292"/>
                  </a:lnTo>
                  <a:lnTo>
                    <a:pt x="1560" y="2312"/>
                  </a:lnTo>
                  <a:lnTo>
                    <a:pt x="1481" y="2312"/>
                  </a:lnTo>
                  <a:lnTo>
                    <a:pt x="1264" y="2272"/>
                  </a:lnTo>
                  <a:lnTo>
                    <a:pt x="1007" y="2213"/>
                  </a:lnTo>
                  <a:lnTo>
                    <a:pt x="770" y="2114"/>
                  </a:lnTo>
                  <a:lnTo>
                    <a:pt x="533" y="2015"/>
                  </a:lnTo>
                  <a:lnTo>
                    <a:pt x="316" y="1917"/>
                  </a:lnTo>
                  <a:lnTo>
                    <a:pt x="178" y="1838"/>
                  </a:lnTo>
                  <a:lnTo>
                    <a:pt x="138" y="1798"/>
                  </a:lnTo>
                  <a:lnTo>
                    <a:pt x="119" y="1759"/>
                  </a:lnTo>
                  <a:lnTo>
                    <a:pt x="138" y="1660"/>
                  </a:lnTo>
                  <a:lnTo>
                    <a:pt x="158" y="1462"/>
                  </a:lnTo>
                  <a:lnTo>
                    <a:pt x="217" y="1206"/>
                  </a:lnTo>
                  <a:lnTo>
                    <a:pt x="296" y="929"/>
                  </a:lnTo>
                  <a:lnTo>
                    <a:pt x="395" y="633"/>
                  </a:lnTo>
                  <a:lnTo>
                    <a:pt x="494" y="396"/>
                  </a:lnTo>
                  <a:lnTo>
                    <a:pt x="553" y="297"/>
                  </a:lnTo>
                  <a:lnTo>
                    <a:pt x="593" y="218"/>
                  </a:lnTo>
                  <a:lnTo>
                    <a:pt x="652" y="159"/>
                  </a:lnTo>
                  <a:lnTo>
                    <a:pt x="711" y="139"/>
                  </a:lnTo>
                  <a:close/>
                  <a:moveTo>
                    <a:pt x="652" y="1"/>
                  </a:moveTo>
                  <a:lnTo>
                    <a:pt x="593" y="40"/>
                  </a:lnTo>
                  <a:lnTo>
                    <a:pt x="533" y="99"/>
                  </a:lnTo>
                  <a:lnTo>
                    <a:pt x="474" y="179"/>
                  </a:lnTo>
                  <a:lnTo>
                    <a:pt x="415" y="297"/>
                  </a:lnTo>
                  <a:lnTo>
                    <a:pt x="296" y="574"/>
                  </a:lnTo>
                  <a:lnTo>
                    <a:pt x="198" y="890"/>
                  </a:lnTo>
                  <a:lnTo>
                    <a:pt x="119" y="1225"/>
                  </a:lnTo>
                  <a:lnTo>
                    <a:pt x="40" y="1502"/>
                  </a:lnTo>
                  <a:lnTo>
                    <a:pt x="0" y="1719"/>
                  </a:lnTo>
                  <a:lnTo>
                    <a:pt x="0" y="1838"/>
                  </a:lnTo>
                  <a:lnTo>
                    <a:pt x="20" y="1877"/>
                  </a:lnTo>
                  <a:lnTo>
                    <a:pt x="59" y="1917"/>
                  </a:lnTo>
                  <a:lnTo>
                    <a:pt x="217" y="2015"/>
                  </a:lnTo>
                  <a:lnTo>
                    <a:pt x="454" y="2134"/>
                  </a:lnTo>
                  <a:lnTo>
                    <a:pt x="711" y="2233"/>
                  </a:lnTo>
                  <a:lnTo>
                    <a:pt x="1007" y="2351"/>
                  </a:lnTo>
                  <a:lnTo>
                    <a:pt x="1284" y="2410"/>
                  </a:lnTo>
                  <a:lnTo>
                    <a:pt x="1521" y="2450"/>
                  </a:lnTo>
                  <a:lnTo>
                    <a:pt x="1620" y="2450"/>
                  </a:lnTo>
                  <a:lnTo>
                    <a:pt x="1699" y="2430"/>
                  </a:lnTo>
                  <a:lnTo>
                    <a:pt x="1778" y="2391"/>
                  </a:lnTo>
                  <a:lnTo>
                    <a:pt x="1857" y="2312"/>
                  </a:lnTo>
                  <a:lnTo>
                    <a:pt x="1936" y="2233"/>
                  </a:lnTo>
                  <a:lnTo>
                    <a:pt x="1995" y="2114"/>
                  </a:lnTo>
                  <a:lnTo>
                    <a:pt x="2133" y="1857"/>
                  </a:lnTo>
                  <a:lnTo>
                    <a:pt x="2232" y="1561"/>
                  </a:lnTo>
                  <a:lnTo>
                    <a:pt x="2311" y="1245"/>
                  </a:lnTo>
                  <a:lnTo>
                    <a:pt x="2311" y="1087"/>
                  </a:lnTo>
                  <a:lnTo>
                    <a:pt x="2311" y="949"/>
                  </a:lnTo>
                  <a:lnTo>
                    <a:pt x="2311" y="811"/>
                  </a:lnTo>
                  <a:lnTo>
                    <a:pt x="2272" y="712"/>
                  </a:lnTo>
                  <a:lnTo>
                    <a:pt x="2212" y="613"/>
                  </a:lnTo>
                  <a:lnTo>
                    <a:pt x="2133" y="534"/>
                  </a:lnTo>
                  <a:lnTo>
                    <a:pt x="1936" y="416"/>
                  </a:lnTo>
                  <a:lnTo>
                    <a:pt x="1718" y="317"/>
                  </a:lnTo>
                  <a:lnTo>
                    <a:pt x="1462" y="218"/>
                  </a:lnTo>
                  <a:lnTo>
                    <a:pt x="1225" y="159"/>
                  </a:lnTo>
                  <a:lnTo>
                    <a:pt x="830" y="40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17"/>
            <p:cNvSpPr/>
            <p:nvPr/>
          </p:nvSpPr>
          <p:spPr>
            <a:xfrm>
              <a:off x="4035478" y="-1510263"/>
              <a:ext cx="409167" cy="144797"/>
            </a:xfrm>
            <a:custGeom>
              <a:rect b="b" l="l" r="r" t="t"/>
              <a:pathLst>
                <a:path extrusionOk="0" h="3852" w="10885">
                  <a:moveTo>
                    <a:pt x="7665" y="0"/>
                  </a:moveTo>
                  <a:lnTo>
                    <a:pt x="6894" y="20"/>
                  </a:lnTo>
                  <a:lnTo>
                    <a:pt x="6084" y="59"/>
                  </a:lnTo>
                  <a:lnTo>
                    <a:pt x="5275" y="138"/>
                  </a:lnTo>
                  <a:lnTo>
                    <a:pt x="4485" y="217"/>
                  </a:lnTo>
                  <a:lnTo>
                    <a:pt x="3734" y="277"/>
                  </a:lnTo>
                  <a:lnTo>
                    <a:pt x="3043" y="316"/>
                  </a:lnTo>
                  <a:lnTo>
                    <a:pt x="2727" y="336"/>
                  </a:lnTo>
                  <a:lnTo>
                    <a:pt x="2430" y="316"/>
                  </a:lnTo>
                  <a:lnTo>
                    <a:pt x="1937" y="296"/>
                  </a:lnTo>
                  <a:lnTo>
                    <a:pt x="1502" y="277"/>
                  </a:lnTo>
                  <a:lnTo>
                    <a:pt x="1166" y="296"/>
                  </a:lnTo>
                  <a:lnTo>
                    <a:pt x="1008" y="316"/>
                  </a:lnTo>
                  <a:lnTo>
                    <a:pt x="870" y="356"/>
                  </a:lnTo>
                  <a:lnTo>
                    <a:pt x="751" y="395"/>
                  </a:lnTo>
                  <a:lnTo>
                    <a:pt x="633" y="474"/>
                  </a:lnTo>
                  <a:lnTo>
                    <a:pt x="534" y="533"/>
                  </a:lnTo>
                  <a:lnTo>
                    <a:pt x="455" y="632"/>
                  </a:lnTo>
                  <a:lnTo>
                    <a:pt x="356" y="751"/>
                  </a:lnTo>
                  <a:lnTo>
                    <a:pt x="277" y="889"/>
                  </a:lnTo>
                  <a:lnTo>
                    <a:pt x="218" y="1027"/>
                  </a:lnTo>
                  <a:lnTo>
                    <a:pt x="139" y="1205"/>
                  </a:lnTo>
                  <a:lnTo>
                    <a:pt x="80" y="1383"/>
                  </a:lnTo>
                  <a:lnTo>
                    <a:pt x="40" y="1560"/>
                  </a:lnTo>
                  <a:lnTo>
                    <a:pt x="21" y="1718"/>
                  </a:lnTo>
                  <a:lnTo>
                    <a:pt x="1" y="1876"/>
                  </a:lnTo>
                  <a:lnTo>
                    <a:pt x="1" y="2015"/>
                  </a:lnTo>
                  <a:lnTo>
                    <a:pt x="21" y="2153"/>
                  </a:lnTo>
                  <a:lnTo>
                    <a:pt x="60" y="2291"/>
                  </a:lnTo>
                  <a:lnTo>
                    <a:pt x="100" y="2410"/>
                  </a:lnTo>
                  <a:lnTo>
                    <a:pt x="159" y="2528"/>
                  </a:lnTo>
                  <a:lnTo>
                    <a:pt x="238" y="2647"/>
                  </a:lnTo>
                  <a:lnTo>
                    <a:pt x="317" y="2765"/>
                  </a:lnTo>
                  <a:lnTo>
                    <a:pt x="416" y="2864"/>
                  </a:lnTo>
                  <a:lnTo>
                    <a:pt x="613" y="3042"/>
                  </a:lnTo>
                  <a:lnTo>
                    <a:pt x="870" y="3200"/>
                  </a:lnTo>
                  <a:lnTo>
                    <a:pt x="1028" y="3279"/>
                  </a:lnTo>
                  <a:lnTo>
                    <a:pt x="1186" y="3338"/>
                  </a:lnTo>
                  <a:lnTo>
                    <a:pt x="1384" y="3397"/>
                  </a:lnTo>
                  <a:lnTo>
                    <a:pt x="1601" y="3457"/>
                  </a:lnTo>
                  <a:lnTo>
                    <a:pt x="2095" y="3536"/>
                  </a:lnTo>
                  <a:lnTo>
                    <a:pt x="2628" y="3595"/>
                  </a:lnTo>
                  <a:lnTo>
                    <a:pt x="3754" y="3694"/>
                  </a:lnTo>
                  <a:lnTo>
                    <a:pt x="4287" y="3733"/>
                  </a:lnTo>
                  <a:lnTo>
                    <a:pt x="4781" y="3792"/>
                  </a:lnTo>
                  <a:lnTo>
                    <a:pt x="5275" y="3832"/>
                  </a:lnTo>
                  <a:lnTo>
                    <a:pt x="5788" y="3852"/>
                  </a:lnTo>
                  <a:lnTo>
                    <a:pt x="6341" y="3852"/>
                  </a:lnTo>
                  <a:lnTo>
                    <a:pt x="6934" y="3812"/>
                  </a:lnTo>
                  <a:lnTo>
                    <a:pt x="7507" y="3753"/>
                  </a:lnTo>
                  <a:lnTo>
                    <a:pt x="8079" y="3674"/>
                  </a:lnTo>
                  <a:lnTo>
                    <a:pt x="8632" y="3575"/>
                  </a:lnTo>
                  <a:lnTo>
                    <a:pt x="9166" y="3437"/>
                  </a:lnTo>
                  <a:lnTo>
                    <a:pt x="9640" y="3299"/>
                  </a:lnTo>
                  <a:lnTo>
                    <a:pt x="10015" y="3180"/>
                  </a:lnTo>
                  <a:lnTo>
                    <a:pt x="10311" y="3062"/>
                  </a:lnTo>
                  <a:lnTo>
                    <a:pt x="10548" y="2943"/>
                  </a:lnTo>
                  <a:lnTo>
                    <a:pt x="10805" y="2805"/>
                  </a:lnTo>
                  <a:lnTo>
                    <a:pt x="10884" y="2746"/>
                  </a:lnTo>
                  <a:lnTo>
                    <a:pt x="10884" y="2627"/>
                  </a:lnTo>
                  <a:lnTo>
                    <a:pt x="10825" y="2351"/>
                  </a:lnTo>
                  <a:lnTo>
                    <a:pt x="10785" y="2153"/>
                  </a:lnTo>
                  <a:lnTo>
                    <a:pt x="10726" y="1936"/>
                  </a:lnTo>
                  <a:lnTo>
                    <a:pt x="10627" y="1718"/>
                  </a:lnTo>
                  <a:lnTo>
                    <a:pt x="10529" y="1481"/>
                  </a:lnTo>
                  <a:lnTo>
                    <a:pt x="10390" y="1225"/>
                  </a:lnTo>
                  <a:lnTo>
                    <a:pt x="10213" y="988"/>
                  </a:lnTo>
                  <a:lnTo>
                    <a:pt x="10015" y="770"/>
                  </a:lnTo>
                  <a:lnTo>
                    <a:pt x="9778" y="553"/>
                  </a:lnTo>
                  <a:lnTo>
                    <a:pt x="9640" y="454"/>
                  </a:lnTo>
                  <a:lnTo>
                    <a:pt x="9502" y="375"/>
                  </a:lnTo>
                  <a:lnTo>
                    <a:pt x="9344" y="296"/>
                  </a:lnTo>
                  <a:lnTo>
                    <a:pt x="9186" y="217"/>
                  </a:lnTo>
                  <a:lnTo>
                    <a:pt x="9008" y="158"/>
                  </a:lnTo>
                  <a:lnTo>
                    <a:pt x="8830" y="99"/>
                  </a:lnTo>
                  <a:lnTo>
                    <a:pt x="8632" y="59"/>
                  </a:lnTo>
                  <a:lnTo>
                    <a:pt x="8415" y="40"/>
                  </a:lnTo>
                  <a:lnTo>
                    <a:pt x="8040" y="20"/>
                  </a:lnTo>
                  <a:lnTo>
                    <a:pt x="766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17"/>
            <p:cNvSpPr/>
            <p:nvPr/>
          </p:nvSpPr>
          <p:spPr>
            <a:xfrm>
              <a:off x="4061491" y="-1489475"/>
              <a:ext cx="86156" cy="83938"/>
            </a:xfrm>
            <a:custGeom>
              <a:rect b="b" l="l" r="r" t="t"/>
              <a:pathLst>
                <a:path extrusionOk="0" h="2233" w="2292">
                  <a:moveTo>
                    <a:pt x="1106" y="119"/>
                  </a:moveTo>
                  <a:lnTo>
                    <a:pt x="1343" y="138"/>
                  </a:lnTo>
                  <a:lnTo>
                    <a:pt x="1580" y="138"/>
                  </a:lnTo>
                  <a:lnTo>
                    <a:pt x="1798" y="178"/>
                  </a:lnTo>
                  <a:lnTo>
                    <a:pt x="1956" y="237"/>
                  </a:lnTo>
                  <a:lnTo>
                    <a:pt x="2015" y="277"/>
                  </a:lnTo>
                  <a:lnTo>
                    <a:pt x="2074" y="356"/>
                  </a:lnTo>
                  <a:lnTo>
                    <a:pt x="2114" y="435"/>
                  </a:lnTo>
                  <a:lnTo>
                    <a:pt x="2153" y="533"/>
                  </a:lnTo>
                  <a:lnTo>
                    <a:pt x="2193" y="770"/>
                  </a:lnTo>
                  <a:lnTo>
                    <a:pt x="2193" y="1047"/>
                  </a:lnTo>
                  <a:lnTo>
                    <a:pt x="2153" y="1323"/>
                  </a:lnTo>
                  <a:lnTo>
                    <a:pt x="2133" y="1442"/>
                  </a:lnTo>
                  <a:lnTo>
                    <a:pt x="2074" y="1580"/>
                  </a:lnTo>
                  <a:lnTo>
                    <a:pt x="2035" y="1679"/>
                  </a:lnTo>
                  <a:lnTo>
                    <a:pt x="1956" y="1778"/>
                  </a:lnTo>
                  <a:lnTo>
                    <a:pt x="1877" y="1877"/>
                  </a:lnTo>
                  <a:lnTo>
                    <a:pt x="1798" y="1936"/>
                  </a:lnTo>
                  <a:lnTo>
                    <a:pt x="1699" y="1975"/>
                  </a:lnTo>
                  <a:lnTo>
                    <a:pt x="1580" y="2015"/>
                  </a:lnTo>
                  <a:lnTo>
                    <a:pt x="1343" y="2074"/>
                  </a:lnTo>
                  <a:lnTo>
                    <a:pt x="1067" y="2094"/>
                  </a:lnTo>
                  <a:lnTo>
                    <a:pt x="810" y="2114"/>
                  </a:lnTo>
                  <a:lnTo>
                    <a:pt x="553" y="2094"/>
                  </a:lnTo>
                  <a:lnTo>
                    <a:pt x="356" y="2054"/>
                  </a:lnTo>
                  <a:lnTo>
                    <a:pt x="217" y="1995"/>
                  </a:lnTo>
                  <a:lnTo>
                    <a:pt x="178" y="1956"/>
                  </a:lnTo>
                  <a:lnTo>
                    <a:pt x="158" y="1936"/>
                  </a:lnTo>
                  <a:lnTo>
                    <a:pt x="158" y="1798"/>
                  </a:lnTo>
                  <a:lnTo>
                    <a:pt x="158" y="1600"/>
                  </a:lnTo>
                  <a:lnTo>
                    <a:pt x="178" y="1343"/>
                  </a:lnTo>
                  <a:lnTo>
                    <a:pt x="217" y="1047"/>
                  </a:lnTo>
                  <a:lnTo>
                    <a:pt x="257" y="751"/>
                  </a:lnTo>
                  <a:lnTo>
                    <a:pt x="336" y="494"/>
                  </a:lnTo>
                  <a:lnTo>
                    <a:pt x="415" y="277"/>
                  </a:lnTo>
                  <a:lnTo>
                    <a:pt x="454" y="198"/>
                  </a:lnTo>
                  <a:lnTo>
                    <a:pt x="494" y="158"/>
                  </a:lnTo>
                  <a:lnTo>
                    <a:pt x="672" y="138"/>
                  </a:lnTo>
                  <a:lnTo>
                    <a:pt x="1106" y="119"/>
                  </a:lnTo>
                  <a:close/>
                  <a:moveTo>
                    <a:pt x="1067" y="0"/>
                  </a:moveTo>
                  <a:lnTo>
                    <a:pt x="593" y="20"/>
                  </a:lnTo>
                  <a:lnTo>
                    <a:pt x="395" y="40"/>
                  </a:lnTo>
                  <a:lnTo>
                    <a:pt x="336" y="99"/>
                  </a:lnTo>
                  <a:lnTo>
                    <a:pt x="277" y="178"/>
                  </a:lnTo>
                  <a:lnTo>
                    <a:pt x="198" y="415"/>
                  </a:lnTo>
                  <a:lnTo>
                    <a:pt x="119" y="711"/>
                  </a:lnTo>
                  <a:lnTo>
                    <a:pt x="59" y="1047"/>
                  </a:lnTo>
                  <a:lnTo>
                    <a:pt x="20" y="1363"/>
                  </a:lnTo>
                  <a:lnTo>
                    <a:pt x="0" y="1659"/>
                  </a:lnTo>
                  <a:lnTo>
                    <a:pt x="0" y="1896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59" y="2114"/>
                  </a:lnTo>
                  <a:lnTo>
                    <a:pt x="237" y="2173"/>
                  </a:lnTo>
                  <a:lnTo>
                    <a:pt x="454" y="2212"/>
                  </a:lnTo>
                  <a:lnTo>
                    <a:pt x="731" y="2232"/>
                  </a:lnTo>
                  <a:lnTo>
                    <a:pt x="1027" y="2232"/>
                  </a:lnTo>
                  <a:lnTo>
                    <a:pt x="1324" y="2193"/>
                  </a:lnTo>
                  <a:lnTo>
                    <a:pt x="1600" y="2133"/>
                  </a:lnTo>
                  <a:lnTo>
                    <a:pt x="1738" y="2094"/>
                  </a:lnTo>
                  <a:lnTo>
                    <a:pt x="1837" y="2035"/>
                  </a:lnTo>
                  <a:lnTo>
                    <a:pt x="1936" y="1975"/>
                  </a:lnTo>
                  <a:lnTo>
                    <a:pt x="2035" y="1877"/>
                  </a:lnTo>
                  <a:lnTo>
                    <a:pt x="2114" y="1758"/>
                  </a:lnTo>
                  <a:lnTo>
                    <a:pt x="2173" y="1640"/>
                  </a:lnTo>
                  <a:lnTo>
                    <a:pt x="2212" y="1501"/>
                  </a:lnTo>
                  <a:lnTo>
                    <a:pt x="2252" y="1343"/>
                  </a:lnTo>
                  <a:lnTo>
                    <a:pt x="2291" y="1047"/>
                  </a:lnTo>
                  <a:lnTo>
                    <a:pt x="2291" y="731"/>
                  </a:lnTo>
                  <a:lnTo>
                    <a:pt x="2272" y="593"/>
                  </a:lnTo>
                  <a:lnTo>
                    <a:pt x="2252" y="474"/>
                  </a:lnTo>
                  <a:lnTo>
                    <a:pt x="2212" y="356"/>
                  </a:lnTo>
                  <a:lnTo>
                    <a:pt x="2153" y="257"/>
                  </a:lnTo>
                  <a:lnTo>
                    <a:pt x="2094" y="178"/>
                  </a:lnTo>
                  <a:lnTo>
                    <a:pt x="2035" y="119"/>
                  </a:lnTo>
                  <a:lnTo>
                    <a:pt x="1857" y="59"/>
                  </a:lnTo>
                  <a:lnTo>
                    <a:pt x="1600" y="20"/>
                  </a:lnTo>
                  <a:lnTo>
                    <a:pt x="1343" y="20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17"/>
            <p:cNvSpPr/>
            <p:nvPr/>
          </p:nvSpPr>
          <p:spPr>
            <a:xfrm>
              <a:off x="4011006" y="-1882265"/>
              <a:ext cx="351955" cy="350489"/>
            </a:xfrm>
            <a:custGeom>
              <a:rect b="b" l="l" r="r" t="t"/>
              <a:pathLst>
                <a:path extrusionOk="0" h="9324" w="9363">
                  <a:moveTo>
                    <a:pt x="4859" y="376"/>
                  </a:moveTo>
                  <a:lnTo>
                    <a:pt x="5234" y="395"/>
                  </a:lnTo>
                  <a:lnTo>
                    <a:pt x="5610" y="455"/>
                  </a:lnTo>
                  <a:lnTo>
                    <a:pt x="5965" y="514"/>
                  </a:lnTo>
                  <a:lnTo>
                    <a:pt x="6163" y="573"/>
                  </a:lnTo>
                  <a:lnTo>
                    <a:pt x="6340" y="632"/>
                  </a:lnTo>
                  <a:lnTo>
                    <a:pt x="6696" y="771"/>
                  </a:lnTo>
                  <a:lnTo>
                    <a:pt x="7052" y="968"/>
                  </a:lnTo>
                  <a:lnTo>
                    <a:pt x="7387" y="1205"/>
                  </a:lnTo>
                  <a:lnTo>
                    <a:pt x="7684" y="1482"/>
                  </a:lnTo>
                  <a:lnTo>
                    <a:pt x="7980" y="1798"/>
                  </a:lnTo>
                  <a:lnTo>
                    <a:pt x="8237" y="2133"/>
                  </a:lnTo>
                  <a:lnTo>
                    <a:pt x="8454" y="2489"/>
                  </a:lnTo>
                  <a:lnTo>
                    <a:pt x="8651" y="2884"/>
                  </a:lnTo>
                  <a:lnTo>
                    <a:pt x="8790" y="3299"/>
                  </a:lnTo>
                  <a:lnTo>
                    <a:pt x="8849" y="3496"/>
                  </a:lnTo>
                  <a:lnTo>
                    <a:pt x="8908" y="3714"/>
                  </a:lnTo>
                  <a:lnTo>
                    <a:pt x="8928" y="3931"/>
                  </a:lnTo>
                  <a:lnTo>
                    <a:pt x="8948" y="4168"/>
                  </a:lnTo>
                  <a:lnTo>
                    <a:pt x="8967" y="4385"/>
                  </a:lnTo>
                  <a:lnTo>
                    <a:pt x="8948" y="4622"/>
                  </a:lnTo>
                  <a:lnTo>
                    <a:pt x="8928" y="4839"/>
                  </a:lnTo>
                  <a:lnTo>
                    <a:pt x="8908" y="5077"/>
                  </a:lnTo>
                  <a:lnTo>
                    <a:pt x="8849" y="5294"/>
                  </a:lnTo>
                  <a:lnTo>
                    <a:pt x="8790" y="5531"/>
                  </a:lnTo>
                  <a:lnTo>
                    <a:pt x="8711" y="5768"/>
                  </a:lnTo>
                  <a:lnTo>
                    <a:pt x="8612" y="6005"/>
                  </a:lnTo>
                  <a:lnTo>
                    <a:pt x="8493" y="6242"/>
                  </a:lnTo>
                  <a:lnTo>
                    <a:pt x="8375" y="6459"/>
                  </a:lnTo>
                  <a:lnTo>
                    <a:pt x="8237" y="6676"/>
                  </a:lnTo>
                  <a:lnTo>
                    <a:pt x="8098" y="6894"/>
                  </a:lnTo>
                  <a:lnTo>
                    <a:pt x="7940" y="7111"/>
                  </a:lnTo>
                  <a:lnTo>
                    <a:pt x="7782" y="7308"/>
                  </a:lnTo>
                  <a:lnTo>
                    <a:pt x="7605" y="7486"/>
                  </a:lnTo>
                  <a:lnTo>
                    <a:pt x="7427" y="7664"/>
                  </a:lnTo>
                  <a:lnTo>
                    <a:pt x="7249" y="7842"/>
                  </a:lnTo>
                  <a:lnTo>
                    <a:pt x="7052" y="8000"/>
                  </a:lnTo>
                  <a:lnTo>
                    <a:pt x="6854" y="8158"/>
                  </a:lnTo>
                  <a:lnTo>
                    <a:pt x="6637" y="8296"/>
                  </a:lnTo>
                  <a:lnTo>
                    <a:pt x="6439" y="8415"/>
                  </a:lnTo>
                  <a:lnTo>
                    <a:pt x="6222" y="8533"/>
                  </a:lnTo>
                  <a:lnTo>
                    <a:pt x="6005" y="8632"/>
                  </a:lnTo>
                  <a:lnTo>
                    <a:pt x="5768" y="8711"/>
                  </a:lnTo>
                  <a:lnTo>
                    <a:pt x="5531" y="8790"/>
                  </a:lnTo>
                  <a:lnTo>
                    <a:pt x="5313" y="8849"/>
                  </a:lnTo>
                  <a:lnTo>
                    <a:pt x="5076" y="8908"/>
                  </a:lnTo>
                  <a:lnTo>
                    <a:pt x="4820" y="8928"/>
                  </a:lnTo>
                  <a:lnTo>
                    <a:pt x="4583" y="8948"/>
                  </a:lnTo>
                  <a:lnTo>
                    <a:pt x="4345" y="8948"/>
                  </a:lnTo>
                  <a:lnTo>
                    <a:pt x="4089" y="8928"/>
                  </a:lnTo>
                  <a:lnTo>
                    <a:pt x="3852" y="8889"/>
                  </a:lnTo>
                  <a:lnTo>
                    <a:pt x="3595" y="8829"/>
                  </a:lnTo>
                  <a:lnTo>
                    <a:pt x="3338" y="8750"/>
                  </a:lnTo>
                  <a:lnTo>
                    <a:pt x="3101" y="8671"/>
                  </a:lnTo>
                  <a:lnTo>
                    <a:pt x="2844" y="8553"/>
                  </a:lnTo>
                  <a:lnTo>
                    <a:pt x="2607" y="8434"/>
                  </a:lnTo>
                  <a:lnTo>
                    <a:pt x="2351" y="8276"/>
                  </a:lnTo>
                  <a:lnTo>
                    <a:pt x="2114" y="8099"/>
                  </a:lnTo>
                  <a:lnTo>
                    <a:pt x="1857" y="7921"/>
                  </a:lnTo>
                  <a:lnTo>
                    <a:pt x="1521" y="7605"/>
                  </a:lnTo>
                  <a:lnTo>
                    <a:pt x="1343" y="7427"/>
                  </a:lnTo>
                  <a:lnTo>
                    <a:pt x="1165" y="7229"/>
                  </a:lnTo>
                  <a:lnTo>
                    <a:pt x="988" y="7012"/>
                  </a:lnTo>
                  <a:lnTo>
                    <a:pt x="830" y="6775"/>
                  </a:lnTo>
                  <a:lnTo>
                    <a:pt x="691" y="6518"/>
                  </a:lnTo>
                  <a:lnTo>
                    <a:pt x="573" y="6262"/>
                  </a:lnTo>
                  <a:lnTo>
                    <a:pt x="474" y="5965"/>
                  </a:lnTo>
                  <a:lnTo>
                    <a:pt x="395" y="5669"/>
                  </a:lnTo>
                  <a:lnTo>
                    <a:pt x="356" y="5333"/>
                  </a:lnTo>
                  <a:lnTo>
                    <a:pt x="356" y="4998"/>
                  </a:lnTo>
                  <a:lnTo>
                    <a:pt x="375" y="4622"/>
                  </a:lnTo>
                  <a:lnTo>
                    <a:pt x="454" y="4247"/>
                  </a:lnTo>
                  <a:lnTo>
                    <a:pt x="593" y="3832"/>
                  </a:lnTo>
                  <a:lnTo>
                    <a:pt x="770" y="3398"/>
                  </a:lnTo>
                  <a:lnTo>
                    <a:pt x="1007" y="2904"/>
                  </a:lnTo>
                  <a:lnTo>
                    <a:pt x="1264" y="2469"/>
                  </a:lnTo>
                  <a:lnTo>
                    <a:pt x="1541" y="2074"/>
                  </a:lnTo>
                  <a:lnTo>
                    <a:pt x="1837" y="1719"/>
                  </a:lnTo>
                  <a:lnTo>
                    <a:pt x="2133" y="1422"/>
                  </a:lnTo>
                  <a:lnTo>
                    <a:pt x="2449" y="1166"/>
                  </a:lnTo>
                  <a:lnTo>
                    <a:pt x="2765" y="948"/>
                  </a:lnTo>
                  <a:lnTo>
                    <a:pt x="3101" y="751"/>
                  </a:lnTo>
                  <a:lnTo>
                    <a:pt x="3437" y="613"/>
                  </a:lnTo>
                  <a:lnTo>
                    <a:pt x="3792" y="514"/>
                  </a:lnTo>
                  <a:lnTo>
                    <a:pt x="4148" y="435"/>
                  </a:lnTo>
                  <a:lnTo>
                    <a:pt x="4504" y="395"/>
                  </a:lnTo>
                  <a:lnTo>
                    <a:pt x="4859" y="376"/>
                  </a:lnTo>
                  <a:close/>
                  <a:moveTo>
                    <a:pt x="4899" y="0"/>
                  </a:moveTo>
                  <a:lnTo>
                    <a:pt x="4504" y="20"/>
                  </a:lnTo>
                  <a:lnTo>
                    <a:pt x="4108" y="59"/>
                  </a:lnTo>
                  <a:lnTo>
                    <a:pt x="3733" y="138"/>
                  </a:lnTo>
                  <a:lnTo>
                    <a:pt x="3358" y="257"/>
                  </a:lnTo>
                  <a:lnTo>
                    <a:pt x="2983" y="415"/>
                  </a:lnTo>
                  <a:lnTo>
                    <a:pt x="2627" y="613"/>
                  </a:lnTo>
                  <a:lnTo>
                    <a:pt x="2272" y="850"/>
                  </a:lnTo>
                  <a:lnTo>
                    <a:pt x="1936" y="1146"/>
                  </a:lnTo>
                  <a:lnTo>
                    <a:pt x="1600" y="1462"/>
                  </a:lnTo>
                  <a:lnTo>
                    <a:pt x="1284" y="1857"/>
                  </a:lnTo>
                  <a:lnTo>
                    <a:pt x="988" y="2272"/>
                  </a:lnTo>
                  <a:lnTo>
                    <a:pt x="711" y="2766"/>
                  </a:lnTo>
                  <a:lnTo>
                    <a:pt x="435" y="3299"/>
                  </a:lnTo>
                  <a:lnTo>
                    <a:pt x="257" y="3753"/>
                  </a:lnTo>
                  <a:lnTo>
                    <a:pt x="119" y="4207"/>
                  </a:lnTo>
                  <a:lnTo>
                    <a:pt x="20" y="4622"/>
                  </a:lnTo>
                  <a:lnTo>
                    <a:pt x="0" y="5017"/>
                  </a:lnTo>
                  <a:lnTo>
                    <a:pt x="0" y="5393"/>
                  </a:lnTo>
                  <a:lnTo>
                    <a:pt x="40" y="5748"/>
                  </a:lnTo>
                  <a:lnTo>
                    <a:pt x="119" y="6084"/>
                  </a:lnTo>
                  <a:lnTo>
                    <a:pt x="237" y="6400"/>
                  </a:lnTo>
                  <a:lnTo>
                    <a:pt x="375" y="6696"/>
                  </a:lnTo>
                  <a:lnTo>
                    <a:pt x="514" y="6953"/>
                  </a:lnTo>
                  <a:lnTo>
                    <a:pt x="691" y="7210"/>
                  </a:lnTo>
                  <a:lnTo>
                    <a:pt x="869" y="7447"/>
                  </a:lnTo>
                  <a:lnTo>
                    <a:pt x="1067" y="7664"/>
                  </a:lnTo>
                  <a:lnTo>
                    <a:pt x="1264" y="7862"/>
                  </a:lnTo>
                  <a:lnTo>
                    <a:pt x="1639" y="8197"/>
                  </a:lnTo>
                  <a:lnTo>
                    <a:pt x="1896" y="8415"/>
                  </a:lnTo>
                  <a:lnTo>
                    <a:pt x="2173" y="8592"/>
                  </a:lnTo>
                  <a:lnTo>
                    <a:pt x="2430" y="8750"/>
                  </a:lnTo>
                  <a:lnTo>
                    <a:pt x="2706" y="8908"/>
                  </a:lnTo>
                  <a:lnTo>
                    <a:pt x="2983" y="9027"/>
                  </a:lnTo>
                  <a:lnTo>
                    <a:pt x="3259" y="9126"/>
                  </a:lnTo>
                  <a:lnTo>
                    <a:pt x="3516" y="9205"/>
                  </a:lnTo>
                  <a:lnTo>
                    <a:pt x="3792" y="9264"/>
                  </a:lnTo>
                  <a:lnTo>
                    <a:pt x="4069" y="9303"/>
                  </a:lnTo>
                  <a:lnTo>
                    <a:pt x="4326" y="9323"/>
                  </a:lnTo>
                  <a:lnTo>
                    <a:pt x="4602" y="9323"/>
                  </a:lnTo>
                  <a:lnTo>
                    <a:pt x="4859" y="9303"/>
                  </a:lnTo>
                  <a:lnTo>
                    <a:pt x="5136" y="9264"/>
                  </a:lnTo>
                  <a:lnTo>
                    <a:pt x="5392" y="9224"/>
                  </a:lnTo>
                  <a:lnTo>
                    <a:pt x="5629" y="9165"/>
                  </a:lnTo>
                  <a:lnTo>
                    <a:pt x="5886" y="9086"/>
                  </a:lnTo>
                  <a:lnTo>
                    <a:pt x="6143" y="8987"/>
                  </a:lnTo>
                  <a:lnTo>
                    <a:pt x="6380" y="8869"/>
                  </a:lnTo>
                  <a:lnTo>
                    <a:pt x="6617" y="8750"/>
                  </a:lnTo>
                  <a:lnTo>
                    <a:pt x="6834" y="8612"/>
                  </a:lnTo>
                  <a:lnTo>
                    <a:pt x="7071" y="8454"/>
                  </a:lnTo>
                  <a:lnTo>
                    <a:pt x="7289" y="8296"/>
                  </a:lnTo>
                  <a:lnTo>
                    <a:pt x="7486" y="8118"/>
                  </a:lnTo>
                  <a:lnTo>
                    <a:pt x="7684" y="7941"/>
                  </a:lnTo>
                  <a:lnTo>
                    <a:pt x="7881" y="7743"/>
                  </a:lnTo>
                  <a:lnTo>
                    <a:pt x="8079" y="7546"/>
                  </a:lnTo>
                  <a:lnTo>
                    <a:pt x="8256" y="7328"/>
                  </a:lnTo>
                  <a:lnTo>
                    <a:pt x="8414" y="7091"/>
                  </a:lnTo>
                  <a:lnTo>
                    <a:pt x="8572" y="6854"/>
                  </a:lnTo>
                  <a:lnTo>
                    <a:pt x="8711" y="6617"/>
                  </a:lnTo>
                  <a:lnTo>
                    <a:pt x="8849" y="6380"/>
                  </a:lnTo>
                  <a:lnTo>
                    <a:pt x="8987" y="6123"/>
                  </a:lnTo>
                  <a:lnTo>
                    <a:pt x="9086" y="5867"/>
                  </a:lnTo>
                  <a:lnTo>
                    <a:pt x="9165" y="5610"/>
                  </a:lnTo>
                  <a:lnTo>
                    <a:pt x="9244" y="5353"/>
                  </a:lnTo>
                  <a:lnTo>
                    <a:pt x="9303" y="5116"/>
                  </a:lnTo>
                  <a:lnTo>
                    <a:pt x="9343" y="4859"/>
                  </a:lnTo>
                  <a:lnTo>
                    <a:pt x="9363" y="4602"/>
                  </a:lnTo>
                  <a:lnTo>
                    <a:pt x="9363" y="4365"/>
                  </a:lnTo>
                  <a:lnTo>
                    <a:pt x="9363" y="4109"/>
                  </a:lnTo>
                  <a:lnTo>
                    <a:pt x="9323" y="3872"/>
                  </a:lnTo>
                  <a:lnTo>
                    <a:pt x="9303" y="3635"/>
                  </a:lnTo>
                  <a:lnTo>
                    <a:pt x="9244" y="3398"/>
                  </a:lnTo>
                  <a:lnTo>
                    <a:pt x="9185" y="3180"/>
                  </a:lnTo>
                  <a:lnTo>
                    <a:pt x="9106" y="2943"/>
                  </a:lnTo>
                  <a:lnTo>
                    <a:pt x="9027" y="2726"/>
                  </a:lnTo>
                  <a:lnTo>
                    <a:pt x="8928" y="2509"/>
                  </a:lnTo>
                  <a:lnTo>
                    <a:pt x="8809" y="2311"/>
                  </a:lnTo>
                  <a:lnTo>
                    <a:pt x="8572" y="1916"/>
                  </a:lnTo>
                  <a:lnTo>
                    <a:pt x="8296" y="1541"/>
                  </a:lnTo>
                  <a:lnTo>
                    <a:pt x="7980" y="1205"/>
                  </a:lnTo>
                  <a:lnTo>
                    <a:pt x="7644" y="909"/>
                  </a:lnTo>
                  <a:lnTo>
                    <a:pt x="7289" y="652"/>
                  </a:lnTo>
                  <a:lnTo>
                    <a:pt x="6913" y="435"/>
                  </a:lnTo>
                  <a:lnTo>
                    <a:pt x="6716" y="336"/>
                  </a:lnTo>
                  <a:lnTo>
                    <a:pt x="6518" y="257"/>
                  </a:lnTo>
                  <a:lnTo>
                    <a:pt x="6321" y="198"/>
                  </a:lnTo>
                  <a:lnTo>
                    <a:pt x="6103" y="158"/>
                  </a:lnTo>
                  <a:lnTo>
                    <a:pt x="5708" y="79"/>
                  </a:lnTo>
                  <a:lnTo>
                    <a:pt x="5313" y="20"/>
                  </a:lnTo>
                  <a:lnTo>
                    <a:pt x="48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17"/>
            <p:cNvSpPr/>
            <p:nvPr/>
          </p:nvSpPr>
          <p:spPr>
            <a:xfrm>
              <a:off x="4556002" y="-1142735"/>
              <a:ext cx="752" cy="789"/>
            </a:xfrm>
            <a:custGeom>
              <a:rect b="b" l="l" r="r" t="t"/>
              <a:pathLst>
                <a:path extrusionOk="0" h="21" w="20">
                  <a:moveTo>
                    <a:pt x="20" y="20"/>
                  </a:move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17"/>
            <p:cNvSpPr/>
            <p:nvPr/>
          </p:nvSpPr>
          <p:spPr>
            <a:xfrm>
              <a:off x="4619831" y="-1325390"/>
              <a:ext cx="38" cy="789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17"/>
            <p:cNvSpPr/>
            <p:nvPr/>
          </p:nvSpPr>
          <p:spPr>
            <a:xfrm>
              <a:off x="4475782" y="-1401136"/>
              <a:ext cx="160434" cy="330454"/>
            </a:xfrm>
            <a:custGeom>
              <a:rect b="b" l="l" r="r" t="t"/>
              <a:pathLst>
                <a:path extrusionOk="0" h="8791" w="4268">
                  <a:moveTo>
                    <a:pt x="2450" y="5551"/>
                  </a:moveTo>
                  <a:lnTo>
                    <a:pt x="2470" y="5610"/>
                  </a:lnTo>
                  <a:lnTo>
                    <a:pt x="2490" y="5669"/>
                  </a:lnTo>
                  <a:lnTo>
                    <a:pt x="2509" y="5669"/>
                  </a:lnTo>
                  <a:lnTo>
                    <a:pt x="2529" y="5650"/>
                  </a:lnTo>
                  <a:lnTo>
                    <a:pt x="2529" y="5610"/>
                  </a:lnTo>
                  <a:lnTo>
                    <a:pt x="2569" y="5590"/>
                  </a:lnTo>
                  <a:lnTo>
                    <a:pt x="2529" y="5590"/>
                  </a:lnTo>
                  <a:lnTo>
                    <a:pt x="2509" y="5571"/>
                  </a:lnTo>
                  <a:lnTo>
                    <a:pt x="2470" y="5551"/>
                  </a:lnTo>
                  <a:close/>
                  <a:moveTo>
                    <a:pt x="3062" y="1"/>
                  </a:moveTo>
                  <a:lnTo>
                    <a:pt x="3082" y="40"/>
                  </a:lnTo>
                  <a:lnTo>
                    <a:pt x="3082" y="60"/>
                  </a:lnTo>
                  <a:lnTo>
                    <a:pt x="3043" y="119"/>
                  </a:lnTo>
                  <a:lnTo>
                    <a:pt x="3043" y="139"/>
                  </a:lnTo>
                  <a:lnTo>
                    <a:pt x="3043" y="159"/>
                  </a:lnTo>
                  <a:lnTo>
                    <a:pt x="3023" y="198"/>
                  </a:lnTo>
                  <a:lnTo>
                    <a:pt x="3003" y="238"/>
                  </a:lnTo>
                  <a:lnTo>
                    <a:pt x="2944" y="297"/>
                  </a:lnTo>
                  <a:lnTo>
                    <a:pt x="2924" y="317"/>
                  </a:lnTo>
                  <a:lnTo>
                    <a:pt x="2924" y="336"/>
                  </a:lnTo>
                  <a:lnTo>
                    <a:pt x="2924" y="376"/>
                  </a:lnTo>
                  <a:lnTo>
                    <a:pt x="2964" y="415"/>
                  </a:lnTo>
                  <a:lnTo>
                    <a:pt x="3003" y="396"/>
                  </a:lnTo>
                  <a:lnTo>
                    <a:pt x="3043" y="396"/>
                  </a:lnTo>
                  <a:lnTo>
                    <a:pt x="3062" y="415"/>
                  </a:lnTo>
                  <a:lnTo>
                    <a:pt x="3023" y="435"/>
                  </a:lnTo>
                  <a:lnTo>
                    <a:pt x="3003" y="455"/>
                  </a:lnTo>
                  <a:lnTo>
                    <a:pt x="2983" y="475"/>
                  </a:lnTo>
                  <a:lnTo>
                    <a:pt x="2964" y="475"/>
                  </a:lnTo>
                  <a:lnTo>
                    <a:pt x="2944" y="435"/>
                  </a:lnTo>
                  <a:lnTo>
                    <a:pt x="2904" y="514"/>
                  </a:lnTo>
                  <a:lnTo>
                    <a:pt x="2885" y="554"/>
                  </a:lnTo>
                  <a:lnTo>
                    <a:pt x="2964" y="593"/>
                  </a:lnTo>
                  <a:lnTo>
                    <a:pt x="2983" y="633"/>
                  </a:lnTo>
                  <a:lnTo>
                    <a:pt x="3003" y="652"/>
                  </a:lnTo>
                  <a:lnTo>
                    <a:pt x="2964" y="672"/>
                  </a:lnTo>
                  <a:lnTo>
                    <a:pt x="2944" y="672"/>
                  </a:lnTo>
                  <a:lnTo>
                    <a:pt x="2904" y="652"/>
                  </a:lnTo>
                  <a:lnTo>
                    <a:pt x="2865" y="613"/>
                  </a:lnTo>
                  <a:lnTo>
                    <a:pt x="2845" y="593"/>
                  </a:lnTo>
                  <a:lnTo>
                    <a:pt x="2806" y="613"/>
                  </a:lnTo>
                  <a:lnTo>
                    <a:pt x="2825" y="731"/>
                  </a:lnTo>
                  <a:lnTo>
                    <a:pt x="2766" y="731"/>
                  </a:lnTo>
                  <a:lnTo>
                    <a:pt x="2727" y="771"/>
                  </a:lnTo>
                  <a:lnTo>
                    <a:pt x="2707" y="830"/>
                  </a:lnTo>
                  <a:lnTo>
                    <a:pt x="2707" y="949"/>
                  </a:lnTo>
                  <a:lnTo>
                    <a:pt x="2707" y="1067"/>
                  </a:lnTo>
                  <a:lnTo>
                    <a:pt x="2707" y="1126"/>
                  </a:lnTo>
                  <a:lnTo>
                    <a:pt x="2687" y="1186"/>
                  </a:lnTo>
                  <a:lnTo>
                    <a:pt x="2648" y="1146"/>
                  </a:lnTo>
                  <a:lnTo>
                    <a:pt x="2628" y="1087"/>
                  </a:lnTo>
                  <a:lnTo>
                    <a:pt x="2628" y="1028"/>
                  </a:lnTo>
                  <a:lnTo>
                    <a:pt x="2628" y="988"/>
                  </a:lnTo>
                  <a:lnTo>
                    <a:pt x="2608" y="988"/>
                  </a:lnTo>
                  <a:lnTo>
                    <a:pt x="2588" y="1008"/>
                  </a:lnTo>
                  <a:lnTo>
                    <a:pt x="2569" y="1067"/>
                  </a:lnTo>
                  <a:lnTo>
                    <a:pt x="2569" y="1107"/>
                  </a:lnTo>
                  <a:lnTo>
                    <a:pt x="2549" y="1126"/>
                  </a:lnTo>
                  <a:lnTo>
                    <a:pt x="2529" y="1146"/>
                  </a:lnTo>
                  <a:lnTo>
                    <a:pt x="2509" y="1205"/>
                  </a:lnTo>
                  <a:lnTo>
                    <a:pt x="2529" y="1245"/>
                  </a:lnTo>
                  <a:lnTo>
                    <a:pt x="2549" y="1284"/>
                  </a:lnTo>
                  <a:lnTo>
                    <a:pt x="2588" y="1304"/>
                  </a:lnTo>
                  <a:lnTo>
                    <a:pt x="2588" y="1344"/>
                  </a:lnTo>
                  <a:lnTo>
                    <a:pt x="2549" y="1344"/>
                  </a:lnTo>
                  <a:lnTo>
                    <a:pt x="2509" y="1324"/>
                  </a:lnTo>
                  <a:lnTo>
                    <a:pt x="2529" y="1383"/>
                  </a:lnTo>
                  <a:lnTo>
                    <a:pt x="2529" y="1442"/>
                  </a:lnTo>
                  <a:lnTo>
                    <a:pt x="2509" y="1541"/>
                  </a:lnTo>
                  <a:lnTo>
                    <a:pt x="2450" y="1521"/>
                  </a:lnTo>
                  <a:lnTo>
                    <a:pt x="2470" y="1640"/>
                  </a:lnTo>
                  <a:lnTo>
                    <a:pt x="2509" y="1640"/>
                  </a:lnTo>
                  <a:lnTo>
                    <a:pt x="2569" y="1680"/>
                  </a:lnTo>
                  <a:lnTo>
                    <a:pt x="2549" y="1699"/>
                  </a:lnTo>
                  <a:lnTo>
                    <a:pt x="2608" y="1680"/>
                  </a:lnTo>
                  <a:lnTo>
                    <a:pt x="2628" y="1660"/>
                  </a:lnTo>
                  <a:lnTo>
                    <a:pt x="2628" y="1561"/>
                  </a:lnTo>
                  <a:lnTo>
                    <a:pt x="2648" y="1521"/>
                  </a:lnTo>
                  <a:lnTo>
                    <a:pt x="2648" y="1482"/>
                  </a:lnTo>
                  <a:lnTo>
                    <a:pt x="2687" y="1442"/>
                  </a:lnTo>
                  <a:lnTo>
                    <a:pt x="2746" y="1442"/>
                  </a:lnTo>
                  <a:lnTo>
                    <a:pt x="2766" y="1462"/>
                  </a:lnTo>
                  <a:lnTo>
                    <a:pt x="2786" y="1462"/>
                  </a:lnTo>
                  <a:lnTo>
                    <a:pt x="2806" y="1482"/>
                  </a:lnTo>
                  <a:lnTo>
                    <a:pt x="2786" y="1502"/>
                  </a:lnTo>
                  <a:lnTo>
                    <a:pt x="2746" y="1502"/>
                  </a:lnTo>
                  <a:lnTo>
                    <a:pt x="2806" y="1541"/>
                  </a:lnTo>
                  <a:lnTo>
                    <a:pt x="2825" y="1561"/>
                  </a:lnTo>
                  <a:lnTo>
                    <a:pt x="2825" y="1541"/>
                  </a:lnTo>
                  <a:lnTo>
                    <a:pt x="2865" y="1561"/>
                  </a:lnTo>
                  <a:lnTo>
                    <a:pt x="2885" y="1581"/>
                  </a:lnTo>
                  <a:lnTo>
                    <a:pt x="2904" y="1640"/>
                  </a:lnTo>
                  <a:lnTo>
                    <a:pt x="2885" y="1699"/>
                  </a:lnTo>
                  <a:lnTo>
                    <a:pt x="2885" y="1759"/>
                  </a:lnTo>
                  <a:lnTo>
                    <a:pt x="2825" y="1759"/>
                  </a:lnTo>
                  <a:lnTo>
                    <a:pt x="2806" y="1719"/>
                  </a:lnTo>
                  <a:lnTo>
                    <a:pt x="2786" y="1660"/>
                  </a:lnTo>
                  <a:lnTo>
                    <a:pt x="2766" y="1600"/>
                  </a:lnTo>
                  <a:lnTo>
                    <a:pt x="2766" y="1660"/>
                  </a:lnTo>
                  <a:lnTo>
                    <a:pt x="2766" y="1680"/>
                  </a:lnTo>
                  <a:lnTo>
                    <a:pt x="2746" y="1699"/>
                  </a:lnTo>
                  <a:lnTo>
                    <a:pt x="2667" y="1660"/>
                  </a:lnTo>
                  <a:lnTo>
                    <a:pt x="2687" y="1719"/>
                  </a:lnTo>
                  <a:lnTo>
                    <a:pt x="2707" y="1739"/>
                  </a:lnTo>
                  <a:lnTo>
                    <a:pt x="2746" y="1739"/>
                  </a:lnTo>
                  <a:lnTo>
                    <a:pt x="2806" y="1778"/>
                  </a:lnTo>
                  <a:lnTo>
                    <a:pt x="2825" y="1798"/>
                  </a:lnTo>
                  <a:lnTo>
                    <a:pt x="2845" y="1818"/>
                  </a:lnTo>
                  <a:lnTo>
                    <a:pt x="2825" y="1838"/>
                  </a:lnTo>
                  <a:lnTo>
                    <a:pt x="2786" y="1857"/>
                  </a:lnTo>
                  <a:lnTo>
                    <a:pt x="2746" y="1877"/>
                  </a:lnTo>
                  <a:lnTo>
                    <a:pt x="2746" y="1838"/>
                  </a:lnTo>
                  <a:lnTo>
                    <a:pt x="2727" y="1897"/>
                  </a:lnTo>
                  <a:lnTo>
                    <a:pt x="2727" y="1936"/>
                  </a:lnTo>
                  <a:lnTo>
                    <a:pt x="2727" y="1976"/>
                  </a:lnTo>
                  <a:lnTo>
                    <a:pt x="2727" y="2015"/>
                  </a:lnTo>
                  <a:lnTo>
                    <a:pt x="2667" y="2015"/>
                  </a:lnTo>
                  <a:lnTo>
                    <a:pt x="2687" y="1976"/>
                  </a:lnTo>
                  <a:lnTo>
                    <a:pt x="2667" y="1936"/>
                  </a:lnTo>
                  <a:lnTo>
                    <a:pt x="2628" y="1877"/>
                  </a:lnTo>
                  <a:lnTo>
                    <a:pt x="2628" y="1857"/>
                  </a:lnTo>
                  <a:lnTo>
                    <a:pt x="2549" y="1857"/>
                  </a:lnTo>
                  <a:lnTo>
                    <a:pt x="2529" y="1838"/>
                  </a:lnTo>
                  <a:lnTo>
                    <a:pt x="2490" y="1818"/>
                  </a:lnTo>
                  <a:lnTo>
                    <a:pt x="2411" y="1680"/>
                  </a:lnTo>
                  <a:lnTo>
                    <a:pt x="2411" y="1719"/>
                  </a:lnTo>
                  <a:lnTo>
                    <a:pt x="2391" y="1739"/>
                  </a:lnTo>
                  <a:lnTo>
                    <a:pt x="2371" y="1778"/>
                  </a:lnTo>
                  <a:lnTo>
                    <a:pt x="2332" y="1778"/>
                  </a:lnTo>
                  <a:lnTo>
                    <a:pt x="2351" y="1818"/>
                  </a:lnTo>
                  <a:lnTo>
                    <a:pt x="2332" y="1857"/>
                  </a:lnTo>
                  <a:lnTo>
                    <a:pt x="2312" y="1917"/>
                  </a:lnTo>
                  <a:lnTo>
                    <a:pt x="2272" y="1976"/>
                  </a:lnTo>
                  <a:lnTo>
                    <a:pt x="2292" y="2015"/>
                  </a:lnTo>
                  <a:lnTo>
                    <a:pt x="2312" y="2055"/>
                  </a:lnTo>
                  <a:lnTo>
                    <a:pt x="2292" y="2055"/>
                  </a:lnTo>
                  <a:lnTo>
                    <a:pt x="2272" y="2035"/>
                  </a:lnTo>
                  <a:lnTo>
                    <a:pt x="2253" y="2015"/>
                  </a:lnTo>
                  <a:lnTo>
                    <a:pt x="2253" y="2035"/>
                  </a:lnTo>
                  <a:lnTo>
                    <a:pt x="2193" y="2154"/>
                  </a:lnTo>
                  <a:lnTo>
                    <a:pt x="2193" y="2233"/>
                  </a:lnTo>
                  <a:lnTo>
                    <a:pt x="2193" y="2312"/>
                  </a:lnTo>
                  <a:lnTo>
                    <a:pt x="2174" y="2331"/>
                  </a:lnTo>
                  <a:lnTo>
                    <a:pt x="2154" y="2331"/>
                  </a:lnTo>
                  <a:lnTo>
                    <a:pt x="2095" y="2312"/>
                  </a:lnTo>
                  <a:lnTo>
                    <a:pt x="2055" y="2391"/>
                  </a:lnTo>
                  <a:lnTo>
                    <a:pt x="2035" y="2450"/>
                  </a:lnTo>
                  <a:lnTo>
                    <a:pt x="2035" y="2588"/>
                  </a:lnTo>
                  <a:lnTo>
                    <a:pt x="2035" y="2726"/>
                  </a:lnTo>
                  <a:lnTo>
                    <a:pt x="2016" y="2805"/>
                  </a:lnTo>
                  <a:lnTo>
                    <a:pt x="1976" y="2884"/>
                  </a:lnTo>
                  <a:lnTo>
                    <a:pt x="1956" y="2825"/>
                  </a:lnTo>
                  <a:lnTo>
                    <a:pt x="1917" y="2884"/>
                  </a:lnTo>
                  <a:lnTo>
                    <a:pt x="1917" y="2924"/>
                  </a:lnTo>
                  <a:lnTo>
                    <a:pt x="1937" y="2944"/>
                  </a:lnTo>
                  <a:lnTo>
                    <a:pt x="1877" y="2963"/>
                  </a:lnTo>
                  <a:lnTo>
                    <a:pt x="1858" y="2983"/>
                  </a:lnTo>
                  <a:lnTo>
                    <a:pt x="1858" y="3062"/>
                  </a:lnTo>
                  <a:lnTo>
                    <a:pt x="1838" y="3121"/>
                  </a:lnTo>
                  <a:lnTo>
                    <a:pt x="1838" y="3161"/>
                  </a:lnTo>
                  <a:lnTo>
                    <a:pt x="1798" y="3181"/>
                  </a:lnTo>
                  <a:lnTo>
                    <a:pt x="1759" y="3200"/>
                  </a:lnTo>
                  <a:lnTo>
                    <a:pt x="1739" y="3240"/>
                  </a:lnTo>
                  <a:lnTo>
                    <a:pt x="1719" y="3260"/>
                  </a:lnTo>
                  <a:lnTo>
                    <a:pt x="1739" y="3319"/>
                  </a:lnTo>
                  <a:lnTo>
                    <a:pt x="1778" y="3378"/>
                  </a:lnTo>
                  <a:lnTo>
                    <a:pt x="1798" y="3437"/>
                  </a:lnTo>
                  <a:lnTo>
                    <a:pt x="1739" y="3398"/>
                  </a:lnTo>
                  <a:lnTo>
                    <a:pt x="1680" y="3398"/>
                  </a:lnTo>
                  <a:lnTo>
                    <a:pt x="1620" y="3615"/>
                  </a:lnTo>
                  <a:lnTo>
                    <a:pt x="1581" y="3813"/>
                  </a:lnTo>
                  <a:lnTo>
                    <a:pt x="1443" y="4208"/>
                  </a:lnTo>
                  <a:lnTo>
                    <a:pt x="1423" y="4188"/>
                  </a:lnTo>
                  <a:lnTo>
                    <a:pt x="1403" y="4247"/>
                  </a:lnTo>
                  <a:lnTo>
                    <a:pt x="1383" y="4326"/>
                  </a:lnTo>
                  <a:lnTo>
                    <a:pt x="1364" y="4465"/>
                  </a:lnTo>
                  <a:lnTo>
                    <a:pt x="1344" y="4623"/>
                  </a:lnTo>
                  <a:lnTo>
                    <a:pt x="1324" y="4682"/>
                  </a:lnTo>
                  <a:lnTo>
                    <a:pt x="1285" y="4741"/>
                  </a:lnTo>
                  <a:lnTo>
                    <a:pt x="1304" y="4820"/>
                  </a:lnTo>
                  <a:lnTo>
                    <a:pt x="1324" y="4860"/>
                  </a:lnTo>
                  <a:lnTo>
                    <a:pt x="1423" y="4860"/>
                  </a:lnTo>
                  <a:lnTo>
                    <a:pt x="1502" y="4879"/>
                  </a:lnTo>
                  <a:lnTo>
                    <a:pt x="1502" y="4919"/>
                  </a:lnTo>
                  <a:lnTo>
                    <a:pt x="1482" y="4958"/>
                  </a:lnTo>
                  <a:lnTo>
                    <a:pt x="1383" y="4958"/>
                  </a:lnTo>
                  <a:lnTo>
                    <a:pt x="1364" y="4978"/>
                  </a:lnTo>
                  <a:lnTo>
                    <a:pt x="1364" y="4998"/>
                  </a:lnTo>
                  <a:lnTo>
                    <a:pt x="1304" y="4978"/>
                  </a:lnTo>
                  <a:lnTo>
                    <a:pt x="1265" y="4939"/>
                  </a:lnTo>
                  <a:lnTo>
                    <a:pt x="1245" y="4899"/>
                  </a:lnTo>
                  <a:lnTo>
                    <a:pt x="1206" y="4879"/>
                  </a:lnTo>
                  <a:lnTo>
                    <a:pt x="1225" y="5037"/>
                  </a:lnTo>
                  <a:lnTo>
                    <a:pt x="1186" y="5077"/>
                  </a:lnTo>
                  <a:lnTo>
                    <a:pt x="1166" y="5136"/>
                  </a:lnTo>
                  <a:lnTo>
                    <a:pt x="1146" y="5195"/>
                  </a:lnTo>
                  <a:lnTo>
                    <a:pt x="1107" y="5235"/>
                  </a:lnTo>
                  <a:lnTo>
                    <a:pt x="1107" y="5215"/>
                  </a:lnTo>
                  <a:lnTo>
                    <a:pt x="1087" y="5195"/>
                  </a:lnTo>
                  <a:lnTo>
                    <a:pt x="1067" y="5176"/>
                  </a:lnTo>
                  <a:lnTo>
                    <a:pt x="1087" y="5156"/>
                  </a:lnTo>
                  <a:lnTo>
                    <a:pt x="1107" y="5176"/>
                  </a:lnTo>
                  <a:lnTo>
                    <a:pt x="1127" y="5116"/>
                  </a:lnTo>
                  <a:lnTo>
                    <a:pt x="1127" y="5097"/>
                  </a:lnTo>
                  <a:lnTo>
                    <a:pt x="1107" y="5057"/>
                  </a:lnTo>
                  <a:lnTo>
                    <a:pt x="1087" y="5018"/>
                  </a:lnTo>
                  <a:lnTo>
                    <a:pt x="1067" y="5156"/>
                  </a:lnTo>
                  <a:lnTo>
                    <a:pt x="1048" y="5235"/>
                  </a:lnTo>
                  <a:lnTo>
                    <a:pt x="1008" y="5274"/>
                  </a:lnTo>
                  <a:lnTo>
                    <a:pt x="1048" y="5294"/>
                  </a:lnTo>
                  <a:lnTo>
                    <a:pt x="1048" y="5334"/>
                  </a:lnTo>
                  <a:lnTo>
                    <a:pt x="1048" y="5373"/>
                  </a:lnTo>
                  <a:lnTo>
                    <a:pt x="1067" y="5393"/>
                  </a:lnTo>
                  <a:lnTo>
                    <a:pt x="1048" y="5393"/>
                  </a:lnTo>
                  <a:lnTo>
                    <a:pt x="1067" y="5413"/>
                  </a:lnTo>
                  <a:lnTo>
                    <a:pt x="1087" y="5452"/>
                  </a:lnTo>
                  <a:lnTo>
                    <a:pt x="1087" y="5492"/>
                  </a:lnTo>
                  <a:lnTo>
                    <a:pt x="988" y="5472"/>
                  </a:lnTo>
                  <a:lnTo>
                    <a:pt x="988" y="5492"/>
                  </a:lnTo>
                  <a:lnTo>
                    <a:pt x="1028" y="5492"/>
                  </a:lnTo>
                  <a:lnTo>
                    <a:pt x="1048" y="5511"/>
                  </a:lnTo>
                  <a:lnTo>
                    <a:pt x="1028" y="5571"/>
                  </a:lnTo>
                  <a:lnTo>
                    <a:pt x="1008" y="5650"/>
                  </a:lnTo>
                  <a:lnTo>
                    <a:pt x="949" y="5709"/>
                  </a:lnTo>
                  <a:lnTo>
                    <a:pt x="909" y="5729"/>
                  </a:lnTo>
                  <a:lnTo>
                    <a:pt x="870" y="5729"/>
                  </a:lnTo>
                  <a:lnTo>
                    <a:pt x="870" y="5768"/>
                  </a:lnTo>
                  <a:lnTo>
                    <a:pt x="890" y="5808"/>
                  </a:lnTo>
                  <a:lnTo>
                    <a:pt x="890" y="5827"/>
                  </a:lnTo>
                  <a:lnTo>
                    <a:pt x="870" y="5867"/>
                  </a:lnTo>
                  <a:lnTo>
                    <a:pt x="830" y="5827"/>
                  </a:lnTo>
                  <a:lnTo>
                    <a:pt x="751" y="6025"/>
                  </a:lnTo>
                  <a:lnTo>
                    <a:pt x="692" y="6143"/>
                  </a:lnTo>
                  <a:lnTo>
                    <a:pt x="633" y="6222"/>
                  </a:lnTo>
                  <a:lnTo>
                    <a:pt x="613" y="6361"/>
                  </a:lnTo>
                  <a:lnTo>
                    <a:pt x="613" y="6440"/>
                  </a:lnTo>
                  <a:lnTo>
                    <a:pt x="633" y="6499"/>
                  </a:lnTo>
                  <a:lnTo>
                    <a:pt x="653" y="6479"/>
                  </a:lnTo>
                  <a:lnTo>
                    <a:pt x="672" y="6460"/>
                  </a:lnTo>
                  <a:lnTo>
                    <a:pt x="692" y="6440"/>
                  </a:lnTo>
                  <a:lnTo>
                    <a:pt x="732" y="6479"/>
                  </a:lnTo>
                  <a:lnTo>
                    <a:pt x="751" y="6519"/>
                  </a:lnTo>
                  <a:lnTo>
                    <a:pt x="751" y="6539"/>
                  </a:lnTo>
                  <a:lnTo>
                    <a:pt x="732" y="6598"/>
                  </a:lnTo>
                  <a:lnTo>
                    <a:pt x="692" y="6598"/>
                  </a:lnTo>
                  <a:lnTo>
                    <a:pt x="672" y="6618"/>
                  </a:lnTo>
                  <a:lnTo>
                    <a:pt x="653" y="6637"/>
                  </a:lnTo>
                  <a:lnTo>
                    <a:pt x="633" y="6598"/>
                  </a:lnTo>
                  <a:lnTo>
                    <a:pt x="593" y="6598"/>
                  </a:lnTo>
                  <a:lnTo>
                    <a:pt x="574" y="6618"/>
                  </a:lnTo>
                  <a:lnTo>
                    <a:pt x="554" y="6677"/>
                  </a:lnTo>
                  <a:lnTo>
                    <a:pt x="534" y="6716"/>
                  </a:lnTo>
                  <a:lnTo>
                    <a:pt x="514" y="6736"/>
                  </a:lnTo>
                  <a:lnTo>
                    <a:pt x="475" y="6736"/>
                  </a:lnTo>
                  <a:lnTo>
                    <a:pt x="495" y="6776"/>
                  </a:lnTo>
                  <a:lnTo>
                    <a:pt x="475" y="6815"/>
                  </a:lnTo>
                  <a:lnTo>
                    <a:pt x="475" y="6874"/>
                  </a:lnTo>
                  <a:lnTo>
                    <a:pt x="495" y="6934"/>
                  </a:lnTo>
                  <a:lnTo>
                    <a:pt x="455" y="6914"/>
                  </a:lnTo>
                  <a:lnTo>
                    <a:pt x="455" y="6894"/>
                  </a:lnTo>
                  <a:lnTo>
                    <a:pt x="455" y="6874"/>
                  </a:lnTo>
                  <a:lnTo>
                    <a:pt x="435" y="6855"/>
                  </a:lnTo>
                  <a:lnTo>
                    <a:pt x="435" y="6914"/>
                  </a:lnTo>
                  <a:lnTo>
                    <a:pt x="396" y="6894"/>
                  </a:lnTo>
                  <a:lnTo>
                    <a:pt x="376" y="6934"/>
                  </a:lnTo>
                  <a:lnTo>
                    <a:pt x="376" y="6953"/>
                  </a:lnTo>
                  <a:lnTo>
                    <a:pt x="416" y="7013"/>
                  </a:lnTo>
                  <a:lnTo>
                    <a:pt x="435" y="7072"/>
                  </a:lnTo>
                  <a:lnTo>
                    <a:pt x="455" y="7131"/>
                  </a:lnTo>
                  <a:lnTo>
                    <a:pt x="455" y="7171"/>
                  </a:lnTo>
                  <a:lnTo>
                    <a:pt x="376" y="7092"/>
                  </a:lnTo>
                  <a:lnTo>
                    <a:pt x="376" y="7131"/>
                  </a:lnTo>
                  <a:lnTo>
                    <a:pt x="396" y="7190"/>
                  </a:lnTo>
                  <a:lnTo>
                    <a:pt x="416" y="7250"/>
                  </a:lnTo>
                  <a:lnTo>
                    <a:pt x="416" y="7289"/>
                  </a:lnTo>
                  <a:lnTo>
                    <a:pt x="396" y="7289"/>
                  </a:lnTo>
                  <a:lnTo>
                    <a:pt x="396" y="7348"/>
                  </a:lnTo>
                  <a:lnTo>
                    <a:pt x="376" y="7329"/>
                  </a:lnTo>
                  <a:lnTo>
                    <a:pt x="416" y="7388"/>
                  </a:lnTo>
                  <a:lnTo>
                    <a:pt x="416" y="7447"/>
                  </a:lnTo>
                  <a:lnTo>
                    <a:pt x="416" y="7506"/>
                  </a:lnTo>
                  <a:lnTo>
                    <a:pt x="435" y="7546"/>
                  </a:lnTo>
                  <a:lnTo>
                    <a:pt x="356" y="7566"/>
                  </a:lnTo>
                  <a:lnTo>
                    <a:pt x="337" y="7585"/>
                  </a:lnTo>
                  <a:lnTo>
                    <a:pt x="356" y="7625"/>
                  </a:lnTo>
                  <a:lnTo>
                    <a:pt x="258" y="7585"/>
                  </a:lnTo>
                  <a:lnTo>
                    <a:pt x="277" y="7526"/>
                  </a:lnTo>
                  <a:lnTo>
                    <a:pt x="297" y="7526"/>
                  </a:lnTo>
                  <a:lnTo>
                    <a:pt x="337" y="7506"/>
                  </a:lnTo>
                  <a:lnTo>
                    <a:pt x="337" y="7447"/>
                  </a:lnTo>
                  <a:lnTo>
                    <a:pt x="277" y="7467"/>
                  </a:lnTo>
                  <a:lnTo>
                    <a:pt x="238" y="7506"/>
                  </a:lnTo>
                  <a:lnTo>
                    <a:pt x="159" y="7605"/>
                  </a:lnTo>
                  <a:lnTo>
                    <a:pt x="100" y="7724"/>
                  </a:lnTo>
                  <a:lnTo>
                    <a:pt x="60" y="7842"/>
                  </a:lnTo>
                  <a:lnTo>
                    <a:pt x="60" y="7901"/>
                  </a:lnTo>
                  <a:lnTo>
                    <a:pt x="40" y="7980"/>
                  </a:lnTo>
                  <a:lnTo>
                    <a:pt x="1" y="8040"/>
                  </a:lnTo>
                  <a:lnTo>
                    <a:pt x="1" y="8119"/>
                  </a:lnTo>
                  <a:lnTo>
                    <a:pt x="1265" y="8790"/>
                  </a:lnTo>
                  <a:lnTo>
                    <a:pt x="1383" y="8652"/>
                  </a:lnTo>
                  <a:lnTo>
                    <a:pt x="1423" y="8593"/>
                  </a:lnTo>
                  <a:lnTo>
                    <a:pt x="1423" y="8514"/>
                  </a:lnTo>
                  <a:lnTo>
                    <a:pt x="1304" y="8533"/>
                  </a:lnTo>
                  <a:lnTo>
                    <a:pt x="1383" y="8593"/>
                  </a:lnTo>
                  <a:lnTo>
                    <a:pt x="1324" y="8593"/>
                  </a:lnTo>
                  <a:lnTo>
                    <a:pt x="1265" y="8553"/>
                  </a:lnTo>
                  <a:lnTo>
                    <a:pt x="1166" y="8454"/>
                  </a:lnTo>
                  <a:lnTo>
                    <a:pt x="1186" y="8454"/>
                  </a:lnTo>
                  <a:lnTo>
                    <a:pt x="1206" y="8415"/>
                  </a:lnTo>
                  <a:lnTo>
                    <a:pt x="1245" y="8415"/>
                  </a:lnTo>
                  <a:lnTo>
                    <a:pt x="1245" y="8336"/>
                  </a:lnTo>
                  <a:lnTo>
                    <a:pt x="1206" y="8336"/>
                  </a:lnTo>
                  <a:lnTo>
                    <a:pt x="1206" y="8356"/>
                  </a:lnTo>
                  <a:lnTo>
                    <a:pt x="1186" y="8356"/>
                  </a:lnTo>
                  <a:lnTo>
                    <a:pt x="1166" y="8336"/>
                  </a:lnTo>
                  <a:lnTo>
                    <a:pt x="1225" y="8277"/>
                  </a:lnTo>
                  <a:lnTo>
                    <a:pt x="1265" y="8277"/>
                  </a:lnTo>
                  <a:lnTo>
                    <a:pt x="1285" y="8316"/>
                  </a:lnTo>
                  <a:lnTo>
                    <a:pt x="1285" y="8277"/>
                  </a:lnTo>
                  <a:lnTo>
                    <a:pt x="1285" y="8237"/>
                  </a:lnTo>
                  <a:lnTo>
                    <a:pt x="1285" y="8198"/>
                  </a:lnTo>
                  <a:lnTo>
                    <a:pt x="1245" y="8198"/>
                  </a:lnTo>
                  <a:lnTo>
                    <a:pt x="1265" y="8178"/>
                  </a:lnTo>
                  <a:lnTo>
                    <a:pt x="1304" y="8198"/>
                  </a:lnTo>
                  <a:lnTo>
                    <a:pt x="1364" y="8277"/>
                  </a:lnTo>
                  <a:lnTo>
                    <a:pt x="1403" y="8257"/>
                  </a:lnTo>
                  <a:lnTo>
                    <a:pt x="1423" y="8257"/>
                  </a:lnTo>
                  <a:lnTo>
                    <a:pt x="1482" y="8296"/>
                  </a:lnTo>
                  <a:lnTo>
                    <a:pt x="1502" y="8217"/>
                  </a:lnTo>
                  <a:lnTo>
                    <a:pt x="1541" y="8237"/>
                  </a:lnTo>
                  <a:lnTo>
                    <a:pt x="1561" y="8277"/>
                  </a:lnTo>
                  <a:lnTo>
                    <a:pt x="1581" y="8237"/>
                  </a:lnTo>
                  <a:lnTo>
                    <a:pt x="1581" y="8198"/>
                  </a:lnTo>
                  <a:lnTo>
                    <a:pt x="1581" y="8178"/>
                  </a:lnTo>
                  <a:lnTo>
                    <a:pt x="1620" y="8158"/>
                  </a:lnTo>
                  <a:lnTo>
                    <a:pt x="1561" y="8099"/>
                  </a:lnTo>
                  <a:lnTo>
                    <a:pt x="1680" y="8000"/>
                  </a:lnTo>
                  <a:lnTo>
                    <a:pt x="1739" y="7882"/>
                  </a:lnTo>
                  <a:lnTo>
                    <a:pt x="1680" y="7882"/>
                  </a:lnTo>
                  <a:lnTo>
                    <a:pt x="1660" y="7842"/>
                  </a:lnTo>
                  <a:lnTo>
                    <a:pt x="1680" y="7822"/>
                  </a:lnTo>
                  <a:lnTo>
                    <a:pt x="1719" y="7803"/>
                  </a:lnTo>
                  <a:lnTo>
                    <a:pt x="1778" y="7763"/>
                  </a:lnTo>
                  <a:lnTo>
                    <a:pt x="1798" y="7743"/>
                  </a:lnTo>
                  <a:lnTo>
                    <a:pt x="1798" y="7704"/>
                  </a:lnTo>
                  <a:lnTo>
                    <a:pt x="1798" y="7645"/>
                  </a:lnTo>
                  <a:lnTo>
                    <a:pt x="1798" y="7585"/>
                  </a:lnTo>
                  <a:lnTo>
                    <a:pt x="1759" y="7546"/>
                  </a:lnTo>
                  <a:lnTo>
                    <a:pt x="1719" y="7526"/>
                  </a:lnTo>
                  <a:lnTo>
                    <a:pt x="1719" y="7506"/>
                  </a:lnTo>
                  <a:lnTo>
                    <a:pt x="1739" y="7487"/>
                  </a:lnTo>
                  <a:lnTo>
                    <a:pt x="1798" y="7487"/>
                  </a:lnTo>
                  <a:lnTo>
                    <a:pt x="1739" y="7368"/>
                  </a:lnTo>
                  <a:lnTo>
                    <a:pt x="1739" y="7329"/>
                  </a:lnTo>
                  <a:lnTo>
                    <a:pt x="1759" y="7309"/>
                  </a:lnTo>
                  <a:lnTo>
                    <a:pt x="1778" y="7289"/>
                  </a:lnTo>
                  <a:lnTo>
                    <a:pt x="1798" y="7408"/>
                  </a:lnTo>
                  <a:lnTo>
                    <a:pt x="1838" y="7408"/>
                  </a:lnTo>
                  <a:lnTo>
                    <a:pt x="1858" y="7368"/>
                  </a:lnTo>
                  <a:lnTo>
                    <a:pt x="1877" y="7309"/>
                  </a:lnTo>
                  <a:lnTo>
                    <a:pt x="1917" y="7269"/>
                  </a:lnTo>
                  <a:lnTo>
                    <a:pt x="1858" y="7131"/>
                  </a:lnTo>
                  <a:lnTo>
                    <a:pt x="1798" y="6953"/>
                  </a:lnTo>
                  <a:lnTo>
                    <a:pt x="1739" y="6934"/>
                  </a:lnTo>
                  <a:lnTo>
                    <a:pt x="1680" y="6914"/>
                  </a:lnTo>
                  <a:lnTo>
                    <a:pt x="1620" y="6874"/>
                  </a:lnTo>
                  <a:lnTo>
                    <a:pt x="1581" y="6815"/>
                  </a:lnTo>
                  <a:lnTo>
                    <a:pt x="1620" y="6815"/>
                  </a:lnTo>
                  <a:lnTo>
                    <a:pt x="1640" y="6795"/>
                  </a:lnTo>
                  <a:lnTo>
                    <a:pt x="1680" y="6756"/>
                  </a:lnTo>
                  <a:lnTo>
                    <a:pt x="1719" y="6716"/>
                  </a:lnTo>
                  <a:lnTo>
                    <a:pt x="1759" y="6736"/>
                  </a:lnTo>
                  <a:lnTo>
                    <a:pt x="1818" y="6716"/>
                  </a:lnTo>
                  <a:lnTo>
                    <a:pt x="1858" y="6736"/>
                  </a:lnTo>
                  <a:lnTo>
                    <a:pt x="1858" y="6776"/>
                  </a:lnTo>
                  <a:lnTo>
                    <a:pt x="1798" y="6776"/>
                  </a:lnTo>
                  <a:lnTo>
                    <a:pt x="1759" y="6795"/>
                  </a:lnTo>
                  <a:lnTo>
                    <a:pt x="1759" y="6815"/>
                  </a:lnTo>
                  <a:lnTo>
                    <a:pt x="1858" y="6795"/>
                  </a:lnTo>
                  <a:lnTo>
                    <a:pt x="1976" y="6736"/>
                  </a:lnTo>
                  <a:lnTo>
                    <a:pt x="2016" y="6776"/>
                  </a:lnTo>
                  <a:lnTo>
                    <a:pt x="2016" y="6835"/>
                  </a:lnTo>
                  <a:lnTo>
                    <a:pt x="1976" y="6815"/>
                  </a:lnTo>
                  <a:lnTo>
                    <a:pt x="1956" y="6815"/>
                  </a:lnTo>
                  <a:lnTo>
                    <a:pt x="1956" y="6855"/>
                  </a:lnTo>
                  <a:lnTo>
                    <a:pt x="1976" y="6874"/>
                  </a:lnTo>
                  <a:lnTo>
                    <a:pt x="2035" y="6874"/>
                  </a:lnTo>
                  <a:lnTo>
                    <a:pt x="2095" y="6855"/>
                  </a:lnTo>
                  <a:lnTo>
                    <a:pt x="2134" y="6874"/>
                  </a:lnTo>
                  <a:lnTo>
                    <a:pt x="2134" y="6815"/>
                  </a:lnTo>
                  <a:lnTo>
                    <a:pt x="2134" y="6795"/>
                  </a:lnTo>
                  <a:lnTo>
                    <a:pt x="2114" y="6795"/>
                  </a:lnTo>
                  <a:lnTo>
                    <a:pt x="2154" y="6776"/>
                  </a:lnTo>
                  <a:lnTo>
                    <a:pt x="2174" y="6756"/>
                  </a:lnTo>
                  <a:lnTo>
                    <a:pt x="2174" y="6677"/>
                  </a:lnTo>
                  <a:lnTo>
                    <a:pt x="2174" y="6618"/>
                  </a:lnTo>
                  <a:lnTo>
                    <a:pt x="2193" y="6578"/>
                  </a:lnTo>
                  <a:lnTo>
                    <a:pt x="2233" y="6558"/>
                  </a:lnTo>
                  <a:lnTo>
                    <a:pt x="2174" y="6558"/>
                  </a:lnTo>
                  <a:lnTo>
                    <a:pt x="2154" y="6519"/>
                  </a:lnTo>
                  <a:lnTo>
                    <a:pt x="2174" y="6479"/>
                  </a:lnTo>
                  <a:lnTo>
                    <a:pt x="2193" y="6479"/>
                  </a:lnTo>
                  <a:lnTo>
                    <a:pt x="2253" y="6460"/>
                  </a:lnTo>
                  <a:lnTo>
                    <a:pt x="2253" y="6420"/>
                  </a:lnTo>
                  <a:lnTo>
                    <a:pt x="2233" y="6381"/>
                  </a:lnTo>
                  <a:lnTo>
                    <a:pt x="2253" y="6341"/>
                  </a:lnTo>
                  <a:lnTo>
                    <a:pt x="2253" y="6321"/>
                  </a:lnTo>
                  <a:lnTo>
                    <a:pt x="2233" y="6321"/>
                  </a:lnTo>
                  <a:lnTo>
                    <a:pt x="2174" y="6301"/>
                  </a:lnTo>
                  <a:lnTo>
                    <a:pt x="2114" y="6301"/>
                  </a:lnTo>
                  <a:lnTo>
                    <a:pt x="2095" y="6282"/>
                  </a:lnTo>
                  <a:lnTo>
                    <a:pt x="2095" y="6262"/>
                  </a:lnTo>
                  <a:lnTo>
                    <a:pt x="2055" y="6203"/>
                  </a:lnTo>
                  <a:lnTo>
                    <a:pt x="2075" y="6163"/>
                  </a:lnTo>
                  <a:lnTo>
                    <a:pt x="2095" y="6143"/>
                  </a:lnTo>
                  <a:lnTo>
                    <a:pt x="2114" y="6104"/>
                  </a:lnTo>
                  <a:lnTo>
                    <a:pt x="2154" y="6104"/>
                  </a:lnTo>
                  <a:lnTo>
                    <a:pt x="2154" y="6124"/>
                  </a:lnTo>
                  <a:lnTo>
                    <a:pt x="2134" y="6163"/>
                  </a:lnTo>
                  <a:lnTo>
                    <a:pt x="2154" y="6203"/>
                  </a:lnTo>
                  <a:lnTo>
                    <a:pt x="2174" y="6025"/>
                  </a:lnTo>
                  <a:lnTo>
                    <a:pt x="2213" y="6025"/>
                  </a:lnTo>
                  <a:lnTo>
                    <a:pt x="2233" y="6045"/>
                  </a:lnTo>
                  <a:lnTo>
                    <a:pt x="2233" y="6084"/>
                  </a:lnTo>
                  <a:lnTo>
                    <a:pt x="2213" y="6124"/>
                  </a:lnTo>
                  <a:lnTo>
                    <a:pt x="2253" y="6084"/>
                  </a:lnTo>
                  <a:lnTo>
                    <a:pt x="2272" y="6025"/>
                  </a:lnTo>
                  <a:lnTo>
                    <a:pt x="2253" y="5985"/>
                  </a:lnTo>
                  <a:lnTo>
                    <a:pt x="2213" y="5926"/>
                  </a:lnTo>
                  <a:lnTo>
                    <a:pt x="2253" y="5887"/>
                  </a:lnTo>
                  <a:lnTo>
                    <a:pt x="2292" y="5847"/>
                  </a:lnTo>
                  <a:lnTo>
                    <a:pt x="2312" y="5887"/>
                  </a:lnTo>
                  <a:lnTo>
                    <a:pt x="2371" y="5926"/>
                  </a:lnTo>
                  <a:lnTo>
                    <a:pt x="2411" y="5966"/>
                  </a:lnTo>
                  <a:lnTo>
                    <a:pt x="2430" y="6005"/>
                  </a:lnTo>
                  <a:lnTo>
                    <a:pt x="2411" y="6045"/>
                  </a:lnTo>
                  <a:lnTo>
                    <a:pt x="2391" y="6045"/>
                  </a:lnTo>
                  <a:lnTo>
                    <a:pt x="2371" y="6025"/>
                  </a:lnTo>
                  <a:lnTo>
                    <a:pt x="2332" y="6005"/>
                  </a:lnTo>
                  <a:lnTo>
                    <a:pt x="2312" y="6005"/>
                  </a:lnTo>
                  <a:lnTo>
                    <a:pt x="2292" y="6025"/>
                  </a:lnTo>
                  <a:lnTo>
                    <a:pt x="2371" y="6045"/>
                  </a:lnTo>
                  <a:lnTo>
                    <a:pt x="2351" y="6064"/>
                  </a:lnTo>
                  <a:lnTo>
                    <a:pt x="2332" y="6104"/>
                  </a:lnTo>
                  <a:lnTo>
                    <a:pt x="2351" y="6163"/>
                  </a:lnTo>
                  <a:lnTo>
                    <a:pt x="2312" y="6163"/>
                  </a:lnTo>
                  <a:lnTo>
                    <a:pt x="2312" y="6124"/>
                  </a:lnTo>
                  <a:lnTo>
                    <a:pt x="2272" y="6222"/>
                  </a:lnTo>
                  <a:lnTo>
                    <a:pt x="2272" y="6262"/>
                  </a:lnTo>
                  <a:lnTo>
                    <a:pt x="2292" y="6321"/>
                  </a:lnTo>
                  <a:lnTo>
                    <a:pt x="2332" y="6301"/>
                  </a:lnTo>
                  <a:lnTo>
                    <a:pt x="2351" y="6262"/>
                  </a:lnTo>
                  <a:lnTo>
                    <a:pt x="2371" y="6183"/>
                  </a:lnTo>
                  <a:lnTo>
                    <a:pt x="2411" y="6104"/>
                  </a:lnTo>
                  <a:lnTo>
                    <a:pt x="2430" y="6084"/>
                  </a:lnTo>
                  <a:lnTo>
                    <a:pt x="2470" y="6064"/>
                  </a:lnTo>
                  <a:lnTo>
                    <a:pt x="2430" y="5847"/>
                  </a:lnTo>
                  <a:lnTo>
                    <a:pt x="2332" y="5847"/>
                  </a:lnTo>
                  <a:lnTo>
                    <a:pt x="2292" y="5808"/>
                  </a:lnTo>
                  <a:lnTo>
                    <a:pt x="2351" y="5808"/>
                  </a:lnTo>
                  <a:lnTo>
                    <a:pt x="2411" y="5788"/>
                  </a:lnTo>
                  <a:lnTo>
                    <a:pt x="2450" y="5748"/>
                  </a:lnTo>
                  <a:lnTo>
                    <a:pt x="2490" y="5709"/>
                  </a:lnTo>
                  <a:lnTo>
                    <a:pt x="2470" y="5709"/>
                  </a:lnTo>
                  <a:lnTo>
                    <a:pt x="2450" y="5689"/>
                  </a:lnTo>
                  <a:lnTo>
                    <a:pt x="2430" y="5630"/>
                  </a:lnTo>
                  <a:lnTo>
                    <a:pt x="2411" y="5590"/>
                  </a:lnTo>
                  <a:lnTo>
                    <a:pt x="2391" y="5571"/>
                  </a:lnTo>
                  <a:lnTo>
                    <a:pt x="2371" y="5571"/>
                  </a:lnTo>
                  <a:lnTo>
                    <a:pt x="2371" y="5590"/>
                  </a:lnTo>
                  <a:lnTo>
                    <a:pt x="2351" y="5610"/>
                  </a:lnTo>
                  <a:lnTo>
                    <a:pt x="2312" y="5610"/>
                  </a:lnTo>
                  <a:lnTo>
                    <a:pt x="2312" y="5571"/>
                  </a:lnTo>
                  <a:lnTo>
                    <a:pt x="2272" y="5551"/>
                  </a:lnTo>
                  <a:lnTo>
                    <a:pt x="2253" y="5551"/>
                  </a:lnTo>
                  <a:lnTo>
                    <a:pt x="2233" y="5531"/>
                  </a:lnTo>
                  <a:lnTo>
                    <a:pt x="2272" y="5472"/>
                  </a:lnTo>
                  <a:lnTo>
                    <a:pt x="2312" y="5492"/>
                  </a:lnTo>
                  <a:lnTo>
                    <a:pt x="2332" y="5492"/>
                  </a:lnTo>
                  <a:lnTo>
                    <a:pt x="2371" y="5452"/>
                  </a:lnTo>
                  <a:lnTo>
                    <a:pt x="2450" y="5551"/>
                  </a:lnTo>
                  <a:lnTo>
                    <a:pt x="2430" y="5373"/>
                  </a:lnTo>
                  <a:lnTo>
                    <a:pt x="2430" y="5255"/>
                  </a:lnTo>
                  <a:lnTo>
                    <a:pt x="2450" y="5156"/>
                  </a:lnTo>
                  <a:lnTo>
                    <a:pt x="2470" y="5195"/>
                  </a:lnTo>
                  <a:lnTo>
                    <a:pt x="2509" y="5235"/>
                  </a:lnTo>
                  <a:lnTo>
                    <a:pt x="2529" y="5314"/>
                  </a:lnTo>
                  <a:lnTo>
                    <a:pt x="2529" y="5353"/>
                  </a:lnTo>
                  <a:lnTo>
                    <a:pt x="2549" y="5393"/>
                  </a:lnTo>
                  <a:lnTo>
                    <a:pt x="2588" y="5413"/>
                  </a:lnTo>
                  <a:lnTo>
                    <a:pt x="2628" y="5432"/>
                  </a:lnTo>
                  <a:lnTo>
                    <a:pt x="2628" y="5393"/>
                  </a:lnTo>
                  <a:lnTo>
                    <a:pt x="2608" y="5353"/>
                  </a:lnTo>
                  <a:lnTo>
                    <a:pt x="2588" y="5334"/>
                  </a:lnTo>
                  <a:lnTo>
                    <a:pt x="2608" y="5294"/>
                  </a:lnTo>
                  <a:lnTo>
                    <a:pt x="2628" y="5294"/>
                  </a:lnTo>
                  <a:lnTo>
                    <a:pt x="2648" y="5274"/>
                  </a:lnTo>
                  <a:lnTo>
                    <a:pt x="2687" y="5215"/>
                  </a:lnTo>
                  <a:lnTo>
                    <a:pt x="2687" y="5136"/>
                  </a:lnTo>
                  <a:lnTo>
                    <a:pt x="2707" y="5077"/>
                  </a:lnTo>
                  <a:lnTo>
                    <a:pt x="2648" y="5097"/>
                  </a:lnTo>
                  <a:lnTo>
                    <a:pt x="2648" y="5057"/>
                  </a:lnTo>
                  <a:lnTo>
                    <a:pt x="2648" y="5037"/>
                  </a:lnTo>
                  <a:lnTo>
                    <a:pt x="2687" y="4978"/>
                  </a:lnTo>
                  <a:lnTo>
                    <a:pt x="2707" y="4998"/>
                  </a:lnTo>
                  <a:lnTo>
                    <a:pt x="2707" y="4939"/>
                  </a:lnTo>
                  <a:lnTo>
                    <a:pt x="2707" y="4899"/>
                  </a:lnTo>
                  <a:lnTo>
                    <a:pt x="2727" y="4840"/>
                  </a:lnTo>
                  <a:lnTo>
                    <a:pt x="2766" y="4781"/>
                  </a:lnTo>
                  <a:lnTo>
                    <a:pt x="2766" y="4721"/>
                  </a:lnTo>
                  <a:lnTo>
                    <a:pt x="2746" y="4721"/>
                  </a:lnTo>
                  <a:lnTo>
                    <a:pt x="2727" y="4741"/>
                  </a:lnTo>
                  <a:lnTo>
                    <a:pt x="2727" y="4781"/>
                  </a:lnTo>
                  <a:lnTo>
                    <a:pt x="2727" y="4820"/>
                  </a:lnTo>
                  <a:lnTo>
                    <a:pt x="2667" y="4840"/>
                  </a:lnTo>
                  <a:lnTo>
                    <a:pt x="2648" y="4860"/>
                  </a:lnTo>
                  <a:lnTo>
                    <a:pt x="2608" y="4840"/>
                  </a:lnTo>
                  <a:lnTo>
                    <a:pt x="2628" y="4761"/>
                  </a:lnTo>
                  <a:lnTo>
                    <a:pt x="2628" y="4682"/>
                  </a:lnTo>
                  <a:lnTo>
                    <a:pt x="2628" y="4623"/>
                  </a:lnTo>
                  <a:lnTo>
                    <a:pt x="2648" y="4544"/>
                  </a:lnTo>
                  <a:lnTo>
                    <a:pt x="2608" y="4563"/>
                  </a:lnTo>
                  <a:lnTo>
                    <a:pt x="2588" y="4524"/>
                  </a:lnTo>
                  <a:lnTo>
                    <a:pt x="2608" y="4504"/>
                  </a:lnTo>
                  <a:lnTo>
                    <a:pt x="2628" y="4425"/>
                  </a:lnTo>
                  <a:lnTo>
                    <a:pt x="2667" y="4405"/>
                  </a:lnTo>
                  <a:lnTo>
                    <a:pt x="2687" y="4405"/>
                  </a:lnTo>
                  <a:lnTo>
                    <a:pt x="2707" y="4445"/>
                  </a:lnTo>
                  <a:lnTo>
                    <a:pt x="2727" y="4484"/>
                  </a:lnTo>
                  <a:lnTo>
                    <a:pt x="2746" y="4504"/>
                  </a:lnTo>
                  <a:lnTo>
                    <a:pt x="2766" y="4484"/>
                  </a:lnTo>
                  <a:lnTo>
                    <a:pt x="2766" y="4524"/>
                  </a:lnTo>
                  <a:lnTo>
                    <a:pt x="2766" y="4563"/>
                  </a:lnTo>
                  <a:lnTo>
                    <a:pt x="2766" y="4603"/>
                  </a:lnTo>
                  <a:lnTo>
                    <a:pt x="2786" y="4623"/>
                  </a:lnTo>
                  <a:lnTo>
                    <a:pt x="2904" y="4603"/>
                  </a:lnTo>
                  <a:lnTo>
                    <a:pt x="2904" y="4563"/>
                  </a:lnTo>
                  <a:lnTo>
                    <a:pt x="2924" y="4544"/>
                  </a:lnTo>
                  <a:lnTo>
                    <a:pt x="2964" y="4504"/>
                  </a:lnTo>
                  <a:lnTo>
                    <a:pt x="2983" y="4484"/>
                  </a:lnTo>
                  <a:lnTo>
                    <a:pt x="2924" y="4504"/>
                  </a:lnTo>
                  <a:lnTo>
                    <a:pt x="2904" y="4484"/>
                  </a:lnTo>
                  <a:lnTo>
                    <a:pt x="2904" y="4465"/>
                  </a:lnTo>
                  <a:lnTo>
                    <a:pt x="2944" y="4445"/>
                  </a:lnTo>
                  <a:lnTo>
                    <a:pt x="2825" y="4425"/>
                  </a:lnTo>
                  <a:lnTo>
                    <a:pt x="2806" y="4465"/>
                  </a:lnTo>
                  <a:lnTo>
                    <a:pt x="2825" y="4504"/>
                  </a:lnTo>
                  <a:lnTo>
                    <a:pt x="2825" y="4544"/>
                  </a:lnTo>
                  <a:lnTo>
                    <a:pt x="2786" y="4563"/>
                  </a:lnTo>
                  <a:lnTo>
                    <a:pt x="2786" y="4484"/>
                  </a:lnTo>
                  <a:lnTo>
                    <a:pt x="2746" y="4445"/>
                  </a:lnTo>
                  <a:lnTo>
                    <a:pt x="2727" y="4386"/>
                  </a:lnTo>
                  <a:lnTo>
                    <a:pt x="2746" y="4326"/>
                  </a:lnTo>
                  <a:lnTo>
                    <a:pt x="2766" y="4326"/>
                  </a:lnTo>
                  <a:lnTo>
                    <a:pt x="2766" y="4346"/>
                  </a:lnTo>
                  <a:lnTo>
                    <a:pt x="2766" y="4366"/>
                  </a:lnTo>
                  <a:lnTo>
                    <a:pt x="2786" y="4346"/>
                  </a:lnTo>
                  <a:lnTo>
                    <a:pt x="2786" y="4307"/>
                  </a:lnTo>
                  <a:lnTo>
                    <a:pt x="2786" y="4267"/>
                  </a:lnTo>
                  <a:lnTo>
                    <a:pt x="2806" y="4228"/>
                  </a:lnTo>
                  <a:lnTo>
                    <a:pt x="2845" y="4307"/>
                  </a:lnTo>
                  <a:lnTo>
                    <a:pt x="2865" y="4326"/>
                  </a:lnTo>
                  <a:lnTo>
                    <a:pt x="2904" y="4326"/>
                  </a:lnTo>
                  <a:lnTo>
                    <a:pt x="2845" y="4267"/>
                  </a:lnTo>
                  <a:lnTo>
                    <a:pt x="2885" y="4247"/>
                  </a:lnTo>
                  <a:lnTo>
                    <a:pt x="2904" y="4247"/>
                  </a:lnTo>
                  <a:lnTo>
                    <a:pt x="2904" y="4228"/>
                  </a:lnTo>
                  <a:lnTo>
                    <a:pt x="2885" y="4228"/>
                  </a:lnTo>
                  <a:lnTo>
                    <a:pt x="2865" y="4208"/>
                  </a:lnTo>
                  <a:lnTo>
                    <a:pt x="2865" y="4168"/>
                  </a:lnTo>
                  <a:lnTo>
                    <a:pt x="2924" y="4168"/>
                  </a:lnTo>
                  <a:lnTo>
                    <a:pt x="2944" y="4129"/>
                  </a:lnTo>
                  <a:lnTo>
                    <a:pt x="2924" y="4109"/>
                  </a:lnTo>
                  <a:lnTo>
                    <a:pt x="2924" y="4089"/>
                  </a:lnTo>
                  <a:lnTo>
                    <a:pt x="2904" y="4030"/>
                  </a:lnTo>
                  <a:lnTo>
                    <a:pt x="2885" y="4050"/>
                  </a:lnTo>
                  <a:lnTo>
                    <a:pt x="2865" y="4070"/>
                  </a:lnTo>
                  <a:lnTo>
                    <a:pt x="2825" y="4070"/>
                  </a:lnTo>
                  <a:lnTo>
                    <a:pt x="2786" y="4030"/>
                  </a:lnTo>
                  <a:lnTo>
                    <a:pt x="2766" y="3991"/>
                  </a:lnTo>
                  <a:lnTo>
                    <a:pt x="2806" y="3911"/>
                  </a:lnTo>
                  <a:lnTo>
                    <a:pt x="2806" y="3852"/>
                  </a:lnTo>
                  <a:lnTo>
                    <a:pt x="2845" y="3813"/>
                  </a:lnTo>
                  <a:lnTo>
                    <a:pt x="2904" y="3793"/>
                  </a:lnTo>
                  <a:lnTo>
                    <a:pt x="2865" y="3734"/>
                  </a:lnTo>
                  <a:lnTo>
                    <a:pt x="2904" y="3753"/>
                  </a:lnTo>
                  <a:lnTo>
                    <a:pt x="2924" y="3714"/>
                  </a:lnTo>
                  <a:lnTo>
                    <a:pt x="2944" y="3655"/>
                  </a:lnTo>
                  <a:lnTo>
                    <a:pt x="2964" y="3674"/>
                  </a:lnTo>
                  <a:lnTo>
                    <a:pt x="2983" y="3694"/>
                  </a:lnTo>
                  <a:lnTo>
                    <a:pt x="2964" y="3734"/>
                  </a:lnTo>
                  <a:lnTo>
                    <a:pt x="2964" y="3793"/>
                  </a:lnTo>
                  <a:lnTo>
                    <a:pt x="2983" y="3832"/>
                  </a:lnTo>
                  <a:lnTo>
                    <a:pt x="3023" y="3852"/>
                  </a:lnTo>
                  <a:lnTo>
                    <a:pt x="3043" y="3832"/>
                  </a:lnTo>
                  <a:lnTo>
                    <a:pt x="3062" y="3832"/>
                  </a:lnTo>
                  <a:lnTo>
                    <a:pt x="3122" y="3872"/>
                  </a:lnTo>
                  <a:lnTo>
                    <a:pt x="3102" y="3832"/>
                  </a:lnTo>
                  <a:lnTo>
                    <a:pt x="3082" y="3813"/>
                  </a:lnTo>
                  <a:lnTo>
                    <a:pt x="3023" y="3793"/>
                  </a:lnTo>
                  <a:lnTo>
                    <a:pt x="2983" y="3753"/>
                  </a:lnTo>
                  <a:lnTo>
                    <a:pt x="3023" y="3753"/>
                  </a:lnTo>
                  <a:lnTo>
                    <a:pt x="3043" y="3714"/>
                  </a:lnTo>
                  <a:lnTo>
                    <a:pt x="3062" y="3694"/>
                  </a:lnTo>
                  <a:lnTo>
                    <a:pt x="3102" y="3714"/>
                  </a:lnTo>
                  <a:lnTo>
                    <a:pt x="3102" y="3674"/>
                  </a:lnTo>
                  <a:lnTo>
                    <a:pt x="3082" y="3655"/>
                  </a:lnTo>
                  <a:lnTo>
                    <a:pt x="3082" y="3615"/>
                  </a:lnTo>
                  <a:lnTo>
                    <a:pt x="3082" y="3595"/>
                  </a:lnTo>
                  <a:lnTo>
                    <a:pt x="3201" y="3655"/>
                  </a:lnTo>
                  <a:lnTo>
                    <a:pt x="3181" y="3635"/>
                  </a:lnTo>
                  <a:lnTo>
                    <a:pt x="3201" y="3615"/>
                  </a:lnTo>
                  <a:lnTo>
                    <a:pt x="3240" y="3595"/>
                  </a:lnTo>
                  <a:lnTo>
                    <a:pt x="3201" y="3576"/>
                  </a:lnTo>
                  <a:lnTo>
                    <a:pt x="3181" y="3576"/>
                  </a:lnTo>
                  <a:lnTo>
                    <a:pt x="3181" y="3595"/>
                  </a:lnTo>
                  <a:lnTo>
                    <a:pt x="3161" y="3576"/>
                  </a:lnTo>
                  <a:lnTo>
                    <a:pt x="3161" y="3556"/>
                  </a:lnTo>
                  <a:lnTo>
                    <a:pt x="3161" y="3516"/>
                  </a:lnTo>
                  <a:lnTo>
                    <a:pt x="3181" y="3497"/>
                  </a:lnTo>
                  <a:lnTo>
                    <a:pt x="3181" y="3477"/>
                  </a:lnTo>
                  <a:lnTo>
                    <a:pt x="3201" y="3457"/>
                  </a:lnTo>
                  <a:lnTo>
                    <a:pt x="3220" y="3418"/>
                  </a:lnTo>
                  <a:lnTo>
                    <a:pt x="3240" y="3378"/>
                  </a:lnTo>
                  <a:lnTo>
                    <a:pt x="3280" y="3339"/>
                  </a:lnTo>
                  <a:lnTo>
                    <a:pt x="3220" y="3319"/>
                  </a:lnTo>
                  <a:lnTo>
                    <a:pt x="3201" y="3319"/>
                  </a:lnTo>
                  <a:lnTo>
                    <a:pt x="3201" y="3339"/>
                  </a:lnTo>
                  <a:lnTo>
                    <a:pt x="3201" y="3358"/>
                  </a:lnTo>
                  <a:lnTo>
                    <a:pt x="3201" y="3398"/>
                  </a:lnTo>
                  <a:lnTo>
                    <a:pt x="3201" y="3418"/>
                  </a:lnTo>
                  <a:lnTo>
                    <a:pt x="3141" y="3418"/>
                  </a:lnTo>
                  <a:lnTo>
                    <a:pt x="3141" y="3339"/>
                  </a:lnTo>
                  <a:lnTo>
                    <a:pt x="3181" y="3240"/>
                  </a:lnTo>
                  <a:lnTo>
                    <a:pt x="3201" y="3141"/>
                  </a:lnTo>
                  <a:lnTo>
                    <a:pt x="3220" y="3102"/>
                  </a:lnTo>
                  <a:lnTo>
                    <a:pt x="3201" y="3042"/>
                  </a:lnTo>
                  <a:lnTo>
                    <a:pt x="3260" y="3023"/>
                  </a:lnTo>
                  <a:lnTo>
                    <a:pt x="3280" y="3023"/>
                  </a:lnTo>
                  <a:lnTo>
                    <a:pt x="3299" y="3062"/>
                  </a:lnTo>
                  <a:lnTo>
                    <a:pt x="3339" y="3082"/>
                  </a:lnTo>
                  <a:lnTo>
                    <a:pt x="3339" y="3141"/>
                  </a:lnTo>
                  <a:lnTo>
                    <a:pt x="3319" y="3181"/>
                  </a:lnTo>
                  <a:lnTo>
                    <a:pt x="3280" y="3220"/>
                  </a:lnTo>
                  <a:lnTo>
                    <a:pt x="3280" y="3260"/>
                  </a:lnTo>
                  <a:lnTo>
                    <a:pt x="3319" y="3200"/>
                  </a:lnTo>
                  <a:lnTo>
                    <a:pt x="3359" y="3121"/>
                  </a:lnTo>
                  <a:lnTo>
                    <a:pt x="3359" y="3042"/>
                  </a:lnTo>
                  <a:lnTo>
                    <a:pt x="3359" y="2983"/>
                  </a:lnTo>
                  <a:lnTo>
                    <a:pt x="3378" y="2944"/>
                  </a:lnTo>
                  <a:lnTo>
                    <a:pt x="3398" y="2944"/>
                  </a:lnTo>
                  <a:lnTo>
                    <a:pt x="3477" y="2924"/>
                  </a:lnTo>
                  <a:lnTo>
                    <a:pt x="3536" y="2884"/>
                  </a:lnTo>
                  <a:lnTo>
                    <a:pt x="3556" y="2865"/>
                  </a:lnTo>
                  <a:lnTo>
                    <a:pt x="3576" y="2825"/>
                  </a:lnTo>
                  <a:lnTo>
                    <a:pt x="3497" y="2825"/>
                  </a:lnTo>
                  <a:lnTo>
                    <a:pt x="3457" y="2845"/>
                  </a:lnTo>
                  <a:lnTo>
                    <a:pt x="3457" y="2805"/>
                  </a:lnTo>
                  <a:lnTo>
                    <a:pt x="3477" y="2786"/>
                  </a:lnTo>
                  <a:lnTo>
                    <a:pt x="3497" y="2746"/>
                  </a:lnTo>
                  <a:lnTo>
                    <a:pt x="3477" y="2726"/>
                  </a:lnTo>
                  <a:lnTo>
                    <a:pt x="3457" y="2746"/>
                  </a:lnTo>
                  <a:lnTo>
                    <a:pt x="3438" y="2746"/>
                  </a:lnTo>
                  <a:lnTo>
                    <a:pt x="3418" y="2726"/>
                  </a:lnTo>
                  <a:lnTo>
                    <a:pt x="3457" y="2687"/>
                  </a:lnTo>
                  <a:lnTo>
                    <a:pt x="3477" y="2687"/>
                  </a:lnTo>
                  <a:lnTo>
                    <a:pt x="3497" y="2707"/>
                  </a:lnTo>
                  <a:lnTo>
                    <a:pt x="3517" y="2667"/>
                  </a:lnTo>
                  <a:lnTo>
                    <a:pt x="3517" y="2647"/>
                  </a:lnTo>
                  <a:lnTo>
                    <a:pt x="3576" y="2647"/>
                  </a:lnTo>
                  <a:lnTo>
                    <a:pt x="3615" y="2628"/>
                  </a:lnTo>
                  <a:lnTo>
                    <a:pt x="3615" y="2608"/>
                  </a:lnTo>
                  <a:lnTo>
                    <a:pt x="3596" y="2568"/>
                  </a:lnTo>
                  <a:lnTo>
                    <a:pt x="3576" y="2568"/>
                  </a:lnTo>
                  <a:lnTo>
                    <a:pt x="3576" y="2588"/>
                  </a:lnTo>
                  <a:lnTo>
                    <a:pt x="3576" y="2608"/>
                  </a:lnTo>
                  <a:lnTo>
                    <a:pt x="3536" y="2588"/>
                  </a:lnTo>
                  <a:lnTo>
                    <a:pt x="3497" y="2549"/>
                  </a:lnTo>
                  <a:lnTo>
                    <a:pt x="3477" y="2470"/>
                  </a:lnTo>
                  <a:lnTo>
                    <a:pt x="3517" y="2470"/>
                  </a:lnTo>
                  <a:lnTo>
                    <a:pt x="3536" y="2410"/>
                  </a:lnTo>
                  <a:lnTo>
                    <a:pt x="3556" y="2430"/>
                  </a:lnTo>
                  <a:lnTo>
                    <a:pt x="3556" y="2470"/>
                  </a:lnTo>
                  <a:lnTo>
                    <a:pt x="3536" y="2489"/>
                  </a:lnTo>
                  <a:lnTo>
                    <a:pt x="3556" y="2529"/>
                  </a:lnTo>
                  <a:lnTo>
                    <a:pt x="3596" y="2450"/>
                  </a:lnTo>
                  <a:lnTo>
                    <a:pt x="3576" y="2470"/>
                  </a:lnTo>
                  <a:lnTo>
                    <a:pt x="3556" y="2351"/>
                  </a:lnTo>
                  <a:lnTo>
                    <a:pt x="3536" y="2391"/>
                  </a:lnTo>
                  <a:lnTo>
                    <a:pt x="3517" y="2371"/>
                  </a:lnTo>
                  <a:lnTo>
                    <a:pt x="3477" y="2351"/>
                  </a:lnTo>
                  <a:lnTo>
                    <a:pt x="3477" y="2331"/>
                  </a:lnTo>
                  <a:lnTo>
                    <a:pt x="3536" y="2252"/>
                  </a:lnTo>
                  <a:lnTo>
                    <a:pt x="3576" y="2233"/>
                  </a:lnTo>
                  <a:lnTo>
                    <a:pt x="3615" y="2252"/>
                  </a:lnTo>
                  <a:lnTo>
                    <a:pt x="3576" y="2213"/>
                  </a:lnTo>
                  <a:lnTo>
                    <a:pt x="3576" y="2173"/>
                  </a:lnTo>
                  <a:lnTo>
                    <a:pt x="3596" y="2094"/>
                  </a:lnTo>
                  <a:lnTo>
                    <a:pt x="3536" y="2094"/>
                  </a:lnTo>
                  <a:lnTo>
                    <a:pt x="3517" y="2035"/>
                  </a:lnTo>
                  <a:lnTo>
                    <a:pt x="3615" y="1996"/>
                  </a:lnTo>
                  <a:lnTo>
                    <a:pt x="3615" y="2035"/>
                  </a:lnTo>
                  <a:lnTo>
                    <a:pt x="3734" y="2035"/>
                  </a:lnTo>
                  <a:lnTo>
                    <a:pt x="3754" y="2075"/>
                  </a:lnTo>
                  <a:lnTo>
                    <a:pt x="3754" y="2114"/>
                  </a:lnTo>
                  <a:lnTo>
                    <a:pt x="3694" y="2173"/>
                  </a:lnTo>
                  <a:lnTo>
                    <a:pt x="3754" y="2154"/>
                  </a:lnTo>
                  <a:lnTo>
                    <a:pt x="3773" y="2134"/>
                  </a:lnTo>
                  <a:lnTo>
                    <a:pt x="3773" y="2114"/>
                  </a:lnTo>
                  <a:lnTo>
                    <a:pt x="3773" y="2075"/>
                  </a:lnTo>
                  <a:lnTo>
                    <a:pt x="3754" y="2015"/>
                  </a:lnTo>
                  <a:lnTo>
                    <a:pt x="3754" y="1996"/>
                  </a:lnTo>
                  <a:lnTo>
                    <a:pt x="3773" y="1956"/>
                  </a:lnTo>
                  <a:lnTo>
                    <a:pt x="3813" y="1976"/>
                  </a:lnTo>
                  <a:lnTo>
                    <a:pt x="3833" y="2015"/>
                  </a:lnTo>
                  <a:lnTo>
                    <a:pt x="3833" y="1956"/>
                  </a:lnTo>
                  <a:lnTo>
                    <a:pt x="3833" y="1917"/>
                  </a:lnTo>
                  <a:lnTo>
                    <a:pt x="3852" y="1897"/>
                  </a:lnTo>
                  <a:lnTo>
                    <a:pt x="3793" y="1897"/>
                  </a:lnTo>
                  <a:lnTo>
                    <a:pt x="3754" y="1877"/>
                  </a:lnTo>
                  <a:lnTo>
                    <a:pt x="3734" y="1838"/>
                  </a:lnTo>
                  <a:lnTo>
                    <a:pt x="3852" y="1798"/>
                  </a:lnTo>
                  <a:lnTo>
                    <a:pt x="3872" y="1778"/>
                  </a:lnTo>
                  <a:lnTo>
                    <a:pt x="3872" y="1759"/>
                  </a:lnTo>
                  <a:lnTo>
                    <a:pt x="3833" y="1739"/>
                  </a:lnTo>
                  <a:lnTo>
                    <a:pt x="3793" y="1699"/>
                  </a:lnTo>
                  <a:lnTo>
                    <a:pt x="3773" y="1660"/>
                  </a:lnTo>
                  <a:lnTo>
                    <a:pt x="3694" y="1660"/>
                  </a:lnTo>
                  <a:lnTo>
                    <a:pt x="3675" y="1640"/>
                  </a:lnTo>
                  <a:lnTo>
                    <a:pt x="3675" y="1600"/>
                  </a:lnTo>
                  <a:lnTo>
                    <a:pt x="3694" y="1581"/>
                  </a:lnTo>
                  <a:lnTo>
                    <a:pt x="3655" y="1541"/>
                  </a:lnTo>
                  <a:lnTo>
                    <a:pt x="3655" y="1581"/>
                  </a:lnTo>
                  <a:lnTo>
                    <a:pt x="3655" y="1600"/>
                  </a:lnTo>
                  <a:lnTo>
                    <a:pt x="3655" y="1640"/>
                  </a:lnTo>
                  <a:lnTo>
                    <a:pt x="3655" y="1660"/>
                  </a:lnTo>
                  <a:lnTo>
                    <a:pt x="3615" y="1640"/>
                  </a:lnTo>
                  <a:lnTo>
                    <a:pt x="3596" y="1620"/>
                  </a:lnTo>
                  <a:lnTo>
                    <a:pt x="3615" y="1581"/>
                  </a:lnTo>
                  <a:lnTo>
                    <a:pt x="3596" y="1541"/>
                  </a:lnTo>
                  <a:lnTo>
                    <a:pt x="3675" y="1482"/>
                  </a:lnTo>
                  <a:lnTo>
                    <a:pt x="3754" y="1442"/>
                  </a:lnTo>
                  <a:lnTo>
                    <a:pt x="3833" y="1502"/>
                  </a:lnTo>
                  <a:lnTo>
                    <a:pt x="3872" y="1561"/>
                  </a:lnTo>
                  <a:lnTo>
                    <a:pt x="3931" y="1640"/>
                  </a:lnTo>
                  <a:lnTo>
                    <a:pt x="3971" y="1660"/>
                  </a:lnTo>
                  <a:lnTo>
                    <a:pt x="4010" y="1680"/>
                  </a:lnTo>
                  <a:lnTo>
                    <a:pt x="4050" y="1521"/>
                  </a:lnTo>
                  <a:lnTo>
                    <a:pt x="4089" y="1442"/>
                  </a:lnTo>
                  <a:lnTo>
                    <a:pt x="4129" y="1403"/>
                  </a:lnTo>
                  <a:lnTo>
                    <a:pt x="4109" y="1344"/>
                  </a:lnTo>
                  <a:lnTo>
                    <a:pt x="4070" y="1304"/>
                  </a:lnTo>
                  <a:lnTo>
                    <a:pt x="4030" y="1284"/>
                  </a:lnTo>
                  <a:lnTo>
                    <a:pt x="3971" y="1265"/>
                  </a:lnTo>
                  <a:lnTo>
                    <a:pt x="3971" y="1205"/>
                  </a:lnTo>
                  <a:lnTo>
                    <a:pt x="4010" y="1186"/>
                  </a:lnTo>
                  <a:lnTo>
                    <a:pt x="4030" y="1245"/>
                  </a:lnTo>
                  <a:lnTo>
                    <a:pt x="4030" y="1107"/>
                  </a:lnTo>
                  <a:lnTo>
                    <a:pt x="4050" y="1028"/>
                  </a:lnTo>
                  <a:lnTo>
                    <a:pt x="4070" y="949"/>
                  </a:lnTo>
                  <a:lnTo>
                    <a:pt x="4070" y="909"/>
                  </a:lnTo>
                  <a:lnTo>
                    <a:pt x="4030" y="889"/>
                  </a:lnTo>
                  <a:lnTo>
                    <a:pt x="3931" y="870"/>
                  </a:lnTo>
                  <a:lnTo>
                    <a:pt x="3951" y="791"/>
                  </a:lnTo>
                  <a:lnTo>
                    <a:pt x="3931" y="810"/>
                  </a:lnTo>
                  <a:lnTo>
                    <a:pt x="3892" y="771"/>
                  </a:lnTo>
                  <a:lnTo>
                    <a:pt x="3892" y="731"/>
                  </a:lnTo>
                  <a:lnTo>
                    <a:pt x="3931" y="672"/>
                  </a:lnTo>
                  <a:lnTo>
                    <a:pt x="3971" y="692"/>
                  </a:lnTo>
                  <a:lnTo>
                    <a:pt x="3991" y="712"/>
                  </a:lnTo>
                  <a:lnTo>
                    <a:pt x="4010" y="692"/>
                  </a:lnTo>
                  <a:lnTo>
                    <a:pt x="4030" y="672"/>
                  </a:lnTo>
                  <a:lnTo>
                    <a:pt x="4030" y="633"/>
                  </a:lnTo>
                  <a:lnTo>
                    <a:pt x="4030" y="593"/>
                  </a:lnTo>
                  <a:lnTo>
                    <a:pt x="4089" y="633"/>
                  </a:lnTo>
                  <a:lnTo>
                    <a:pt x="4089" y="672"/>
                  </a:lnTo>
                  <a:lnTo>
                    <a:pt x="4070" y="692"/>
                  </a:lnTo>
                  <a:lnTo>
                    <a:pt x="4050" y="692"/>
                  </a:lnTo>
                  <a:lnTo>
                    <a:pt x="4050" y="791"/>
                  </a:lnTo>
                  <a:lnTo>
                    <a:pt x="4070" y="731"/>
                  </a:lnTo>
                  <a:lnTo>
                    <a:pt x="4129" y="692"/>
                  </a:lnTo>
                  <a:lnTo>
                    <a:pt x="4188" y="692"/>
                  </a:lnTo>
                  <a:lnTo>
                    <a:pt x="4247" y="712"/>
                  </a:lnTo>
                  <a:lnTo>
                    <a:pt x="4228" y="672"/>
                  </a:lnTo>
                  <a:lnTo>
                    <a:pt x="4149" y="672"/>
                  </a:lnTo>
                  <a:lnTo>
                    <a:pt x="4149" y="652"/>
                  </a:lnTo>
                  <a:lnTo>
                    <a:pt x="4149" y="633"/>
                  </a:lnTo>
                  <a:lnTo>
                    <a:pt x="4228" y="573"/>
                  </a:lnTo>
                  <a:lnTo>
                    <a:pt x="4267" y="514"/>
                  </a:lnTo>
                  <a:lnTo>
                    <a:pt x="3141" y="139"/>
                  </a:lnTo>
                  <a:lnTo>
                    <a:pt x="3102" y="178"/>
                  </a:lnTo>
                  <a:lnTo>
                    <a:pt x="3082" y="119"/>
                  </a:lnTo>
                  <a:lnTo>
                    <a:pt x="3082" y="99"/>
                  </a:lnTo>
                  <a:lnTo>
                    <a:pt x="3102" y="119"/>
                  </a:lnTo>
                  <a:lnTo>
                    <a:pt x="3082" y="80"/>
                  </a:lnTo>
                  <a:lnTo>
                    <a:pt x="3102" y="60"/>
                  </a:lnTo>
                  <a:lnTo>
                    <a:pt x="3082" y="2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17"/>
            <p:cNvSpPr/>
            <p:nvPr/>
          </p:nvSpPr>
          <p:spPr>
            <a:xfrm>
              <a:off x="4577504" y="-1215512"/>
              <a:ext cx="789" cy="789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17"/>
            <p:cNvSpPr/>
            <p:nvPr/>
          </p:nvSpPr>
          <p:spPr>
            <a:xfrm>
              <a:off x="4712644" y="-2018156"/>
              <a:ext cx="789" cy="38"/>
            </a:xfrm>
            <a:custGeom>
              <a:rect b="b" l="l" r="r" t="t"/>
              <a:pathLst>
                <a:path extrusionOk="0" h="1" w="21">
                  <a:moveTo>
                    <a:pt x="1" y="1"/>
                  </a:move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17"/>
            <p:cNvSpPr/>
            <p:nvPr/>
          </p:nvSpPr>
          <p:spPr>
            <a:xfrm>
              <a:off x="4622049" y="-2251296"/>
              <a:ext cx="96569" cy="297788"/>
            </a:xfrm>
            <a:custGeom>
              <a:rect b="b" l="l" r="r" t="t"/>
              <a:pathLst>
                <a:path extrusionOk="0" h="7922" w="2569">
                  <a:moveTo>
                    <a:pt x="1206" y="60"/>
                  </a:moveTo>
                  <a:lnTo>
                    <a:pt x="1186" y="79"/>
                  </a:lnTo>
                  <a:lnTo>
                    <a:pt x="1186" y="119"/>
                  </a:lnTo>
                  <a:lnTo>
                    <a:pt x="1226" y="178"/>
                  </a:lnTo>
                  <a:lnTo>
                    <a:pt x="1245" y="237"/>
                  </a:lnTo>
                  <a:lnTo>
                    <a:pt x="1245" y="257"/>
                  </a:lnTo>
                  <a:lnTo>
                    <a:pt x="1206" y="277"/>
                  </a:lnTo>
                  <a:lnTo>
                    <a:pt x="1245" y="297"/>
                  </a:lnTo>
                  <a:lnTo>
                    <a:pt x="1265" y="316"/>
                  </a:lnTo>
                  <a:lnTo>
                    <a:pt x="1344" y="336"/>
                  </a:lnTo>
                  <a:lnTo>
                    <a:pt x="1344" y="376"/>
                  </a:lnTo>
                  <a:lnTo>
                    <a:pt x="1384" y="356"/>
                  </a:lnTo>
                  <a:lnTo>
                    <a:pt x="1463" y="316"/>
                  </a:lnTo>
                  <a:lnTo>
                    <a:pt x="1364" y="218"/>
                  </a:lnTo>
                  <a:lnTo>
                    <a:pt x="1344" y="178"/>
                  </a:lnTo>
                  <a:lnTo>
                    <a:pt x="1324" y="99"/>
                  </a:lnTo>
                  <a:lnTo>
                    <a:pt x="1285" y="99"/>
                  </a:lnTo>
                  <a:lnTo>
                    <a:pt x="1265" y="79"/>
                  </a:lnTo>
                  <a:lnTo>
                    <a:pt x="1245" y="60"/>
                  </a:lnTo>
                  <a:close/>
                  <a:moveTo>
                    <a:pt x="21" y="593"/>
                  </a:moveTo>
                  <a:lnTo>
                    <a:pt x="60" y="613"/>
                  </a:lnTo>
                  <a:lnTo>
                    <a:pt x="60" y="593"/>
                  </a:lnTo>
                  <a:close/>
                  <a:moveTo>
                    <a:pt x="1265" y="1521"/>
                  </a:moveTo>
                  <a:lnTo>
                    <a:pt x="1265" y="1561"/>
                  </a:lnTo>
                  <a:lnTo>
                    <a:pt x="1285" y="1581"/>
                  </a:lnTo>
                  <a:lnTo>
                    <a:pt x="1305" y="1600"/>
                  </a:lnTo>
                  <a:lnTo>
                    <a:pt x="1305" y="1561"/>
                  </a:lnTo>
                  <a:lnTo>
                    <a:pt x="1305" y="1541"/>
                  </a:lnTo>
                  <a:lnTo>
                    <a:pt x="1265" y="1521"/>
                  </a:lnTo>
                  <a:close/>
                  <a:moveTo>
                    <a:pt x="2068" y="5065"/>
                  </a:moveTo>
                  <a:lnTo>
                    <a:pt x="2075" y="5077"/>
                  </a:lnTo>
                  <a:lnTo>
                    <a:pt x="2079" y="5073"/>
                  </a:lnTo>
                  <a:lnTo>
                    <a:pt x="2079" y="5073"/>
                  </a:lnTo>
                  <a:lnTo>
                    <a:pt x="2068" y="5065"/>
                  </a:lnTo>
                  <a:close/>
                  <a:moveTo>
                    <a:pt x="2095" y="5057"/>
                  </a:moveTo>
                  <a:lnTo>
                    <a:pt x="2079" y="5073"/>
                  </a:lnTo>
                  <a:lnTo>
                    <a:pt x="2079" y="5073"/>
                  </a:lnTo>
                  <a:lnTo>
                    <a:pt x="2114" y="5096"/>
                  </a:lnTo>
                  <a:lnTo>
                    <a:pt x="2154" y="5136"/>
                  </a:lnTo>
                  <a:lnTo>
                    <a:pt x="2174" y="5136"/>
                  </a:lnTo>
                  <a:lnTo>
                    <a:pt x="2174" y="5096"/>
                  </a:lnTo>
                  <a:lnTo>
                    <a:pt x="2174" y="5077"/>
                  </a:lnTo>
                  <a:lnTo>
                    <a:pt x="2193" y="5057"/>
                  </a:lnTo>
                  <a:close/>
                  <a:moveTo>
                    <a:pt x="613" y="5254"/>
                  </a:moveTo>
                  <a:lnTo>
                    <a:pt x="673" y="5373"/>
                  </a:lnTo>
                  <a:lnTo>
                    <a:pt x="673" y="5393"/>
                  </a:lnTo>
                  <a:lnTo>
                    <a:pt x="692" y="5373"/>
                  </a:lnTo>
                  <a:lnTo>
                    <a:pt x="712" y="5373"/>
                  </a:lnTo>
                  <a:lnTo>
                    <a:pt x="692" y="5314"/>
                  </a:lnTo>
                  <a:lnTo>
                    <a:pt x="673" y="5294"/>
                  </a:lnTo>
                  <a:lnTo>
                    <a:pt x="653" y="5294"/>
                  </a:lnTo>
                  <a:lnTo>
                    <a:pt x="613" y="5254"/>
                  </a:lnTo>
                  <a:close/>
                  <a:moveTo>
                    <a:pt x="890" y="0"/>
                  </a:moveTo>
                  <a:lnTo>
                    <a:pt x="850" y="60"/>
                  </a:lnTo>
                  <a:lnTo>
                    <a:pt x="850" y="13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811" y="79"/>
                  </a:lnTo>
                  <a:lnTo>
                    <a:pt x="21" y="119"/>
                  </a:lnTo>
                  <a:lnTo>
                    <a:pt x="1" y="158"/>
                  </a:lnTo>
                  <a:lnTo>
                    <a:pt x="40" y="139"/>
                  </a:lnTo>
                  <a:lnTo>
                    <a:pt x="80" y="158"/>
                  </a:lnTo>
                  <a:lnTo>
                    <a:pt x="179" y="158"/>
                  </a:lnTo>
                  <a:lnTo>
                    <a:pt x="218" y="198"/>
                  </a:lnTo>
                  <a:lnTo>
                    <a:pt x="218" y="237"/>
                  </a:lnTo>
                  <a:lnTo>
                    <a:pt x="218" y="297"/>
                  </a:lnTo>
                  <a:lnTo>
                    <a:pt x="179" y="297"/>
                  </a:lnTo>
                  <a:lnTo>
                    <a:pt x="159" y="277"/>
                  </a:lnTo>
                  <a:lnTo>
                    <a:pt x="119" y="237"/>
                  </a:lnTo>
                  <a:lnTo>
                    <a:pt x="80" y="198"/>
                  </a:lnTo>
                  <a:lnTo>
                    <a:pt x="60" y="198"/>
                  </a:lnTo>
                  <a:lnTo>
                    <a:pt x="21" y="218"/>
                  </a:lnTo>
                  <a:lnTo>
                    <a:pt x="21" y="237"/>
                  </a:lnTo>
                  <a:lnTo>
                    <a:pt x="40" y="257"/>
                  </a:lnTo>
                  <a:lnTo>
                    <a:pt x="80" y="257"/>
                  </a:lnTo>
                  <a:lnTo>
                    <a:pt x="100" y="237"/>
                  </a:lnTo>
                  <a:lnTo>
                    <a:pt x="80" y="336"/>
                  </a:lnTo>
                  <a:lnTo>
                    <a:pt x="40" y="395"/>
                  </a:lnTo>
                  <a:lnTo>
                    <a:pt x="1" y="435"/>
                  </a:lnTo>
                  <a:lnTo>
                    <a:pt x="40" y="474"/>
                  </a:lnTo>
                  <a:lnTo>
                    <a:pt x="80" y="514"/>
                  </a:lnTo>
                  <a:lnTo>
                    <a:pt x="100" y="534"/>
                  </a:lnTo>
                  <a:lnTo>
                    <a:pt x="159" y="573"/>
                  </a:lnTo>
                  <a:lnTo>
                    <a:pt x="139" y="553"/>
                  </a:lnTo>
                  <a:lnTo>
                    <a:pt x="119" y="534"/>
                  </a:lnTo>
                  <a:lnTo>
                    <a:pt x="100" y="514"/>
                  </a:lnTo>
                  <a:lnTo>
                    <a:pt x="119" y="494"/>
                  </a:lnTo>
                  <a:lnTo>
                    <a:pt x="218" y="534"/>
                  </a:lnTo>
                  <a:lnTo>
                    <a:pt x="198" y="593"/>
                  </a:lnTo>
                  <a:lnTo>
                    <a:pt x="179" y="632"/>
                  </a:lnTo>
                  <a:lnTo>
                    <a:pt x="139" y="712"/>
                  </a:lnTo>
                  <a:lnTo>
                    <a:pt x="80" y="652"/>
                  </a:lnTo>
                  <a:lnTo>
                    <a:pt x="100" y="652"/>
                  </a:lnTo>
                  <a:lnTo>
                    <a:pt x="80" y="632"/>
                  </a:lnTo>
                  <a:lnTo>
                    <a:pt x="60" y="613"/>
                  </a:lnTo>
                  <a:lnTo>
                    <a:pt x="60" y="652"/>
                  </a:lnTo>
                  <a:lnTo>
                    <a:pt x="60" y="692"/>
                  </a:lnTo>
                  <a:lnTo>
                    <a:pt x="80" y="712"/>
                  </a:lnTo>
                  <a:lnTo>
                    <a:pt x="60" y="712"/>
                  </a:lnTo>
                  <a:lnTo>
                    <a:pt x="80" y="751"/>
                  </a:lnTo>
                  <a:lnTo>
                    <a:pt x="80" y="791"/>
                  </a:lnTo>
                  <a:lnTo>
                    <a:pt x="60" y="850"/>
                  </a:lnTo>
                  <a:lnTo>
                    <a:pt x="40" y="889"/>
                  </a:lnTo>
                  <a:lnTo>
                    <a:pt x="40" y="909"/>
                  </a:lnTo>
                  <a:lnTo>
                    <a:pt x="60" y="929"/>
                  </a:lnTo>
                  <a:lnTo>
                    <a:pt x="119" y="949"/>
                  </a:lnTo>
                  <a:lnTo>
                    <a:pt x="159" y="929"/>
                  </a:lnTo>
                  <a:lnTo>
                    <a:pt x="179" y="909"/>
                  </a:lnTo>
                  <a:lnTo>
                    <a:pt x="218" y="909"/>
                  </a:lnTo>
                  <a:lnTo>
                    <a:pt x="198" y="929"/>
                  </a:lnTo>
                  <a:lnTo>
                    <a:pt x="179" y="968"/>
                  </a:lnTo>
                  <a:lnTo>
                    <a:pt x="159" y="988"/>
                  </a:lnTo>
                  <a:lnTo>
                    <a:pt x="139" y="988"/>
                  </a:lnTo>
                  <a:lnTo>
                    <a:pt x="119" y="968"/>
                  </a:lnTo>
                  <a:lnTo>
                    <a:pt x="100" y="1047"/>
                  </a:lnTo>
                  <a:lnTo>
                    <a:pt x="119" y="1087"/>
                  </a:lnTo>
                  <a:lnTo>
                    <a:pt x="198" y="1087"/>
                  </a:lnTo>
                  <a:lnTo>
                    <a:pt x="238" y="1107"/>
                  </a:lnTo>
                  <a:lnTo>
                    <a:pt x="258" y="1126"/>
                  </a:lnTo>
                  <a:lnTo>
                    <a:pt x="238" y="1146"/>
                  </a:lnTo>
                  <a:lnTo>
                    <a:pt x="218" y="1166"/>
                  </a:lnTo>
                  <a:lnTo>
                    <a:pt x="179" y="1146"/>
                  </a:lnTo>
                  <a:lnTo>
                    <a:pt x="100" y="1146"/>
                  </a:lnTo>
                  <a:lnTo>
                    <a:pt x="60" y="1166"/>
                  </a:lnTo>
                  <a:lnTo>
                    <a:pt x="139" y="1245"/>
                  </a:lnTo>
                  <a:lnTo>
                    <a:pt x="80" y="1284"/>
                  </a:lnTo>
                  <a:lnTo>
                    <a:pt x="80" y="1324"/>
                  </a:lnTo>
                  <a:lnTo>
                    <a:pt x="80" y="1383"/>
                  </a:lnTo>
                  <a:lnTo>
                    <a:pt x="139" y="1462"/>
                  </a:lnTo>
                  <a:lnTo>
                    <a:pt x="198" y="1561"/>
                  </a:lnTo>
                  <a:lnTo>
                    <a:pt x="218" y="1600"/>
                  </a:lnTo>
                  <a:lnTo>
                    <a:pt x="238" y="1660"/>
                  </a:lnTo>
                  <a:lnTo>
                    <a:pt x="179" y="1660"/>
                  </a:lnTo>
                  <a:lnTo>
                    <a:pt x="119" y="1620"/>
                  </a:lnTo>
                  <a:lnTo>
                    <a:pt x="100" y="1561"/>
                  </a:lnTo>
                  <a:lnTo>
                    <a:pt x="80" y="1521"/>
                  </a:lnTo>
                  <a:lnTo>
                    <a:pt x="60" y="1541"/>
                  </a:lnTo>
                  <a:lnTo>
                    <a:pt x="60" y="1561"/>
                  </a:lnTo>
                  <a:lnTo>
                    <a:pt x="60" y="1620"/>
                  </a:lnTo>
                  <a:lnTo>
                    <a:pt x="80" y="1660"/>
                  </a:lnTo>
                  <a:lnTo>
                    <a:pt x="80" y="1679"/>
                  </a:lnTo>
                  <a:lnTo>
                    <a:pt x="80" y="1699"/>
                  </a:lnTo>
                  <a:lnTo>
                    <a:pt x="80" y="1739"/>
                  </a:lnTo>
                  <a:lnTo>
                    <a:pt x="119" y="1778"/>
                  </a:lnTo>
                  <a:lnTo>
                    <a:pt x="159" y="1798"/>
                  </a:lnTo>
                  <a:lnTo>
                    <a:pt x="198" y="1798"/>
                  </a:lnTo>
                  <a:lnTo>
                    <a:pt x="198" y="1818"/>
                  </a:lnTo>
                  <a:lnTo>
                    <a:pt x="179" y="1837"/>
                  </a:lnTo>
                  <a:lnTo>
                    <a:pt x="139" y="1857"/>
                  </a:lnTo>
                  <a:lnTo>
                    <a:pt x="179" y="1877"/>
                  </a:lnTo>
                  <a:lnTo>
                    <a:pt x="218" y="1916"/>
                  </a:lnTo>
                  <a:lnTo>
                    <a:pt x="238" y="2015"/>
                  </a:lnTo>
                  <a:lnTo>
                    <a:pt x="179" y="2015"/>
                  </a:lnTo>
                  <a:lnTo>
                    <a:pt x="258" y="2114"/>
                  </a:lnTo>
                  <a:lnTo>
                    <a:pt x="258" y="2094"/>
                  </a:lnTo>
                  <a:lnTo>
                    <a:pt x="337" y="2094"/>
                  </a:lnTo>
                  <a:lnTo>
                    <a:pt x="337" y="2114"/>
                  </a:lnTo>
                  <a:lnTo>
                    <a:pt x="376" y="2074"/>
                  </a:lnTo>
                  <a:lnTo>
                    <a:pt x="396" y="2055"/>
                  </a:lnTo>
                  <a:lnTo>
                    <a:pt x="356" y="1976"/>
                  </a:lnTo>
                  <a:lnTo>
                    <a:pt x="337" y="1936"/>
                  </a:lnTo>
                  <a:lnTo>
                    <a:pt x="337" y="1897"/>
                  </a:lnTo>
                  <a:lnTo>
                    <a:pt x="337" y="1857"/>
                  </a:lnTo>
                  <a:lnTo>
                    <a:pt x="396" y="1837"/>
                  </a:lnTo>
                  <a:lnTo>
                    <a:pt x="475" y="1837"/>
                  </a:lnTo>
                  <a:lnTo>
                    <a:pt x="455" y="1857"/>
                  </a:lnTo>
                  <a:lnTo>
                    <a:pt x="436" y="1877"/>
                  </a:lnTo>
                  <a:lnTo>
                    <a:pt x="495" y="1897"/>
                  </a:lnTo>
                  <a:lnTo>
                    <a:pt x="515" y="1897"/>
                  </a:lnTo>
                  <a:lnTo>
                    <a:pt x="515" y="1877"/>
                  </a:lnTo>
                  <a:lnTo>
                    <a:pt x="594" y="1877"/>
                  </a:lnTo>
                  <a:lnTo>
                    <a:pt x="613" y="1916"/>
                  </a:lnTo>
                  <a:lnTo>
                    <a:pt x="633" y="1976"/>
                  </a:lnTo>
                  <a:lnTo>
                    <a:pt x="673" y="2015"/>
                  </a:lnTo>
                  <a:lnTo>
                    <a:pt x="613" y="2035"/>
                  </a:lnTo>
                  <a:lnTo>
                    <a:pt x="574" y="2015"/>
                  </a:lnTo>
                  <a:lnTo>
                    <a:pt x="534" y="1976"/>
                  </a:lnTo>
                  <a:lnTo>
                    <a:pt x="475" y="1956"/>
                  </a:lnTo>
                  <a:lnTo>
                    <a:pt x="515" y="1995"/>
                  </a:lnTo>
                  <a:lnTo>
                    <a:pt x="534" y="2015"/>
                  </a:lnTo>
                  <a:lnTo>
                    <a:pt x="515" y="2035"/>
                  </a:lnTo>
                  <a:lnTo>
                    <a:pt x="436" y="2035"/>
                  </a:lnTo>
                  <a:lnTo>
                    <a:pt x="475" y="2074"/>
                  </a:lnTo>
                  <a:lnTo>
                    <a:pt x="534" y="2074"/>
                  </a:lnTo>
                  <a:lnTo>
                    <a:pt x="594" y="2055"/>
                  </a:lnTo>
                  <a:lnTo>
                    <a:pt x="653" y="2074"/>
                  </a:lnTo>
                  <a:lnTo>
                    <a:pt x="653" y="2114"/>
                  </a:lnTo>
                  <a:lnTo>
                    <a:pt x="613" y="2153"/>
                  </a:lnTo>
                  <a:lnTo>
                    <a:pt x="613" y="2173"/>
                  </a:lnTo>
                  <a:lnTo>
                    <a:pt x="594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52"/>
                  </a:lnTo>
                  <a:lnTo>
                    <a:pt x="653" y="2292"/>
                  </a:lnTo>
                  <a:lnTo>
                    <a:pt x="574" y="2331"/>
                  </a:lnTo>
                  <a:lnTo>
                    <a:pt x="594" y="2292"/>
                  </a:lnTo>
                  <a:lnTo>
                    <a:pt x="594" y="2272"/>
                  </a:lnTo>
                  <a:lnTo>
                    <a:pt x="554" y="2232"/>
                  </a:lnTo>
                  <a:lnTo>
                    <a:pt x="495" y="2213"/>
                  </a:lnTo>
                  <a:lnTo>
                    <a:pt x="475" y="2213"/>
                  </a:lnTo>
                  <a:lnTo>
                    <a:pt x="495" y="2193"/>
                  </a:lnTo>
                  <a:lnTo>
                    <a:pt x="455" y="2213"/>
                  </a:lnTo>
                  <a:lnTo>
                    <a:pt x="416" y="2232"/>
                  </a:lnTo>
                  <a:lnTo>
                    <a:pt x="356" y="2232"/>
                  </a:lnTo>
                  <a:lnTo>
                    <a:pt x="218" y="2153"/>
                  </a:lnTo>
                  <a:lnTo>
                    <a:pt x="218" y="2213"/>
                  </a:lnTo>
                  <a:lnTo>
                    <a:pt x="218" y="2252"/>
                  </a:lnTo>
                  <a:lnTo>
                    <a:pt x="179" y="2272"/>
                  </a:lnTo>
                  <a:lnTo>
                    <a:pt x="218" y="2292"/>
                  </a:lnTo>
                  <a:lnTo>
                    <a:pt x="238" y="2331"/>
                  </a:lnTo>
                  <a:lnTo>
                    <a:pt x="238" y="2390"/>
                  </a:lnTo>
                  <a:lnTo>
                    <a:pt x="238" y="2430"/>
                  </a:lnTo>
                  <a:lnTo>
                    <a:pt x="258" y="2469"/>
                  </a:lnTo>
                  <a:lnTo>
                    <a:pt x="297" y="2489"/>
                  </a:lnTo>
                  <a:lnTo>
                    <a:pt x="277" y="2509"/>
                  </a:lnTo>
                  <a:lnTo>
                    <a:pt x="258" y="2489"/>
                  </a:lnTo>
                  <a:lnTo>
                    <a:pt x="238" y="2489"/>
                  </a:lnTo>
                  <a:lnTo>
                    <a:pt x="238" y="2509"/>
                  </a:lnTo>
                  <a:lnTo>
                    <a:pt x="258" y="2608"/>
                  </a:lnTo>
                  <a:lnTo>
                    <a:pt x="277" y="2667"/>
                  </a:lnTo>
                  <a:lnTo>
                    <a:pt x="317" y="2726"/>
                  </a:lnTo>
                  <a:lnTo>
                    <a:pt x="297" y="2746"/>
                  </a:lnTo>
                  <a:lnTo>
                    <a:pt x="277" y="2766"/>
                  </a:lnTo>
                  <a:lnTo>
                    <a:pt x="238" y="2785"/>
                  </a:lnTo>
                  <a:lnTo>
                    <a:pt x="238" y="2845"/>
                  </a:lnTo>
                  <a:lnTo>
                    <a:pt x="238" y="2904"/>
                  </a:lnTo>
                  <a:lnTo>
                    <a:pt x="317" y="3003"/>
                  </a:lnTo>
                  <a:lnTo>
                    <a:pt x="376" y="3121"/>
                  </a:lnTo>
                  <a:lnTo>
                    <a:pt x="396" y="3181"/>
                  </a:lnTo>
                  <a:lnTo>
                    <a:pt x="396" y="3260"/>
                  </a:lnTo>
                  <a:lnTo>
                    <a:pt x="337" y="3220"/>
                  </a:lnTo>
                  <a:lnTo>
                    <a:pt x="337" y="3299"/>
                  </a:lnTo>
                  <a:lnTo>
                    <a:pt x="356" y="3319"/>
                  </a:lnTo>
                  <a:lnTo>
                    <a:pt x="396" y="3339"/>
                  </a:lnTo>
                  <a:lnTo>
                    <a:pt x="356" y="3358"/>
                  </a:lnTo>
                  <a:lnTo>
                    <a:pt x="337" y="3398"/>
                  </a:lnTo>
                  <a:lnTo>
                    <a:pt x="376" y="3457"/>
                  </a:lnTo>
                  <a:lnTo>
                    <a:pt x="396" y="3497"/>
                  </a:lnTo>
                  <a:lnTo>
                    <a:pt x="396" y="3536"/>
                  </a:lnTo>
                  <a:lnTo>
                    <a:pt x="376" y="3576"/>
                  </a:lnTo>
                  <a:lnTo>
                    <a:pt x="337" y="3595"/>
                  </a:lnTo>
                  <a:lnTo>
                    <a:pt x="337" y="3635"/>
                  </a:lnTo>
                  <a:lnTo>
                    <a:pt x="356" y="3655"/>
                  </a:lnTo>
                  <a:lnTo>
                    <a:pt x="396" y="3694"/>
                  </a:lnTo>
                  <a:lnTo>
                    <a:pt x="455" y="3714"/>
                  </a:lnTo>
                  <a:lnTo>
                    <a:pt x="495" y="3753"/>
                  </a:lnTo>
                  <a:lnTo>
                    <a:pt x="416" y="3753"/>
                  </a:lnTo>
                  <a:lnTo>
                    <a:pt x="396" y="3773"/>
                  </a:lnTo>
                  <a:lnTo>
                    <a:pt x="376" y="3793"/>
                  </a:lnTo>
                  <a:lnTo>
                    <a:pt x="475" y="4129"/>
                  </a:lnTo>
                  <a:lnTo>
                    <a:pt x="554" y="4504"/>
                  </a:lnTo>
                  <a:lnTo>
                    <a:pt x="515" y="4484"/>
                  </a:lnTo>
                  <a:lnTo>
                    <a:pt x="534" y="4543"/>
                  </a:lnTo>
                  <a:lnTo>
                    <a:pt x="554" y="4603"/>
                  </a:lnTo>
                  <a:lnTo>
                    <a:pt x="613" y="4721"/>
                  </a:lnTo>
                  <a:lnTo>
                    <a:pt x="653" y="4840"/>
                  </a:lnTo>
                  <a:lnTo>
                    <a:pt x="673" y="4899"/>
                  </a:lnTo>
                  <a:lnTo>
                    <a:pt x="653" y="4958"/>
                  </a:lnTo>
                  <a:lnTo>
                    <a:pt x="712" y="5017"/>
                  </a:lnTo>
                  <a:lnTo>
                    <a:pt x="752" y="5037"/>
                  </a:lnTo>
                  <a:lnTo>
                    <a:pt x="791" y="5017"/>
                  </a:lnTo>
                  <a:lnTo>
                    <a:pt x="811" y="4998"/>
                  </a:lnTo>
                  <a:lnTo>
                    <a:pt x="831" y="4978"/>
                  </a:lnTo>
                  <a:lnTo>
                    <a:pt x="929" y="4978"/>
                  </a:lnTo>
                  <a:lnTo>
                    <a:pt x="949" y="5017"/>
                  </a:lnTo>
                  <a:lnTo>
                    <a:pt x="949" y="5037"/>
                  </a:lnTo>
                  <a:lnTo>
                    <a:pt x="910" y="5057"/>
                  </a:lnTo>
                  <a:lnTo>
                    <a:pt x="850" y="5077"/>
                  </a:lnTo>
                  <a:lnTo>
                    <a:pt x="850" y="5096"/>
                  </a:lnTo>
                  <a:lnTo>
                    <a:pt x="850" y="5136"/>
                  </a:lnTo>
                  <a:lnTo>
                    <a:pt x="771" y="5136"/>
                  </a:lnTo>
                  <a:lnTo>
                    <a:pt x="752" y="5116"/>
                  </a:lnTo>
                  <a:lnTo>
                    <a:pt x="712" y="5096"/>
                  </a:lnTo>
                  <a:lnTo>
                    <a:pt x="653" y="5096"/>
                  </a:lnTo>
                  <a:lnTo>
                    <a:pt x="752" y="5215"/>
                  </a:lnTo>
                  <a:lnTo>
                    <a:pt x="732" y="5254"/>
                  </a:lnTo>
                  <a:lnTo>
                    <a:pt x="752" y="5314"/>
                  </a:lnTo>
                  <a:lnTo>
                    <a:pt x="752" y="5353"/>
                  </a:lnTo>
                  <a:lnTo>
                    <a:pt x="732" y="5413"/>
                  </a:lnTo>
                  <a:lnTo>
                    <a:pt x="732" y="5393"/>
                  </a:lnTo>
                  <a:lnTo>
                    <a:pt x="673" y="5393"/>
                  </a:lnTo>
                  <a:lnTo>
                    <a:pt x="673" y="5432"/>
                  </a:lnTo>
                  <a:lnTo>
                    <a:pt x="673" y="5492"/>
                  </a:lnTo>
                  <a:lnTo>
                    <a:pt x="712" y="5492"/>
                  </a:lnTo>
                  <a:lnTo>
                    <a:pt x="732" y="5511"/>
                  </a:lnTo>
                  <a:lnTo>
                    <a:pt x="752" y="5531"/>
                  </a:lnTo>
                  <a:lnTo>
                    <a:pt x="771" y="5551"/>
                  </a:lnTo>
                  <a:lnTo>
                    <a:pt x="771" y="5571"/>
                  </a:lnTo>
                  <a:lnTo>
                    <a:pt x="811" y="5571"/>
                  </a:lnTo>
                  <a:lnTo>
                    <a:pt x="850" y="5610"/>
                  </a:lnTo>
                  <a:lnTo>
                    <a:pt x="732" y="5650"/>
                  </a:lnTo>
                  <a:lnTo>
                    <a:pt x="811" y="5650"/>
                  </a:lnTo>
                  <a:lnTo>
                    <a:pt x="831" y="5709"/>
                  </a:lnTo>
                  <a:lnTo>
                    <a:pt x="831" y="5768"/>
                  </a:lnTo>
                  <a:lnTo>
                    <a:pt x="811" y="5847"/>
                  </a:lnTo>
                  <a:lnTo>
                    <a:pt x="791" y="5867"/>
                  </a:lnTo>
                  <a:lnTo>
                    <a:pt x="771" y="5887"/>
                  </a:lnTo>
                  <a:lnTo>
                    <a:pt x="771" y="5906"/>
                  </a:lnTo>
                  <a:lnTo>
                    <a:pt x="811" y="5926"/>
                  </a:lnTo>
                  <a:lnTo>
                    <a:pt x="831" y="5966"/>
                  </a:lnTo>
                  <a:lnTo>
                    <a:pt x="831" y="5985"/>
                  </a:lnTo>
                  <a:lnTo>
                    <a:pt x="771" y="5985"/>
                  </a:lnTo>
                  <a:lnTo>
                    <a:pt x="771" y="6064"/>
                  </a:lnTo>
                  <a:lnTo>
                    <a:pt x="791" y="6163"/>
                  </a:lnTo>
                  <a:lnTo>
                    <a:pt x="791" y="6262"/>
                  </a:lnTo>
                  <a:lnTo>
                    <a:pt x="771" y="6361"/>
                  </a:lnTo>
                  <a:lnTo>
                    <a:pt x="831" y="6479"/>
                  </a:lnTo>
                  <a:lnTo>
                    <a:pt x="870" y="6519"/>
                  </a:lnTo>
                  <a:lnTo>
                    <a:pt x="910" y="6578"/>
                  </a:lnTo>
                  <a:lnTo>
                    <a:pt x="910" y="6538"/>
                  </a:lnTo>
                  <a:lnTo>
                    <a:pt x="929" y="6519"/>
                  </a:lnTo>
                  <a:lnTo>
                    <a:pt x="949" y="6499"/>
                  </a:lnTo>
                  <a:lnTo>
                    <a:pt x="989" y="6519"/>
                  </a:lnTo>
                  <a:lnTo>
                    <a:pt x="1008" y="6519"/>
                  </a:lnTo>
                  <a:lnTo>
                    <a:pt x="1028" y="6558"/>
                  </a:lnTo>
                  <a:lnTo>
                    <a:pt x="1048" y="6598"/>
                  </a:lnTo>
                  <a:lnTo>
                    <a:pt x="1008" y="6617"/>
                  </a:lnTo>
                  <a:lnTo>
                    <a:pt x="1008" y="6637"/>
                  </a:lnTo>
                  <a:lnTo>
                    <a:pt x="989" y="6657"/>
                  </a:lnTo>
                  <a:lnTo>
                    <a:pt x="969" y="6637"/>
                  </a:lnTo>
                  <a:lnTo>
                    <a:pt x="929" y="6657"/>
                  </a:lnTo>
                  <a:lnTo>
                    <a:pt x="910" y="6677"/>
                  </a:lnTo>
                  <a:lnTo>
                    <a:pt x="929" y="6736"/>
                  </a:lnTo>
                  <a:lnTo>
                    <a:pt x="929" y="6775"/>
                  </a:lnTo>
                  <a:lnTo>
                    <a:pt x="910" y="6795"/>
                  </a:lnTo>
                  <a:lnTo>
                    <a:pt x="890" y="6815"/>
                  </a:lnTo>
                  <a:lnTo>
                    <a:pt x="910" y="6835"/>
                  </a:lnTo>
                  <a:lnTo>
                    <a:pt x="929" y="6874"/>
                  </a:lnTo>
                  <a:lnTo>
                    <a:pt x="949" y="6933"/>
                  </a:lnTo>
                  <a:lnTo>
                    <a:pt x="989" y="6953"/>
                  </a:lnTo>
                  <a:lnTo>
                    <a:pt x="949" y="6953"/>
                  </a:lnTo>
                  <a:lnTo>
                    <a:pt x="929" y="6933"/>
                  </a:lnTo>
                  <a:lnTo>
                    <a:pt x="929" y="6914"/>
                  </a:lnTo>
                  <a:lnTo>
                    <a:pt x="910" y="6914"/>
                  </a:lnTo>
                  <a:lnTo>
                    <a:pt x="929" y="6953"/>
                  </a:lnTo>
                  <a:lnTo>
                    <a:pt x="890" y="6953"/>
                  </a:lnTo>
                  <a:lnTo>
                    <a:pt x="890" y="6993"/>
                  </a:lnTo>
                  <a:lnTo>
                    <a:pt x="910" y="7012"/>
                  </a:lnTo>
                  <a:lnTo>
                    <a:pt x="949" y="7052"/>
                  </a:lnTo>
                  <a:lnTo>
                    <a:pt x="1008" y="7072"/>
                  </a:lnTo>
                  <a:lnTo>
                    <a:pt x="1048" y="7111"/>
                  </a:lnTo>
                  <a:lnTo>
                    <a:pt x="1028" y="7111"/>
                  </a:lnTo>
                  <a:lnTo>
                    <a:pt x="1068" y="7151"/>
                  </a:lnTo>
                  <a:lnTo>
                    <a:pt x="949" y="7111"/>
                  </a:lnTo>
                  <a:lnTo>
                    <a:pt x="989" y="7151"/>
                  </a:lnTo>
                  <a:lnTo>
                    <a:pt x="1028" y="7190"/>
                  </a:lnTo>
                  <a:lnTo>
                    <a:pt x="1068" y="7210"/>
                  </a:lnTo>
                  <a:lnTo>
                    <a:pt x="1087" y="7249"/>
                  </a:lnTo>
                  <a:lnTo>
                    <a:pt x="1068" y="7269"/>
                  </a:lnTo>
                  <a:lnTo>
                    <a:pt x="1107" y="7309"/>
                  </a:lnTo>
                  <a:lnTo>
                    <a:pt x="1068" y="7309"/>
                  </a:lnTo>
                  <a:lnTo>
                    <a:pt x="1127" y="7328"/>
                  </a:lnTo>
                  <a:lnTo>
                    <a:pt x="1147" y="7368"/>
                  </a:lnTo>
                  <a:lnTo>
                    <a:pt x="1186" y="7407"/>
                  </a:lnTo>
                  <a:lnTo>
                    <a:pt x="1226" y="7447"/>
                  </a:lnTo>
                  <a:lnTo>
                    <a:pt x="1166" y="7486"/>
                  </a:lnTo>
                  <a:lnTo>
                    <a:pt x="1147" y="7506"/>
                  </a:lnTo>
                  <a:lnTo>
                    <a:pt x="1186" y="7526"/>
                  </a:lnTo>
                  <a:lnTo>
                    <a:pt x="1068" y="7546"/>
                  </a:lnTo>
                  <a:lnTo>
                    <a:pt x="1068" y="7486"/>
                  </a:lnTo>
                  <a:lnTo>
                    <a:pt x="1087" y="7467"/>
                  </a:lnTo>
                  <a:lnTo>
                    <a:pt x="1107" y="7447"/>
                  </a:lnTo>
                  <a:lnTo>
                    <a:pt x="1087" y="7407"/>
                  </a:lnTo>
                  <a:lnTo>
                    <a:pt x="1048" y="7447"/>
                  </a:lnTo>
                  <a:lnTo>
                    <a:pt x="1028" y="7486"/>
                  </a:lnTo>
                  <a:lnTo>
                    <a:pt x="989" y="7605"/>
                  </a:lnTo>
                  <a:lnTo>
                    <a:pt x="1008" y="7704"/>
                  </a:lnTo>
                  <a:lnTo>
                    <a:pt x="1028" y="7803"/>
                  </a:lnTo>
                  <a:lnTo>
                    <a:pt x="1048" y="7842"/>
                  </a:lnTo>
                  <a:lnTo>
                    <a:pt x="1048" y="7882"/>
                  </a:lnTo>
                  <a:lnTo>
                    <a:pt x="2549" y="7921"/>
                  </a:lnTo>
                  <a:lnTo>
                    <a:pt x="2569" y="7842"/>
                  </a:lnTo>
                  <a:lnTo>
                    <a:pt x="2549" y="7783"/>
                  </a:lnTo>
                  <a:lnTo>
                    <a:pt x="2529" y="7743"/>
                  </a:lnTo>
                  <a:lnTo>
                    <a:pt x="2450" y="7822"/>
                  </a:lnTo>
                  <a:lnTo>
                    <a:pt x="2549" y="7822"/>
                  </a:lnTo>
                  <a:lnTo>
                    <a:pt x="2490" y="7862"/>
                  </a:lnTo>
                  <a:lnTo>
                    <a:pt x="2411" y="7862"/>
                  </a:lnTo>
                  <a:lnTo>
                    <a:pt x="2272" y="7822"/>
                  </a:lnTo>
                  <a:lnTo>
                    <a:pt x="2292" y="7803"/>
                  </a:lnTo>
                  <a:lnTo>
                    <a:pt x="2292" y="7783"/>
                  </a:lnTo>
                  <a:lnTo>
                    <a:pt x="2312" y="7763"/>
                  </a:lnTo>
                  <a:lnTo>
                    <a:pt x="2332" y="7763"/>
                  </a:lnTo>
                  <a:lnTo>
                    <a:pt x="2292" y="7684"/>
                  </a:lnTo>
                  <a:lnTo>
                    <a:pt x="2272" y="7704"/>
                  </a:lnTo>
                  <a:lnTo>
                    <a:pt x="2253" y="7723"/>
                  </a:lnTo>
                  <a:lnTo>
                    <a:pt x="2233" y="7723"/>
                  </a:lnTo>
                  <a:lnTo>
                    <a:pt x="2272" y="7664"/>
                  </a:lnTo>
                  <a:lnTo>
                    <a:pt x="2292" y="7644"/>
                  </a:lnTo>
                  <a:lnTo>
                    <a:pt x="2312" y="7664"/>
                  </a:lnTo>
                  <a:lnTo>
                    <a:pt x="2292" y="7605"/>
                  </a:lnTo>
                  <a:lnTo>
                    <a:pt x="2272" y="7585"/>
                  </a:lnTo>
                  <a:lnTo>
                    <a:pt x="2233" y="7585"/>
                  </a:lnTo>
                  <a:lnTo>
                    <a:pt x="2233" y="7565"/>
                  </a:lnTo>
                  <a:lnTo>
                    <a:pt x="2292" y="7565"/>
                  </a:lnTo>
                  <a:lnTo>
                    <a:pt x="2391" y="7605"/>
                  </a:lnTo>
                  <a:lnTo>
                    <a:pt x="2391" y="7565"/>
                  </a:lnTo>
                  <a:lnTo>
                    <a:pt x="2490" y="7565"/>
                  </a:lnTo>
                  <a:lnTo>
                    <a:pt x="2470" y="7486"/>
                  </a:lnTo>
                  <a:lnTo>
                    <a:pt x="2569" y="7506"/>
                  </a:lnTo>
                  <a:lnTo>
                    <a:pt x="2569" y="7486"/>
                  </a:lnTo>
                  <a:lnTo>
                    <a:pt x="2549" y="7447"/>
                  </a:lnTo>
                  <a:lnTo>
                    <a:pt x="2529" y="7427"/>
                  </a:lnTo>
                  <a:lnTo>
                    <a:pt x="2549" y="7388"/>
                  </a:lnTo>
                  <a:lnTo>
                    <a:pt x="2470" y="7388"/>
                  </a:lnTo>
                  <a:lnTo>
                    <a:pt x="2529" y="7249"/>
                  </a:lnTo>
                  <a:lnTo>
                    <a:pt x="2529" y="7131"/>
                  </a:lnTo>
                  <a:lnTo>
                    <a:pt x="2470" y="7170"/>
                  </a:lnTo>
                  <a:lnTo>
                    <a:pt x="2450" y="7131"/>
                  </a:lnTo>
                  <a:lnTo>
                    <a:pt x="2450" y="7111"/>
                  </a:lnTo>
                  <a:lnTo>
                    <a:pt x="2470" y="7072"/>
                  </a:lnTo>
                  <a:lnTo>
                    <a:pt x="2509" y="7032"/>
                  </a:lnTo>
                  <a:lnTo>
                    <a:pt x="2509" y="7012"/>
                  </a:lnTo>
                  <a:lnTo>
                    <a:pt x="2509" y="6973"/>
                  </a:lnTo>
                  <a:lnTo>
                    <a:pt x="2470" y="6933"/>
                  </a:lnTo>
                  <a:lnTo>
                    <a:pt x="2430" y="6894"/>
                  </a:lnTo>
                  <a:lnTo>
                    <a:pt x="2391" y="6874"/>
                  </a:lnTo>
                  <a:lnTo>
                    <a:pt x="2332" y="6874"/>
                  </a:lnTo>
                  <a:lnTo>
                    <a:pt x="2332" y="6854"/>
                  </a:lnTo>
                  <a:lnTo>
                    <a:pt x="2332" y="6835"/>
                  </a:lnTo>
                  <a:lnTo>
                    <a:pt x="2391" y="6815"/>
                  </a:lnTo>
                  <a:lnTo>
                    <a:pt x="2292" y="6756"/>
                  </a:lnTo>
                  <a:lnTo>
                    <a:pt x="2272" y="6716"/>
                  </a:lnTo>
                  <a:lnTo>
                    <a:pt x="2272" y="6696"/>
                  </a:lnTo>
                  <a:lnTo>
                    <a:pt x="2272" y="6677"/>
                  </a:lnTo>
                  <a:lnTo>
                    <a:pt x="2351" y="6756"/>
                  </a:lnTo>
                  <a:lnTo>
                    <a:pt x="2391" y="6736"/>
                  </a:lnTo>
                  <a:lnTo>
                    <a:pt x="2391" y="6677"/>
                  </a:lnTo>
                  <a:lnTo>
                    <a:pt x="2391" y="6637"/>
                  </a:lnTo>
                  <a:lnTo>
                    <a:pt x="2391" y="6598"/>
                  </a:lnTo>
                  <a:lnTo>
                    <a:pt x="2154" y="6400"/>
                  </a:lnTo>
                  <a:lnTo>
                    <a:pt x="2095" y="6420"/>
                  </a:lnTo>
                  <a:lnTo>
                    <a:pt x="2016" y="6440"/>
                  </a:lnTo>
                  <a:lnTo>
                    <a:pt x="1956" y="6420"/>
                  </a:lnTo>
                  <a:lnTo>
                    <a:pt x="1897" y="6400"/>
                  </a:lnTo>
                  <a:lnTo>
                    <a:pt x="1917" y="6380"/>
                  </a:lnTo>
                  <a:lnTo>
                    <a:pt x="1937" y="6341"/>
                  </a:lnTo>
                  <a:lnTo>
                    <a:pt x="1976" y="6262"/>
                  </a:lnTo>
                  <a:lnTo>
                    <a:pt x="2016" y="6262"/>
                  </a:lnTo>
                  <a:lnTo>
                    <a:pt x="2055" y="6222"/>
                  </a:lnTo>
                  <a:lnTo>
                    <a:pt x="2095" y="6203"/>
                  </a:lnTo>
                  <a:lnTo>
                    <a:pt x="2114" y="6222"/>
                  </a:lnTo>
                  <a:lnTo>
                    <a:pt x="2114" y="6242"/>
                  </a:lnTo>
                  <a:lnTo>
                    <a:pt x="2075" y="6282"/>
                  </a:lnTo>
                  <a:lnTo>
                    <a:pt x="2055" y="6301"/>
                  </a:lnTo>
                  <a:lnTo>
                    <a:pt x="2055" y="6321"/>
                  </a:lnTo>
                  <a:lnTo>
                    <a:pt x="2134" y="6262"/>
                  </a:lnTo>
                  <a:lnTo>
                    <a:pt x="2213" y="6163"/>
                  </a:lnTo>
                  <a:lnTo>
                    <a:pt x="2253" y="6183"/>
                  </a:lnTo>
                  <a:lnTo>
                    <a:pt x="2272" y="6222"/>
                  </a:lnTo>
                  <a:lnTo>
                    <a:pt x="2213" y="6222"/>
                  </a:lnTo>
                  <a:lnTo>
                    <a:pt x="2253" y="6262"/>
                  </a:lnTo>
                  <a:lnTo>
                    <a:pt x="2272" y="6262"/>
                  </a:lnTo>
                  <a:lnTo>
                    <a:pt x="2312" y="6242"/>
                  </a:lnTo>
                  <a:lnTo>
                    <a:pt x="2351" y="6203"/>
                  </a:lnTo>
                  <a:lnTo>
                    <a:pt x="2411" y="6203"/>
                  </a:lnTo>
                  <a:lnTo>
                    <a:pt x="2391" y="6143"/>
                  </a:lnTo>
                  <a:lnTo>
                    <a:pt x="2351" y="6143"/>
                  </a:lnTo>
                  <a:lnTo>
                    <a:pt x="2371" y="6124"/>
                  </a:lnTo>
                  <a:lnTo>
                    <a:pt x="2391" y="6084"/>
                  </a:lnTo>
                  <a:lnTo>
                    <a:pt x="2351" y="6045"/>
                  </a:lnTo>
                  <a:lnTo>
                    <a:pt x="2332" y="5985"/>
                  </a:lnTo>
                  <a:lnTo>
                    <a:pt x="2332" y="5946"/>
                  </a:lnTo>
                  <a:lnTo>
                    <a:pt x="2351" y="5926"/>
                  </a:lnTo>
                  <a:lnTo>
                    <a:pt x="2312" y="5946"/>
                  </a:lnTo>
                  <a:lnTo>
                    <a:pt x="2292" y="5946"/>
                  </a:lnTo>
                  <a:lnTo>
                    <a:pt x="2253" y="5926"/>
                  </a:lnTo>
                  <a:lnTo>
                    <a:pt x="2253" y="5887"/>
                  </a:lnTo>
                  <a:lnTo>
                    <a:pt x="2272" y="5867"/>
                  </a:lnTo>
                  <a:lnTo>
                    <a:pt x="2332" y="5827"/>
                  </a:lnTo>
                  <a:lnTo>
                    <a:pt x="2292" y="5808"/>
                  </a:lnTo>
                  <a:lnTo>
                    <a:pt x="2272" y="5788"/>
                  </a:lnTo>
                  <a:lnTo>
                    <a:pt x="2272" y="5748"/>
                  </a:lnTo>
                  <a:lnTo>
                    <a:pt x="2233" y="5729"/>
                  </a:lnTo>
                  <a:lnTo>
                    <a:pt x="2174" y="5748"/>
                  </a:lnTo>
                  <a:lnTo>
                    <a:pt x="2134" y="5768"/>
                  </a:lnTo>
                  <a:lnTo>
                    <a:pt x="2075" y="5748"/>
                  </a:lnTo>
                  <a:lnTo>
                    <a:pt x="2035" y="5729"/>
                  </a:lnTo>
                  <a:lnTo>
                    <a:pt x="2016" y="5689"/>
                  </a:lnTo>
                  <a:lnTo>
                    <a:pt x="2035" y="5650"/>
                  </a:lnTo>
                  <a:lnTo>
                    <a:pt x="2016" y="5630"/>
                  </a:lnTo>
                  <a:lnTo>
                    <a:pt x="2055" y="5610"/>
                  </a:lnTo>
                  <a:lnTo>
                    <a:pt x="2075" y="5630"/>
                  </a:lnTo>
                  <a:lnTo>
                    <a:pt x="2095" y="5669"/>
                  </a:lnTo>
                  <a:lnTo>
                    <a:pt x="2114" y="5689"/>
                  </a:lnTo>
                  <a:lnTo>
                    <a:pt x="2035" y="5551"/>
                  </a:lnTo>
                  <a:lnTo>
                    <a:pt x="2075" y="5531"/>
                  </a:lnTo>
                  <a:lnTo>
                    <a:pt x="2114" y="5531"/>
                  </a:lnTo>
                  <a:lnTo>
                    <a:pt x="2134" y="5571"/>
                  </a:lnTo>
                  <a:lnTo>
                    <a:pt x="2134" y="5610"/>
                  </a:lnTo>
                  <a:lnTo>
                    <a:pt x="2154" y="5551"/>
                  </a:lnTo>
                  <a:lnTo>
                    <a:pt x="2134" y="5511"/>
                  </a:lnTo>
                  <a:lnTo>
                    <a:pt x="2095" y="5472"/>
                  </a:lnTo>
                  <a:lnTo>
                    <a:pt x="2035" y="5452"/>
                  </a:lnTo>
                  <a:lnTo>
                    <a:pt x="2055" y="5413"/>
                  </a:lnTo>
                  <a:lnTo>
                    <a:pt x="2055" y="5353"/>
                  </a:lnTo>
                  <a:lnTo>
                    <a:pt x="2114" y="5373"/>
                  </a:lnTo>
                  <a:lnTo>
                    <a:pt x="2174" y="5373"/>
                  </a:lnTo>
                  <a:lnTo>
                    <a:pt x="2233" y="5393"/>
                  </a:lnTo>
                  <a:lnTo>
                    <a:pt x="2272" y="5413"/>
                  </a:lnTo>
                  <a:lnTo>
                    <a:pt x="2253" y="5452"/>
                  </a:lnTo>
                  <a:lnTo>
                    <a:pt x="2154" y="5452"/>
                  </a:lnTo>
                  <a:lnTo>
                    <a:pt x="2154" y="5472"/>
                  </a:lnTo>
                  <a:lnTo>
                    <a:pt x="2233" y="5472"/>
                  </a:lnTo>
                  <a:lnTo>
                    <a:pt x="2213" y="5511"/>
                  </a:lnTo>
                  <a:lnTo>
                    <a:pt x="2233" y="5531"/>
                  </a:lnTo>
                  <a:lnTo>
                    <a:pt x="2253" y="5571"/>
                  </a:lnTo>
                  <a:lnTo>
                    <a:pt x="2233" y="5571"/>
                  </a:lnTo>
                  <a:lnTo>
                    <a:pt x="2213" y="5551"/>
                  </a:lnTo>
                  <a:lnTo>
                    <a:pt x="2233" y="5650"/>
                  </a:lnTo>
                  <a:lnTo>
                    <a:pt x="2253" y="5689"/>
                  </a:lnTo>
                  <a:lnTo>
                    <a:pt x="2292" y="5709"/>
                  </a:lnTo>
                  <a:lnTo>
                    <a:pt x="2312" y="5669"/>
                  </a:lnTo>
                  <a:lnTo>
                    <a:pt x="2312" y="5650"/>
                  </a:lnTo>
                  <a:lnTo>
                    <a:pt x="2292" y="5571"/>
                  </a:lnTo>
                  <a:lnTo>
                    <a:pt x="2292" y="5492"/>
                  </a:lnTo>
                  <a:lnTo>
                    <a:pt x="2292" y="5472"/>
                  </a:lnTo>
                  <a:lnTo>
                    <a:pt x="2332" y="5452"/>
                  </a:lnTo>
                  <a:lnTo>
                    <a:pt x="2193" y="5294"/>
                  </a:lnTo>
                  <a:lnTo>
                    <a:pt x="2134" y="5333"/>
                  </a:lnTo>
                  <a:lnTo>
                    <a:pt x="2095" y="5333"/>
                  </a:lnTo>
                  <a:lnTo>
                    <a:pt x="2055" y="5314"/>
                  </a:lnTo>
                  <a:lnTo>
                    <a:pt x="2114" y="5294"/>
                  </a:lnTo>
                  <a:lnTo>
                    <a:pt x="2154" y="5254"/>
                  </a:lnTo>
                  <a:lnTo>
                    <a:pt x="2174" y="5215"/>
                  </a:lnTo>
                  <a:lnTo>
                    <a:pt x="2174" y="5175"/>
                  </a:lnTo>
                  <a:lnTo>
                    <a:pt x="2134" y="5175"/>
                  </a:lnTo>
                  <a:lnTo>
                    <a:pt x="2095" y="5136"/>
                  </a:lnTo>
                  <a:lnTo>
                    <a:pt x="2055" y="5116"/>
                  </a:lnTo>
                  <a:lnTo>
                    <a:pt x="1996" y="5116"/>
                  </a:lnTo>
                  <a:lnTo>
                    <a:pt x="2016" y="5136"/>
                  </a:lnTo>
                  <a:lnTo>
                    <a:pt x="2016" y="5156"/>
                  </a:lnTo>
                  <a:lnTo>
                    <a:pt x="1976" y="5175"/>
                  </a:lnTo>
                  <a:lnTo>
                    <a:pt x="1956" y="5136"/>
                  </a:lnTo>
                  <a:lnTo>
                    <a:pt x="1917" y="5136"/>
                  </a:lnTo>
                  <a:lnTo>
                    <a:pt x="1877" y="5156"/>
                  </a:lnTo>
                  <a:lnTo>
                    <a:pt x="1877" y="5136"/>
                  </a:lnTo>
                  <a:lnTo>
                    <a:pt x="1877" y="5077"/>
                  </a:lnTo>
                  <a:lnTo>
                    <a:pt x="1937" y="5077"/>
                  </a:lnTo>
                  <a:lnTo>
                    <a:pt x="1956" y="5017"/>
                  </a:lnTo>
                  <a:lnTo>
                    <a:pt x="2055" y="5057"/>
                  </a:lnTo>
                  <a:lnTo>
                    <a:pt x="2068" y="5065"/>
                  </a:lnTo>
                  <a:lnTo>
                    <a:pt x="1976" y="4919"/>
                  </a:lnTo>
                  <a:lnTo>
                    <a:pt x="1917" y="4859"/>
                  </a:lnTo>
                  <a:lnTo>
                    <a:pt x="1877" y="4780"/>
                  </a:lnTo>
                  <a:lnTo>
                    <a:pt x="1917" y="4780"/>
                  </a:lnTo>
                  <a:lnTo>
                    <a:pt x="1956" y="4800"/>
                  </a:lnTo>
                  <a:lnTo>
                    <a:pt x="2016" y="4859"/>
                  </a:lnTo>
                  <a:lnTo>
                    <a:pt x="2075" y="4899"/>
                  </a:lnTo>
                  <a:lnTo>
                    <a:pt x="2174" y="4899"/>
                  </a:lnTo>
                  <a:lnTo>
                    <a:pt x="2154" y="4859"/>
                  </a:lnTo>
                  <a:lnTo>
                    <a:pt x="2114" y="4840"/>
                  </a:lnTo>
                  <a:lnTo>
                    <a:pt x="2095" y="4840"/>
                  </a:lnTo>
                  <a:lnTo>
                    <a:pt x="2075" y="4800"/>
                  </a:lnTo>
                  <a:lnTo>
                    <a:pt x="2095" y="4780"/>
                  </a:lnTo>
                  <a:lnTo>
                    <a:pt x="2114" y="4761"/>
                  </a:lnTo>
                  <a:lnTo>
                    <a:pt x="2114" y="4721"/>
                  </a:lnTo>
                  <a:lnTo>
                    <a:pt x="2075" y="4662"/>
                  </a:lnTo>
                  <a:lnTo>
                    <a:pt x="2055" y="4603"/>
                  </a:lnTo>
                  <a:lnTo>
                    <a:pt x="2016" y="4642"/>
                  </a:lnTo>
                  <a:lnTo>
                    <a:pt x="1996" y="4622"/>
                  </a:lnTo>
                  <a:lnTo>
                    <a:pt x="1996" y="4583"/>
                  </a:lnTo>
                  <a:lnTo>
                    <a:pt x="2016" y="4524"/>
                  </a:lnTo>
                  <a:lnTo>
                    <a:pt x="2035" y="4524"/>
                  </a:lnTo>
                  <a:lnTo>
                    <a:pt x="1996" y="4504"/>
                  </a:lnTo>
                  <a:lnTo>
                    <a:pt x="2016" y="4484"/>
                  </a:lnTo>
                  <a:lnTo>
                    <a:pt x="1996" y="4464"/>
                  </a:lnTo>
                  <a:lnTo>
                    <a:pt x="1976" y="4405"/>
                  </a:lnTo>
                  <a:lnTo>
                    <a:pt x="1976" y="4346"/>
                  </a:lnTo>
                  <a:lnTo>
                    <a:pt x="1956" y="4306"/>
                  </a:lnTo>
                  <a:lnTo>
                    <a:pt x="1937" y="4306"/>
                  </a:lnTo>
                  <a:lnTo>
                    <a:pt x="1937" y="4346"/>
                  </a:lnTo>
                  <a:lnTo>
                    <a:pt x="1956" y="4366"/>
                  </a:lnTo>
                  <a:lnTo>
                    <a:pt x="1956" y="4405"/>
                  </a:lnTo>
                  <a:lnTo>
                    <a:pt x="1937" y="4445"/>
                  </a:lnTo>
                  <a:lnTo>
                    <a:pt x="1897" y="4464"/>
                  </a:lnTo>
                  <a:lnTo>
                    <a:pt x="1877" y="4445"/>
                  </a:lnTo>
                  <a:lnTo>
                    <a:pt x="1858" y="4385"/>
                  </a:lnTo>
                  <a:lnTo>
                    <a:pt x="1818" y="4346"/>
                  </a:lnTo>
                  <a:lnTo>
                    <a:pt x="1779" y="4287"/>
                  </a:lnTo>
                  <a:lnTo>
                    <a:pt x="1759" y="4227"/>
                  </a:lnTo>
                  <a:lnTo>
                    <a:pt x="1739" y="4247"/>
                  </a:lnTo>
                  <a:lnTo>
                    <a:pt x="1719" y="4227"/>
                  </a:lnTo>
                  <a:lnTo>
                    <a:pt x="1700" y="4208"/>
                  </a:lnTo>
                  <a:lnTo>
                    <a:pt x="1700" y="4148"/>
                  </a:lnTo>
                  <a:lnTo>
                    <a:pt x="1719" y="4109"/>
                  </a:lnTo>
                  <a:lnTo>
                    <a:pt x="1739" y="4109"/>
                  </a:lnTo>
                  <a:lnTo>
                    <a:pt x="1779" y="4129"/>
                  </a:lnTo>
                  <a:lnTo>
                    <a:pt x="1818" y="4148"/>
                  </a:lnTo>
                  <a:lnTo>
                    <a:pt x="1838" y="4129"/>
                  </a:lnTo>
                  <a:lnTo>
                    <a:pt x="1877" y="4168"/>
                  </a:lnTo>
                  <a:lnTo>
                    <a:pt x="1877" y="4188"/>
                  </a:lnTo>
                  <a:lnTo>
                    <a:pt x="1897" y="4208"/>
                  </a:lnTo>
                  <a:lnTo>
                    <a:pt x="1937" y="4227"/>
                  </a:lnTo>
                  <a:lnTo>
                    <a:pt x="2035" y="4168"/>
                  </a:lnTo>
                  <a:lnTo>
                    <a:pt x="1996" y="4129"/>
                  </a:lnTo>
                  <a:lnTo>
                    <a:pt x="2016" y="4089"/>
                  </a:lnTo>
                  <a:lnTo>
                    <a:pt x="2035" y="4069"/>
                  </a:lnTo>
                  <a:lnTo>
                    <a:pt x="2035" y="4030"/>
                  </a:lnTo>
                  <a:lnTo>
                    <a:pt x="1996" y="4069"/>
                  </a:lnTo>
                  <a:lnTo>
                    <a:pt x="1956" y="4069"/>
                  </a:lnTo>
                  <a:lnTo>
                    <a:pt x="1956" y="4050"/>
                  </a:lnTo>
                  <a:lnTo>
                    <a:pt x="1976" y="4030"/>
                  </a:lnTo>
                  <a:lnTo>
                    <a:pt x="1858" y="4050"/>
                  </a:lnTo>
                  <a:lnTo>
                    <a:pt x="1877" y="4089"/>
                  </a:lnTo>
                  <a:lnTo>
                    <a:pt x="1897" y="4109"/>
                  </a:lnTo>
                  <a:lnTo>
                    <a:pt x="1917" y="4148"/>
                  </a:lnTo>
                  <a:lnTo>
                    <a:pt x="1897" y="4168"/>
                  </a:lnTo>
                  <a:lnTo>
                    <a:pt x="1858" y="4129"/>
                  </a:lnTo>
                  <a:lnTo>
                    <a:pt x="1798" y="4109"/>
                  </a:lnTo>
                  <a:lnTo>
                    <a:pt x="1759" y="4069"/>
                  </a:lnTo>
                  <a:lnTo>
                    <a:pt x="1739" y="4010"/>
                  </a:lnTo>
                  <a:lnTo>
                    <a:pt x="1759" y="4010"/>
                  </a:lnTo>
                  <a:lnTo>
                    <a:pt x="1779" y="4030"/>
                  </a:lnTo>
                  <a:lnTo>
                    <a:pt x="1798" y="4050"/>
                  </a:lnTo>
                  <a:lnTo>
                    <a:pt x="1798" y="4010"/>
                  </a:lnTo>
                  <a:lnTo>
                    <a:pt x="1779" y="3990"/>
                  </a:lnTo>
                  <a:lnTo>
                    <a:pt x="1759" y="3951"/>
                  </a:lnTo>
                  <a:lnTo>
                    <a:pt x="1759" y="3911"/>
                  </a:lnTo>
                  <a:lnTo>
                    <a:pt x="1818" y="3951"/>
                  </a:lnTo>
                  <a:lnTo>
                    <a:pt x="1858" y="3971"/>
                  </a:lnTo>
                  <a:lnTo>
                    <a:pt x="1897" y="3951"/>
                  </a:lnTo>
                  <a:lnTo>
                    <a:pt x="1798" y="3931"/>
                  </a:lnTo>
                  <a:lnTo>
                    <a:pt x="1838" y="3892"/>
                  </a:lnTo>
                  <a:lnTo>
                    <a:pt x="1858" y="3892"/>
                  </a:lnTo>
                  <a:lnTo>
                    <a:pt x="1838" y="3872"/>
                  </a:lnTo>
                  <a:lnTo>
                    <a:pt x="1779" y="3872"/>
                  </a:lnTo>
                  <a:lnTo>
                    <a:pt x="1779" y="3852"/>
                  </a:lnTo>
                  <a:lnTo>
                    <a:pt x="1798" y="3832"/>
                  </a:lnTo>
                  <a:lnTo>
                    <a:pt x="1838" y="3813"/>
                  </a:lnTo>
                  <a:lnTo>
                    <a:pt x="1818" y="3793"/>
                  </a:lnTo>
                  <a:lnTo>
                    <a:pt x="1818" y="3773"/>
                  </a:lnTo>
                  <a:lnTo>
                    <a:pt x="1779" y="3753"/>
                  </a:lnTo>
                  <a:lnTo>
                    <a:pt x="1759" y="3734"/>
                  </a:lnTo>
                  <a:lnTo>
                    <a:pt x="1739" y="3773"/>
                  </a:lnTo>
                  <a:lnTo>
                    <a:pt x="1640" y="3773"/>
                  </a:lnTo>
                  <a:lnTo>
                    <a:pt x="1601" y="3753"/>
                  </a:lnTo>
                  <a:lnTo>
                    <a:pt x="1601" y="3694"/>
                  </a:lnTo>
                  <a:lnTo>
                    <a:pt x="1581" y="3635"/>
                  </a:lnTo>
                  <a:lnTo>
                    <a:pt x="1601" y="3595"/>
                  </a:lnTo>
                  <a:lnTo>
                    <a:pt x="1640" y="3536"/>
                  </a:lnTo>
                  <a:lnTo>
                    <a:pt x="1581" y="3516"/>
                  </a:lnTo>
                  <a:lnTo>
                    <a:pt x="1621" y="3516"/>
                  </a:lnTo>
                  <a:lnTo>
                    <a:pt x="1621" y="3477"/>
                  </a:lnTo>
                  <a:lnTo>
                    <a:pt x="1621" y="3437"/>
                  </a:lnTo>
                  <a:lnTo>
                    <a:pt x="1660" y="3437"/>
                  </a:lnTo>
                  <a:lnTo>
                    <a:pt x="1660" y="3477"/>
                  </a:lnTo>
                  <a:lnTo>
                    <a:pt x="1700" y="3516"/>
                  </a:lnTo>
                  <a:lnTo>
                    <a:pt x="1719" y="3536"/>
                  </a:lnTo>
                  <a:lnTo>
                    <a:pt x="1759" y="3536"/>
                  </a:lnTo>
                  <a:lnTo>
                    <a:pt x="1779" y="3516"/>
                  </a:lnTo>
                  <a:lnTo>
                    <a:pt x="1798" y="3497"/>
                  </a:lnTo>
                  <a:lnTo>
                    <a:pt x="1858" y="3516"/>
                  </a:lnTo>
                  <a:lnTo>
                    <a:pt x="1858" y="3516"/>
                  </a:lnTo>
                  <a:lnTo>
                    <a:pt x="1838" y="3497"/>
                  </a:lnTo>
                  <a:lnTo>
                    <a:pt x="1798" y="3477"/>
                  </a:lnTo>
                  <a:lnTo>
                    <a:pt x="1739" y="3497"/>
                  </a:lnTo>
                  <a:lnTo>
                    <a:pt x="1700" y="3477"/>
                  </a:lnTo>
                  <a:lnTo>
                    <a:pt x="1719" y="3457"/>
                  </a:lnTo>
                  <a:lnTo>
                    <a:pt x="1719" y="3437"/>
                  </a:lnTo>
                  <a:lnTo>
                    <a:pt x="1739" y="3418"/>
                  </a:lnTo>
                  <a:lnTo>
                    <a:pt x="1779" y="3418"/>
                  </a:lnTo>
                  <a:lnTo>
                    <a:pt x="1759" y="3378"/>
                  </a:lnTo>
                  <a:lnTo>
                    <a:pt x="1739" y="3358"/>
                  </a:lnTo>
                  <a:lnTo>
                    <a:pt x="1700" y="3339"/>
                  </a:lnTo>
                  <a:lnTo>
                    <a:pt x="1700" y="3319"/>
                  </a:lnTo>
                  <a:lnTo>
                    <a:pt x="1818" y="3319"/>
                  </a:lnTo>
                  <a:lnTo>
                    <a:pt x="1818" y="3299"/>
                  </a:lnTo>
                  <a:lnTo>
                    <a:pt x="1818" y="3279"/>
                  </a:lnTo>
                  <a:lnTo>
                    <a:pt x="1838" y="3260"/>
                  </a:lnTo>
                  <a:lnTo>
                    <a:pt x="1779" y="3260"/>
                  </a:lnTo>
                  <a:lnTo>
                    <a:pt x="1779" y="3279"/>
                  </a:lnTo>
                  <a:lnTo>
                    <a:pt x="1759" y="3260"/>
                  </a:lnTo>
                  <a:lnTo>
                    <a:pt x="1739" y="3240"/>
                  </a:lnTo>
                  <a:lnTo>
                    <a:pt x="1739" y="3200"/>
                  </a:lnTo>
                  <a:lnTo>
                    <a:pt x="1719" y="3181"/>
                  </a:lnTo>
                  <a:lnTo>
                    <a:pt x="1739" y="3161"/>
                  </a:lnTo>
                  <a:lnTo>
                    <a:pt x="1739" y="3121"/>
                  </a:lnTo>
                  <a:lnTo>
                    <a:pt x="1739" y="3082"/>
                  </a:lnTo>
                  <a:lnTo>
                    <a:pt x="1739" y="3042"/>
                  </a:lnTo>
                  <a:lnTo>
                    <a:pt x="1700" y="3062"/>
                  </a:lnTo>
                  <a:lnTo>
                    <a:pt x="1680" y="3062"/>
                  </a:lnTo>
                  <a:lnTo>
                    <a:pt x="1680" y="3082"/>
                  </a:lnTo>
                  <a:lnTo>
                    <a:pt x="1700" y="3102"/>
                  </a:lnTo>
                  <a:lnTo>
                    <a:pt x="1719" y="3121"/>
                  </a:lnTo>
                  <a:lnTo>
                    <a:pt x="1719" y="3141"/>
                  </a:lnTo>
                  <a:lnTo>
                    <a:pt x="1680" y="3161"/>
                  </a:lnTo>
                  <a:lnTo>
                    <a:pt x="1640" y="3102"/>
                  </a:lnTo>
                  <a:lnTo>
                    <a:pt x="1621" y="3022"/>
                  </a:lnTo>
                  <a:lnTo>
                    <a:pt x="1601" y="2924"/>
                  </a:lnTo>
                  <a:lnTo>
                    <a:pt x="1561" y="2864"/>
                  </a:lnTo>
                  <a:lnTo>
                    <a:pt x="1581" y="2825"/>
                  </a:lnTo>
                  <a:lnTo>
                    <a:pt x="1700" y="2825"/>
                  </a:lnTo>
                  <a:lnTo>
                    <a:pt x="1700" y="2864"/>
                  </a:lnTo>
                  <a:lnTo>
                    <a:pt x="1700" y="2904"/>
                  </a:lnTo>
                  <a:lnTo>
                    <a:pt x="1700" y="2943"/>
                  </a:lnTo>
                  <a:lnTo>
                    <a:pt x="1719" y="2983"/>
                  </a:lnTo>
                  <a:lnTo>
                    <a:pt x="1719" y="2924"/>
                  </a:lnTo>
                  <a:lnTo>
                    <a:pt x="1719" y="2864"/>
                  </a:lnTo>
                  <a:lnTo>
                    <a:pt x="1700" y="2785"/>
                  </a:lnTo>
                  <a:lnTo>
                    <a:pt x="1640" y="2746"/>
                  </a:lnTo>
                  <a:lnTo>
                    <a:pt x="1660" y="2706"/>
                  </a:lnTo>
                  <a:lnTo>
                    <a:pt x="1680" y="2687"/>
                  </a:lnTo>
                  <a:lnTo>
                    <a:pt x="1719" y="2647"/>
                  </a:lnTo>
                  <a:lnTo>
                    <a:pt x="1779" y="2608"/>
                  </a:lnTo>
                  <a:lnTo>
                    <a:pt x="1779" y="2568"/>
                  </a:lnTo>
                  <a:lnTo>
                    <a:pt x="1779" y="2548"/>
                  </a:lnTo>
                  <a:lnTo>
                    <a:pt x="1719" y="2568"/>
                  </a:lnTo>
                  <a:lnTo>
                    <a:pt x="1680" y="2588"/>
                  </a:lnTo>
                  <a:lnTo>
                    <a:pt x="1660" y="2568"/>
                  </a:lnTo>
                  <a:lnTo>
                    <a:pt x="1660" y="2548"/>
                  </a:lnTo>
                  <a:lnTo>
                    <a:pt x="1680" y="2509"/>
                  </a:lnTo>
                  <a:lnTo>
                    <a:pt x="1640" y="2509"/>
                  </a:lnTo>
                  <a:lnTo>
                    <a:pt x="1640" y="2529"/>
                  </a:lnTo>
                  <a:lnTo>
                    <a:pt x="1621" y="2529"/>
                  </a:lnTo>
                  <a:lnTo>
                    <a:pt x="1601" y="2509"/>
                  </a:lnTo>
                  <a:lnTo>
                    <a:pt x="1601" y="2489"/>
                  </a:lnTo>
                  <a:lnTo>
                    <a:pt x="1621" y="2469"/>
                  </a:lnTo>
                  <a:lnTo>
                    <a:pt x="1660" y="2469"/>
                  </a:lnTo>
                  <a:lnTo>
                    <a:pt x="1640" y="2450"/>
                  </a:lnTo>
                  <a:lnTo>
                    <a:pt x="1640" y="2430"/>
                  </a:lnTo>
                  <a:lnTo>
                    <a:pt x="1680" y="2390"/>
                  </a:lnTo>
                  <a:lnTo>
                    <a:pt x="1719" y="2371"/>
                  </a:lnTo>
                  <a:lnTo>
                    <a:pt x="1700" y="2351"/>
                  </a:lnTo>
                  <a:lnTo>
                    <a:pt x="1680" y="2331"/>
                  </a:lnTo>
                  <a:lnTo>
                    <a:pt x="1660" y="2331"/>
                  </a:lnTo>
                  <a:lnTo>
                    <a:pt x="1660" y="2351"/>
                  </a:lnTo>
                  <a:lnTo>
                    <a:pt x="1660" y="2371"/>
                  </a:lnTo>
                  <a:lnTo>
                    <a:pt x="1621" y="2371"/>
                  </a:lnTo>
                  <a:lnTo>
                    <a:pt x="1581" y="2351"/>
                  </a:lnTo>
                  <a:lnTo>
                    <a:pt x="1522" y="2311"/>
                  </a:lnTo>
                  <a:lnTo>
                    <a:pt x="1542" y="2311"/>
                  </a:lnTo>
                  <a:lnTo>
                    <a:pt x="1542" y="2292"/>
                  </a:lnTo>
                  <a:lnTo>
                    <a:pt x="1542" y="2252"/>
                  </a:lnTo>
                  <a:lnTo>
                    <a:pt x="1581" y="2252"/>
                  </a:lnTo>
                  <a:lnTo>
                    <a:pt x="1581" y="2272"/>
                  </a:lnTo>
                  <a:lnTo>
                    <a:pt x="1601" y="2311"/>
                  </a:lnTo>
                  <a:lnTo>
                    <a:pt x="1621" y="2311"/>
                  </a:lnTo>
                  <a:lnTo>
                    <a:pt x="1621" y="2252"/>
                  </a:lnTo>
                  <a:lnTo>
                    <a:pt x="1601" y="2272"/>
                  </a:lnTo>
                  <a:lnTo>
                    <a:pt x="1542" y="2193"/>
                  </a:lnTo>
                  <a:lnTo>
                    <a:pt x="1542" y="2213"/>
                  </a:lnTo>
                  <a:lnTo>
                    <a:pt x="1502" y="2232"/>
                  </a:lnTo>
                  <a:lnTo>
                    <a:pt x="1463" y="2213"/>
                  </a:lnTo>
                  <a:lnTo>
                    <a:pt x="1443" y="2193"/>
                  </a:lnTo>
                  <a:lnTo>
                    <a:pt x="1463" y="2114"/>
                  </a:lnTo>
                  <a:lnTo>
                    <a:pt x="1502" y="2094"/>
                  </a:lnTo>
                  <a:lnTo>
                    <a:pt x="1542" y="2094"/>
                  </a:lnTo>
                  <a:lnTo>
                    <a:pt x="1502" y="2074"/>
                  </a:lnTo>
                  <a:lnTo>
                    <a:pt x="1463" y="2055"/>
                  </a:lnTo>
                  <a:lnTo>
                    <a:pt x="1443" y="1976"/>
                  </a:lnTo>
                  <a:lnTo>
                    <a:pt x="1423" y="1995"/>
                  </a:lnTo>
                  <a:lnTo>
                    <a:pt x="1403" y="1995"/>
                  </a:lnTo>
                  <a:lnTo>
                    <a:pt x="1344" y="1976"/>
                  </a:lnTo>
                  <a:lnTo>
                    <a:pt x="1423" y="1877"/>
                  </a:lnTo>
                  <a:lnTo>
                    <a:pt x="1443" y="1916"/>
                  </a:lnTo>
                  <a:lnTo>
                    <a:pt x="1463" y="1916"/>
                  </a:lnTo>
                  <a:lnTo>
                    <a:pt x="1502" y="1877"/>
                  </a:lnTo>
                  <a:lnTo>
                    <a:pt x="1542" y="1877"/>
                  </a:lnTo>
                  <a:lnTo>
                    <a:pt x="1581" y="1897"/>
                  </a:lnTo>
                  <a:lnTo>
                    <a:pt x="1601" y="1936"/>
                  </a:lnTo>
                  <a:lnTo>
                    <a:pt x="1581" y="1995"/>
                  </a:lnTo>
                  <a:lnTo>
                    <a:pt x="1621" y="1956"/>
                  </a:lnTo>
                  <a:lnTo>
                    <a:pt x="1621" y="1936"/>
                  </a:lnTo>
                  <a:lnTo>
                    <a:pt x="1621" y="1916"/>
                  </a:lnTo>
                  <a:lnTo>
                    <a:pt x="1601" y="1897"/>
                  </a:lnTo>
                  <a:lnTo>
                    <a:pt x="1561" y="1857"/>
                  </a:lnTo>
                  <a:lnTo>
                    <a:pt x="1542" y="1837"/>
                  </a:lnTo>
                  <a:lnTo>
                    <a:pt x="1561" y="1798"/>
                  </a:lnTo>
                  <a:lnTo>
                    <a:pt x="1601" y="1798"/>
                  </a:lnTo>
                  <a:lnTo>
                    <a:pt x="1621" y="1818"/>
                  </a:lnTo>
                  <a:lnTo>
                    <a:pt x="1601" y="1778"/>
                  </a:lnTo>
                  <a:lnTo>
                    <a:pt x="1581" y="1739"/>
                  </a:lnTo>
                  <a:lnTo>
                    <a:pt x="1601" y="1719"/>
                  </a:lnTo>
                  <a:lnTo>
                    <a:pt x="1542" y="1739"/>
                  </a:lnTo>
                  <a:lnTo>
                    <a:pt x="1502" y="1739"/>
                  </a:lnTo>
                  <a:lnTo>
                    <a:pt x="1463" y="1719"/>
                  </a:lnTo>
                  <a:lnTo>
                    <a:pt x="1542" y="1640"/>
                  </a:lnTo>
                  <a:lnTo>
                    <a:pt x="1542" y="1620"/>
                  </a:lnTo>
                  <a:lnTo>
                    <a:pt x="1542" y="1600"/>
                  </a:lnTo>
                  <a:lnTo>
                    <a:pt x="1443" y="1600"/>
                  </a:lnTo>
                  <a:lnTo>
                    <a:pt x="1403" y="1561"/>
                  </a:lnTo>
                  <a:lnTo>
                    <a:pt x="1344" y="1620"/>
                  </a:lnTo>
                  <a:lnTo>
                    <a:pt x="1305" y="1600"/>
                  </a:lnTo>
                  <a:lnTo>
                    <a:pt x="1305" y="1640"/>
                  </a:lnTo>
                  <a:lnTo>
                    <a:pt x="1265" y="1640"/>
                  </a:lnTo>
                  <a:lnTo>
                    <a:pt x="1245" y="1620"/>
                  </a:lnTo>
                  <a:lnTo>
                    <a:pt x="1226" y="1581"/>
                  </a:lnTo>
                  <a:lnTo>
                    <a:pt x="1206" y="1561"/>
                  </a:lnTo>
                  <a:lnTo>
                    <a:pt x="1245" y="1482"/>
                  </a:lnTo>
                  <a:lnTo>
                    <a:pt x="1305" y="1423"/>
                  </a:lnTo>
                  <a:lnTo>
                    <a:pt x="1384" y="1423"/>
                  </a:lnTo>
                  <a:lnTo>
                    <a:pt x="1463" y="1462"/>
                  </a:lnTo>
                  <a:lnTo>
                    <a:pt x="1542" y="1482"/>
                  </a:lnTo>
                  <a:lnTo>
                    <a:pt x="1640" y="1482"/>
                  </a:lnTo>
                  <a:lnTo>
                    <a:pt x="1601" y="1363"/>
                  </a:lnTo>
                  <a:lnTo>
                    <a:pt x="1581" y="1284"/>
                  </a:lnTo>
                  <a:lnTo>
                    <a:pt x="1601" y="1245"/>
                  </a:lnTo>
                  <a:lnTo>
                    <a:pt x="1561" y="1205"/>
                  </a:lnTo>
                  <a:lnTo>
                    <a:pt x="1522" y="1186"/>
                  </a:lnTo>
                  <a:lnTo>
                    <a:pt x="1384" y="1186"/>
                  </a:lnTo>
                  <a:lnTo>
                    <a:pt x="1384" y="1146"/>
                  </a:lnTo>
                  <a:lnTo>
                    <a:pt x="1403" y="1126"/>
                  </a:lnTo>
                  <a:lnTo>
                    <a:pt x="1443" y="1166"/>
                  </a:lnTo>
                  <a:lnTo>
                    <a:pt x="1384" y="1047"/>
                  </a:lnTo>
                  <a:lnTo>
                    <a:pt x="1364" y="988"/>
                  </a:lnTo>
                  <a:lnTo>
                    <a:pt x="1364" y="929"/>
                  </a:lnTo>
                  <a:lnTo>
                    <a:pt x="1324" y="889"/>
                  </a:lnTo>
                  <a:lnTo>
                    <a:pt x="1285" y="889"/>
                  </a:lnTo>
                  <a:lnTo>
                    <a:pt x="1186" y="909"/>
                  </a:lnTo>
                  <a:lnTo>
                    <a:pt x="1166" y="850"/>
                  </a:lnTo>
                  <a:lnTo>
                    <a:pt x="1107" y="850"/>
                  </a:lnTo>
                  <a:lnTo>
                    <a:pt x="1107" y="810"/>
                  </a:lnTo>
                  <a:lnTo>
                    <a:pt x="1107" y="751"/>
                  </a:lnTo>
                  <a:lnTo>
                    <a:pt x="1147" y="771"/>
                  </a:lnTo>
                  <a:lnTo>
                    <a:pt x="1166" y="771"/>
                  </a:lnTo>
                  <a:lnTo>
                    <a:pt x="1186" y="751"/>
                  </a:lnTo>
                  <a:lnTo>
                    <a:pt x="1186" y="712"/>
                  </a:lnTo>
                  <a:lnTo>
                    <a:pt x="1166" y="672"/>
                  </a:lnTo>
                  <a:lnTo>
                    <a:pt x="1147" y="652"/>
                  </a:lnTo>
                  <a:lnTo>
                    <a:pt x="1226" y="672"/>
                  </a:lnTo>
                  <a:lnTo>
                    <a:pt x="1245" y="692"/>
                  </a:lnTo>
                  <a:lnTo>
                    <a:pt x="1245" y="712"/>
                  </a:lnTo>
                  <a:lnTo>
                    <a:pt x="1206" y="731"/>
                  </a:lnTo>
                  <a:lnTo>
                    <a:pt x="1265" y="791"/>
                  </a:lnTo>
                  <a:lnTo>
                    <a:pt x="1245" y="731"/>
                  </a:lnTo>
                  <a:lnTo>
                    <a:pt x="1285" y="692"/>
                  </a:lnTo>
                  <a:lnTo>
                    <a:pt x="1324" y="672"/>
                  </a:lnTo>
                  <a:lnTo>
                    <a:pt x="1403" y="672"/>
                  </a:lnTo>
                  <a:lnTo>
                    <a:pt x="1384" y="652"/>
                  </a:lnTo>
                  <a:lnTo>
                    <a:pt x="1364" y="632"/>
                  </a:lnTo>
                  <a:lnTo>
                    <a:pt x="1324" y="652"/>
                  </a:lnTo>
                  <a:lnTo>
                    <a:pt x="1305" y="672"/>
                  </a:lnTo>
                  <a:lnTo>
                    <a:pt x="1285" y="652"/>
                  </a:lnTo>
                  <a:lnTo>
                    <a:pt x="1265" y="632"/>
                  </a:lnTo>
                  <a:lnTo>
                    <a:pt x="1324" y="593"/>
                  </a:lnTo>
                  <a:lnTo>
                    <a:pt x="1344" y="534"/>
                  </a:lnTo>
                  <a:lnTo>
                    <a:pt x="1344" y="455"/>
                  </a:lnTo>
                  <a:lnTo>
                    <a:pt x="1344" y="415"/>
                  </a:lnTo>
                  <a:lnTo>
                    <a:pt x="1344" y="376"/>
                  </a:lnTo>
                  <a:lnTo>
                    <a:pt x="1324" y="395"/>
                  </a:lnTo>
                  <a:lnTo>
                    <a:pt x="1305" y="395"/>
                  </a:lnTo>
                  <a:lnTo>
                    <a:pt x="1285" y="376"/>
                  </a:lnTo>
                  <a:lnTo>
                    <a:pt x="1245" y="356"/>
                  </a:lnTo>
                  <a:lnTo>
                    <a:pt x="1186" y="356"/>
                  </a:lnTo>
                  <a:lnTo>
                    <a:pt x="1147" y="336"/>
                  </a:lnTo>
                  <a:lnTo>
                    <a:pt x="1127" y="316"/>
                  </a:lnTo>
                  <a:lnTo>
                    <a:pt x="1127" y="277"/>
                  </a:lnTo>
                  <a:lnTo>
                    <a:pt x="1087" y="297"/>
                  </a:lnTo>
                  <a:lnTo>
                    <a:pt x="1068" y="336"/>
                  </a:lnTo>
                  <a:lnTo>
                    <a:pt x="1068" y="415"/>
                  </a:lnTo>
                  <a:lnTo>
                    <a:pt x="1008" y="415"/>
                  </a:lnTo>
                  <a:lnTo>
                    <a:pt x="969" y="435"/>
                  </a:lnTo>
                  <a:lnTo>
                    <a:pt x="890" y="376"/>
                  </a:lnTo>
                  <a:lnTo>
                    <a:pt x="811" y="316"/>
                  </a:lnTo>
                  <a:lnTo>
                    <a:pt x="870" y="316"/>
                  </a:lnTo>
                  <a:lnTo>
                    <a:pt x="771" y="218"/>
                  </a:lnTo>
                  <a:lnTo>
                    <a:pt x="850" y="178"/>
                  </a:lnTo>
                  <a:lnTo>
                    <a:pt x="910" y="198"/>
                  </a:lnTo>
                  <a:lnTo>
                    <a:pt x="910" y="119"/>
                  </a:lnTo>
                  <a:lnTo>
                    <a:pt x="890" y="60"/>
                  </a:lnTo>
                  <a:lnTo>
                    <a:pt x="890" y="40"/>
                  </a:lnTo>
                  <a:lnTo>
                    <a:pt x="949" y="20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17"/>
            <p:cNvSpPr/>
            <p:nvPr/>
          </p:nvSpPr>
          <p:spPr>
            <a:xfrm>
              <a:off x="4697795" y="-2082738"/>
              <a:ext cx="789" cy="752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17"/>
            <p:cNvSpPr/>
            <p:nvPr/>
          </p:nvSpPr>
          <p:spPr>
            <a:xfrm>
              <a:off x="4509953" y="-1421173"/>
              <a:ext cx="679402" cy="664554"/>
            </a:xfrm>
            <a:custGeom>
              <a:rect b="b" l="l" r="r" t="t"/>
              <a:pathLst>
                <a:path extrusionOk="0" h="17679" w="18074">
                  <a:moveTo>
                    <a:pt x="3892" y="0"/>
                  </a:moveTo>
                  <a:lnTo>
                    <a:pt x="3832" y="40"/>
                  </a:lnTo>
                  <a:lnTo>
                    <a:pt x="3734" y="139"/>
                  </a:lnTo>
                  <a:lnTo>
                    <a:pt x="3635" y="277"/>
                  </a:lnTo>
                  <a:lnTo>
                    <a:pt x="3516" y="455"/>
                  </a:lnTo>
                  <a:lnTo>
                    <a:pt x="3240" y="948"/>
                  </a:lnTo>
                  <a:lnTo>
                    <a:pt x="2924" y="1580"/>
                  </a:lnTo>
                  <a:lnTo>
                    <a:pt x="2588" y="2311"/>
                  </a:lnTo>
                  <a:lnTo>
                    <a:pt x="2232" y="3141"/>
                  </a:lnTo>
                  <a:lnTo>
                    <a:pt x="1877" y="4010"/>
                  </a:lnTo>
                  <a:lnTo>
                    <a:pt x="1521" y="4938"/>
                  </a:lnTo>
                  <a:lnTo>
                    <a:pt x="1166" y="5847"/>
                  </a:lnTo>
                  <a:lnTo>
                    <a:pt x="850" y="6736"/>
                  </a:lnTo>
                  <a:lnTo>
                    <a:pt x="573" y="7565"/>
                  </a:lnTo>
                  <a:lnTo>
                    <a:pt x="336" y="8316"/>
                  </a:lnTo>
                  <a:lnTo>
                    <a:pt x="158" y="8968"/>
                  </a:lnTo>
                  <a:lnTo>
                    <a:pt x="40" y="9481"/>
                  </a:lnTo>
                  <a:lnTo>
                    <a:pt x="20" y="9679"/>
                  </a:lnTo>
                  <a:lnTo>
                    <a:pt x="0" y="9837"/>
                  </a:lnTo>
                  <a:lnTo>
                    <a:pt x="20" y="9936"/>
                  </a:lnTo>
                  <a:lnTo>
                    <a:pt x="40" y="9975"/>
                  </a:lnTo>
                  <a:lnTo>
                    <a:pt x="60" y="9995"/>
                  </a:lnTo>
                  <a:lnTo>
                    <a:pt x="2272" y="11318"/>
                  </a:lnTo>
                  <a:lnTo>
                    <a:pt x="6578" y="13945"/>
                  </a:lnTo>
                  <a:lnTo>
                    <a:pt x="12701" y="17678"/>
                  </a:lnTo>
                  <a:lnTo>
                    <a:pt x="18074" y="4148"/>
                  </a:lnTo>
                  <a:lnTo>
                    <a:pt x="15960" y="3477"/>
                  </a:lnTo>
                  <a:lnTo>
                    <a:pt x="11239" y="2035"/>
                  </a:lnTo>
                  <a:lnTo>
                    <a:pt x="8691" y="1264"/>
                  </a:lnTo>
                  <a:lnTo>
                    <a:pt x="6400" y="613"/>
                  </a:lnTo>
                  <a:lnTo>
                    <a:pt x="5472" y="356"/>
                  </a:lnTo>
                  <a:lnTo>
                    <a:pt x="4701" y="158"/>
                  </a:lnTo>
                  <a:lnTo>
                    <a:pt x="4168" y="40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17"/>
            <p:cNvSpPr/>
            <p:nvPr/>
          </p:nvSpPr>
          <p:spPr>
            <a:xfrm>
              <a:off x="4648062" y="-2474775"/>
              <a:ext cx="642263" cy="596967"/>
            </a:xfrm>
            <a:custGeom>
              <a:rect b="b" l="l" r="r" t="t"/>
              <a:pathLst>
                <a:path extrusionOk="0" h="15881" w="17086">
                  <a:moveTo>
                    <a:pt x="12345" y="0"/>
                  </a:moveTo>
                  <a:lnTo>
                    <a:pt x="0" y="4444"/>
                  </a:lnTo>
                  <a:lnTo>
                    <a:pt x="1699" y="15802"/>
                  </a:lnTo>
                  <a:lnTo>
                    <a:pt x="1778" y="15821"/>
                  </a:lnTo>
                  <a:lnTo>
                    <a:pt x="1936" y="15861"/>
                  </a:lnTo>
                  <a:lnTo>
                    <a:pt x="2173" y="15861"/>
                  </a:lnTo>
                  <a:lnTo>
                    <a:pt x="2469" y="15881"/>
                  </a:lnTo>
                  <a:lnTo>
                    <a:pt x="3259" y="15861"/>
                  </a:lnTo>
                  <a:lnTo>
                    <a:pt x="4267" y="15802"/>
                  </a:lnTo>
                  <a:lnTo>
                    <a:pt x="5452" y="15723"/>
                  </a:lnTo>
                  <a:lnTo>
                    <a:pt x="6736" y="15644"/>
                  </a:lnTo>
                  <a:lnTo>
                    <a:pt x="9541" y="15407"/>
                  </a:lnTo>
                  <a:lnTo>
                    <a:pt x="12326" y="15170"/>
                  </a:lnTo>
                  <a:lnTo>
                    <a:pt x="14735" y="14933"/>
                  </a:lnTo>
                  <a:lnTo>
                    <a:pt x="17086" y="14696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7" name="Google Shape;4457;p17"/>
          <p:cNvGrpSpPr/>
          <p:nvPr/>
        </p:nvGrpSpPr>
        <p:grpSpPr>
          <a:xfrm rot="5206693">
            <a:off x="-223191" y="1768284"/>
            <a:ext cx="898147" cy="766755"/>
            <a:chOff x="-252625" y="2918525"/>
            <a:chExt cx="898165" cy="766770"/>
          </a:xfrm>
        </p:grpSpPr>
        <p:sp>
          <p:nvSpPr>
            <p:cNvPr id="4458" name="Google Shape;4458;p17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17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17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17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17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17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17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17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17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17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17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17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17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17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17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17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17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17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17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17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17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17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17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17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17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17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17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17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17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17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17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17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17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17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17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17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4" name="Google Shape;4494;p17"/>
          <p:cNvGrpSpPr/>
          <p:nvPr/>
        </p:nvGrpSpPr>
        <p:grpSpPr>
          <a:xfrm rot="-8999956">
            <a:off x="8307665" y="-235508"/>
            <a:ext cx="898145" cy="766753"/>
            <a:chOff x="-252625" y="2918525"/>
            <a:chExt cx="898165" cy="766770"/>
          </a:xfrm>
        </p:grpSpPr>
        <p:sp>
          <p:nvSpPr>
            <p:cNvPr id="4495" name="Google Shape;4495;p17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17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17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17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17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17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17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17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17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17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17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17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17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17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17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17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17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17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17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17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17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17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17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17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17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17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17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17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17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17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17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17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17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17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17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17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22_1_1">
    <p:spTree>
      <p:nvGrpSpPr>
        <p:cNvPr id="4531" name="Shape 4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32" name="Google Shape;4532;p18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4533" name="Google Shape;4533;p18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18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18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18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18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18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18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18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18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18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18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18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18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18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18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18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18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18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18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18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18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18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18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18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18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18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18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18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18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18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18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18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18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18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18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18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18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18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18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18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18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18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18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18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18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18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18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18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18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18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18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18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18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18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18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18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18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18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18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18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18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18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18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18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18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18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18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18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18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18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18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18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18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18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18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18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18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18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18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18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18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18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18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18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18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18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18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18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18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18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18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18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18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18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18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18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18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18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18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18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18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18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18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18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18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18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18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18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18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18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18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18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18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18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18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18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18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50" name="Google Shape;4650;p18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1" name="Google Shape;4651;p18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4652" name="Google Shape;4652;p18"/>
          <p:cNvGrpSpPr/>
          <p:nvPr/>
        </p:nvGrpSpPr>
        <p:grpSpPr>
          <a:xfrm flipH="1" rot="8996689">
            <a:off x="8171788" y="-231753"/>
            <a:ext cx="1294810" cy="1351125"/>
            <a:chOff x="8465725" y="2863051"/>
            <a:chExt cx="1956212" cy="2041561"/>
          </a:xfrm>
        </p:grpSpPr>
        <p:sp>
          <p:nvSpPr>
            <p:cNvPr id="4653" name="Google Shape;4653;p18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18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18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18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18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18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18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18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18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18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18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18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18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18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18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18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18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18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18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18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18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18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18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18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18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18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18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18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18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18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18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18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18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18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18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18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18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18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18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18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18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18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18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18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7" name="Google Shape;4697;p18"/>
          <p:cNvGrpSpPr/>
          <p:nvPr/>
        </p:nvGrpSpPr>
        <p:grpSpPr>
          <a:xfrm rot="682371">
            <a:off x="8365164" y="4250402"/>
            <a:ext cx="1047295" cy="979635"/>
            <a:chOff x="-252624" y="1601574"/>
            <a:chExt cx="1047258" cy="979600"/>
          </a:xfrm>
        </p:grpSpPr>
        <p:sp>
          <p:nvSpPr>
            <p:cNvPr id="4698" name="Google Shape;4698;p18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18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18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18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18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18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18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18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18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18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18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18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18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1" name="Google Shape;4711;p18"/>
          <p:cNvGrpSpPr/>
          <p:nvPr/>
        </p:nvGrpSpPr>
        <p:grpSpPr>
          <a:xfrm>
            <a:off x="0" y="-243437"/>
            <a:ext cx="925639" cy="688028"/>
            <a:chOff x="8588925" y="2091476"/>
            <a:chExt cx="925639" cy="688028"/>
          </a:xfrm>
        </p:grpSpPr>
        <p:sp>
          <p:nvSpPr>
            <p:cNvPr id="4712" name="Google Shape;4712;p18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18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18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18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18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18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18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18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18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18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18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18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18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18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6" name="Google Shape;4726;p18"/>
          <p:cNvGrpSpPr/>
          <p:nvPr/>
        </p:nvGrpSpPr>
        <p:grpSpPr>
          <a:xfrm rot="9148113">
            <a:off x="-532750" y="3937768"/>
            <a:ext cx="1363117" cy="1433365"/>
            <a:chOff x="8529150" y="-173700"/>
            <a:chExt cx="1669089" cy="1754724"/>
          </a:xfrm>
        </p:grpSpPr>
        <p:sp>
          <p:nvSpPr>
            <p:cNvPr id="4727" name="Google Shape;4727;p18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18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18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18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18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18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18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18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18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18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18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18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18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18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18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18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18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18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18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18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18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18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18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18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18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18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18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18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18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18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18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18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18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18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18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18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18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18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18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18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18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18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4">
    <p:spTree>
      <p:nvGrpSpPr>
        <p:cNvPr id="4769" name="Shape 4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70" name="Google Shape;4770;p19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4771" name="Google Shape;4771;p19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19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19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19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19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19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19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19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19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19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19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19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19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19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19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19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19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19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19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19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19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19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19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19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19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19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19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19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19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19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19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19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19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19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19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19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19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19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19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19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19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19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19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19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19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19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19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19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19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19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19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19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19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19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19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19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19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19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19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19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19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19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19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19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19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19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19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19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19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19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19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19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19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19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19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19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19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19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19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19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19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19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19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19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19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19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19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19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19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19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19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19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19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19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19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19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19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19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19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19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19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19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19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19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19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19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19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19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19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19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19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19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19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19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19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19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19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8" name="Google Shape;4888;p19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9" name="Google Shape;4889;p19"/>
          <p:cNvSpPr txBox="1"/>
          <p:nvPr>
            <p:ph type="title"/>
          </p:nvPr>
        </p:nvSpPr>
        <p:spPr>
          <a:xfrm>
            <a:off x="1462724" y="1379650"/>
            <a:ext cx="2613900" cy="10059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4890" name="Google Shape;4890;p19"/>
          <p:cNvSpPr txBox="1"/>
          <p:nvPr>
            <p:ph idx="1" type="subTitle"/>
          </p:nvPr>
        </p:nvSpPr>
        <p:spPr>
          <a:xfrm>
            <a:off x="1463163" y="2300750"/>
            <a:ext cx="26130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891" name="Google Shape;4891;p19"/>
          <p:cNvGrpSpPr/>
          <p:nvPr/>
        </p:nvGrpSpPr>
        <p:grpSpPr>
          <a:xfrm flipH="1" rot="-1282427">
            <a:off x="-345303" y="4000189"/>
            <a:ext cx="1294657" cy="1350951"/>
            <a:chOff x="8465725" y="2863051"/>
            <a:chExt cx="1956212" cy="2041561"/>
          </a:xfrm>
        </p:grpSpPr>
        <p:sp>
          <p:nvSpPr>
            <p:cNvPr id="4892" name="Google Shape;4892;p19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19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19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19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19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19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19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19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19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19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19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19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19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19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19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19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19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19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19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19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19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19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19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19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19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19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19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19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19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19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19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19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19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19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19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19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19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19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19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19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19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19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19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19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6" name="Google Shape;4936;p19"/>
          <p:cNvGrpSpPr/>
          <p:nvPr/>
        </p:nvGrpSpPr>
        <p:grpSpPr>
          <a:xfrm>
            <a:off x="-211750" y="25351"/>
            <a:ext cx="925639" cy="688028"/>
            <a:chOff x="8588925" y="2091476"/>
            <a:chExt cx="925639" cy="688028"/>
          </a:xfrm>
        </p:grpSpPr>
        <p:sp>
          <p:nvSpPr>
            <p:cNvPr id="4937" name="Google Shape;4937;p19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19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19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19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19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19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19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19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19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19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19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19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19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19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1" name="Google Shape;4951;p19"/>
          <p:cNvGrpSpPr/>
          <p:nvPr/>
        </p:nvGrpSpPr>
        <p:grpSpPr>
          <a:xfrm>
            <a:off x="6573400" y="-227275"/>
            <a:ext cx="898165" cy="766770"/>
            <a:chOff x="-252625" y="2918525"/>
            <a:chExt cx="898165" cy="766770"/>
          </a:xfrm>
        </p:grpSpPr>
        <p:sp>
          <p:nvSpPr>
            <p:cNvPr id="4952" name="Google Shape;4952;p19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19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19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19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19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19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19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19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19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19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19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19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19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19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19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19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19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19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19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19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19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19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19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19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19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19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19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19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19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19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19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19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19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19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19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19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8" name="Google Shape;4988;p19"/>
          <p:cNvGrpSpPr/>
          <p:nvPr/>
        </p:nvGrpSpPr>
        <p:grpSpPr>
          <a:xfrm rot="10800000">
            <a:off x="8151976" y="4252549"/>
            <a:ext cx="1047258" cy="979600"/>
            <a:chOff x="-252624" y="1601574"/>
            <a:chExt cx="1047258" cy="979600"/>
          </a:xfrm>
        </p:grpSpPr>
        <p:sp>
          <p:nvSpPr>
            <p:cNvPr id="4989" name="Google Shape;4989;p19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19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19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19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19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19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19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19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19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19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19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19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19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_1">
    <p:spTree>
      <p:nvGrpSpPr>
        <p:cNvPr id="5002" name="Shape 5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03" name="Google Shape;5003;p20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5004" name="Google Shape;5004;p20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20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20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20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20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20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20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20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20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20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20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20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20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20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20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20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20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20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20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20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20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20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20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20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20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20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20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20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20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20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20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20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20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20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20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20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20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20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20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20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20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20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20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20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20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20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20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20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20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20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20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20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20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20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20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20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20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20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20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20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20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20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20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20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20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20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20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20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20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20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20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20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20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20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20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20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20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20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20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20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20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20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20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20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20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20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20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20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20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20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20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20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20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20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20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20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20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20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20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20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20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20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20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20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20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20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20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20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20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20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20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20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20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20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20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20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20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1" name="Google Shape;5121;p20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2" name="Google Shape;5122;p20"/>
          <p:cNvSpPr txBox="1"/>
          <p:nvPr>
            <p:ph type="title"/>
          </p:nvPr>
        </p:nvSpPr>
        <p:spPr>
          <a:xfrm>
            <a:off x="5363009" y="1380744"/>
            <a:ext cx="2615100" cy="10059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5123" name="Google Shape;5123;p20"/>
          <p:cNvSpPr txBox="1"/>
          <p:nvPr>
            <p:ph idx="1" type="subTitle"/>
          </p:nvPr>
        </p:nvSpPr>
        <p:spPr>
          <a:xfrm>
            <a:off x="5363550" y="2304288"/>
            <a:ext cx="26145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5124" name="Google Shape;5124;p20"/>
          <p:cNvGrpSpPr/>
          <p:nvPr/>
        </p:nvGrpSpPr>
        <p:grpSpPr>
          <a:xfrm rot="-1727288">
            <a:off x="-521152" y="-337369"/>
            <a:ext cx="1646350" cy="1753736"/>
            <a:chOff x="-2092800" y="-1252032"/>
            <a:chExt cx="1956171" cy="2083646"/>
          </a:xfrm>
        </p:grpSpPr>
        <p:sp>
          <p:nvSpPr>
            <p:cNvPr id="5125" name="Google Shape;5125;p20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20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20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20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20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20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20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20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20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20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20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20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20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20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20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20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20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20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20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20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20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20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20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20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20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20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20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20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20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20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20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20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20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20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20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20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20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20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20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20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20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20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20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20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20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20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20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20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20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4" name="Google Shape;5174;p20"/>
          <p:cNvGrpSpPr/>
          <p:nvPr/>
        </p:nvGrpSpPr>
        <p:grpSpPr>
          <a:xfrm>
            <a:off x="8474425" y="71850"/>
            <a:ext cx="898165" cy="766770"/>
            <a:chOff x="-252625" y="2918525"/>
            <a:chExt cx="898165" cy="766770"/>
          </a:xfrm>
        </p:grpSpPr>
        <p:sp>
          <p:nvSpPr>
            <p:cNvPr id="5175" name="Google Shape;5175;p20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20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20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20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20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20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20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20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20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20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20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20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20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20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20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20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20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20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20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20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20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20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20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20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20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20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20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20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20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20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20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20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20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20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20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20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1" name="Google Shape;5211;p20"/>
          <p:cNvGrpSpPr/>
          <p:nvPr/>
        </p:nvGrpSpPr>
        <p:grpSpPr>
          <a:xfrm flipH="1" rot="-6682427">
            <a:off x="7963747" y="3990714"/>
            <a:ext cx="1294657" cy="1350951"/>
            <a:chOff x="8465725" y="2863051"/>
            <a:chExt cx="1956212" cy="2041561"/>
          </a:xfrm>
        </p:grpSpPr>
        <p:sp>
          <p:nvSpPr>
            <p:cNvPr id="5212" name="Google Shape;5212;p20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20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20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20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20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20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20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20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20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20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20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20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20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20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20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20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20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20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20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20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20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20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20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20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20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20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20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20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20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20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20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20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20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20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20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20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20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20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20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20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20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20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20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20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6" name="Google Shape;5256;p20"/>
          <p:cNvGrpSpPr/>
          <p:nvPr/>
        </p:nvGrpSpPr>
        <p:grpSpPr>
          <a:xfrm>
            <a:off x="-340873" y="3921240"/>
            <a:ext cx="1973759" cy="1718179"/>
            <a:chOff x="-1914575" y="2967750"/>
            <a:chExt cx="1540675" cy="1341175"/>
          </a:xfrm>
        </p:grpSpPr>
        <p:sp>
          <p:nvSpPr>
            <p:cNvPr id="5257" name="Google Shape;5257;p20"/>
            <p:cNvSpPr/>
            <p:nvPr/>
          </p:nvSpPr>
          <p:spPr>
            <a:xfrm>
              <a:off x="-484050" y="3675375"/>
              <a:ext cx="53850" cy="59775"/>
            </a:xfrm>
            <a:custGeom>
              <a:rect b="b" l="l" r="r" t="t"/>
              <a:pathLst>
                <a:path extrusionOk="0" h="2391" w="2154">
                  <a:moveTo>
                    <a:pt x="1186" y="0"/>
                  </a:moveTo>
                  <a:lnTo>
                    <a:pt x="1048" y="20"/>
                  </a:lnTo>
                  <a:lnTo>
                    <a:pt x="890" y="59"/>
                  </a:lnTo>
                  <a:lnTo>
                    <a:pt x="712" y="119"/>
                  </a:lnTo>
                  <a:lnTo>
                    <a:pt x="534" y="217"/>
                  </a:lnTo>
                  <a:lnTo>
                    <a:pt x="356" y="356"/>
                  </a:lnTo>
                  <a:lnTo>
                    <a:pt x="258" y="435"/>
                  </a:lnTo>
                  <a:lnTo>
                    <a:pt x="179" y="533"/>
                  </a:lnTo>
                  <a:lnTo>
                    <a:pt x="119" y="632"/>
                  </a:lnTo>
                  <a:lnTo>
                    <a:pt x="60" y="751"/>
                  </a:lnTo>
                  <a:lnTo>
                    <a:pt x="40" y="889"/>
                  </a:lnTo>
                  <a:lnTo>
                    <a:pt x="1" y="1007"/>
                  </a:lnTo>
                  <a:lnTo>
                    <a:pt x="1" y="1146"/>
                  </a:lnTo>
                  <a:lnTo>
                    <a:pt x="1" y="1264"/>
                  </a:lnTo>
                  <a:lnTo>
                    <a:pt x="21" y="1402"/>
                  </a:lnTo>
                  <a:lnTo>
                    <a:pt x="60" y="1521"/>
                  </a:lnTo>
                  <a:lnTo>
                    <a:pt x="119" y="1639"/>
                  </a:lnTo>
                  <a:lnTo>
                    <a:pt x="179" y="1758"/>
                  </a:lnTo>
                  <a:lnTo>
                    <a:pt x="258" y="1857"/>
                  </a:lnTo>
                  <a:lnTo>
                    <a:pt x="356" y="1956"/>
                  </a:lnTo>
                  <a:lnTo>
                    <a:pt x="475" y="2054"/>
                  </a:lnTo>
                  <a:lnTo>
                    <a:pt x="593" y="2133"/>
                  </a:lnTo>
                  <a:lnTo>
                    <a:pt x="732" y="2212"/>
                  </a:lnTo>
                  <a:lnTo>
                    <a:pt x="890" y="2272"/>
                  </a:lnTo>
                  <a:lnTo>
                    <a:pt x="1048" y="2331"/>
                  </a:lnTo>
                  <a:lnTo>
                    <a:pt x="1225" y="2370"/>
                  </a:lnTo>
                  <a:lnTo>
                    <a:pt x="1403" y="2390"/>
                  </a:lnTo>
                  <a:lnTo>
                    <a:pt x="1561" y="2370"/>
                  </a:lnTo>
                  <a:lnTo>
                    <a:pt x="1680" y="2331"/>
                  </a:lnTo>
                  <a:lnTo>
                    <a:pt x="1798" y="2272"/>
                  </a:lnTo>
                  <a:lnTo>
                    <a:pt x="1897" y="2193"/>
                  </a:lnTo>
                  <a:lnTo>
                    <a:pt x="1956" y="2094"/>
                  </a:lnTo>
                  <a:lnTo>
                    <a:pt x="2016" y="1995"/>
                  </a:lnTo>
                  <a:lnTo>
                    <a:pt x="2075" y="1877"/>
                  </a:lnTo>
                  <a:lnTo>
                    <a:pt x="2134" y="1659"/>
                  </a:lnTo>
                  <a:lnTo>
                    <a:pt x="2154" y="1462"/>
                  </a:lnTo>
                  <a:lnTo>
                    <a:pt x="2154" y="1264"/>
                  </a:lnTo>
                  <a:lnTo>
                    <a:pt x="2035" y="1304"/>
                  </a:lnTo>
                  <a:lnTo>
                    <a:pt x="1897" y="1323"/>
                  </a:lnTo>
                  <a:lnTo>
                    <a:pt x="1739" y="1343"/>
                  </a:lnTo>
                  <a:lnTo>
                    <a:pt x="1561" y="1363"/>
                  </a:lnTo>
                  <a:lnTo>
                    <a:pt x="1383" y="1323"/>
                  </a:lnTo>
                  <a:lnTo>
                    <a:pt x="1304" y="1304"/>
                  </a:lnTo>
                  <a:lnTo>
                    <a:pt x="1225" y="1244"/>
                  </a:lnTo>
                  <a:lnTo>
                    <a:pt x="1146" y="1205"/>
                  </a:lnTo>
                  <a:lnTo>
                    <a:pt x="1087" y="1126"/>
                  </a:lnTo>
                  <a:lnTo>
                    <a:pt x="1048" y="1047"/>
                  </a:lnTo>
                  <a:lnTo>
                    <a:pt x="1008" y="968"/>
                  </a:lnTo>
                  <a:lnTo>
                    <a:pt x="988" y="770"/>
                  </a:lnTo>
                  <a:lnTo>
                    <a:pt x="988" y="593"/>
                  </a:lnTo>
                  <a:lnTo>
                    <a:pt x="1028" y="395"/>
                  </a:lnTo>
                  <a:lnTo>
                    <a:pt x="1067" y="237"/>
                  </a:lnTo>
                  <a:lnTo>
                    <a:pt x="1127" y="119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20"/>
            <p:cNvSpPr/>
            <p:nvPr/>
          </p:nvSpPr>
          <p:spPr>
            <a:xfrm>
              <a:off x="-1182275" y="2967750"/>
              <a:ext cx="808375" cy="740725"/>
            </a:xfrm>
            <a:custGeom>
              <a:rect b="b" l="l" r="r" t="t"/>
              <a:pathLst>
                <a:path extrusionOk="0" h="29629" w="32335">
                  <a:moveTo>
                    <a:pt x="2706" y="0"/>
                  </a:moveTo>
                  <a:lnTo>
                    <a:pt x="2529" y="20"/>
                  </a:lnTo>
                  <a:lnTo>
                    <a:pt x="2331" y="40"/>
                  </a:lnTo>
                  <a:lnTo>
                    <a:pt x="1956" y="139"/>
                  </a:lnTo>
                  <a:lnTo>
                    <a:pt x="1581" y="277"/>
                  </a:lnTo>
                  <a:lnTo>
                    <a:pt x="1245" y="395"/>
                  </a:lnTo>
                  <a:lnTo>
                    <a:pt x="968" y="514"/>
                  </a:lnTo>
                  <a:lnTo>
                    <a:pt x="731" y="632"/>
                  </a:lnTo>
                  <a:lnTo>
                    <a:pt x="0" y="7309"/>
                  </a:lnTo>
                  <a:lnTo>
                    <a:pt x="4958" y="10943"/>
                  </a:lnTo>
                  <a:lnTo>
                    <a:pt x="10034" y="14637"/>
                  </a:lnTo>
                  <a:lnTo>
                    <a:pt x="15881" y="18844"/>
                  </a:lnTo>
                  <a:lnTo>
                    <a:pt x="18864" y="20957"/>
                  </a:lnTo>
                  <a:lnTo>
                    <a:pt x="21767" y="23012"/>
                  </a:lnTo>
                  <a:lnTo>
                    <a:pt x="24473" y="24888"/>
                  </a:lnTo>
                  <a:lnTo>
                    <a:pt x="26922" y="26547"/>
                  </a:lnTo>
                  <a:lnTo>
                    <a:pt x="28009" y="27278"/>
                  </a:lnTo>
                  <a:lnTo>
                    <a:pt x="29016" y="27930"/>
                  </a:lnTo>
                  <a:lnTo>
                    <a:pt x="29885" y="28483"/>
                  </a:lnTo>
                  <a:lnTo>
                    <a:pt x="30636" y="28937"/>
                  </a:lnTo>
                  <a:lnTo>
                    <a:pt x="31248" y="29293"/>
                  </a:lnTo>
                  <a:lnTo>
                    <a:pt x="31722" y="29530"/>
                  </a:lnTo>
                  <a:lnTo>
                    <a:pt x="31900" y="29589"/>
                  </a:lnTo>
                  <a:lnTo>
                    <a:pt x="32038" y="29628"/>
                  </a:lnTo>
                  <a:lnTo>
                    <a:pt x="32157" y="29628"/>
                  </a:lnTo>
                  <a:lnTo>
                    <a:pt x="32176" y="29609"/>
                  </a:lnTo>
                  <a:lnTo>
                    <a:pt x="32256" y="29411"/>
                  </a:lnTo>
                  <a:lnTo>
                    <a:pt x="32295" y="29194"/>
                  </a:lnTo>
                  <a:lnTo>
                    <a:pt x="32335" y="28996"/>
                  </a:lnTo>
                  <a:lnTo>
                    <a:pt x="32335" y="28799"/>
                  </a:lnTo>
                  <a:lnTo>
                    <a:pt x="32315" y="28582"/>
                  </a:lnTo>
                  <a:lnTo>
                    <a:pt x="32256" y="28384"/>
                  </a:lnTo>
                  <a:lnTo>
                    <a:pt x="32196" y="28187"/>
                  </a:lnTo>
                  <a:lnTo>
                    <a:pt x="32137" y="27969"/>
                  </a:lnTo>
                  <a:lnTo>
                    <a:pt x="32038" y="27792"/>
                  </a:lnTo>
                  <a:lnTo>
                    <a:pt x="31939" y="27594"/>
                  </a:lnTo>
                  <a:lnTo>
                    <a:pt x="31722" y="27238"/>
                  </a:lnTo>
                  <a:lnTo>
                    <a:pt x="31485" y="26942"/>
                  </a:lnTo>
                  <a:lnTo>
                    <a:pt x="31248" y="26685"/>
                  </a:lnTo>
                  <a:lnTo>
                    <a:pt x="31090" y="26547"/>
                  </a:lnTo>
                  <a:lnTo>
                    <a:pt x="30833" y="26369"/>
                  </a:lnTo>
                  <a:lnTo>
                    <a:pt x="30162" y="25915"/>
                  </a:lnTo>
                  <a:lnTo>
                    <a:pt x="29293" y="25362"/>
                  </a:lnTo>
                  <a:lnTo>
                    <a:pt x="28364" y="24809"/>
                  </a:lnTo>
                  <a:lnTo>
                    <a:pt x="26685" y="23802"/>
                  </a:lnTo>
                  <a:lnTo>
                    <a:pt x="25935" y="23367"/>
                  </a:lnTo>
                  <a:lnTo>
                    <a:pt x="26824" y="21096"/>
                  </a:lnTo>
                  <a:lnTo>
                    <a:pt x="27614" y="19061"/>
                  </a:lnTo>
                  <a:lnTo>
                    <a:pt x="28364" y="17185"/>
                  </a:lnTo>
                  <a:lnTo>
                    <a:pt x="28443" y="16967"/>
                  </a:lnTo>
                  <a:lnTo>
                    <a:pt x="28483" y="16770"/>
                  </a:lnTo>
                  <a:lnTo>
                    <a:pt x="28503" y="16572"/>
                  </a:lnTo>
                  <a:lnTo>
                    <a:pt x="28503" y="16355"/>
                  </a:lnTo>
                  <a:lnTo>
                    <a:pt x="28463" y="16158"/>
                  </a:lnTo>
                  <a:lnTo>
                    <a:pt x="28424" y="15960"/>
                  </a:lnTo>
                  <a:lnTo>
                    <a:pt x="28364" y="15762"/>
                  </a:lnTo>
                  <a:lnTo>
                    <a:pt x="28266" y="15545"/>
                  </a:lnTo>
                  <a:lnTo>
                    <a:pt x="28167" y="15348"/>
                  </a:lnTo>
                  <a:lnTo>
                    <a:pt x="28048" y="15150"/>
                  </a:lnTo>
                  <a:lnTo>
                    <a:pt x="27910" y="14972"/>
                  </a:lnTo>
                  <a:lnTo>
                    <a:pt x="27752" y="14775"/>
                  </a:lnTo>
                  <a:lnTo>
                    <a:pt x="27416" y="14400"/>
                  </a:lnTo>
                  <a:lnTo>
                    <a:pt x="27041" y="14024"/>
                  </a:lnTo>
                  <a:lnTo>
                    <a:pt x="26626" y="13689"/>
                  </a:lnTo>
                  <a:lnTo>
                    <a:pt x="26192" y="13353"/>
                  </a:lnTo>
                  <a:lnTo>
                    <a:pt x="25737" y="13037"/>
                  </a:lnTo>
                  <a:lnTo>
                    <a:pt x="25283" y="12740"/>
                  </a:lnTo>
                  <a:lnTo>
                    <a:pt x="24848" y="12464"/>
                  </a:lnTo>
                  <a:lnTo>
                    <a:pt x="24394" y="12207"/>
                  </a:lnTo>
                  <a:lnTo>
                    <a:pt x="23604" y="11773"/>
                  </a:lnTo>
                  <a:lnTo>
                    <a:pt x="23071" y="11476"/>
                  </a:lnTo>
                  <a:lnTo>
                    <a:pt x="22202" y="10982"/>
                  </a:lnTo>
                  <a:lnTo>
                    <a:pt x="19693" y="9541"/>
                  </a:lnTo>
                  <a:lnTo>
                    <a:pt x="12899" y="5570"/>
                  </a:lnTo>
                  <a:lnTo>
                    <a:pt x="9383" y="3536"/>
                  </a:lnTo>
                  <a:lnTo>
                    <a:pt x="6301" y="1778"/>
                  </a:lnTo>
                  <a:lnTo>
                    <a:pt x="5057" y="1067"/>
                  </a:lnTo>
                  <a:lnTo>
                    <a:pt x="4050" y="514"/>
                  </a:lnTo>
                  <a:lnTo>
                    <a:pt x="3358" y="158"/>
                  </a:lnTo>
                  <a:lnTo>
                    <a:pt x="3141" y="60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20"/>
            <p:cNvSpPr/>
            <p:nvPr/>
          </p:nvSpPr>
          <p:spPr>
            <a:xfrm>
              <a:off x="-1370425" y="2977625"/>
              <a:ext cx="991100" cy="806900"/>
            </a:xfrm>
            <a:custGeom>
              <a:rect b="b" l="l" r="r" t="t"/>
              <a:pathLst>
                <a:path extrusionOk="0" h="32276" w="39644">
                  <a:moveTo>
                    <a:pt x="36858" y="28068"/>
                  </a:moveTo>
                  <a:lnTo>
                    <a:pt x="36977" y="28108"/>
                  </a:lnTo>
                  <a:lnTo>
                    <a:pt x="37075" y="28147"/>
                  </a:lnTo>
                  <a:lnTo>
                    <a:pt x="37174" y="28206"/>
                  </a:lnTo>
                  <a:lnTo>
                    <a:pt x="37273" y="28266"/>
                  </a:lnTo>
                  <a:lnTo>
                    <a:pt x="37352" y="28345"/>
                  </a:lnTo>
                  <a:lnTo>
                    <a:pt x="37431" y="28424"/>
                  </a:lnTo>
                  <a:lnTo>
                    <a:pt x="37490" y="28522"/>
                  </a:lnTo>
                  <a:lnTo>
                    <a:pt x="37530" y="28621"/>
                  </a:lnTo>
                  <a:lnTo>
                    <a:pt x="37550" y="28740"/>
                  </a:lnTo>
                  <a:lnTo>
                    <a:pt x="37569" y="28957"/>
                  </a:lnTo>
                  <a:lnTo>
                    <a:pt x="37550" y="29154"/>
                  </a:lnTo>
                  <a:lnTo>
                    <a:pt x="37490" y="29332"/>
                  </a:lnTo>
                  <a:lnTo>
                    <a:pt x="37411" y="29510"/>
                  </a:lnTo>
                  <a:lnTo>
                    <a:pt x="37313" y="29648"/>
                  </a:lnTo>
                  <a:lnTo>
                    <a:pt x="37194" y="29747"/>
                  </a:lnTo>
                  <a:lnTo>
                    <a:pt x="37056" y="29826"/>
                  </a:lnTo>
                  <a:lnTo>
                    <a:pt x="36898" y="29866"/>
                  </a:lnTo>
                  <a:lnTo>
                    <a:pt x="36759" y="29885"/>
                  </a:lnTo>
                  <a:lnTo>
                    <a:pt x="36621" y="29866"/>
                  </a:lnTo>
                  <a:lnTo>
                    <a:pt x="36483" y="29826"/>
                  </a:lnTo>
                  <a:lnTo>
                    <a:pt x="36384" y="29806"/>
                  </a:lnTo>
                  <a:lnTo>
                    <a:pt x="36226" y="29727"/>
                  </a:lnTo>
                  <a:lnTo>
                    <a:pt x="36167" y="29688"/>
                  </a:lnTo>
                  <a:lnTo>
                    <a:pt x="36048" y="29569"/>
                  </a:lnTo>
                  <a:lnTo>
                    <a:pt x="35950" y="29431"/>
                  </a:lnTo>
                  <a:lnTo>
                    <a:pt x="35851" y="29273"/>
                  </a:lnTo>
                  <a:lnTo>
                    <a:pt x="35811" y="29174"/>
                  </a:lnTo>
                  <a:lnTo>
                    <a:pt x="35792" y="29056"/>
                  </a:lnTo>
                  <a:lnTo>
                    <a:pt x="35772" y="28957"/>
                  </a:lnTo>
                  <a:lnTo>
                    <a:pt x="35772" y="28838"/>
                  </a:lnTo>
                  <a:lnTo>
                    <a:pt x="35792" y="28720"/>
                  </a:lnTo>
                  <a:lnTo>
                    <a:pt x="35831" y="28601"/>
                  </a:lnTo>
                  <a:lnTo>
                    <a:pt x="35910" y="28483"/>
                  </a:lnTo>
                  <a:lnTo>
                    <a:pt x="36009" y="28364"/>
                  </a:lnTo>
                  <a:lnTo>
                    <a:pt x="36127" y="28266"/>
                  </a:lnTo>
                  <a:lnTo>
                    <a:pt x="36246" y="28187"/>
                  </a:lnTo>
                  <a:lnTo>
                    <a:pt x="36364" y="28127"/>
                  </a:lnTo>
                  <a:lnTo>
                    <a:pt x="36483" y="28088"/>
                  </a:lnTo>
                  <a:lnTo>
                    <a:pt x="36601" y="28068"/>
                  </a:lnTo>
                  <a:close/>
                  <a:moveTo>
                    <a:pt x="8949" y="0"/>
                  </a:moveTo>
                  <a:lnTo>
                    <a:pt x="8731" y="40"/>
                  </a:lnTo>
                  <a:lnTo>
                    <a:pt x="8514" y="99"/>
                  </a:lnTo>
                  <a:lnTo>
                    <a:pt x="8317" y="178"/>
                  </a:lnTo>
                  <a:lnTo>
                    <a:pt x="8119" y="277"/>
                  </a:lnTo>
                  <a:lnTo>
                    <a:pt x="7902" y="395"/>
                  </a:lnTo>
                  <a:lnTo>
                    <a:pt x="7704" y="553"/>
                  </a:lnTo>
                  <a:lnTo>
                    <a:pt x="7487" y="771"/>
                  </a:lnTo>
                  <a:lnTo>
                    <a:pt x="7210" y="1106"/>
                  </a:lnTo>
                  <a:lnTo>
                    <a:pt x="6894" y="1502"/>
                  </a:lnTo>
                  <a:lnTo>
                    <a:pt x="6559" y="1995"/>
                  </a:lnTo>
                  <a:lnTo>
                    <a:pt x="5808" y="3121"/>
                  </a:lnTo>
                  <a:lnTo>
                    <a:pt x="5038" y="4346"/>
                  </a:lnTo>
                  <a:lnTo>
                    <a:pt x="4307" y="5511"/>
                  </a:lnTo>
                  <a:lnTo>
                    <a:pt x="3695" y="6519"/>
                  </a:lnTo>
                  <a:lnTo>
                    <a:pt x="3122" y="7486"/>
                  </a:lnTo>
                  <a:lnTo>
                    <a:pt x="2964" y="7802"/>
                  </a:lnTo>
                  <a:lnTo>
                    <a:pt x="2529" y="8672"/>
                  </a:lnTo>
                  <a:lnTo>
                    <a:pt x="1956" y="9916"/>
                  </a:lnTo>
                  <a:lnTo>
                    <a:pt x="1621" y="10627"/>
                  </a:lnTo>
                  <a:lnTo>
                    <a:pt x="1305" y="11378"/>
                  </a:lnTo>
                  <a:lnTo>
                    <a:pt x="989" y="12148"/>
                  </a:lnTo>
                  <a:lnTo>
                    <a:pt x="692" y="12918"/>
                  </a:lnTo>
                  <a:lnTo>
                    <a:pt x="435" y="13669"/>
                  </a:lnTo>
                  <a:lnTo>
                    <a:pt x="238" y="14360"/>
                  </a:lnTo>
                  <a:lnTo>
                    <a:pt x="159" y="14676"/>
                  </a:lnTo>
                  <a:lnTo>
                    <a:pt x="80" y="14992"/>
                  </a:lnTo>
                  <a:lnTo>
                    <a:pt x="40" y="15288"/>
                  </a:lnTo>
                  <a:lnTo>
                    <a:pt x="21" y="15545"/>
                  </a:lnTo>
                  <a:lnTo>
                    <a:pt x="1" y="15782"/>
                  </a:lnTo>
                  <a:lnTo>
                    <a:pt x="21" y="16000"/>
                  </a:lnTo>
                  <a:lnTo>
                    <a:pt x="80" y="16177"/>
                  </a:lnTo>
                  <a:lnTo>
                    <a:pt x="139" y="16316"/>
                  </a:lnTo>
                  <a:lnTo>
                    <a:pt x="277" y="16474"/>
                  </a:lnTo>
                  <a:lnTo>
                    <a:pt x="495" y="16671"/>
                  </a:lnTo>
                  <a:lnTo>
                    <a:pt x="791" y="16928"/>
                  </a:lnTo>
                  <a:lnTo>
                    <a:pt x="1186" y="17224"/>
                  </a:lnTo>
                  <a:lnTo>
                    <a:pt x="2154" y="17935"/>
                  </a:lnTo>
                  <a:lnTo>
                    <a:pt x="3398" y="18785"/>
                  </a:lnTo>
                  <a:lnTo>
                    <a:pt x="4820" y="19733"/>
                  </a:lnTo>
                  <a:lnTo>
                    <a:pt x="6401" y="20760"/>
                  </a:lnTo>
                  <a:lnTo>
                    <a:pt x="9837" y="22952"/>
                  </a:lnTo>
                  <a:lnTo>
                    <a:pt x="13314" y="25125"/>
                  </a:lnTo>
                  <a:lnTo>
                    <a:pt x="16494" y="27080"/>
                  </a:lnTo>
                  <a:lnTo>
                    <a:pt x="20385" y="29490"/>
                  </a:lnTo>
                  <a:lnTo>
                    <a:pt x="21175" y="29984"/>
                  </a:lnTo>
                  <a:lnTo>
                    <a:pt x="22024" y="30537"/>
                  </a:lnTo>
                  <a:lnTo>
                    <a:pt x="22894" y="31070"/>
                  </a:lnTo>
                  <a:lnTo>
                    <a:pt x="23328" y="31327"/>
                  </a:lnTo>
                  <a:lnTo>
                    <a:pt x="23743" y="31564"/>
                  </a:lnTo>
                  <a:lnTo>
                    <a:pt x="24177" y="31762"/>
                  </a:lnTo>
                  <a:lnTo>
                    <a:pt x="24592" y="31939"/>
                  </a:lnTo>
                  <a:lnTo>
                    <a:pt x="25007" y="32098"/>
                  </a:lnTo>
                  <a:lnTo>
                    <a:pt x="25402" y="32196"/>
                  </a:lnTo>
                  <a:lnTo>
                    <a:pt x="25777" y="32256"/>
                  </a:lnTo>
                  <a:lnTo>
                    <a:pt x="25955" y="32275"/>
                  </a:lnTo>
                  <a:lnTo>
                    <a:pt x="26133" y="32275"/>
                  </a:lnTo>
                  <a:lnTo>
                    <a:pt x="26311" y="32256"/>
                  </a:lnTo>
                  <a:lnTo>
                    <a:pt x="26469" y="32216"/>
                  </a:lnTo>
                  <a:lnTo>
                    <a:pt x="26627" y="32177"/>
                  </a:lnTo>
                  <a:lnTo>
                    <a:pt x="26785" y="32117"/>
                  </a:lnTo>
                  <a:lnTo>
                    <a:pt x="26943" y="32019"/>
                  </a:lnTo>
                  <a:lnTo>
                    <a:pt x="27081" y="31939"/>
                  </a:lnTo>
                  <a:lnTo>
                    <a:pt x="27397" y="31702"/>
                  </a:lnTo>
                  <a:lnTo>
                    <a:pt x="27713" y="31406"/>
                  </a:lnTo>
                  <a:lnTo>
                    <a:pt x="28029" y="31070"/>
                  </a:lnTo>
                  <a:lnTo>
                    <a:pt x="28345" y="30715"/>
                  </a:lnTo>
                  <a:lnTo>
                    <a:pt x="28641" y="30320"/>
                  </a:lnTo>
                  <a:lnTo>
                    <a:pt x="28938" y="29925"/>
                  </a:lnTo>
                  <a:lnTo>
                    <a:pt x="29214" y="29530"/>
                  </a:lnTo>
                  <a:lnTo>
                    <a:pt x="29708" y="28779"/>
                  </a:lnTo>
                  <a:lnTo>
                    <a:pt x="30103" y="28127"/>
                  </a:lnTo>
                  <a:lnTo>
                    <a:pt x="30459" y="27515"/>
                  </a:lnTo>
                  <a:lnTo>
                    <a:pt x="32750" y="29194"/>
                  </a:lnTo>
                  <a:lnTo>
                    <a:pt x="34468" y="30438"/>
                  </a:lnTo>
                  <a:lnTo>
                    <a:pt x="35535" y="31189"/>
                  </a:lnTo>
                  <a:lnTo>
                    <a:pt x="35792" y="31367"/>
                  </a:lnTo>
                  <a:lnTo>
                    <a:pt x="36127" y="31525"/>
                  </a:lnTo>
                  <a:lnTo>
                    <a:pt x="36285" y="31604"/>
                  </a:lnTo>
                  <a:lnTo>
                    <a:pt x="36483" y="31663"/>
                  </a:lnTo>
                  <a:lnTo>
                    <a:pt x="36680" y="31702"/>
                  </a:lnTo>
                  <a:lnTo>
                    <a:pt x="36878" y="31742"/>
                  </a:lnTo>
                  <a:lnTo>
                    <a:pt x="37075" y="31762"/>
                  </a:lnTo>
                  <a:lnTo>
                    <a:pt x="37510" y="31762"/>
                  </a:lnTo>
                  <a:lnTo>
                    <a:pt x="37727" y="31702"/>
                  </a:lnTo>
                  <a:lnTo>
                    <a:pt x="37945" y="31643"/>
                  </a:lnTo>
                  <a:lnTo>
                    <a:pt x="38162" y="31544"/>
                  </a:lnTo>
                  <a:lnTo>
                    <a:pt x="38379" y="31426"/>
                  </a:lnTo>
                  <a:lnTo>
                    <a:pt x="38596" y="31268"/>
                  </a:lnTo>
                  <a:lnTo>
                    <a:pt x="38794" y="31090"/>
                  </a:lnTo>
                  <a:lnTo>
                    <a:pt x="38972" y="30893"/>
                  </a:lnTo>
                  <a:lnTo>
                    <a:pt x="39130" y="30675"/>
                  </a:lnTo>
                  <a:lnTo>
                    <a:pt x="39248" y="30438"/>
                  </a:lnTo>
                  <a:lnTo>
                    <a:pt x="39367" y="30201"/>
                  </a:lnTo>
                  <a:lnTo>
                    <a:pt x="39465" y="29964"/>
                  </a:lnTo>
                  <a:lnTo>
                    <a:pt x="39525" y="29708"/>
                  </a:lnTo>
                  <a:lnTo>
                    <a:pt x="39584" y="29470"/>
                  </a:lnTo>
                  <a:lnTo>
                    <a:pt x="39623" y="29214"/>
                  </a:lnTo>
                  <a:lnTo>
                    <a:pt x="39643" y="28977"/>
                  </a:lnTo>
                  <a:lnTo>
                    <a:pt x="39643" y="28759"/>
                  </a:lnTo>
                  <a:lnTo>
                    <a:pt x="39623" y="28542"/>
                  </a:lnTo>
                  <a:lnTo>
                    <a:pt x="39604" y="28345"/>
                  </a:lnTo>
                  <a:lnTo>
                    <a:pt x="39564" y="28167"/>
                  </a:lnTo>
                  <a:lnTo>
                    <a:pt x="39525" y="28009"/>
                  </a:lnTo>
                  <a:lnTo>
                    <a:pt x="39446" y="27871"/>
                  </a:lnTo>
                  <a:lnTo>
                    <a:pt x="39406" y="27811"/>
                  </a:lnTo>
                  <a:lnTo>
                    <a:pt x="39327" y="27713"/>
                  </a:lnTo>
                  <a:lnTo>
                    <a:pt x="39070" y="27515"/>
                  </a:lnTo>
                  <a:lnTo>
                    <a:pt x="38735" y="27258"/>
                  </a:lnTo>
                  <a:lnTo>
                    <a:pt x="38300" y="26942"/>
                  </a:lnTo>
                  <a:lnTo>
                    <a:pt x="37273" y="26271"/>
                  </a:lnTo>
                  <a:lnTo>
                    <a:pt x="36127" y="25560"/>
                  </a:lnTo>
                  <a:lnTo>
                    <a:pt x="35002" y="24868"/>
                  </a:lnTo>
                  <a:lnTo>
                    <a:pt x="34034" y="24276"/>
                  </a:lnTo>
                  <a:lnTo>
                    <a:pt x="33086" y="23723"/>
                  </a:lnTo>
                  <a:lnTo>
                    <a:pt x="33441" y="23051"/>
                  </a:lnTo>
                  <a:lnTo>
                    <a:pt x="34231" y="21451"/>
                  </a:lnTo>
                  <a:lnTo>
                    <a:pt x="34685" y="20464"/>
                  </a:lnTo>
                  <a:lnTo>
                    <a:pt x="35120" y="19476"/>
                  </a:lnTo>
                  <a:lnTo>
                    <a:pt x="35515" y="18548"/>
                  </a:lnTo>
                  <a:lnTo>
                    <a:pt x="35673" y="18113"/>
                  </a:lnTo>
                  <a:lnTo>
                    <a:pt x="35811" y="17738"/>
                  </a:lnTo>
                  <a:lnTo>
                    <a:pt x="35890" y="17382"/>
                  </a:lnTo>
                  <a:lnTo>
                    <a:pt x="35930" y="17066"/>
                  </a:lnTo>
                  <a:lnTo>
                    <a:pt x="35930" y="16750"/>
                  </a:lnTo>
                  <a:lnTo>
                    <a:pt x="35890" y="16474"/>
                  </a:lnTo>
                  <a:lnTo>
                    <a:pt x="35831" y="16217"/>
                  </a:lnTo>
                  <a:lnTo>
                    <a:pt x="35732" y="15960"/>
                  </a:lnTo>
                  <a:lnTo>
                    <a:pt x="35594" y="15723"/>
                  </a:lnTo>
                  <a:lnTo>
                    <a:pt x="35456" y="15506"/>
                  </a:lnTo>
                  <a:lnTo>
                    <a:pt x="35278" y="15308"/>
                  </a:lnTo>
                  <a:lnTo>
                    <a:pt x="35081" y="15111"/>
                  </a:lnTo>
                  <a:lnTo>
                    <a:pt x="34883" y="14933"/>
                  </a:lnTo>
                  <a:lnTo>
                    <a:pt x="34666" y="14755"/>
                  </a:lnTo>
                  <a:lnTo>
                    <a:pt x="34231" y="14439"/>
                  </a:lnTo>
                  <a:lnTo>
                    <a:pt x="33797" y="14143"/>
                  </a:lnTo>
                  <a:lnTo>
                    <a:pt x="32592" y="13373"/>
                  </a:lnTo>
                  <a:lnTo>
                    <a:pt x="30103" y="11812"/>
                  </a:lnTo>
                  <a:lnTo>
                    <a:pt x="26745" y="9758"/>
                  </a:lnTo>
                  <a:lnTo>
                    <a:pt x="22953" y="7427"/>
                  </a:lnTo>
                  <a:lnTo>
                    <a:pt x="19141" y="5096"/>
                  </a:lnTo>
                  <a:lnTo>
                    <a:pt x="15704" y="3042"/>
                  </a:lnTo>
                  <a:lnTo>
                    <a:pt x="13077" y="1482"/>
                  </a:lnTo>
                  <a:lnTo>
                    <a:pt x="12188" y="988"/>
                  </a:lnTo>
                  <a:lnTo>
                    <a:pt x="11655" y="711"/>
                  </a:lnTo>
                  <a:lnTo>
                    <a:pt x="11003" y="435"/>
                  </a:lnTo>
                  <a:lnTo>
                    <a:pt x="10430" y="218"/>
                  </a:lnTo>
                  <a:lnTo>
                    <a:pt x="10153" y="139"/>
                  </a:lnTo>
                  <a:lnTo>
                    <a:pt x="9897" y="79"/>
                  </a:lnTo>
                  <a:lnTo>
                    <a:pt x="9640" y="20"/>
                  </a:lnTo>
                  <a:lnTo>
                    <a:pt x="94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20"/>
            <p:cNvSpPr/>
            <p:nvPr/>
          </p:nvSpPr>
          <p:spPr>
            <a:xfrm>
              <a:off x="-1246975" y="3112925"/>
              <a:ext cx="4975" cy="3475"/>
            </a:xfrm>
            <a:custGeom>
              <a:rect b="b" l="l" r="r" t="t"/>
              <a:pathLst>
                <a:path extrusionOk="0" h="139" w="199">
                  <a:moveTo>
                    <a:pt x="198" y="0"/>
                  </a:moveTo>
                  <a:lnTo>
                    <a:pt x="1" y="139"/>
                  </a:lnTo>
                  <a:lnTo>
                    <a:pt x="1" y="139"/>
                  </a:lnTo>
                  <a:lnTo>
                    <a:pt x="80" y="99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20"/>
            <p:cNvSpPr/>
            <p:nvPr/>
          </p:nvSpPr>
          <p:spPr>
            <a:xfrm>
              <a:off x="-1235125" y="3112925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20"/>
            <p:cNvSpPr/>
            <p:nvPr/>
          </p:nvSpPr>
          <p:spPr>
            <a:xfrm>
              <a:off x="-905750" y="3252175"/>
              <a:ext cx="3975" cy="1025"/>
            </a:xfrm>
            <a:custGeom>
              <a:rect b="b" l="l" r="r" t="t"/>
              <a:pathLst>
                <a:path extrusionOk="0" h="41" w="159">
                  <a:moveTo>
                    <a:pt x="1" y="1"/>
                  </a:moveTo>
                  <a:lnTo>
                    <a:pt x="99" y="40"/>
                  </a:lnTo>
                  <a:lnTo>
                    <a:pt x="159" y="40"/>
                  </a:lnTo>
                  <a:lnTo>
                    <a:pt x="6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20"/>
            <p:cNvSpPr/>
            <p:nvPr/>
          </p:nvSpPr>
          <p:spPr>
            <a:xfrm>
              <a:off x="-582300" y="3332175"/>
              <a:ext cx="1000" cy="525"/>
            </a:xfrm>
            <a:custGeom>
              <a:rect b="b" l="l" r="r" t="t"/>
              <a:pathLst>
                <a:path extrusionOk="0" h="21" w="40">
                  <a:moveTo>
                    <a:pt x="0" y="0"/>
                  </a:move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20"/>
            <p:cNvSpPr/>
            <p:nvPr/>
          </p:nvSpPr>
          <p:spPr>
            <a:xfrm>
              <a:off x="-1286950" y="3160825"/>
              <a:ext cx="2000" cy="2500"/>
            </a:xfrm>
            <a:custGeom>
              <a:rect b="b" l="l" r="r" t="t"/>
              <a:pathLst>
                <a:path extrusionOk="0" h="100" w="80">
                  <a:moveTo>
                    <a:pt x="59" y="0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79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20"/>
            <p:cNvSpPr/>
            <p:nvPr/>
          </p:nvSpPr>
          <p:spPr>
            <a:xfrm>
              <a:off x="-968950" y="3215150"/>
              <a:ext cx="1000" cy="500"/>
            </a:xfrm>
            <a:custGeom>
              <a:rect b="b" l="l" r="r" t="t"/>
              <a:pathLst>
                <a:path extrusionOk="0" h="20" w="40">
                  <a:moveTo>
                    <a:pt x="40" y="0"/>
                  </a:moveTo>
                  <a:lnTo>
                    <a:pt x="4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20"/>
            <p:cNvSpPr/>
            <p:nvPr/>
          </p:nvSpPr>
          <p:spPr>
            <a:xfrm>
              <a:off x="-1299300" y="3366250"/>
              <a:ext cx="1500" cy="2000"/>
            </a:xfrm>
            <a:custGeom>
              <a:rect b="b" l="l" r="r" t="t"/>
              <a:pathLst>
                <a:path extrusionOk="0" h="80" w="60">
                  <a:moveTo>
                    <a:pt x="59" y="79"/>
                  </a:moveTo>
                  <a:lnTo>
                    <a:pt x="59" y="7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" y="79"/>
                  </a:lnTo>
                  <a:lnTo>
                    <a:pt x="59" y="79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20"/>
            <p:cNvSpPr/>
            <p:nvPr/>
          </p:nvSpPr>
          <p:spPr>
            <a:xfrm>
              <a:off x="-621825" y="3419575"/>
              <a:ext cx="1525" cy="525"/>
            </a:xfrm>
            <a:custGeom>
              <a:rect b="b" l="l" r="r" t="t"/>
              <a:pathLst>
                <a:path extrusionOk="0" h="21" w="61">
                  <a:moveTo>
                    <a:pt x="60" y="0"/>
                  </a:moveTo>
                  <a:lnTo>
                    <a:pt x="6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20"/>
            <p:cNvSpPr/>
            <p:nvPr/>
          </p:nvSpPr>
          <p:spPr>
            <a:xfrm>
              <a:off x="-1302275" y="316575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20"/>
            <p:cNvSpPr/>
            <p:nvPr/>
          </p:nvSpPr>
          <p:spPr>
            <a:xfrm>
              <a:off x="-1336825" y="3072925"/>
              <a:ext cx="793050" cy="646900"/>
            </a:xfrm>
            <a:custGeom>
              <a:rect b="b" l="l" r="r" t="t"/>
              <a:pathLst>
                <a:path extrusionOk="0" h="25876" w="31722">
                  <a:moveTo>
                    <a:pt x="3773" y="889"/>
                  </a:moveTo>
                  <a:lnTo>
                    <a:pt x="3733" y="909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889"/>
                  </a:lnTo>
                  <a:close/>
                  <a:moveTo>
                    <a:pt x="13115" y="3971"/>
                  </a:moveTo>
                  <a:lnTo>
                    <a:pt x="13115" y="3971"/>
                  </a:lnTo>
                  <a:lnTo>
                    <a:pt x="13115" y="3971"/>
                  </a:lnTo>
                  <a:close/>
                  <a:moveTo>
                    <a:pt x="13115" y="3971"/>
                  </a:moveTo>
                  <a:lnTo>
                    <a:pt x="13135" y="3990"/>
                  </a:lnTo>
                  <a:lnTo>
                    <a:pt x="13135" y="3990"/>
                  </a:lnTo>
                  <a:lnTo>
                    <a:pt x="13115" y="3971"/>
                  </a:lnTo>
                  <a:close/>
                  <a:moveTo>
                    <a:pt x="0" y="7566"/>
                  </a:moveTo>
                  <a:lnTo>
                    <a:pt x="20" y="7803"/>
                  </a:lnTo>
                  <a:lnTo>
                    <a:pt x="79" y="7980"/>
                  </a:lnTo>
                  <a:lnTo>
                    <a:pt x="158" y="8119"/>
                  </a:lnTo>
                  <a:lnTo>
                    <a:pt x="237" y="8217"/>
                  </a:lnTo>
                  <a:lnTo>
                    <a:pt x="395" y="8375"/>
                  </a:lnTo>
                  <a:lnTo>
                    <a:pt x="564" y="8525"/>
                  </a:lnTo>
                  <a:lnTo>
                    <a:pt x="564" y="8525"/>
                  </a:lnTo>
                  <a:lnTo>
                    <a:pt x="553" y="8494"/>
                  </a:lnTo>
                  <a:lnTo>
                    <a:pt x="454" y="8237"/>
                  </a:lnTo>
                  <a:lnTo>
                    <a:pt x="494" y="8237"/>
                  </a:lnTo>
                  <a:lnTo>
                    <a:pt x="296" y="8079"/>
                  </a:lnTo>
                  <a:lnTo>
                    <a:pt x="316" y="8277"/>
                  </a:lnTo>
                  <a:lnTo>
                    <a:pt x="217" y="8138"/>
                  </a:lnTo>
                  <a:lnTo>
                    <a:pt x="119" y="7941"/>
                  </a:lnTo>
                  <a:lnTo>
                    <a:pt x="20" y="7724"/>
                  </a:lnTo>
                  <a:lnTo>
                    <a:pt x="0" y="7566"/>
                  </a:lnTo>
                  <a:close/>
                  <a:moveTo>
                    <a:pt x="564" y="8525"/>
                  </a:moveTo>
                  <a:lnTo>
                    <a:pt x="576" y="8562"/>
                  </a:lnTo>
                  <a:lnTo>
                    <a:pt x="573" y="8533"/>
                  </a:lnTo>
                  <a:lnTo>
                    <a:pt x="564" y="8525"/>
                  </a:lnTo>
                  <a:close/>
                  <a:moveTo>
                    <a:pt x="4800" y="13432"/>
                  </a:moveTo>
                  <a:lnTo>
                    <a:pt x="4820" y="13452"/>
                  </a:lnTo>
                  <a:lnTo>
                    <a:pt x="4820" y="13447"/>
                  </a:lnTo>
                  <a:lnTo>
                    <a:pt x="4800" y="13432"/>
                  </a:lnTo>
                  <a:close/>
                  <a:moveTo>
                    <a:pt x="29253" y="16000"/>
                  </a:moveTo>
                  <a:lnTo>
                    <a:pt x="29253" y="16059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53" y="16000"/>
                  </a:lnTo>
                  <a:close/>
                  <a:moveTo>
                    <a:pt x="9501" y="988"/>
                  </a:moveTo>
                  <a:lnTo>
                    <a:pt x="9481" y="1028"/>
                  </a:lnTo>
                  <a:lnTo>
                    <a:pt x="9422" y="1067"/>
                  </a:lnTo>
                  <a:lnTo>
                    <a:pt x="9303" y="1087"/>
                  </a:lnTo>
                  <a:lnTo>
                    <a:pt x="9481" y="1126"/>
                  </a:lnTo>
                  <a:lnTo>
                    <a:pt x="9600" y="1186"/>
                  </a:lnTo>
                  <a:lnTo>
                    <a:pt x="9639" y="1205"/>
                  </a:lnTo>
                  <a:lnTo>
                    <a:pt x="9659" y="1245"/>
                  </a:lnTo>
                  <a:lnTo>
                    <a:pt x="9442" y="1265"/>
                  </a:lnTo>
                  <a:lnTo>
                    <a:pt x="9343" y="1284"/>
                  </a:lnTo>
                  <a:lnTo>
                    <a:pt x="9244" y="1324"/>
                  </a:lnTo>
                  <a:lnTo>
                    <a:pt x="9442" y="1383"/>
                  </a:lnTo>
                  <a:lnTo>
                    <a:pt x="9442" y="1403"/>
                  </a:lnTo>
                  <a:lnTo>
                    <a:pt x="9442" y="1423"/>
                  </a:lnTo>
                  <a:lnTo>
                    <a:pt x="9422" y="1442"/>
                  </a:lnTo>
                  <a:lnTo>
                    <a:pt x="9402" y="1462"/>
                  </a:lnTo>
                  <a:lnTo>
                    <a:pt x="9422" y="1502"/>
                  </a:lnTo>
                  <a:lnTo>
                    <a:pt x="9461" y="1541"/>
                  </a:lnTo>
                  <a:lnTo>
                    <a:pt x="9461" y="1482"/>
                  </a:lnTo>
                  <a:lnTo>
                    <a:pt x="9521" y="1462"/>
                  </a:lnTo>
                  <a:lnTo>
                    <a:pt x="9679" y="1462"/>
                  </a:lnTo>
                  <a:lnTo>
                    <a:pt x="9876" y="1521"/>
                  </a:lnTo>
                  <a:lnTo>
                    <a:pt x="10093" y="1561"/>
                  </a:lnTo>
                  <a:lnTo>
                    <a:pt x="10074" y="1581"/>
                  </a:lnTo>
                  <a:lnTo>
                    <a:pt x="10054" y="1600"/>
                  </a:lnTo>
                  <a:lnTo>
                    <a:pt x="9995" y="1600"/>
                  </a:lnTo>
                  <a:lnTo>
                    <a:pt x="9916" y="1581"/>
                  </a:lnTo>
                  <a:lnTo>
                    <a:pt x="9837" y="1581"/>
                  </a:lnTo>
                  <a:lnTo>
                    <a:pt x="9975" y="1719"/>
                  </a:lnTo>
                  <a:lnTo>
                    <a:pt x="10093" y="1798"/>
                  </a:lnTo>
                  <a:lnTo>
                    <a:pt x="10232" y="1837"/>
                  </a:lnTo>
                  <a:lnTo>
                    <a:pt x="10350" y="1857"/>
                  </a:lnTo>
                  <a:lnTo>
                    <a:pt x="10508" y="1877"/>
                  </a:lnTo>
                  <a:lnTo>
                    <a:pt x="10666" y="1897"/>
                  </a:lnTo>
                  <a:lnTo>
                    <a:pt x="10844" y="1936"/>
                  </a:lnTo>
                  <a:lnTo>
                    <a:pt x="11022" y="2035"/>
                  </a:lnTo>
                  <a:lnTo>
                    <a:pt x="10883" y="2035"/>
                  </a:lnTo>
                  <a:lnTo>
                    <a:pt x="10982" y="2055"/>
                  </a:lnTo>
                  <a:lnTo>
                    <a:pt x="11061" y="2114"/>
                  </a:lnTo>
                  <a:lnTo>
                    <a:pt x="11199" y="2213"/>
                  </a:lnTo>
                  <a:lnTo>
                    <a:pt x="11318" y="2312"/>
                  </a:lnTo>
                  <a:lnTo>
                    <a:pt x="11377" y="2331"/>
                  </a:lnTo>
                  <a:lnTo>
                    <a:pt x="11456" y="2331"/>
                  </a:lnTo>
                  <a:lnTo>
                    <a:pt x="11496" y="2391"/>
                  </a:lnTo>
                  <a:lnTo>
                    <a:pt x="11535" y="2450"/>
                  </a:lnTo>
                  <a:lnTo>
                    <a:pt x="11535" y="2529"/>
                  </a:lnTo>
                  <a:lnTo>
                    <a:pt x="11535" y="2588"/>
                  </a:lnTo>
                  <a:lnTo>
                    <a:pt x="11555" y="2628"/>
                  </a:lnTo>
                  <a:lnTo>
                    <a:pt x="11614" y="2687"/>
                  </a:lnTo>
                  <a:lnTo>
                    <a:pt x="11713" y="2766"/>
                  </a:lnTo>
                  <a:lnTo>
                    <a:pt x="11713" y="2726"/>
                  </a:lnTo>
                  <a:lnTo>
                    <a:pt x="11733" y="2707"/>
                  </a:lnTo>
                  <a:lnTo>
                    <a:pt x="11772" y="2707"/>
                  </a:lnTo>
                  <a:lnTo>
                    <a:pt x="11832" y="2746"/>
                  </a:lnTo>
                  <a:lnTo>
                    <a:pt x="11911" y="2805"/>
                  </a:lnTo>
                  <a:lnTo>
                    <a:pt x="11990" y="2865"/>
                  </a:lnTo>
                  <a:lnTo>
                    <a:pt x="12069" y="2904"/>
                  </a:lnTo>
                  <a:lnTo>
                    <a:pt x="12148" y="2924"/>
                  </a:lnTo>
                  <a:lnTo>
                    <a:pt x="12167" y="2924"/>
                  </a:lnTo>
                  <a:lnTo>
                    <a:pt x="12207" y="2904"/>
                  </a:lnTo>
                  <a:lnTo>
                    <a:pt x="12365" y="3200"/>
                  </a:lnTo>
                  <a:lnTo>
                    <a:pt x="12444" y="3200"/>
                  </a:lnTo>
                  <a:lnTo>
                    <a:pt x="12523" y="3181"/>
                  </a:lnTo>
                  <a:lnTo>
                    <a:pt x="12622" y="3102"/>
                  </a:lnTo>
                  <a:lnTo>
                    <a:pt x="12661" y="3062"/>
                  </a:lnTo>
                  <a:lnTo>
                    <a:pt x="12740" y="3062"/>
                  </a:lnTo>
                  <a:lnTo>
                    <a:pt x="12839" y="3102"/>
                  </a:lnTo>
                  <a:lnTo>
                    <a:pt x="12977" y="3220"/>
                  </a:lnTo>
                  <a:lnTo>
                    <a:pt x="13056" y="3339"/>
                  </a:lnTo>
                  <a:lnTo>
                    <a:pt x="13076" y="3398"/>
                  </a:lnTo>
                  <a:lnTo>
                    <a:pt x="13076" y="3437"/>
                  </a:lnTo>
                  <a:lnTo>
                    <a:pt x="13056" y="3457"/>
                  </a:lnTo>
                  <a:lnTo>
                    <a:pt x="13036" y="3497"/>
                  </a:lnTo>
                  <a:lnTo>
                    <a:pt x="12977" y="3516"/>
                  </a:lnTo>
                  <a:lnTo>
                    <a:pt x="12898" y="3556"/>
                  </a:lnTo>
                  <a:lnTo>
                    <a:pt x="12839" y="3595"/>
                  </a:lnTo>
                  <a:lnTo>
                    <a:pt x="12819" y="3615"/>
                  </a:lnTo>
                  <a:lnTo>
                    <a:pt x="12819" y="3655"/>
                  </a:lnTo>
                  <a:lnTo>
                    <a:pt x="12819" y="3694"/>
                  </a:lnTo>
                  <a:lnTo>
                    <a:pt x="12839" y="3734"/>
                  </a:lnTo>
                  <a:lnTo>
                    <a:pt x="13017" y="3753"/>
                  </a:lnTo>
                  <a:lnTo>
                    <a:pt x="13135" y="3990"/>
                  </a:lnTo>
                  <a:lnTo>
                    <a:pt x="13214" y="4069"/>
                  </a:lnTo>
                  <a:lnTo>
                    <a:pt x="13333" y="4168"/>
                  </a:lnTo>
                  <a:lnTo>
                    <a:pt x="13412" y="4287"/>
                  </a:lnTo>
                  <a:lnTo>
                    <a:pt x="13412" y="4326"/>
                  </a:lnTo>
                  <a:lnTo>
                    <a:pt x="13412" y="4346"/>
                  </a:lnTo>
                  <a:lnTo>
                    <a:pt x="13352" y="4346"/>
                  </a:lnTo>
                  <a:lnTo>
                    <a:pt x="13293" y="4306"/>
                  </a:lnTo>
                  <a:lnTo>
                    <a:pt x="13214" y="4267"/>
                  </a:lnTo>
                  <a:lnTo>
                    <a:pt x="13175" y="4247"/>
                  </a:lnTo>
                  <a:lnTo>
                    <a:pt x="13214" y="4287"/>
                  </a:lnTo>
                  <a:lnTo>
                    <a:pt x="13273" y="4326"/>
                  </a:lnTo>
                  <a:lnTo>
                    <a:pt x="13392" y="4464"/>
                  </a:lnTo>
                  <a:lnTo>
                    <a:pt x="13668" y="4820"/>
                  </a:lnTo>
                  <a:lnTo>
                    <a:pt x="13826" y="4978"/>
                  </a:lnTo>
                  <a:lnTo>
                    <a:pt x="14004" y="5136"/>
                  </a:lnTo>
                  <a:lnTo>
                    <a:pt x="14103" y="5195"/>
                  </a:lnTo>
                  <a:lnTo>
                    <a:pt x="14202" y="5235"/>
                  </a:lnTo>
                  <a:lnTo>
                    <a:pt x="14281" y="5255"/>
                  </a:lnTo>
                  <a:lnTo>
                    <a:pt x="14380" y="5255"/>
                  </a:lnTo>
                  <a:lnTo>
                    <a:pt x="14518" y="5373"/>
                  </a:lnTo>
                  <a:lnTo>
                    <a:pt x="14656" y="5511"/>
                  </a:lnTo>
                  <a:lnTo>
                    <a:pt x="14755" y="5610"/>
                  </a:lnTo>
                  <a:lnTo>
                    <a:pt x="14775" y="5650"/>
                  </a:lnTo>
                  <a:lnTo>
                    <a:pt x="14755" y="5689"/>
                  </a:lnTo>
                  <a:lnTo>
                    <a:pt x="14854" y="5689"/>
                  </a:lnTo>
                  <a:lnTo>
                    <a:pt x="14972" y="5748"/>
                  </a:lnTo>
                  <a:lnTo>
                    <a:pt x="15249" y="5887"/>
                  </a:lnTo>
                  <a:lnTo>
                    <a:pt x="15505" y="6045"/>
                  </a:lnTo>
                  <a:lnTo>
                    <a:pt x="15624" y="6104"/>
                  </a:lnTo>
                  <a:lnTo>
                    <a:pt x="15742" y="6124"/>
                  </a:lnTo>
                  <a:lnTo>
                    <a:pt x="15723" y="6143"/>
                  </a:lnTo>
                  <a:lnTo>
                    <a:pt x="15742" y="6183"/>
                  </a:lnTo>
                  <a:lnTo>
                    <a:pt x="15802" y="6242"/>
                  </a:lnTo>
                  <a:lnTo>
                    <a:pt x="15900" y="6321"/>
                  </a:lnTo>
                  <a:lnTo>
                    <a:pt x="16019" y="6361"/>
                  </a:lnTo>
                  <a:lnTo>
                    <a:pt x="15960" y="6321"/>
                  </a:lnTo>
                  <a:lnTo>
                    <a:pt x="15940" y="6282"/>
                  </a:lnTo>
                  <a:lnTo>
                    <a:pt x="15940" y="6262"/>
                  </a:lnTo>
                  <a:lnTo>
                    <a:pt x="15960" y="6242"/>
                  </a:lnTo>
                  <a:lnTo>
                    <a:pt x="16039" y="6222"/>
                  </a:lnTo>
                  <a:lnTo>
                    <a:pt x="16157" y="6203"/>
                  </a:lnTo>
                  <a:lnTo>
                    <a:pt x="16216" y="6282"/>
                  </a:lnTo>
                  <a:lnTo>
                    <a:pt x="16315" y="6341"/>
                  </a:lnTo>
                  <a:lnTo>
                    <a:pt x="16513" y="6459"/>
                  </a:lnTo>
                  <a:lnTo>
                    <a:pt x="16612" y="6519"/>
                  </a:lnTo>
                  <a:lnTo>
                    <a:pt x="16691" y="6578"/>
                  </a:lnTo>
                  <a:lnTo>
                    <a:pt x="16750" y="6637"/>
                  </a:lnTo>
                  <a:lnTo>
                    <a:pt x="16750" y="6716"/>
                  </a:lnTo>
                  <a:lnTo>
                    <a:pt x="16849" y="6716"/>
                  </a:lnTo>
                  <a:lnTo>
                    <a:pt x="16908" y="6696"/>
                  </a:lnTo>
                  <a:lnTo>
                    <a:pt x="16967" y="6677"/>
                  </a:lnTo>
                  <a:lnTo>
                    <a:pt x="16987" y="6637"/>
                  </a:lnTo>
                  <a:lnTo>
                    <a:pt x="17046" y="6578"/>
                  </a:lnTo>
                  <a:lnTo>
                    <a:pt x="17105" y="6499"/>
                  </a:lnTo>
                  <a:lnTo>
                    <a:pt x="17165" y="6558"/>
                  </a:lnTo>
                  <a:lnTo>
                    <a:pt x="17224" y="6637"/>
                  </a:lnTo>
                  <a:lnTo>
                    <a:pt x="17382" y="6775"/>
                  </a:lnTo>
                  <a:lnTo>
                    <a:pt x="17441" y="6854"/>
                  </a:lnTo>
                  <a:lnTo>
                    <a:pt x="17500" y="6933"/>
                  </a:lnTo>
                  <a:lnTo>
                    <a:pt x="17500" y="6993"/>
                  </a:lnTo>
                  <a:lnTo>
                    <a:pt x="17481" y="7013"/>
                  </a:lnTo>
                  <a:lnTo>
                    <a:pt x="17461" y="7032"/>
                  </a:lnTo>
                  <a:lnTo>
                    <a:pt x="17362" y="6953"/>
                  </a:lnTo>
                  <a:lnTo>
                    <a:pt x="17244" y="6874"/>
                  </a:lnTo>
                  <a:lnTo>
                    <a:pt x="17184" y="6854"/>
                  </a:lnTo>
                  <a:lnTo>
                    <a:pt x="17125" y="6854"/>
                  </a:lnTo>
                  <a:lnTo>
                    <a:pt x="17105" y="6914"/>
                  </a:lnTo>
                  <a:lnTo>
                    <a:pt x="17184" y="6993"/>
                  </a:lnTo>
                  <a:lnTo>
                    <a:pt x="17244" y="6993"/>
                  </a:lnTo>
                  <a:lnTo>
                    <a:pt x="17303" y="6973"/>
                  </a:lnTo>
                  <a:lnTo>
                    <a:pt x="17342" y="6973"/>
                  </a:lnTo>
                  <a:lnTo>
                    <a:pt x="17402" y="7013"/>
                  </a:lnTo>
                  <a:lnTo>
                    <a:pt x="17402" y="7052"/>
                  </a:lnTo>
                  <a:lnTo>
                    <a:pt x="17421" y="7111"/>
                  </a:lnTo>
                  <a:lnTo>
                    <a:pt x="17421" y="7171"/>
                  </a:lnTo>
                  <a:lnTo>
                    <a:pt x="17421" y="7210"/>
                  </a:lnTo>
                  <a:lnTo>
                    <a:pt x="17402" y="7210"/>
                  </a:lnTo>
                  <a:lnTo>
                    <a:pt x="17619" y="7348"/>
                  </a:lnTo>
                  <a:lnTo>
                    <a:pt x="17876" y="7566"/>
                  </a:lnTo>
                  <a:lnTo>
                    <a:pt x="17816" y="7467"/>
                  </a:lnTo>
                  <a:lnTo>
                    <a:pt x="17797" y="7427"/>
                  </a:lnTo>
                  <a:lnTo>
                    <a:pt x="17895" y="7427"/>
                  </a:lnTo>
                  <a:lnTo>
                    <a:pt x="18014" y="7447"/>
                  </a:lnTo>
                  <a:lnTo>
                    <a:pt x="18034" y="7447"/>
                  </a:lnTo>
                  <a:lnTo>
                    <a:pt x="18034" y="7427"/>
                  </a:lnTo>
                  <a:lnTo>
                    <a:pt x="18014" y="7388"/>
                  </a:lnTo>
                  <a:lnTo>
                    <a:pt x="17639" y="7309"/>
                  </a:lnTo>
                  <a:lnTo>
                    <a:pt x="17560" y="7250"/>
                  </a:lnTo>
                  <a:lnTo>
                    <a:pt x="17500" y="7210"/>
                  </a:lnTo>
                  <a:lnTo>
                    <a:pt x="17500" y="7171"/>
                  </a:lnTo>
                  <a:lnTo>
                    <a:pt x="17520" y="7151"/>
                  </a:lnTo>
                  <a:lnTo>
                    <a:pt x="17560" y="7111"/>
                  </a:lnTo>
                  <a:lnTo>
                    <a:pt x="17560" y="7092"/>
                  </a:lnTo>
                  <a:lnTo>
                    <a:pt x="17560" y="7052"/>
                  </a:lnTo>
                  <a:lnTo>
                    <a:pt x="17737" y="7151"/>
                  </a:lnTo>
                  <a:lnTo>
                    <a:pt x="17895" y="7210"/>
                  </a:lnTo>
                  <a:lnTo>
                    <a:pt x="18034" y="7250"/>
                  </a:lnTo>
                  <a:lnTo>
                    <a:pt x="18152" y="7269"/>
                  </a:lnTo>
                  <a:lnTo>
                    <a:pt x="18429" y="7329"/>
                  </a:lnTo>
                  <a:lnTo>
                    <a:pt x="18606" y="7368"/>
                  </a:lnTo>
                  <a:lnTo>
                    <a:pt x="18843" y="7467"/>
                  </a:lnTo>
                  <a:lnTo>
                    <a:pt x="19081" y="7645"/>
                  </a:lnTo>
                  <a:lnTo>
                    <a:pt x="19278" y="7783"/>
                  </a:lnTo>
                  <a:lnTo>
                    <a:pt x="19179" y="7743"/>
                  </a:lnTo>
                  <a:lnTo>
                    <a:pt x="19120" y="7743"/>
                  </a:lnTo>
                  <a:lnTo>
                    <a:pt x="19081" y="7763"/>
                  </a:lnTo>
                  <a:lnTo>
                    <a:pt x="19041" y="7803"/>
                  </a:lnTo>
                  <a:lnTo>
                    <a:pt x="19041" y="7842"/>
                  </a:lnTo>
                  <a:lnTo>
                    <a:pt x="19041" y="7882"/>
                  </a:lnTo>
                  <a:lnTo>
                    <a:pt x="19081" y="7921"/>
                  </a:lnTo>
                  <a:lnTo>
                    <a:pt x="19120" y="7961"/>
                  </a:lnTo>
                  <a:lnTo>
                    <a:pt x="19298" y="8000"/>
                  </a:lnTo>
                  <a:lnTo>
                    <a:pt x="19436" y="8040"/>
                  </a:lnTo>
                  <a:lnTo>
                    <a:pt x="19594" y="8099"/>
                  </a:lnTo>
                  <a:lnTo>
                    <a:pt x="19713" y="8178"/>
                  </a:lnTo>
                  <a:lnTo>
                    <a:pt x="19950" y="8336"/>
                  </a:lnTo>
                  <a:lnTo>
                    <a:pt x="20068" y="8415"/>
                  </a:lnTo>
                  <a:lnTo>
                    <a:pt x="20206" y="8474"/>
                  </a:lnTo>
                  <a:lnTo>
                    <a:pt x="20206" y="8474"/>
                  </a:lnTo>
                  <a:lnTo>
                    <a:pt x="20108" y="8415"/>
                  </a:lnTo>
                  <a:lnTo>
                    <a:pt x="20068" y="8375"/>
                  </a:lnTo>
                  <a:lnTo>
                    <a:pt x="20048" y="8356"/>
                  </a:lnTo>
                  <a:lnTo>
                    <a:pt x="20048" y="8316"/>
                  </a:lnTo>
                  <a:lnTo>
                    <a:pt x="20088" y="8296"/>
                  </a:lnTo>
                  <a:lnTo>
                    <a:pt x="20127" y="8277"/>
                  </a:lnTo>
                  <a:lnTo>
                    <a:pt x="20226" y="8257"/>
                  </a:lnTo>
                  <a:lnTo>
                    <a:pt x="20443" y="8277"/>
                  </a:lnTo>
                  <a:lnTo>
                    <a:pt x="20562" y="8296"/>
                  </a:lnTo>
                  <a:lnTo>
                    <a:pt x="20621" y="8316"/>
                  </a:lnTo>
                  <a:lnTo>
                    <a:pt x="20641" y="8356"/>
                  </a:lnTo>
                  <a:lnTo>
                    <a:pt x="20641" y="8435"/>
                  </a:lnTo>
                  <a:lnTo>
                    <a:pt x="20680" y="8474"/>
                  </a:lnTo>
                  <a:lnTo>
                    <a:pt x="20740" y="8533"/>
                  </a:lnTo>
                  <a:lnTo>
                    <a:pt x="21115" y="8612"/>
                  </a:lnTo>
                  <a:lnTo>
                    <a:pt x="21411" y="8691"/>
                  </a:lnTo>
                  <a:lnTo>
                    <a:pt x="21984" y="8869"/>
                  </a:lnTo>
                  <a:lnTo>
                    <a:pt x="22241" y="8948"/>
                  </a:lnTo>
                  <a:lnTo>
                    <a:pt x="22498" y="9007"/>
                  </a:lnTo>
                  <a:lnTo>
                    <a:pt x="22774" y="9047"/>
                  </a:lnTo>
                  <a:lnTo>
                    <a:pt x="23051" y="9067"/>
                  </a:lnTo>
                  <a:lnTo>
                    <a:pt x="23051" y="9067"/>
                  </a:lnTo>
                  <a:lnTo>
                    <a:pt x="22735" y="8830"/>
                  </a:lnTo>
                  <a:lnTo>
                    <a:pt x="22577" y="8968"/>
                  </a:lnTo>
                  <a:lnTo>
                    <a:pt x="22517" y="8909"/>
                  </a:lnTo>
                  <a:lnTo>
                    <a:pt x="22498" y="8849"/>
                  </a:lnTo>
                  <a:lnTo>
                    <a:pt x="22517" y="8770"/>
                  </a:lnTo>
                  <a:lnTo>
                    <a:pt x="22557" y="8731"/>
                  </a:lnTo>
                  <a:lnTo>
                    <a:pt x="22636" y="8672"/>
                  </a:lnTo>
                  <a:lnTo>
                    <a:pt x="22715" y="8612"/>
                  </a:lnTo>
                  <a:lnTo>
                    <a:pt x="22873" y="8553"/>
                  </a:lnTo>
                  <a:lnTo>
                    <a:pt x="22912" y="8573"/>
                  </a:lnTo>
                  <a:lnTo>
                    <a:pt x="22972" y="8593"/>
                  </a:lnTo>
                  <a:lnTo>
                    <a:pt x="23110" y="8632"/>
                  </a:lnTo>
                  <a:lnTo>
                    <a:pt x="23209" y="8691"/>
                  </a:lnTo>
                  <a:lnTo>
                    <a:pt x="23228" y="8711"/>
                  </a:lnTo>
                  <a:lnTo>
                    <a:pt x="23169" y="8731"/>
                  </a:lnTo>
                  <a:lnTo>
                    <a:pt x="23643" y="8731"/>
                  </a:lnTo>
                  <a:lnTo>
                    <a:pt x="23604" y="8711"/>
                  </a:lnTo>
                  <a:lnTo>
                    <a:pt x="23564" y="8691"/>
                  </a:lnTo>
                  <a:lnTo>
                    <a:pt x="23465" y="8652"/>
                  </a:lnTo>
                  <a:lnTo>
                    <a:pt x="23446" y="8632"/>
                  </a:lnTo>
                  <a:lnTo>
                    <a:pt x="23426" y="8612"/>
                  </a:lnTo>
                  <a:lnTo>
                    <a:pt x="23446" y="8612"/>
                  </a:lnTo>
                  <a:lnTo>
                    <a:pt x="23505" y="8593"/>
                  </a:lnTo>
                  <a:lnTo>
                    <a:pt x="23663" y="8652"/>
                  </a:lnTo>
                  <a:lnTo>
                    <a:pt x="23821" y="8731"/>
                  </a:lnTo>
                  <a:lnTo>
                    <a:pt x="23880" y="8770"/>
                  </a:lnTo>
                  <a:lnTo>
                    <a:pt x="23900" y="8790"/>
                  </a:lnTo>
                  <a:lnTo>
                    <a:pt x="23880" y="8810"/>
                  </a:lnTo>
                  <a:lnTo>
                    <a:pt x="23801" y="8830"/>
                  </a:lnTo>
                  <a:lnTo>
                    <a:pt x="23979" y="8869"/>
                  </a:lnTo>
                  <a:lnTo>
                    <a:pt x="24236" y="8869"/>
                  </a:lnTo>
                  <a:lnTo>
                    <a:pt x="24295" y="8849"/>
                  </a:lnTo>
                  <a:lnTo>
                    <a:pt x="24315" y="8830"/>
                  </a:lnTo>
                  <a:lnTo>
                    <a:pt x="24315" y="8790"/>
                  </a:lnTo>
                  <a:lnTo>
                    <a:pt x="24433" y="8810"/>
                  </a:lnTo>
                  <a:lnTo>
                    <a:pt x="24473" y="8849"/>
                  </a:lnTo>
                  <a:lnTo>
                    <a:pt x="24453" y="8869"/>
                  </a:lnTo>
                  <a:lnTo>
                    <a:pt x="24394" y="8909"/>
                  </a:lnTo>
                  <a:lnTo>
                    <a:pt x="24236" y="8968"/>
                  </a:lnTo>
                  <a:lnTo>
                    <a:pt x="24058" y="9007"/>
                  </a:lnTo>
                  <a:lnTo>
                    <a:pt x="24157" y="9047"/>
                  </a:lnTo>
                  <a:lnTo>
                    <a:pt x="24216" y="9067"/>
                  </a:lnTo>
                  <a:lnTo>
                    <a:pt x="24256" y="9106"/>
                  </a:lnTo>
                  <a:lnTo>
                    <a:pt x="24275" y="9146"/>
                  </a:lnTo>
                  <a:lnTo>
                    <a:pt x="24275" y="9185"/>
                  </a:lnTo>
                  <a:lnTo>
                    <a:pt x="24256" y="9205"/>
                  </a:lnTo>
                  <a:lnTo>
                    <a:pt x="24196" y="9244"/>
                  </a:lnTo>
                  <a:lnTo>
                    <a:pt x="24611" y="9304"/>
                  </a:lnTo>
                  <a:lnTo>
                    <a:pt x="24552" y="9323"/>
                  </a:lnTo>
                  <a:lnTo>
                    <a:pt x="24512" y="9363"/>
                  </a:lnTo>
                  <a:lnTo>
                    <a:pt x="24453" y="9403"/>
                  </a:lnTo>
                  <a:lnTo>
                    <a:pt x="24394" y="9422"/>
                  </a:lnTo>
                  <a:lnTo>
                    <a:pt x="24493" y="9462"/>
                  </a:lnTo>
                  <a:lnTo>
                    <a:pt x="24769" y="9462"/>
                  </a:lnTo>
                  <a:lnTo>
                    <a:pt x="24848" y="9482"/>
                  </a:lnTo>
                  <a:lnTo>
                    <a:pt x="24927" y="9482"/>
                  </a:lnTo>
                  <a:lnTo>
                    <a:pt x="24986" y="9521"/>
                  </a:lnTo>
                  <a:lnTo>
                    <a:pt x="25065" y="9580"/>
                  </a:lnTo>
                  <a:lnTo>
                    <a:pt x="25184" y="9462"/>
                  </a:lnTo>
                  <a:lnTo>
                    <a:pt x="25539" y="9620"/>
                  </a:lnTo>
                  <a:lnTo>
                    <a:pt x="25757" y="9719"/>
                  </a:lnTo>
                  <a:lnTo>
                    <a:pt x="26231" y="9936"/>
                  </a:lnTo>
                  <a:lnTo>
                    <a:pt x="26191" y="9817"/>
                  </a:lnTo>
                  <a:lnTo>
                    <a:pt x="26330" y="9817"/>
                  </a:lnTo>
                  <a:lnTo>
                    <a:pt x="26409" y="9857"/>
                  </a:lnTo>
                  <a:lnTo>
                    <a:pt x="26468" y="9916"/>
                  </a:lnTo>
                  <a:lnTo>
                    <a:pt x="26507" y="9975"/>
                  </a:lnTo>
                  <a:lnTo>
                    <a:pt x="26547" y="10035"/>
                  </a:lnTo>
                  <a:lnTo>
                    <a:pt x="26586" y="10114"/>
                  </a:lnTo>
                  <a:lnTo>
                    <a:pt x="26665" y="10173"/>
                  </a:lnTo>
                  <a:lnTo>
                    <a:pt x="26784" y="10252"/>
                  </a:lnTo>
                  <a:lnTo>
                    <a:pt x="26942" y="10311"/>
                  </a:lnTo>
                  <a:lnTo>
                    <a:pt x="27060" y="10351"/>
                  </a:lnTo>
                  <a:lnTo>
                    <a:pt x="27120" y="10370"/>
                  </a:lnTo>
                  <a:lnTo>
                    <a:pt x="27159" y="10351"/>
                  </a:lnTo>
                  <a:lnTo>
                    <a:pt x="27199" y="10331"/>
                  </a:lnTo>
                  <a:lnTo>
                    <a:pt x="27238" y="10291"/>
                  </a:lnTo>
                  <a:lnTo>
                    <a:pt x="27317" y="10351"/>
                  </a:lnTo>
                  <a:lnTo>
                    <a:pt x="27337" y="10410"/>
                  </a:lnTo>
                  <a:lnTo>
                    <a:pt x="27337" y="10469"/>
                  </a:lnTo>
                  <a:lnTo>
                    <a:pt x="27317" y="10528"/>
                  </a:lnTo>
                  <a:lnTo>
                    <a:pt x="27436" y="10548"/>
                  </a:lnTo>
                  <a:lnTo>
                    <a:pt x="27554" y="10607"/>
                  </a:lnTo>
                  <a:lnTo>
                    <a:pt x="27613" y="10667"/>
                  </a:lnTo>
                  <a:lnTo>
                    <a:pt x="27633" y="10706"/>
                  </a:lnTo>
                  <a:lnTo>
                    <a:pt x="27653" y="10765"/>
                  </a:lnTo>
                  <a:lnTo>
                    <a:pt x="27653" y="10825"/>
                  </a:lnTo>
                  <a:lnTo>
                    <a:pt x="27436" y="10647"/>
                  </a:lnTo>
                  <a:lnTo>
                    <a:pt x="27416" y="10686"/>
                  </a:lnTo>
                  <a:lnTo>
                    <a:pt x="27396" y="10726"/>
                  </a:lnTo>
                  <a:lnTo>
                    <a:pt x="27436" y="10825"/>
                  </a:lnTo>
                  <a:lnTo>
                    <a:pt x="27475" y="10923"/>
                  </a:lnTo>
                  <a:lnTo>
                    <a:pt x="27475" y="10963"/>
                  </a:lnTo>
                  <a:lnTo>
                    <a:pt x="27455" y="11002"/>
                  </a:lnTo>
                  <a:lnTo>
                    <a:pt x="27495" y="11042"/>
                  </a:lnTo>
                  <a:lnTo>
                    <a:pt x="27515" y="11101"/>
                  </a:lnTo>
                  <a:lnTo>
                    <a:pt x="27574" y="11200"/>
                  </a:lnTo>
                  <a:lnTo>
                    <a:pt x="27613" y="11338"/>
                  </a:lnTo>
                  <a:lnTo>
                    <a:pt x="27673" y="11595"/>
                  </a:lnTo>
                  <a:lnTo>
                    <a:pt x="27771" y="11852"/>
                  </a:lnTo>
                  <a:lnTo>
                    <a:pt x="27870" y="12089"/>
                  </a:lnTo>
                  <a:lnTo>
                    <a:pt x="28008" y="12326"/>
                  </a:lnTo>
                  <a:lnTo>
                    <a:pt x="28166" y="12523"/>
                  </a:lnTo>
                  <a:lnTo>
                    <a:pt x="28324" y="12681"/>
                  </a:lnTo>
                  <a:lnTo>
                    <a:pt x="28305" y="12583"/>
                  </a:lnTo>
                  <a:lnTo>
                    <a:pt x="28344" y="12523"/>
                  </a:lnTo>
                  <a:lnTo>
                    <a:pt x="28384" y="12484"/>
                  </a:lnTo>
                  <a:lnTo>
                    <a:pt x="28443" y="12464"/>
                  </a:lnTo>
                  <a:lnTo>
                    <a:pt x="28542" y="12484"/>
                  </a:lnTo>
                  <a:lnTo>
                    <a:pt x="28641" y="12543"/>
                  </a:lnTo>
                  <a:lnTo>
                    <a:pt x="28917" y="12721"/>
                  </a:lnTo>
                  <a:lnTo>
                    <a:pt x="28897" y="12721"/>
                  </a:lnTo>
                  <a:lnTo>
                    <a:pt x="28897" y="12741"/>
                  </a:lnTo>
                  <a:lnTo>
                    <a:pt x="28917" y="12820"/>
                  </a:lnTo>
                  <a:lnTo>
                    <a:pt x="29055" y="13017"/>
                  </a:lnTo>
                  <a:lnTo>
                    <a:pt x="29194" y="13195"/>
                  </a:lnTo>
                  <a:lnTo>
                    <a:pt x="29253" y="13274"/>
                  </a:lnTo>
                  <a:lnTo>
                    <a:pt x="29273" y="13353"/>
                  </a:lnTo>
                  <a:lnTo>
                    <a:pt x="29233" y="13373"/>
                  </a:lnTo>
                  <a:lnTo>
                    <a:pt x="29213" y="13412"/>
                  </a:lnTo>
                  <a:lnTo>
                    <a:pt x="29194" y="13511"/>
                  </a:lnTo>
                  <a:lnTo>
                    <a:pt x="29174" y="13550"/>
                  </a:lnTo>
                  <a:lnTo>
                    <a:pt x="29154" y="13570"/>
                  </a:lnTo>
                  <a:lnTo>
                    <a:pt x="29115" y="13570"/>
                  </a:lnTo>
                  <a:lnTo>
                    <a:pt x="29055" y="13531"/>
                  </a:lnTo>
                  <a:lnTo>
                    <a:pt x="29075" y="13373"/>
                  </a:lnTo>
                  <a:lnTo>
                    <a:pt x="29055" y="13333"/>
                  </a:lnTo>
                  <a:lnTo>
                    <a:pt x="29036" y="13294"/>
                  </a:lnTo>
                  <a:lnTo>
                    <a:pt x="29016" y="13254"/>
                  </a:lnTo>
                  <a:lnTo>
                    <a:pt x="28957" y="13215"/>
                  </a:lnTo>
                  <a:lnTo>
                    <a:pt x="28976" y="13353"/>
                  </a:lnTo>
                  <a:lnTo>
                    <a:pt x="29016" y="13511"/>
                  </a:lnTo>
                  <a:lnTo>
                    <a:pt x="29016" y="13570"/>
                  </a:lnTo>
                  <a:lnTo>
                    <a:pt x="29016" y="13629"/>
                  </a:lnTo>
                  <a:lnTo>
                    <a:pt x="28996" y="13728"/>
                  </a:lnTo>
                  <a:lnTo>
                    <a:pt x="28858" y="13728"/>
                  </a:lnTo>
                  <a:lnTo>
                    <a:pt x="28838" y="13708"/>
                  </a:lnTo>
                  <a:lnTo>
                    <a:pt x="28897" y="13689"/>
                  </a:lnTo>
                  <a:lnTo>
                    <a:pt x="28937" y="13649"/>
                  </a:lnTo>
                  <a:lnTo>
                    <a:pt x="28838" y="13610"/>
                  </a:lnTo>
                  <a:lnTo>
                    <a:pt x="28779" y="13610"/>
                  </a:lnTo>
                  <a:lnTo>
                    <a:pt x="28759" y="13629"/>
                  </a:lnTo>
                  <a:lnTo>
                    <a:pt x="28759" y="13649"/>
                  </a:lnTo>
                  <a:lnTo>
                    <a:pt x="28739" y="13708"/>
                  </a:lnTo>
                  <a:lnTo>
                    <a:pt x="28739" y="13748"/>
                  </a:lnTo>
                  <a:lnTo>
                    <a:pt x="28720" y="13807"/>
                  </a:lnTo>
                  <a:lnTo>
                    <a:pt x="28660" y="13866"/>
                  </a:lnTo>
                  <a:lnTo>
                    <a:pt x="28680" y="13866"/>
                  </a:lnTo>
                  <a:lnTo>
                    <a:pt x="28700" y="13886"/>
                  </a:lnTo>
                  <a:lnTo>
                    <a:pt x="28720" y="13886"/>
                  </a:lnTo>
                  <a:lnTo>
                    <a:pt x="28759" y="13847"/>
                  </a:lnTo>
                  <a:lnTo>
                    <a:pt x="28720" y="13906"/>
                  </a:lnTo>
                  <a:lnTo>
                    <a:pt x="28720" y="13965"/>
                  </a:lnTo>
                  <a:lnTo>
                    <a:pt x="28739" y="14024"/>
                  </a:lnTo>
                  <a:lnTo>
                    <a:pt x="28799" y="14104"/>
                  </a:lnTo>
                  <a:lnTo>
                    <a:pt x="28838" y="14202"/>
                  </a:lnTo>
                  <a:lnTo>
                    <a:pt x="28878" y="14321"/>
                  </a:lnTo>
                  <a:lnTo>
                    <a:pt x="28878" y="14439"/>
                  </a:lnTo>
                  <a:lnTo>
                    <a:pt x="28858" y="14499"/>
                  </a:lnTo>
                  <a:lnTo>
                    <a:pt x="28838" y="14558"/>
                  </a:lnTo>
                  <a:lnTo>
                    <a:pt x="28858" y="14538"/>
                  </a:lnTo>
                  <a:lnTo>
                    <a:pt x="28897" y="14499"/>
                  </a:lnTo>
                  <a:lnTo>
                    <a:pt x="28957" y="14499"/>
                  </a:lnTo>
                  <a:lnTo>
                    <a:pt x="28976" y="14538"/>
                  </a:lnTo>
                  <a:lnTo>
                    <a:pt x="28996" y="14578"/>
                  </a:lnTo>
                  <a:lnTo>
                    <a:pt x="29016" y="14696"/>
                  </a:lnTo>
                  <a:lnTo>
                    <a:pt x="29016" y="14775"/>
                  </a:lnTo>
                  <a:lnTo>
                    <a:pt x="28996" y="14834"/>
                  </a:lnTo>
                  <a:lnTo>
                    <a:pt x="28976" y="14874"/>
                  </a:lnTo>
                  <a:lnTo>
                    <a:pt x="28917" y="14953"/>
                  </a:lnTo>
                  <a:lnTo>
                    <a:pt x="28878" y="15032"/>
                  </a:lnTo>
                  <a:lnTo>
                    <a:pt x="28897" y="15091"/>
                  </a:lnTo>
                  <a:lnTo>
                    <a:pt x="28937" y="15170"/>
                  </a:lnTo>
                  <a:lnTo>
                    <a:pt x="28957" y="15368"/>
                  </a:lnTo>
                  <a:lnTo>
                    <a:pt x="28976" y="15545"/>
                  </a:lnTo>
                  <a:lnTo>
                    <a:pt x="28976" y="15585"/>
                  </a:lnTo>
                  <a:lnTo>
                    <a:pt x="28996" y="15644"/>
                  </a:lnTo>
                  <a:lnTo>
                    <a:pt x="29036" y="15664"/>
                  </a:lnTo>
                  <a:lnTo>
                    <a:pt x="29075" y="15624"/>
                  </a:lnTo>
                  <a:lnTo>
                    <a:pt x="29134" y="15605"/>
                  </a:lnTo>
                  <a:lnTo>
                    <a:pt x="29174" y="15565"/>
                  </a:lnTo>
                  <a:lnTo>
                    <a:pt x="29233" y="15565"/>
                  </a:lnTo>
                  <a:lnTo>
                    <a:pt x="29273" y="15585"/>
                  </a:lnTo>
                  <a:lnTo>
                    <a:pt x="29312" y="15664"/>
                  </a:lnTo>
                  <a:lnTo>
                    <a:pt x="29371" y="15763"/>
                  </a:lnTo>
                  <a:lnTo>
                    <a:pt x="29391" y="15842"/>
                  </a:lnTo>
                  <a:lnTo>
                    <a:pt x="29391" y="15940"/>
                  </a:lnTo>
                  <a:lnTo>
                    <a:pt x="29391" y="16039"/>
                  </a:lnTo>
                  <a:lnTo>
                    <a:pt x="29371" y="16237"/>
                  </a:lnTo>
                  <a:lnTo>
                    <a:pt x="29371" y="16335"/>
                  </a:lnTo>
                  <a:lnTo>
                    <a:pt x="29371" y="16434"/>
                  </a:lnTo>
                  <a:lnTo>
                    <a:pt x="29332" y="16494"/>
                  </a:lnTo>
                  <a:lnTo>
                    <a:pt x="29312" y="16513"/>
                  </a:lnTo>
                  <a:lnTo>
                    <a:pt x="29292" y="16494"/>
                  </a:lnTo>
                  <a:lnTo>
                    <a:pt x="29292" y="16454"/>
                  </a:lnTo>
                  <a:lnTo>
                    <a:pt x="29273" y="16375"/>
                  </a:lnTo>
                  <a:lnTo>
                    <a:pt x="29273" y="16158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73" y="16415"/>
                  </a:lnTo>
                  <a:lnTo>
                    <a:pt x="29273" y="16849"/>
                  </a:lnTo>
                  <a:lnTo>
                    <a:pt x="29233" y="16908"/>
                  </a:lnTo>
                  <a:lnTo>
                    <a:pt x="29213" y="16928"/>
                  </a:lnTo>
                  <a:lnTo>
                    <a:pt x="29174" y="16908"/>
                  </a:lnTo>
                  <a:lnTo>
                    <a:pt x="29154" y="16849"/>
                  </a:lnTo>
                  <a:lnTo>
                    <a:pt x="29154" y="16671"/>
                  </a:lnTo>
                  <a:lnTo>
                    <a:pt x="29154" y="16474"/>
                  </a:lnTo>
                  <a:lnTo>
                    <a:pt x="29115" y="16612"/>
                  </a:lnTo>
                  <a:lnTo>
                    <a:pt x="29095" y="16731"/>
                  </a:lnTo>
                  <a:lnTo>
                    <a:pt x="29095" y="16869"/>
                  </a:lnTo>
                  <a:lnTo>
                    <a:pt x="29095" y="16987"/>
                  </a:lnTo>
                  <a:lnTo>
                    <a:pt x="29115" y="17106"/>
                  </a:lnTo>
                  <a:lnTo>
                    <a:pt x="29134" y="17205"/>
                  </a:lnTo>
                  <a:lnTo>
                    <a:pt x="29174" y="17303"/>
                  </a:lnTo>
                  <a:lnTo>
                    <a:pt x="29213" y="17343"/>
                  </a:lnTo>
                  <a:lnTo>
                    <a:pt x="29174" y="17481"/>
                  </a:lnTo>
                  <a:lnTo>
                    <a:pt x="29154" y="17600"/>
                  </a:lnTo>
                  <a:lnTo>
                    <a:pt x="29134" y="17718"/>
                  </a:lnTo>
                  <a:lnTo>
                    <a:pt x="29075" y="17856"/>
                  </a:lnTo>
                  <a:lnTo>
                    <a:pt x="29055" y="17777"/>
                  </a:lnTo>
                  <a:lnTo>
                    <a:pt x="29016" y="17718"/>
                  </a:lnTo>
                  <a:lnTo>
                    <a:pt x="28917" y="17619"/>
                  </a:lnTo>
                  <a:lnTo>
                    <a:pt x="28878" y="17560"/>
                  </a:lnTo>
                  <a:lnTo>
                    <a:pt x="28838" y="17501"/>
                  </a:lnTo>
                  <a:lnTo>
                    <a:pt x="28799" y="17422"/>
                  </a:lnTo>
                  <a:lnTo>
                    <a:pt x="28799" y="17323"/>
                  </a:lnTo>
                  <a:lnTo>
                    <a:pt x="28818" y="17185"/>
                  </a:lnTo>
                  <a:lnTo>
                    <a:pt x="28858" y="17145"/>
                  </a:lnTo>
                  <a:lnTo>
                    <a:pt x="28878" y="17145"/>
                  </a:lnTo>
                  <a:lnTo>
                    <a:pt x="28917" y="17185"/>
                  </a:lnTo>
                  <a:lnTo>
                    <a:pt x="28937" y="17224"/>
                  </a:lnTo>
                  <a:lnTo>
                    <a:pt x="28976" y="17244"/>
                  </a:lnTo>
                  <a:lnTo>
                    <a:pt x="28996" y="17244"/>
                  </a:lnTo>
                  <a:lnTo>
                    <a:pt x="29016" y="17224"/>
                  </a:lnTo>
                  <a:lnTo>
                    <a:pt x="29036" y="17106"/>
                  </a:lnTo>
                  <a:lnTo>
                    <a:pt x="28897" y="17066"/>
                  </a:lnTo>
                  <a:lnTo>
                    <a:pt x="28937" y="16987"/>
                  </a:lnTo>
                  <a:lnTo>
                    <a:pt x="28937" y="16928"/>
                  </a:lnTo>
                  <a:lnTo>
                    <a:pt x="28937" y="16810"/>
                  </a:lnTo>
                  <a:lnTo>
                    <a:pt x="28917" y="16671"/>
                  </a:lnTo>
                  <a:lnTo>
                    <a:pt x="28917" y="16533"/>
                  </a:lnTo>
                  <a:lnTo>
                    <a:pt x="28937" y="16494"/>
                  </a:lnTo>
                  <a:lnTo>
                    <a:pt x="28957" y="16513"/>
                  </a:lnTo>
                  <a:lnTo>
                    <a:pt x="28976" y="16632"/>
                  </a:lnTo>
                  <a:lnTo>
                    <a:pt x="29016" y="16158"/>
                  </a:lnTo>
                  <a:lnTo>
                    <a:pt x="29016" y="16039"/>
                  </a:lnTo>
                  <a:lnTo>
                    <a:pt x="28996" y="15940"/>
                  </a:lnTo>
                  <a:lnTo>
                    <a:pt x="28957" y="15822"/>
                  </a:lnTo>
                  <a:lnTo>
                    <a:pt x="28917" y="15723"/>
                  </a:lnTo>
                  <a:lnTo>
                    <a:pt x="28878" y="15921"/>
                  </a:lnTo>
                  <a:lnTo>
                    <a:pt x="28858" y="16118"/>
                  </a:lnTo>
                  <a:lnTo>
                    <a:pt x="28838" y="16533"/>
                  </a:lnTo>
                  <a:lnTo>
                    <a:pt x="28838" y="16711"/>
                  </a:lnTo>
                  <a:lnTo>
                    <a:pt x="28818" y="16889"/>
                  </a:lnTo>
                  <a:lnTo>
                    <a:pt x="28779" y="17027"/>
                  </a:lnTo>
                  <a:lnTo>
                    <a:pt x="28759" y="17066"/>
                  </a:lnTo>
                  <a:lnTo>
                    <a:pt x="28720" y="17106"/>
                  </a:lnTo>
                  <a:lnTo>
                    <a:pt x="28759" y="17580"/>
                  </a:lnTo>
                  <a:lnTo>
                    <a:pt x="28779" y="18054"/>
                  </a:lnTo>
                  <a:lnTo>
                    <a:pt x="28799" y="18034"/>
                  </a:lnTo>
                  <a:lnTo>
                    <a:pt x="28838" y="18014"/>
                  </a:lnTo>
                  <a:lnTo>
                    <a:pt x="28917" y="17955"/>
                  </a:lnTo>
                  <a:lnTo>
                    <a:pt x="28957" y="17935"/>
                  </a:lnTo>
                  <a:lnTo>
                    <a:pt x="28996" y="17935"/>
                  </a:lnTo>
                  <a:lnTo>
                    <a:pt x="29036" y="17955"/>
                  </a:lnTo>
                  <a:lnTo>
                    <a:pt x="29055" y="18034"/>
                  </a:lnTo>
                  <a:lnTo>
                    <a:pt x="28976" y="18074"/>
                  </a:lnTo>
                  <a:lnTo>
                    <a:pt x="28917" y="18133"/>
                  </a:lnTo>
                  <a:lnTo>
                    <a:pt x="28818" y="18271"/>
                  </a:lnTo>
                  <a:lnTo>
                    <a:pt x="28700" y="18469"/>
                  </a:lnTo>
                  <a:lnTo>
                    <a:pt x="28621" y="18686"/>
                  </a:lnTo>
                  <a:lnTo>
                    <a:pt x="28660" y="18686"/>
                  </a:lnTo>
                  <a:lnTo>
                    <a:pt x="28680" y="18706"/>
                  </a:lnTo>
                  <a:lnTo>
                    <a:pt x="28720" y="18745"/>
                  </a:lnTo>
                  <a:lnTo>
                    <a:pt x="28720" y="18844"/>
                  </a:lnTo>
                  <a:lnTo>
                    <a:pt x="28720" y="18943"/>
                  </a:lnTo>
                  <a:lnTo>
                    <a:pt x="28720" y="19042"/>
                  </a:lnTo>
                  <a:lnTo>
                    <a:pt x="28720" y="19121"/>
                  </a:lnTo>
                  <a:lnTo>
                    <a:pt x="28759" y="19160"/>
                  </a:lnTo>
                  <a:lnTo>
                    <a:pt x="28799" y="19160"/>
                  </a:lnTo>
                  <a:lnTo>
                    <a:pt x="28799" y="19081"/>
                  </a:lnTo>
                  <a:lnTo>
                    <a:pt x="28818" y="19042"/>
                  </a:lnTo>
                  <a:lnTo>
                    <a:pt x="28838" y="19002"/>
                  </a:lnTo>
                  <a:lnTo>
                    <a:pt x="28858" y="18963"/>
                  </a:lnTo>
                  <a:lnTo>
                    <a:pt x="28917" y="18923"/>
                  </a:lnTo>
                  <a:lnTo>
                    <a:pt x="28957" y="18903"/>
                  </a:lnTo>
                  <a:lnTo>
                    <a:pt x="28937" y="19022"/>
                  </a:lnTo>
                  <a:lnTo>
                    <a:pt x="28937" y="19081"/>
                  </a:lnTo>
                  <a:lnTo>
                    <a:pt x="28957" y="19101"/>
                  </a:lnTo>
                  <a:lnTo>
                    <a:pt x="28996" y="19101"/>
                  </a:lnTo>
                  <a:lnTo>
                    <a:pt x="29055" y="19121"/>
                  </a:lnTo>
                  <a:lnTo>
                    <a:pt x="29055" y="19140"/>
                  </a:lnTo>
                  <a:lnTo>
                    <a:pt x="29055" y="19200"/>
                  </a:lnTo>
                  <a:lnTo>
                    <a:pt x="28976" y="19358"/>
                  </a:lnTo>
                  <a:lnTo>
                    <a:pt x="28937" y="19437"/>
                  </a:lnTo>
                  <a:lnTo>
                    <a:pt x="28897" y="19476"/>
                  </a:lnTo>
                  <a:lnTo>
                    <a:pt x="28878" y="19456"/>
                  </a:lnTo>
                  <a:lnTo>
                    <a:pt x="28858" y="19456"/>
                  </a:lnTo>
                  <a:lnTo>
                    <a:pt x="28818" y="19476"/>
                  </a:lnTo>
                  <a:lnTo>
                    <a:pt x="28759" y="19535"/>
                  </a:lnTo>
                  <a:lnTo>
                    <a:pt x="28680" y="19693"/>
                  </a:lnTo>
                  <a:lnTo>
                    <a:pt x="28641" y="19338"/>
                  </a:lnTo>
                  <a:lnTo>
                    <a:pt x="28621" y="19101"/>
                  </a:lnTo>
                  <a:lnTo>
                    <a:pt x="28621" y="18844"/>
                  </a:lnTo>
                  <a:lnTo>
                    <a:pt x="28581" y="18844"/>
                  </a:lnTo>
                  <a:lnTo>
                    <a:pt x="28561" y="18884"/>
                  </a:lnTo>
                  <a:lnTo>
                    <a:pt x="28522" y="19002"/>
                  </a:lnTo>
                  <a:lnTo>
                    <a:pt x="28482" y="19160"/>
                  </a:lnTo>
                  <a:lnTo>
                    <a:pt x="28443" y="19219"/>
                  </a:lnTo>
                  <a:lnTo>
                    <a:pt x="28482" y="19219"/>
                  </a:lnTo>
                  <a:lnTo>
                    <a:pt x="28502" y="19239"/>
                  </a:lnTo>
                  <a:lnTo>
                    <a:pt x="28522" y="19279"/>
                  </a:lnTo>
                  <a:lnTo>
                    <a:pt x="28561" y="19338"/>
                  </a:lnTo>
                  <a:lnTo>
                    <a:pt x="28581" y="19338"/>
                  </a:lnTo>
                  <a:lnTo>
                    <a:pt x="28601" y="19298"/>
                  </a:lnTo>
                  <a:lnTo>
                    <a:pt x="28542" y="19693"/>
                  </a:lnTo>
                  <a:lnTo>
                    <a:pt x="28463" y="20088"/>
                  </a:lnTo>
                  <a:lnTo>
                    <a:pt x="28403" y="20306"/>
                  </a:lnTo>
                  <a:lnTo>
                    <a:pt x="28344" y="20503"/>
                  </a:lnTo>
                  <a:lnTo>
                    <a:pt x="28265" y="20720"/>
                  </a:lnTo>
                  <a:lnTo>
                    <a:pt x="28166" y="20918"/>
                  </a:lnTo>
                  <a:lnTo>
                    <a:pt x="28127" y="20859"/>
                  </a:lnTo>
                  <a:lnTo>
                    <a:pt x="28127" y="20799"/>
                  </a:lnTo>
                  <a:lnTo>
                    <a:pt x="28127" y="20661"/>
                  </a:lnTo>
                  <a:lnTo>
                    <a:pt x="28206" y="20365"/>
                  </a:lnTo>
                  <a:lnTo>
                    <a:pt x="28226" y="20207"/>
                  </a:lnTo>
                  <a:lnTo>
                    <a:pt x="28245" y="20088"/>
                  </a:lnTo>
                  <a:lnTo>
                    <a:pt x="28226" y="20029"/>
                  </a:lnTo>
                  <a:lnTo>
                    <a:pt x="28186" y="19990"/>
                  </a:lnTo>
                  <a:lnTo>
                    <a:pt x="28147" y="19970"/>
                  </a:lnTo>
                  <a:lnTo>
                    <a:pt x="28087" y="19970"/>
                  </a:lnTo>
                  <a:lnTo>
                    <a:pt x="28048" y="20148"/>
                  </a:lnTo>
                  <a:lnTo>
                    <a:pt x="28048" y="20266"/>
                  </a:lnTo>
                  <a:lnTo>
                    <a:pt x="28048" y="20365"/>
                  </a:lnTo>
                  <a:lnTo>
                    <a:pt x="28028" y="20404"/>
                  </a:lnTo>
                  <a:lnTo>
                    <a:pt x="27989" y="20483"/>
                  </a:lnTo>
                  <a:lnTo>
                    <a:pt x="27910" y="20523"/>
                  </a:lnTo>
                  <a:lnTo>
                    <a:pt x="27831" y="20602"/>
                  </a:lnTo>
                  <a:lnTo>
                    <a:pt x="27771" y="20701"/>
                  </a:lnTo>
                  <a:lnTo>
                    <a:pt x="27692" y="20799"/>
                  </a:lnTo>
                  <a:lnTo>
                    <a:pt x="27554" y="21056"/>
                  </a:lnTo>
                  <a:lnTo>
                    <a:pt x="27475" y="21175"/>
                  </a:lnTo>
                  <a:lnTo>
                    <a:pt x="27396" y="21293"/>
                  </a:lnTo>
                  <a:lnTo>
                    <a:pt x="27554" y="21214"/>
                  </a:lnTo>
                  <a:lnTo>
                    <a:pt x="27534" y="21274"/>
                  </a:lnTo>
                  <a:lnTo>
                    <a:pt x="27495" y="21333"/>
                  </a:lnTo>
                  <a:lnTo>
                    <a:pt x="27396" y="21451"/>
                  </a:lnTo>
                  <a:lnTo>
                    <a:pt x="27179" y="21649"/>
                  </a:lnTo>
                  <a:lnTo>
                    <a:pt x="27179" y="21590"/>
                  </a:lnTo>
                  <a:lnTo>
                    <a:pt x="27100" y="21748"/>
                  </a:lnTo>
                  <a:lnTo>
                    <a:pt x="27060" y="21748"/>
                  </a:lnTo>
                  <a:lnTo>
                    <a:pt x="27021" y="21807"/>
                  </a:lnTo>
                  <a:lnTo>
                    <a:pt x="26962" y="21886"/>
                  </a:lnTo>
                  <a:lnTo>
                    <a:pt x="26764" y="22064"/>
                  </a:lnTo>
                  <a:lnTo>
                    <a:pt x="26547" y="22222"/>
                  </a:lnTo>
                  <a:lnTo>
                    <a:pt x="26349" y="22399"/>
                  </a:lnTo>
                  <a:lnTo>
                    <a:pt x="26369" y="22419"/>
                  </a:lnTo>
                  <a:lnTo>
                    <a:pt x="26409" y="22399"/>
                  </a:lnTo>
                  <a:lnTo>
                    <a:pt x="26527" y="22320"/>
                  </a:lnTo>
                  <a:lnTo>
                    <a:pt x="26646" y="22202"/>
                  </a:lnTo>
                  <a:lnTo>
                    <a:pt x="26764" y="22103"/>
                  </a:lnTo>
                  <a:lnTo>
                    <a:pt x="26942" y="22044"/>
                  </a:lnTo>
                  <a:lnTo>
                    <a:pt x="26981" y="22024"/>
                  </a:lnTo>
                  <a:lnTo>
                    <a:pt x="27021" y="22044"/>
                  </a:lnTo>
                  <a:lnTo>
                    <a:pt x="27041" y="22064"/>
                  </a:lnTo>
                  <a:lnTo>
                    <a:pt x="27041" y="22103"/>
                  </a:lnTo>
                  <a:lnTo>
                    <a:pt x="26804" y="22320"/>
                  </a:lnTo>
                  <a:lnTo>
                    <a:pt x="26606" y="22538"/>
                  </a:lnTo>
                  <a:lnTo>
                    <a:pt x="26389" y="22755"/>
                  </a:lnTo>
                  <a:lnTo>
                    <a:pt x="26251" y="22854"/>
                  </a:lnTo>
                  <a:lnTo>
                    <a:pt x="26092" y="22952"/>
                  </a:lnTo>
                  <a:lnTo>
                    <a:pt x="26092" y="22952"/>
                  </a:lnTo>
                  <a:lnTo>
                    <a:pt x="26251" y="22913"/>
                  </a:lnTo>
                  <a:lnTo>
                    <a:pt x="26211" y="22972"/>
                  </a:lnTo>
                  <a:lnTo>
                    <a:pt x="26152" y="23012"/>
                  </a:lnTo>
                  <a:lnTo>
                    <a:pt x="26033" y="23091"/>
                  </a:lnTo>
                  <a:lnTo>
                    <a:pt x="25717" y="23229"/>
                  </a:lnTo>
                  <a:lnTo>
                    <a:pt x="25599" y="23249"/>
                  </a:lnTo>
                  <a:lnTo>
                    <a:pt x="25579" y="23229"/>
                  </a:lnTo>
                  <a:lnTo>
                    <a:pt x="25559" y="23209"/>
                  </a:lnTo>
                  <a:lnTo>
                    <a:pt x="25579" y="23170"/>
                  </a:lnTo>
                  <a:lnTo>
                    <a:pt x="25638" y="23110"/>
                  </a:lnTo>
                  <a:lnTo>
                    <a:pt x="25717" y="23012"/>
                  </a:lnTo>
                  <a:lnTo>
                    <a:pt x="25737" y="22992"/>
                  </a:lnTo>
                  <a:lnTo>
                    <a:pt x="25717" y="22972"/>
                  </a:lnTo>
                  <a:lnTo>
                    <a:pt x="25658" y="22972"/>
                  </a:lnTo>
                  <a:lnTo>
                    <a:pt x="25717" y="22913"/>
                  </a:lnTo>
                  <a:lnTo>
                    <a:pt x="25776" y="22873"/>
                  </a:lnTo>
                  <a:lnTo>
                    <a:pt x="25895" y="22794"/>
                  </a:lnTo>
                  <a:lnTo>
                    <a:pt x="25954" y="22755"/>
                  </a:lnTo>
                  <a:lnTo>
                    <a:pt x="26013" y="22715"/>
                  </a:lnTo>
                  <a:lnTo>
                    <a:pt x="26033" y="22676"/>
                  </a:lnTo>
                  <a:lnTo>
                    <a:pt x="26033" y="22617"/>
                  </a:lnTo>
                  <a:lnTo>
                    <a:pt x="25875" y="22597"/>
                  </a:lnTo>
                  <a:lnTo>
                    <a:pt x="25717" y="22577"/>
                  </a:lnTo>
                  <a:lnTo>
                    <a:pt x="25678" y="22636"/>
                  </a:lnTo>
                  <a:lnTo>
                    <a:pt x="25599" y="22676"/>
                  </a:lnTo>
                  <a:lnTo>
                    <a:pt x="25441" y="22715"/>
                  </a:lnTo>
                  <a:lnTo>
                    <a:pt x="25302" y="22735"/>
                  </a:lnTo>
                  <a:lnTo>
                    <a:pt x="25243" y="22735"/>
                  </a:lnTo>
                  <a:lnTo>
                    <a:pt x="25184" y="22755"/>
                  </a:lnTo>
                  <a:lnTo>
                    <a:pt x="25362" y="22794"/>
                  </a:lnTo>
                  <a:lnTo>
                    <a:pt x="25362" y="22834"/>
                  </a:lnTo>
                  <a:lnTo>
                    <a:pt x="25342" y="22873"/>
                  </a:lnTo>
                  <a:lnTo>
                    <a:pt x="25322" y="22873"/>
                  </a:lnTo>
                  <a:lnTo>
                    <a:pt x="25283" y="22893"/>
                  </a:lnTo>
                  <a:lnTo>
                    <a:pt x="25144" y="22873"/>
                  </a:lnTo>
                  <a:lnTo>
                    <a:pt x="25302" y="23051"/>
                  </a:lnTo>
                  <a:lnTo>
                    <a:pt x="25381" y="23031"/>
                  </a:lnTo>
                  <a:lnTo>
                    <a:pt x="25460" y="22992"/>
                  </a:lnTo>
                  <a:lnTo>
                    <a:pt x="25579" y="22893"/>
                  </a:lnTo>
                  <a:lnTo>
                    <a:pt x="25618" y="22854"/>
                  </a:lnTo>
                  <a:lnTo>
                    <a:pt x="25678" y="22814"/>
                  </a:lnTo>
                  <a:lnTo>
                    <a:pt x="25737" y="22794"/>
                  </a:lnTo>
                  <a:lnTo>
                    <a:pt x="25816" y="22794"/>
                  </a:lnTo>
                  <a:lnTo>
                    <a:pt x="25618" y="22952"/>
                  </a:lnTo>
                  <a:lnTo>
                    <a:pt x="25520" y="23091"/>
                  </a:lnTo>
                  <a:lnTo>
                    <a:pt x="25460" y="23150"/>
                  </a:lnTo>
                  <a:lnTo>
                    <a:pt x="25381" y="23209"/>
                  </a:lnTo>
                  <a:lnTo>
                    <a:pt x="25283" y="23268"/>
                  </a:lnTo>
                  <a:lnTo>
                    <a:pt x="25105" y="23328"/>
                  </a:lnTo>
                  <a:lnTo>
                    <a:pt x="25105" y="23308"/>
                  </a:lnTo>
                  <a:lnTo>
                    <a:pt x="25105" y="23288"/>
                  </a:lnTo>
                  <a:lnTo>
                    <a:pt x="25144" y="23268"/>
                  </a:lnTo>
                  <a:lnTo>
                    <a:pt x="25204" y="23249"/>
                  </a:lnTo>
                  <a:lnTo>
                    <a:pt x="25243" y="23189"/>
                  </a:lnTo>
                  <a:lnTo>
                    <a:pt x="25243" y="23189"/>
                  </a:lnTo>
                  <a:lnTo>
                    <a:pt x="25164" y="23209"/>
                  </a:lnTo>
                  <a:lnTo>
                    <a:pt x="25105" y="23229"/>
                  </a:lnTo>
                  <a:lnTo>
                    <a:pt x="24967" y="23288"/>
                  </a:lnTo>
                  <a:lnTo>
                    <a:pt x="24888" y="23328"/>
                  </a:lnTo>
                  <a:lnTo>
                    <a:pt x="24809" y="23367"/>
                  </a:lnTo>
                  <a:lnTo>
                    <a:pt x="24730" y="23387"/>
                  </a:lnTo>
                  <a:lnTo>
                    <a:pt x="24611" y="23387"/>
                  </a:lnTo>
                  <a:lnTo>
                    <a:pt x="24749" y="23328"/>
                  </a:lnTo>
                  <a:lnTo>
                    <a:pt x="24848" y="23249"/>
                  </a:lnTo>
                  <a:lnTo>
                    <a:pt x="24868" y="23209"/>
                  </a:lnTo>
                  <a:lnTo>
                    <a:pt x="24868" y="23170"/>
                  </a:lnTo>
                  <a:lnTo>
                    <a:pt x="24848" y="23130"/>
                  </a:lnTo>
                  <a:lnTo>
                    <a:pt x="24789" y="23110"/>
                  </a:lnTo>
                  <a:lnTo>
                    <a:pt x="24670" y="23288"/>
                  </a:lnTo>
                  <a:lnTo>
                    <a:pt x="24591" y="23288"/>
                  </a:lnTo>
                  <a:lnTo>
                    <a:pt x="24572" y="23249"/>
                  </a:lnTo>
                  <a:lnTo>
                    <a:pt x="24552" y="23229"/>
                  </a:lnTo>
                  <a:lnTo>
                    <a:pt x="24473" y="23229"/>
                  </a:lnTo>
                  <a:lnTo>
                    <a:pt x="24453" y="23249"/>
                  </a:lnTo>
                  <a:lnTo>
                    <a:pt x="24453" y="23308"/>
                  </a:lnTo>
                  <a:lnTo>
                    <a:pt x="24453" y="23328"/>
                  </a:lnTo>
                  <a:lnTo>
                    <a:pt x="24433" y="23347"/>
                  </a:lnTo>
                  <a:lnTo>
                    <a:pt x="24394" y="23367"/>
                  </a:lnTo>
                  <a:lnTo>
                    <a:pt x="24295" y="23367"/>
                  </a:lnTo>
                  <a:lnTo>
                    <a:pt x="24216" y="23328"/>
                  </a:lnTo>
                  <a:lnTo>
                    <a:pt x="24196" y="23308"/>
                  </a:lnTo>
                  <a:lnTo>
                    <a:pt x="24196" y="23288"/>
                  </a:lnTo>
                  <a:lnTo>
                    <a:pt x="24038" y="23288"/>
                  </a:lnTo>
                  <a:lnTo>
                    <a:pt x="23979" y="23308"/>
                  </a:lnTo>
                  <a:lnTo>
                    <a:pt x="23900" y="23347"/>
                  </a:lnTo>
                  <a:lnTo>
                    <a:pt x="23841" y="23387"/>
                  </a:lnTo>
                  <a:lnTo>
                    <a:pt x="23742" y="23407"/>
                  </a:lnTo>
                  <a:lnTo>
                    <a:pt x="23841" y="23407"/>
                  </a:lnTo>
                  <a:lnTo>
                    <a:pt x="23900" y="23446"/>
                  </a:lnTo>
                  <a:lnTo>
                    <a:pt x="23940" y="23486"/>
                  </a:lnTo>
                  <a:lnTo>
                    <a:pt x="23959" y="23525"/>
                  </a:lnTo>
                  <a:lnTo>
                    <a:pt x="23940" y="23585"/>
                  </a:lnTo>
                  <a:lnTo>
                    <a:pt x="23900" y="23624"/>
                  </a:lnTo>
                  <a:lnTo>
                    <a:pt x="23821" y="23644"/>
                  </a:lnTo>
                  <a:lnTo>
                    <a:pt x="23722" y="23664"/>
                  </a:lnTo>
                  <a:lnTo>
                    <a:pt x="23169" y="23604"/>
                  </a:lnTo>
                  <a:lnTo>
                    <a:pt x="23051" y="23565"/>
                  </a:lnTo>
                  <a:lnTo>
                    <a:pt x="22952" y="23525"/>
                  </a:lnTo>
                  <a:lnTo>
                    <a:pt x="22853" y="23466"/>
                  </a:lnTo>
                  <a:lnTo>
                    <a:pt x="22754" y="23367"/>
                  </a:lnTo>
                  <a:lnTo>
                    <a:pt x="22537" y="23387"/>
                  </a:lnTo>
                  <a:lnTo>
                    <a:pt x="22577" y="23367"/>
                  </a:lnTo>
                  <a:lnTo>
                    <a:pt x="22577" y="23328"/>
                  </a:lnTo>
                  <a:lnTo>
                    <a:pt x="22478" y="23268"/>
                  </a:lnTo>
                  <a:lnTo>
                    <a:pt x="22320" y="23209"/>
                  </a:lnTo>
                  <a:lnTo>
                    <a:pt x="22201" y="23150"/>
                  </a:lnTo>
                  <a:lnTo>
                    <a:pt x="22221" y="23130"/>
                  </a:lnTo>
                  <a:lnTo>
                    <a:pt x="22300" y="23130"/>
                  </a:lnTo>
                  <a:lnTo>
                    <a:pt x="22517" y="23209"/>
                  </a:lnTo>
                  <a:lnTo>
                    <a:pt x="22636" y="23229"/>
                  </a:lnTo>
                  <a:lnTo>
                    <a:pt x="22735" y="23249"/>
                  </a:lnTo>
                  <a:lnTo>
                    <a:pt x="22833" y="23229"/>
                  </a:lnTo>
                  <a:lnTo>
                    <a:pt x="22853" y="23189"/>
                  </a:lnTo>
                  <a:lnTo>
                    <a:pt x="22873" y="23150"/>
                  </a:lnTo>
                  <a:lnTo>
                    <a:pt x="22754" y="23091"/>
                  </a:lnTo>
                  <a:lnTo>
                    <a:pt x="22754" y="23051"/>
                  </a:lnTo>
                  <a:lnTo>
                    <a:pt x="22754" y="23031"/>
                  </a:lnTo>
                  <a:lnTo>
                    <a:pt x="22794" y="22992"/>
                  </a:lnTo>
                  <a:lnTo>
                    <a:pt x="22873" y="22972"/>
                  </a:lnTo>
                  <a:lnTo>
                    <a:pt x="22794" y="22952"/>
                  </a:lnTo>
                  <a:lnTo>
                    <a:pt x="22735" y="22952"/>
                  </a:lnTo>
                  <a:lnTo>
                    <a:pt x="22695" y="22992"/>
                  </a:lnTo>
                  <a:lnTo>
                    <a:pt x="22675" y="23012"/>
                  </a:lnTo>
                  <a:lnTo>
                    <a:pt x="22636" y="23110"/>
                  </a:lnTo>
                  <a:lnTo>
                    <a:pt x="22596" y="23130"/>
                  </a:lnTo>
                  <a:lnTo>
                    <a:pt x="22557" y="23170"/>
                  </a:lnTo>
                  <a:lnTo>
                    <a:pt x="22537" y="23130"/>
                  </a:lnTo>
                  <a:lnTo>
                    <a:pt x="22498" y="23091"/>
                  </a:lnTo>
                  <a:lnTo>
                    <a:pt x="22379" y="23012"/>
                  </a:lnTo>
                  <a:lnTo>
                    <a:pt x="22320" y="22972"/>
                  </a:lnTo>
                  <a:lnTo>
                    <a:pt x="22280" y="22933"/>
                  </a:lnTo>
                  <a:lnTo>
                    <a:pt x="22280" y="22893"/>
                  </a:lnTo>
                  <a:lnTo>
                    <a:pt x="22340" y="22873"/>
                  </a:lnTo>
                  <a:lnTo>
                    <a:pt x="22261" y="22834"/>
                  </a:lnTo>
                  <a:lnTo>
                    <a:pt x="22201" y="22814"/>
                  </a:lnTo>
                  <a:lnTo>
                    <a:pt x="21964" y="22814"/>
                  </a:lnTo>
                  <a:lnTo>
                    <a:pt x="21925" y="22794"/>
                  </a:lnTo>
                  <a:lnTo>
                    <a:pt x="21866" y="22755"/>
                  </a:lnTo>
                  <a:lnTo>
                    <a:pt x="21964" y="22676"/>
                  </a:lnTo>
                  <a:lnTo>
                    <a:pt x="22004" y="22636"/>
                  </a:lnTo>
                  <a:lnTo>
                    <a:pt x="22043" y="22577"/>
                  </a:lnTo>
                  <a:lnTo>
                    <a:pt x="21984" y="22577"/>
                  </a:lnTo>
                  <a:lnTo>
                    <a:pt x="21925" y="22518"/>
                  </a:lnTo>
                  <a:lnTo>
                    <a:pt x="21826" y="22399"/>
                  </a:lnTo>
                  <a:lnTo>
                    <a:pt x="21826" y="22419"/>
                  </a:lnTo>
                  <a:lnTo>
                    <a:pt x="21806" y="22439"/>
                  </a:lnTo>
                  <a:lnTo>
                    <a:pt x="21767" y="22459"/>
                  </a:lnTo>
                  <a:lnTo>
                    <a:pt x="21767" y="22478"/>
                  </a:lnTo>
                  <a:lnTo>
                    <a:pt x="21767" y="22498"/>
                  </a:lnTo>
                  <a:lnTo>
                    <a:pt x="21866" y="22538"/>
                  </a:lnTo>
                  <a:lnTo>
                    <a:pt x="21806" y="22557"/>
                  </a:lnTo>
                  <a:lnTo>
                    <a:pt x="21747" y="22538"/>
                  </a:lnTo>
                  <a:lnTo>
                    <a:pt x="21609" y="22439"/>
                  </a:lnTo>
                  <a:lnTo>
                    <a:pt x="21510" y="22340"/>
                  </a:lnTo>
                  <a:lnTo>
                    <a:pt x="21451" y="22320"/>
                  </a:lnTo>
                  <a:lnTo>
                    <a:pt x="21431" y="22320"/>
                  </a:lnTo>
                  <a:lnTo>
                    <a:pt x="21431" y="22281"/>
                  </a:lnTo>
                  <a:lnTo>
                    <a:pt x="21411" y="22222"/>
                  </a:lnTo>
                  <a:lnTo>
                    <a:pt x="21372" y="22162"/>
                  </a:lnTo>
                  <a:lnTo>
                    <a:pt x="21313" y="22083"/>
                  </a:lnTo>
                  <a:lnTo>
                    <a:pt x="21174" y="21945"/>
                  </a:lnTo>
                  <a:lnTo>
                    <a:pt x="21115" y="21866"/>
                  </a:lnTo>
                  <a:lnTo>
                    <a:pt x="21095" y="21787"/>
                  </a:lnTo>
                  <a:lnTo>
                    <a:pt x="21016" y="21846"/>
                  </a:lnTo>
                  <a:lnTo>
                    <a:pt x="21016" y="21886"/>
                  </a:lnTo>
                  <a:lnTo>
                    <a:pt x="21016" y="21906"/>
                  </a:lnTo>
                  <a:lnTo>
                    <a:pt x="21056" y="21965"/>
                  </a:lnTo>
                  <a:lnTo>
                    <a:pt x="21135" y="22004"/>
                  </a:lnTo>
                  <a:lnTo>
                    <a:pt x="21194" y="22044"/>
                  </a:lnTo>
                  <a:lnTo>
                    <a:pt x="21253" y="22103"/>
                  </a:lnTo>
                  <a:lnTo>
                    <a:pt x="21273" y="22123"/>
                  </a:lnTo>
                  <a:lnTo>
                    <a:pt x="21273" y="22162"/>
                  </a:lnTo>
                  <a:lnTo>
                    <a:pt x="21273" y="22202"/>
                  </a:lnTo>
                  <a:lnTo>
                    <a:pt x="21253" y="22241"/>
                  </a:lnTo>
                  <a:lnTo>
                    <a:pt x="21135" y="22162"/>
                  </a:lnTo>
                  <a:lnTo>
                    <a:pt x="21036" y="22064"/>
                  </a:lnTo>
                  <a:lnTo>
                    <a:pt x="20917" y="21925"/>
                  </a:lnTo>
                  <a:lnTo>
                    <a:pt x="20858" y="21846"/>
                  </a:lnTo>
                  <a:lnTo>
                    <a:pt x="20819" y="21767"/>
                  </a:lnTo>
                  <a:lnTo>
                    <a:pt x="20700" y="21590"/>
                  </a:lnTo>
                  <a:lnTo>
                    <a:pt x="20700" y="21570"/>
                  </a:lnTo>
                  <a:lnTo>
                    <a:pt x="20680" y="21530"/>
                  </a:lnTo>
                  <a:lnTo>
                    <a:pt x="20641" y="21432"/>
                  </a:lnTo>
                  <a:lnTo>
                    <a:pt x="20582" y="21254"/>
                  </a:lnTo>
                  <a:lnTo>
                    <a:pt x="20522" y="21096"/>
                  </a:lnTo>
                  <a:lnTo>
                    <a:pt x="20463" y="20918"/>
                  </a:lnTo>
                  <a:lnTo>
                    <a:pt x="20404" y="20740"/>
                  </a:lnTo>
                  <a:lnTo>
                    <a:pt x="20345" y="20562"/>
                  </a:lnTo>
                  <a:lnTo>
                    <a:pt x="20325" y="20306"/>
                  </a:lnTo>
                  <a:lnTo>
                    <a:pt x="20345" y="20167"/>
                  </a:lnTo>
                  <a:lnTo>
                    <a:pt x="20364" y="20128"/>
                  </a:lnTo>
                  <a:lnTo>
                    <a:pt x="20384" y="20148"/>
                  </a:lnTo>
                  <a:lnTo>
                    <a:pt x="20463" y="20227"/>
                  </a:lnTo>
                  <a:lnTo>
                    <a:pt x="20503" y="20227"/>
                  </a:lnTo>
                  <a:lnTo>
                    <a:pt x="20522" y="20207"/>
                  </a:lnTo>
                  <a:lnTo>
                    <a:pt x="20542" y="20167"/>
                  </a:lnTo>
                  <a:lnTo>
                    <a:pt x="20661" y="20681"/>
                  </a:lnTo>
                  <a:lnTo>
                    <a:pt x="20700" y="20898"/>
                  </a:lnTo>
                  <a:lnTo>
                    <a:pt x="20740" y="21056"/>
                  </a:lnTo>
                  <a:lnTo>
                    <a:pt x="20819" y="21392"/>
                  </a:lnTo>
                  <a:lnTo>
                    <a:pt x="20858" y="21530"/>
                  </a:lnTo>
                  <a:lnTo>
                    <a:pt x="20898" y="21570"/>
                  </a:lnTo>
                  <a:lnTo>
                    <a:pt x="20937" y="21609"/>
                  </a:lnTo>
                  <a:lnTo>
                    <a:pt x="20898" y="21511"/>
                  </a:lnTo>
                  <a:lnTo>
                    <a:pt x="20878" y="21471"/>
                  </a:lnTo>
                  <a:lnTo>
                    <a:pt x="20858" y="21432"/>
                  </a:lnTo>
                  <a:lnTo>
                    <a:pt x="20838" y="21293"/>
                  </a:lnTo>
                  <a:lnTo>
                    <a:pt x="20759" y="21036"/>
                  </a:lnTo>
                  <a:lnTo>
                    <a:pt x="20720" y="20918"/>
                  </a:lnTo>
                  <a:lnTo>
                    <a:pt x="20700" y="20760"/>
                  </a:lnTo>
                  <a:lnTo>
                    <a:pt x="20562" y="20167"/>
                  </a:lnTo>
                  <a:lnTo>
                    <a:pt x="20463" y="19674"/>
                  </a:lnTo>
                  <a:lnTo>
                    <a:pt x="20364" y="19674"/>
                  </a:lnTo>
                  <a:lnTo>
                    <a:pt x="20246" y="19693"/>
                  </a:lnTo>
                  <a:lnTo>
                    <a:pt x="20068" y="19753"/>
                  </a:lnTo>
                  <a:lnTo>
                    <a:pt x="19792" y="19772"/>
                  </a:lnTo>
                  <a:lnTo>
                    <a:pt x="19594" y="19753"/>
                  </a:lnTo>
                  <a:lnTo>
                    <a:pt x="19416" y="19713"/>
                  </a:lnTo>
                  <a:lnTo>
                    <a:pt x="19239" y="19674"/>
                  </a:lnTo>
                  <a:lnTo>
                    <a:pt x="19041" y="19634"/>
                  </a:lnTo>
                  <a:lnTo>
                    <a:pt x="18824" y="19595"/>
                  </a:lnTo>
                  <a:lnTo>
                    <a:pt x="18527" y="19575"/>
                  </a:lnTo>
                  <a:lnTo>
                    <a:pt x="18448" y="19595"/>
                  </a:lnTo>
                  <a:lnTo>
                    <a:pt x="18409" y="19575"/>
                  </a:lnTo>
                  <a:lnTo>
                    <a:pt x="18310" y="19595"/>
                  </a:lnTo>
                  <a:lnTo>
                    <a:pt x="18350" y="19654"/>
                  </a:lnTo>
                  <a:lnTo>
                    <a:pt x="18369" y="19713"/>
                  </a:lnTo>
                  <a:lnTo>
                    <a:pt x="18429" y="19753"/>
                  </a:lnTo>
                  <a:lnTo>
                    <a:pt x="18606" y="19772"/>
                  </a:lnTo>
                  <a:lnTo>
                    <a:pt x="18508" y="19792"/>
                  </a:lnTo>
                  <a:lnTo>
                    <a:pt x="18409" y="19792"/>
                  </a:lnTo>
                  <a:lnTo>
                    <a:pt x="18290" y="19772"/>
                  </a:lnTo>
                  <a:lnTo>
                    <a:pt x="18053" y="19753"/>
                  </a:lnTo>
                  <a:lnTo>
                    <a:pt x="18034" y="19772"/>
                  </a:lnTo>
                  <a:lnTo>
                    <a:pt x="18034" y="19792"/>
                  </a:lnTo>
                  <a:lnTo>
                    <a:pt x="18093" y="19832"/>
                  </a:lnTo>
                  <a:lnTo>
                    <a:pt x="18132" y="19851"/>
                  </a:lnTo>
                  <a:lnTo>
                    <a:pt x="18132" y="19871"/>
                  </a:lnTo>
                  <a:lnTo>
                    <a:pt x="18113" y="19891"/>
                  </a:lnTo>
                  <a:lnTo>
                    <a:pt x="18053" y="19891"/>
                  </a:lnTo>
                  <a:lnTo>
                    <a:pt x="17915" y="19851"/>
                  </a:lnTo>
                  <a:lnTo>
                    <a:pt x="17856" y="19812"/>
                  </a:lnTo>
                  <a:lnTo>
                    <a:pt x="17856" y="19792"/>
                  </a:lnTo>
                  <a:lnTo>
                    <a:pt x="17856" y="19753"/>
                  </a:lnTo>
                  <a:lnTo>
                    <a:pt x="17737" y="19753"/>
                  </a:lnTo>
                  <a:lnTo>
                    <a:pt x="17619" y="19713"/>
                  </a:lnTo>
                  <a:lnTo>
                    <a:pt x="17540" y="19674"/>
                  </a:lnTo>
                  <a:lnTo>
                    <a:pt x="17500" y="19614"/>
                  </a:lnTo>
                  <a:lnTo>
                    <a:pt x="17441" y="19575"/>
                  </a:lnTo>
                  <a:lnTo>
                    <a:pt x="17382" y="19535"/>
                  </a:lnTo>
                  <a:lnTo>
                    <a:pt x="17283" y="19535"/>
                  </a:lnTo>
                  <a:lnTo>
                    <a:pt x="17125" y="19555"/>
                  </a:lnTo>
                  <a:lnTo>
                    <a:pt x="17165" y="19575"/>
                  </a:lnTo>
                  <a:lnTo>
                    <a:pt x="17224" y="19595"/>
                  </a:lnTo>
                  <a:lnTo>
                    <a:pt x="17283" y="19595"/>
                  </a:lnTo>
                  <a:lnTo>
                    <a:pt x="17362" y="19634"/>
                  </a:lnTo>
                  <a:lnTo>
                    <a:pt x="17362" y="19654"/>
                  </a:lnTo>
                  <a:lnTo>
                    <a:pt x="17342" y="19693"/>
                  </a:lnTo>
                  <a:lnTo>
                    <a:pt x="17303" y="19713"/>
                  </a:lnTo>
                  <a:lnTo>
                    <a:pt x="17244" y="19753"/>
                  </a:lnTo>
                  <a:lnTo>
                    <a:pt x="17086" y="19772"/>
                  </a:lnTo>
                  <a:lnTo>
                    <a:pt x="16908" y="19772"/>
                  </a:lnTo>
                  <a:lnTo>
                    <a:pt x="16928" y="19753"/>
                  </a:lnTo>
                  <a:lnTo>
                    <a:pt x="16908" y="19733"/>
                  </a:lnTo>
                  <a:lnTo>
                    <a:pt x="16849" y="19693"/>
                  </a:lnTo>
                  <a:lnTo>
                    <a:pt x="16730" y="19674"/>
                  </a:lnTo>
                  <a:lnTo>
                    <a:pt x="16631" y="19634"/>
                  </a:lnTo>
                  <a:lnTo>
                    <a:pt x="16631" y="19595"/>
                  </a:lnTo>
                  <a:lnTo>
                    <a:pt x="16651" y="19575"/>
                  </a:lnTo>
                  <a:lnTo>
                    <a:pt x="16789" y="19614"/>
                  </a:lnTo>
                  <a:lnTo>
                    <a:pt x="16947" y="19654"/>
                  </a:lnTo>
                  <a:lnTo>
                    <a:pt x="17007" y="19654"/>
                  </a:lnTo>
                  <a:lnTo>
                    <a:pt x="17066" y="19634"/>
                  </a:lnTo>
                  <a:lnTo>
                    <a:pt x="16710" y="19516"/>
                  </a:lnTo>
                  <a:lnTo>
                    <a:pt x="16770" y="19555"/>
                  </a:lnTo>
                  <a:lnTo>
                    <a:pt x="16335" y="19535"/>
                  </a:lnTo>
                  <a:lnTo>
                    <a:pt x="16335" y="19535"/>
                  </a:lnTo>
                  <a:lnTo>
                    <a:pt x="16414" y="19555"/>
                  </a:lnTo>
                  <a:lnTo>
                    <a:pt x="16473" y="19595"/>
                  </a:lnTo>
                  <a:lnTo>
                    <a:pt x="16473" y="19614"/>
                  </a:lnTo>
                  <a:lnTo>
                    <a:pt x="16473" y="19654"/>
                  </a:lnTo>
                  <a:lnTo>
                    <a:pt x="16434" y="19674"/>
                  </a:lnTo>
                  <a:lnTo>
                    <a:pt x="16394" y="19693"/>
                  </a:lnTo>
                  <a:lnTo>
                    <a:pt x="16276" y="19693"/>
                  </a:lnTo>
                  <a:lnTo>
                    <a:pt x="16078" y="19595"/>
                  </a:lnTo>
                  <a:lnTo>
                    <a:pt x="15920" y="19476"/>
                  </a:lnTo>
                  <a:lnTo>
                    <a:pt x="15861" y="19437"/>
                  </a:lnTo>
                  <a:lnTo>
                    <a:pt x="15841" y="19377"/>
                  </a:lnTo>
                  <a:lnTo>
                    <a:pt x="15821" y="19338"/>
                  </a:lnTo>
                  <a:lnTo>
                    <a:pt x="15841" y="19279"/>
                  </a:lnTo>
                  <a:lnTo>
                    <a:pt x="15841" y="19279"/>
                  </a:lnTo>
                  <a:lnTo>
                    <a:pt x="15802" y="19318"/>
                  </a:lnTo>
                  <a:lnTo>
                    <a:pt x="15663" y="19318"/>
                  </a:lnTo>
                  <a:lnTo>
                    <a:pt x="15565" y="19279"/>
                  </a:lnTo>
                  <a:lnTo>
                    <a:pt x="15367" y="19200"/>
                  </a:lnTo>
                  <a:lnTo>
                    <a:pt x="15170" y="19101"/>
                  </a:lnTo>
                  <a:lnTo>
                    <a:pt x="15170" y="19101"/>
                  </a:lnTo>
                  <a:lnTo>
                    <a:pt x="15249" y="19160"/>
                  </a:lnTo>
                  <a:lnTo>
                    <a:pt x="15268" y="19219"/>
                  </a:lnTo>
                  <a:lnTo>
                    <a:pt x="15268" y="19239"/>
                  </a:lnTo>
                  <a:lnTo>
                    <a:pt x="15150" y="19239"/>
                  </a:lnTo>
                  <a:lnTo>
                    <a:pt x="15051" y="19219"/>
                  </a:lnTo>
                  <a:lnTo>
                    <a:pt x="14913" y="19042"/>
                  </a:lnTo>
                  <a:lnTo>
                    <a:pt x="14775" y="18864"/>
                  </a:lnTo>
                  <a:lnTo>
                    <a:pt x="14873" y="18923"/>
                  </a:lnTo>
                  <a:lnTo>
                    <a:pt x="14952" y="18923"/>
                  </a:lnTo>
                  <a:lnTo>
                    <a:pt x="14952" y="18903"/>
                  </a:lnTo>
                  <a:lnTo>
                    <a:pt x="14933" y="18864"/>
                  </a:lnTo>
                  <a:lnTo>
                    <a:pt x="14873" y="18745"/>
                  </a:lnTo>
                  <a:lnTo>
                    <a:pt x="14873" y="18706"/>
                  </a:lnTo>
                  <a:lnTo>
                    <a:pt x="14893" y="18686"/>
                  </a:lnTo>
                  <a:lnTo>
                    <a:pt x="15051" y="18686"/>
                  </a:lnTo>
                  <a:lnTo>
                    <a:pt x="15110" y="18725"/>
                  </a:lnTo>
                  <a:lnTo>
                    <a:pt x="15189" y="18765"/>
                  </a:lnTo>
                  <a:lnTo>
                    <a:pt x="15466" y="18982"/>
                  </a:lnTo>
                  <a:lnTo>
                    <a:pt x="15367" y="18844"/>
                  </a:lnTo>
                  <a:lnTo>
                    <a:pt x="15249" y="18765"/>
                  </a:lnTo>
                  <a:lnTo>
                    <a:pt x="15150" y="18706"/>
                  </a:lnTo>
                  <a:lnTo>
                    <a:pt x="15031" y="18666"/>
                  </a:lnTo>
                  <a:lnTo>
                    <a:pt x="14913" y="18627"/>
                  </a:lnTo>
                  <a:lnTo>
                    <a:pt x="14814" y="18587"/>
                  </a:lnTo>
                  <a:lnTo>
                    <a:pt x="14696" y="18508"/>
                  </a:lnTo>
                  <a:lnTo>
                    <a:pt x="14656" y="18469"/>
                  </a:lnTo>
                  <a:lnTo>
                    <a:pt x="14617" y="18409"/>
                  </a:lnTo>
                  <a:lnTo>
                    <a:pt x="14656" y="18370"/>
                  </a:lnTo>
                  <a:lnTo>
                    <a:pt x="14696" y="18350"/>
                  </a:lnTo>
                  <a:lnTo>
                    <a:pt x="14775" y="18370"/>
                  </a:lnTo>
                  <a:lnTo>
                    <a:pt x="14854" y="18429"/>
                  </a:lnTo>
                  <a:lnTo>
                    <a:pt x="14834" y="18409"/>
                  </a:lnTo>
                  <a:lnTo>
                    <a:pt x="14794" y="18370"/>
                  </a:lnTo>
                  <a:lnTo>
                    <a:pt x="14656" y="18311"/>
                  </a:lnTo>
                  <a:lnTo>
                    <a:pt x="14498" y="18212"/>
                  </a:lnTo>
                  <a:lnTo>
                    <a:pt x="14419" y="18153"/>
                  </a:lnTo>
                  <a:lnTo>
                    <a:pt x="14360" y="18054"/>
                  </a:lnTo>
                  <a:lnTo>
                    <a:pt x="14360" y="18133"/>
                  </a:lnTo>
                  <a:lnTo>
                    <a:pt x="14360" y="18212"/>
                  </a:lnTo>
                  <a:lnTo>
                    <a:pt x="14340" y="18251"/>
                  </a:lnTo>
                  <a:lnTo>
                    <a:pt x="14301" y="18251"/>
                  </a:lnTo>
                  <a:lnTo>
                    <a:pt x="14241" y="18232"/>
                  </a:lnTo>
                  <a:lnTo>
                    <a:pt x="14162" y="18192"/>
                  </a:lnTo>
                  <a:lnTo>
                    <a:pt x="14064" y="17975"/>
                  </a:lnTo>
                  <a:lnTo>
                    <a:pt x="13925" y="17758"/>
                  </a:lnTo>
                  <a:lnTo>
                    <a:pt x="13787" y="17639"/>
                  </a:lnTo>
                  <a:lnTo>
                    <a:pt x="13668" y="17560"/>
                  </a:lnTo>
                  <a:lnTo>
                    <a:pt x="13550" y="17560"/>
                  </a:lnTo>
                  <a:lnTo>
                    <a:pt x="13491" y="17580"/>
                  </a:lnTo>
                  <a:lnTo>
                    <a:pt x="13313" y="17580"/>
                  </a:lnTo>
                  <a:lnTo>
                    <a:pt x="13155" y="17521"/>
                  </a:lnTo>
                  <a:lnTo>
                    <a:pt x="13293" y="17659"/>
                  </a:lnTo>
                  <a:lnTo>
                    <a:pt x="13412" y="17797"/>
                  </a:lnTo>
                  <a:lnTo>
                    <a:pt x="13372" y="17817"/>
                  </a:lnTo>
                  <a:lnTo>
                    <a:pt x="13333" y="17817"/>
                  </a:lnTo>
                  <a:lnTo>
                    <a:pt x="13254" y="17777"/>
                  </a:lnTo>
                  <a:lnTo>
                    <a:pt x="13056" y="17679"/>
                  </a:lnTo>
                  <a:lnTo>
                    <a:pt x="12938" y="17639"/>
                  </a:lnTo>
                  <a:lnTo>
                    <a:pt x="12859" y="17600"/>
                  </a:lnTo>
                  <a:lnTo>
                    <a:pt x="12760" y="17600"/>
                  </a:lnTo>
                  <a:lnTo>
                    <a:pt x="12740" y="17639"/>
                  </a:lnTo>
                  <a:lnTo>
                    <a:pt x="12918" y="17698"/>
                  </a:lnTo>
                  <a:lnTo>
                    <a:pt x="13096" y="17738"/>
                  </a:lnTo>
                  <a:lnTo>
                    <a:pt x="13273" y="17817"/>
                  </a:lnTo>
                  <a:lnTo>
                    <a:pt x="13372" y="17856"/>
                  </a:lnTo>
                  <a:lnTo>
                    <a:pt x="13451" y="17935"/>
                  </a:lnTo>
                  <a:lnTo>
                    <a:pt x="13431" y="17995"/>
                  </a:lnTo>
                  <a:lnTo>
                    <a:pt x="13392" y="17995"/>
                  </a:lnTo>
                  <a:lnTo>
                    <a:pt x="13333" y="17975"/>
                  </a:lnTo>
                  <a:lnTo>
                    <a:pt x="13234" y="17916"/>
                  </a:lnTo>
                  <a:lnTo>
                    <a:pt x="13036" y="17837"/>
                  </a:lnTo>
                  <a:lnTo>
                    <a:pt x="12957" y="17797"/>
                  </a:lnTo>
                  <a:lnTo>
                    <a:pt x="12878" y="17797"/>
                  </a:lnTo>
                  <a:lnTo>
                    <a:pt x="12582" y="17619"/>
                  </a:lnTo>
                  <a:lnTo>
                    <a:pt x="12424" y="17540"/>
                  </a:lnTo>
                  <a:lnTo>
                    <a:pt x="12108" y="17323"/>
                  </a:lnTo>
                  <a:lnTo>
                    <a:pt x="12128" y="17284"/>
                  </a:lnTo>
                  <a:lnTo>
                    <a:pt x="12167" y="17244"/>
                  </a:lnTo>
                  <a:lnTo>
                    <a:pt x="12246" y="17205"/>
                  </a:lnTo>
                  <a:lnTo>
                    <a:pt x="12365" y="17165"/>
                  </a:lnTo>
                  <a:lnTo>
                    <a:pt x="12503" y="17145"/>
                  </a:lnTo>
                  <a:lnTo>
                    <a:pt x="12641" y="17126"/>
                  </a:lnTo>
                  <a:lnTo>
                    <a:pt x="12760" y="17086"/>
                  </a:lnTo>
                  <a:lnTo>
                    <a:pt x="12799" y="17066"/>
                  </a:lnTo>
                  <a:lnTo>
                    <a:pt x="12859" y="17027"/>
                  </a:lnTo>
                  <a:lnTo>
                    <a:pt x="12878" y="16987"/>
                  </a:lnTo>
                  <a:lnTo>
                    <a:pt x="12878" y="16928"/>
                  </a:lnTo>
                  <a:lnTo>
                    <a:pt x="12424" y="16810"/>
                  </a:lnTo>
                  <a:lnTo>
                    <a:pt x="12029" y="16731"/>
                  </a:lnTo>
                  <a:lnTo>
                    <a:pt x="11891" y="16671"/>
                  </a:lnTo>
                  <a:lnTo>
                    <a:pt x="11753" y="16612"/>
                  </a:lnTo>
                  <a:lnTo>
                    <a:pt x="11634" y="16533"/>
                  </a:lnTo>
                  <a:lnTo>
                    <a:pt x="11535" y="16454"/>
                  </a:lnTo>
                  <a:lnTo>
                    <a:pt x="11417" y="16434"/>
                  </a:lnTo>
                  <a:lnTo>
                    <a:pt x="11318" y="16415"/>
                  </a:lnTo>
                  <a:lnTo>
                    <a:pt x="11239" y="16434"/>
                  </a:lnTo>
                  <a:lnTo>
                    <a:pt x="11180" y="16454"/>
                  </a:lnTo>
                  <a:lnTo>
                    <a:pt x="11140" y="16494"/>
                  </a:lnTo>
                  <a:lnTo>
                    <a:pt x="11101" y="16553"/>
                  </a:lnTo>
                  <a:lnTo>
                    <a:pt x="11081" y="16652"/>
                  </a:lnTo>
                  <a:lnTo>
                    <a:pt x="10982" y="16612"/>
                  </a:lnTo>
                  <a:lnTo>
                    <a:pt x="10903" y="16553"/>
                  </a:lnTo>
                  <a:lnTo>
                    <a:pt x="10785" y="16434"/>
                  </a:lnTo>
                  <a:lnTo>
                    <a:pt x="10785" y="16434"/>
                  </a:lnTo>
                  <a:lnTo>
                    <a:pt x="10982" y="16474"/>
                  </a:lnTo>
                  <a:lnTo>
                    <a:pt x="10666" y="16335"/>
                  </a:lnTo>
                  <a:lnTo>
                    <a:pt x="10370" y="16177"/>
                  </a:lnTo>
                  <a:lnTo>
                    <a:pt x="10074" y="16000"/>
                  </a:lnTo>
                  <a:lnTo>
                    <a:pt x="9738" y="15763"/>
                  </a:lnTo>
                  <a:lnTo>
                    <a:pt x="9639" y="15723"/>
                  </a:lnTo>
                  <a:lnTo>
                    <a:pt x="9560" y="15703"/>
                  </a:lnTo>
                  <a:lnTo>
                    <a:pt x="9521" y="15723"/>
                  </a:lnTo>
                  <a:lnTo>
                    <a:pt x="9481" y="15743"/>
                  </a:lnTo>
                  <a:lnTo>
                    <a:pt x="9461" y="15782"/>
                  </a:lnTo>
                  <a:lnTo>
                    <a:pt x="9461" y="15822"/>
                  </a:lnTo>
                  <a:lnTo>
                    <a:pt x="9461" y="15940"/>
                  </a:lnTo>
                  <a:lnTo>
                    <a:pt x="9145" y="15743"/>
                  </a:lnTo>
                  <a:lnTo>
                    <a:pt x="9185" y="15802"/>
                  </a:lnTo>
                  <a:lnTo>
                    <a:pt x="9106" y="15822"/>
                  </a:lnTo>
                  <a:lnTo>
                    <a:pt x="9046" y="15802"/>
                  </a:lnTo>
                  <a:lnTo>
                    <a:pt x="8967" y="15782"/>
                  </a:lnTo>
                  <a:lnTo>
                    <a:pt x="8888" y="15723"/>
                  </a:lnTo>
                  <a:lnTo>
                    <a:pt x="8730" y="15624"/>
                  </a:lnTo>
                  <a:lnTo>
                    <a:pt x="8592" y="15506"/>
                  </a:lnTo>
                  <a:lnTo>
                    <a:pt x="8592" y="15486"/>
                  </a:lnTo>
                  <a:lnTo>
                    <a:pt x="8770" y="15486"/>
                  </a:lnTo>
                  <a:lnTo>
                    <a:pt x="8632" y="15348"/>
                  </a:lnTo>
                  <a:lnTo>
                    <a:pt x="8474" y="15249"/>
                  </a:lnTo>
                  <a:lnTo>
                    <a:pt x="8296" y="15150"/>
                  </a:lnTo>
                  <a:lnTo>
                    <a:pt x="8158" y="15091"/>
                  </a:lnTo>
                  <a:lnTo>
                    <a:pt x="8217" y="15052"/>
                  </a:lnTo>
                  <a:lnTo>
                    <a:pt x="8375" y="15052"/>
                  </a:lnTo>
                  <a:lnTo>
                    <a:pt x="8434" y="15091"/>
                  </a:lnTo>
                  <a:lnTo>
                    <a:pt x="8513" y="15131"/>
                  </a:lnTo>
                  <a:lnTo>
                    <a:pt x="8592" y="15190"/>
                  </a:lnTo>
                  <a:lnTo>
                    <a:pt x="8592" y="15210"/>
                  </a:lnTo>
                  <a:lnTo>
                    <a:pt x="8592" y="15249"/>
                  </a:lnTo>
                  <a:lnTo>
                    <a:pt x="8987" y="15427"/>
                  </a:lnTo>
                  <a:lnTo>
                    <a:pt x="8829" y="15348"/>
                  </a:lnTo>
                  <a:lnTo>
                    <a:pt x="8711" y="15249"/>
                  </a:lnTo>
                  <a:lnTo>
                    <a:pt x="8592" y="15150"/>
                  </a:lnTo>
                  <a:lnTo>
                    <a:pt x="8533" y="15071"/>
                  </a:lnTo>
                  <a:lnTo>
                    <a:pt x="8474" y="14973"/>
                  </a:lnTo>
                  <a:lnTo>
                    <a:pt x="8454" y="14894"/>
                  </a:lnTo>
                  <a:lnTo>
                    <a:pt x="8454" y="14834"/>
                  </a:lnTo>
                  <a:lnTo>
                    <a:pt x="8474" y="14775"/>
                  </a:lnTo>
                  <a:lnTo>
                    <a:pt x="8355" y="14736"/>
                  </a:lnTo>
                  <a:lnTo>
                    <a:pt x="8316" y="14736"/>
                  </a:lnTo>
                  <a:lnTo>
                    <a:pt x="8316" y="14795"/>
                  </a:lnTo>
                  <a:lnTo>
                    <a:pt x="8355" y="14854"/>
                  </a:lnTo>
                  <a:lnTo>
                    <a:pt x="8395" y="14894"/>
                  </a:lnTo>
                  <a:lnTo>
                    <a:pt x="8395" y="14933"/>
                  </a:lnTo>
                  <a:lnTo>
                    <a:pt x="8335" y="14933"/>
                  </a:lnTo>
                  <a:lnTo>
                    <a:pt x="8197" y="14854"/>
                  </a:lnTo>
                  <a:lnTo>
                    <a:pt x="8098" y="14736"/>
                  </a:lnTo>
                  <a:lnTo>
                    <a:pt x="8000" y="14617"/>
                  </a:lnTo>
                  <a:lnTo>
                    <a:pt x="7782" y="14439"/>
                  </a:lnTo>
                  <a:lnTo>
                    <a:pt x="7565" y="14281"/>
                  </a:lnTo>
                  <a:lnTo>
                    <a:pt x="7348" y="14143"/>
                  </a:lnTo>
                  <a:lnTo>
                    <a:pt x="7150" y="14005"/>
                  </a:lnTo>
                  <a:lnTo>
                    <a:pt x="6992" y="13866"/>
                  </a:lnTo>
                  <a:lnTo>
                    <a:pt x="6933" y="13787"/>
                  </a:lnTo>
                  <a:lnTo>
                    <a:pt x="6874" y="13708"/>
                  </a:lnTo>
                  <a:lnTo>
                    <a:pt x="6834" y="13610"/>
                  </a:lnTo>
                  <a:lnTo>
                    <a:pt x="6795" y="13491"/>
                  </a:lnTo>
                  <a:lnTo>
                    <a:pt x="6538" y="13412"/>
                  </a:lnTo>
                  <a:lnTo>
                    <a:pt x="6222" y="13294"/>
                  </a:lnTo>
                  <a:lnTo>
                    <a:pt x="5906" y="13136"/>
                  </a:lnTo>
                  <a:lnTo>
                    <a:pt x="5748" y="13037"/>
                  </a:lnTo>
                  <a:lnTo>
                    <a:pt x="5570" y="12938"/>
                  </a:lnTo>
                  <a:lnTo>
                    <a:pt x="5550" y="12958"/>
                  </a:lnTo>
                  <a:lnTo>
                    <a:pt x="5491" y="12958"/>
                  </a:lnTo>
                  <a:lnTo>
                    <a:pt x="5373" y="12899"/>
                  </a:lnTo>
                  <a:lnTo>
                    <a:pt x="5313" y="12879"/>
                  </a:lnTo>
                  <a:lnTo>
                    <a:pt x="5274" y="12859"/>
                  </a:lnTo>
                  <a:lnTo>
                    <a:pt x="5234" y="12859"/>
                  </a:lnTo>
                  <a:lnTo>
                    <a:pt x="5195" y="12899"/>
                  </a:lnTo>
                  <a:lnTo>
                    <a:pt x="5254" y="12978"/>
                  </a:lnTo>
                  <a:lnTo>
                    <a:pt x="5333" y="13057"/>
                  </a:lnTo>
                  <a:lnTo>
                    <a:pt x="5471" y="13175"/>
                  </a:lnTo>
                  <a:lnTo>
                    <a:pt x="5649" y="13254"/>
                  </a:lnTo>
                  <a:lnTo>
                    <a:pt x="5807" y="13333"/>
                  </a:lnTo>
                  <a:lnTo>
                    <a:pt x="5985" y="13412"/>
                  </a:lnTo>
                  <a:lnTo>
                    <a:pt x="6123" y="13491"/>
                  </a:lnTo>
                  <a:lnTo>
                    <a:pt x="6242" y="13590"/>
                  </a:lnTo>
                  <a:lnTo>
                    <a:pt x="6301" y="13669"/>
                  </a:lnTo>
                  <a:lnTo>
                    <a:pt x="6340" y="13748"/>
                  </a:lnTo>
                  <a:lnTo>
                    <a:pt x="6419" y="13768"/>
                  </a:lnTo>
                  <a:lnTo>
                    <a:pt x="6538" y="13768"/>
                  </a:lnTo>
                  <a:lnTo>
                    <a:pt x="6558" y="13748"/>
                  </a:lnTo>
                  <a:lnTo>
                    <a:pt x="6637" y="13708"/>
                  </a:lnTo>
                  <a:lnTo>
                    <a:pt x="6657" y="13689"/>
                  </a:lnTo>
                  <a:lnTo>
                    <a:pt x="6696" y="13689"/>
                  </a:lnTo>
                  <a:lnTo>
                    <a:pt x="6834" y="13768"/>
                  </a:lnTo>
                  <a:lnTo>
                    <a:pt x="6933" y="13866"/>
                  </a:lnTo>
                  <a:lnTo>
                    <a:pt x="7012" y="13945"/>
                  </a:lnTo>
                  <a:lnTo>
                    <a:pt x="7012" y="13985"/>
                  </a:lnTo>
                  <a:lnTo>
                    <a:pt x="7012" y="14005"/>
                  </a:lnTo>
                  <a:lnTo>
                    <a:pt x="6874" y="13965"/>
                  </a:lnTo>
                  <a:lnTo>
                    <a:pt x="6775" y="13945"/>
                  </a:lnTo>
                  <a:lnTo>
                    <a:pt x="6696" y="13965"/>
                  </a:lnTo>
                  <a:lnTo>
                    <a:pt x="6637" y="13985"/>
                  </a:lnTo>
                  <a:lnTo>
                    <a:pt x="6577" y="14005"/>
                  </a:lnTo>
                  <a:lnTo>
                    <a:pt x="6498" y="13985"/>
                  </a:lnTo>
                  <a:lnTo>
                    <a:pt x="6380" y="13945"/>
                  </a:lnTo>
                  <a:lnTo>
                    <a:pt x="6202" y="13847"/>
                  </a:lnTo>
                  <a:lnTo>
                    <a:pt x="6222" y="13906"/>
                  </a:lnTo>
                  <a:lnTo>
                    <a:pt x="6281" y="13965"/>
                  </a:lnTo>
                  <a:lnTo>
                    <a:pt x="6459" y="14123"/>
                  </a:lnTo>
                  <a:lnTo>
                    <a:pt x="6657" y="14262"/>
                  </a:lnTo>
                  <a:lnTo>
                    <a:pt x="6834" y="14400"/>
                  </a:lnTo>
                  <a:lnTo>
                    <a:pt x="6775" y="14420"/>
                  </a:lnTo>
                  <a:lnTo>
                    <a:pt x="6775" y="14479"/>
                  </a:lnTo>
                  <a:lnTo>
                    <a:pt x="6795" y="14538"/>
                  </a:lnTo>
                  <a:lnTo>
                    <a:pt x="6854" y="14637"/>
                  </a:lnTo>
                  <a:lnTo>
                    <a:pt x="6676" y="14617"/>
                  </a:lnTo>
                  <a:lnTo>
                    <a:pt x="6479" y="14558"/>
                  </a:lnTo>
                  <a:lnTo>
                    <a:pt x="6281" y="14499"/>
                  </a:lnTo>
                  <a:lnTo>
                    <a:pt x="6103" y="14459"/>
                  </a:lnTo>
                  <a:lnTo>
                    <a:pt x="6123" y="14459"/>
                  </a:lnTo>
                  <a:lnTo>
                    <a:pt x="6143" y="14439"/>
                  </a:lnTo>
                  <a:lnTo>
                    <a:pt x="6143" y="14400"/>
                  </a:lnTo>
                  <a:lnTo>
                    <a:pt x="6143" y="14380"/>
                  </a:lnTo>
                  <a:lnTo>
                    <a:pt x="6143" y="14360"/>
                  </a:lnTo>
                  <a:lnTo>
                    <a:pt x="6163" y="14360"/>
                  </a:lnTo>
                  <a:lnTo>
                    <a:pt x="5511" y="14123"/>
                  </a:lnTo>
                  <a:lnTo>
                    <a:pt x="5452" y="14005"/>
                  </a:lnTo>
                  <a:lnTo>
                    <a:pt x="5432" y="13906"/>
                  </a:lnTo>
                  <a:lnTo>
                    <a:pt x="5432" y="13886"/>
                  </a:lnTo>
                  <a:lnTo>
                    <a:pt x="5471" y="13847"/>
                  </a:lnTo>
                  <a:lnTo>
                    <a:pt x="5531" y="13847"/>
                  </a:lnTo>
                  <a:lnTo>
                    <a:pt x="5412" y="13748"/>
                  </a:lnTo>
                  <a:lnTo>
                    <a:pt x="5294" y="13649"/>
                  </a:lnTo>
                  <a:lnTo>
                    <a:pt x="5017" y="13471"/>
                  </a:lnTo>
                  <a:lnTo>
                    <a:pt x="4899" y="13392"/>
                  </a:lnTo>
                  <a:lnTo>
                    <a:pt x="4820" y="13313"/>
                  </a:lnTo>
                  <a:lnTo>
                    <a:pt x="4780" y="13254"/>
                  </a:lnTo>
                  <a:lnTo>
                    <a:pt x="4780" y="13215"/>
                  </a:lnTo>
                  <a:lnTo>
                    <a:pt x="4780" y="13195"/>
                  </a:lnTo>
                  <a:lnTo>
                    <a:pt x="4681" y="13116"/>
                  </a:lnTo>
                  <a:lnTo>
                    <a:pt x="4622" y="13096"/>
                  </a:lnTo>
                  <a:lnTo>
                    <a:pt x="4622" y="13136"/>
                  </a:lnTo>
                  <a:lnTo>
                    <a:pt x="4662" y="13195"/>
                  </a:lnTo>
                  <a:lnTo>
                    <a:pt x="4760" y="13333"/>
                  </a:lnTo>
                  <a:lnTo>
                    <a:pt x="4820" y="13392"/>
                  </a:lnTo>
                  <a:lnTo>
                    <a:pt x="4820" y="13447"/>
                  </a:lnTo>
                  <a:lnTo>
                    <a:pt x="5195" y="13728"/>
                  </a:lnTo>
                  <a:lnTo>
                    <a:pt x="5175" y="13748"/>
                  </a:lnTo>
                  <a:lnTo>
                    <a:pt x="5155" y="13768"/>
                  </a:lnTo>
                  <a:lnTo>
                    <a:pt x="5116" y="13768"/>
                  </a:lnTo>
                  <a:lnTo>
                    <a:pt x="5096" y="13748"/>
                  </a:lnTo>
                  <a:lnTo>
                    <a:pt x="5017" y="13689"/>
                  </a:lnTo>
                  <a:lnTo>
                    <a:pt x="4938" y="13629"/>
                  </a:lnTo>
                  <a:lnTo>
                    <a:pt x="4839" y="13531"/>
                  </a:lnTo>
                  <a:lnTo>
                    <a:pt x="4741" y="13471"/>
                  </a:lnTo>
                  <a:lnTo>
                    <a:pt x="4662" y="13432"/>
                  </a:lnTo>
                  <a:lnTo>
                    <a:pt x="4622" y="13432"/>
                  </a:lnTo>
                  <a:lnTo>
                    <a:pt x="4583" y="13452"/>
                  </a:lnTo>
                  <a:lnTo>
                    <a:pt x="4523" y="13491"/>
                  </a:lnTo>
                  <a:lnTo>
                    <a:pt x="4405" y="13491"/>
                  </a:lnTo>
                  <a:lnTo>
                    <a:pt x="4365" y="13471"/>
                  </a:lnTo>
                  <a:lnTo>
                    <a:pt x="4267" y="13373"/>
                  </a:lnTo>
                  <a:lnTo>
                    <a:pt x="4187" y="13234"/>
                  </a:lnTo>
                  <a:lnTo>
                    <a:pt x="4010" y="12938"/>
                  </a:lnTo>
                  <a:lnTo>
                    <a:pt x="3911" y="12800"/>
                  </a:lnTo>
                  <a:lnTo>
                    <a:pt x="3871" y="12741"/>
                  </a:lnTo>
                  <a:lnTo>
                    <a:pt x="3812" y="12701"/>
                  </a:lnTo>
                  <a:lnTo>
                    <a:pt x="4306" y="12741"/>
                  </a:lnTo>
                  <a:lnTo>
                    <a:pt x="4010" y="12563"/>
                  </a:lnTo>
                  <a:lnTo>
                    <a:pt x="4168" y="12563"/>
                  </a:lnTo>
                  <a:lnTo>
                    <a:pt x="4306" y="12543"/>
                  </a:lnTo>
                  <a:lnTo>
                    <a:pt x="4464" y="12523"/>
                  </a:lnTo>
                  <a:lnTo>
                    <a:pt x="4563" y="12543"/>
                  </a:lnTo>
                  <a:lnTo>
                    <a:pt x="4681" y="12563"/>
                  </a:lnTo>
                  <a:lnTo>
                    <a:pt x="4681" y="12563"/>
                  </a:lnTo>
                  <a:lnTo>
                    <a:pt x="4405" y="12306"/>
                  </a:lnTo>
                  <a:lnTo>
                    <a:pt x="4128" y="12010"/>
                  </a:lnTo>
                  <a:lnTo>
                    <a:pt x="3871" y="11733"/>
                  </a:lnTo>
                  <a:lnTo>
                    <a:pt x="3674" y="11536"/>
                  </a:lnTo>
                  <a:lnTo>
                    <a:pt x="3674" y="11437"/>
                  </a:lnTo>
                  <a:lnTo>
                    <a:pt x="3713" y="11358"/>
                  </a:lnTo>
                  <a:lnTo>
                    <a:pt x="3753" y="11299"/>
                  </a:lnTo>
                  <a:lnTo>
                    <a:pt x="3832" y="11259"/>
                  </a:lnTo>
                  <a:lnTo>
                    <a:pt x="3674" y="11160"/>
                  </a:lnTo>
                  <a:lnTo>
                    <a:pt x="3575" y="11062"/>
                  </a:lnTo>
                  <a:lnTo>
                    <a:pt x="3496" y="10943"/>
                  </a:lnTo>
                  <a:lnTo>
                    <a:pt x="3437" y="10825"/>
                  </a:lnTo>
                  <a:lnTo>
                    <a:pt x="3358" y="10588"/>
                  </a:lnTo>
                  <a:lnTo>
                    <a:pt x="3318" y="10469"/>
                  </a:lnTo>
                  <a:lnTo>
                    <a:pt x="3239" y="10351"/>
                  </a:lnTo>
                  <a:lnTo>
                    <a:pt x="3160" y="10272"/>
                  </a:lnTo>
                  <a:lnTo>
                    <a:pt x="3141" y="10272"/>
                  </a:lnTo>
                  <a:lnTo>
                    <a:pt x="3121" y="10291"/>
                  </a:lnTo>
                  <a:lnTo>
                    <a:pt x="3121" y="10351"/>
                  </a:lnTo>
                  <a:lnTo>
                    <a:pt x="3141" y="10430"/>
                  </a:lnTo>
                  <a:lnTo>
                    <a:pt x="3160" y="10528"/>
                  </a:lnTo>
                  <a:lnTo>
                    <a:pt x="3160" y="10588"/>
                  </a:lnTo>
                  <a:lnTo>
                    <a:pt x="3160" y="10607"/>
                  </a:lnTo>
                  <a:lnTo>
                    <a:pt x="3141" y="10627"/>
                  </a:lnTo>
                  <a:lnTo>
                    <a:pt x="3101" y="10627"/>
                  </a:lnTo>
                  <a:lnTo>
                    <a:pt x="3062" y="10607"/>
                  </a:lnTo>
                  <a:lnTo>
                    <a:pt x="3062" y="10548"/>
                  </a:lnTo>
                  <a:lnTo>
                    <a:pt x="3022" y="10489"/>
                  </a:lnTo>
                  <a:lnTo>
                    <a:pt x="2963" y="10390"/>
                  </a:lnTo>
                  <a:lnTo>
                    <a:pt x="2805" y="10212"/>
                  </a:lnTo>
                  <a:lnTo>
                    <a:pt x="2844" y="10272"/>
                  </a:lnTo>
                  <a:lnTo>
                    <a:pt x="2884" y="10331"/>
                  </a:lnTo>
                  <a:lnTo>
                    <a:pt x="2983" y="10528"/>
                  </a:lnTo>
                  <a:lnTo>
                    <a:pt x="3220" y="11002"/>
                  </a:lnTo>
                  <a:lnTo>
                    <a:pt x="3220" y="11002"/>
                  </a:lnTo>
                  <a:lnTo>
                    <a:pt x="3160" y="10943"/>
                  </a:lnTo>
                  <a:lnTo>
                    <a:pt x="3121" y="10904"/>
                  </a:lnTo>
                  <a:lnTo>
                    <a:pt x="3081" y="10884"/>
                  </a:lnTo>
                  <a:lnTo>
                    <a:pt x="3042" y="10884"/>
                  </a:lnTo>
                  <a:lnTo>
                    <a:pt x="2963" y="10904"/>
                  </a:lnTo>
                  <a:lnTo>
                    <a:pt x="2884" y="10904"/>
                  </a:lnTo>
                  <a:lnTo>
                    <a:pt x="3101" y="11239"/>
                  </a:lnTo>
                  <a:lnTo>
                    <a:pt x="3042" y="11239"/>
                  </a:lnTo>
                  <a:lnTo>
                    <a:pt x="2983" y="11220"/>
                  </a:lnTo>
                  <a:lnTo>
                    <a:pt x="2923" y="11160"/>
                  </a:lnTo>
                  <a:lnTo>
                    <a:pt x="2864" y="11062"/>
                  </a:lnTo>
                  <a:lnTo>
                    <a:pt x="2746" y="10884"/>
                  </a:lnTo>
                  <a:lnTo>
                    <a:pt x="2686" y="10805"/>
                  </a:lnTo>
                  <a:lnTo>
                    <a:pt x="2627" y="10746"/>
                  </a:lnTo>
                  <a:lnTo>
                    <a:pt x="2726" y="10746"/>
                  </a:lnTo>
                  <a:lnTo>
                    <a:pt x="2805" y="10726"/>
                  </a:lnTo>
                  <a:lnTo>
                    <a:pt x="2864" y="10706"/>
                  </a:lnTo>
                  <a:lnTo>
                    <a:pt x="2983" y="10706"/>
                  </a:lnTo>
                  <a:lnTo>
                    <a:pt x="2805" y="10489"/>
                  </a:lnTo>
                  <a:lnTo>
                    <a:pt x="2627" y="10252"/>
                  </a:lnTo>
                  <a:lnTo>
                    <a:pt x="2568" y="10114"/>
                  </a:lnTo>
                  <a:lnTo>
                    <a:pt x="2509" y="9975"/>
                  </a:lnTo>
                  <a:lnTo>
                    <a:pt x="2469" y="9857"/>
                  </a:lnTo>
                  <a:lnTo>
                    <a:pt x="2449" y="9738"/>
                  </a:lnTo>
                  <a:lnTo>
                    <a:pt x="2449" y="9679"/>
                  </a:lnTo>
                  <a:lnTo>
                    <a:pt x="2469" y="9679"/>
                  </a:lnTo>
                  <a:lnTo>
                    <a:pt x="2528" y="9719"/>
                  </a:lnTo>
                  <a:lnTo>
                    <a:pt x="2588" y="9798"/>
                  </a:lnTo>
                  <a:lnTo>
                    <a:pt x="2667" y="9877"/>
                  </a:lnTo>
                  <a:lnTo>
                    <a:pt x="2667" y="9837"/>
                  </a:lnTo>
                  <a:lnTo>
                    <a:pt x="2667" y="9778"/>
                  </a:lnTo>
                  <a:lnTo>
                    <a:pt x="2588" y="9679"/>
                  </a:lnTo>
                  <a:lnTo>
                    <a:pt x="2528" y="9600"/>
                  </a:lnTo>
                  <a:lnTo>
                    <a:pt x="2528" y="9541"/>
                  </a:lnTo>
                  <a:lnTo>
                    <a:pt x="2548" y="9501"/>
                  </a:lnTo>
                  <a:lnTo>
                    <a:pt x="2588" y="9501"/>
                  </a:lnTo>
                  <a:lnTo>
                    <a:pt x="2607" y="9521"/>
                  </a:lnTo>
                  <a:lnTo>
                    <a:pt x="2647" y="9600"/>
                  </a:lnTo>
                  <a:lnTo>
                    <a:pt x="2686" y="9679"/>
                  </a:lnTo>
                  <a:lnTo>
                    <a:pt x="2726" y="9758"/>
                  </a:lnTo>
                  <a:lnTo>
                    <a:pt x="2627" y="9541"/>
                  </a:lnTo>
                  <a:lnTo>
                    <a:pt x="2548" y="9323"/>
                  </a:lnTo>
                  <a:lnTo>
                    <a:pt x="2469" y="9106"/>
                  </a:lnTo>
                  <a:lnTo>
                    <a:pt x="2410" y="8889"/>
                  </a:lnTo>
                  <a:lnTo>
                    <a:pt x="2430" y="8889"/>
                  </a:lnTo>
                  <a:lnTo>
                    <a:pt x="2449" y="8909"/>
                  </a:lnTo>
                  <a:lnTo>
                    <a:pt x="2509" y="8988"/>
                  </a:lnTo>
                  <a:lnTo>
                    <a:pt x="2548" y="9106"/>
                  </a:lnTo>
                  <a:lnTo>
                    <a:pt x="2588" y="9205"/>
                  </a:lnTo>
                  <a:lnTo>
                    <a:pt x="2548" y="9027"/>
                  </a:lnTo>
                  <a:lnTo>
                    <a:pt x="2469" y="8849"/>
                  </a:lnTo>
                  <a:lnTo>
                    <a:pt x="2351" y="8691"/>
                  </a:lnTo>
                  <a:lnTo>
                    <a:pt x="2153" y="8514"/>
                  </a:lnTo>
                  <a:lnTo>
                    <a:pt x="2153" y="8277"/>
                  </a:lnTo>
                  <a:lnTo>
                    <a:pt x="2173" y="8059"/>
                  </a:lnTo>
                  <a:lnTo>
                    <a:pt x="2193" y="7980"/>
                  </a:lnTo>
                  <a:lnTo>
                    <a:pt x="2232" y="7941"/>
                  </a:lnTo>
                  <a:lnTo>
                    <a:pt x="2272" y="7901"/>
                  </a:lnTo>
                  <a:lnTo>
                    <a:pt x="2311" y="7921"/>
                  </a:lnTo>
                  <a:lnTo>
                    <a:pt x="2252" y="7862"/>
                  </a:lnTo>
                  <a:lnTo>
                    <a:pt x="2212" y="7862"/>
                  </a:lnTo>
                  <a:lnTo>
                    <a:pt x="2173" y="7882"/>
                  </a:lnTo>
                  <a:lnTo>
                    <a:pt x="2133" y="7901"/>
                  </a:lnTo>
                  <a:lnTo>
                    <a:pt x="2114" y="7763"/>
                  </a:lnTo>
                  <a:lnTo>
                    <a:pt x="2094" y="7664"/>
                  </a:lnTo>
                  <a:lnTo>
                    <a:pt x="2054" y="7566"/>
                  </a:lnTo>
                  <a:lnTo>
                    <a:pt x="2015" y="7506"/>
                  </a:lnTo>
                  <a:lnTo>
                    <a:pt x="1916" y="7368"/>
                  </a:lnTo>
                  <a:lnTo>
                    <a:pt x="1896" y="7289"/>
                  </a:lnTo>
                  <a:lnTo>
                    <a:pt x="1896" y="7210"/>
                  </a:lnTo>
                  <a:lnTo>
                    <a:pt x="1758" y="7408"/>
                  </a:lnTo>
                  <a:lnTo>
                    <a:pt x="1798" y="7269"/>
                  </a:lnTo>
                  <a:lnTo>
                    <a:pt x="1798" y="7190"/>
                  </a:lnTo>
                  <a:lnTo>
                    <a:pt x="1758" y="7171"/>
                  </a:lnTo>
                  <a:lnTo>
                    <a:pt x="1718" y="7151"/>
                  </a:lnTo>
                  <a:lnTo>
                    <a:pt x="1679" y="7131"/>
                  </a:lnTo>
                  <a:lnTo>
                    <a:pt x="1659" y="7092"/>
                  </a:lnTo>
                  <a:lnTo>
                    <a:pt x="1639" y="7032"/>
                  </a:lnTo>
                  <a:lnTo>
                    <a:pt x="1679" y="6914"/>
                  </a:lnTo>
                  <a:lnTo>
                    <a:pt x="1778" y="6953"/>
                  </a:lnTo>
                  <a:lnTo>
                    <a:pt x="1877" y="6973"/>
                  </a:lnTo>
                  <a:lnTo>
                    <a:pt x="1975" y="6953"/>
                  </a:lnTo>
                  <a:lnTo>
                    <a:pt x="2094" y="6933"/>
                  </a:lnTo>
                  <a:lnTo>
                    <a:pt x="2054" y="6894"/>
                  </a:lnTo>
                  <a:lnTo>
                    <a:pt x="2035" y="6854"/>
                  </a:lnTo>
                  <a:lnTo>
                    <a:pt x="2054" y="6756"/>
                  </a:lnTo>
                  <a:lnTo>
                    <a:pt x="2094" y="6637"/>
                  </a:lnTo>
                  <a:lnTo>
                    <a:pt x="2133" y="6519"/>
                  </a:lnTo>
                  <a:lnTo>
                    <a:pt x="2094" y="6519"/>
                  </a:lnTo>
                  <a:lnTo>
                    <a:pt x="2074" y="6499"/>
                  </a:lnTo>
                  <a:lnTo>
                    <a:pt x="2035" y="6380"/>
                  </a:lnTo>
                  <a:lnTo>
                    <a:pt x="2035" y="6341"/>
                  </a:lnTo>
                  <a:lnTo>
                    <a:pt x="1995" y="6321"/>
                  </a:lnTo>
                  <a:lnTo>
                    <a:pt x="1975" y="6321"/>
                  </a:lnTo>
                  <a:lnTo>
                    <a:pt x="1916" y="6380"/>
                  </a:lnTo>
                  <a:lnTo>
                    <a:pt x="1916" y="6242"/>
                  </a:lnTo>
                  <a:lnTo>
                    <a:pt x="1936" y="6124"/>
                  </a:lnTo>
                  <a:lnTo>
                    <a:pt x="2015" y="5946"/>
                  </a:lnTo>
                  <a:lnTo>
                    <a:pt x="2074" y="5768"/>
                  </a:lnTo>
                  <a:lnTo>
                    <a:pt x="2094" y="5689"/>
                  </a:lnTo>
                  <a:lnTo>
                    <a:pt x="2094" y="5571"/>
                  </a:lnTo>
                  <a:lnTo>
                    <a:pt x="2054" y="5590"/>
                  </a:lnTo>
                  <a:lnTo>
                    <a:pt x="2035" y="5571"/>
                  </a:lnTo>
                  <a:lnTo>
                    <a:pt x="2035" y="5452"/>
                  </a:lnTo>
                  <a:lnTo>
                    <a:pt x="2035" y="5334"/>
                  </a:lnTo>
                  <a:lnTo>
                    <a:pt x="1995" y="5294"/>
                  </a:lnTo>
                  <a:lnTo>
                    <a:pt x="1956" y="5314"/>
                  </a:lnTo>
                  <a:lnTo>
                    <a:pt x="2035" y="5195"/>
                  </a:lnTo>
                  <a:lnTo>
                    <a:pt x="2094" y="5077"/>
                  </a:lnTo>
                  <a:lnTo>
                    <a:pt x="2173" y="4998"/>
                  </a:lnTo>
                  <a:lnTo>
                    <a:pt x="2252" y="4939"/>
                  </a:lnTo>
                  <a:lnTo>
                    <a:pt x="2311" y="4919"/>
                  </a:lnTo>
                  <a:lnTo>
                    <a:pt x="2370" y="4899"/>
                  </a:lnTo>
                  <a:lnTo>
                    <a:pt x="2430" y="4919"/>
                  </a:lnTo>
                  <a:lnTo>
                    <a:pt x="2449" y="4958"/>
                  </a:lnTo>
                  <a:lnTo>
                    <a:pt x="2331" y="5136"/>
                  </a:lnTo>
                  <a:lnTo>
                    <a:pt x="2311" y="5215"/>
                  </a:lnTo>
                  <a:lnTo>
                    <a:pt x="2311" y="5255"/>
                  </a:lnTo>
                  <a:lnTo>
                    <a:pt x="2351" y="5255"/>
                  </a:lnTo>
                  <a:lnTo>
                    <a:pt x="2489" y="4958"/>
                  </a:lnTo>
                  <a:lnTo>
                    <a:pt x="2647" y="4662"/>
                  </a:lnTo>
                  <a:lnTo>
                    <a:pt x="2864" y="4484"/>
                  </a:lnTo>
                  <a:lnTo>
                    <a:pt x="2983" y="4425"/>
                  </a:lnTo>
                  <a:lnTo>
                    <a:pt x="3081" y="4425"/>
                  </a:lnTo>
                  <a:lnTo>
                    <a:pt x="3101" y="4326"/>
                  </a:lnTo>
                  <a:lnTo>
                    <a:pt x="3141" y="4247"/>
                  </a:lnTo>
                  <a:lnTo>
                    <a:pt x="3220" y="4148"/>
                  </a:lnTo>
                  <a:lnTo>
                    <a:pt x="3299" y="4069"/>
                  </a:lnTo>
                  <a:lnTo>
                    <a:pt x="3378" y="3990"/>
                  </a:lnTo>
                  <a:lnTo>
                    <a:pt x="3437" y="3911"/>
                  </a:lnTo>
                  <a:lnTo>
                    <a:pt x="3476" y="3832"/>
                  </a:lnTo>
                  <a:lnTo>
                    <a:pt x="3476" y="3734"/>
                  </a:lnTo>
                  <a:lnTo>
                    <a:pt x="3457" y="3813"/>
                  </a:lnTo>
                  <a:lnTo>
                    <a:pt x="3417" y="3892"/>
                  </a:lnTo>
                  <a:lnTo>
                    <a:pt x="3378" y="3951"/>
                  </a:lnTo>
                  <a:lnTo>
                    <a:pt x="3318" y="3990"/>
                  </a:lnTo>
                  <a:lnTo>
                    <a:pt x="3220" y="4050"/>
                  </a:lnTo>
                  <a:lnTo>
                    <a:pt x="3141" y="4089"/>
                  </a:lnTo>
                  <a:lnTo>
                    <a:pt x="3180" y="3990"/>
                  </a:lnTo>
                  <a:lnTo>
                    <a:pt x="3141" y="4030"/>
                  </a:lnTo>
                  <a:lnTo>
                    <a:pt x="3101" y="3635"/>
                  </a:lnTo>
                  <a:lnTo>
                    <a:pt x="3042" y="3694"/>
                  </a:lnTo>
                  <a:lnTo>
                    <a:pt x="3002" y="3734"/>
                  </a:lnTo>
                  <a:lnTo>
                    <a:pt x="3002" y="3773"/>
                  </a:lnTo>
                  <a:lnTo>
                    <a:pt x="3022" y="3813"/>
                  </a:lnTo>
                  <a:lnTo>
                    <a:pt x="3042" y="3872"/>
                  </a:lnTo>
                  <a:lnTo>
                    <a:pt x="3062" y="3931"/>
                  </a:lnTo>
                  <a:lnTo>
                    <a:pt x="3022" y="4010"/>
                  </a:lnTo>
                  <a:lnTo>
                    <a:pt x="2963" y="4109"/>
                  </a:lnTo>
                  <a:lnTo>
                    <a:pt x="2904" y="4129"/>
                  </a:lnTo>
                  <a:lnTo>
                    <a:pt x="2864" y="4129"/>
                  </a:lnTo>
                  <a:lnTo>
                    <a:pt x="2825" y="4089"/>
                  </a:lnTo>
                  <a:lnTo>
                    <a:pt x="2825" y="4050"/>
                  </a:lnTo>
                  <a:lnTo>
                    <a:pt x="2825" y="3911"/>
                  </a:lnTo>
                  <a:lnTo>
                    <a:pt x="2864" y="3753"/>
                  </a:lnTo>
                  <a:lnTo>
                    <a:pt x="2904" y="3615"/>
                  </a:lnTo>
                  <a:lnTo>
                    <a:pt x="2923" y="3497"/>
                  </a:lnTo>
                  <a:lnTo>
                    <a:pt x="2923" y="3457"/>
                  </a:lnTo>
                  <a:lnTo>
                    <a:pt x="2904" y="3437"/>
                  </a:lnTo>
                  <a:lnTo>
                    <a:pt x="2864" y="3437"/>
                  </a:lnTo>
                  <a:lnTo>
                    <a:pt x="2805" y="3457"/>
                  </a:lnTo>
                  <a:lnTo>
                    <a:pt x="2746" y="3536"/>
                  </a:lnTo>
                  <a:lnTo>
                    <a:pt x="2706" y="3595"/>
                  </a:lnTo>
                  <a:lnTo>
                    <a:pt x="2686" y="3655"/>
                  </a:lnTo>
                  <a:lnTo>
                    <a:pt x="2686" y="3714"/>
                  </a:lnTo>
                  <a:lnTo>
                    <a:pt x="2726" y="3852"/>
                  </a:lnTo>
                  <a:lnTo>
                    <a:pt x="2726" y="3931"/>
                  </a:lnTo>
                  <a:lnTo>
                    <a:pt x="2706" y="4010"/>
                  </a:lnTo>
                  <a:lnTo>
                    <a:pt x="2706" y="4010"/>
                  </a:lnTo>
                  <a:lnTo>
                    <a:pt x="2746" y="3971"/>
                  </a:lnTo>
                  <a:lnTo>
                    <a:pt x="2746" y="3971"/>
                  </a:lnTo>
                  <a:lnTo>
                    <a:pt x="2528" y="4504"/>
                  </a:lnTo>
                  <a:lnTo>
                    <a:pt x="2489" y="4484"/>
                  </a:lnTo>
                  <a:lnTo>
                    <a:pt x="2489" y="4464"/>
                  </a:lnTo>
                  <a:lnTo>
                    <a:pt x="2469" y="4385"/>
                  </a:lnTo>
                  <a:lnTo>
                    <a:pt x="2469" y="4287"/>
                  </a:lnTo>
                  <a:lnTo>
                    <a:pt x="2232" y="4662"/>
                  </a:lnTo>
                  <a:lnTo>
                    <a:pt x="2035" y="4919"/>
                  </a:lnTo>
                  <a:lnTo>
                    <a:pt x="1837" y="5195"/>
                  </a:lnTo>
                  <a:lnTo>
                    <a:pt x="1718" y="5393"/>
                  </a:lnTo>
                  <a:lnTo>
                    <a:pt x="1600" y="5610"/>
                  </a:lnTo>
                  <a:lnTo>
                    <a:pt x="1679" y="5590"/>
                  </a:lnTo>
                  <a:lnTo>
                    <a:pt x="1778" y="5590"/>
                  </a:lnTo>
                  <a:lnTo>
                    <a:pt x="1837" y="5630"/>
                  </a:lnTo>
                  <a:lnTo>
                    <a:pt x="1857" y="5669"/>
                  </a:lnTo>
                  <a:lnTo>
                    <a:pt x="1877" y="5748"/>
                  </a:lnTo>
                  <a:lnTo>
                    <a:pt x="1857" y="5847"/>
                  </a:lnTo>
                  <a:lnTo>
                    <a:pt x="1857" y="5926"/>
                  </a:lnTo>
                  <a:lnTo>
                    <a:pt x="1837" y="5985"/>
                  </a:lnTo>
                  <a:lnTo>
                    <a:pt x="1758" y="6064"/>
                  </a:lnTo>
                  <a:lnTo>
                    <a:pt x="1699" y="6143"/>
                  </a:lnTo>
                  <a:lnTo>
                    <a:pt x="1659" y="6203"/>
                  </a:lnTo>
                  <a:lnTo>
                    <a:pt x="1639" y="6262"/>
                  </a:lnTo>
                  <a:lnTo>
                    <a:pt x="1620" y="6163"/>
                  </a:lnTo>
                  <a:lnTo>
                    <a:pt x="1600" y="6064"/>
                  </a:lnTo>
                  <a:lnTo>
                    <a:pt x="1600" y="6025"/>
                  </a:lnTo>
                  <a:lnTo>
                    <a:pt x="1600" y="5966"/>
                  </a:lnTo>
                  <a:lnTo>
                    <a:pt x="1620" y="5926"/>
                  </a:lnTo>
                  <a:lnTo>
                    <a:pt x="1679" y="5867"/>
                  </a:lnTo>
                  <a:lnTo>
                    <a:pt x="1501" y="5827"/>
                  </a:lnTo>
                  <a:lnTo>
                    <a:pt x="1501" y="5630"/>
                  </a:lnTo>
                  <a:lnTo>
                    <a:pt x="1462" y="5492"/>
                  </a:lnTo>
                  <a:lnTo>
                    <a:pt x="1422" y="5294"/>
                  </a:lnTo>
                  <a:lnTo>
                    <a:pt x="1402" y="5195"/>
                  </a:lnTo>
                  <a:lnTo>
                    <a:pt x="1402" y="5077"/>
                  </a:lnTo>
                  <a:lnTo>
                    <a:pt x="1442" y="4899"/>
                  </a:lnTo>
                  <a:lnTo>
                    <a:pt x="1541" y="4642"/>
                  </a:lnTo>
                  <a:lnTo>
                    <a:pt x="1521" y="4603"/>
                  </a:lnTo>
                  <a:lnTo>
                    <a:pt x="1521" y="4504"/>
                  </a:lnTo>
                  <a:lnTo>
                    <a:pt x="1560" y="4385"/>
                  </a:lnTo>
                  <a:lnTo>
                    <a:pt x="1620" y="4247"/>
                  </a:lnTo>
                  <a:lnTo>
                    <a:pt x="1758" y="3951"/>
                  </a:lnTo>
                  <a:lnTo>
                    <a:pt x="1857" y="3793"/>
                  </a:lnTo>
                  <a:lnTo>
                    <a:pt x="1956" y="3655"/>
                  </a:lnTo>
                  <a:lnTo>
                    <a:pt x="1758" y="3773"/>
                  </a:lnTo>
                  <a:lnTo>
                    <a:pt x="1758" y="3773"/>
                  </a:lnTo>
                  <a:lnTo>
                    <a:pt x="1778" y="3635"/>
                  </a:lnTo>
                  <a:lnTo>
                    <a:pt x="1817" y="3556"/>
                  </a:lnTo>
                  <a:lnTo>
                    <a:pt x="1857" y="3536"/>
                  </a:lnTo>
                  <a:lnTo>
                    <a:pt x="1896" y="3516"/>
                  </a:lnTo>
                  <a:lnTo>
                    <a:pt x="1936" y="3516"/>
                  </a:lnTo>
                  <a:lnTo>
                    <a:pt x="1995" y="3477"/>
                  </a:lnTo>
                  <a:lnTo>
                    <a:pt x="2054" y="3378"/>
                  </a:lnTo>
                  <a:lnTo>
                    <a:pt x="2133" y="3200"/>
                  </a:lnTo>
                  <a:lnTo>
                    <a:pt x="2390" y="3141"/>
                  </a:lnTo>
                  <a:lnTo>
                    <a:pt x="2528" y="3121"/>
                  </a:lnTo>
                  <a:lnTo>
                    <a:pt x="2647" y="3102"/>
                  </a:lnTo>
                  <a:lnTo>
                    <a:pt x="2765" y="3102"/>
                  </a:lnTo>
                  <a:lnTo>
                    <a:pt x="2844" y="3141"/>
                  </a:lnTo>
                  <a:lnTo>
                    <a:pt x="2864" y="3181"/>
                  </a:lnTo>
                  <a:lnTo>
                    <a:pt x="2884" y="3220"/>
                  </a:lnTo>
                  <a:lnTo>
                    <a:pt x="2884" y="3260"/>
                  </a:lnTo>
                  <a:lnTo>
                    <a:pt x="2884" y="3319"/>
                  </a:lnTo>
                  <a:lnTo>
                    <a:pt x="2983" y="3220"/>
                  </a:lnTo>
                  <a:lnTo>
                    <a:pt x="3062" y="3141"/>
                  </a:lnTo>
                  <a:lnTo>
                    <a:pt x="3180" y="2963"/>
                  </a:lnTo>
                  <a:lnTo>
                    <a:pt x="3279" y="2786"/>
                  </a:lnTo>
                  <a:lnTo>
                    <a:pt x="3437" y="2608"/>
                  </a:lnTo>
                  <a:lnTo>
                    <a:pt x="3516" y="2608"/>
                  </a:lnTo>
                  <a:lnTo>
                    <a:pt x="3575" y="2628"/>
                  </a:lnTo>
                  <a:lnTo>
                    <a:pt x="3595" y="2667"/>
                  </a:lnTo>
                  <a:lnTo>
                    <a:pt x="3595" y="2726"/>
                  </a:lnTo>
                  <a:lnTo>
                    <a:pt x="3595" y="2825"/>
                  </a:lnTo>
                  <a:lnTo>
                    <a:pt x="3615" y="2884"/>
                  </a:lnTo>
                  <a:lnTo>
                    <a:pt x="3654" y="2924"/>
                  </a:lnTo>
                  <a:lnTo>
                    <a:pt x="3792" y="2786"/>
                  </a:lnTo>
                  <a:lnTo>
                    <a:pt x="3871" y="2647"/>
                  </a:lnTo>
                  <a:lnTo>
                    <a:pt x="3891" y="2588"/>
                  </a:lnTo>
                  <a:lnTo>
                    <a:pt x="3891" y="2529"/>
                  </a:lnTo>
                  <a:lnTo>
                    <a:pt x="3871" y="2509"/>
                  </a:lnTo>
                  <a:lnTo>
                    <a:pt x="3812" y="2509"/>
                  </a:lnTo>
                  <a:lnTo>
                    <a:pt x="4029" y="2391"/>
                  </a:lnTo>
                  <a:lnTo>
                    <a:pt x="4247" y="2292"/>
                  </a:lnTo>
                  <a:lnTo>
                    <a:pt x="4227" y="2312"/>
                  </a:lnTo>
                  <a:lnTo>
                    <a:pt x="4187" y="2351"/>
                  </a:lnTo>
                  <a:lnTo>
                    <a:pt x="4069" y="2450"/>
                  </a:lnTo>
                  <a:lnTo>
                    <a:pt x="4207" y="2351"/>
                  </a:lnTo>
                  <a:lnTo>
                    <a:pt x="4365" y="2232"/>
                  </a:lnTo>
                  <a:lnTo>
                    <a:pt x="4484" y="2094"/>
                  </a:lnTo>
                  <a:lnTo>
                    <a:pt x="4563" y="1995"/>
                  </a:lnTo>
                  <a:lnTo>
                    <a:pt x="4484" y="2055"/>
                  </a:lnTo>
                  <a:lnTo>
                    <a:pt x="4425" y="2094"/>
                  </a:lnTo>
                  <a:lnTo>
                    <a:pt x="4385" y="2114"/>
                  </a:lnTo>
                  <a:lnTo>
                    <a:pt x="4523" y="1976"/>
                  </a:lnTo>
                  <a:lnTo>
                    <a:pt x="4662" y="1857"/>
                  </a:lnTo>
                  <a:lnTo>
                    <a:pt x="4839" y="1699"/>
                  </a:lnTo>
                  <a:lnTo>
                    <a:pt x="5037" y="1699"/>
                  </a:lnTo>
                  <a:lnTo>
                    <a:pt x="5175" y="1660"/>
                  </a:lnTo>
                  <a:lnTo>
                    <a:pt x="5313" y="1620"/>
                  </a:lnTo>
                  <a:lnTo>
                    <a:pt x="5412" y="1541"/>
                  </a:lnTo>
                  <a:lnTo>
                    <a:pt x="5531" y="1502"/>
                  </a:lnTo>
                  <a:lnTo>
                    <a:pt x="5629" y="1482"/>
                  </a:lnTo>
                  <a:lnTo>
                    <a:pt x="5708" y="1482"/>
                  </a:lnTo>
                  <a:lnTo>
                    <a:pt x="5807" y="1502"/>
                  </a:lnTo>
                  <a:lnTo>
                    <a:pt x="5926" y="1482"/>
                  </a:lnTo>
                  <a:lnTo>
                    <a:pt x="6044" y="1462"/>
                  </a:lnTo>
                  <a:lnTo>
                    <a:pt x="6163" y="1403"/>
                  </a:lnTo>
                  <a:lnTo>
                    <a:pt x="6202" y="1344"/>
                  </a:lnTo>
                  <a:lnTo>
                    <a:pt x="6242" y="1304"/>
                  </a:lnTo>
                  <a:lnTo>
                    <a:pt x="6340" y="1245"/>
                  </a:lnTo>
                  <a:lnTo>
                    <a:pt x="6459" y="1205"/>
                  </a:lnTo>
                  <a:lnTo>
                    <a:pt x="6577" y="1186"/>
                  </a:lnTo>
                  <a:lnTo>
                    <a:pt x="6736" y="1166"/>
                  </a:lnTo>
                  <a:lnTo>
                    <a:pt x="6874" y="1146"/>
                  </a:lnTo>
                  <a:lnTo>
                    <a:pt x="7012" y="1087"/>
                  </a:lnTo>
                  <a:lnTo>
                    <a:pt x="7131" y="988"/>
                  </a:lnTo>
                  <a:lnTo>
                    <a:pt x="7111" y="1028"/>
                  </a:lnTo>
                  <a:lnTo>
                    <a:pt x="7111" y="1067"/>
                  </a:lnTo>
                  <a:lnTo>
                    <a:pt x="7131" y="1067"/>
                  </a:lnTo>
                  <a:lnTo>
                    <a:pt x="7150" y="1087"/>
                  </a:lnTo>
                  <a:lnTo>
                    <a:pt x="7210" y="1087"/>
                  </a:lnTo>
                  <a:lnTo>
                    <a:pt x="7289" y="1107"/>
                  </a:lnTo>
                  <a:lnTo>
                    <a:pt x="7407" y="1107"/>
                  </a:lnTo>
                  <a:lnTo>
                    <a:pt x="7407" y="1126"/>
                  </a:lnTo>
                  <a:lnTo>
                    <a:pt x="7407" y="1166"/>
                  </a:lnTo>
                  <a:lnTo>
                    <a:pt x="7328" y="1225"/>
                  </a:lnTo>
                  <a:lnTo>
                    <a:pt x="7407" y="1245"/>
                  </a:lnTo>
                  <a:lnTo>
                    <a:pt x="7526" y="1225"/>
                  </a:lnTo>
                  <a:lnTo>
                    <a:pt x="7842" y="1146"/>
                  </a:lnTo>
                  <a:lnTo>
                    <a:pt x="8000" y="1087"/>
                  </a:lnTo>
                  <a:lnTo>
                    <a:pt x="8177" y="1067"/>
                  </a:lnTo>
                  <a:lnTo>
                    <a:pt x="8335" y="1067"/>
                  </a:lnTo>
                  <a:lnTo>
                    <a:pt x="8454" y="1107"/>
                  </a:lnTo>
                  <a:lnTo>
                    <a:pt x="8414" y="1166"/>
                  </a:lnTo>
                  <a:lnTo>
                    <a:pt x="8395" y="1186"/>
                  </a:lnTo>
                  <a:lnTo>
                    <a:pt x="8355" y="1205"/>
                  </a:lnTo>
                  <a:lnTo>
                    <a:pt x="8493" y="1186"/>
                  </a:lnTo>
                  <a:lnTo>
                    <a:pt x="8572" y="1186"/>
                  </a:lnTo>
                  <a:lnTo>
                    <a:pt x="8651" y="1205"/>
                  </a:lnTo>
                  <a:lnTo>
                    <a:pt x="8691" y="1225"/>
                  </a:lnTo>
                  <a:lnTo>
                    <a:pt x="8790" y="1284"/>
                  </a:lnTo>
                  <a:lnTo>
                    <a:pt x="8849" y="1324"/>
                  </a:lnTo>
                  <a:lnTo>
                    <a:pt x="8948" y="1324"/>
                  </a:lnTo>
                  <a:lnTo>
                    <a:pt x="8948" y="1166"/>
                  </a:lnTo>
                  <a:lnTo>
                    <a:pt x="8987" y="1146"/>
                  </a:lnTo>
                  <a:lnTo>
                    <a:pt x="9027" y="1146"/>
                  </a:lnTo>
                  <a:lnTo>
                    <a:pt x="9086" y="1186"/>
                  </a:lnTo>
                  <a:lnTo>
                    <a:pt x="9145" y="1205"/>
                  </a:lnTo>
                  <a:lnTo>
                    <a:pt x="9165" y="1225"/>
                  </a:lnTo>
                  <a:lnTo>
                    <a:pt x="9205" y="1225"/>
                  </a:lnTo>
                  <a:lnTo>
                    <a:pt x="9126" y="1186"/>
                  </a:lnTo>
                  <a:lnTo>
                    <a:pt x="9066" y="1146"/>
                  </a:lnTo>
                  <a:lnTo>
                    <a:pt x="9027" y="1087"/>
                  </a:lnTo>
                  <a:lnTo>
                    <a:pt x="9027" y="1047"/>
                  </a:lnTo>
                  <a:lnTo>
                    <a:pt x="9046" y="1028"/>
                  </a:lnTo>
                  <a:lnTo>
                    <a:pt x="9284" y="988"/>
                  </a:lnTo>
                  <a:close/>
                  <a:moveTo>
                    <a:pt x="8197" y="1"/>
                  </a:moveTo>
                  <a:lnTo>
                    <a:pt x="8079" y="20"/>
                  </a:lnTo>
                  <a:lnTo>
                    <a:pt x="7960" y="60"/>
                  </a:lnTo>
                  <a:lnTo>
                    <a:pt x="7861" y="99"/>
                  </a:lnTo>
                  <a:lnTo>
                    <a:pt x="7743" y="139"/>
                  </a:lnTo>
                  <a:lnTo>
                    <a:pt x="7624" y="139"/>
                  </a:lnTo>
                  <a:lnTo>
                    <a:pt x="7466" y="99"/>
                  </a:lnTo>
                  <a:lnTo>
                    <a:pt x="7545" y="60"/>
                  </a:lnTo>
                  <a:lnTo>
                    <a:pt x="7071" y="139"/>
                  </a:lnTo>
                  <a:lnTo>
                    <a:pt x="6637" y="178"/>
                  </a:lnTo>
                  <a:lnTo>
                    <a:pt x="6439" y="238"/>
                  </a:lnTo>
                  <a:lnTo>
                    <a:pt x="6222" y="297"/>
                  </a:lnTo>
                  <a:lnTo>
                    <a:pt x="6005" y="376"/>
                  </a:lnTo>
                  <a:lnTo>
                    <a:pt x="5787" y="514"/>
                  </a:lnTo>
                  <a:lnTo>
                    <a:pt x="5491" y="613"/>
                  </a:lnTo>
                  <a:lnTo>
                    <a:pt x="5294" y="652"/>
                  </a:lnTo>
                  <a:lnTo>
                    <a:pt x="5116" y="672"/>
                  </a:lnTo>
                  <a:lnTo>
                    <a:pt x="4879" y="731"/>
                  </a:lnTo>
                  <a:lnTo>
                    <a:pt x="4800" y="810"/>
                  </a:lnTo>
                  <a:lnTo>
                    <a:pt x="4721" y="889"/>
                  </a:lnTo>
                  <a:lnTo>
                    <a:pt x="4622" y="1028"/>
                  </a:lnTo>
                  <a:lnTo>
                    <a:pt x="4583" y="1126"/>
                  </a:lnTo>
                  <a:lnTo>
                    <a:pt x="4563" y="1166"/>
                  </a:lnTo>
                  <a:lnTo>
                    <a:pt x="4701" y="1087"/>
                  </a:lnTo>
                  <a:lnTo>
                    <a:pt x="4760" y="1087"/>
                  </a:lnTo>
                  <a:lnTo>
                    <a:pt x="4760" y="1126"/>
                  </a:lnTo>
                  <a:lnTo>
                    <a:pt x="4721" y="1166"/>
                  </a:lnTo>
                  <a:lnTo>
                    <a:pt x="4662" y="1245"/>
                  </a:lnTo>
                  <a:lnTo>
                    <a:pt x="4504" y="1403"/>
                  </a:lnTo>
                  <a:lnTo>
                    <a:pt x="4365" y="1581"/>
                  </a:lnTo>
                  <a:lnTo>
                    <a:pt x="4464" y="1581"/>
                  </a:lnTo>
                  <a:lnTo>
                    <a:pt x="4543" y="1620"/>
                  </a:lnTo>
                  <a:lnTo>
                    <a:pt x="4721" y="1679"/>
                  </a:lnTo>
                  <a:lnTo>
                    <a:pt x="4820" y="1699"/>
                  </a:lnTo>
                  <a:lnTo>
                    <a:pt x="4741" y="1739"/>
                  </a:lnTo>
                  <a:lnTo>
                    <a:pt x="4681" y="1778"/>
                  </a:lnTo>
                  <a:lnTo>
                    <a:pt x="4543" y="1798"/>
                  </a:lnTo>
                  <a:lnTo>
                    <a:pt x="4484" y="1818"/>
                  </a:lnTo>
                  <a:lnTo>
                    <a:pt x="4405" y="1837"/>
                  </a:lnTo>
                  <a:lnTo>
                    <a:pt x="4326" y="1877"/>
                  </a:lnTo>
                  <a:lnTo>
                    <a:pt x="4247" y="1956"/>
                  </a:lnTo>
                  <a:lnTo>
                    <a:pt x="4247" y="1916"/>
                  </a:lnTo>
                  <a:lnTo>
                    <a:pt x="4267" y="1857"/>
                  </a:lnTo>
                  <a:lnTo>
                    <a:pt x="4326" y="1778"/>
                  </a:lnTo>
                  <a:lnTo>
                    <a:pt x="4425" y="1739"/>
                  </a:lnTo>
                  <a:lnTo>
                    <a:pt x="4306" y="1739"/>
                  </a:lnTo>
                  <a:lnTo>
                    <a:pt x="4207" y="1778"/>
                  </a:lnTo>
                  <a:lnTo>
                    <a:pt x="4010" y="1837"/>
                  </a:lnTo>
                  <a:lnTo>
                    <a:pt x="3852" y="1897"/>
                  </a:lnTo>
                  <a:lnTo>
                    <a:pt x="3773" y="1916"/>
                  </a:lnTo>
                  <a:lnTo>
                    <a:pt x="3713" y="1916"/>
                  </a:lnTo>
                  <a:lnTo>
                    <a:pt x="3792" y="1877"/>
                  </a:lnTo>
                  <a:lnTo>
                    <a:pt x="3871" y="1837"/>
                  </a:lnTo>
                  <a:lnTo>
                    <a:pt x="3970" y="1739"/>
                  </a:lnTo>
                  <a:lnTo>
                    <a:pt x="4029" y="1660"/>
                  </a:lnTo>
                  <a:lnTo>
                    <a:pt x="4069" y="1600"/>
                  </a:lnTo>
                  <a:lnTo>
                    <a:pt x="3891" y="1699"/>
                  </a:lnTo>
                  <a:lnTo>
                    <a:pt x="3694" y="1837"/>
                  </a:lnTo>
                  <a:lnTo>
                    <a:pt x="3536" y="1995"/>
                  </a:lnTo>
                  <a:lnTo>
                    <a:pt x="3437" y="2114"/>
                  </a:lnTo>
                  <a:lnTo>
                    <a:pt x="3358" y="2114"/>
                  </a:lnTo>
                  <a:lnTo>
                    <a:pt x="3259" y="2153"/>
                  </a:lnTo>
                  <a:lnTo>
                    <a:pt x="3160" y="2232"/>
                  </a:lnTo>
                  <a:lnTo>
                    <a:pt x="3081" y="2331"/>
                  </a:lnTo>
                  <a:lnTo>
                    <a:pt x="3002" y="2410"/>
                  </a:lnTo>
                  <a:lnTo>
                    <a:pt x="2943" y="2470"/>
                  </a:lnTo>
                  <a:lnTo>
                    <a:pt x="2904" y="2489"/>
                  </a:lnTo>
                  <a:lnTo>
                    <a:pt x="2904" y="2470"/>
                  </a:lnTo>
                  <a:lnTo>
                    <a:pt x="2884" y="2391"/>
                  </a:lnTo>
                  <a:lnTo>
                    <a:pt x="2884" y="2430"/>
                  </a:lnTo>
                  <a:lnTo>
                    <a:pt x="2864" y="2470"/>
                  </a:lnTo>
                  <a:lnTo>
                    <a:pt x="2785" y="2588"/>
                  </a:lnTo>
                  <a:lnTo>
                    <a:pt x="2686" y="2707"/>
                  </a:lnTo>
                  <a:lnTo>
                    <a:pt x="2568" y="2805"/>
                  </a:lnTo>
                  <a:lnTo>
                    <a:pt x="2548" y="2766"/>
                  </a:lnTo>
                  <a:lnTo>
                    <a:pt x="2568" y="2707"/>
                  </a:lnTo>
                  <a:lnTo>
                    <a:pt x="2627" y="2529"/>
                  </a:lnTo>
                  <a:lnTo>
                    <a:pt x="2726" y="2351"/>
                  </a:lnTo>
                  <a:lnTo>
                    <a:pt x="2805" y="2173"/>
                  </a:lnTo>
                  <a:lnTo>
                    <a:pt x="2963" y="1976"/>
                  </a:lnTo>
                  <a:lnTo>
                    <a:pt x="3062" y="1897"/>
                  </a:lnTo>
                  <a:lnTo>
                    <a:pt x="3081" y="1877"/>
                  </a:lnTo>
                  <a:lnTo>
                    <a:pt x="3101" y="1897"/>
                  </a:lnTo>
                  <a:lnTo>
                    <a:pt x="3081" y="1956"/>
                  </a:lnTo>
                  <a:lnTo>
                    <a:pt x="3042" y="2134"/>
                  </a:lnTo>
                  <a:lnTo>
                    <a:pt x="3042" y="2193"/>
                  </a:lnTo>
                  <a:lnTo>
                    <a:pt x="3101" y="2193"/>
                  </a:lnTo>
                  <a:lnTo>
                    <a:pt x="3338" y="1956"/>
                  </a:lnTo>
                  <a:lnTo>
                    <a:pt x="3595" y="1739"/>
                  </a:lnTo>
                  <a:lnTo>
                    <a:pt x="3575" y="1739"/>
                  </a:lnTo>
                  <a:lnTo>
                    <a:pt x="3575" y="1699"/>
                  </a:lnTo>
                  <a:lnTo>
                    <a:pt x="3595" y="1640"/>
                  </a:lnTo>
                  <a:lnTo>
                    <a:pt x="3595" y="1620"/>
                  </a:lnTo>
                  <a:lnTo>
                    <a:pt x="3555" y="1620"/>
                  </a:lnTo>
                  <a:lnTo>
                    <a:pt x="3496" y="1660"/>
                  </a:lnTo>
                  <a:lnTo>
                    <a:pt x="3378" y="1739"/>
                  </a:lnTo>
                  <a:lnTo>
                    <a:pt x="3417" y="1640"/>
                  </a:lnTo>
                  <a:lnTo>
                    <a:pt x="3476" y="1541"/>
                  </a:lnTo>
                  <a:lnTo>
                    <a:pt x="3575" y="1442"/>
                  </a:lnTo>
                  <a:lnTo>
                    <a:pt x="3674" y="1344"/>
                  </a:lnTo>
                  <a:lnTo>
                    <a:pt x="3792" y="1265"/>
                  </a:lnTo>
                  <a:lnTo>
                    <a:pt x="3931" y="1186"/>
                  </a:lnTo>
                  <a:lnTo>
                    <a:pt x="4069" y="1107"/>
                  </a:lnTo>
                  <a:lnTo>
                    <a:pt x="4207" y="1067"/>
                  </a:lnTo>
                  <a:lnTo>
                    <a:pt x="4227" y="1047"/>
                  </a:lnTo>
                  <a:lnTo>
                    <a:pt x="4207" y="1047"/>
                  </a:lnTo>
                  <a:lnTo>
                    <a:pt x="4128" y="1067"/>
                  </a:lnTo>
                  <a:lnTo>
                    <a:pt x="3931" y="1146"/>
                  </a:lnTo>
                  <a:lnTo>
                    <a:pt x="4010" y="1028"/>
                  </a:lnTo>
                  <a:lnTo>
                    <a:pt x="4069" y="889"/>
                  </a:lnTo>
                  <a:lnTo>
                    <a:pt x="4069" y="830"/>
                  </a:lnTo>
                  <a:lnTo>
                    <a:pt x="4049" y="810"/>
                  </a:lnTo>
                  <a:lnTo>
                    <a:pt x="4029" y="810"/>
                  </a:lnTo>
                  <a:lnTo>
                    <a:pt x="3911" y="830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909"/>
                  </a:lnTo>
                  <a:lnTo>
                    <a:pt x="3713" y="988"/>
                  </a:lnTo>
                  <a:lnTo>
                    <a:pt x="3694" y="1028"/>
                  </a:lnTo>
                  <a:lnTo>
                    <a:pt x="3694" y="1047"/>
                  </a:lnTo>
                  <a:lnTo>
                    <a:pt x="3733" y="1067"/>
                  </a:lnTo>
                  <a:lnTo>
                    <a:pt x="3832" y="1047"/>
                  </a:lnTo>
                  <a:lnTo>
                    <a:pt x="3615" y="1166"/>
                  </a:lnTo>
                  <a:lnTo>
                    <a:pt x="3358" y="1304"/>
                  </a:lnTo>
                  <a:lnTo>
                    <a:pt x="3259" y="1344"/>
                  </a:lnTo>
                  <a:lnTo>
                    <a:pt x="3180" y="1363"/>
                  </a:lnTo>
                  <a:lnTo>
                    <a:pt x="3160" y="1344"/>
                  </a:lnTo>
                  <a:lnTo>
                    <a:pt x="3141" y="1324"/>
                  </a:lnTo>
                  <a:lnTo>
                    <a:pt x="3160" y="1265"/>
                  </a:lnTo>
                  <a:lnTo>
                    <a:pt x="2963" y="1462"/>
                  </a:lnTo>
                  <a:lnTo>
                    <a:pt x="2765" y="1699"/>
                  </a:lnTo>
                  <a:lnTo>
                    <a:pt x="2449" y="2114"/>
                  </a:lnTo>
                  <a:lnTo>
                    <a:pt x="2430" y="2094"/>
                  </a:lnTo>
                  <a:lnTo>
                    <a:pt x="2430" y="2074"/>
                  </a:lnTo>
                  <a:lnTo>
                    <a:pt x="2469" y="1995"/>
                  </a:lnTo>
                  <a:lnTo>
                    <a:pt x="2548" y="1916"/>
                  </a:lnTo>
                  <a:lnTo>
                    <a:pt x="2607" y="1818"/>
                  </a:lnTo>
                  <a:lnTo>
                    <a:pt x="2351" y="2134"/>
                  </a:lnTo>
                  <a:lnTo>
                    <a:pt x="2114" y="2450"/>
                  </a:lnTo>
                  <a:lnTo>
                    <a:pt x="2331" y="2351"/>
                  </a:lnTo>
                  <a:lnTo>
                    <a:pt x="2193" y="2509"/>
                  </a:lnTo>
                  <a:lnTo>
                    <a:pt x="2094" y="2647"/>
                  </a:lnTo>
                  <a:lnTo>
                    <a:pt x="2015" y="2805"/>
                  </a:lnTo>
                  <a:lnTo>
                    <a:pt x="1956" y="2963"/>
                  </a:lnTo>
                  <a:lnTo>
                    <a:pt x="1857" y="3279"/>
                  </a:lnTo>
                  <a:lnTo>
                    <a:pt x="1817" y="3418"/>
                  </a:lnTo>
                  <a:lnTo>
                    <a:pt x="1758" y="3576"/>
                  </a:lnTo>
                  <a:lnTo>
                    <a:pt x="1718" y="3516"/>
                  </a:lnTo>
                  <a:lnTo>
                    <a:pt x="1718" y="3437"/>
                  </a:lnTo>
                  <a:lnTo>
                    <a:pt x="1738" y="3358"/>
                  </a:lnTo>
                  <a:lnTo>
                    <a:pt x="1758" y="3260"/>
                  </a:lnTo>
                  <a:lnTo>
                    <a:pt x="1936" y="2845"/>
                  </a:lnTo>
                  <a:lnTo>
                    <a:pt x="1837" y="2884"/>
                  </a:lnTo>
                  <a:lnTo>
                    <a:pt x="1778" y="2924"/>
                  </a:lnTo>
                  <a:lnTo>
                    <a:pt x="1758" y="2983"/>
                  </a:lnTo>
                  <a:lnTo>
                    <a:pt x="1758" y="3042"/>
                  </a:lnTo>
                  <a:lnTo>
                    <a:pt x="1758" y="3102"/>
                  </a:lnTo>
                  <a:lnTo>
                    <a:pt x="1738" y="3181"/>
                  </a:lnTo>
                  <a:lnTo>
                    <a:pt x="1718" y="3279"/>
                  </a:lnTo>
                  <a:lnTo>
                    <a:pt x="1639" y="3398"/>
                  </a:lnTo>
                  <a:lnTo>
                    <a:pt x="1600" y="3418"/>
                  </a:lnTo>
                  <a:lnTo>
                    <a:pt x="1560" y="3418"/>
                  </a:lnTo>
                  <a:lnTo>
                    <a:pt x="1521" y="3398"/>
                  </a:lnTo>
                  <a:lnTo>
                    <a:pt x="1501" y="3378"/>
                  </a:lnTo>
                  <a:lnTo>
                    <a:pt x="1442" y="3753"/>
                  </a:lnTo>
                  <a:lnTo>
                    <a:pt x="1402" y="3773"/>
                  </a:lnTo>
                  <a:lnTo>
                    <a:pt x="1383" y="3773"/>
                  </a:lnTo>
                  <a:lnTo>
                    <a:pt x="1383" y="3734"/>
                  </a:lnTo>
                  <a:lnTo>
                    <a:pt x="1343" y="3911"/>
                  </a:lnTo>
                  <a:lnTo>
                    <a:pt x="1343" y="4010"/>
                  </a:lnTo>
                  <a:lnTo>
                    <a:pt x="1363" y="4050"/>
                  </a:lnTo>
                  <a:lnTo>
                    <a:pt x="1383" y="4089"/>
                  </a:lnTo>
                  <a:lnTo>
                    <a:pt x="1402" y="4129"/>
                  </a:lnTo>
                  <a:lnTo>
                    <a:pt x="1383" y="4208"/>
                  </a:lnTo>
                  <a:lnTo>
                    <a:pt x="1343" y="4346"/>
                  </a:lnTo>
                  <a:lnTo>
                    <a:pt x="1264" y="4563"/>
                  </a:lnTo>
                  <a:lnTo>
                    <a:pt x="1343" y="4445"/>
                  </a:lnTo>
                  <a:lnTo>
                    <a:pt x="1402" y="4326"/>
                  </a:lnTo>
                  <a:lnTo>
                    <a:pt x="1442" y="4247"/>
                  </a:lnTo>
                  <a:lnTo>
                    <a:pt x="1442" y="4168"/>
                  </a:lnTo>
                  <a:lnTo>
                    <a:pt x="1481" y="4010"/>
                  </a:lnTo>
                  <a:lnTo>
                    <a:pt x="1521" y="3911"/>
                  </a:lnTo>
                  <a:lnTo>
                    <a:pt x="1580" y="3793"/>
                  </a:lnTo>
                  <a:lnTo>
                    <a:pt x="1659" y="3793"/>
                  </a:lnTo>
                  <a:lnTo>
                    <a:pt x="1659" y="3832"/>
                  </a:lnTo>
                  <a:lnTo>
                    <a:pt x="1659" y="3911"/>
                  </a:lnTo>
                  <a:lnTo>
                    <a:pt x="1639" y="4030"/>
                  </a:lnTo>
                  <a:lnTo>
                    <a:pt x="1560" y="4267"/>
                  </a:lnTo>
                  <a:lnTo>
                    <a:pt x="1541" y="4366"/>
                  </a:lnTo>
                  <a:lnTo>
                    <a:pt x="1541" y="4445"/>
                  </a:lnTo>
                  <a:lnTo>
                    <a:pt x="1442" y="4563"/>
                  </a:lnTo>
                  <a:lnTo>
                    <a:pt x="1363" y="4642"/>
                  </a:lnTo>
                  <a:lnTo>
                    <a:pt x="1205" y="4761"/>
                  </a:lnTo>
                  <a:lnTo>
                    <a:pt x="1126" y="4840"/>
                  </a:lnTo>
                  <a:lnTo>
                    <a:pt x="1067" y="4939"/>
                  </a:lnTo>
                  <a:lnTo>
                    <a:pt x="1007" y="5057"/>
                  </a:lnTo>
                  <a:lnTo>
                    <a:pt x="968" y="5235"/>
                  </a:lnTo>
                  <a:lnTo>
                    <a:pt x="988" y="5136"/>
                  </a:lnTo>
                  <a:lnTo>
                    <a:pt x="988" y="5057"/>
                  </a:lnTo>
                  <a:lnTo>
                    <a:pt x="948" y="4998"/>
                  </a:lnTo>
                  <a:lnTo>
                    <a:pt x="948" y="4978"/>
                  </a:lnTo>
                  <a:lnTo>
                    <a:pt x="948" y="4919"/>
                  </a:lnTo>
                  <a:lnTo>
                    <a:pt x="1047" y="4682"/>
                  </a:lnTo>
                  <a:lnTo>
                    <a:pt x="1047" y="4603"/>
                  </a:lnTo>
                  <a:lnTo>
                    <a:pt x="1047" y="4563"/>
                  </a:lnTo>
                  <a:lnTo>
                    <a:pt x="1027" y="4583"/>
                  </a:lnTo>
                  <a:lnTo>
                    <a:pt x="988" y="4622"/>
                  </a:lnTo>
                  <a:lnTo>
                    <a:pt x="889" y="4741"/>
                  </a:lnTo>
                  <a:lnTo>
                    <a:pt x="849" y="4781"/>
                  </a:lnTo>
                  <a:lnTo>
                    <a:pt x="790" y="4800"/>
                  </a:lnTo>
                  <a:lnTo>
                    <a:pt x="790" y="4840"/>
                  </a:lnTo>
                  <a:lnTo>
                    <a:pt x="810" y="4860"/>
                  </a:lnTo>
                  <a:lnTo>
                    <a:pt x="869" y="4899"/>
                  </a:lnTo>
                  <a:lnTo>
                    <a:pt x="889" y="4919"/>
                  </a:lnTo>
                  <a:lnTo>
                    <a:pt x="889" y="4958"/>
                  </a:lnTo>
                  <a:lnTo>
                    <a:pt x="869" y="5037"/>
                  </a:lnTo>
                  <a:lnTo>
                    <a:pt x="810" y="5136"/>
                  </a:lnTo>
                  <a:lnTo>
                    <a:pt x="790" y="5116"/>
                  </a:lnTo>
                  <a:lnTo>
                    <a:pt x="770" y="5452"/>
                  </a:lnTo>
                  <a:lnTo>
                    <a:pt x="751" y="5788"/>
                  </a:lnTo>
                  <a:lnTo>
                    <a:pt x="711" y="5906"/>
                  </a:lnTo>
                  <a:lnTo>
                    <a:pt x="672" y="6025"/>
                  </a:lnTo>
                  <a:lnTo>
                    <a:pt x="632" y="6262"/>
                  </a:lnTo>
                  <a:lnTo>
                    <a:pt x="612" y="6499"/>
                  </a:lnTo>
                  <a:lnTo>
                    <a:pt x="612" y="6756"/>
                  </a:lnTo>
                  <a:lnTo>
                    <a:pt x="612" y="6993"/>
                  </a:lnTo>
                  <a:lnTo>
                    <a:pt x="612" y="7210"/>
                  </a:lnTo>
                  <a:lnTo>
                    <a:pt x="593" y="7388"/>
                  </a:lnTo>
                  <a:lnTo>
                    <a:pt x="553" y="7566"/>
                  </a:lnTo>
                  <a:lnTo>
                    <a:pt x="711" y="7467"/>
                  </a:lnTo>
                  <a:lnTo>
                    <a:pt x="751" y="7763"/>
                  </a:lnTo>
                  <a:lnTo>
                    <a:pt x="790" y="8079"/>
                  </a:lnTo>
                  <a:lnTo>
                    <a:pt x="849" y="8356"/>
                  </a:lnTo>
                  <a:lnTo>
                    <a:pt x="909" y="8593"/>
                  </a:lnTo>
                  <a:lnTo>
                    <a:pt x="909" y="8593"/>
                  </a:lnTo>
                  <a:lnTo>
                    <a:pt x="869" y="8553"/>
                  </a:lnTo>
                  <a:lnTo>
                    <a:pt x="849" y="8533"/>
                  </a:lnTo>
                  <a:lnTo>
                    <a:pt x="770" y="8395"/>
                  </a:lnTo>
                  <a:lnTo>
                    <a:pt x="731" y="8237"/>
                  </a:lnTo>
                  <a:lnTo>
                    <a:pt x="672" y="8059"/>
                  </a:lnTo>
                  <a:lnTo>
                    <a:pt x="711" y="8296"/>
                  </a:lnTo>
                  <a:lnTo>
                    <a:pt x="751" y="8533"/>
                  </a:lnTo>
                  <a:lnTo>
                    <a:pt x="830" y="8751"/>
                  </a:lnTo>
                  <a:lnTo>
                    <a:pt x="909" y="8948"/>
                  </a:lnTo>
                  <a:lnTo>
                    <a:pt x="988" y="9126"/>
                  </a:lnTo>
                  <a:lnTo>
                    <a:pt x="1086" y="9304"/>
                  </a:lnTo>
                  <a:lnTo>
                    <a:pt x="1205" y="9462"/>
                  </a:lnTo>
                  <a:lnTo>
                    <a:pt x="1304" y="9600"/>
                  </a:lnTo>
                  <a:lnTo>
                    <a:pt x="1304" y="9383"/>
                  </a:lnTo>
                  <a:lnTo>
                    <a:pt x="1304" y="9244"/>
                  </a:lnTo>
                  <a:lnTo>
                    <a:pt x="1284" y="8928"/>
                  </a:lnTo>
                  <a:lnTo>
                    <a:pt x="1383" y="9027"/>
                  </a:lnTo>
                  <a:lnTo>
                    <a:pt x="1442" y="9146"/>
                  </a:lnTo>
                  <a:lnTo>
                    <a:pt x="1462" y="9244"/>
                  </a:lnTo>
                  <a:lnTo>
                    <a:pt x="1462" y="9343"/>
                  </a:lnTo>
                  <a:lnTo>
                    <a:pt x="1462" y="9442"/>
                  </a:lnTo>
                  <a:lnTo>
                    <a:pt x="1462" y="9580"/>
                  </a:lnTo>
                  <a:lnTo>
                    <a:pt x="1521" y="9699"/>
                  </a:lnTo>
                  <a:lnTo>
                    <a:pt x="1600" y="9857"/>
                  </a:lnTo>
                  <a:lnTo>
                    <a:pt x="1560" y="9877"/>
                  </a:lnTo>
                  <a:lnTo>
                    <a:pt x="1442" y="9877"/>
                  </a:lnTo>
                  <a:lnTo>
                    <a:pt x="1402" y="9857"/>
                  </a:lnTo>
                  <a:lnTo>
                    <a:pt x="1383" y="9877"/>
                  </a:lnTo>
                  <a:lnTo>
                    <a:pt x="1343" y="9896"/>
                  </a:lnTo>
                  <a:lnTo>
                    <a:pt x="1304" y="9956"/>
                  </a:lnTo>
                  <a:lnTo>
                    <a:pt x="1442" y="10094"/>
                  </a:lnTo>
                  <a:lnTo>
                    <a:pt x="1580" y="10272"/>
                  </a:lnTo>
                  <a:lnTo>
                    <a:pt x="1718" y="10469"/>
                  </a:lnTo>
                  <a:lnTo>
                    <a:pt x="1778" y="10548"/>
                  </a:lnTo>
                  <a:lnTo>
                    <a:pt x="1857" y="10607"/>
                  </a:lnTo>
                  <a:lnTo>
                    <a:pt x="1817" y="10667"/>
                  </a:lnTo>
                  <a:lnTo>
                    <a:pt x="1778" y="10686"/>
                  </a:lnTo>
                  <a:lnTo>
                    <a:pt x="1699" y="10686"/>
                  </a:lnTo>
                  <a:lnTo>
                    <a:pt x="1639" y="10667"/>
                  </a:lnTo>
                  <a:lnTo>
                    <a:pt x="1541" y="10588"/>
                  </a:lnTo>
                  <a:lnTo>
                    <a:pt x="1462" y="10489"/>
                  </a:lnTo>
                  <a:lnTo>
                    <a:pt x="1363" y="10351"/>
                  </a:lnTo>
                  <a:lnTo>
                    <a:pt x="1264" y="10193"/>
                  </a:lnTo>
                  <a:lnTo>
                    <a:pt x="1244" y="10035"/>
                  </a:lnTo>
                  <a:lnTo>
                    <a:pt x="1185" y="9877"/>
                  </a:lnTo>
                  <a:lnTo>
                    <a:pt x="1027" y="9600"/>
                  </a:lnTo>
                  <a:lnTo>
                    <a:pt x="948" y="9442"/>
                  </a:lnTo>
                  <a:lnTo>
                    <a:pt x="889" y="9304"/>
                  </a:lnTo>
                  <a:lnTo>
                    <a:pt x="849" y="9165"/>
                  </a:lnTo>
                  <a:lnTo>
                    <a:pt x="849" y="9027"/>
                  </a:lnTo>
                  <a:lnTo>
                    <a:pt x="810" y="9264"/>
                  </a:lnTo>
                  <a:lnTo>
                    <a:pt x="711" y="8988"/>
                  </a:lnTo>
                  <a:lnTo>
                    <a:pt x="632" y="8731"/>
                  </a:lnTo>
                  <a:lnTo>
                    <a:pt x="576" y="8562"/>
                  </a:lnTo>
                  <a:lnTo>
                    <a:pt x="593" y="8731"/>
                  </a:lnTo>
                  <a:lnTo>
                    <a:pt x="593" y="8909"/>
                  </a:lnTo>
                  <a:lnTo>
                    <a:pt x="593" y="9205"/>
                  </a:lnTo>
                  <a:lnTo>
                    <a:pt x="593" y="9343"/>
                  </a:lnTo>
                  <a:lnTo>
                    <a:pt x="612" y="9462"/>
                  </a:lnTo>
                  <a:lnTo>
                    <a:pt x="652" y="9580"/>
                  </a:lnTo>
                  <a:lnTo>
                    <a:pt x="731" y="9699"/>
                  </a:lnTo>
                  <a:lnTo>
                    <a:pt x="711" y="9738"/>
                  </a:lnTo>
                  <a:lnTo>
                    <a:pt x="691" y="9778"/>
                  </a:lnTo>
                  <a:lnTo>
                    <a:pt x="672" y="9896"/>
                  </a:lnTo>
                  <a:lnTo>
                    <a:pt x="652" y="9936"/>
                  </a:lnTo>
                  <a:lnTo>
                    <a:pt x="632" y="9956"/>
                  </a:lnTo>
                  <a:lnTo>
                    <a:pt x="593" y="9936"/>
                  </a:lnTo>
                  <a:lnTo>
                    <a:pt x="533" y="9877"/>
                  </a:lnTo>
                  <a:lnTo>
                    <a:pt x="454" y="9679"/>
                  </a:lnTo>
                  <a:lnTo>
                    <a:pt x="395" y="9501"/>
                  </a:lnTo>
                  <a:lnTo>
                    <a:pt x="356" y="9383"/>
                  </a:lnTo>
                  <a:lnTo>
                    <a:pt x="336" y="9363"/>
                  </a:lnTo>
                  <a:lnTo>
                    <a:pt x="296" y="9343"/>
                  </a:lnTo>
                  <a:lnTo>
                    <a:pt x="336" y="9521"/>
                  </a:lnTo>
                  <a:lnTo>
                    <a:pt x="356" y="9640"/>
                  </a:lnTo>
                  <a:lnTo>
                    <a:pt x="395" y="9798"/>
                  </a:lnTo>
                  <a:lnTo>
                    <a:pt x="494" y="10054"/>
                  </a:lnTo>
                  <a:lnTo>
                    <a:pt x="573" y="10074"/>
                  </a:lnTo>
                  <a:lnTo>
                    <a:pt x="652" y="10133"/>
                  </a:lnTo>
                  <a:lnTo>
                    <a:pt x="830" y="10272"/>
                  </a:lnTo>
                  <a:lnTo>
                    <a:pt x="1244" y="10627"/>
                  </a:lnTo>
                  <a:lnTo>
                    <a:pt x="1422" y="10864"/>
                  </a:lnTo>
                  <a:lnTo>
                    <a:pt x="1600" y="11101"/>
                  </a:lnTo>
                  <a:lnTo>
                    <a:pt x="1738" y="11358"/>
                  </a:lnTo>
                  <a:lnTo>
                    <a:pt x="1857" y="11575"/>
                  </a:lnTo>
                  <a:lnTo>
                    <a:pt x="1679" y="11378"/>
                  </a:lnTo>
                  <a:lnTo>
                    <a:pt x="1501" y="11220"/>
                  </a:lnTo>
                  <a:lnTo>
                    <a:pt x="1422" y="11180"/>
                  </a:lnTo>
                  <a:lnTo>
                    <a:pt x="1363" y="11141"/>
                  </a:lnTo>
                  <a:lnTo>
                    <a:pt x="1304" y="11141"/>
                  </a:lnTo>
                  <a:lnTo>
                    <a:pt x="1284" y="11180"/>
                  </a:lnTo>
                  <a:lnTo>
                    <a:pt x="1363" y="11239"/>
                  </a:lnTo>
                  <a:lnTo>
                    <a:pt x="1422" y="11338"/>
                  </a:lnTo>
                  <a:lnTo>
                    <a:pt x="1541" y="11536"/>
                  </a:lnTo>
                  <a:lnTo>
                    <a:pt x="1580" y="11615"/>
                  </a:lnTo>
                  <a:lnTo>
                    <a:pt x="1620" y="11674"/>
                  </a:lnTo>
                  <a:lnTo>
                    <a:pt x="1639" y="11694"/>
                  </a:lnTo>
                  <a:lnTo>
                    <a:pt x="1659" y="11694"/>
                  </a:lnTo>
                  <a:lnTo>
                    <a:pt x="1699" y="11654"/>
                  </a:lnTo>
                  <a:lnTo>
                    <a:pt x="1896" y="11951"/>
                  </a:lnTo>
                  <a:lnTo>
                    <a:pt x="2114" y="12267"/>
                  </a:lnTo>
                  <a:lnTo>
                    <a:pt x="2212" y="12405"/>
                  </a:lnTo>
                  <a:lnTo>
                    <a:pt x="2272" y="12523"/>
                  </a:lnTo>
                  <a:lnTo>
                    <a:pt x="2311" y="12642"/>
                  </a:lnTo>
                  <a:lnTo>
                    <a:pt x="2311" y="12681"/>
                  </a:lnTo>
                  <a:lnTo>
                    <a:pt x="2291" y="12721"/>
                  </a:lnTo>
                  <a:lnTo>
                    <a:pt x="2173" y="12602"/>
                  </a:lnTo>
                  <a:lnTo>
                    <a:pt x="2074" y="12504"/>
                  </a:lnTo>
                  <a:lnTo>
                    <a:pt x="1896" y="12267"/>
                  </a:lnTo>
                  <a:lnTo>
                    <a:pt x="1738" y="12030"/>
                  </a:lnTo>
                  <a:lnTo>
                    <a:pt x="1659" y="11911"/>
                  </a:lnTo>
                  <a:lnTo>
                    <a:pt x="1560" y="11812"/>
                  </a:lnTo>
                  <a:lnTo>
                    <a:pt x="1600" y="11872"/>
                  </a:lnTo>
                  <a:lnTo>
                    <a:pt x="1620" y="11931"/>
                  </a:lnTo>
                  <a:lnTo>
                    <a:pt x="1600" y="11970"/>
                  </a:lnTo>
                  <a:lnTo>
                    <a:pt x="1560" y="11970"/>
                  </a:lnTo>
                  <a:lnTo>
                    <a:pt x="1284" y="11536"/>
                  </a:lnTo>
                  <a:lnTo>
                    <a:pt x="1284" y="11536"/>
                  </a:lnTo>
                  <a:lnTo>
                    <a:pt x="1402" y="11891"/>
                  </a:lnTo>
                  <a:lnTo>
                    <a:pt x="1481" y="12049"/>
                  </a:lnTo>
                  <a:lnTo>
                    <a:pt x="1659" y="12286"/>
                  </a:lnTo>
                  <a:lnTo>
                    <a:pt x="1659" y="12227"/>
                  </a:lnTo>
                  <a:lnTo>
                    <a:pt x="1659" y="12207"/>
                  </a:lnTo>
                  <a:lnTo>
                    <a:pt x="1679" y="12207"/>
                  </a:lnTo>
                  <a:lnTo>
                    <a:pt x="1936" y="12523"/>
                  </a:lnTo>
                  <a:lnTo>
                    <a:pt x="1817" y="12642"/>
                  </a:lnTo>
                  <a:lnTo>
                    <a:pt x="1936" y="12760"/>
                  </a:lnTo>
                  <a:lnTo>
                    <a:pt x="2054" y="12899"/>
                  </a:lnTo>
                  <a:lnTo>
                    <a:pt x="2331" y="13254"/>
                  </a:lnTo>
                  <a:lnTo>
                    <a:pt x="2489" y="13452"/>
                  </a:lnTo>
                  <a:lnTo>
                    <a:pt x="2647" y="13629"/>
                  </a:lnTo>
                  <a:lnTo>
                    <a:pt x="2844" y="13787"/>
                  </a:lnTo>
                  <a:lnTo>
                    <a:pt x="3042" y="13945"/>
                  </a:lnTo>
                  <a:lnTo>
                    <a:pt x="3042" y="13945"/>
                  </a:lnTo>
                  <a:lnTo>
                    <a:pt x="2983" y="13926"/>
                  </a:lnTo>
                  <a:lnTo>
                    <a:pt x="2983" y="13926"/>
                  </a:lnTo>
                  <a:lnTo>
                    <a:pt x="3121" y="14044"/>
                  </a:lnTo>
                  <a:lnTo>
                    <a:pt x="3239" y="14123"/>
                  </a:lnTo>
                  <a:lnTo>
                    <a:pt x="3378" y="14163"/>
                  </a:lnTo>
                  <a:lnTo>
                    <a:pt x="3496" y="14183"/>
                  </a:lnTo>
                  <a:lnTo>
                    <a:pt x="3634" y="14202"/>
                  </a:lnTo>
                  <a:lnTo>
                    <a:pt x="3753" y="14242"/>
                  </a:lnTo>
                  <a:lnTo>
                    <a:pt x="3911" y="14301"/>
                  </a:lnTo>
                  <a:lnTo>
                    <a:pt x="4069" y="14400"/>
                  </a:lnTo>
                  <a:lnTo>
                    <a:pt x="3970" y="14380"/>
                  </a:lnTo>
                  <a:lnTo>
                    <a:pt x="3950" y="14400"/>
                  </a:lnTo>
                  <a:lnTo>
                    <a:pt x="3911" y="14420"/>
                  </a:lnTo>
                  <a:lnTo>
                    <a:pt x="3891" y="14479"/>
                  </a:lnTo>
                  <a:lnTo>
                    <a:pt x="3871" y="14538"/>
                  </a:lnTo>
                  <a:lnTo>
                    <a:pt x="3970" y="14578"/>
                  </a:lnTo>
                  <a:lnTo>
                    <a:pt x="4049" y="14637"/>
                  </a:lnTo>
                  <a:lnTo>
                    <a:pt x="4168" y="14755"/>
                  </a:lnTo>
                  <a:lnTo>
                    <a:pt x="4247" y="14894"/>
                  </a:lnTo>
                  <a:lnTo>
                    <a:pt x="4385" y="15052"/>
                  </a:lnTo>
                  <a:lnTo>
                    <a:pt x="4326" y="14973"/>
                  </a:lnTo>
                  <a:lnTo>
                    <a:pt x="4346" y="14933"/>
                  </a:lnTo>
                  <a:lnTo>
                    <a:pt x="4365" y="14913"/>
                  </a:lnTo>
                  <a:lnTo>
                    <a:pt x="4523" y="14913"/>
                  </a:lnTo>
                  <a:lnTo>
                    <a:pt x="4543" y="14894"/>
                  </a:lnTo>
                  <a:lnTo>
                    <a:pt x="4504" y="14854"/>
                  </a:lnTo>
                  <a:lnTo>
                    <a:pt x="4523" y="14815"/>
                  </a:lnTo>
                  <a:lnTo>
                    <a:pt x="4642" y="14815"/>
                  </a:lnTo>
                  <a:lnTo>
                    <a:pt x="4721" y="14854"/>
                  </a:lnTo>
                  <a:lnTo>
                    <a:pt x="4839" y="14894"/>
                  </a:lnTo>
                  <a:lnTo>
                    <a:pt x="5076" y="15052"/>
                  </a:lnTo>
                  <a:lnTo>
                    <a:pt x="5274" y="15210"/>
                  </a:lnTo>
                  <a:lnTo>
                    <a:pt x="5254" y="15249"/>
                  </a:lnTo>
                  <a:lnTo>
                    <a:pt x="5234" y="15269"/>
                  </a:lnTo>
                  <a:lnTo>
                    <a:pt x="5155" y="15269"/>
                  </a:lnTo>
                  <a:lnTo>
                    <a:pt x="5037" y="15229"/>
                  </a:lnTo>
                  <a:lnTo>
                    <a:pt x="4899" y="15150"/>
                  </a:lnTo>
                  <a:lnTo>
                    <a:pt x="4780" y="15111"/>
                  </a:lnTo>
                  <a:lnTo>
                    <a:pt x="4701" y="15071"/>
                  </a:lnTo>
                  <a:lnTo>
                    <a:pt x="4662" y="15091"/>
                  </a:lnTo>
                  <a:lnTo>
                    <a:pt x="4662" y="15111"/>
                  </a:lnTo>
                  <a:lnTo>
                    <a:pt x="4662" y="15150"/>
                  </a:lnTo>
                  <a:lnTo>
                    <a:pt x="4701" y="15229"/>
                  </a:lnTo>
                  <a:lnTo>
                    <a:pt x="4780" y="15289"/>
                  </a:lnTo>
                  <a:lnTo>
                    <a:pt x="4839" y="15328"/>
                  </a:lnTo>
                  <a:lnTo>
                    <a:pt x="4958" y="15328"/>
                  </a:lnTo>
                  <a:lnTo>
                    <a:pt x="4958" y="15289"/>
                  </a:lnTo>
                  <a:lnTo>
                    <a:pt x="4938" y="15249"/>
                  </a:lnTo>
                  <a:lnTo>
                    <a:pt x="4899" y="15190"/>
                  </a:lnTo>
                  <a:lnTo>
                    <a:pt x="5373" y="15585"/>
                  </a:lnTo>
                  <a:lnTo>
                    <a:pt x="5590" y="15802"/>
                  </a:lnTo>
                  <a:lnTo>
                    <a:pt x="5669" y="15901"/>
                  </a:lnTo>
                  <a:lnTo>
                    <a:pt x="5748" y="16000"/>
                  </a:lnTo>
                  <a:lnTo>
                    <a:pt x="5886" y="16039"/>
                  </a:lnTo>
                  <a:lnTo>
                    <a:pt x="6005" y="16079"/>
                  </a:lnTo>
                  <a:lnTo>
                    <a:pt x="6202" y="16158"/>
                  </a:lnTo>
                  <a:lnTo>
                    <a:pt x="6380" y="16217"/>
                  </a:lnTo>
                  <a:lnTo>
                    <a:pt x="6597" y="16217"/>
                  </a:lnTo>
                  <a:lnTo>
                    <a:pt x="6538" y="16177"/>
                  </a:lnTo>
                  <a:lnTo>
                    <a:pt x="6479" y="16177"/>
                  </a:lnTo>
                  <a:lnTo>
                    <a:pt x="6360" y="16158"/>
                  </a:lnTo>
                  <a:lnTo>
                    <a:pt x="6301" y="16138"/>
                  </a:lnTo>
                  <a:lnTo>
                    <a:pt x="6261" y="16118"/>
                  </a:lnTo>
                  <a:lnTo>
                    <a:pt x="6202" y="16079"/>
                  </a:lnTo>
                  <a:lnTo>
                    <a:pt x="6123" y="16000"/>
                  </a:lnTo>
                  <a:lnTo>
                    <a:pt x="6479" y="16039"/>
                  </a:lnTo>
                  <a:lnTo>
                    <a:pt x="6597" y="16118"/>
                  </a:lnTo>
                  <a:lnTo>
                    <a:pt x="6696" y="16197"/>
                  </a:lnTo>
                  <a:lnTo>
                    <a:pt x="6874" y="16395"/>
                  </a:lnTo>
                  <a:lnTo>
                    <a:pt x="7032" y="16553"/>
                  </a:lnTo>
                  <a:lnTo>
                    <a:pt x="7190" y="16711"/>
                  </a:lnTo>
                  <a:lnTo>
                    <a:pt x="7190" y="16711"/>
                  </a:lnTo>
                  <a:lnTo>
                    <a:pt x="6913" y="16612"/>
                  </a:lnTo>
                  <a:lnTo>
                    <a:pt x="6953" y="16592"/>
                  </a:lnTo>
                  <a:lnTo>
                    <a:pt x="6894" y="16573"/>
                  </a:lnTo>
                  <a:lnTo>
                    <a:pt x="6834" y="16553"/>
                  </a:lnTo>
                  <a:lnTo>
                    <a:pt x="6696" y="16494"/>
                  </a:lnTo>
                  <a:lnTo>
                    <a:pt x="6577" y="16454"/>
                  </a:lnTo>
                  <a:lnTo>
                    <a:pt x="6518" y="16454"/>
                  </a:lnTo>
                  <a:lnTo>
                    <a:pt x="6498" y="16474"/>
                  </a:lnTo>
                  <a:lnTo>
                    <a:pt x="6617" y="16494"/>
                  </a:lnTo>
                  <a:lnTo>
                    <a:pt x="6696" y="16533"/>
                  </a:lnTo>
                  <a:lnTo>
                    <a:pt x="6854" y="16632"/>
                  </a:lnTo>
                  <a:lnTo>
                    <a:pt x="7012" y="16731"/>
                  </a:lnTo>
                  <a:lnTo>
                    <a:pt x="7111" y="16790"/>
                  </a:lnTo>
                  <a:lnTo>
                    <a:pt x="7229" y="16829"/>
                  </a:lnTo>
                  <a:lnTo>
                    <a:pt x="7190" y="16829"/>
                  </a:lnTo>
                  <a:lnTo>
                    <a:pt x="7387" y="16928"/>
                  </a:lnTo>
                  <a:lnTo>
                    <a:pt x="7545" y="17047"/>
                  </a:lnTo>
                  <a:lnTo>
                    <a:pt x="7684" y="17165"/>
                  </a:lnTo>
                  <a:lnTo>
                    <a:pt x="7802" y="17303"/>
                  </a:lnTo>
                  <a:lnTo>
                    <a:pt x="7921" y="17402"/>
                  </a:lnTo>
                  <a:lnTo>
                    <a:pt x="8039" y="17501"/>
                  </a:lnTo>
                  <a:lnTo>
                    <a:pt x="8177" y="17540"/>
                  </a:lnTo>
                  <a:lnTo>
                    <a:pt x="8256" y="17560"/>
                  </a:lnTo>
                  <a:lnTo>
                    <a:pt x="8335" y="17560"/>
                  </a:lnTo>
                  <a:lnTo>
                    <a:pt x="8276" y="17481"/>
                  </a:lnTo>
                  <a:lnTo>
                    <a:pt x="8217" y="17402"/>
                  </a:lnTo>
                  <a:lnTo>
                    <a:pt x="8217" y="17303"/>
                  </a:lnTo>
                  <a:lnTo>
                    <a:pt x="8217" y="17284"/>
                  </a:lnTo>
                  <a:lnTo>
                    <a:pt x="8237" y="17264"/>
                  </a:lnTo>
                  <a:lnTo>
                    <a:pt x="8276" y="17323"/>
                  </a:lnTo>
                  <a:lnTo>
                    <a:pt x="8316" y="17382"/>
                  </a:lnTo>
                  <a:lnTo>
                    <a:pt x="8434" y="17481"/>
                  </a:lnTo>
                  <a:lnTo>
                    <a:pt x="8533" y="17580"/>
                  </a:lnTo>
                  <a:lnTo>
                    <a:pt x="8553" y="17619"/>
                  </a:lnTo>
                  <a:lnTo>
                    <a:pt x="8533" y="17659"/>
                  </a:lnTo>
                  <a:lnTo>
                    <a:pt x="8434" y="17619"/>
                  </a:lnTo>
                  <a:lnTo>
                    <a:pt x="8750" y="17876"/>
                  </a:lnTo>
                  <a:lnTo>
                    <a:pt x="8869" y="17975"/>
                  </a:lnTo>
                  <a:lnTo>
                    <a:pt x="8967" y="18014"/>
                  </a:lnTo>
                  <a:lnTo>
                    <a:pt x="9046" y="17975"/>
                  </a:lnTo>
                  <a:lnTo>
                    <a:pt x="9106" y="17935"/>
                  </a:lnTo>
                  <a:lnTo>
                    <a:pt x="9145" y="17935"/>
                  </a:lnTo>
                  <a:lnTo>
                    <a:pt x="9185" y="17916"/>
                  </a:lnTo>
                  <a:lnTo>
                    <a:pt x="9244" y="17935"/>
                  </a:lnTo>
                  <a:lnTo>
                    <a:pt x="9323" y="17955"/>
                  </a:lnTo>
                  <a:lnTo>
                    <a:pt x="9461" y="18093"/>
                  </a:lnTo>
                  <a:lnTo>
                    <a:pt x="9481" y="18133"/>
                  </a:lnTo>
                  <a:lnTo>
                    <a:pt x="9481" y="18153"/>
                  </a:lnTo>
                  <a:lnTo>
                    <a:pt x="9461" y="18172"/>
                  </a:lnTo>
                  <a:lnTo>
                    <a:pt x="9442" y="18192"/>
                  </a:lnTo>
                  <a:lnTo>
                    <a:pt x="9284" y="18192"/>
                  </a:lnTo>
                  <a:lnTo>
                    <a:pt x="9224" y="18212"/>
                  </a:lnTo>
                  <a:lnTo>
                    <a:pt x="9205" y="18232"/>
                  </a:lnTo>
                  <a:lnTo>
                    <a:pt x="9205" y="18271"/>
                  </a:lnTo>
                  <a:lnTo>
                    <a:pt x="9224" y="18311"/>
                  </a:lnTo>
                  <a:lnTo>
                    <a:pt x="9264" y="18350"/>
                  </a:lnTo>
                  <a:lnTo>
                    <a:pt x="9876" y="18607"/>
                  </a:lnTo>
                  <a:lnTo>
                    <a:pt x="9955" y="18785"/>
                  </a:lnTo>
                  <a:lnTo>
                    <a:pt x="10113" y="18884"/>
                  </a:lnTo>
                  <a:lnTo>
                    <a:pt x="10271" y="18982"/>
                  </a:lnTo>
                  <a:lnTo>
                    <a:pt x="10449" y="19061"/>
                  </a:lnTo>
                  <a:lnTo>
                    <a:pt x="10627" y="19121"/>
                  </a:lnTo>
                  <a:lnTo>
                    <a:pt x="10982" y="19239"/>
                  </a:lnTo>
                  <a:lnTo>
                    <a:pt x="11338" y="19318"/>
                  </a:lnTo>
                  <a:lnTo>
                    <a:pt x="11911" y="19377"/>
                  </a:lnTo>
                  <a:lnTo>
                    <a:pt x="12108" y="19417"/>
                  </a:lnTo>
                  <a:lnTo>
                    <a:pt x="12227" y="19456"/>
                  </a:lnTo>
                  <a:lnTo>
                    <a:pt x="12187" y="19516"/>
                  </a:lnTo>
                  <a:lnTo>
                    <a:pt x="12148" y="19535"/>
                  </a:lnTo>
                  <a:lnTo>
                    <a:pt x="12088" y="19555"/>
                  </a:lnTo>
                  <a:lnTo>
                    <a:pt x="12029" y="19575"/>
                  </a:lnTo>
                  <a:lnTo>
                    <a:pt x="11851" y="19555"/>
                  </a:lnTo>
                  <a:lnTo>
                    <a:pt x="11674" y="19516"/>
                  </a:lnTo>
                  <a:lnTo>
                    <a:pt x="11753" y="19595"/>
                  </a:lnTo>
                  <a:lnTo>
                    <a:pt x="11832" y="19634"/>
                  </a:lnTo>
                  <a:lnTo>
                    <a:pt x="11970" y="19674"/>
                  </a:lnTo>
                  <a:lnTo>
                    <a:pt x="12069" y="19693"/>
                  </a:lnTo>
                  <a:lnTo>
                    <a:pt x="12088" y="19693"/>
                  </a:lnTo>
                  <a:lnTo>
                    <a:pt x="12088" y="19733"/>
                  </a:lnTo>
                  <a:lnTo>
                    <a:pt x="12167" y="19772"/>
                  </a:lnTo>
                  <a:lnTo>
                    <a:pt x="12286" y="19812"/>
                  </a:lnTo>
                  <a:lnTo>
                    <a:pt x="12404" y="19832"/>
                  </a:lnTo>
                  <a:lnTo>
                    <a:pt x="12444" y="19812"/>
                  </a:lnTo>
                  <a:lnTo>
                    <a:pt x="12464" y="19772"/>
                  </a:lnTo>
                  <a:lnTo>
                    <a:pt x="12562" y="19851"/>
                  </a:lnTo>
                  <a:lnTo>
                    <a:pt x="12641" y="19930"/>
                  </a:lnTo>
                  <a:lnTo>
                    <a:pt x="12661" y="19990"/>
                  </a:lnTo>
                  <a:lnTo>
                    <a:pt x="12681" y="20029"/>
                  </a:lnTo>
                  <a:lnTo>
                    <a:pt x="12681" y="20069"/>
                  </a:lnTo>
                  <a:lnTo>
                    <a:pt x="12661" y="20088"/>
                  </a:lnTo>
                  <a:lnTo>
                    <a:pt x="12641" y="20108"/>
                  </a:lnTo>
                  <a:lnTo>
                    <a:pt x="12641" y="20128"/>
                  </a:lnTo>
                  <a:lnTo>
                    <a:pt x="12740" y="20148"/>
                  </a:lnTo>
                  <a:lnTo>
                    <a:pt x="12859" y="20207"/>
                  </a:lnTo>
                  <a:lnTo>
                    <a:pt x="12997" y="20286"/>
                  </a:lnTo>
                  <a:lnTo>
                    <a:pt x="13135" y="20385"/>
                  </a:lnTo>
                  <a:lnTo>
                    <a:pt x="13412" y="20602"/>
                  </a:lnTo>
                  <a:lnTo>
                    <a:pt x="13570" y="20701"/>
                  </a:lnTo>
                  <a:lnTo>
                    <a:pt x="13708" y="20780"/>
                  </a:lnTo>
                  <a:lnTo>
                    <a:pt x="13668" y="20878"/>
                  </a:lnTo>
                  <a:lnTo>
                    <a:pt x="13965" y="20997"/>
                  </a:lnTo>
                  <a:lnTo>
                    <a:pt x="14261" y="21116"/>
                  </a:lnTo>
                  <a:lnTo>
                    <a:pt x="14261" y="21116"/>
                  </a:lnTo>
                  <a:lnTo>
                    <a:pt x="14222" y="21076"/>
                  </a:lnTo>
                  <a:lnTo>
                    <a:pt x="14222" y="21056"/>
                  </a:lnTo>
                  <a:lnTo>
                    <a:pt x="14222" y="21036"/>
                  </a:lnTo>
                  <a:lnTo>
                    <a:pt x="14241" y="21017"/>
                  </a:lnTo>
                  <a:lnTo>
                    <a:pt x="14301" y="20997"/>
                  </a:lnTo>
                  <a:lnTo>
                    <a:pt x="14340" y="20957"/>
                  </a:lnTo>
                  <a:lnTo>
                    <a:pt x="14478" y="21036"/>
                  </a:lnTo>
                  <a:lnTo>
                    <a:pt x="14478" y="21036"/>
                  </a:lnTo>
                  <a:lnTo>
                    <a:pt x="14399" y="20938"/>
                  </a:lnTo>
                  <a:lnTo>
                    <a:pt x="14301" y="20859"/>
                  </a:lnTo>
                  <a:lnTo>
                    <a:pt x="14123" y="20720"/>
                  </a:lnTo>
                  <a:lnTo>
                    <a:pt x="13905" y="20582"/>
                  </a:lnTo>
                  <a:lnTo>
                    <a:pt x="13668" y="20464"/>
                  </a:lnTo>
                  <a:lnTo>
                    <a:pt x="13451" y="20325"/>
                  </a:lnTo>
                  <a:lnTo>
                    <a:pt x="13234" y="20187"/>
                  </a:lnTo>
                  <a:lnTo>
                    <a:pt x="13155" y="20088"/>
                  </a:lnTo>
                  <a:lnTo>
                    <a:pt x="13076" y="19990"/>
                  </a:lnTo>
                  <a:lnTo>
                    <a:pt x="12997" y="19891"/>
                  </a:lnTo>
                  <a:lnTo>
                    <a:pt x="12957" y="19772"/>
                  </a:lnTo>
                  <a:lnTo>
                    <a:pt x="12997" y="19792"/>
                  </a:lnTo>
                  <a:lnTo>
                    <a:pt x="13036" y="19792"/>
                  </a:lnTo>
                  <a:lnTo>
                    <a:pt x="13036" y="19772"/>
                  </a:lnTo>
                  <a:lnTo>
                    <a:pt x="13036" y="19753"/>
                  </a:lnTo>
                  <a:lnTo>
                    <a:pt x="13056" y="19733"/>
                  </a:lnTo>
                  <a:lnTo>
                    <a:pt x="13096" y="19733"/>
                  </a:lnTo>
                  <a:lnTo>
                    <a:pt x="13135" y="19753"/>
                  </a:lnTo>
                  <a:lnTo>
                    <a:pt x="13234" y="19871"/>
                  </a:lnTo>
                  <a:lnTo>
                    <a:pt x="13254" y="19911"/>
                  </a:lnTo>
                  <a:lnTo>
                    <a:pt x="13254" y="19930"/>
                  </a:lnTo>
                  <a:lnTo>
                    <a:pt x="13451" y="19950"/>
                  </a:lnTo>
                  <a:lnTo>
                    <a:pt x="13471" y="19950"/>
                  </a:lnTo>
                  <a:lnTo>
                    <a:pt x="13471" y="19930"/>
                  </a:lnTo>
                  <a:lnTo>
                    <a:pt x="13352" y="19832"/>
                  </a:lnTo>
                  <a:lnTo>
                    <a:pt x="13392" y="19812"/>
                  </a:lnTo>
                  <a:lnTo>
                    <a:pt x="13431" y="19792"/>
                  </a:lnTo>
                  <a:lnTo>
                    <a:pt x="13530" y="19812"/>
                  </a:lnTo>
                  <a:lnTo>
                    <a:pt x="13649" y="19851"/>
                  </a:lnTo>
                  <a:lnTo>
                    <a:pt x="13767" y="19930"/>
                  </a:lnTo>
                  <a:lnTo>
                    <a:pt x="14064" y="20108"/>
                  </a:lnTo>
                  <a:lnTo>
                    <a:pt x="14222" y="20207"/>
                  </a:lnTo>
                  <a:lnTo>
                    <a:pt x="14380" y="20286"/>
                  </a:lnTo>
                  <a:lnTo>
                    <a:pt x="14419" y="20365"/>
                  </a:lnTo>
                  <a:lnTo>
                    <a:pt x="14419" y="20385"/>
                  </a:lnTo>
                  <a:lnTo>
                    <a:pt x="14399" y="20404"/>
                  </a:lnTo>
                  <a:lnTo>
                    <a:pt x="14320" y="20404"/>
                  </a:lnTo>
                  <a:lnTo>
                    <a:pt x="14222" y="20385"/>
                  </a:lnTo>
                  <a:lnTo>
                    <a:pt x="13965" y="20306"/>
                  </a:lnTo>
                  <a:lnTo>
                    <a:pt x="13846" y="20246"/>
                  </a:lnTo>
                  <a:lnTo>
                    <a:pt x="13747" y="20227"/>
                  </a:lnTo>
                  <a:lnTo>
                    <a:pt x="13747" y="20227"/>
                  </a:lnTo>
                  <a:lnTo>
                    <a:pt x="13866" y="20286"/>
                  </a:lnTo>
                  <a:lnTo>
                    <a:pt x="13985" y="20325"/>
                  </a:lnTo>
                  <a:lnTo>
                    <a:pt x="14103" y="20404"/>
                  </a:lnTo>
                  <a:lnTo>
                    <a:pt x="14222" y="20503"/>
                  </a:lnTo>
                  <a:lnTo>
                    <a:pt x="14083" y="20602"/>
                  </a:lnTo>
                  <a:lnTo>
                    <a:pt x="14261" y="20681"/>
                  </a:lnTo>
                  <a:lnTo>
                    <a:pt x="14360" y="20701"/>
                  </a:lnTo>
                  <a:lnTo>
                    <a:pt x="14419" y="20701"/>
                  </a:lnTo>
                  <a:lnTo>
                    <a:pt x="14439" y="20681"/>
                  </a:lnTo>
                  <a:lnTo>
                    <a:pt x="14439" y="20582"/>
                  </a:lnTo>
                  <a:lnTo>
                    <a:pt x="14459" y="20543"/>
                  </a:lnTo>
                  <a:lnTo>
                    <a:pt x="14518" y="20503"/>
                  </a:lnTo>
                  <a:lnTo>
                    <a:pt x="14597" y="20483"/>
                  </a:lnTo>
                  <a:lnTo>
                    <a:pt x="14696" y="20503"/>
                  </a:lnTo>
                  <a:lnTo>
                    <a:pt x="14775" y="20562"/>
                  </a:lnTo>
                  <a:lnTo>
                    <a:pt x="14854" y="20622"/>
                  </a:lnTo>
                  <a:lnTo>
                    <a:pt x="15012" y="20760"/>
                  </a:lnTo>
                  <a:lnTo>
                    <a:pt x="15071" y="20799"/>
                  </a:lnTo>
                  <a:lnTo>
                    <a:pt x="15130" y="20839"/>
                  </a:lnTo>
                  <a:lnTo>
                    <a:pt x="15130" y="20839"/>
                  </a:lnTo>
                  <a:lnTo>
                    <a:pt x="14952" y="20799"/>
                  </a:lnTo>
                  <a:lnTo>
                    <a:pt x="15091" y="20878"/>
                  </a:lnTo>
                  <a:lnTo>
                    <a:pt x="15209" y="20938"/>
                  </a:lnTo>
                  <a:lnTo>
                    <a:pt x="15328" y="20977"/>
                  </a:lnTo>
                  <a:lnTo>
                    <a:pt x="15426" y="20997"/>
                  </a:lnTo>
                  <a:lnTo>
                    <a:pt x="15644" y="21036"/>
                  </a:lnTo>
                  <a:lnTo>
                    <a:pt x="15762" y="21056"/>
                  </a:lnTo>
                  <a:lnTo>
                    <a:pt x="15900" y="21116"/>
                  </a:lnTo>
                  <a:lnTo>
                    <a:pt x="16039" y="21293"/>
                  </a:lnTo>
                  <a:lnTo>
                    <a:pt x="15881" y="21195"/>
                  </a:lnTo>
                  <a:lnTo>
                    <a:pt x="15742" y="21155"/>
                  </a:lnTo>
                  <a:lnTo>
                    <a:pt x="15604" y="21135"/>
                  </a:lnTo>
                  <a:lnTo>
                    <a:pt x="15486" y="21135"/>
                  </a:lnTo>
                  <a:lnTo>
                    <a:pt x="15387" y="21155"/>
                  </a:lnTo>
                  <a:lnTo>
                    <a:pt x="15288" y="21155"/>
                  </a:lnTo>
                  <a:lnTo>
                    <a:pt x="15189" y="21135"/>
                  </a:lnTo>
                  <a:lnTo>
                    <a:pt x="15091" y="21076"/>
                  </a:lnTo>
                  <a:lnTo>
                    <a:pt x="15091" y="21076"/>
                  </a:lnTo>
                  <a:lnTo>
                    <a:pt x="15268" y="21214"/>
                  </a:lnTo>
                  <a:lnTo>
                    <a:pt x="15308" y="21274"/>
                  </a:lnTo>
                  <a:lnTo>
                    <a:pt x="15308" y="21313"/>
                  </a:lnTo>
                  <a:lnTo>
                    <a:pt x="15308" y="21333"/>
                  </a:lnTo>
                  <a:lnTo>
                    <a:pt x="15268" y="21353"/>
                  </a:lnTo>
                  <a:lnTo>
                    <a:pt x="15150" y="21372"/>
                  </a:lnTo>
                  <a:lnTo>
                    <a:pt x="14992" y="21372"/>
                  </a:lnTo>
                  <a:lnTo>
                    <a:pt x="14794" y="21353"/>
                  </a:lnTo>
                  <a:lnTo>
                    <a:pt x="14498" y="21313"/>
                  </a:lnTo>
                  <a:lnTo>
                    <a:pt x="14735" y="21432"/>
                  </a:lnTo>
                  <a:lnTo>
                    <a:pt x="14933" y="21530"/>
                  </a:lnTo>
                  <a:lnTo>
                    <a:pt x="15110" y="21649"/>
                  </a:lnTo>
                  <a:lnTo>
                    <a:pt x="15249" y="21767"/>
                  </a:lnTo>
                  <a:lnTo>
                    <a:pt x="15466" y="21787"/>
                  </a:lnTo>
                  <a:lnTo>
                    <a:pt x="15663" y="21827"/>
                  </a:lnTo>
                  <a:lnTo>
                    <a:pt x="16039" y="21985"/>
                  </a:lnTo>
                  <a:lnTo>
                    <a:pt x="16236" y="22044"/>
                  </a:lnTo>
                  <a:lnTo>
                    <a:pt x="16414" y="22083"/>
                  </a:lnTo>
                  <a:lnTo>
                    <a:pt x="16612" y="22103"/>
                  </a:lnTo>
                  <a:lnTo>
                    <a:pt x="16730" y="22103"/>
                  </a:lnTo>
                  <a:lnTo>
                    <a:pt x="16829" y="22083"/>
                  </a:lnTo>
                  <a:lnTo>
                    <a:pt x="16888" y="22103"/>
                  </a:lnTo>
                  <a:lnTo>
                    <a:pt x="16888" y="22123"/>
                  </a:lnTo>
                  <a:lnTo>
                    <a:pt x="16868" y="22143"/>
                  </a:lnTo>
                  <a:lnTo>
                    <a:pt x="16829" y="22143"/>
                  </a:lnTo>
                  <a:lnTo>
                    <a:pt x="16750" y="22162"/>
                  </a:lnTo>
                  <a:lnTo>
                    <a:pt x="16770" y="22182"/>
                  </a:lnTo>
                  <a:lnTo>
                    <a:pt x="16849" y="22202"/>
                  </a:lnTo>
                  <a:lnTo>
                    <a:pt x="17244" y="22281"/>
                  </a:lnTo>
                  <a:lnTo>
                    <a:pt x="17461" y="22320"/>
                  </a:lnTo>
                  <a:lnTo>
                    <a:pt x="17658" y="22340"/>
                  </a:lnTo>
                  <a:lnTo>
                    <a:pt x="18073" y="22340"/>
                  </a:lnTo>
                  <a:lnTo>
                    <a:pt x="18271" y="22320"/>
                  </a:lnTo>
                  <a:lnTo>
                    <a:pt x="18310" y="22281"/>
                  </a:lnTo>
                  <a:lnTo>
                    <a:pt x="18330" y="22301"/>
                  </a:lnTo>
                  <a:lnTo>
                    <a:pt x="18330" y="22340"/>
                  </a:lnTo>
                  <a:lnTo>
                    <a:pt x="18310" y="22439"/>
                  </a:lnTo>
                  <a:lnTo>
                    <a:pt x="18330" y="22459"/>
                  </a:lnTo>
                  <a:lnTo>
                    <a:pt x="18350" y="22459"/>
                  </a:lnTo>
                  <a:lnTo>
                    <a:pt x="18389" y="22439"/>
                  </a:lnTo>
                  <a:lnTo>
                    <a:pt x="18508" y="22439"/>
                  </a:lnTo>
                  <a:lnTo>
                    <a:pt x="18567" y="22498"/>
                  </a:lnTo>
                  <a:lnTo>
                    <a:pt x="18606" y="22538"/>
                  </a:lnTo>
                  <a:lnTo>
                    <a:pt x="18685" y="22656"/>
                  </a:lnTo>
                  <a:lnTo>
                    <a:pt x="18883" y="22972"/>
                  </a:lnTo>
                  <a:lnTo>
                    <a:pt x="19120" y="23308"/>
                  </a:lnTo>
                  <a:lnTo>
                    <a:pt x="19397" y="23683"/>
                  </a:lnTo>
                  <a:lnTo>
                    <a:pt x="19160" y="23545"/>
                  </a:lnTo>
                  <a:lnTo>
                    <a:pt x="19160" y="23545"/>
                  </a:lnTo>
                  <a:lnTo>
                    <a:pt x="19318" y="23743"/>
                  </a:lnTo>
                  <a:lnTo>
                    <a:pt x="19456" y="23940"/>
                  </a:lnTo>
                  <a:lnTo>
                    <a:pt x="19614" y="24059"/>
                  </a:lnTo>
                  <a:lnTo>
                    <a:pt x="19693" y="24098"/>
                  </a:lnTo>
                  <a:lnTo>
                    <a:pt x="19772" y="24118"/>
                  </a:lnTo>
                  <a:lnTo>
                    <a:pt x="19811" y="24217"/>
                  </a:lnTo>
                  <a:lnTo>
                    <a:pt x="19871" y="24315"/>
                  </a:lnTo>
                  <a:lnTo>
                    <a:pt x="19950" y="24394"/>
                  </a:lnTo>
                  <a:lnTo>
                    <a:pt x="20029" y="24473"/>
                  </a:lnTo>
                  <a:lnTo>
                    <a:pt x="20266" y="24631"/>
                  </a:lnTo>
                  <a:lnTo>
                    <a:pt x="20503" y="24770"/>
                  </a:lnTo>
                  <a:lnTo>
                    <a:pt x="20759" y="24908"/>
                  </a:lnTo>
                  <a:lnTo>
                    <a:pt x="21016" y="25046"/>
                  </a:lnTo>
                  <a:lnTo>
                    <a:pt x="21233" y="25184"/>
                  </a:lnTo>
                  <a:lnTo>
                    <a:pt x="21332" y="25283"/>
                  </a:lnTo>
                  <a:lnTo>
                    <a:pt x="21411" y="25362"/>
                  </a:lnTo>
                  <a:lnTo>
                    <a:pt x="21629" y="25461"/>
                  </a:lnTo>
                  <a:lnTo>
                    <a:pt x="21826" y="25540"/>
                  </a:lnTo>
                  <a:lnTo>
                    <a:pt x="21984" y="25560"/>
                  </a:lnTo>
                  <a:lnTo>
                    <a:pt x="22122" y="25560"/>
                  </a:lnTo>
                  <a:lnTo>
                    <a:pt x="22399" y="25540"/>
                  </a:lnTo>
                  <a:lnTo>
                    <a:pt x="22557" y="25540"/>
                  </a:lnTo>
                  <a:lnTo>
                    <a:pt x="22754" y="25579"/>
                  </a:lnTo>
                  <a:lnTo>
                    <a:pt x="22715" y="25619"/>
                  </a:lnTo>
                  <a:lnTo>
                    <a:pt x="22675" y="25678"/>
                  </a:lnTo>
                  <a:lnTo>
                    <a:pt x="22675" y="25718"/>
                  </a:lnTo>
                  <a:lnTo>
                    <a:pt x="22675" y="25737"/>
                  </a:lnTo>
                  <a:lnTo>
                    <a:pt x="22735" y="25777"/>
                  </a:lnTo>
                  <a:lnTo>
                    <a:pt x="22814" y="25816"/>
                  </a:lnTo>
                  <a:lnTo>
                    <a:pt x="23169" y="25856"/>
                  </a:lnTo>
                  <a:lnTo>
                    <a:pt x="23525" y="25876"/>
                  </a:lnTo>
                  <a:lnTo>
                    <a:pt x="23880" y="25876"/>
                  </a:lnTo>
                  <a:lnTo>
                    <a:pt x="24236" y="25856"/>
                  </a:lnTo>
                  <a:lnTo>
                    <a:pt x="24572" y="25816"/>
                  </a:lnTo>
                  <a:lnTo>
                    <a:pt x="24907" y="25777"/>
                  </a:lnTo>
                  <a:lnTo>
                    <a:pt x="25243" y="25718"/>
                  </a:lnTo>
                  <a:lnTo>
                    <a:pt x="25559" y="25619"/>
                  </a:lnTo>
                  <a:lnTo>
                    <a:pt x="25895" y="25520"/>
                  </a:lnTo>
                  <a:lnTo>
                    <a:pt x="26211" y="25421"/>
                  </a:lnTo>
                  <a:lnTo>
                    <a:pt x="26527" y="25283"/>
                  </a:lnTo>
                  <a:lnTo>
                    <a:pt x="26823" y="25145"/>
                  </a:lnTo>
                  <a:lnTo>
                    <a:pt x="27139" y="24987"/>
                  </a:lnTo>
                  <a:lnTo>
                    <a:pt x="27436" y="24809"/>
                  </a:lnTo>
                  <a:lnTo>
                    <a:pt x="27732" y="24612"/>
                  </a:lnTo>
                  <a:lnTo>
                    <a:pt x="28028" y="24394"/>
                  </a:lnTo>
                  <a:lnTo>
                    <a:pt x="28008" y="24434"/>
                  </a:lnTo>
                  <a:lnTo>
                    <a:pt x="27989" y="24473"/>
                  </a:lnTo>
                  <a:lnTo>
                    <a:pt x="27910" y="24533"/>
                  </a:lnTo>
                  <a:lnTo>
                    <a:pt x="28107" y="24394"/>
                  </a:lnTo>
                  <a:lnTo>
                    <a:pt x="28305" y="24256"/>
                  </a:lnTo>
                  <a:lnTo>
                    <a:pt x="28641" y="23940"/>
                  </a:lnTo>
                  <a:lnTo>
                    <a:pt x="28937" y="23604"/>
                  </a:lnTo>
                  <a:lnTo>
                    <a:pt x="29233" y="23249"/>
                  </a:lnTo>
                  <a:lnTo>
                    <a:pt x="29470" y="22913"/>
                  </a:lnTo>
                  <a:lnTo>
                    <a:pt x="29707" y="22557"/>
                  </a:lnTo>
                  <a:lnTo>
                    <a:pt x="30161" y="21925"/>
                  </a:lnTo>
                  <a:lnTo>
                    <a:pt x="30240" y="21728"/>
                  </a:lnTo>
                  <a:lnTo>
                    <a:pt x="30319" y="21511"/>
                  </a:lnTo>
                  <a:lnTo>
                    <a:pt x="30339" y="21412"/>
                  </a:lnTo>
                  <a:lnTo>
                    <a:pt x="30339" y="21333"/>
                  </a:lnTo>
                  <a:lnTo>
                    <a:pt x="30319" y="21293"/>
                  </a:lnTo>
                  <a:lnTo>
                    <a:pt x="30260" y="21313"/>
                  </a:lnTo>
                  <a:lnTo>
                    <a:pt x="30221" y="21372"/>
                  </a:lnTo>
                  <a:lnTo>
                    <a:pt x="30181" y="21412"/>
                  </a:lnTo>
                  <a:lnTo>
                    <a:pt x="30122" y="21432"/>
                  </a:lnTo>
                  <a:lnTo>
                    <a:pt x="30082" y="21451"/>
                  </a:lnTo>
                  <a:lnTo>
                    <a:pt x="29984" y="21432"/>
                  </a:lnTo>
                  <a:lnTo>
                    <a:pt x="29924" y="21392"/>
                  </a:lnTo>
                  <a:lnTo>
                    <a:pt x="30023" y="21155"/>
                  </a:lnTo>
                  <a:lnTo>
                    <a:pt x="30102" y="21017"/>
                  </a:lnTo>
                  <a:lnTo>
                    <a:pt x="30181" y="20938"/>
                  </a:lnTo>
                  <a:lnTo>
                    <a:pt x="30240" y="20898"/>
                  </a:lnTo>
                  <a:lnTo>
                    <a:pt x="30319" y="20878"/>
                  </a:lnTo>
                  <a:lnTo>
                    <a:pt x="30379" y="20839"/>
                  </a:lnTo>
                  <a:lnTo>
                    <a:pt x="30438" y="20740"/>
                  </a:lnTo>
                  <a:lnTo>
                    <a:pt x="30517" y="20602"/>
                  </a:lnTo>
                  <a:lnTo>
                    <a:pt x="30596" y="20582"/>
                  </a:lnTo>
                  <a:lnTo>
                    <a:pt x="30616" y="20602"/>
                  </a:lnTo>
                  <a:lnTo>
                    <a:pt x="30635" y="20622"/>
                  </a:lnTo>
                  <a:lnTo>
                    <a:pt x="30635" y="20681"/>
                  </a:lnTo>
                  <a:lnTo>
                    <a:pt x="30635" y="20760"/>
                  </a:lnTo>
                  <a:lnTo>
                    <a:pt x="30616" y="20938"/>
                  </a:lnTo>
                  <a:lnTo>
                    <a:pt x="30635" y="21017"/>
                  </a:lnTo>
                  <a:lnTo>
                    <a:pt x="30655" y="21056"/>
                  </a:lnTo>
                  <a:lnTo>
                    <a:pt x="30675" y="21076"/>
                  </a:lnTo>
                  <a:lnTo>
                    <a:pt x="30793" y="20641"/>
                  </a:lnTo>
                  <a:lnTo>
                    <a:pt x="30872" y="20227"/>
                  </a:lnTo>
                  <a:lnTo>
                    <a:pt x="30951" y="20069"/>
                  </a:lnTo>
                  <a:lnTo>
                    <a:pt x="31011" y="19911"/>
                  </a:lnTo>
                  <a:lnTo>
                    <a:pt x="31110" y="19575"/>
                  </a:lnTo>
                  <a:lnTo>
                    <a:pt x="31189" y="19259"/>
                  </a:lnTo>
                  <a:lnTo>
                    <a:pt x="31248" y="19101"/>
                  </a:lnTo>
                  <a:lnTo>
                    <a:pt x="31289" y="19005"/>
                  </a:lnTo>
                  <a:lnTo>
                    <a:pt x="31289" y="19005"/>
                  </a:lnTo>
                  <a:lnTo>
                    <a:pt x="31307" y="19042"/>
                  </a:lnTo>
                  <a:lnTo>
                    <a:pt x="31327" y="19101"/>
                  </a:lnTo>
                  <a:lnTo>
                    <a:pt x="31347" y="19140"/>
                  </a:lnTo>
                  <a:lnTo>
                    <a:pt x="31347" y="19180"/>
                  </a:lnTo>
                  <a:lnTo>
                    <a:pt x="31347" y="19239"/>
                  </a:lnTo>
                  <a:lnTo>
                    <a:pt x="31287" y="19338"/>
                  </a:lnTo>
                  <a:lnTo>
                    <a:pt x="31287" y="19298"/>
                  </a:lnTo>
                  <a:lnTo>
                    <a:pt x="31268" y="19259"/>
                  </a:lnTo>
                  <a:lnTo>
                    <a:pt x="31208" y="19476"/>
                  </a:lnTo>
                  <a:lnTo>
                    <a:pt x="31189" y="19614"/>
                  </a:lnTo>
                  <a:lnTo>
                    <a:pt x="31189" y="19713"/>
                  </a:lnTo>
                  <a:lnTo>
                    <a:pt x="31189" y="19792"/>
                  </a:lnTo>
                  <a:lnTo>
                    <a:pt x="31189" y="19950"/>
                  </a:lnTo>
                  <a:lnTo>
                    <a:pt x="31169" y="20088"/>
                  </a:lnTo>
                  <a:lnTo>
                    <a:pt x="31129" y="20266"/>
                  </a:lnTo>
                  <a:lnTo>
                    <a:pt x="31228" y="19832"/>
                  </a:lnTo>
                  <a:lnTo>
                    <a:pt x="31347" y="19377"/>
                  </a:lnTo>
                  <a:lnTo>
                    <a:pt x="31445" y="18923"/>
                  </a:lnTo>
                  <a:lnTo>
                    <a:pt x="31544" y="18528"/>
                  </a:lnTo>
                  <a:lnTo>
                    <a:pt x="31485" y="18528"/>
                  </a:lnTo>
                  <a:lnTo>
                    <a:pt x="31465" y="18488"/>
                  </a:lnTo>
                  <a:lnTo>
                    <a:pt x="31465" y="18429"/>
                  </a:lnTo>
                  <a:lnTo>
                    <a:pt x="31465" y="18350"/>
                  </a:lnTo>
                  <a:lnTo>
                    <a:pt x="31485" y="18153"/>
                  </a:lnTo>
                  <a:lnTo>
                    <a:pt x="31485" y="18054"/>
                  </a:lnTo>
                  <a:lnTo>
                    <a:pt x="31465" y="17995"/>
                  </a:lnTo>
                  <a:lnTo>
                    <a:pt x="31485" y="17955"/>
                  </a:lnTo>
                  <a:lnTo>
                    <a:pt x="31465" y="17935"/>
                  </a:lnTo>
                  <a:lnTo>
                    <a:pt x="31445" y="17916"/>
                  </a:lnTo>
                  <a:lnTo>
                    <a:pt x="31426" y="17797"/>
                  </a:lnTo>
                  <a:lnTo>
                    <a:pt x="31406" y="17560"/>
                  </a:lnTo>
                  <a:lnTo>
                    <a:pt x="31603" y="17481"/>
                  </a:lnTo>
                  <a:lnTo>
                    <a:pt x="31603" y="17422"/>
                  </a:lnTo>
                  <a:lnTo>
                    <a:pt x="31584" y="17382"/>
                  </a:lnTo>
                  <a:lnTo>
                    <a:pt x="31564" y="17382"/>
                  </a:lnTo>
                  <a:lnTo>
                    <a:pt x="31544" y="17402"/>
                  </a:lnTo>
                  <a:lnTo>
                    <a:pt x="31524" y="17402"/>
                  </a:lnTo>
                  <a:lnTo>
                    <a:pt x="31505" y="17363"/>
                  </a:lnTo>
                  <a:lnTo>
                    <a:pt x="31505" y="17303"/>
                  </a:lnTo>
                  <a:lnTo>
                    <a:pt x="31505" y="16987"/>
                  </a:lnTo>
                  <a:lnTo>
                    <a:pt x="31544" y="16533"/>
                  </a:lnTo>
                  <a:lnTo>
                    <a:pt x="31564" y="16316"/>
                  </a:lnTo>
                  <a:lnTo>
                    <a:pt x="31603" y="16138"/>
                  </a:lnTo>
                  <a:lnTo>
                    <a:pt x="31663" y="16000"/>
                  </a:lnTo>
                  <a:lnTo>
                    <a:pt x="31682" y="15960"/>
                  </a:lnTo>
                  <a:lnTo>
                    <a:pt x="31722" y="15921"/>
                  </a:lnTo>
                  <a:lnTo>
                    <a:pt x="31702" y="15703"/>
                  </a:lnTo>
                  <a:lnTo>
                    <a:pt x="31663" y="15526"/>
                  </a:lnTo>
                  <a:lnTo>
                    <a:pt x="31623" y="15348"/>
                  </a:lnTo>
                  <a:lnTo>
                    <a:pt x="31623" y="15131"/>
                  </a:lnTo>
                  <a:lnTo>
                    <a:pt x="31663" y="15150"/>
                  </a:lnTo>
                  <a:lnTo>
                    <a:pt x="31682" y="15190"/>
                  </a:lnTo>
                  <a:lnTo>
                    <a:pt x="31722" y="15249"/>
                  </a:lnTo>
                  <a:lnTo>
                    <a:pt x="31722" y="14953"/>
                  </a:lnTo>
                  <a:lnTo>
                    <a:pt x="31722" y="14657"/>
                  </a:lnTo>
                  <a:lnTo>
                    <a:pt x="31702" y="14321"/>
                  </a:lnTo>
                  <a:lnTo>
                    <a:pt x="31682" y="13965"/>
                  </a:lnTo>
                  <a:lnTo>
                    <a:pt x="31623" y="13590"/>
                  </a:lnTo>
                  <a:lnTo>
                    <a:pt x="31544" y="13195"/>
                  </a:lnTo>
                  <a:lnTo>
                    <a:pt x="31426" y="12800"/>
                  </a:lnTo>
                  <a:lnTo>
                    <a:pt x="31268" y="12385"/>
                  </a:lnTo>
                  <a:lnTo>
                    <a:pt x="31070" y="12109"/>
                  </a:lnTo>
                  <a:lnTo>
                    <a:pt x="30853" y="11872"/>
                  </a:lnTo>
                  <a:lnTo>
                    <a:pt x="30675" y="11714"/>
                  </a:lnTo>
                  <a:lnTo>
                    <a:pt x="30517" y="11595"/>
                  </a:lnTo>
                  <a:lnTo>
                    <a:pt x="30458" y="11536"/>
                  </a:lnTo>
                  <a:lnTo>
                    <a:pt x="30418" y="11516"/>
                  </a:lnTo>
                  <a:lnTo>
                    <a:pt x="30359" y="11496"/>
                  </a:lnTo>
                  <a:lnTo>
                    <a:pt x="30221" y="11457"/>
                  </a:lnTo>
                  <a:lnTo>
                    <a:pt x="30260" y="11496"/>
                  </a:lnTo>
                  <a:lnTo>
                    <a:pt x="30280" y="11555"/>
                  </a:lnTo>
                  <a:lnTo>
                    <a:pt x="30280" y="11595"/>
                  </a:lnTo>
                  <a:lnTo>
                    <a:pt x="30260" y="11615"/>
                  </a:lnTo>
                  <a:lnTo>
                    <a:pt x="30240" y="11634"/>
                  </a:lnTo>
                  <a:lnTo>
                    <a:pt x="30122" y="11634"/>
                  </a:lnTo>
                  <a:lnTo>
                    <a:pt x="30082" y="11595"/>
                  </a:lnTo>
                  <a:lnTo>
                    <a:pt x="30003" y="11476"/>
                  </a:lnTo>
                  <a:lnTo>
                    <a:pt x="29964" y="11437"/>
                  </a:lnTo>
                  <a:lnTo>
                    <a:pt x="30003" y="11417"/>
                  </a:lnTo>
                  <a:lnTo>
                    <a:pt x="30023" y="11378"/>
                  </a:lnTo>
                  <a:lnTo>
                    <a:pt x="30043" y="11299"/>
                  </a:lnTo>
                  <a:lnTo>
                    <a:pt x="30043" y="11279"/>
                  </a:lnTo>
                  <a:lnTo>
                    <a:pt x="30082" y="11279"/>
                  </a:lnTo>
                  <a:lnTo>
                    <a:pt x="30102" y="11338"/>
                  </a:lnTo>
                  <a:lnTo>
                    <a:pt x="30161" y="11279"/>
                  </a:lnTo>
                  <a:lnTo>
                    <a:pt x="30181" y="11239"/>
                  </a:lnTo>
                  <a:lnTo>
                    <a:pt x="30201" y="11200"/>
                  </a:lnTo>
                  <a:lnTo>
                    <a:pt x="30181" y="11160"/>
                  </a:lnTo>
                  <a:lnTo>
                    <a:pt x="30181" y="11002"/>
                  </a:lnTo>
                  <a:lnTo>
                    <a:pt x="30122" y="10588"/>
                  </a:lnTo>
                  <a:lnTo>
                    <a:pt x="30142" y="10430"/>
                  </a:lnTo>
                  <a:lnTo>
                    <a:pt x="30142" y="10390"/>
                  </a:lnTo>
                  <a:lnTo>
                    <a:pt x="30181" y="10370"/>
                  </a:lnTo>
                  <a:lnTo>
                    <a:pt x="30142" y="10272"/>
                  </a:lnTo>
                  <a:lnTo>
                    <a:pt x="30082" y="10133"/>
                  </a:lnTo>
                  <a:lnTo>
                    <a:pt x="30023" y="9936"/>
                  </a:lnTo>
                  <a:lnTo>
                    <a:pt x="29924" y="9738"/>
                  </a:lnTo>
                  <a:lnTo>
                    <a:pt x="29826" y="9541"/>
                  </a:lnTo>
                  <a:lnTo>
                    <a:pt x="29707" y="9363"/>
                  </a:lnTo>
                  <a:lnTo>
                    <a:pt x="29589" y="9205"/>
                  </a:lnTo>
                  <a:lnTo>
                    <a:pt x="29470" y="9106"/>
                  </a:lnTo>
                  <a:lnTo>
                    <a:pt x="29470" y="9086"/>
                  </a:lnTo>
                  <a:lnTo>
                    <a:pt x="29490" y="9086"/>
                  </a:lnTo>
                  <a:lnTo>
                    <a:pt x="29529" y="9106"/>
                  </a:lnTo>
                  <a:lnTo>
                    <a:pt x="29648" y="9244"/>
                  </a:lnTo>
                  <a:lnTo>
                    <a:pt x="29766" y="9403"/>
                  </a:lnTo>
                  <a:lnTo>
                    <a:pt x="29806" y="9442"/>
                  </a:lnTo>
                  <a:lnTo>
                    <a:pt x="29845" y="9462"/>
                  </a:lnTo>
                  <a:lnTo>
                    <a:pt x="29727" y="9284"/>
                  </a:lnTo>
                  <a:lnTo>
                    <a:pt x="29589" y="9106"/>
                  </a:lnTo>
                  <a:lnTo>
                    <a:pt x="29648" y="9067"/>
                  </a:lnTo>
                  <a:lnTo>
                    <a:pt x="29490" y="8849"/>
                  </a:lnTo>
                  <a:lnTo>
                    <a:pt x="29352" y="8691"/>
                  </a:lnTo>
                  <a:lnTo>
                    <a:pt x="29213" y="8573"/>
                  </a:lnTo>
                  <a:lnTo>
                    <a:pt x="29075" y="8494"/>
                  </a:lnTo>
                  <a:lnTo>
                    <a:pt x="28818" y="8375"/>
                  </a:lnTo>
                  <a:lnTo>
                    <a:pt x="28700" y="8336"/>
                  </a:lnTo>
                  <a:lnTo>
                    <a:pt x="28561" y="8257"/>
                  </a:lnTo>
                  <a:lnTo>
                    <a:pt x="28581" y="8237"/>
                  </a:lnTo>
                  <a:lnTo>
                    <a:pt x="28344" y="8099"/>
                  </a:lnTo>
                  <a:lnTo>
                    <a:pt x="28344" y="8099"/>
                  </a:lnTo>
                  <a:lnTo>
                    <a:pt x="28720" y="8158"/>
                  </a:lnTo>
                  <a:lnTo>
                    <a:pt x="28581" y="8079"/>
                  </a:lnTo>
                  <a:lnTo>
                    <a:pt x="28443" y="8000"/>
                  </a:lnTo>
                  <a:lnTo>
                    <a:pt x="28186" y="7901"/>
                  </a:lnTo>
                  <a:lnTo>
                    <a:pt x="27910" y="7803"/>
                  </a:lnTo>
                  <a:lnTo>
                    <a:pt x="27594" y="7684"/>
                  </a:lnTo>
                  <a:lnTo>
                    <a:pt x="27574" y="7605"/>
                  </a:lnTo>
                  <a:lnTo>
                    <a:pt x="27297" y="7546"/>
                  </a:lnTo>
                  <a:lnTo>
                    <a:pt x="27357" y="7546"/>
                  </a:lnTo>
                  <a:lnTo>
                    <a:pt x="27357" y="7526"/>
                  </a:lnTo>
                  <a:lnTo>
                    <a:pt x="27357" y="7506"/>
                  </a:lnTo>
                  <a:lnTo>
                    <a:pt x="27218" y="7506"/>
                  </a:lnTo>
                  <a:lnTo>
                    <a:pt x="27080" y="7487"/>
                  </a:lnTo>
                  <a:lnTo>
                    <a:pt x="26764" y="7427"/>
                  </a:lnTo>
                  <a:lnTo>
                    <a:pt x="26468" y="7368"/>
                  </a:lnTo>
                  <a:lnTo>
                    <a:pt x="26349" y="7348"/>
                  </a:lnTo>
                  <a:lnTo>
                    <a:pt x="26231" y="7368"/>
                  </a:lnTo>
                  <a:lnTo>
                    <a:pt x="26172" y="7348"/>
                  </a:lnTo>
                  <a:lnTo>
                    <a:pt x="26112" y="7289"/>
                  </a:lnTo>
                  <a:lnTo>
                    <a:pt x="26013" y="7210"/>
                  </a:lnTo>
                  <a:lnTo>
                    <a:pt x="25954" y="7171"/>
                  </a:lnTo>
                  <a:lnTo>
                    <a:pt x="25895" y="7131"/>
                  </a:lnTo>
                  <a:lnTo>
                    <a:pt x="25816" y="7131"/>
                  </a:lnTo>
                  <a:lnTo>
                    <a:pt x="25717" y="7151"/>
                  </a:lnTo>
                  <a:lnTo>
                    <a:pt x="25816" y="6953"/>
                  </a:lnTo>
                  <a:lnTo>
                    <a:pt x="25994" y="6993"/>
                  </a:lnTo>
                  <a:lnTo>
                    <a:pt x="26092" y="7032"/>
                  </a:lnTo>
                  <a:lnTo>
                    <a:pt x="26152" y="7072"/>
                  </a:lnTo>
                  <a:lnTo>
                    <a:pt x="26191" y="7111"/>
                  </a:lnTo>
                  <a:lnTo>
                    <a:pt x="26231" y="7151"/>
                  </a:lnTo>
                  <a:lnTo>
                    <a:pt x="26310" y="7171"/>
                  </a:lnTo>
                  <a:lnTo>
                    <a:pt x="26428" y="7210"/>
                  </a:lnTo>
                  <a:lnTo>
                    <a:pt x="26606" y="7250"/>
                  </a:lnTo>
                  <a:lnTo>
                    <a:pt x="26527" y="7171"/>
                  </a:lnTo>
                  <a:lnTo>
                    <a:pt x="26428" y="7111"/>
                  </a:lnTo>
                  <a:lnTo>
                    <a:pt x="26191" y="6973"/>
                  </a:lnTo>
                  <a:lnTo>
                    <a:pt x="25875" y="6854"/>
                  </a:lnTo>
                  <a:lnTo>
                    <a:pt x="25539" y="6736"/>
                  </a:lnTo>
                  <a:lnTo>
                    <a:pt x="25204" y="6657"/>
                  </a:lnTo>
                  <a:lnTo>
                    <a:pt x="24848" y="6598"/>
                  </a:lnTo>
                  <a:lnTo>
                    <a:pt x="24216" y="6479"/>
                  </a:lnTo>
                  <a:lnTo>
                    <a:pt x="23959" y="6459"/>
                  </a:lnTo>
                  <a:lnTo>
                    <a:pt x="23683" y="6420"/>
                  </a:lnTo>
                  <a:lnTo>
                    <a:pt x="23110" y="6321"/>
                  </a:lnTo>
                  <a:lnTo>
                    <a:pt x="22853" y="6282"/>
                  </a:lnTo>
                  <a:lnTo>
                    <a:pt x="22616" y="6262"/>
                  </a:lnTo>
                  <a:lnTo>
                    <a:pt x="22399" y="6262"/>
                  </a:lnTo>
                  <a:lnTo>
                    <a:pt x="22320" y="6301"/>
                  </a:lnTo>
                  <a:lnTo>
                    <a:pt x="22261" y="6341"/>
                  </a:lnTo>
                  <a:lnTo>
                    <a:pt x="22261" y="6341"/>
                  </a:lnTo>
                  <a:lnTo>
                    <a:pt x="22340" y="6222"/>
                  </a:lnTo>
                  <a:lnTo>
                    <a:pt x="21332" y="5926"/>
                  </a:lnTo>
                  <a:lnTo>
                    <a:pt x="21016" y="5867"/>
                  </a:lnTo>
                  <a:lnTo>
                    <a:pt x="20740" y="5808"/>
                  </a:lnTo>
                  <a:lnTo>
                    <a:pt x="20463" y="5729"/>
                  </a:lnTo>
                  <a:lnTo>
                    <a:pt x="20226" y="5630"/>
                  </a:lnTo>
                  <a:lnTo>
                    <a:pt x="19811" y="5452"/>
                  </a:lnTo>
                  <a:lnTo>
                    <a:pt x="19594" y="5353"/>
                  </a:lnTo>
                  <a:lnTo>
                    <a:pt x="19357" y="5274"/>
                  </a:lnTo>
                  <a:lnTo>
                    <a:pt x="19258" y="5077"/>
                  </a:lnTo>
                  <a:lnTo>
                    <a:pt x="19100" y="5057"/>
                  </a:lnTo>
                  <a:lnTo>
                    <a:pt x="18942" y="4998"/>
                  </a:lnTo>
                  <a:lnTo>
                    <a:pt x="18547" y="4820"/>
                  </a:lnTo>
                  <a:lnTo>
                    <a:pt x="18113" y="4622"/>
                  </a:lnTo>
                  <a:lnTo>
                    <a:pt x="17678" y="4445"/>
                  </a:lnTo>
                  <a:lnTo>
                    <a:pt x="17263" y="4287"/>
                  </a:lnTo>
                  <a:lnTo>
                    <a:pt x="16888" y="4188"/>
                  </a:lnTo>
                  <a:lnTo>
                    <a:pt x="16710" y="4148"/>
                  </a:lnTo>
                  <a:lnTo>
                    <a:pt x="16552" y="4129"/>
                  </a:lnTo>
                  <a:lnTo>
                    <a:pt x="16434" y="4129"/>
                  </a:lnTo>
                  <a:lnTo>
                    <a:pt x="16295" y="4148"/>
                  </a:lnTo>
                  <a:lnTo>
                    <a:pt x="16236" y="4069"/>
                  </a:lnTo>
                  <a:lnTo>
                    <a:pt x="16216" y="4030"/>
                  </a:lnTo>
                  <a:lnTo>
                    <a:pt x="16236" y="4010"/>
                  </a:lnTo>
                  <a:lnTo>
                    <a:pt x="16295" y="3990"/>
                  </a:lnTo>
                  <a:lnTo>
                    <a:pt x="16434" y="4010"/>
                  </a:lnTo>
                  <a:lnTo>
                    <a:pt x="16552" y="4010"/>
                  </a:lnTo>
                  <a:lnTo>
                    <a:pt x="16454" y="3951"/>
                  </a:lnTo>
                  <a:lnTo>
                    <a:pt x="16315" y="3911"/>
                  </a:lnTo>
                  <a:lnTo>
                    <a:pt x="16058" y="3852"/>
                  </a:lnTo>
                  <a:lnTo>
                    <a:pt x="15920" y="3813"/>
                  </a:lnTo>
                  <a:lnTo>
                    <a:pt x="15821" y="3753"/>
                  </a:lnTo>
                  <a:lnTo>
                    <a:pt x="15723" y="3674"/>
                  </a:lnTo>
                  <a:lnTo>
                    <a:pt x="15683" y="3635"/>
                  </a:lnTo>
                  <a:lnTo>
                    <a:pt x="15663" y="3576"/>
                  </a:lnTo>
                  <a:lnTo>
                    <a:pt x="15742" y="3576"/>
                  </a:lnTo>
                  <a:lnTo>
                    <a:pt x="15841" y="3615"/>
                  </a:lnTo>
                  <a:lnTo>
                    <a:pt x="15900" y="3635"/>
                  </a:lnTo>
                  <a:lnTo>
                    <a:pt x="15920" y="3635"/>
                  </a:lnTo>
                  <a:lnTo>
                    <a:pt x="15881" y="3595"/>
                  </a:lnTo>
                  <a:lnTo>
                    <a:pt x="15841" y="3536"/>
                  </a:lnTo>
                  <a:lnTo>
                    <a:pt x="15802" y="3497"/>
                  </a:lnTo>
                  <a:lnTo>
                    <a:pt x="15703" y="3477"/>
                  </a:lnTo>
                  <a:lnTo>
                    <a:pt x="15644" y="3457"/>
                  </a:lnTo>
                  <a:lnTo>
                    <a:pt x="15604" y="3437"/>
                  </a:lnTo>
                  <a:lnTo>
                    <a:pt x="15545" y="3398"/>
                  </a:lnTo>
                  <a:lnTo>
                    <a:pt x="15505" y="3319"/>
                  </a:lnTo>
                  <a:lnTo>
                    <a:pt x="15486" y="3378"/>
                  </a:lnTo>
                  <a:lnTo>
                    <a:pt x="15446" y="3398"/>
                  </a:lnTo>
                  <a:lnTo>
                    <a:pt x="15367" y="3398"/>
                  </a:lnTo>
                  <a:lnTo>
                    <a:pt x="15268" y="3378"/>
                  </a:lnTo>
                  <a:lnTo>
                    <a:pt x="15150" y="3319"/>
                  </a:lnTo>
                  <a:lnTo>
                    <a:pt x="15031" y="3260"/>
                  </a:lnTo>
                  <a:lnTo>
                    <a:pt x="14913" y="3200"/>
                  </a:lnTo>
                  <a:lnTo>
                    <a:pt x="14794" y="3121"/>
                  </a:lnTo>
                  <a:lnTo>
                    <a:pt x="14834" y="3161"/>
                  </a:lnTo>
                  <a:lnTo>
                    <a:pt x="14854" y="3200"/>
                  </a:lnTo>
                  <a:lnTo>
                    <a:pt x="14834" y="3220"/>
                  </a:lnTo>
                  <a:lnTo>
                    <a:pt x="14814" y="3220"/>
                  </a:lnTo>
                  <a:lnTo>
                    <a:pt x="14735" y="3181"/>
                  </a:lnTo>
                  <a:lnTo>
                    <a:pt x="14538" y="3023"/>
                  </a:lnTo>
                  <a:lnTo>
                    <a:pt x="14597" y="3023"/>
                  </a:lnTo>
                  <a:lnTo>
                    <a:pt x="14044" y="2568"/>
                  </a:lnTo>
                  <a:lnTo>
                    <a:pt x="13451" y="2094"/>
                  </a:lnTo>
                  <a:lnTo>
                    <a:pt x="13135" y="1857"/>
                  </a:lnTo>
                  <a:lnTo>
                    <a:pt x="12819" y="1640"/>
                  </a:lnTo>
                  <a:lnTo>
                    <a:pt x="12483" y="1423"/>
                  </a:lnTo>
                  <a:lnTo>
                    <a:pt x="12128" y="1225"/>
                  </a:lnTo>
                  <a:lnTo>
                    <a:pt x="11772" y="1028"/>
                  </a:lnTo>
                  <a:lnTo>
                    <a:pt x="11417" y="870"/>
                  </a:lnTo>
                  <a:lnTo>
                    <a:pt x="11041" y="712"/>
                  </a:lnTo>
                  <a:lnTo>
                    <a:pt x="10666" y="554"/>
                  </a:lnTo>
                  <a:lnTo>
                    <a:pt x="10291" y="435"/>
                  </a:lnTo>
                  <a:lnTo>
                    <a:pt x="9916" y="336"/>
                  </a:lnTo>
                  <a:lnTo>
                    <a:pt x="9521" y="238"/>
                  </a:lnTo>
                  <a:lnTo>
                    <a:pt x="9126" y="178"/>
                  </a:lnTo>
                  <a:lnTo>
                    <a:pt x="9521" y="139"/>
                  </a:lnTo>
                  <a:lnTo>
                    <a:pt x="9264" y="139"/>
                  </a:lnTo>
                  <a:lnTo>
                    <a:pt x="8967" y="99"/>
                  </a:lnTo>
                  <a:lnTo>
                    <a:pt x="8513" y="60"/>
                  </a:lnTo>
                  <a:lnTo>
                    <a:pt x="8553" y="40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20"/>
            <p:cNvSpPr/>
            <p:nvPr/>
          </p:nvSpPr>
          <p:spPr>
            <a:xfrm>
              <a:off x="-1287950" y="3163300"/>
              <a:ext cx="2000" cy="1000"/>
            </a:xfrm>
            <a:custGeom>
              <a:rect b="b" l="l" r="r" t="t"/>
              <a:pathLst>
                <a:path extrusionOk="0" h="40" w="80">
                  <a:moveTo>
                    <a:pt x="40" y="0"/>
                  </a:moveTo>
                  <a:lnTo>
                    <a:pt x="1" y="40"/>
                  </a:lnTo>
                  <a:lnTo>
                    <a:pt x="1" y="4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20"/>
            <p:cNvSpPr/>
            <p:nvPr/>
          </p:nvSpPr>
          <p:spPr>
            <a:xfrm>
              <a:off x="-660325" y="3614625"/>
              <a:ext cx="525" cy="2000"/>
            </a:xfrm>
            <a:custGeom>
              <a:rect b="b" l="l" r="r" t="t"/>
              <a:pathLst>
                <a:path extrusionOk="0" h="80" w="21">
                  <a:moveTo>
                    <a:pt x="20" y="1"/>
                  </a:moveTo>
                  <a:lnTo>
                    <a:pt x="0" y="40"/>
                  </a:lnTo>
                  <a:lnTo>
                    <a:pt x="0" y="80"/>
                  </a:lnTo>
                  <a:lnTo>
                    <a:pt x="20" y="4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20"/>
            <p:cNvSpPr/>
            <p:nvPr/>
          </p:nvSpPr>
          <p:spPr>
            <a:xfrm>
              <a:off x="-785750" y="363635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1"/>
                  </a:move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20"/>
            <p:cNvSpPr/>
            <p:nvPr/>
          </p:nvSpPr>
          <p:spPr>
            <a:xfrm>
              <a:off x="-1257325" y="3169700"/>
              <a:ext cx="1000" cy="3000"/>
            </a:xfrm>
            <a:custGeom>
              <a:rect b="b" l="l" r="r" t="t"/>
              <a:pathLst>
                <a:path extrusionOk="0" h="120" w="40">
                  <a:moveTo>
                    <a:pt x="40" y="1"/>
                  </a:moveTo>
                  <a:lnTo>
                    <a:pt x="0" y="119"/>
                  </a:lnTo>
                  <a:lnTo>
                    <a:pt x="20" y="6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20"/>
            <p:cNvSpPr/>
            <p:nvPr/>
          </p:nvSpPr>
          <p:spPr>
            <a:xfrm>
              <a:off x="-831175" y="3371675"/>
              <a:ext cx="278525" cy="333350"/>
            </a:xfrm>
            <a:custGeom>
              <a:rect b="b" l="l" r="r" t="t"/>
              <a:pathLst>
                <a:path extrusionOk="0" h="13334" w="11141">
                  <a:moveTo>
                    <a:pt x="7980" y="1"/>
                  </a:moveTo>
                  <a:lnTo>
                    <a:pt x="7684" y="20"/>
                  </a:lnTo>
                  <a:lnTo>
                    <a:pt x="7387" y="40"/>
                  </a:lnTo>
                  <a:lnTo>
                    <a:pt x="7052" y="99"/>
                  </a:lnTo>
                  <a:lnTo>
                    <a:pt x="6716" y="159"/>
                  </a:lnTo>
                  <a:lnTo>
                    <a:pt x="6360" y="257"/>
                  </a:lnTo>
                  <a:lnTo>
                    <a:pt x="6005" y="396"/>
                  </a:lnTo>
                  <a:lnTo>
                    <a:pt x="5649" y="554"/>
                  </a:lnTo>
                  <a:lnTo>
                    <a:pt x="5294" y="771"/>
                  </a:lnTo>
                  <a:lnTo>
                    <a:pt x="4958" y="1028"/>
                  </a:lnTo>
                  <a:lnTo>
                    <a:pt x="4800" y="1166"/>
                  </a:lnTo>
                  <a:lnTo>
                    <a:pt x="4642" y="1324"/>
                  </a:lnTo>
                  <a:lnTo>
                    <a:pt x="4326" y="1679"/>
                  </a:lnTo>
                  <a:lnTo>
                    <a:pt x="3970" y="2154"/>
                  </a:lnTo>
                  <a:lnTo>
                    <a:pt x="3595" y="2687"/>
                  </a:lnTo>
                  <a:lnTo>
                    <a:pt x="3220" y="3299"/>
                  </a:lnTo>
                  <a:lnTo>
                    <a:pt x="2825" y="3951"/>
                  </a:lnTo>
                  <a:lnTo>
                    <a:pt x="2430" y="4623"/>
                  </a:lnTo>
                  <a:lnTo>
                    <a:pt x="2035" y="5334"/>
                  </a:lnTo>
                  <a:lnTo>
                    <a:pt x="1679" y="6045"/>
                  </a:lnTo>
                  <a:lnTo>
                    <a:pt x="1324" y="6736"/>
                  </a:lnTo>
                  <a:lnTo>
                    <a:pt x="1007" y="7408"/>
                  </a:lnTo>
                  <a:lnTo>
                    <a:pt x="711" y="8040"/>
                  </a:lnTo>
                  <a:lnTo>
                    <a:pt x="454" y="8612"/>
                  </a:lnTo>
                  <a:lnTo>
                    <a:pt x="257" y="9126"/>
                  </a:lnTo>
                  <a:lnTo>
                    <a:pt x="119" y="9561"/>
                  </a:lnTo>
                  <a:lnTo>
                    <a:pt x="20" y="9877"/>
                  </a:lnTo>
                  <a:lnTo>
                    <a:pt x="0" y="9995"/>
                  </a:lnTo>
                  <a:lnTo>
                    <a:pt x="0" y="10094"/>
                  </a:lnTo>
                  <a:lnTo>
                    <a:pt x="59" y="10410"/>
                  </a:lnTo>
                  <a:lnTo>
                    <a:pt x="138" y="10765"/>
                  </a:lnTo>
                  <a:lnTo>
                    <a:pt x="257" y="11121"/>
                  </a:lnTo>
                  <a:lnTo>
                    <a:pt x="336" y="11299"/>
                  </a:lnTo>
                  <a:lnTo>
                    <a:pt x="435" y="11496"/>
                  </a:lnTo>
                  <a:lnTo>
                    <a:pt x="553" y="11674"/>
                  </a:lnTo>
                  <a:lnTo>
                    <a:pt x="672" y="11852"/>
                  </a:lnTo>
                  <a:lnTo>
                    <a:pt x="830" y="12030"/>
                  </a:lnTo>
                  <a:lnTo>
                    <a:pt x="1007" y="12207"/>
                  </a:lnTo>
                  <a:lnTo>
                    <a:pt x="1205" y="12365"/>
                  </a:lnTo>
                  <a:lnTo>
                    <a:pt x="1422" y="12523"/>
                  </a:lnTo>
                  <a:lnTo>
                    <a:pt x="1659" y="12681"/>
                  </a:lnTo>
                  <a:lnTo>
                    <a:pt x="1936" y="12839"/>
                  </a:lnTo>
                  <a:lnTo>
                    <a:pt x="2212" y="12958"/>
                  </a:lnTo>
                  <a:lnTo>
                    <a:pt x="2489" y="13076"/>
                  </a:lnTo>
                  <a:lnTo>
                    <a:pt x="2746" y="13175"/>
                  </a:lnTo>
                  <a:lnTo>
                    <a:pt x="3002" y="13254"/>
                  </a:lnTo>
                  <a:lnTo>
                    <a:pt x="3259" y="13294"/>
                  </a:lnTo>
                  <a:lnTo>
                    <a:pt x="3536" y="13333"/>
                  </a:lnTo>
                  <a:lnTo>
                    <a:pt x="4069" y="13333"/>
                  </a:lnTo>
                  <a:lnTo>
                    <a:pt x="4346" y="13294"/>
                  </a:lnTo>
                  <a:lnTo>
                    <a:pt x="4642" y="13234"/>
                  </a:lnTo>
                  <a:lnTo>
                    <a:pt x="4958" y="13155"/>
                  </a:lnTo>
                  <a:lnTo>
                    <a:pt x="5294" y="13037"/>
                  </a:lnTo>
                  <a:lnTo>
                    <a:pt x="5629" y="12918"/>
                  </a:lnTo>
                  <a:lnTo>
                    <a:pt x="6005" y="12741"/>
                  </a:lnTo>
                  <a:lnTo>
                    <a:pt x="6834" y="12346"/>
                  </a:lnTo>
                  <a:lnTo>
                    <a:pt x="7170" y="12168"/>
                  </a:lnTo>
                  <a:lnTo>
                    <a:pt x="7486" y="11931"/>
                  </a:lnTo>
                  <a:lnTo>
                    <a:pt x="7782" y="11674"/>
                  </a:lnTo>
                  <a:lnTo>
                    <a:pt x="8059" y="11397"/>
                  </a:lnTo>
                  <a:lnTo>
                    <a:pt x="8316" y="11081"/>
                  </a:lnTo>
                  <a:lnTo>
                    <a:pt x="8553" y="10746"/>
                  </a:lnTo>
                  <a:lnTo>
                    <a:pt x="8790" y="10410"/>
                  </a:lnTo>
                  <a:lnTo>
                    <a:pt x="8987" y="10035"/>
                  </a:lnTo>
                  <a:lnTo>
                    <a:pt x="9205" y="9659"/>
                  </a:lnTo>
                  <a:lnTo>
                    <a:pt x="9402" y="9264"/>
                  </a:lnTo>
                  <a:lnTo>
                    <a:pt x="9758" y="8474"/>
                  </a:lnTo>
                  <a:lnTo>
                    <a:pt x="10469" y="6874"/>
                  </a:lnTo>
                  <a:lnTo>
                    <a:pt x="10627" y="6479"/>
                  </a:lnTo>
                  <a:lnTo>
                    <a:pt x="10765" y="6084"/>
                  </a:lnTo>
                  <a:lnTo>
                    <a:pt x="10884" y="5689"/>
                  </a:lnTo>
                  <a:lnTo>
                    <a:pt x="10982" y="5314"/>
                  </a:lnTo>
                  <a:lnTo>
                    <a:pt x="11042" y="4939"/>
                  </a:lnTo>
                  <a:lnTo>
                    <a:pt x="11101" y="4563"/>
                  </a:lnTo>
                  <a:lnTo>
                    <a:pt x="11121" y="4188"/>
                  </a:lnTo>
                  <a:lnTo>
                    <a:pt x="11140" y="3832"/>
                  </a:lnTo>
                  <a:lnTo>
                    <a:pt x="11140" y="3497"/>
                  </a:lnTo>
                  <a:lnTo>
                    <a:pt x="11121" y="3161"/>
                  </a:lnTo>
                  <a:lnTo>
                    <a:pt x="11081" y="2845"/>
                  </a:lnTo>
                  <a:lnTo>
                    <a:pt x="11022" y="2549"/>
                  </a:lnTo>
                  <a:lnTo>
                    <a:pt x="10963" y="2252"/>
                  </a:lnTo>
                  <a:lnTo>
                    <a:pt x="10903" y="1976"/>
                  </a:lnTo>
                  <a:lnTo>
                    <a:pt x="10804" y="1719"/>
                  </a:lnTo>
                  <a:lnTo>
                    <a:pt x="10725" y="1502"/>
                  </a:lnTo>
                  <a:lnTo>
                    <a:pt x="10607" y="1284"/>
                  </a:lnTo>
                  <a:lnTo>
                    <a:pt x="10488" y="1087"/>
                  </a:lnTo>
                  <a:lnTo>
                    <a:pt x="10350" y="929"/>
                  </a:lnTo>
                  <a:lnTo>
                    <a:pt x="10212" y="771"/>
                  </a:lnTo>
                  <a:lnTo>
                    <a:pt x="10074" y="633"/>
                  </a:lnTo>
                  <a:lnTo>
                    <a:pt x="9916" y="514"/>
                  </a:lnTo>
                  <a:lnTo>
                    <a:pt x="9758" y="415"/>
                  </a:lnTo>
                  <a:lnTo>
                    <a:pt x="9600" y="336"/>
                  </a:lnTo>
                  <a:lnTo>
                    <a:pt x="9323" y="198"/>
                  </a:lnTo>
                  <a:lnTo>
                    <a:pt x="9086" y="119"/>
                  </a:lnTo>
                  <a:lnTo>
                    <a:pt x="8869" y="60"/>
                  </a:lnTo>
                  <a:lnTo>
                    <a:pt x="8770" y="40"/>
                  </a:lnTo>
                  <a:lnTo>
                    <a:pt x="8454" y="20"/>
                  </a:lnTo>
                  <a:lnTo>
                    <a:pt x="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20"/>
            <p:cNvSpPr/>
            <p:nvPr/>
          </p:nvSpPr>
          <p:spPr>
            <a:xfrm>
              <a:off x="-813400" y="3369700"/>
              <a:ext cx="247400" cy="321500"/>
            </a:xfrm>
            <a:custGeom>
              <a:rect b="b" l="l" r="r" t="t"/>
              <a:pathLst>
                <a:path extrusionOk="0" h="12860" w="9896">
                  <a:moveTo>
                    <a:pt x="6044" y="1"/>
                  </a:moveTo>
                  <a:lnTo>
                    <a:pt x="5827" y="20"/>
                  </a:lnTo>
                  <a:lnTo>
                    <a:pt x="5709" y="40"/>
                  </a:lnTo>
                  <a:lnTo>
                    <a:pt x="5590" y="99"/>
                  </a:lnTo>
                  <a:lnTo>
                    <a:pt x="5472" y="159"/>
                  </a:lnTo>
                  <a:lnTo>
                    <a:pt x="5333" y="238"/>
                  </a:lnTo>
                  <a:lnTo>
                    <a:pt x="5057" y="455"/>
                  </a:lnTo>
                  <a:lnTo>
                    <a:pt x="4760" y="731"/>
                  </a:lnTo>
                  <a:lnTo>
                    <a:pt x="4464" y="1067"/>
                  </a:lnTo>
                  <a:lnTo>
                    <a:pt x="4148" y="1442"/>
                  </a:lnTo>
                  <a:lnTo>
                    <a:pt x="3832" y="1837"/>
                  </a:lnTo>
                  <a:lnTo>
                    <a:pt x="3496" y="2272"/>
                  </a:lnTo>
                  <a:lnTo>
                    <a:pt x="2884" y="3181"/>
                  </a:lnTo>
                  <a:lnTo>
                    <a:pt x="2291" y="4089"/>
                  </a:lnTo>
                  <a:lnTo>
                    <a:pt x="1798" y="4919"/>
                  </a:lnTo>
                  <a:lnTo>
                    <a:pt x="1403" y="5610"/>
                  </a:lnTo>
                  <a:lnTo>
                    <a:pt x="1225" y="5926"/>
                  </a:lnTo>
                  <a:lnTo>
                    <a:pt x="1067" y="6262"/>
                  </a:lnTo>
                  <a:lnTo>
                    <a:pt x="909" y="6637"/>
                  </a:lnTo>
                  <a:lnTo>
                    <a:pt x="751" y="6993"/>
                  </a:lnTo>
                  <a:lnTo>
                    <a:pt x="613" y="7388"/>
                  </a:lnTo>
                  <a:lnTo>
                    <a:pt x="494" y="7783"/>
                  </a:lnTo>
                  <a:lnTo>
                    <a:pt x="376" y="8178"/>
                  </a:lnTo>
                  <a:lnTo>
                    <a:pt x="257" y="8573"/>
                  </a:lnTo>
                  <a:lnTo>
                    <a:pt x="178" y="8948"/>
                  </a:lnTo>
                  <a:lnTo>
                    <a:pt x="99" y="9343"/>
                  </a:lnTo>
                  <a:lnTo>
                    <a:pt x="40" y="9699"/>
                  </a:lnTo>
                  <a:lnTo>
                    <a:pt x="0" y="10054"/>
                  </a:lnTo>
                  <a:lnTo>
                    <a:pt x="0" y="10390"/>
                  </a:lnTo>
                  <a:lnTo>
                    <a:pt x="0" y="10706"/>
                  </a:lnTo>
                  <a:lnTo>
                    <a:pt x="40" y="10983"/>
                  </a:lnTo>
                  <a:lnTo>
                    <a:pt x="99" y="11220"/>
                  </a:lnTo>
                  <a:lnTo>
                    <a:pt x="138" y="11338"/>
                  </a:lnTo>
                  <a:lnTo>
                    <a:pt x="178" y="11457"/>
                  </a:lnTo>
                  <a:lnTo>
                    <a:pt x="336" y="11694"/>
                  </a:lnTo>
                  <a:lnTo>
                    <a:pt x="534" y="11911"/>
                  </a:lnTo>
                  <a:lnTo>
                    <a:pt x="751" y="12109"/>
                  </a:lnTo>
                  <a:lnTo>
                    <a:pt x="1027" y="12286"/>
                  </a:lnTo>
                  <a:lnTo>
                    <a:pt x="1343" y="12464"/>
                  </a:lnTo>
                  <a:lnTo>
                    <a:pt x="1679" y="12602"/>
                  </a:lnTo>
                  <a:lnTo>
                    <a:pt x="2035" y="12721"/>
                  </a:lnTo>
                  <a:lnTo>
                    <a:pt x="2430" y="12800"/>
                  </a:lnTo>
                  <a:lnTo>
                    <a:pt x="2845" y="12859"/>
                  </a:lnTo>
                  <a:lnTo>
                    <a:pt x="3259" y="12859"/>
                  </a:lnTo>
                  <a:lnTo>
                    <a:pt x="3694" y="12820"/>
                  </a:lnTo>
                  <a:lnTo>
                    <a:pt x="3911" y="12780"/>
                  </a:lnTo>
                  <a:lnTo>
                    <a:pt x="4128" y="12741"/>
                  </a:lnTo>
                  <a:lnTo>
                    <a:pt x="4365" y="12681"/>
                  </a:lnTo>
                  <a:lnTo>
                    <a:pt x="4583" y="12602"/>
                  </a:lnTo>
                  <a:lnTo>
                    <a:pt x="4820" y="12523"/>
                  </a:lnTo>
                  <a:lnTo>
                    <a:pt x="5037" y="12425"/>
                  </a:lnTo>
                  <a:lnTo>
                    <a:pt x="5254" y="12306"/>
                  </a:lnTo>
                  <a:lnTo>
                    <a:pt x="5491" y="12168"/>
                  </a:lnTo>
                  <a:lnTo>
                    <a:pt x="5709" y="12030"/>
                  </a:lnTo>
                  <a:lnTo>
                    <a:pt x="5926" y="11872"/>
                  </a:lnTo>
                  <a:lnTo>
                    <a:pt x="6321" y="11536"/>
                  </a:lnTo>
                  <a:lnTo>
                    <a:pt x="6716" y="11160"/>
                  </a:lnTo>
                  <a:lnTo>
                    <a:pt x="7071" y="10765"/>
                  </a:lnTo>
                  <a:lnTo>
                    <a:pt x="7387" y="10351"/>
                  </a:lnTo>
                  <a:lnTo>
                    <a:pt x="7704" y="9916"/>
                  </a:lnTo>
                  <a:lnTo>
                    <a:pt x="8000" y="9462"/>
                  </a:lnTo>
                  <a:lnTo>
                    <a:pt x="8257" y="9007"/>
                  </a:lnTo>
                  <a:lnTo>
                    <a:pt x="8494" y="8533"/>
                  </a:lnTo>
                  <a:lnTo>
                    <a:pt x="8731" y="8059"/>
                  </a:lnTo>
                  <a:lnTo>
                    <a:pt x="8928" y="7585"/>
                  </a:lnTo>
                  <a:lnTo>
                    <a:pt x="9106" y="7131"/>
                  </a:lnTo>
                  <a:lnTo>
                    <a:pt x="9284" y="6677"/>
                  </a:lnTo>
                  <a:lnTo>
                    <a:pt x="9422" y="6242"/>
                  </a:lnTo>
                  <a:lnTo>
                    <a:pt x="9659" y="5452"/>
                  </a:lnTo>
                  <a:lnTo>
                    <a:pt x="9758" y="5077"/>
                  </a:lnTo>
                  <a:lnTo>
                    <a:pt x="9817" y="4702"/>
                  </a:lnTo>
                  <a:lnTo>
                    <a:pt x="9876" y="4326"/>
                  </a:lnTo>
                  <a:lnTo>
                    <a:pt x="9896" y="3971"/>
                  </a:lnTo>
                  <a:lnTo>
                    <a:pt x="9896" y="3615"/>
                  </a:lnTo>
                  <a:lnTo>
                    <a:pt x="9876" y="3260"/>
                  </a:lnTo>
                  <a:lnTo>
                    <a:pt x="9817" y="2944"/>
                  </a:lnTo>
                  <a:lnTo>
                    <a:pt x="9758" y="2608"/>
                  </a:lnTo>
                  <a:lnTo>
                    <a:pt x="9659" y="2312"/>
                  </a:lnTo>
                  <a:lnTo>
                    <a:pt x="9540" y="2015"/>
                  </a:lnTo>
                  <a:lnTo>
                    <a:pt x="9402" y="1739"/>
                  </a:lnTo>
                  <a:lnTo>
                    <a:pt x="9244" y="1482"/>
                  </a:lnTo>
                  <a:lnTo>
                    <a:pt x="9066" y="1245"/>
                  </a:lnTo>
                  <a:lnTo>
                    <a:pt x="8869" y="1028"/>
                  </a:lnTo>
                  <a:lnTo>
                    <a:pt x="8632" y="830"/>
                  </a:lnTo>
                  <a:lnTo>
                    <a:pt x="8375" y="672"/>
                  </a:lnTo>
                  <a:lnTo>
                    <a:pt x="8118" y="534"/>
                  </a:lnTo>
                  <a:lnTo>
                    <a:pt x="7862" y="415"/>
                  </a:lnTo>
                  <a:lnTo>
                    <a:pt x="7624" y="317"/>
                  </a:lnTo>
                  <a:lnTo>
                    <a:pt x="7387" y="218"/>
                  </a:lnTo>
                  <a:lnTo>
                    <a:pt x="6953" y="99"/>
                  </a:lnTo>
                  <a:lnTo>
                    <a:pt x="6578" y="40"/>
                  </a:lnTo>
                  <a:lnTo>
                    <a:pt x="6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20"/>
            <p:cNvSpPr/>
            <p:nvPr/>
          </p:nvSpPr>
          <p:spPr>
            <a:xfrm>
              <a:off x="-836625" y="3276375"/>
              <a:ext cx="241000" cy="352600"/>
            </a:xfrm>
            <a:custGeom>
              <a:rect b="b" l="l" r="r" t="t"/>
              <a:pathLst>
                <a:path extrusionOk="0" h="14104" w="9640">
                  <a:moveTo>
                    <a:pt x="6025" y="0"/>
                  </a:moveTo>
                  <a:lnTo>
                    <a:pt x="5887" y="20"/>
                  </a:lnTo>
                  <a:lnTo>
                    <a:pt x="5729" y="40"/>
                  </a:lnTo>
                  <a:lnTo>
                    <a:pt x="5591" y="79"/>
                  </a:lnTo>
                  <a:lnTo>
                    <a:pt x="5354" y="158"/>
                  </a:lnTo>
                  <a:lnTo>
                    <a:pt x="5176" y="277"/>
                  </a:lnTo>
                  <a:lnTo>
                    <a:pt x="5018" y="395"/>
                  </a:lnTo>
                  <a:lnTo>
                    <a:pt x="4919" y="514"/>
                  </a:lnTo>
                  <a:lnTo>
                    <a:pt x="4840" y="613"/>
                  </a:lnTo>
                  <a:lnTo>
                    <a:pt x="4781" y="711"/>
                  </a:lnTo>
                  <a:lnTo>
                    <a:pt x="4030" y="2114"/>
                  </a:lnTo>
                  <a:lnTo>
                    <a:pt x="3260" y="3595"/>
                  </a:lnTo>
                  <a:lnTo>
                    <a:pt x="2371" y="5353"/>
                  </a:lnTo>
                  <a:lnTo>
                    <a:pt x="1937" y="6282"/>
                  </a:lnTo>
                  <a:lnTo>
                    <a:pt x="1502" y="7190"/>
                  </a:lnTo>
                  <a:lnTo>
                    <a:pt x="1087" y="8079"/>
                  </a:lnTo>
                  <a:lnTo>
                    <a:pt x="732" y="8928"/>
                  </a:lnTo>
                  <a:lnTo>
                    <a:pt x="435" y="9699"/>
                  </a:lnTo>
                  <a:lnTo>
                    <a:pt x="198" y="10370"/>
                  </a:lnTo>
                  <a:lnTo>
                    <a:pt x="119" y="10647"/>
                  </a:lnTo>
                  <a:lnTo>
                    <a:pt x="60" y="10904"/>
                  </a:lnTo>
                  <a:lnTo>
                    <a:pt x="21" y="11141"/>
                  </a:lnTo>
                  <a:lnTo>
                    <a:pt x="1" y="11318"/>
                  </a:lnTo>
                  <a:lnTo>
                    <a:pt x="21" y="11634"/>
                  </a:lnTo>
                  <a:lnTo>
                    <a:pt x="60" y="11911"/>
                  </a:lnTo>
                  <a:lnTo>
                    <a:pt x="119" y="12168"/>
                  </a:lnTo>
                  <a:lnTo>
                    <a:pt x="198" y="12405"/>
                  </a:lnTo>
                  <a:lnTo>
                    <a:pt x="297" y="12602"/>
                  </a:lnTo>
                  <a:lnTo>
                    <a:pt x="396" y="12780"/>
                  </a:lnTo>
                  <a:lnTo>
                    <a:pt x="514" y="12938"/>
                  </a:lnTo>
                  <a:lnTo>
                    <a:pt x="653" y="13096"/>
                  </a:lnTo>
                  <a:lnTo>
                    <a:pt x="791" y="13215"/>
                  </a:lnTo>
                  <a:lnTo>
                    <a:pt x="949" y="13333"/>
                  </a:lnTo>
                  <a:lnTo>
                    <a:pt x="1107" y="13432"/>
                  </a:lnTo>
                  <a:lnTo>
                    <a:pt x="1265" y="13531"/>
                  </a:lnTo>
                  <a:lnTo>
                    <a:pt x="1601" y="13708"/>
                  </a:lnTo>
                  <a:lnTo>
                    <a:pt x="1937" y="13847"/>
                  </a:lnTo>
                  <a:lnTo>
                    <a:pt x="2114" y="13926"/>
                  </a:lnTo>
                  <a:lnTo>
                    <a:pt x="2312" y="13985"/>
                  </a:lnTo>
                  <a:lnTo>
                    <a:pt x="2509" y="14044"/>
                  </a:lnTo>
                  <a:lnTo>
                    <a:pt x="2727" y="14084"/>
                  </a:lnTo>
                  <a:lnTo>
                    <a:pt x="2964" y="14103"/>
                  </a:lnTo>
                  <a:lnTo>
                    <a:pt x="3477" y="14103"/>
                  </a:lnTo>
                  <a:lnTo>
                    <a:pt x="3734" y="14064"/>
                  </a:lnTo>
                  <a:lnTo>
                    <a:pt x="4011" y="14024"/>
                  </a:lnTo>
                  <a:lnTo>
                    <a:pt x="4287" y="13945"/>
                  </a:lnTo>
                  <a:lnTo>
                    <a:pt x="4583" y="13847"/>
                  </a:lnTo>
                  <a:lnTo>
                    <a:pt x="4880" y="13728"/>
                  </a:lnTo>
                  <a:lnTo>
                    <a:pt x="5176" y="13570"/>
                  </a:lnTo>
                  <a:lnTo>
                    <a:pt x="5472" y="13392"/>
                  </a:lnTo>
                  <a:lnTo>
                    <a:pt x="5768" y="13195"/>
                  </a:lnTo>
                  <a:lnTo>
                    <a:pt x="6065" y="12958"/>
                  </a:lnTo>
                  <a:lnTo>
                    <a:pt x="6361" y="12681"/>
                  </a:lnTo>
                  <a:lnTo>
                    <a:pt x="6618" y="12405"/>
                  </a:lnTo>
                  <a:lnTo>
                    <a:pt x="6875" y="12108"/>
                  </a:lnTo>
                  <a:lnTo>
                    <a:pt x="7131" y="11792"/>
                  </a:lnTo>
                  <a:lnTo>
                    <a:pt x="7368" y="11457"/>
                  </a:lnTo>
                  <a:lnTo>
                    <a:pt x="7586" y="11121"/>
                  </a:lnTo>
                  <a:lnTo>
                    <a:pt x="7783" y="10765"/>
                  </a:lnTo>
                  <a:lnTo>
                    <a:pt x="7981" y="10390"/>
                  </a:lnTo>
                  <a:lnTo>
                    <a:pt x="8178" y="10015"/>
                  </a:lnTo>
                  <a:lnTo>
                    <a:pt x="8356" y="9620"/>
                  </a:lnTo>
                  <a:lnTo>
                    <a:pt x="8692" y="8810"/>
                  </a:lnTo>
                  <a:lnTo>
                    <a:pt x="9008" y="7980"/>
                  </a:lnTo>
                  <a:lnTo>
                    <a:pt x="9304" y="7111"/>
                  </a:lnTo>
                  <a:lnTo>
                    <a:pt x="9442" y="6677"/>
                  </a:lnTo>
                  <a:lnTo>
                    <a:pt x="9541" y="6262"/>
                  </a:lnTo>
                  <a:lnTo>
                    <a:pt x="9600" y="5867"/>
                  </a:lnTo>
                  <a:lnTo>
                    <a:pt x="9640" y="5472"/>
                  </a:lnTo>
                  <a:lnTo>
                    <a:pt x="9640" y="5096"/>
                  </a:lnTo>
                  <a:lnTo>
                    <a:pt x="9620" y="4721"/>
                  </a:lnTo>
                  <a:lnTo>
                    <a:pt x="9581" y="4385"/>
                  </a:lnTo>
                  <a:lnTo>
                    <a:pt x="9502" y="4030"/>
                  </a:lnTo>
                  <a:lnTo>
                    <a:pt x="9423" y="3714"/>
                  </a:lnTo>
                  <a:lnTo>
                    <a:pt x="9324" y="3378"/>
                  </a:lnTo>
                  <a:lnTo>
                    <a:pt x="9205" y="3082"/>
                  </a:lnTo>
                  <a:lnTo>
                    <a:pt x="9087" y="2785"/>
                  </a:lnTo>
                  <a:lnTo>
                    <a:pt x="8949" y="2489"/>
                  </a:lnTo>
                  <a:lnTo>
                    <a:pt x="8791" y="2213"/>
                  </a:lnTo>
                  <a:lnTo>
                    <a:pt x="8474" y="1699"/>
                  </a:lnTo>
                  <a:lnTo>
                    <a:pt x="8316" y="1462"/>
                  </a:lnTo>
                  <a:lnTo>
                    <a:pt x="8158" y="1245"/>
                  </a:lnTo>
                  <a:lnTo>
                    <a:pt x="8000" y="1047"/>
                  </a:lnTo>
                  <a:lnTo>
                    <a:pt x="7823" y="869"/>
                  </a:lnTo>
                  <a:lnTo>
                    <a:pt x="7665" y="711"/>
                  </a:lnTo>
                  <a:lnTo>
                    <a:pt x="7507" y="553"/>
                  </a:lnTo>
                  <a:lnTo>
                    <a:pt x="7329" y="435"/>
                  </a:lnTo>
                  <a:lnTo>
                    <a:pt x="7171" y="316"/>
                  </a:lnTo>
                  <a:lnTo>
                    <a:pt x="7013" y="237"/>
                  </a:lnTo>
                  <a:lnTo>
                    <a:pt x="6835" y="158"/>
                  </a:lnTo>
                  <a:lnTo>
                    <a:pt x="6677" y="99"/>
                  </a:lnTo>
                  <a:lnTo>
                    <a:pt x="6519" y="60"/>
                  </a:lnTo>
                  <a:lnTo>
                    <a:pt x="6361" y="20"/>
                  </a:lnTo>
                  <a:lnTo>
                    <a:pt x="6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20"/>
            <p:cNvSpPr/>
            <p:nvPr/>
          </p:nvSpPr>
          <p:spPr>
            <a:xfrm>
              <a:off x="-826250" y="3285750"/>
              <a:ext cx="215325" cy="330875"/>
            </a:xfrm>
            <a:custGeom>
              <a:rect b="b" l="l" r="r" t="t"/>
              <a:pathLst>
                <a:path extrusionOk="0" h="13235" w="8613">
                  <a:moveTo>
                    <a:pt x="5511" y="1"/>
                  </a:moveTo>
                  <a:lnTo>
                    <a:pt x="5353" y="20"/>
                  </a:lnTo>
                  <a:lnTo>
                    <a:pt x="5215" y="60"/>
                  </a:lnTo>
                  <a:lnTo>
                    <a:pt x="5097" y="99"/>
                  </a:lnTo>
                  <a:lnTo>
                    <a:pt x="4998" y="139"/>
                  </a:lnTo>
                  <a:lnTo>
                    <a:pt x="4899" y="198"/>
                  </a:lnTo>
                  <a:lnTo>
                    <a:pt x="4820" y="277"/>
                  </a:lnTo>
                  <a:lnTo>
                    <a:pt x="4682" y="396"/>
                  </a:lnTo>
                  <a:lnTo>
                    <a:pt x="4603" y="514"/>
                  </a:lnTo>
                  <a:lnTo>
                    <a:pt x="4544" y="652"/>
                  </a:lnTo>
                  <a:lnTo>
                    <a:pt x="4050" y="1541"/>
                  </a:lnTo>
                  <a:lnTo>
                    <a:pt x="2884" y="3615"/>
                  </a:lnTo>
                  <a:lnTo>
                    <a:pt x="2213" y="4820"/>
                  </a:lnTo>
                  <a:lnTo>
                    <a:pt x="1601" y="5986"/>
                  </a:lnTo>
                  <a:lnTo>
                    <a:pt x="1087" y="6973"/>
                  </a:lnTo>
                  <a:lnTo>
                    <a:pt x="890" y="7388"/>
                  </a:lnTo>
                  <a:lnTo>
                    <a:pt x="751" y="7724"/>
                  </a:lnTo>
                  <a:lnTo>
                    <a:pt x="534" y="8297"/>
                  </a:lnTo>
                  <a:lnTo>
                    <a:pt x="336" y="8889"/>
                  </a:lnTo>
                  <a:lnTo>
                    <a:pt x="178" y="9501"/>
                  </a:lnTo>
                  <a:lnTo>
                    <a:pt x="60" y="10074"/>
                  </a:lnTo>
                  <a:lnTo>
                    <a:pt x="20" y="10351"/>
                  </a:lnTo>
                  <a:lnTo>
                    <a:pt x="1" y="10627"/>
                  </a:lnTo>
                  <a:lnTo>
                    <a:pt x="1" y="10884"/>
                  </a:lnTo>
                  <a:lnTo>
                    <a:pt x="20" y="11141"/>
                  </a:lnTo>
                  <a:lnTo>
                    <a:pt x="40" y="11378"/>
                  </a:lnTo>
                  <a:lnTo>
                    <a:pt x="99" y="11595"/>
                  </a:lnTo>
                  <a:lnTo>
                    <a:pt x="159" y="11773"/>
                  </a:lnTo>
                  <a:lnTo>
                    <a:pt x="257" y="11951"/>
                  </a:lnTo>
                  <a:lnTo>
                    <a:pt x="376" y="12128"/>
                  </a:lnTo>
                  <a:lnTo>
                    <a:pt x="534" y="12286"/>
                  </a:lnTo>
                  <a:lnTo>
                    <a:pt x="712" y="12444"/>
                  </a:lnTo>
                  <a:lnTo>
                    <a:pt x="909" y="12603"/>
                  </a:lnTo>
                  <a:lnTo>
                    <a:pt x="1127" y="12741"/>
                  </a:lnTo>
                  <a:lnTo>
                    <a:pt x="1364" y="12859"/>
                  </a:lnTo>
                  <a:lnTo>
                    <a:pt x="1640" y="12978"/>
                  </a:lnTo>
                  <a:lnTo>
                    <a:pt x="1917" y="13077"/>
                  </a:lnTo>
                  <a:lnTo>
                    <a:pt x="2213" y="13156"/>
                  </a:lnTo>
                  <a:lnTo>
                    <a:pt x="2509" y="13195"/>
                  </a:lnTo>
                  <a:lnTo>
                    <a:pt x="2825" y="13235"/>
                  </a:lnTo>
                  <a:lnTo>
                    <a:pt x="3141" y="13215"/>
                  </a:lnTo>
                  <a:lnTo>
                    <a:pt x="3477" y="13195"/>
                  </a:lnTo>
                  <a:lnTo>
                    <a:pt x="3813" y="13116"/>
                  </a:lnTo>
                  <a:lnTo>
                    <a:pt x="4168" y="12998"/>
                  </a:lnTo>
                  <a:lnTo>
                    <a:pt x="4504" y="12859"/>
                  </a:lnTo>
                  <a:lnTo>
                    <a:pt x="4840" y="12662"/>
                  </a:lnTo>
                  <a:lnTo>
                    <a:pt x="5156" y="12444"/>
                  </a:lnTo>
                  <a:lnTo>
                    <a:pt x="5452" y="12188"/>
                  </a:lnTo>
                  <a:lnTo>
                    <a:pt x="5729" y="11931"/>
                  </a:lnTo>
                  <a:lnTo>
                    <a:pt x="5986" y="11635"/>
                  </a:lnTo>
                  <a:lnTo>
                    <a:pt x="6223" y="11319"/>
                  </a:lnTo>
                  <a:lnTo>
                    <a:pt x="6440" y="11003"/>
                  </a:lnTo>
                  <a:lnTo>
                    <a:pt x="6657" y="10667"/>
                  </a:lnTo>
                  <a:lnTo>
                    <a:pt x="6855" y="10331"/>
                  </a:lnTo>
                  <a:lnTo>
                    <a:pt x="7032" y="9975"/>
                  </a:lnTo>
                  <a:lnTo>
                    <a:pt x="7368" y="9284"/>
                  </a:lnTo>
                  <a:lnTo>
                    <a:pt x="7645" y="8632"/>
                  </a:lnTo>
                  <a:lnTo>
                    <a:pt x="7901" y="8020"/>
                  </a:lnTo>
                  <a:lnTo>
                    <a:pt x="8119" y="7427"/>
                  </a:lnTo>
                  <a:lnTo>
                    <a:pt x="8297" y="6815"/>
                  </a:lnTo>
                  <a:lnTo>
                    <a:pt x="8455" y="6183"/>
                  </a:lnTo>
                  <a:lnTo>
                    <a:pt x="8514" y="5867"/>
                  </a:lnTo>
                  <a:lnTo>
                    <a:pt x="8553" y="5551"/>
                  </a:lnTo>
                  <a:lnTo>
                    <a:pt x="8593" y="5215"/>
                  </a:lnTo>
                  <a:lnTo>
                    <a:pt x="8613" y="4899"/>
                  </a:lnTo>
                  <a:lnTo>
                    <a:pt x="8613" y="4583"/>
                  </a:lnTo>
                  <a:lnTo>
                    <a:pt x="8613" y="4267"/>
                  </a:lnTo>
                  <a:lnTo>
                    <a:pt x="8573" y="3971"/>
                  </a:lnTo>
                  <a:lnTo>
                    <a:pt x="8534" y="3655"/>
                  </a:lnTo>
                  <a:lnTo>
                    <a:pt x="8474" y="3339"/>
                  </a:lnTo>
                  <a:lnTo>
                    <a:pt x="8395" y="3042"/>
                  </a:lnTo>
                  <a:lnTo>
                    <a:pt x="8297" y="2746"/>
                  </a:lnTo>
                  <a:lnTo>
                    <a:pt x="8198" y="2470"/>
                  </a:lnTo>
                  <a:lnTo>
                    <a:pt x="8079" y="2193"/>
                  </a:lnTo>
                  <a:lnTo>
                    <a:pt x="7961" y="1936"/>
                  </a:lnTo>
                  <a:lnTo>
                    <a:pt x="7822" y="1680"/>
                  </a:lnTo>
                  <a:lnTo>
                    <a:pt x="7664" y="1443"/>
                  </a:lnTo>
                  <a:lnTo>
                    <a:pt x="7506" y="1225"/>
                  </a:lnTo>
                  <a:lnTo>
                    <a:pt x="7348" y="1028"/>
                  </a:lnTo>
                  <a:lnTo>
                    <a:pt x="7190" y="830"/>
                  </a:lnTo>
                  <a:lnTo>
                    <a:pt x="7013" y="652"/>
                  </a:lnTo>
                  <a:lnTo>
                    <a:pt x="6835" y="494"/>
                  </a:lnTo>
                  <a:lnTo>
                    <a:pt x="6657" y="376"/>
                  </a:lnTo>
                  <a:lnTo>
                    <a:pt x="6460" y="257"/>
                  </a:lnTo>
                  <a:lnTo>
                    <a:pt x="6262" y="159"/>
                  </a:lnTo>
                  <a:lnTo>
                    <a:pt x="6065" y="80"/>
                  </a:lnTo>
                  <a:lnTo>
                    <a:pt x="5867" y="40"/>
                  </a:lnTo>
                  <a:lnTo>
                    <a:pt x="5689" y="20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20"/>
            <p:cNvSpPr/>
            <p:nvPr/>
          </p:nvSpPr>
          <p:spPr>
            <a:xfrm>
              <a:off x="-911675" y="3264025"/>
              <a:ext cx="249900" cy="354575"/>
            </a:xfrm>
            <a:custGeom>
              <a:rect b="b" l="l" r="r" t="t"/>
              <a:pathLst>
                <a:path extrusionOk="0" h="14183" w="9996">
                  <a:moveTo>
                    <a:pt x="5808" y="1"/>
                  </a:moveTo>
                  <a:lnTo>
                    <a:pt x="5689" y="20"/>
                  </a:lnTo>
                  <a:lnTo>
                    <a:pt x="5571" y="40"/>
                  </a:lnTo>
                  <a:lnTo>
                    <a:pt x="5452" y="99"/>
                  </a:lnTo>
                  <a:lnTo>
                    <a:pt x="5215" y="198"/>
                  </a:lnTo>
                  <a:lnTo>
                    <a:pt x="5018" y="336"/>
                  </a:lnTo>
                  <a:lnTo>
                    <a:pt x="4860" y="494"/>
                  </a:lnTo>
                  <a:lnTo>
                    <a:pt x="4721" y="613"/>
                  </a:lnTo>
                  <a:lnTo>
                    <a:pt x="4623" y="731"/>
                  </a:lnTo>
                  <a:lnTo>
                    <a:pt x="4010" y="1956"/>
                  </a:lnTo>
                  <a:lnTo>
                    <a:pt x="2647" y="4741"/>
                  </a:lnTo>
                  <a:lnTo>
                    <a:pt x="1877" y="6341"/>
                  </a:lnTo>
                  <a:lnTo>
                    <a:pt x="1166" y="7862"/>
                  </a:lnTo>
                  <a:lnTo>
                    <a:pt x="593" y="9146"/>
                  </a:lnTo>
                  <a:lnTo>
                    <a:pt x="396" y="9659"/>
                  </a:lnTo>
                  <a:lnTo>
                    <a:pt x="257" y="10054"/>
                  </a:lnTo>
                  <a:lnTo>
                    <a:pt x="178" y="10370"/>
                  </a:lnTo>
                  <a:lnTo>
                    <a:pt x="99" y="10686"/>
                  </a:lnTo>
                  <a:lnTo>
                    <a:pt x="40" y="10983"/>
                  </a:lnTo>
                  <a:lnTo>
                    <a:pt x="20" y="11259"/>
                  </a:lnTo>
                  <a:lnTo>
                    <a:pt x="1" y="11516"/>
                  </a:lnTo>
                  <a:lnTo>
                    <a:pt x="1" y="11773"/>
                  </a:lnTo>
                  <a:lnTo>
                    <a:pt x="20" y="12010"/>
                  </a:lnTo>
                  <a:lnTo>
                    <a:pt x="60" y="12227"/>
                  </a:lnTo>
                  <a:lnTo>
                    <a:pt x="139" y="12444"/>
                  </a:lnTo>
                  <a:lnTo>
                    <a:pt x="218" y="12642"/>
                  </a:lnTo>
                  <a:lnTo>
                    <a:pt x="317" y="12839"/>
                  </a:lnTo>
                  <a:lnTo>
                    <a:pt x="435" y="13017"/>
                  </a:lnTo>
                  <a:lnTo>
                    <a:pt x="573" y="13175"/>
                  </a:lnTo>
                  <a:lnTo>
                    <a:pt x="731" y="13333"/>
                  </a:lnTo>
                  <a:lnTo>
                    <a:pt x="929" y="13491"/>
                  </a:lnTo>
                  <a:lnTo>
                    <a:pt x="1126" y="13630"/>
                  </a:lnTo>
                  <a:lnTo>
                    <a:pt x="1344" y="13748"/>
                  </a:lnTo>
                  <a:lnTo>
                    <a:pt x="1581" y="13867"/>
                  </a:lnTo>
                  <a:lnTo>
                    <a:pt x="1837" y="13965"/>
                  </a:lnTo>
                  <a:lnTo>
                    <a:pt x="2114" y="14044"/>
                  </a:lnTo>
                  <a:lnTo>
                    <a:pt x="2391" y="14104"/>
                  </a:lnTo>
                  <a:lnTo>
                    <a:pt x="2687" y="14163"/>
                  </a:lnTo>
                  <a:lnTo>
                    <a:pt x="2983" y="14183"/>
                  </a:lnTo>
                  <a:lnTo>
                    <a:pt x="3279" y="14183"/>
                  </a:lnTo>
                  <a:lnTo>
                    <a:pt x="3615" y="14163"/>
                  </a:lnTo>
                  <a:lnTo>
                    <a:pt x="3931" y="14104"/>
                  </a:lnTo>
                  <a:lnTo>
                    <a:pt x="4247" y="14044"/>
                  </a:lnTo>
                  <a:lnTo>
                    <a:pt x="4583" y="13946"/>
                  </a:lnTo>
                  <a:lnTo>
                    <a:pt x="4919" y="13807"/>
                  </a:lnTo>
                  <a:lnTo>
                    <a:pt x="5255" y="13649"/>
                  </a:lnTo>
                  <a:lnTo>
                    <a:pt x="5590" y="13452"/>
                  </a:lnTo>
                  <a:lnTo>
                    <a:pt x="5906" y="13234"/>
                  </a:lnTo>
                  <a:lnTo>
                    <a:pt x="6242" y="12997"/>
                  </a:lnTo>
                  <a:lnTo>
                    <a:pt x="6538" y="12721"/>
                  </a:lnTo>
                  <a:lnTo>
                    <a:pt x="6815" y="12444"/>
                  </a:lnTo>
                  <a:lnTo>
                    <a:pt x="7092" y="12148"/>
                  </a:lnTo>
                  <a:lnTo>
                    <a:pt x="7348" y="11832"/>
                  </a:lnTo>
                  <a:lnTo>
                    <a:pt x="7585" y="11516"/>
                  </a:lnTo>
                  <a:lnTo>
                    <a:pt x="7822" y="11161"/>
                  </a:lnTo>
                  <a:lnTo>
                    <a:pt x="8040" y="10805"/>
                  </a:lnTo>
                  <a:lnTo>
                    <a:pt x="8257" y="10449"/>
                  </a:lnTo>
                  <a:lnTo>
                    <a:pt x="8454" y="10074"/>
                  </a:lnTo>
                  <a:lnTo>
                    <a:pt x="8830" y="9284"/>
                  </a:lnTo>
                  <a:lnTo>
                    <a:pt x="9185" y="8454"/>
                  </a:lnTo>
                  <a:lnTo>
                    <a:pt x="9521" y="7585"/>
                  </a:lnTo>
                  <a:lnTo>
                    <a:pt x="9679" y="7131"/>
                  </a:lnTo>
                  <a:lnTo>
                    <a:pt x="9798" y="6697"/>
                  </a:lnTo>
                  <a:lnTo>
                    <a:pt x="9896" y="6282"/>
                  </a:lnTo>
                  <a:lnTo>
                    <a:pt x="9956" y="5867"/>
                  </a:lnTo>
                  <a:lnTo>
                    <a:pt x="9995" y="5472"/>
                  </a:lnTo>
                  <a:lnTo>
                    <a:pt x="9995" y="5077"/>
                  </a:lnTo>
                  <a:lnTo>
                    <a:pt x="9975" y="4682"/>
                  </a:lnTo>
                  <a:lnTo>
                    <a:pt x="9936" y="4307"/>
                  </a:lnTo>
                  <a:lnTo>
                    <a:pt x="9877" y="3951"/>
                  </a:lnTo>
                  <a:lnTo>
                    <a:pt x="9798" y="3595"/>
                  </a:lnTo>
                  <a:lnTo>
                    <a:pt x="9679" y="3260"/>
                  </a:lnTo>
                  <a:lnTo>
                    <a:pt x="9541" y="2924"/>
                  </a:lnTo>
                  <a:lnTo>
                    <a:pt x="9403" y="2608"/>
                  </a:lnTo>
                  <a:lnTo>
                    <a:pt x="9225" y="2292"/>
                  </a:lnTo>
                  <a:lnTo>
                    <a:pt x="9027" y="1996"/>
                  </a:lnTo>
                  <a:lnTo>
                    <a:pt x="8830" y="1719"/>
                  </a:lnTo>
                  <a:lnTo>
                    <a:pt x="8612" y="1462"/>
                  </a:lnTo>
                  <a:lnTo>
                    <a:pt x="8395" y="1225"/>
                  </a:lnTo>
                  <a:lnTo>
                    <a:pt x="8178" y="1028"/>
                  </a:lnTo>
                  <a:lnTo>
                    <a:pt x="7961" y="830"/>
                  </a:lnTo>
                  <a:lnTo>
                    <a:pt x="7763" y="692"/>
                  </a:lnTo>
                  <a:lnTo>
                    <a:pt x="7566" y="554"/>
                  </a:lnTo>
                  <a:lnTo>
                    <a:pt x="7368" y="435"/>
                  </a:lnTo>
                  <a:lnTo>
                    <a:pt x="7190" y="336"/>
                  </a:lnTo>
                  <a:lnTo>
                    <a:pt x="6835" y="198"/>
                  </a:lnTo>
                  <a:lnTo>
                    <a:pt x="6499" y="99"/>
                  </a:lnTo>
                  <a:lnTo>
                    <a:pt x="6203" y="40"/>
                  </a:lnTo>
                  <a:lnTo>
                    <a:pt x="5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20"/>
            <p:cNvSpPr/>
            <p:nvPr/>
          </p:nvSpPr>
          <p:spPr>
            <a:xfrm>
              <a:off x="-899325" y="3276875"/>
              <a:ext cx="221250" cy="328400"/>
            </a:xfrm>
            <a:custGeom>
              <a:rect b="b" l="l" r="r" t="t"/>
              <a:pathLst>
                <a:path extrusionOk="0" h="13136" w="8850">
                  <a:moveTo>
                    <a:pt x="5274" y="0"/>
                  </a:moveTo>
                  <a:lnTo>
                    <a:pt x="5136" y="40"/>
                  </a:lnTo>
                  <a:lnTo>
                    <a:pt x="5017" y="79"/>
                  </a:lnTo>
                  <a:lnTo>
                    <a:pt x="4899" y="138"/>
                  </a:lnTo>
                  <a:lnTo>
                    <a:pt x="4721" y="257"/>
                  </a:lnTo>
                  <a:lnTo>
                    <a:pt x="4583" y="375"/>
                  </a:lnTo>
                  <a:lnTo>
                    <a:pt x="4464" y="494"/>
                  </a:lnTo>
                  <a:lnTo>
                    <a:pt x="4385" y="612"/>
                  </a:lnTo>
                  <a:lnTo>
                    <a:pt x="3773" y="1936"/>
                  </a:lnTo>
                  <a:lnTo>
                    <a:pt x="2390" y="4938"/>
                  </a:lnTo>
                  <a:lnTo>
                    <a:pt x="1620" y="6597"/>
                  </a:lnTo>
                  <a:lnTo>
                    <a:pt x="929" y="8118"/>
                  </a:lnTo>
                  <a:lnTo>
                    <a:pt x="415" y="9323"/>
                  </a:lnTo>
                  <a:lnTo>
                    <a:pt x="237" y="9758"/>
                  </a:lnTo>
                  <a:lnTo>
                    <a:pt x="139" y="10034"/>
                  </a:lnTo>
                  <a:lnTo>
                    <a:pt x="79" y="10232"/>
                  </a:lnTo>
                  <a:lnTo>
                    <a:pt x="40" y="10429"/>
                  </a:lnTo>
                  <a:lnTo>
                    <a:pt x="20" y="10647"/>
                  </a:lnTo>
                  <a:lnTo>
                    <a:pt x="0" y="10844"/>
                  </a:lnTo>
                  <a:lnTo>
                    <a:pt x="0" y="11061"/>
                  </a:lnTo>
                  <a:lnTo>
                    <a:pt x="20" y="11259"/>
                  </a:lnTo>
                  <a:lnTo>
                    <a:pt x="40" y="11456"/>
                  </a:lnTo>
                  <a:lnTo>
                    <a:pt x="79" y="11654"/>
                  </a:lnTo>
                  <a:lnTo>
                    <a:pt x="139" y="11851"/>
                  </a:lnTo>
                  <a:lnTo>
                    <a:pt x="218" y="12029"/>
                  </a:lnTo>
                  <a:lnTo>
                    <a:pt x="297" y="12187"/>
                  </a:lnTo>
                  <a:lnTo>
                    <a:pt x="415" y="12345"/>
                  </a:lnTo>
                  <a:lnTo>
                    <a:pt x="534" y="12483"/>
                  </a:lnTo>
                  <a:lnTo>
                    <a:pt x="672" y="12622"/>
                  </a:lnTo>
                  <a:lnTo>
                    <a:pt x="850" y="12720"/>
                  </a:lnTo>
                  <a:lnTo>
                    <a:pt x="1027" y="12799"/>
                  </a:lnTo>
                  <a:lnTo>
                    <a:pt x="1423" y="12938"/>
                  </a:lnTo>
                  <a:lnTo>
                    <a:pt x="1877" y="13037"/>
                  </a:lnTo>
                  <a:lnTo>
                    <a:pt x="2351" y="13116"/>
                  </a:lnTo>
                  <a:lnTo>
                    <a:pt x="2845" y="13135"/>
                  </a:lnTo>
                  <a:lnTo>
                    <a:pt x="3101" y="13135"/>
                  </a:lnTo>
                  <a:lnTo>
                    <a:pt x="3338" y="13116"/>
                  </a:lnTo>
                  <a:lnTo>
                    <a:pt x="3575" y="13076"/>
                  </a:lnTo>
                  <a:lnTo>
                    <a:pt x="3813" y="13017"/>
                  </a:lnTo>
                  <a:lnTo>
                    <a:pt x="4050" y="12958"/>
                  </a:lnTo>
                  <a:lnTo>
                    <a:pt x="4287" y="12878"/>
                  </a:lnTo>
                  <a:lnTo>
                    <a:pt x="4504" y="12799"/>
                  </a:lnTo>
                  <a:lnTo>
                    <a:pt x="4721" y="12681"/>
                  </a:lnTo>
                  <a:lnTo>
                    <a:pt x="4919" y="12543"/>
                  </a:lnTo>
                  <a:lnTo>
                    <a:pt x="5136" y="12385"/>
                  </a:lnTo>
                  <a:lnTo>
                    <a:pt x="5353" y="12227"/>
                  </a:lnTo>
                  <a:lnTo>
                    <a:pt x="5570" y="12029"/>
                  </a:lnTo>
                  <a:lnTo>
                    <a:pt x="5807" y="11812"/>
                  </a:lnTo>
                  <a:lnTo>
                    <a:pt x="6025" y="11575"/>
                  </a:lnTo>
                  <a:lnTo>
                    <a:pt x="6262" y="11318"/>
                  </a:lnTo>
                  <a:lnTo>
                    <a:pt x="6479" y="11042"/>
                  </a:lnTo>
                  <a:lnTo>
                    <a:pt x="6696" y="10745"/>
                  </a:lnTo>
                  <a:lnTo>
                    <a:pt x="6914" y="10429"/>
                  </a:lnTo>
                  <a:lnTo>
                    <a:pt x="7111" y="10113"/>
                  </a:lnTo>
                  <a:lnTo>
                    <a:pt x="7328" y="9758"/>
                  </a:lnTo>
                  <a:lnTo>
                    <a:pt x="7506" y="9402"/>
                  </a:lnTo>
                  <a:lnTo>
                    <a:pt x="7684" y="9027"/>
                  </a:lnTo>
                  <a:lnTo>
                    <a:pt x="7862" y="8632"/>
                  </a:lnTo>
                  <a:lnTo>
                    <a:pt x="8020" y="8217"/>
                  </a:lnTo>
                  <a:lnTo>
                    <a:pt x="8276" y="7447"/>
                  </a:lnTo>
                  <a:lnTo>
                    <a:pt x="8494" y="6736"/>
                  </a:lnTo>
                  <a:lnTo>
                    <a:pt x="8672" y="6104"/>
                  </a:lnTo>
                  <a:lnTo>
                    <a:pt x="8770" y="5491"/>
                  </a:lnTo>
                  <a:lnTo>
                    <a:pt x="8810" y="5195"/>
                  </a:lnTo>
                  <a:lnTo>
                    <a:pt x="8849" y="4918"/>
                  </a:lnTo>
                  <a:lnTo>
                    <a:pt x="8849" y="4622"/>
                  </a:lnTo>
                  <a:lnTo>
                    <a:pt x="8849" y="4326"/>
                  </a:lnTo>
                  <a:lnTo>
                    <a:pt x="8830" y="4030"/>
                  </a:lnTo>
                  <a:lnTo>
                    <a:pt x="8810" y="3733"/>
                  </a:lnTo>
                  <a:lnTo>
                    <a:pt x="8691" y="3081"/>
                  </a:lnTo>
                  <a:lnTo>
                    <a:pt x="8612" y="2765"/>
                  </a:lnTo>
                  <a:lnTo>
                    <a:pt x="8513" y="2449"/>
                  </a:lnTo>
                  <a:lnTo>
                    <a:pt x="8375" y="2153"/>
                  </a:lnTo>
                  <a:lnTo>
                    <a:pt x="8217" y="1877"/>
                  </a:lnTo>
                  <a:lnTo>
                    <a:pt x="8039" y="1620"/>
                  </a:lnTo>
                  <a:lnTo>
                    <a:pt x="7842" y="1363"/>
                  </a:lnTo>
                  <a:lnTo>
                    <a:pt x="7625" y="1146"/>
                  </a:lnTo>
                  <a:lnTo>
                    <a:pt x="7407" y="928"/>
                  </a:lnTo>
                  <a:lnTo>
                    <a:pt x="7190" y="751"/>
                  </a:lnTo>
                  <a:lnTo>
                    <a:pt x="6973" y="593"/>
                  </a:lnTo>
                  <a:lnTo>
                    <a:pt x="6736" y="435"/>
                  </a:lnTo>
                  <a:lnTo>
                    <a:pt x="6519" y="316"/>
                  </a:lnTo>
                  <a:lnTo>
                    <a:pt x="6301" y="198"/>
                  </a:lnTo>
                  <a:lnTo>
                    <a:pt x="6084" y="119"/>
                  </a:lnTo>
                  <a:lnTo>
                    <a:pt x="5906" y="59"/>
                  </a:lnTo>
                  <a:lnTo>
                    <a:pt x="5728" y="2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20"/>
            <p:cNvSpPr/>
            <p:nvPr/>
          </p:nvSpPr>
          <p:spPr>
            <a:xfrm>
              <a:off x="-1012900" y="3249225"/>
              <a:ext cx="277050" cy="358025"/>
            </a:xfrm>
            <a:custGeom>
              <a:rect b="b" l="l" r="r" t="t"/>
              <a:pathLst>
                <a:path extrusionOk="0" h="14321" w="11082">
                  <a:moveTo>
                    <a:pt x="6894" y="0"/>
                  </a:moveTo>
                  <a:lnTo>
                    <a:pt x="6716" y="20"/>
                  </a:lnTo>
                  <a:lnTo>
                    <a:pt x="6538" y="59"/>
                  </a:lnTo>
                  <a:lnTo>
                    <a:pt x="6440" y="119"/>
                  </a:lnTo>
                  <a:lnTo>
                    <a:pt x="6321" y="217"/>
                  </a:lnTo>
                  <a:lnTo>
                    <a:pt x="6183" y="356"/>
                  </a:lnTo>
                  <a:lnTo>
                    <a:pt x="6025" y="533"/>
                  </a:lnTo>
                  <a:lnTo>
                    <a:pt x="5669" y="1007"/>
                  </a:lnTo>
                  <a:lnTo>
                    <a:pt x="5254" y="1620"/>
                  </a:lnTo>
                  <a:lnTo>
                    <a:pt x="4780" y="2311"/>
                  </a:lnTo>
                  <a:lnTo>
                    <a:pt x="4287" y="3081"/>
                  </a:lnTo>
                  <a:lnTo>
                    <a:pt x="3279" y="4741"/>
                  </a:lnTo>
                  <a:lnTo>
                    <a:pt x="2311" y="6400"/>
                  </a:lnTo>
                  <a:lnTo>
                    <a:pt x="1482" y="7822"/>
                  </a:lnTo>
                  <a:lnTo>
                    <a:pt x="711" y="9204"/>
                  </a:lnTo>
                  <a:lnTo>
                    <a:pt x="652" y="9264"/>
                  </a:lnTo>
                  <a:lnTo>
                    <a:pt x="514" y="9461"/>
                  </a:lnTo>
                  <a:lnTo>
                    <a:pt x="336" y="9758"/>
                  </a:lnTo>
                  <a:lnTo>
                    <a:pt x="257" y="9935"/>
                  </a:lnTo>
                  <a:lnTo>
                    <a:pt x="178" y="10133"/>
                  </a:lnTo>
                  <a:lnTo>
                    <a:pt x="99" y="10350"/>
                  </a:lnTo>
                  <a:lnTo>
                    <a:pt x="40" y="10587"/>
                  </a:lnTo>
                  <a:lnTo>
                    <a:pt x="20" y="10844"/>
                  </a:lnTo>
                  <a:lnTo>
                    <a:pt x="0" y="11101"/>
                  </a:lnTo>
                  <a:lnTo>
                    <a:pt x="20" y="11357"/>
                  </a:lnTo>
                  <a:lnTo>
                    <a:pt x="79" y="11634"/>
                  </a:lnTo>
                  <a:lnTo>
                    <a:pt x="178" y="11930"/>
                  </a:lnTo>
                  <a:lnTo>
                    <a:pt x="316" y="12207"/>
                  </a:lnTo>
                  <a:lnTo>
                    <a:pt x="514" y="12483"/>
                  </a:lnTo>
                  <a:lnTo>
                    <a:pt x="711" y="12720"/>
                  </a:lnTo>
                  <a:lnTo>
                    <a:pt x="948" y="12957"/>
                  </a:lnTo>
                  <a:lnTo>
                    <a:pt x="1186" y="13155"/>
                  </a:lnTo>
                  <a:lnTo>
                    <a:pt x="1462" y="13352"/>
                  </a:lnTo>
                  <a:lnTo>
                    <a:pt x="1739" y="13530"/>
                  </a:lnTo>
                  <a:lnTo>
                    <a:pt x="2035" y="13668"/>
                  </a:lnTo>
                  <a:lnTo>
                    <a:pt x="2331" y="13807"/>
                  </a:lnTo>
                  <a:lnTo>
                    <a:pt x="2627" y="13925"/>
                  </a:lnTo>
                  <a:lnTo>
                    <a:pt x="2924" y="14024"/>
                  </a:lnTo>
                  <a:lnTo>
                    <a:pt x="3220" y="14103"/>
                  </a:lnTo>
                  <a:lnTo>
                    <a:pt x="3516" y="14182"/>
                  </a:lnTo>
                  <a:lnTo>
                    <a:pt x="3793" y="14241"/>
                  </a:lnTo>
                  <a:lnTo>
                    <a:pt x="4069" y="14281"/>
                  </a:lnTo>
                  <a:lnTo>
                    <a:pt x="4563" y="14320"/>
                  </a:lnTo>
                  <a:lnTo>
                    <a:pt x="4780" y="14320"/>
                  </a:lnTo>
                  <a:lnTo>
                    <a:pt x="5017" y="14301"/>
                  </a:lnTo>
                  <a:lnTo>
                    <a:pt x="5235" y="14281"/>
                  </a:lnTo>
                  <a:lnTo>
                    <a:pt x="5452" y="14241"/>
                  </a:lnTo>
                  <a:lnTo>
                    <a:pt x="5669" y="14162"/>
                  </a:lnTo>
                  <a:lnTo>
                    <a:pt x="5886" y="14103"/>
                  </a:lnTo>
                  <a:lnTo>
                    <a:pt x="6104" y="14004"/>
                  </a:lnTo>
                  <a:lnTo>
                    <a:pt x="6301" y="13905"/>
                  </a:lnTo>
                  <a:lnTo>
                    <a:pt x="6499" y="13787"/>
                  </a:lnTo>
                  <a:lnTo>
                    <a:pt x="6696" y="13649"/>
                  </a:lnTo>
                  <a:lnTo>
                    <a:pt x="6894" y="13510"/>
                  </a:lnTo>
                  <a:lnTo>
                    <a:pt x="7072" y="13352"/>
                  </a:lnTo>
                  <a:lnTo>
                    <a:pt x="7249" y="13194"/>
                  </a:lnTo>
                  <a:lnTo>
                    <a:pt x="7407" y="13017"/>
                  </a:lnTo>
                  <a:lnTo>
                    <a:pt x="7565" y="12819"/>
                  </a:lnTo>
                  <a:lnTo>
                    <a:pt x="7723" y="12622"/>
                  </a:lnTo>
                  <a:lnTo>
                    <a:pt x="8079" y="12128"/>
                  </a:lnTo>
                  <a:lnTo>
                    <a:pt x="8514" y="11456"/>
                  </a:lnTo>
                  <a:lnTo>
                    <a:pt x="8988" y="10646"/>
                  </a:lnTo>
                  <a:lnTo>
                    <a:pt x="9481" y="9738"/>
                  </a:lnTo>
                  <a:lnTo>
                    <a:pt x="9955" y="8809"/>
                  </a:lnTo>
                  <a:lnTo>
                    <a:pt x="10173" y="8335"/>
                  </a:lnTo>
                  <a:lnTo>
                    <a:pt x="10370" y="7881"/>
                  </a:lnTo>
                  <a:lnTo>
                    <a:pt x="10548" y="7427"/>
                  </a:lnTo>
                  <a:lnTo>
                    <a:pt x="10706" y="6992"/>
                  </a:lnTo>
                  <a:lnTo>
                    <a:pt x="10825" y="6577"/>
                  </a:lnTo>
                  <a:lnTo>
                    <a:pt x="10923" y="6202"/>
                  </a:lnTo>
                  <a:lnTo>
                    <a:pt x="10983" y="5847"/>
                  </a:lnTo>
                  <a:lnTo>
                    <a:pt x="11022" y="5491"/>
                  </a:lnTo>
                  <a:lnTo>
                    <a:pt x="11062" y="5155"/>
                  </a:lnTo>
                  <a:lnTo>
                    <a:pt x="11081" y="4839"/>
                  </a:lnTo>
                  <a:lnTo>
                    <a:pt x="11081" y="4523"/>
                  </a:lnTo>
                  <a:lnTo>
                    <a:pt x="11062" y="4227"/>
                  </a:lnTo>
                  <a:lnTo>
                    <a:pt x="11022" y="3950"/>
                  </a:lnTo>
                  <a:lnTo>
                    <a:pt x="10983" y="3674"/>
                  </a:lnTo>
                  <a:lnTo>
                    <a:pt x="10923" y="3397"/>
                  </a:lnTo>
                  <a:lnTo>
                    <a:pt x="10844" y="3141"/>
                  </a:lnTo>
                  <a:lnTo>
                    <a:pt x="10745" y="2904"/>
                  </a:lnTo>
                  <a:lnTo>
                    <a:pt x="10627" y="2647"/>
                  </a:lnTo>
                  <a:lnTo>
                    <a:pt x="10489" y="2410"/>
                  </a:lnTo>
                  <a:lnTo>
                    <a:pt x="10331" y="2192"/>
                  </a:lnTo>
                  <a:lnTo>
                    <a:pt x="10153" y="1955"/>
                  </a:lnTo>
                  <a:lnTo>
                    <a:pt x="9975" y="1738"/>
                  </a:lnTo>
                  <a:lnTo>
                    <a:pt x="9541" y="1323"/>
                  </a:lnTo>
                  <a:lnTo>
                    <a:pt x="9106" y="948"/>
                  </a:lnTo>
                  <a:lnTo>
                    <a:pt x="8869" y="770"/>
                  </a:lnTo>
                  <a:lnTo>
                    <a:pt x="8632" y="612"/>
                  </a:lnTo>
                  <a:lnTo>
                    <a:pt x="8415" y="474"/>
                  </a:lnTo>
                  <a:lnTo>
                    <a:pt x="8178" y="356"/>
                  </a:lnTo>
                  <a:lnTo>
                    <a:pt x="7941" y="237"/>
                  </a:lnTo>
                  <a:lnTo>
                    <a:pt x="7723" y="158"/>
                  </a:lnTo>
                  <a:lnTo>
                    <a:pt x="7506" y="79"/>
                  </a:lnTo>
                  <a:lnTo>
                    <a:pt x="7289" y="40"/>
                  </a:lnTo>
                  <a:lnTo>
                    <a:pt x="7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20"/>
            <p:cNvSpPr/>
            <p:nvPr/>
          </p:nvSpPr>
          <p:spPr>
            <a:xfrm>
              <a:off x="-1298325" y="3095150"/>
              <a:ext cx="417775" cy="434075"/>
            </a:xfrm>
            <a:custGeom>
              <a:rect b="b" l="l" r="r" t="t"/>
              <a:pathLst>
                <a:path extrusionOk="0" h="17363" w="16711">
                  <a:moveTo>
                    <a:pt x="6973" y="0"/>
                  </a:moveTo>
                  <a:lnTo>
                    <a:pt x="6519" y="40"/>
                  </a:lnTo>
                  <a:lnTo>
                    <a:pt x="6084" y="119"/>
                  </a:lnTo>
                  <a:lnTo>
                    <a:pt x="5630" y="218"/>
                  </a:lnTo>
                  <a:lnTo>
                    <a:pt x="5196" y="356"/>
                  </a:lnTo>
                  <a:lnTo>
                    <a:pt x="4781" y="514"/>
                  </a:lnTo>
                  <a:lnTo>
                    <a:pt x="4366" y="711"/>
                  </a:lnTo>
                  <a:lnTo>
                    <a:pt x="3971" y="929"/>
                  </a:lnTo>
                  <a:lnTo>
                    <a:pt x="3596" y="1166"/>
                  </a:lnTo>
                  <a:lnTo>
                    <a:pt x="3240" y="1442"/>
                  </a:lnTo>
                  <a:lnTo>
                    <a:pt x="2904" y="1739"/>
                  </a:lnTo>
                  <a:lnTo>
                    <a:pt x="2588" y="2055"/>
                  </a:lnTo>
                  <a:lnTo>
                    <a:pt x="2292" y="2390"/>
                  </a:lnTo>
                  <a:lnTo>
                    <a:pt x="1996" y="2766"/>
                  </a:lnTo>
                  <a:lnTo>
                    <a:pt x="1719" y="3161"/>
                  </a:lnTo>
                  <a:lnTo>
                    <a:pt x="1443" y="3575"/>
                  </a:lnTo>
                  <a:lnTo>
                    <a:pt x="1206" y="4010"/>
                  </a:lnTo>
                  <a:lnTo>
                    <a:pt x="969" y="4445"/>
                  </a:lnTo>
                  <a:lnTo>
                    <a:pt x="751" y="4899"/>
                  </a:lnTo>
                  <a:lnTo>
                    <a:pt x="574" y="5353"/>
                  </a:lnTo>
                  <a:lnTo>
                    <a:pt x="396" y="5807"/>
                  </a:lnTo>
                  <a:lnTo>
                    <a:pt x="258" y="6282"/>
                  </a:lnTo>
                  <a:lnTo>
                    <a:pt x="159" y="6756"/>
                  </a:lnTo>
                  <a:lnTo>
                    <a:pt x="80" y="7210"/>
                  </a:lnTo>
                  <a:lnTo>
                    <a:pt x="20" y="7664"/>
                  </a:lnTo>
                  <a:lnTo>
                    <a:pt x="1" y="8118"/>
                  </a:lnTo>
                  <a:lnTo>
                    <a:pt x="20" y="8553"/>
                  </a:lnTo>
                  <a:lnTo>
                    <a:pt x="60" y="8751"/>
                  </a:lnTo>
                  <a:lnTo>
                    <a:pt x="99" y="8968"/>
                  </a:lnTo>
                  <a:lnTo>
                    <a:pt x="159" y="9185"/>
                  </a:lnTo>
                  <a:lnTo>
                    <a:pt x="238" y="9402"/>
                  </a:lnTo>
                  <a:lnTo>
                    <a:pt x="337" y="9620"/>
                  </a:lnTo>
                  <a:lnTo>
                    <a:pt x="435" y="9837"/>
                  </a:lnTo>
                  <a:lnTo>
                    <a:pt x="692" y="10271"/>
                  </a:lnTo>
                  <a:lnTo>
                    <a:pt x="1008" y="10686"/>
                  </a:lnTo>
                  <a:lnTo>
                    <a:pt x="1344" y="11121"/>
                  </a:lnTo>
                  <a:lnTo>
                    <a:pt x="1719" y="11536"/>
                  </a:lnTo>
                  <a:lnTo>
                    <a:pt x="2134" y="11950"/>
                  </a:lnTo>
                  <a:lnTo>
                    <a:pt x="2568" y="12345"/>
                  </a:lnTo>
                  <a:lnTo>
                    <a:pt x="3023" y="12740"/>
                  </a:lnTo>
                  <a:lnTo>
                    <a:pt x="3477" y="13116"/>
                  </a:lnTo>
                  <a:lnTo>
                    <a:pt x="3931" y="13491"/>
                  </a:lnTo>
                  <a:lnTo>
                    <a:pt x="4840" y="14182"/>
                  </a:lnTo>
                  <a:lnTo>
                    <a:pt x="5670" y="14795"/>
                  </a:lnTo>
                  <a:lnTo>
                    <a:pt x="7131" y="15861"/>
                  </a:lnTo>
                  <a:lnTo>
                    <a:pt x="8277" y="16711"/>
                  </a:lnTo>
                  <a:lnTo>
                    <a:pt x="8731" y="17027"/>
                  </a:lnTo>
                  <a:lnTo>
                    <a:pt x="9067" y="17244"/>
                  </a:lnTo>
                  <a:lnTo>
                    <a:pt x="9304" y="17362"/>
                  </a:lnTo>
                  <a:lnTo>
                    <a:pt x="9403" y="17362"/>
                  </a:lnTo>
                  <a:lnTo>
                    <a:pt x="11161" y="14360"/>
                  </a:lnTo>
                  <a:lnTo>
                    <a:pt x="12504" y="12049"/>
                  </a:lnTo>
                  <a:lnTo>
                    <a:pt x="13709" y="9995"/>
                  </a:lnTo>
                  <a:lnTo>
                    <a:pt x="14933" y="7921"/>
                  </a:lnTo>
                  <a:lnTo>
                    <a:pt x="16711" y="4919"/>
                  </a:lnTo>
                  <a:lnTo>
                    <a:pt x="15822" y="4326"/>
                  </a:lnTo>
                  <a:lnTo>
                    <a:pt x="13847" y="3062"/>
                  </a:lnTo>
                  <a:lnTo>
                    <a:pt x="12682" y="2331"/>
                  </a:lnTo>
                  <a:lnTo>
                    <a:pt x="11516" y="1620"/>
                  </a:lnTo>
                  <a:lnTo>
                    <a:pt x="10450" y="988"/>
                  </a:lnTo>
                  <a:lnTo>
                    <a:pt x="9975" y="731"/>
                  </a:lnTo>
                  <a:lnTo>
                    <a:pt x="9561" y="514"/>
                  </a:lnTo>
                  <a:lnTo>
                    <a:pt x="9146" y="336"/>
                  </a:lnTo>
                  <a:lnTo>
                    <a:pt x="8731" y="198"/>
                  </a:lnTo>
                  <a:lnTo>
                    <a:pt x="8297" y="99"/>
                  </a:lnTo>
                  <a:lnTo>
                    <a:pt x="7862" y="40"/>
                  </a:lnTo>
                  <a:lnTo>
                    <a:pt x="7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20"/>
            <p:cNvSpPr/>
            <p:nvPr/>
          </p:nvSpPr>
          <p:spPr>
            <a:xfrm>
              <a:off x="-880575" y="32181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A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20"/>
            <p:cNvSpPr/>
            <p:nvPr/>
          </p:nvSpPr>
          <p:spPr>
            <a:xfrm>
              <a:off x="-1510150" y="3967200"/>
              <a:ext cx="345675" cy="325450"/>
            </a:xfrm>
            <a:custGeom>
              <a:rect b="b" l="l" r="r" t="t"/>
              <a:pathLst>
                <a:path extrusionOk="0" h="13018" w="13827">
                  <a:moveTo>
                    <a:pt x="3872" y="1"/>
                  </a:moveTo>
                  <a:lnTo>
                    <a:pt x="3259" y="1047"/>
                  </a:lnTo>
                  <a:lnTo>
                    <a:pt x="1896" y="3378"/>
                  </a:lnTo>
                  <a:lnTo>
                    <a:pt x="1185" y="4623"/>
                  </a:lnTo>
                  <a:lnTo>
                    <a:pt x="573" y="5748"/>
                  </a:lnTo>
                  <a:lnTo>
                    <a:pt x="138" y="6558"/>
                  </a:lnTo>
                  <a:lnTo>
                    <a:pt x="20" y="6815"/>
                  </a:lnTo>
                  <a:lnTo>
                    <a:pt x="0" y="6894"/>
                  </a:lnTo>
                  <a:lnTo>
                    <a:pt x="0" y="6934"/>
                  </a:lnTo>
                  <a:lnTo>
                    <a:pt x="20" y="6973"/>
                  </a:lnTo>
                  <a:lnTo>
                    <a:pt x="119" y="7052"/>
                  </a:lnTo>
                  <a:lnTo>
                    <a:pt x="494" y="7289"/>
                  </a:lnTo>
                  <a:lnTo>
                    <a:pt x="1758" y="8040"/>
                  </a:lnTo>
                  <a:lnTo>
                    <a:pt x="3536" y="9047"/>
                  </a:lnTo>
                  <a:lnTo>
                    <a:pt x="5570" y="10193"/>
                  </a:lnTo>
                  <a:lnTo>
                    <a:pt x="7624" y="11299"/>
                  </a:lnTo>
                  <a:lnTo>
                    <a:pt x="8572" y="11793"/>
                  </a:lnTo>
                  <a:lnTo>
                    <a:pt x="9442" y="12227"/>
                  </a:lnTo>
                  <a:lnTo>
                    <a:pt x="10172" y="12583"/>
                  </a:lnTo>
                  <a:lnTo>
                    <a:pt x="10745" y="12839"/>
                  </a:lnTo>
                  <a:lnTo>
                    <a:pt x="11140" y="12997"/>
                  </a:lnTo>
                  <a:lnTo>
                    <a:pt x="11259" y="13017"/>
                  </a:lnTo>
                  <a:lnTo>
                    <a:pt x="11318" y="13017"/>
                  </a:lnTo>
                  <a:lnTo>
                    <a:pt x="11397" y="12859"/>
                  </a:lnTo>
                  <a:lnTo>
                    <a:pt x="11516" y="12563"/>
                  </a:lnTo>
                  <a:lnTo>
                    <a:pt x="11832" y="11556"/>
                  </a:lnTo>
                  <a:lnTo>
                    <a:pt x="12246" y="10193"/>
                  </a:lnTo>
                  <a:lnTo>
                    <a:pt x="12681" y="8672"/>
                  </a:lnTo>
                  <a:lnTo>
                    <a:pt x="13491" y="5827"/>
                  </a:lnTo>
                  <a:lnTo>
                    <a:pt x="13827" y="4544"/>
                  </a:lnTo>
                  <a:lnTo>
                    <a:pt x="3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20"/>
            <p:cNvSpPr/>
            <p:nvPr/>
          </p:nvSpPr>
          <p:spPr>
            <a:xfrm>
              <a:off x="-1914575" y="3337100"/>
              <a:ext cx="321475" cy="387675"/>
            </a:xfrm>
            <a:custGeom>
              <a:rect b="b" l="l" r="r" t="t"/>
              <a:pathLst>
                <a:path extrusionOk="0" h="15507" w="12859">
                  <a:moveTo>
                    <a:pt x="8632" y="1"/>
                  </a:moveTo>
                  <a:lnTo>
                    <a:pt x="5985" y="1028"/>
                  </a:lnTo>
                  <a:lnTo>
                    <a:pt x="5017" y="1423"/>
                  </a:lnTo>
                  <a:lnTo>
                    <a:pt x="4978" y="1443"/>
                  </a:lnTo>
                  <a:lnTo>
                    <a:pt x="4859" y="1482"/>
                  </a:lnTo>
                  <a:lnTo>
                    <a:pt x="4820" y="1502"/>
                  </a:lnTo>
                  <a:lnTo>
                    <a:pt x="4780" y="1502"/>
                  </a:lnTo>
                  <a:lnTo>
                    <a:pt x="4780" y="1522"/>
                  </a:lnTo>
                  <a:lnTo>
                    <a:pt x="4760" y="1522"/>
                  </a:lnTo>
                  <a:lnTo>
                    <a:pt x="4721" y="1542"/>
                  </a:lnTo>
                  <a:lnTo>
                    <a:pt x="4701" y="1542"/>
                  </a:lnTo>
                  <a:lnTo>
                    <a:pt x="4662" y="1561"/>
                  </a:lnTo>
                  <a:lnTo>
                    <a:pt x="4642" y="1561"/>
                  </a:lnTo>
                  <a:lnTo>
                    <a:pt x="3437" y="2055"/>
                  </a:lnTo>
                  <a:lnTo>
                    <a:pt x="2351" y="2509"/>
                  </a:lnTo>
                  <a:lnTo>
                    <a:pt x="1482" y="2885"/>
                  </a:lnTo>
                  <a:lnTo>
                    <a:pt x="1166" y="3043"/>
                  </a:lnTo>
                  <a:lnTo>
                    <a:pt x="948" y="3141"/>
                  </a:lnTo>
                  <a:lnTo>
                    <a:pt x="0" y="3695"/>
                  </a:lnTo>
                  <a:lnTo>
                    <a:pt x="534" y="4959"/>
                  </a:lnTo>
                  <a:lnTo>
                    <a:pt x="553" y="4978"/>
                  </a:lnTo>
                  <a:lnTo>
                    <a:pt x="1047" y="6164"/>
                  </a:lnTo>
                  <a:lnTo>
                    <a:pt x="1067" y="6183"/>
                  </a:lnTo>
                  <a:lnTo>
                    <a:pt x="1087" y="6243"/>
                  </a:lnTo>
                  <a:lnTo>
                    <a:pt x="1087" y="6262"/>
                  </a:lnTo>
                  <a:lnTo>
                    <a:pt x="1106" y="6282"/>
                  </a:lnTo>
                  <a:lnTo>
                    <a:pt x="3358" y="11516"/>
                  </a:lnTo>
                  <a:lnTo>
                    <a:pt x="3733" y="12405"/>
                  </a:lnTo>
                  <a:lnTo>
                    <a:pt x="3733" y="12425"/>
                  </a:lnTo>
                  <a:lnTo>
                    <a:pt x="3753" y="12445"/>
                  </a:lnTo>
                  <a:lnTo>
                    <a:pt x="3832" y="12622"/>
                  </a:lnTo>
                  <a:lnTo>
                    <a:pt x="3832" y="12642"/>
                  </a:lnTo>
                  <a:lnTo>
                    <a:pt x="3832" y="12662"/>
                  </a:lnTo>
                  <a:lnTo>
                    <a:pt x="3852" y="12682"/>
                  </a:lnTo>
                  <a:lnTo>
                    <a:pt x="3852" y="12701"/>
                  </a:lnTo>
                  <a:lnTo>
                    <a:pt x="3872" y="12741"/>
                  </a:lnTo>
                  <a:lnTo>
                    <a:pt x="3891" y="12761"/>
                  </a:lnTo>
                  <a:lnTo>
                    <a:pt x="3911" y="12800"/>
                  </a:lnTo>
                  <a:lnTo>
                    <a:pt x="4741" y="14677"/>
                  </a:lnTo>
                  <a:lnTo>
                    <a:pt x="4997" y="15249"/>
                  </a:lnTo>
                  <a:lnTo>
                    <a:pt x="5136" y="15506"/>
                  </a:lnTo>
                  <a:lnTo>
                    <a:pt x="5175" y="15506"/>
                  </a:lnTo>
                  <a:lnTo>
                    <a:pt x="5274" y="15487"/>
                  </a:lnTo>
                  <a:lnTo>
                    <a:pt x="5412" y="15408"/>
                  </a:lnTo>
                  <a:lnTo>
                    <a:pt x="5570" y="15309"/>
                  </a:lnTo>
                  <a:lnTo>
                    <a:pt x="6025" y="15032"/>
                  </a:lnTo>
                  <a:lnTo>
                    <a:pt x="6578" y="14637"/>
                  </a:lnTo>
                  <a:lnTo>
                    <a:pt x="7921" y="13610"/>
                  </a:lnTo>
                  <a:lnTo>
                    <a:pt x="9422" y="12445"/>
                  </a:lnTo>
                  <a:lnTo>
                    <a:pt x="9442" y="12445"/>
                  </a:lnTo>
                  <a:lnTo>
                    <a:pt x="10291" y="11753"/>
                  </a:lnTo>
                  <a:lnTo>
                    <a:pt x="10331" y="11734"/>
                  </a:lnTo>
                  <a:lnTo>
                    <a:pt x="12859" y="9699"/>
                  </a:lnTo>
                  <a:lnTo>
                    <a:pt x="86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20"/>
            <p:cNvSpPr/>
            <p:nvPr/>
          </p:nvSpPr>
          <p:spPr>
            <a:xfrm>
              <a:off x="-1617800" y="3222550"/>
              <a:ext cx="250375" cy="293825"/>
            </a:xfrm>
            <a:custGeom>
              <a:rect b="b" l="l" r="r" t="t"/>
              <a:pathLst>
                <a:path extrusionOk="0" h="11753" w="10015">
                  <a:moveTo>
                    <a:pt x="6222" y="0"/>
                  </a:moveTo>
                  <a:lnTo>
                    <a:pt x="1640" y="2252"/>
                  </a:lnTo>
                  <a:lnTo>
                    <a:pt x="0" y="3062"/>
                  </a:lnTo>
                  <a:lnTo>
                    <a:pt x="1087" y="5511"/>
                  </a:lnTo>
                  <a:lnTo>
                    <a:pt x="1126" y="5630"/>
                  </a:lnTo>
                  <a:lnTo>
                    <a:pt x="1146" y="5649"/>
                  </a:lnTo>
                  <a:lnTo>
                    <a:pt x="1166" y="5709"/>
                  </a:lnTo>
                  <a:lnTo>
                    <a:pt x="1659" y="6835"/>
                  </a:lnTo>
                  <a:lnTo>
                    <a:pt x="1719" y="6953"/>
                  </a:lnTo>
                  <a:lnTo>
                    <a:pt x="1778" y="7111"/>
                  </a:lnTo>
                  <a:lnTo>
                    <a:pt x="1837" y="7230"/>
                  </a:lnTo>
                  <a:lnTo>
                    <a:pt x="1975" y="7565"/>
                  </a:lnTo>
                  <a:lnTo>
                    <a:pt x="2114" y="7862"/>
                  </a:lnTo>
                  <a:lnTo>
                    <a:pt x="2133" y="7881"/>
                  </a:lnTo>
                  <a:lnTo>
                    <a:pt x="2153" y="7960"/>
                  </a:lnTo>
                  <a:lnTo>
                    <a:pt x="2153" y="7980"/>
                  </a:lnTo>
                  <a:lnTo>
                    <a:pt x="2212" y="8079"/>
                  </a:lnTo>
                  <a:lnTo>
                    <a:pt x="2212" y="8119"/>
                  </a:lnTo>
                  <a:lnTo>
                    <a:pt x="2232" y="8158"/>
                  </a:lnTo>
                  <a:lnTo>
                    <a:pt x="2252" y="8158"/>
                  </a:lnTo>
                  <a:lnTo>
                    <a:pt x="2410" y="8553"/>
                  </a:lnTo>
                  <a:lnTo>
                    <a:pt x="2430" y="8573"/>
                  </a:lnTo>
                  <a:lnTo>
                    <a:pt x="2509" y="8751"/>
                  </a:lnTo>
                  <a:lnTo>
                    <a:pt x="2528" y="8810"/>
                  </a:lnTo>
                  <a:lnTo>
                    <a:pt x="2825" y="9481"/>
                  </a:lnTo>
                  <a:lnTo>
                    <a:pt x="2864" y="9560"/>
                  </a:lnTo>
                  <a:lnTo>
                    <a:pt x="3812" y="11753"/>
                  </a:lnTo>
                  <a:lnTo>
                    <a:pt x="4326" y="11457"/>
                  </a:lnTo>
                  <a:lnTo>
                    <a:pt x="6321" y="10271"/>
                  </a:lnTo>
                  <a:lnTo>
                    <a:pt x="10014" y="8059"/>
                  </a:lnTo>
                  <a:lnTo>
                    <a:pt x="622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20"/>
            <p:cNvSpPr/>
            <p:nvPr/>
          </p:nvSpPr>
          <p:spPr>
            <a:xfrm>
              <a:off x="-1048450" y="3187975"/>
              <a:ext cx="209875" cy="360025"/>
            </a:xfrm>
            <a:custGeom>
              <a:rect b="b" l="l" r="r" t="t"/>
              <a:pathLst>
                <a:path extrusionOk="0" h="14401" w="8395">
                  <a:moveTo>
                    <a:pt x="8237" y="1"/>
                  </a:moveTo>
                  <a:lnTo>
                    <a:pt x="8197" y="40"/>
                  </a:lnTo>
                  <a:lnTo>
                    <a:pt x="8099" y="139"/>
                  </a:lnTo>
                  <a:lnTo>
                    <a:pt x="7822" y="574"/>
                  </a:lnTo>
                  <a:lnTo>
                    <a:pt x="7388" y="1245"/>
                  </a:lnTo>
                  <a:lnTo>
                    <a:pt x="6854" y="2134"/>
                  </a:lnTo>
                  <a:lnTo>
                    <a:pt x="5531" y="4346"/>
                  </a:lnTo>
                  <a:lnTo>
                    <a:pt x="4030" y="6894"/>
                  </a:lnTo>
                  <a:lnTo>
                    <a:pt x="1264" y="11654"/>
                  </a:lnTo>
                  <a:lnTo>
                    <a:pt x="0" y="13807"/>
                  </a:lnTo>
                  <a:lnTo>
                    <a:pt x="257" y="14400"/>
                  </a:lnTo>
                  <a:lnTo>
                    <a:pt x="8375" y="179"/>
                  </a:lnTo>
                  <a:lnTo>
                    <a:pt x="8395" y="159"/>
                  </a:lnTo>
                  <a:lnTo>
                    <a:pt x="8395" y="100"/>
                  </a:lnTo>
                  <a:lnTo>
                    <a:pt x="8375" y="80"/>
                  </a:lnTo>
                  <a:lnTo>
                    <a:pt x="8355" y="40"/>
                  </a:lnTo>
                  <a:lnTo>
                    <a:pt x="8316" y="20"/>
                  </a:lnTo>
                  <a:lnTo>
                    <a:pt x="82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20"/>
            <p:cNvSpPr/>
            <p:nvPr/>
          </p:nvSpPr>
          <p:spPr>
            <a:xfrm>
              <a:off x="-1273625" y="3541050"/>
              <a:ext cx="185200" cy="231625"/>
            </a:xfrm>
            <a:custGeom>
              <a:rect b="b" l="l" r="r" t="t"/>
              <a:pathLst>
                <a:path extrusionOk="0" h="9265" w="7408">
                  <a:moveTo>
                    <a:pt x="6242" y="0"/>
                  </a:moveTo>
                  <a:lnTo>
                    <a:pt x="6084" y="20"/>
                  </a:lnTo>
                  <a:lnTo>
                    <a:pt x="5906" y="60"/>
                  </a:lnTo>
                  <a:lnTo>
                    <a:pt x="5728" y="119"/>
                  </a:lnTo>
                  <a:lnTo>
                    <a:pt x="5531" y="198"/>
                  </a:lnTo>
                  <a:lnTo>
                    <a:pt x="5096" y="376"/>
                  </a:lnTo>
                  <a:lnTo>
                    <a:pt x="4662" y="633"/>
                  </a:lnTo>
                  <a:lnTo>
                    <a:pt x="4543" y="692"/>
                  </a:lnTo>
                  <a:lnTo>
                    <a:pt x="4148" y="949"/>
                  </a:lnTo>
                  <a:lnTo>
                    <a:pt x="3733" y="1225"/>
                  </a:lnTo>
                  <a:lnTo>
                    <a:pt x="3299" y="1541"/>
                  </a:lnTo>
                  <a:lnTo>
                    <a:pt x="2884" y="1877"/>
                  </a:lnTo>
                  <a:lnTo>
                    <a:pt x="2627" y="2094"/>
                  </a:lnTo>
                  <a:lnTo>
                    <a:pt x="2371" y="2331"/>
                  </a:lnTo>
                  <a:lnTo>
                    <a:pt x="2134" y="2568"/>
                  </a:lnTo>
                  <a:lnTo>
                    <a:pt x="1916" y="2805"/>
                  </a:lnTo>
                  <a:lnTo>
                    <a:pt x="1719" y="3062"/>
                  </a:lnTo>
                  <a:lnTo>
                    <a:pt x="1521" y="3319"/>
                  </a:lnTo>
                  <a:lnTo>
                    <a:pt x="1166" y="3832"/>
                  </a:lnTo>
                  <a:lnTo>
                    <a:pt x="869" y="4346"/>
                  </a:lnTo>
                  <a:lnTo>
                    <a:pt x="593" y="4860"/>
                  </a:lnTo>
                  <a:lnTo>
                    <a:pt x="395" y="5353"/>
                  </a:lnTo>
                  <a:lnTo>
                    <a:pt x="218" y="5847"/>
                  </a:lnTo>
                  <a:lnTo>
                    <a:pt x="139" y="6104"/>
                  </a:lnTo>
                  <a:lnTo>
                    <a:pt x="99" y="6361"/>
                  </a:lnTo>
                  <a:lnTo>
                    <a:pt x="60" y="6637"/>
                  </a:lnTo>
                  <a:lnTo>
                    <a:pt x="20" y="6914"/>
                  </a:lnTo>
                  <a:lnTo>
                    <a:pt x="0" y="7487"/>
                  </a:lnTo>
                  <a:lnTo>
                    <a:pt x="20" y="8040"/>
                  </a:lnTo>
                  <a:lnTo>
                    <a:pt x="60" y="8514"/>
                  </a:lnTo>
                  <a:lnTo>
                    <a:pt x="99" y="8909"/>
                  </a:lnTo>
                  <a:lnTo>
                    <a:pt x="139" y="9264"/>
                  </a:lnTo>
                  <a:lnTo>
                    <a:pt x="909" y="8652"/>
                  </a:lnTo>
                  <a:lnTo>
                    <a:pt x="1699" y="8020"/>
                  </a:lnTo>
                  <a:lnTo>
                    <a:pt x="2588" y="7289"/>
                  </a:lnTo>
                  <a:lnTo>
                    <a:pt x="3477" y="6519"/>
                  </a:lnTo>
                  <a:lnTo>
                    <a:pt x="3891" y="6163"/>
                  </a:lnTo>
                  <a:lnTo>
                    <a:pt x="4247" y="5827"/>
                  </a:lnTo>
                  <a:lnTo>
                    <a:pt x="4563" y="5511"/>
                  </a:lnTo>
                  <a:lnTo>
                    <a:pt x="4780" y="5255"/>
                  </a:lnTo>
                  <a:lnTo>
                    <a:pt x="4919" y="5057"/>
                  </a:lnTo>
                  <a:lnTo>
                    <a:pt x="4958" y="4978"/>
                  </a:lnTo>
                  <a:lnTo>
                    <a:pt x="4958" y="4919"/>
                  </a:lnTo>
                  <a:lnTo>
                    <a:pt x="4938" y="4721"/>
                  </a:lnTo>
                  <a:lnTo>
                    <a:pt x="4938" y="4524"/>
                  </a:lnTo>
                  <a:lnTo>
                    <a:pt x="4958" y="4346"/>
                  </a:lnTo>
                  <a:lnTo>
                    <a:pt x="5017" y="4168"/>
                  </a:lnTo>
                  <a:lnTo>
                    <a:pt x="5116" y="3990"/>
                  </a:lnTo>
                  <a:lnTo>
                    <a:pt x="5215" y="3852"/>
                  </a:lnTo>
                  <a:lnTo>
                    <a:pt x="5333" y="3694"/>
                  </a:lnTo>
                  <a:lnTo>
                    <a:pt x="5452" y="3556"/>
                  </a:lnTo>
                  <a:lnTo>
                    <a:pt x="5768" y="3279"/>
                  </a:lnTo>
                  <a:lnTo>
                    <a:pt x="6084" y="3042"/>
                  </a:lnTo>
                  <a:lnTo>
                    <a:pt x="6400" y="2805"/>
                  </a:lnTo>
                  <a:lnTo>
                    <a:pt x="6696" y="2568"/>
                  </a:lnTo>
                  <a:lnTo>
                    <a:pt x="6914" y="2371"/>
                  </a:lnTo>
                  <a:lnTo>
                    <a:pt x="7072" y="2173"/>
                  </a:lnTo>
                  <a:lnTo>
                    <a:pt x="7210" y="1976"/>
                  </a:lnTo>
                  <a:lnTo>
                    <a:pt x="7309" y="1778"/>
                  </a:lnTo>
                  <a:lnTo>
                    <a:pt x="7368" y="1581"/>
                  </a:lnTo>
                  <a:lnTo>
                    <a:pt x="7407" y="1383"/>
                  </a:lnTo>
                  <a:lnTo>
                    <a:pt x="7407" y="1205"/>
                  </a:lnTo>
                  <a:lnTo>
                    <a:pt x="7388" y="1008"/>
                  </a:lnTo>
                  <a:lnTo>
                    <a:pt x="7348" y="850"/>
                  </a:lnTo>
                  <a:lnTo>
                    <a:pt x="7269" y="672"/>
                  </a:lnTo>
                  <a:lnTo>
                    <a:pt x="7190" y="534"/>
                  </a:lnTo>
                  <a:lnTo>
                    <a:pt x="7091" y="396"/>
                  </a:lnTo>
                  <a:lnTo>
                    <a:pt x="6993" y="277"/>
                  </a:lnTo>
                  <a:lnTo>
                    <a:pt x="6874" y="178"/>
                  </a:lnTo>
                  <a:lnTo>
                    <a:pt x="6756" y="99"/>
                  </a:lnTo>
                  <a:lnTo>
                    <a:pt x="6617" y="40"/>
                  </a:lnTo>
                  <a:lnTo>
                    <a:pt x="6479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20"/>
            <p:cNvSpPr/>
            <p:nvPr/>
          </p:nvSpPr>
          <p:spPr>
            <a:xfrm>
              <a:off x="-1191650" y="3522275"/>
              <a:ext cx="165925" cy="240025"/>
            </a:xfrm>
            <a:custGeom>
              <a:rect b="b" l="l" r="r" t="t"/>
              <a:pathLst>
                <a:path extrusionOk="0" h="9601" w="6637">
                  <a:moveTo>
                    <a:pt x="5570" y="1"/>
                  </a:moveTo>
                  <a:lnTo>
                    <a:pt x="5531" y="21"/>
                  </a:lnTo>
                  <a:lnTo>
                    <a:pt x="5412" y="119"/>
                  </a:lnTo>
                  <a:lnTo>
                    <a:pt x="5215" y="396"/>
                  </a:lnTo>
                  <a:lnTo>
                    <a:pt x="4543" y="1344"/>
                  </a:lnTo>
                  <a:lnTo>
                    <a:pt x="3654" y="2667"/>
                  </a:lnTo>
                  <a:lnTo>
                    <a:pt x="2667" y="4208"/>
                  </a:lnTo>
                  <a:lnTo>
                    <a:pt x="1679" y="5749"/>
                  </a:lnTo>
                  <a:lnTo>
                    <a:pt x="830" y="7131"/>
                  </a:lnTo>
                  <a:lnTo>
                    <a:pt x="237" y="8159"/>
                  </a:lnTo>
                  <a:lnTo>
                    <a:pt x="59" y="8475"/>
                  </a:lnTo>
                  <a:lnTo>
                    <a:pt x="20" y="8573"/>
                  </a:lnTo>
                  <a:lnTo>
                    <a:pt x="0" y="8652"/>
                  </a:lnTo>
                  <a:lnTo>
                    <a:pt x="20" y="8731"/>
                  </a:lnTo>
                  <a:lnTo>
                    <a:pt x="40" y="8810"/>
                  </a:lnTo>
                  <a:lnTo>
                    <a:pt x="79" y="8889"/>
                  </a:lnTo>
                  <a:lnTo>
                    <a:pt x="138" y="8968"/>
                  </a:lnTo>
                  <a:lnTo>
                    <a:pt x="296" y="9126"/>
                  </a:lnTo>
                  <a:lnTo>
                    <a:pt x="474" y="9265"/>
                  </a:lnTo>
                  <a:lnTo>
                    <a:pt x="672" y="9383"/>
                  </a:lnTo>
                  <a:lnTo>
                    <a:pt x="869" y="9482"/>
                  </a:lnTo>
                  <a:lnTo>
                    <a:pt x="1027" y="9561"/>
                  </a:lnTo>
                  <a:lnTo>
                    <a:pt x="1146" y="9600"/>
                  </a:lnTo>
                  <a:lnTo>
                    <a:pt x="1185" y="9581"/>
                  </a:lnTo>
                  <a:lnTo>
                    <a:pt x="1264" y="9521"/>
                  </a:lnTo>
                  <a:lnTo>
                    <a:pt x="1462" y="9265"/>
                  </a:lnTo>
                  <a:lnTo>
                    <a:pt x="1738" y="8870"/>
                  </a:lnTo>
                  <a:lnTo>
                    <a:pt x="2094" y="8336"/>
                  </a:lnTo>
                  <a:lnTo>
                    <a:pt x="2963" y="6993"/>
                  </a:lnTo>
                  <a:lnTo>
                    <a:pt x="3931" y="5433"/>
                  </a:lnTo>
                  <a:lnTo>
                    <a:pt x="4899" y="3853"/>
                  </a:lnTo>
                  <a:lnTo>
                    <a:pt x="5748" y="2450"/>
                  </a:lnTo>
                  <a:lnTo>
                    <a:pt x="6360" y="1423"/>
                  </a:lnTo>
                  <a:lnTo>
                    <a:pt x="6617" y="929"/>
                  </a:lnTo>
                  <a:lnTo>
                    <a:pt x="6637" y="870"/>
                  </a:lnTo>
                  <a:lnTo>
                    <a:pt x="6617" y="791"/>
                  </a:lnTo>
                  <a:lnTo>
                    <a:pt x="6578" y="712"/>
                  </a:lnTo>
                  <a:lnTo>
                    <a:pt x="6538" y="633"/>
                  </a:lnTo>
                  <a:lnTo>
                    <a:pt x="6380" y="455"/>
                  </a:lnTo>
                  <a:lnTo>
                    <a:pt x="6202" y="317"/>
                  </a:lnTo>
                  <a:lnTo>
                    <a:pt x="5985" y="179"/>
                  </a:lnTo>
                  <a:lnTo>
                    <a:pt x="5788" y="80"/>
                  </a:lnTo>
                  <a:lnTo>
                    <a:pt x="5629" y="21"/>
                  </a:lnTo>
                  <a:lnTo>
                    <a:pt x="5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20"/>
            <p:cNvSpPr/>
            <p:nvPr/>
          </p:nvSpPr>
          <p:spPr>
            <a:xfrm>
              <a:off x="-1258325" y="3556850"/>
              <a:ext cx="279025" cy="311125"/>
            </a:xfrm>
            <a:custGeom>
              <a:rect b="b" l="l" r="r" t="t"/>
              <a:pathLst>
                <a:path extrusionOk="0" h="12445" w="11161">
                  <a:moveTo>
                    <a:pt x="9087" y="1"/>
                  </a:moveTo>
                  <a:lnTo>
                    <a:pt x="9008" y="40"/>
                  </a:lnTo>
                  <a:lnTo>
                    <a:pt x="8948" y="60"/>
                  </a:lnTo>
                  <a:lnTo>
                    <a:pt x="8850" y="159"/>
                  </a:lnTo>
                  <a:lnTo>
                    <a:pt x="8751" y="257"/>
                  </a:lnTo>
                  <a:lnTo>
                    <a:pt x="8692" y="376"/>
                  </a:lnTo>
                  <a:lnTo>
                    <a:pt x="8632" y="514"/>
                  </a:lnTo>
                  <a:lnTo>
                    <a:pt x="8514" y="810"/>
                  </a:lnTo>
                  <a:lnTo>
                    <a:pt x="8375" y="1146"/>
                  </a:lnTo>
                  <a:lnTo>
                    <a:pt x="8138" y="1640"/>
                  </a:lnTo>
                  <a:lnTo>
                    <a:pt x="7822" y="2252"/>
                  </a:lnTo>
                  <a:lnTo>
                    <a:pt x="7487" y="2805"/>
                  </a:lnTo>
                  <a:lnTo>
                    <a:pt x="7348" y="3003"/>
                  </a:lnTo>
                  <a:lnTo>
                    <a:pt x="7269" y="3121"/>
                  </a:lnTo>
                  <a:lnTo>
                    <a:pt x="7092" y="3279"/>
                  </a:lnTo>
                  <a:lnTo>
                    <a:pt x="6855" y="3437"/>
                  </a:lnTo>
                  <a:lnTo>
                    <a:pt x="6558" y="3615"/>
                  </a:lnTo>
                  <a:lnTo>
                    <a:pt x="6163" y="3813"/>
                  </a:lnTo>
                  <a:lnTo>
                    <a:pt x="5827" y="3951"/>
                  </a:lnTo>
                  <a:lnTo>
                    <a:pt x="5551" y="4030"/>
                  </a:lnTo>
                  <a:lnTo>
                    <a:pt x="5294" y="4089"/>
                  </a:lnTo>
                  <a:lnTo>
                    <a:pt x="5097" y="4109"/>
                  </a:lnTo>
                  <a:lnTo>
                    <a:pt x="4919" y="4089"/>
                  </a:lnTo>
                  <a:lnTo>
                    <a:pt x="4781" y="4050"/>
                  </a:lnTo>
                  <a:lnTo>
                    <a:pt x="4662" y="3990"/>
                  </a:lnTo>
                  <a:lnTo>
                    <a:pt x="4583" y="3931"/>
                  </a:lnTo>
                  <a:lnTo>
                    <a:pt x="4504" y="3852"/>
                  </a:lnTo>
                  <a:lnTo>
                    <a:pt x="4465" y="3773"/>
                  </a:lnTo>
                  <a:lnTo>
                    <a:pt x="4445" y="3674"/>
                  </a:lnTo>
                  <a:lnTo>
                    <a:pt x="4425" y="3595"/>
                  </a:lnTo>
                  <a:lnTo>
                    <a:pt x="4405" y="3477"/>
                  </a:lnTo>
                  <a:lnTo>
                    <a:pt x="4425" y="3418"/>
                  </a:lnTo>
                  <a:lnTo>
                    <a:pt x="2233" y="5610"/>
                  </a:lnTo>
                  <a:lnTo>
                    <a:pt x="731" y="7151"/>
                  </a:lnTo>
                  <a:lnTo>
                    <a:pt x="218" y="7684"/>
                  </a:lnTo>
                  <a:lnTo>
                    <a:pt x="60" y="7862"/>
                  </a:lnTo>
                  <a:lnTo>
                    <a:pt x="1" y="7941"/>
                  </a:lnTo>
                  <a:lnTo>
                    <a:pt x="1" y="7961"/>
                  </a:lnTo>
                  <a:lnTo>
                    <a:pt x="40" y="8020"/>
                  </a:lnTo>
                  <a:lnTo>
                    <a:pt x="198" y="8178"/>
                  </a:lnTo>
                  <a:lnTo>
                    <a:pt x="810" y="8711"/>
                  </a:lnTo>
                  <a:lnTo>
                    <a:pt x="1699" y="9422"/>
                  </a:lnTo>
                  <a:lnTo>
                    <a:pt x="2746" y="10212"/>
                  </a:lnTo>
                  <a:lnTo>
                    <a:pt x="4721" y="11714"/>
                  </a:lnTo>
                  <a:lnTo>
                    <a:pt x="5709" y="12425"/>
                  </a:lnTo>
                  <a:lnTo>
                    <a:pt x="5788" y="12444"/>
                  </a:lnTo>
                  <a:lnTo>
                    <a:pt x="5887" y="12425"/>
                  </a:lnTo>
                  <a:lnTo>
                    <a:pt x="6223" y="12326"/>
                  </a:lnTo>
                  <a:lnTo>
                    <a:pt x="6677" y="12128"/>
                  </a:lnTo>
                  <a:lnTo>
                    <a:pt x="7190" y="11891"/>
                  </a:lnTo>
                  <a:lnTo>
                    <a:pt x="7743" y="11615"/>
                  </a:lnTo>
                  <a:lnTo>
                    <a:pt x="8296" y="11299"/>
                  </a:lnTo>
                  <a:lnTo>
                    <a:pt x="8810" y="11002"/>
                  </a:lnTo>
                  <a:lnTo>
                    <a:pt x="9225" y="10706"/>
                  </a:lnTo>
                  <a:lnTo>
                    <a:pt x="9758" y="10272"/>
                  </a:lnTo>
                  <a:lnTo>
                    <a:pt x="9936" y="10114"/>
                  </a:lnTo>
                  <a:lnTo>
                    <a:pt x="10074" y="9995"/>
                  </a:lnTo>
                  <a:lnTo>
                    <a:pt x="10153" y="9877"/>
                  </a:lnTo>
                  <a:lnTo>
                    <a:pt x="10232" y="9778"/>
                  </a:lnTo>
                  <a:lnTo>
                    <a:pt x="10370" y="9521"/>
                  </a:lnTo>
                  <a:lnTo>
                    <a:pt x="10469" y="9304"/>
                  </a:lnTo>
                  <a:lnTo>
                    <a:pt x="10588" y="9027"/>
                  </a:lnTo>
                  <a:lnTo>
                    <a:pt x="10825" y="8296"/>
                  </a:lnTo>
                  <a:lnTo>
                    <a:pt x="11022" y="7566"/>
                  </a:lnTo>
                  <a:lnTo>
                    <a:pt x="11082" y="7269"/>
                  </a:lnTo>
                  <a:lnTo>
                    <a:pt x="11121" y="7072"/>
                  </a:lnTo>
                  <a:lnTo>
                    <a:pt x="11141" y="6795"/>
                  </a:lnTo>
                  <a:lnTo>
                    <a:pt x="11141" y="6539"/>
                  </a:lnTo>
                  <a:lnTo>
                    <a:pt x="11121" y="6282"/>
                  </a:lnTo>
                  <a:lnTo>
                    <a:pt x="11121" y="6222"/>
                  </a:lnTo>
                  <a:lnTo>
                    <a:pt x="11141" y="6025"/>
                  </a:lnTo>
                  <a:lnTo>
                    <a:pt x="11161" y="5669"/>
                  </a:lnTo>
                  <a:lnTo>
                    <a:pt x="11121" y="5136"/>
                  </a:lnTo>
                  <a:lnTo>
                    <a:pt x="11082" y="4840"/>
                  </a:lnTo>
                  <a:lnTo>
                    <a:pt x="11022" y="4563"/>
                  </a:lnTo>
                  <a:lnTo>
                    <a:pt x="10943" y="4129"/>
                  </a:lnTo>
                  <a:lnTo>
                    <a:pt x="10864" y="3852"/>
                  </a:lnTo>
                  <a:lnTo>
                    <a:pt x="10825" y="3753"/>
                  </a:lnTo>
                  <a:lnTo>
                    <a:pt x="10805" y="3477"/>
                  </a:lnTo>
                  <a:lnTo>
                    <a:pt x="10785" y="3260"/>
                  </a:lnTo>
                  <a:lnTo>
                    <a:pt x="10726" y="3082"/>
                  </a:lnTo>
                  <a:lnTo>
                    <a:pt x="10667" y="2963"/>
                  </a:lnTo>
                  <a:lnTo>
                    <a:pt x="10588" y="2865"/>
                  </a:lnTo>
                  <a:lnTo>
                    <a:pt x="10548" y="2805"/>
                  </a:lnTo>
                  <a:lnTo>
                    <a:pt x="10489" y="2786"/>
                  </a:lnTo>
                  <a:lnTo>
                    <a:pt x="10548" y="2549"/>
                  </a:lnTo>
                  <a:lnTo>
                    <a:pt x="10588" y="2292"/>
                  </a:lnTo>
                  <a:lnTo>
                    <a:pt x="10647" y="1996"/>
                  </a:lnTo>
                  <a:lnTo>
                    <a:pt x="10667" y="1660"/>
                  </a:lnTo>
                  <a:lnTo>
                    <a:pt x="10667" y="1324"/>
                  </a:lnTo>
                  <a:lnTo>
                    <a:pt x="10647" y="1166"/>
                  </a:lnTo>
                  <a:lnTo>
                    <a:pt x="10607" y="1008"/>
                  </a:lnTo>
                  <a:lnTo>
                    <a:pt x="10548" y="870"/>
                  </a:lnTo>
                  <a:lnTo>
                    <a:pt x="10489" y="751"/>
                  </a:lnTo>
                  <a:lnTo>
                    <a:pt x="10410" y="633"/>
                  </a:lnTo>
                  <a:lnTo>
                    <a:pt x="10331" y="534"/>
                  </a:lnTo>
                  <a:lnTo>
                    <a:pt x="10114" y="356"/>
                  </a:lnTo>
                  <a:lnTo>
                    <a:pt x="9916" y="198"/>
                  </a:lnTo>
                  <a:lnTo>
                    <a:pt x="9679" y="99"/>
                  </a:lnTo>
                  <a:lnTo>
                    <a:pt x="9462" y="20"/>
                  </a:lnTo>
                  <a:lnTo>
                    <a:pt x="9264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20"/>
            <p:cNvSpPr/>
            <p:nvPr/>
          </p:nvSpPr>
          <p:spPr>
            <a:xfrm>
              <a:off x="-1024250" y="3626475"/>
              <a:ext cx="29150" cy="64725"/>
            </a:xfrm>
            <a:custGeom>
              <a:rect b="b" l="l" r="r" t="t"/>
              <a:pathLst>
                <a:path extrusionOk="0" h="2589" w="1166">
                  <a:moveTo>
                    <a:pt x="1126" y="1"/>
                  </a:moveTo>
                  <a:lnTo>
                    <a:pt x="948" y="573"/>
                  </a:lnTo>
                  <a:lnTo>
                    <a:pt x="790" y="1067"/>
                  </a:lnTo>
                  <a:lnTo>
                    <a:pt x="691" y="1344"/>
                  </a:lnTo>
                  <a:lnTo>
                    <a:pt x="593" y="1601"/>
                  </a:lnTo>
                  <a:lnTo>
                    <a:pt x="474" y="1818"/>
                  </a:lnTo>
                  <a:lnTo>
                    <a:pt x="356" y="2035"/>
                  </a:lnTo>
                  <a:lnTo>
                    <a:pt x="138" y="2351"/>
                  </a:lnTo>
                  <a:lnTo>
                    <a:pt x="20" y="2549"/>
                  </a:lnTo>
                  <a:lnTo>
                    <a:pt x="0" y="2588"/>
                  </a:lnTo>
                  <a:lnTo>
                    <a:pt x="40" y="2588"/>
                  </a:lnTo>
                  <a:lnTo>
                    <a:pt x="119" y="2529"/>
                  </a:lnTo>
                  <a:lnTo>
                    <a:pt x="198" y="2430"/>
                  </a:lnTo>
                  <a:lnTo>
                    <a:pt x="316" y="2292"/>
                  </a:lnTo>
                  <a:lnTo>
                    <a:pt x="435" y="2114"/>
                  </a:lnTo>
                  <a:lnTo>
                    <a:pt x="691" y="1660"/>
                  </a:lnTo>
                  <a:lnTo>
                    <a:pt x="830" y="1383"/>
                  </a:lnTo>
                  <a:lnTo>
                    <a:pt x="968" y="1087"/>
                  </a:lnTo>
                  <a:lnTo>
                    <a:pt x="1067" y="810"/>
                  </a:lnTo>
                  <a:lnTo>
                    <a:pt x="1126" y="573"/>
                  </a:lnTo>
                  <a:lnTo>
                    <a:pt x="1165" y="396"/>
                  </a:lnTo>
                  <a:lnTo>
                    <a:pt x="1165" y="238"/>
                  </a:lnTo>
                  <a:lnTo>
                    <a:pt x="1165" y="119"/>
                  </a:lnTo>
                  <a:lnTo>
                    <a:pt x="1146" y="40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20"/>
            <p:cNvSpPr/>
            <p:nvPr/>
          </p:nvSpPr>
          <p:spPr>
            <a:xfrm>
              <a:off x="-1007475" y="3650675"/>
              <a:ext cx="21250" cy="81500"/>
            </a:xfrm>
            <a:custGeom>
              <a:rect b="b" l="l" r="r" t="t"/>
              <a:pathLst>
                <a:path extrusionOk="0" h="3260" w="850">
                  <a:moveTo>
                    <a:pt x="771" y="0"/>
                  </a:moveTo>
                  <a:lnTo>
                    <a:pt x="751" y="99"/>
                  </a:lnTo>
                  <a:lnTo>
                    <a:pt x="731" y="494"/>
                  </a:lnTo>
                  <a:lnTo>
                    <a:pt x="712" y="751"/>
                  </a:lnTo>
                  <a:lnTo>
                    <a:pt x="692" y="1067"/>
                  </a:lnTo>
                  <a:lnTo>
                    <a:pt x="633" y="1403"/>
                  </a:lnTo>
                  <a:lnTo>
                    <a:pt x="554" y="1739"/>
                  </a:lnTo>
                  <a:lnTo>
                    <a:pt x="396" y="2292"/>
                  </a:lnTo>
                  <a:lnTo>
                    <a:pt x="297" y="2588"/>
                  </a:lnTo>
                  <a:lnTo>
                    <a:pt x="198" y="2766"/>
                  </a:lnTo>
                  <a:lnTo>
                    <a:pt x="80" y="2924"/>
                  </a:lnTo>
                  <a:lnTo>
                    <a:pt x="20" y="3082"/>
                  </a:lnTo>
                  <a:lnTo>
                    <a:pt x="1" y="3161"/>
                  </a:lnTo>
                  <a:lnTo>
                    <a:pt x="20" y="3240"/>
                  </a:lnTo>
                  <a:lnTo>
                    <a:pt x="40" y="3260"/>
                  </a:lnTo>
                  <a:lnTo>
                    <a:pt x="80" y="3220"/>
                  </a:lnTo>
                  <a:lnTo>
                    <a:pt x="139" y="3161"/>
                  </a:lnTo>
                  <a:lnTo>
                    <a:pt x="198" y="3042"/>
                  </a:lnTo>
                  <a:lnTo>
                    <a:pt x="277" y="2884"/>
                  </a:lnTo>
                  <a:lnTo>
                    <a:pt x="376" y="2647"/>
                  </a:lnTo>
                  <a:lnTo>
                    <a:pt x="494" y="2331"/>
                  </a:lnTo>
                  <a:lnTo>
                    <a:pt x="613" y="1956"/>
                  </a:lnTo>
                  <a:lnTo>
                    <a:pt x="712" y="1561"/>
                  </a:lnTo>
                  <a:lnTo>
                    <a:pt x="791" y="1205"/>
                  </a:lnTo>
                  <a:lnTo>
                    <a:pt x="830" y="870"/>
                  </a:lnTo>
                  <a:lnTo>
                    <a:pt x="850" y="593"/>
                  </a:lnTo>
                  <a:lnTo>
                    <a:pt x="850" y="356"/>
                  </a:lnTo>
                  <a:lnTo>
                    <a:pt x="830" y="178"/>
                  </a:lnTo>
                  <a:lnTo>
                    <a:pt x="811" y="60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20"/>
            <p:cNvSpPr/>
            <p:nvPr/>
          </p:nvSpPr>
          <p:spPr>
            <a:xfrm>
              <a:off x="-1004025" y="3711400"/>
              <a:ext cx="23250" cy="67200"/>
            </a:xfrm>
            <a:custGeom>
              <a:rect b="b" l="l" r="r" t="t"/>
              <a:pathLst>
                <a:path extrusionOk="0" h="2688" w="930">
                  <a:moveTo>
                    <a:pt x="910" y="1"/>
                  </a:moveTo>
                  <a:lnTo>
                    <a:pt x="870" y="60"/>
                  </a:lnTo>
                  <a:lnTo>
                    <a:pt x="811" y="337"/>
                  </a:lnTo>
                  <a:lnTo>
                    <a:pt x="712" y="771"/>
                  </a:lnTo>
                  <a:lnTo>
                    <a:pt x="574" y="1344"/>
                  </a:lnTo>
                  <a:lnTo>
                    <a:pt x="475" y="1621"/>
                  </a:lnTo>
                  <a:lnTo>
                    <a:pt x="376" y="1877"/>
                  </a:lnTo>
                  <a:lnTo>
                    <a:pt x="198" y="2272"/>
                  </a:lnTo>
                  <a:lnTo>
                    <a:pt x="60" y="2529"/>
                  </a:lnTo>
                  <a:lnTo>
                    <a:pt x="1" y="2608"/>
                  </a:lnTo>
                  <a:lnTo>
                    <a:pt x="21" y="2668"/>
                  </a:lnTo>
                  <a:lnTo>
                    <a:pt x="40" y="2687"/>
                  </a:lnTo>
                  <a:lnTo>
                    <a:pt x="60" y="2687"/>
                  </a:lnTo>
                  <a:lnTo>
                    <a:pt x="119" y="2648"/>
                  </a:lnTo>
                  <a:lnTo>
                    <a:pt x="198" y="2549"/>
                  </a:lnTo>
                  <a:lnTo>
                    <a:pt x="277" y="2411"/>
                  </a:lnTo>
                  <a:lnTo>
                    <a:pt x="356" y="2213"/>
                  </a:lnTo>
                  <a:lnTo>
                    <a:pt x="455" y="2016"/>
                  </a:lnTo>
                  <a:lnTo>
                    <a:pt x="534" y="1759"/>
                  </a:lnTo>
                  <a:lnTo>
                    <a:pt x="692" y="1206"/>
                  </a:lnTo>
                  <a:lnTo>
                    <a:pt x="831" y="653"/>
                  </a:lnTo>
                  <a:lnTo>
                    <a:pt x="910" y="218"/>
                  </a:lnTo>
                  <a:lnTo>
                    <a:pt x="929" y="60"/>
                  </a:lnTo>
                  <a:lnTo>
                    <a:pt x="91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20"/>
            <p:cNvSpPr/>
            <p:nvPr/>
          </p:nvSpPr>
          <p:spPr>
            <a:xfrm>
              <a:off x="-1361025" y="3708950"/>
              <a:ext cx="279500" cy="288400"/>
            </a:xfrm>
            <a:custGeom>
              <a:rect b="b" l="l" r="r" t="t"/>
              <a:pathLst>
                <a:path extrusionOk="0" h="11536" w="11180">
                  <a:moveTo>
                    <a:pt x="4148" y="0"/>
                  </a:moveTo>
                  <a:lnTo>
                    <a:pt x="1185" y="5057"/>
                  </a:lnTo>
                  <a:lnTo>
                    <a:pt x="0" y="7071"/>
                  </a:lnTo>
                  <a:lnTo>
                    <a:pt x="0" y="7091"/>
                  </a:lnTo>
                  <a:lnTo>
                    <a:pt x="40" y="7131"/>
                  </a:lnTo>
                  <a:lnTo>
                    <a:pt x="178" y="7190"/>
                  </a:lnTo>
                  <a:lnTo>
                    <a:pt x="198" y="7210"/>
                  </a:lnTo>
                  <a:lnTo>
                    <a:pt x="277" y="7249"/>
                  </a:lnTo>
                  <a:lnTo>
                    <a:pt x="553" y="7407"/>
                  </a:lnTo>
                  <a:lnTo>
                    <a:pt x="573" y="7407"/>
                  </a:lnTo>
                  <a:lnTo>
                    <a:pt x="672" y="7467"/>
                  </a:lnTo>
                  <a:lnTo>
                    <a:pt x="948" y="7625"/>
                  </a:lnTo>
                  <a:lnTo>
                    <a:pt x="988" y="7625"/>
                  </a:lnTo>
                  <a:lnTo>
                    <a:pt x="1008" y="7644"/>
                  </a:lnTo>
                  <a:lnTo>
                    <a:pt x="1245" y="7763"/>
                  </a:lnTo>
                  <a:lnTo>
                    <a:pt x="1896" y="8118"/>
                  </a:lnTo>
                  <a:lnTo>
                    <a:pt x="1936" y="8138"/>
                  </a:lnTo>
                  <a:lnTo>
                    <a:pt x="1956" y="8158"/>
                  </a:lnTo>
                  <a:lnTo>
                    <a:pt x="1995" y="8178"/>
                  </a:lnTo>
                  <a:lnTo>
                    <a:pt x="2193" y="8276"/>
                  </a:lnTo>
                  <a:lnTo>
                    <a:pt x="2489" y="8434"/>
                  </a:lnTo>
                  <a:lnTo>
                    <a:pt x="2785" y="8573"/>
                  </a:lnTo>
                  <a:lnTo>
                    <a:pt x="2845" y="8612"/>
                  </a:lnTo>
                  <a:lnTo>
                    <a:pt x="2963" y="8671"/>
                  </a:lnTo>
                  <a:lnTo>
                    <a:pt x="3003" y="8711"/>
                  </a:lnTo>
                  <a:lnTo>
                    <a:pt x="3121" y="8750"/>
                  </a:lnTo>
                  <a:lnTo>
                    <a:pt x="3161" y="8770"/>
                  </a:lnTo>
                  <a:lnTo>
                    <a:pt x="3220" y="8810"/>
                  </a:lnTo>
                  <a:lnTo>
                    <a:pt x="3299" y="8849"/>
                  </a:lnTo>
                  <a:lnTo>
                    <a:pt x="3358" y="8889"/>
                  </a:lnTo>
                  <a:lnTo>
                    <a:pt x="3615" y="9027"/>
                  </a:lnTo>
                  <a:lnTo>
                    <a:pt x="3753" y="9086"/>
                  </a:lnTo>
                  <a:lnTo>
                    <a:pt x="3773" y="9106"/>
                  </a:lnTo>
                  <a:lnTo>
                    <a:pt x="6992" y="10765"/>
                  </a:lnTo>
                  <a:lnTo>
                    <a:pt x="8118" y="11338"/>
                  </a:lnTo>
                  <a:lnTo>
                    <a:pt x="8434" y="11476"/>
                  </a:lnTo>
                  <a:lnTo>
                    <a:pt x="8573" y="11535"/>
                  </a:lnTo>
                  <a:lnTo>
                    <a:pt x="8671" y="11318"/>
                  </a:lnTo>
                  <a:lnTo>
                    <a:pt x="8928" y="10785"/>
                  </a:lnTo>
                  <a:lnTo>
                    <a:pt x="9066" y="10508"/>
                  </a:lnTo>
                  <a:lnTo>
                    <a:pt x="9106" y="10410"/>
                  </a:lnTo>
                  <a:lnTo>
                    <a:pt x="9106" y="10390"/>
                  </a:lnTo>
                  <a:lnTo>
                    <a:pt x="9323" y="9936"/>
                  </a:lnTo>
                  <a:lnTo>
                    <a:pt x="9718" y="9086"/>
                  </a:lnTo>
                  <a:lnTo>
                    <a:pt x="11180" y="5867"/>
                  </a:lnTo>
                  <a:lnTo>
                    <a:pt x="4148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20"/>
            <p:cNvSpPr/>
            <p:nvPr/>
          </p:nvSpPr>
          <p:spPr>
            <a:xfrm>
              <a:off x="-1360050" y="389362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20"/>
            <p:cNvSpPr/>
            <p:nvPr/>
          </p:nvSpPr>
          <p:spPr>
            <a:xfrm>
              <a:off x="-1104250" y="39474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20"/>
            <p:cNvSpPr/>
            <p:nvPr/>
          </p:nvSpPr>
          <p:spPr>
            <a:xfrm>
              <a:off x="-1300800" y="3924250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21" y="0"/>
                  </a:moveTo>
                  <a:lnTo>
                    <a:pt x="2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20"/>
            <p:cNvSpPr/>
            <p:nvPr/>
          </p:nvSpPr>
          <p:spPr>
            <a:xfrm>
              <a:off x="-1190675" y="39647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1"/>
                  </a:move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20"/>
            <p:cNvSpPr/>
            <p:nvPr/>
          </p:nvSpPr>
          <p:spPr>
            <a:xfrm>
              <a:off x="-1270675" y="39341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20"/>
            <p:cNvSpPr/>
            <p:nvPr/>
          </p:nvSpPr>
          <p:spPr>
            <a:xfrm>
              <a:off x="-1139325" y="3971650"/>
              <a:ext cx="4975" cy="6925"/>
            </a:xfrm>
            <a:custGeom>
              <a:rect b="b" l="l" r="r" t="t"/>
              <a:pathLst>
                <a:path extrusionOk="0" h="277" w="199">
                  <a:moveTo>
                    <a:pt x="198" y="0"/>
                  </a:moveTo>
                  <a:lnTo>
                    <a:pt x="100" y="99"/>
                  </a:lnTo>
                  <a:lnTo>
                    <a:pt x="1" y="178"/>
                  </a:lnTo>
                  <a:lnTo>
                    <a:pt x="60" y="277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20"/>
            <p:cNvSpPr/>
            <p:nvPr/>
          </p:nvSpPr>
          <p:spPr>
            <a:xfrm>
              <a:off x="-1133400" y="39686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20"/>
            <p:cNvSpPr/>
            <p:nvPr/>
          </p:nvSpPr>
          <p:spPr>
            <a:xfrm>
              <a:off x="-1361525" y="3832400"/>
              <a:ext cx="245925" cy="149150"/>
            </a:xfrm>
            <a:custGeom>
              <a:rect b="b" l="l" r="r" t="t"/>
              <a:pathLst>
                <a:path extrusionOk="0" h="5966" w="9837">
                  <a:moveTo>
                    <a:pt x="178" y="2272"/>
                  </a:moveTo>
                  <a:lnTo>
                    <a:pt x="170" y="2276"/>
                  </a:lnTo>
                  <a:lnTo>
                    <a:pt x="170" y="2276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78" y="2272"/>
                  </a:lnTo>
                  <a:close/>
                  <a:moveTo>
                    <a:pt x="119" y="2232"/>
                  </a:moveTo>
                  <a:lnTo>
                    <a:pt x="79" y="2311"/>
                  </a:lnTo>
                  <a:lnTo>
                    <a:pt x="79" y="2331"/>
                  </a:lnTo>
                  <a:lnTo>
                    <a:pt x="119" y="2311"/>
                  </a:lnTo>
                  <a:lnTo>
                    <a:pt x="139" y="2291"/>
                  </a:lnTo>
                  <a:lnTo>
                    <a:pt x="170" y="2276"/>
                  </a:lnTo>
                  <a:lnTo>
                    <a:pt x="170" y="2276"/>
                  </a:lnTo>
                  <a:lnTo>
                    <a:pt x="158" y="2252"/>
                  </a:lnTo>
                  <a:lnTo>
                    <a:pt x="139" y="2232"/>
                  </a:lnTo>
                  <a:close/>
                  <a:moveTo>
                    <a:pt x="3299" y="3753"/>
                  </a:moveTo>
                  <a:lnTo>
                    <a:pt x="3240" y="3872"/>
                  </a:lnTo>
                  <a:lnTo>
                    <a:pt x="3240" y="3872"/>
                  </a:lnTo>
                  <a:lnTo>
                    <a:pt x="3299" y="3812"/>
                  </a:lnTo>
                  <a:lnTo>
                    <a:pt x="3319" y="3773"/>
                  </a:lnTo>
                  <a:lnTo>
                    <a:pt x="3299" y="3753"/>
                  </a:lnTo>
                  <a:close/>
                  <a:moveTo>
                    <a:pt x="4682" y="4425"/>
                  </a:moveTo>
                  <a:lnTo>
                    <a:pt x="4682" y="4425"/>
                  </a:lnTo>
                  <a:lnTo>
                    <a:pt x="4682" y="4425"/>
                  </a:lnTo>
                  <a:close/>
                  <a:moveTo>
                    <a:pt x="1502" y="0"/>
                  </a:moveTo>
                  <a:lnTo>
                    <a:pt x="1423" y="59"/>
                  </a:lnTo>
                  <a:lnTo>
                    <a:pt x="1344" y="99"/>
                  </a:lnTo>
                  <a:lnTo>
                    <a:pt x="1265" y="119"/>
                  </a:lnTo>
                  <a:lnTo>
                    <a:pt x="1205" y="119"/>
                  </a:lnTo>
                  <a:lnTo>
                    <a:pt x="20" y="2133"/>
                  </a:lnTo>
                  <a:lnTo>
                    <a:pt x="20" y="2153"/>
                  </a:lnTo>
                  <a:lnTo>
                    <a:pt x="20" y="2193"/>
                  </a:lnTo>
                  <a:lnTo>
                    <a:pt x="0" y="2252"/>
                  </a:lnTo>
                  <a:lnTo>
                    <a:pt x="0" y="2252"/>
                  </a:lnTo>
                  <a:lnTo>
                    <a:pt x="60" y="2193"/>
                  </a:lnTo>
                  <a:lnTo>
                    <a:pt x="139" y="2094"/>
                  </a:lnTo>
                  <a:lnTo>
                    <a:pt x="218" y="1975"/>
                  </a:lnTo>
                  <a:lnTo>
                    <a:pt x="218" y="2035"/>
                  </a:lnTo>
                  <a:lnTo>
                    <a:pt x="237" y="2094"/>
                  </a:lnTo>
                  <a:lnTo>
                    <a:pt x="237" y="2173"/>
                  </a:lnTo>
                  <a:lnTo>
                    <a:pt x="198" y="2252"/>
                  </a:lnTo>
                  <a:lnTo>
                    <a:pt x="178" y="2291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39" y="2351"/>
                  </a:lnTo>
                  <a:lnTo>
                    <a:pt x="99" y="2449"/>
                  </a:lnTo>
                  <a:lnTo>
                    <a:pt x="158" y="2449"/>
                  </a:lnTo>
                  <a:lnTo>
                    <a:pt x="198" y="2509"/>
                  </a:lnTo>
                  <a:lnTo>
                    <a:pt x="198" y="2449"/>
                  </a:lnTo>
                  <a:lnTo>
                    <a:pt x="237" y="2410"/>
                  </a:lnTo>
                  <a:lnTo>
                    <a:pt x="277" y="2370"/>
                  </a:lnTo>
                  <a:lnTo>
                    <a:pt x="297" y="2311"/>
                  </a:lnTo>
                  <a:lnTo>
                    <a:pt x="178" y="2410"/>
                  </a:lnTo>
                  <a:lnTo>
                    <a:pt x="158" y="2390"/>
                  </a:lnTo>
                  <a:lnTo>
                    <a:pt x="178" y="2351"/>
                  </a:lnTo>
                  <a:lnTo>
                    <a:pt x="218" y="2272"/>
                  </a:lnTo>
                  <a:lnTo>
                    <a:pt x="218" y="2252"/>
                  </a:lnTo>
                  <a:lnTo>
                    <a:pt x="277" y="2252"/>
                  </a:lnTo>
                  <a:lnTo>
                    <a:pt x="317" y="2232"/>
                  </a:lnTo>
                  <a:lnTo>
                    <a:pt x="396" y="2173"/>
                  </a:lnTo>
                  <a:lnTo>
                    <a:pt x="475" y="2094"/>
                  </a:lnTo>
                  <a:lnTo>
                    <a:pt x="534" y="2074"/>
                  </a:lnTo>
                  <a:lnTo>
                    <a:pt x="573" y="2054"/>
                  </a:lnTo>
                  <a:lnTo>
                    <a:pt x="593" y="2173"/>
                  </a:lnTo>
                  <a:lnTo>
                    <a:pt x="573" y="2193"/>
                  </a:lnTo>
                  <a:lnTo>
                    <a:pt x="534" y="2252"/>
                  </a:lnTo>
                  <a:lnTo>
                    <a:pt x="494" y="2331"/>
                  </a:lnTo>
                  <a:lnTo>
                    <a:pt x="475" y="2370"/>
                  </a:lnTo>
                  <a:lnTo>
                    <a:pt x="534" y="2351"/>
                  </a:lnTo>
                  <a:lnTo>
                    <a:pt x="554" y="2370"/>
                  </a:lnTo>
                  <a:lnTo>
                    <a:pt x="573" y="2410"/>
                  </a:lnTo>
                  <a:lnTo>
                    <a:pt x="573" y="2469"/>
                  </a:lnTo>
                  <a:lnTo>
                    <a:pt x="554" y="2529"/>
                  </a:lnTo>
                  <a:lnTo>
                    <a:pt x="573" y="2568"/>
                  </a:lnTo>
                  <a:lnTo>
                    <a:pt x="573" y="2529"/>
                  </a:lnTo>
                  <a:lnTo>
                    <a:pt x="593" y="2469"/>
                  </a:lnTo>
                  <a:lnTo>
                    <a:pt x="672" y="2390"/>
                  </a:lnTo>
                  <a:lnTo>
                    <a:pt x="731" y="2370"/>
                  </a:lnTo>
                  <a:lnTo>
                    <a:pt x="731" y="2390"/>
                  </a:lnTo>
                  <a:lnTo>
                    <a:pt x="731" y="2410"/>
                  </a:lnTo>
                  <a:lnTo>
                    <a:pt x="692" y="2529"/>
                  </a:lnTo>
                  <a:lnTo>
                    <a:pt x="672" y="2568"/>
                  </a:lnTo>
                  <a:lnTo>
                    <a:pt x="731" y="2608"/>
                  </a:lnTo>
                  <a:lnTo>
                    <a:pt x="771" y="2647"/>
                  </a:lnTo>
                  <a:lnTo>
                    <a:pt x="830" y="2746"/>
                  </a:lnTo>
                  <a:lnTo>
                    <a:pt x="870" y="2805"/>
                  </a:lnTo>
                  <a:lnTo>
                    <a:pt x="909" y="2825"/>
                  </a:lnTo>
                  <a:lnTo>
                    <a:pt x="949" y="2845"/>
                  </a:lnTo>
                  <a:lnTo>
                    <a:pt x="1008" y="2845"/>
                  </a:lnTo>
                  <a:lnTo>
                    <a:pt x="1028" y="2706"/>
                  </a:lnTo>
                  <a:lnTo>
                    <a:pt x="1028" y="2667"/>
                  </a:lnTo>
                  <a:lnTo>
                    <a:pt x="1008" y="2687"/>
                  </a:lnTo>
                  <a:lnTo>
                    <a:pt x="929" y="2805"/>
                  </a:lnTo>
                  <a:lnTo>
                    <a:pt x="968" y="2687"/>
                  </a:lnTo>
                  <a:lnTo>
                    <a:pt x="1087" y="2509"/>
                  </a:lnTo>
                  <a:lnTo>
                    <a:pt x="1186" y="2390"/>
                  </a:lnTo>
                  <a:lnTo>
                    <a:pt x="1186" y="2430"/>
                  </a:lnTo>
                  <a:lnTo>
                    <a:pt x="1205" y="2449"/>
                  </a:lnTo>
                  <a:lnTo>
                    <a:pt x="1205" y="2489"/>
                  </a:lnTo>
                  <a:lnTo>
                    <a:pt x="1186" y="2529"/>
                  </a:lnTo>
                  <a:lnTo>
                    <a:pt x="1284" y="2489"/>
                  </a:lnTo>
                  <a:lnTo>
                    <a:pt x="1284" y="2449"/>
                  </a:lnTo>
                  <a:lnTo>
                    <a:pt x="1284" y="2430"/>
                  </a:lnTo>
                  <a:lnTo>
                    <a:pt x="1284" y="2410"/>
                  </a:lnTo>
                  <a:lnTo>
                    <a:pt x="1324" y="2370"/>
                  </a:lnTo>
                  <a:lnTo>
                    <a:pt x="1344" y="2469"/>
                  </a:lnTo>
                  <a:lnTo>
                    <a:pt x="1324" y="2529"/>
                  </a:lnTo>
                  <a:lnTo>
                    <a:pt x="1284" y="2568"/>
                  </a:lnTo>
                  <a:lnTo>
                    <a:pt x="1324" y="2588"/>
                  </a:lnTo>
                  <a:lnTo>
                    <a:pt x="1363" y="2568"/>
                  </a:lnTo>
                  <a:lnTo>
                    <a:pt x="1403" y="2529"/>
                  </a:lnTo>
                  <a:lnTo>
                    <a:pt x="1442" y="2469"/>
                  </a:lnTo>
                  <a:lnTo>
                    <a:pt x="1442" y="2489"/>
                  </a:lnTo>
                  <a:lnTo>
                    <a:pt x="1442" y="2509"/>
                  </a:lnTo>
                  <a:lnTo>
                    <a:pt x="1403" y="2588"/>
                  </a:lnTo>
                  <a:lnTo>
                    <a:pt x="1284" y="2706"/>
                  </a:lnTo>
                  <a:lnTo>
                    <a:pt x="1284" y="2726"/>
                  </a:lnTo>
                  <a:lnTo>
                    <a:pt x="1284" y="2766"/>
                  </a:lnTo>
                  <a:lnTo>
                    <a:pt x="1265" y="2825"/>
                  </a:lnTo>
                  <a:lnTo>
                    <a:pt x="1205" y="2904"/>
                  </a:lnTo>
                  <a:lnTo>
                    <a:pt x="1284" y="2904"/>
                  </a:lnTo>
                  <a:lnTo>
                    <a:pt x="1186" y="3042"/>
                  </a:lnTo>
                  <a:lnTo>
                    <a:pt x="1205" y="3062"/>
                  </a:lnTo>
                  <a:lnTo>
                    <a:pt x="1225" y="3062"/>
                  </a:lnTo>
                  <a:lnTo>
                    <a:pt x="1265" y="3042"/>
                  </a:lnTo>
                  <a:lnTo>
                    <a:pt x="1304" y="3042"/>
                  </a:lnTo>
                  <a:lnTo>
                    <a:pt x="1304" y="3062"/>
                  </a:lnTo>
                  <a:lnTo>
                    <a:pt x="1304" y="3101"/>
                  </a:lnTo>
                  <a:lnTo>
                    <a:pt x="1383" y="3003"/>
                  </a:lnTo>
                  <a:lnTo>
                    <a:pt x="1442" y="3161"/>
                  </a:lnTo>
                  <a:lnTo>
                    <a:pt x="1482" y="3200"/>
                  </a:lnTo>
                  <a:lnTo>
                    <a:pt x="1541" y="3240"/>
                  </a:lnTo>
                  <a:lnTo>
                    <a:pt x="1581" y="3141"/>
                  </a:lnTo>
                  <a:lnTo>
                    <a:pt x="1620" y="3121"/>
                  </a:lnTo>
                  <a:lnTo>
                    <a:pt x="1640" y="3121"/>
                  </a:lnTo>
                  <a:lnTo>
                    <a:pt x="1660" y="3141"/>
                  </a:lnTo>
                  <a:lnTo>
                    <a:pt x="1640" y="3180"/>
                  </a:lnTo>
                  <a:lnTo>
                    <a:pt x="1660" y="3279"/>
                  </a:lnTo>
                  <a:lnTo>
                    <a:pt x="1679" y="3299"/>
                  </a:lnTo>
                  <a:lnTo>
                    <a:pt x="1719" y="3319"/>
                  </a:lnTo>
                  <a:lnTo>
                    <a:pt x="1818" y="3279"/>
                  </a:lnTo>
                  <a:lnTo>
                    <a:pt x="1857" y="3240"/>
                  </a:lnTo>
                  <a:lnTo>
                    <a:pt x="1916" y="3180"/>
                  </a:lnTo>
                  <a:lnTo>
                    <a:pt x="1936" y="3121"/>
                  </a:lnTo>
                  <a:lnTo>
                    <a:pt x="1956" y="3101"/>
                  </a:lnTo>
                  <a:lnTo>
                    <a:pt x="1976" y="3121"/>
                  </a:lnTo>
                  <a:lnTo>
                    <a:pt x="1956" y="3200"/>
                  </a:lnTo>
                  <a:lnTo>
                    <a:pt x="1956" y="3240"/>
                  </a:lnTo>
                  <a:lnTo>
                    <a:pt x="1976" y="3220"/>
                  </a:lnTo>
                  <a:lnTo>
                    <a:pt x="2035" y="3161"/>
                  </a:lnTo>
                  <a:lnTo>
                    <a:pt x="2094" y="3121"/>
                  </a:lnTo>
                  <a:lnTo>
                    <a:pt x="2153" y="3121"/>
                  </a:lnTo>
                  <a:lnTo>
                    <a:pt x="2153" y="3141"/>
                  </a:lnTo>
                  <a:lnTo>
                    <a:pt x="2173" y="3161"/>
                  </a:lnTo>
                  <a:lnTo>
                    <a:pt x="2094" y="3200"/>
                  </a:lnTo>
                  <a:lnTo>
                    <a:pt x="2035" y="3220"/>
                  </a:lnTo>
                  <a:lnTo>
                    <a:pt x="2015" y="3240"/>
                  </a:lnTo>
                  <a:lnTo>
                    <a:pt x="2015" y="3279"/>
                  </a:lnTo>
                  <a:lnTo>
                    <a:pt x="2015" y="3299"/>
                  </a:lnTo>
                  <a:lnTo>
                    <a:pt x="2055" y="3338"/>
                  </a:lnTo>
                  <a:lnTo>
                    <a:pt x="2094" y="3358"/>
                  </a:lnTo>
                  <a:lnTo>
                    <a:pt x="2114" y="3378"/>
                  </a:lnTo>
                  <a:lnTo>
                    <a:pt x="2134" y="3398"/>
                  </a:lnTo>
                  <a:lnTo>
                    <a:pt x="2213" y="3338"/>
                  </a:lnTo>
                  <a:lnTo>
                    <a:pt x="2529" y="3121"/>
                  </a:lnTo>
                  <a:lnTo>
                    <a:pt x="2548" y="3022"/>
                  </a:lnTo>
                  <a:lnTo>
                    <a:pt x="2608" y="2924"/>
                  </a:lnTo>
                  <a:lnTo>
                    <a:pt x="2687" y="2825"/>
                  </a:lnTo>
                  <a:lnTo>
                    <a:pt x="2766" y="2726"/>
                  </a:lnTo>
                  <a:lnTo>
                    <a:pt x="2746" y="2785"/>
                  </a:lnTo>
                  <a:lnTo>
                    <a:pt x="2766" y="2845"/>
                  </a:lnTo>
                  <a:lnTo>
                    <a:pt x="2786" y="2884"/>
                  </a:lnTo>
                  <a:lnTo>
                    <a:pt x="2805" y="2943"/>
                  </a:lnTo>
                  <a:lnTo>
                    <a:pt x="2766" y="3022"/>
                  </a:lnTo>
                  <a:lnTo>
                    <a:pt x="2746" y="3101"/>
                  </a:lnTo>
                  <a:lnTo>
                    <a:pt x="2726" y="3161"/>
                  </a:lnTo>
                  <a:lnTo>
                    <a:pt x="2706" y="3180"/>
                  </a:lnTo>
                  <a:lnTo>
                    <a:pt x="2687" y="3200"/>
                  </a:lnTo>
                  <a:lnTo>
                    <a:pt x="2706" y="3082"/>
                  </a:lnTo>
                  <a:lnTo>
                    <a:pt x="2706" y="3042"/>
                  </a:lnTo>
                  <a:lnTo>
                    <a:pt x="2667" y="3042"/>
                  </a:lnTo>
                  <a:lnTo>
                    <a:pt x="2647" y="3200"/>
                  </a:lnTo>
                  <a:lnTo>
                    <a:pt x="2667" y="3378"/>
                  </a:lnTo>
                  <a:lnTo>
                    <a:pt x="2608" y="3437"/>
                  </a:lnTo>
                  <a:lnTo>
                    <a:pt x="2568" y="3457"/>
                  </a:lnTo>
                  <a:lnTo>
                    <a:pt x="2548" y="3457"/>
                  </a:lnTo>
                  <a:lnTo>
                    <a:pt x="2588" y="3398"/>
                  </a:lnTo>
                  <a:lnTo>
                    <a:pt x="2608" y="3358"/>
                  </a:lnTo>
                  <a:lnTo>
                    <a:pt x="2568" y="3378"/>
                  </a:lnTo>
                  <a:lnTo>
                    <a:pt x="2529" y="3417"/>
                  </a:lnTo>
                  <a:lnTo>
                    <a:pt x="2509" y="3496"/>
                  </a:lnTo>
                  <a:lnTo>
                    <a:pt x="2489" y="3595"/>
                  </a:lnTo>
                  <a:lnTo>
                    <a:pt x="2450" y="3674"/>
                  </a:lnTo>
                  <a:lnTo>
                    <a:pt x="2529" y="3674"/>
                  </a:lnTo>
                  <a:lnTo>
                    <a:pt x="2548" y="3635"/>
                  </a:lnTo>
                  <a:lnTo>
                    <a:pt x="2548" y="3694"/>
                  </a:lnTo>
                  <a:lnTo>
                    <a:pt x="2568" y="3714"/>
                  </a:lnTo>
                  <a:lnTo>
                    <a:pt x="2647" y="3714"/>
                  </a:lnTo>
                  <a:lnTo>
                    <a:pt x="2687" y="3694"/>
                  </a:lnTo>
                  <a:lnTo>
                    <a:pt x="2726" y="3694"/>
                  </a:lnTo>
                  <a:lnTo>
                    <a:pt x="2746" y="3714"/>
                  </a:lnTo>
                  <a:lnTo>
                    <a:pt x="2746" y="3773"/>
                  </a:lnTo>
                  <a:lnTo>
                    <a:pt x="2766" y="3714"/>
                  </a:lnTo>
                  <a:lnTo>
                    <a:pt x="2805" y="3635"/>
                  </a:lnTo>
                  <a:lnTo>
                    <a:pt x="2825" y="3615"/>
                  </a:lnTo>
                  <a:lnTo>
                    <a:pt x="2845" y="3635"/>
                  </a:lnTo>
                  <a:lnTo>
                    <a:pt x="2865" y="3674"/>
                  </a:lnTo>
                  <a:lnTo>
                    <a:pt x="2845" y="3793"/>
                  </a:lnTo>
                  <a:lnTo>
                    <a:pt x="2884" y="3753"/>
                  </a:lnTo>
                  <a:lnTo>
                    <a:pt x="2924" y="3733"/>
                  </a:lnTo>
                  <a:lnTo>
                    <a:pt x="2963" y="3733"/>
                  </a:lnTo>
                  <a:lnTo>
                    <a:pt x="2963" y="3753"/>
                  </a:lnTo>
                  <a:lnTo>
                    <a:pt x="2983" y="3733"/>
                  </a:lnTo>
                  <a:lnTo>
                    <a:pt x="3023" y="3674"/>
                  </a:lnTo>
                  <a:lnTo>
                    <a:pt x="3042" y="3595"/>
                  </a:lnTo>
                  <a:lnTo>
                    <a:pt x="3082" y="3516"/>
                  </a:lnTo>
                  <a:lnTo>
                    <a:pt x="3141" y="3437"/>
                  </a:lnTo>
                  <a:lnTo>
                    <a:pt x="3200" y="3398"/>
                  </a:lnTo>
                  <a:lnTo>
                    <a:pt x="3240" y="3398"/>
                  </a:lnTo>
                  <a:lnTo>
                    <a:pt x="3260" y="3437"/>
                  </a:lnTo>
                  <a:lnTo>
                    <a:pt x="3299" y="3437"/>
                  </a:lnTo>
                  <a:lnTo>
                    <a:pt x="3279" y="3516"/>
                  </a:lnTo>
                  <a:lnTo>
                    <a:pt x="3200" y="3516"/>
                  </a:lnTo>
                  <a:lnTo>
                    <a:pt x="3161" y="3536"/>
                  </a:lnTo>
                  <a:lnTo>
                    <a:pt x="3339" y="3536"/>
                  </a:lnTo>
                  <a:lnTo>
                    <a:pt x="3339" y="3595"/>
                  </a:lnTo>
                  <a:lnTo>
                    <a:pt x="3299" y="3635"/>
                  </a:lnTo>
                  <a:lnTo>
                    <a:pt x="3260" y="3654"/>
                  </a:lnTo>
                  <a:lnTo>
                    <a:pt x="3220" y="3635"/>
                  </a:lnTo>
                  <a:lnTo>
                    <a:pt x="3220" y="3674"/>
                  </a:lnTo>
                  <a:lnTo>
                    <a:pt x="3240" y="3694"/>
                  </a:lnTo>
                  <a:lnTo>
                    <a:pt x="3299" y="3694"/>
                  </a:lnTo>
                  <a:lnTo>
                    <a:pt x="3358" y="3654"/>
                  </a:lnTo>
                  <a:lnTo>
                    <a:pt x="3418" y="3595"/>
                  </a:lnTo>
                  <a:lnTo>
                    <a:pt x="3457" y="3635"/>
                  </a:lnTo>
                  <a:lnTo>
                    <a:pt x="3477" y="3654"/>
                  </a:lnTo>
                  <a:lnTo>
                    <a:pt x="3477" y="3674"/>
                  </a:lnTo>
                  <a:lnTo>
                    <a:pt x="3398" y="3793"/>
                  </a:lnTo>
                  <a:lnTo>
                    <a:pt x="3319" y="3911"/>
                  </a:lnTo>
                  <a:lnTo>
                    <a:pt x="3279" y="3951"/>
                  </a:lnTo>
                  <a:lnTo>
                    <a:pt x="3220" y="3951"/>
                  </a:lnTo>
                  <a:lnTo>
                    <a:pt x="3220" y="3931"/>
                  </a:lnTo>
                  <a:lnTo>
                    <a:pt x="3240" y="3872"/>
                  </a:lnTo>
                  <a:lnTo>
                    <a:pt x="3220" y="3832"/>
                  </a:lnTo>
                  <a:lnTo>
                    <a:pt x="3181" y="3832"/>
                  </a:lnTo>
                  <a:lnTo>
                    <a:pt x="3121" y="3852"/>
                  </a:lnTo>
                  <a:lnTo>
                    <a:pt x="3141" y="3812"/>
                  </a:lnTo>
                  <a:lnTo>
                    <a:pt x="3181" y="3793"/>
                  </a:lnTo>
                  <a:lnTo>
                    <a:pt x="3102" y="3753"/>
                  </a:lnTo>
                  <a:lnTo>
                    <a:pt x="3062" y="3753"/>
                  </a:lnTo>
                  <a:lnTo>
                    <a:pt x="3023" y="3773"/>
                  </a:lnTo>
                  <a:lnTo>
                    <a:pt x="2963" y="3812"/>
                  </a:lnTo>
                  <a:lnTo>
                    <a:pt x="2983" y="3852"/>
                  </a:lnTo>
                  <a:lnTo>
                    <a:pt x="3023" y="3891"/>
                  </a:lnTo>
                  <a:lnTo>
                    <a:pt x="3082" y="3931"/>
                  </a:lnTo>
                  <a:lnTo>
                    <a:pt x="3161" y="3951"/>
                  </a:lnTo>
                  <a:lnTo>
                    <a:pt x="3161" y="3990"/>
                  </a:lnTo>
                  <a:lnTo>
                    <a:pt x="3161" y="4030"/>
                  </a:lnTo>
                  <a:lnTo>
                    <a:pt x="3378" y="3951"/>
                  </a:lnTo>
                  <a:lnTo>
                    <a:pt x="3418" y="3931"/>
                  </a:lnTo>
                  <a:lnTo>
                    <a:pt x="3457" y="3812"/>
                  </a:lnTo>
                  <a:lnTo>
                    <a:pt x="3477" y="3753"/>
                  </a:lnTo>
                  <a:lnTo>
                    <a:pt x="3516" y="3694"/>
                  </a:lnTo>
                  <a:lnTo>
                    <a:pt x="3497" y="3793"/>
                  </a:lnTo>
                  <a:lnTo>
                    <a:pt x="3497" y="3891"/>
                  </a:lnTo>
                  <a:lnTo>
                    <a:pt x="3497" y="3951"/>
                  </a:lnTo>
                  <a:lnTo>
                    <a:pt x="3536" y="3990"/>
                  </a:lnTo>
                  <a:lnTo>
                    <a:pt x="3556" y="3951"/>
                  </a:lnTo>
                  <a:lnTo>
                    <a:pt x="3595" y="3911"/>
                  </a:lnTo>
                  <a:lnTo>
                    <a:pt x="3655" y="3872"/>
                  </a:lnTo>
                  <a:lnTo>
                    <a:pt x="3694" y="3832"/>
                  </a:lnTo>
                  <a:lnTo>
                    <a:pt x="3734" y="3793"/>
                  </a:lnTo>
                  <a:lnTo>
                    <a:pt x="3734" y="3753"/>
                  </a:lnTo>
                  <a:lnTo>
                    <a:pt x="3714" y="3773"/>
                  </a:lnTo>
                  <a:lnTo>
                    <a:pt x="3714" y="3733"/>
                  </a:lnTo>
                  <a:lnTo>
                    <a:pt x="3734" y="3654"/>
                  </a:lnTo>
                  <a:lnTo>
                    <a:pt x="3773" y="3654"/>
                  </a:lnTo>
                  <a:lnTo>
                    <a:pt x="3793" y="3595"/>
                  </a:lnTo>
                  <a:lnTo>
                    <a:pt x="3813" y="3536"/>
                  </a:lnTo>
                  <a:lnTo>
                    <a:pt x="3852" y="3516"/>
                  </a:lnTo>
                  <a:lnTo>
                    <a:pt x="3872" y="3556"/>
                  </a:lnTo>
                  <a:lnTo>
                    <a:pt x="3872" y="3575"/>
                  </a:lnTo>
                  <a:lnTo>
                    <a:pt x="3872" y="3615"/>
                  </a:lnTo>
                  <a:lnTo>
                    <a:pt x="3852" y="3674"/>
                  </a:lnTo>
                  <a:lnTo>
                    <a:pt x="3852" y="3694"/>
                  </a:lnTo>
                  <a:lnTo>
                    <a:pt x="3872" y="3733"/>
                  </a:lnTo>
                  <a:lnTo>
                    <a:pt x="3734" y="3872"/>
                  </a:lnTo>
                  <a:lnTo>
                    <a:pt x="3655" y="3931"/>
                  </a:lnTo>
                  <a:lnTo>
                    <a:pt x="3576" y="3970"/>
                  </a:lnTo>
                  <a:lnTo>
                    <a:pt x="3576" y="4010"/>
                  </a:lnTo>
                  <a:lnTo>
                    <a:pt x="3595" y="4030"/>
                  </a:lnTo>
                  <a:lnTo>
                    <a:pt x="3615" y="4030"/>
                  </a:lnTo>
                  <a:lnTo>
                    <a:pt x="3635" y="4069"/>
                  </a:lnTo>
                  <a:lnTo>
                    <a:pt x="3655" y="4010"/>
                  </a:lnTo>
                  <a:lnTo>
                    <a:pt x="3674" y="3970"/>
                  </a:lnTo>
                  <a:lnTo>
                    <a:pt x="3714" y="3931"/>
                  </a:lnTo>
                  <a:lnTo>
                    <a:pt x="3714" y="3891"/>
                  </a:lnTo>
                  <a:lnTo>
                    <a:pt x="3813" y="3872"/>
                  </a:lnTo>
                  <a:lnTo>
                    <a:pt x="3931" y="3812"/>
                  </a:lnTo>
                  <a:lnTo>
                    <a:pt x="4050" y="3773"/>
                  </a:lnTo>
                  <a:lnTo>
                    <a:pt x="4148" y="3773"/>
                  </a:lnTo>
                  <a:lnTo>
                    <a:pt x="4109" y="3832"/>
                  </a:lnTo>
                  <a:lnTo>
                    <a:pt x="4050" y="3891"/>
                  </a:lnTo>
                  <a:lnTo>
                    <a:pt x="3951" y="3931"/>
                  </a:lnTo>
                  <a:lnTo>
                    <a:pt x="3911" y="3970"/>
                  </a:lnTo>
                  <a:lnTo>
                    <a:pt x="3852" y="4010"/>
                  </a:lnTo>
                  <a:lnTo>
                    <a:pt x="3813" y="4069"/>
                  </a:lnTo>
                  <a:lnTo>
                    <a:pt x="3773" y="4148"/>
                  </a:lnTo>
                  <a:lnTo>
                    <a:pt x="3773" y="4168"/>
                  </a:lnTo>
                  <a:lnTo>
                    <a:pt x="3793" y="4168"/>
                  </a:lnTo>
                  <a:lnTo>
                    <a:pt x="3832" y="4128"/>
                  </a:lnTo>
                  <a:lnTo>
                    <a:pt x="3872" y="4089"/>
                  </a:lnTo>
                  <a:lnTo>
                    <a:pt x="3911" y="4069"/>
                  </a:lnTo>
                  <a:lnTo>
                    <a:pt x="3931" y="4069"/>
                  </a:lnTo>
                  <a:lnTo>
                    <a:pt x="3931" y="4128"/>
                  </a:lnTo>
                  <a:lnTo>
                    <a:pt x="3931" y="4148"/>
                  </a:lnTo>
                  <a:lnTo>
                    <a:pt x="3951" y="4168"/>
                  </a:lnTo>
                  <a:lnTo>
                    <a:pt x="3990" y="4188"/>
                  </a:lnTo>
                  <a:lnTo>
                    <a:pt x="4050" y="4168"/>
                  </a:lnTo>
                  <a:lnTo>
                    <a:pt x="4129" y="4188"/>
                  </a:lnTo>
                  <a:lnTo>
                    <a:pt x="4129" y="4089"/>
                  </a:lnTo>
                  <a:lnTo>
                    <a:pt x="4188" y="4089"/>
                  </a:lnTo>
                  <a:lnTo>
                    <a:pt x="4227" y="4148"/>
                  </a:lnTo>
                  <a:lnTo>
                    <a:pt x="4208" y="4168"/>
                  </a:lnTo>
                  <a:lnTo>
                    <a:pt x="4267" y="4148"/>
                  </a:lnTo>
                  <a:lnTo>
                    <a:pt x="4267" y="4168"/>
                  </a:lnTo>
                  <a:lnTo>
                    <a:pt x="4287" y="4168"/>
                  </a:lnTo>
                  <a:lnTo>
                    <a:pt x="4306" y="4148"/>
                  </a:lnTo>
                  <a:lnTo>
                    <a:pt x="4366" y="4188"/>
                  </a:lnTo>
                  <a:lnTo>
                    <a:pt x="4405" y="4207"/>
                  </a:lnTo>
                  <a:lnTo>
                    <a:pt x="4464" y="4227"/>
                  </a:lnTo>
                  <a:lnTo>
                    <a:pt x="4484" y="4168"/>
                  </a:lnTo>
                  <a:lnTo>
                    <a:pt x="4464" y="4148"/>
                  </a:lnTo>
                  <a:lnTo>
                    <a:pt x="4405" y="4168"/>
                  </a:lnTo>
                  <a:lnTo>
                    <a:pt x="4385" y="4148"/>
                  </a:lnTo>
                  <a:lnTo>
                    <a:pt x="4385" y="4069"/>
                  </a:lnTo>
                  <a:lnTo>
                    <a:pt x="4385" y="4030"/>
                  </a:lnTo>
                  <a:lnTo>
                    <a:pt x="4425" y="3970"/>
                  </a:lnTo>
                  <a:lnTo>
                    <a:pt x="4445" y="3990"/>
                  </a:lnTo>
                  <a:lnTo>
                    <a:pt x="4484" y="3990"/>
                  </a:lnTo>
                  <a:lnTo>
                    <a:pt x="4563" y="3951"/>
                  </a:lnTo>
                  <a:lnTo>
                    <a:pt x="4642" y="3931"/>
                  </a:lnTo>
                  <a:lnTo>
                    <a:pt x="4682" y="3931"/>
                  </a:lnTo>
                  <a:lnTo>
                    <a:pt x="4721" y="3951"/>
                  </a:lnTo>
                  <a:lnTo>
                    <a:pt x="4701" y="3911"/>
                  </a:lnTo>
                  <a:lnTo>
                    <a:pt x="4761" y="3872"/>
                  </a:lnTo>
                  <a:lnTo>
                    <a:pt x="4780" y="3872"/>
                  </a:lnTo>
                  <a:lnTo>
                    <a:pt x="4840" y="3911"/>
                  </a:lnTo>
                  <a:lnTo>
                    <a:pt x="4840" y="3951"/>
                  </a:lnTo>
                  <a:lnTo>
                    <a:pt x="4840" y="3990"/>
                  </a:lnTo>
                  <a:lnTo>
                    <a:pt x="4780" y="4030"/>
                  </a:lnTo>
                  <a:lnTo>
                    <a:pt x="4741" y="4089"/>
                  </a:lnTo>
                  <a:lnTo>
                    <a:pt x="4721" y="4109"/>
                  </a:lnTo>
                  <a:lnTo>
                    <a:pt x="4721" y="4148"/>
                  </a:lnTo>
                  <a:lnTo>
                    <a:pt x="4662" y="4168"/>
                  </a:lnTo>
                  <a:lnTo>
                    <a:pt x="4603" y="4168"/>
                  </a:lnTo>
                  <a:lnTo>
                    <a:pt x="4563" y="4227"/>
                  </a:lnTo>
                  <a:lnTo>
                    <a:pt x="4524" y="4425"/>
                  </a:lnTo>
                  <a:lnTo>
                    <a:pt x="4524" y="4425"/>
                  </a:lnTo>
                  <a:lnTo>
                    <a:pt x="4543" y="4405"/>
                  </a:lnTo>
                  <a:lnTo>
                    <a:pt x="4563" y="4405"/>
                  </a:lnTo>
                  <a:lnTo>
                    <a:pt x="4583" y="4425"/>
                  </a:lnTo>
                  <a:lnTo>
                    <a:pt x="4603" y="4484"/>
                  </a:lnTo>
                  <a:lnTo>
                    <a:pt x="4603" y="4504"/>
                  </a:lnTo>
                  <a:lnTo>
                    <a:pt x="4622" y="4504"/>
                  </a:lnTo>
                  <a:lnTo>
                    <a:pt x="4622" y="4405"/>
                  </a:lnTo>
                  <a:lnTo>
                    <a:pt x="4662" y="4365"/>
                  </a:lnTo>
                  <a:lnTo>
                    <a:pt x="4682" y="4346"/>
                  </a:lnTo>
                  <a:lnTo>
                    <a:pt x="4682" y="4365"/>
                  </a:lnTo>
                  <a:lnTo>
                    <a:pt x="4682" y="4425"/>
                  </a:lnTo>
                  <a:lnTo>
                    <a:pt x="4761" y="4227"/>
                  </a:lnTo>
                  <a:lnTo>
                    <a:pt x="4741" y="4207"/>
                  </a:lnTo>
                  <a:lnTo>
                    <a:pt x="4721" y="4227"/>
                  </a:lnTo>
                  <a:lnTo>
                    <a:pt x="4682" y="4247"/>
                  </a:lnTo>
                  <a:lnTo>
                    <a:pt x="4642" y="4247"/>
                  </a:lnTo>
                  <a:lnTo>
                    <a:pt x="4642" y="4227"/>
                  </a:lnTo>
                  <a:lnTo>
                    <a:pt x="4642" y="4188"/>
                  </a:lnTo>
                  <a:lnTo>
                    <a:pt x="4721" y="4168"/>
                  </a:lnTo>
                  <a:lnTo>
                    <a:pt x="4780" y="4109"/>
                  </a:lnTo>
                  <a:lnTo>
                    <a:pt x="4840" y="4069"/>
                  </a:lnTo>
                  <a:lnTo>
                    <a:pt x="4879" y="4049"/>
                  </a:lnTo>
                  <a:lnTo>
                    <a:pt x="4899" y="4069"/>
                  </a:lnTo>
                  <a:lnTo>
                    <a:pt x="4879" y="4089"/>
                  </a:lnTo>
                  <a:lnTo>
                    <a:pt x="4879" y="4109"/>
                  </a:lnTo>
                  <a:lnTo>
                    <a:pt x="4859" y="4109"/>
                  </a:lnTo>
                  <a:lnTo>
                    <a:pt x="4840" y="4128"/>
                  </a:lnTo>
                  <a:lnTo>
                    <a:pt x="4840" y="4148"/>
                  </a:lnTo>
                  <a:lnTo>
                    <a:pt x="4859" y="4148"/>
                  </a:lnTo>
                  <a:lnTo>
                    <a:pt x="4899" y="4128"/>
                  </a:lnTo>
                  <a:lnTo>
                    <a:pt x="4958" y="4128"/>
                  </a:lnTo>
                  <a:lnTo>
                    <a:pt x="4978" y="4148"/>
                  </a:lnTo>
                  <a:lnTo>
                    <a:pt x="4879" y="4207"/>
                  </a:lnTo>
                  <a:lnTo>
                    <a:pt x="4840" y="4267"/>
                  </a:lnTo>
                  <a:lnTo>
                    <a:pt x="4820" y="4346"/>
                  </a:lnTo>
                  <a:lnTo>
                    <a:pt x="4820" y="4346"/>
                  </a:lnTo>
                  <a:lnTo>
                    <a:pt x="4919" y="4227"/>
                  </a:lnTo>
                  <a:lnTo>
                    <a:pt x="4938" y="4247"/>
                  </a:lnTo>
                  <a:lnTo>
                    <a:pt x="4919" y="4286"/>
                  </a:lnTo>
                  <a:lnTo>
                    <a:pt x="4919" y="4306"/>
                  </a:lnTo>
                  <a:lnTo>
                    <a:pt x="4919" y="4326"/>
                  </a:lnTo>
                  <a:lnTo>
                    <a:pt x="4938" y="4306"/>
                  </a:lnTo>
                  <a:lnTo>
                    <a:pt x="4958" y="4267"/>
                  </a:lnTo>
                  <a:lnTo>
                    <a:pt x="4978" y="4227"/>
                  </a:lnTo>
                  <a:lnTo>
                    <a:pt x="5017" y="4227"/>
                  </a:lnTo>
                  <a:lnTo>
                    <a:pt x="4998" y="4286"/>
                  </a:lnTo>
                  <a:lnTo>
                    <a:pt x="4978" y="4326"/>
                  </a:lnTo>
                  <a:lnTo>
                    <a:pt x="5017" y="4346"/>
                  </a:lnTo>
                  <a:lnTo>
                    <a:pt x="5037" y="4326"/>
                  </a:lnTo>
                  <a:lnTo>
                    <a:pt x="5077" y="4286"/>
                  </a:lnTo>
                  <a:lnTo>
                    <a:pt x="5136" y="4267"/>
                  </a:lnTo>
                  <a:lnTo>
                    <a:pt x="5116" y="4247"/>
                  </a:lnTo>
                  <a:lnTo>
                    <a:pt x="5116" y="4207"/>
                  </a:lnTo>
                  <a:lnTo>
                    <a:pt x="5156" y="4128"/>
                  </a:lnTo>
                  <a:lnTo>
                    <a:pt x="5195" y="4069"/>
                  </a:lnTo>
                  <a:lnTo>
                    <a:pt x="5235" y="4030"/>
                  </a:lnTo>
                  <a:lnTo>
                    <a:pt x="5255" y="4030"/>
                  </a:lnTo>
                  <a:lnTo>
                    <a:pt x="5314" y="4049"/>
                  </a:lnTo>
                  <a:lnTo>
                    <a:pt x="5373" y="4069"/>
                  </a:lnTo>
                  <a:lnTo>
                    <a:pt x="5393" y="4069"/>
                  </a:lnTo>
                  <a:lnTo>
                    <a:pt x="5393" y="4109"/>
                  </a:lnTo>
                  <a:lnTo>
                    <a:pt x="5413" y="4148"/>
                  </a:lnTo>
                  <a:lnTo>
                    <a:pt x="5393" y="4207"/>
                  </a:lnTo>
                  <a:lnTo>
                    <a:pt x="5472" y="4128"/>
                  </a:lnTo>
                  <a:lnTo>
                    <a:pt x="5452" y="4188"/>
                  </a:lnTo>
                  <a:lnTo>
                    <a:pt x="5452" y="4207"/>
                  </a:lnTo>
                  <a:lnTo>
                    <a:pt x="5452" y="4227"/>
                  </a:lnTo>
                  <a:lnTo>
                    <a:pt x="5492" y="4227"/>
                  </a:lnTo>
                  <a:lnTo>
                    <a:pt x="5511" y="4247"/>
                  </a:lnTo>
                  <a:lnTo>
                    <a:pt x="5492" y="4286"/>
                  </a:lnTo>
                  <a:lnTo>
                    <a:pt x="5393" y="4286"/>
                  </a:lnTo>
                  <a:lnTo>
                    <a:pt x="5353" y="4306"/>
                  </a:lnTo>
                  <a:lnTo>
                    <a:pt x="5334" y="4346"/>
                  </a:lnTo>
                  <a:lnTo>
                    <a:pt x="5274" y="4405"/>
                  </a:lnTo>
                  <a:lnTo>
                    <a:pt x="5294" y="4444"/>
                  </a:lnTo>
                  <a:lnTo>
                    <a:pt x="5274" y="4484"/>
                  </a:lnTo>
                  <a:lnTo>
                    <a:pt x="5215" y="4583"/>
                  </a:lnTo>
                  <a:lnTo>
                    <a:pt x="5235" y="4563"/>
                  </a:lnTo>
                  <a:lnTo>
                    <a:pt x="5255" y="4543"/>
                  </a:lnTo>
                  <a:lnTo>
                    <a:pt x="5294" y="4484"/>
                  </a:lnTo>
                  <a:lnTo>
                    <a:pt x="5353" y="4405"/>
                  </a:lnTo>
                  <a:lnTo>
                    <a:pt x="5393" y="4326"/>
                  </a:lnTo>
                  <a:lnTo>
                    <a:pt x="5393" y="4365"/>
                  </a:lnTo>
                  <a:lnTo>
                    <a:pt x="5413" y="4405"/>
                  </a:lnTo>
                  <a:lnTo>
                    <a:pt x="5413" y="4444"/>
                  </a:lnTo>
                  <a:lnTo>
                    <a:pt x="5373" y="4504"/>
                  </a:lnTo>
                  <a:lnTo>
                    <a:pt x="5393" y="4523"/>
                  </a:lnTo>
                  <a:lnTo>
                    <a:pt x="5413" y="4504"/>
                  </a:lnTo>
                  <a:lnTo>
                    <a:pt x="5472" y="4464"/>
                  </a:lnTo>
                  <a:lnTo>
                    <a:pt x="5511" y="4444"/>
                  </a:lnTo>
                  <a:lnTo>
                    <a:pt x="5531" y="4444"/>
                  </a:lnTo>
                  <a:lnTo>
                    <a:pt x="5472" y="4543"/>
                  </a:lnTo>
                  <a:lnTo>
                    <a:pt x="5413" y="4642"/>
                  </a:lnTo>
                  <a:lnTo>
                    <a:pt x="5452" y="4642"/>
                  </a:lnTo>
                  <a:lnTo>
                    <a:pt x="5472" y="4681"/>
                  </a:lnTo>
                  <a:lnTo>
                    <a:pt x="5492" y="4622"/>
                  </a:lnTo>
                  <a:lnTo>
                    <a:pt x="5511" y="4602"/>
                  </a:lnTo>
                  <a:lnTo>
                    <a:pt x="5472" y="4602"/>
                  </a:lnTo>
                  <a:lnTo>
                    <a:pt x="5511" y="4563"/>
                  </a:lnTo>
                  <a:lnTo>
                    <a:pt x="5571" y="4563"/>
                  </a:lnTo>
                  <a:lnTo>
                    <a:pt x="5590" y="4583"/>
                  </a:lnTo>
                  <a:lnTo>
                    <a:pt x="5610" y="4563"/>
                  </a:lnTo>
                  <a:lnTo>
                    <a:pt x="5630" y="4543"/>
                  </a:lnTo>
                  <a:lnTo>
                    <a:pt x="5610" y="4583"/>
                  </a:lnTo>
                  <a:lnTo>
                    <a:pt x="5610" y="4622"/>
                  </a:lnTo>
                  <a:lnTo>
                    <a:pt x="5650" y="4642"/>
                  </a:lnTo>
                  <a:lnTo>
                    <a:pt x="5689" y="4662"/>
                  </a:lnTo>
                  <a:lnTo>
                    <a:pt x="5709" y="4681"/>
                  </a:lnTo>
                  <a:lnTo>
                    <a:pt x="5709" y="4701"/>
                  </a:lnTo>
                  <a:lnTo>
                    <a:pt x="5748" y="4602"/>
                  </a:lnTo>
                  <a:lnTo>
                    <a:pt x="5768" y="4583"/>
                  </a:lnTo>
                  <a:lnTo>
                    <a:pt x="5748" y="4563"/>
                  </a:lnTo>
                  <a:lnTo>
                    <a:pt x="5709" y="4583"/>
                  </a:lnTo>
                  <a:lnTo>
                    <a:pt x="5689" y="4602"/>
                  </a:lnTo>
                  <a:lnTo>
                    <a:pt x="5669" y="4602"/>
                  </a:lnTo>
                  <a:lnTo>
                    <a:pt x="5669" y="4583"/>
                  </a:lnTo>
                  <a:lnTo>
                    <a:pt x="5689" y="4504"/>
                  </a:lnTo>
                  <a:lnTo>
                    <a:pt x="5768" y="4504"/>
                  </a:lnTo>
                  <a:lnTo>
                    <a:pt x="5847" y="4523"/>
                  </a:lnTo>
                  <a:lnTo>
                    <a:pt x="5946" y="4543"/>
                  </a:lnTo>
                  <a:lnTo>
                    <a:pt x="5985" y="4543"/>
                  </a:lnTo>
                  <a:lnTo>
                    <a:pt x="6045" y="4523"/>
                  </a:lnTo>
                  <a:lnTo>
                    <a:pt x="6064" y="4563"/>
                  </a:lnTo>
                  <a:lnTo>
                    <a:pt x="6064" y="4583"/>
                  </a:lnTo>
                  <a:lnTo>
                    <a:pt x="6025" y="4622"/>
                  </a:lnTo>
                  <a:lnTo>
                    <a:pt x="5985" y="4681"/>
                  </a:lnTo>
                  <a:lnTo>
                    <a:pt x="5946" y="4760"/>
                  </a:lnTo>
                  <a:lnTo>
                    <a:pt x="5887" y="4741"/>
                  </a:lnTo>
                  <a:lnTo>
                    <a:pt x="5867" y="4721"/>
                  </a:lnTo>
                  <a:lnTo>
                    <a:pt x="5827" y="4681"/>
                  </a:lnTo>
                  <a:lnTo>
                    <a:pt x="5788" y="4681"/>
                  </a:lnTo>
                  <a:lnTo>
                    <a:pt x="5827" y="4741"/>
                  </a:lnTo>
                  <a:lnTo>
                    <a:pt x="5887" y="4780"/>
                  </a:lnTo>
                  <a:lnTo>
                    <a:pt x="5985" y="4780"/>
                  </a:lnTo>
                  <a:lnTo>
                    <a:pt x="6064" y="4741"/>
                  </a:lnTo>
                  <a:lnTo>
                    <a:pt x="6084" y="4760"/>
                  </a:lnTo>
                  <a:lnTo>
                    <a:pt x="6084" y="4800"/>
                  </a:lnTo>
                  <a:lnTo>
                    <a:pt x="6064" y="4919"/>
                  </a:lnTo>
                  <a:lnTo>
                    <a:pt x="6045" y="5017"/>
                  </a:lnTo>
                  <a:lnTo>
                    <a:pt x="6064" y="5057"/>
                  </a:lnTo>
                  <a:lnTo>
                    <a:pt x="6104" y="5057"/>
                  </a:lnTo>
                  <a:lnTo>
                    <a:pt x="6143" y="4958"/>
                  </a:lnTo>
                  <a:lnTo>
                    <a:pt x="6143" y="4879"/>
                  </a:lnTo>
                  <a:lnTo>
                    <a:pt x="6183" y="4879"/>
                  </a:lnTo>
                  <a:lnTo>
                    <a:pt x="6203" y="4899"/>
                  </a:lnTo>
                  <a:lnTo>
                    <a:pt x="6222" y="4919"/>
                  </a:lnTo>
                  <a:lnTo>
                    <a:pt x="6242" y="4899"/>
                  </a:lnTo>
                  <a:lnTo>
                    <a:pt x="6262" y="4859"/>
                  </a:lnTo>
                  <a:lnTo>
                    <a:pt x="6262" y="4820"/>
                  </a:lnTo>
                  <a:lnTo>
                    <a:pt x="6301" y="4800"/>
                  </a:lnTo>
                  <a:lnTo>
                    <a:pt x="6301" y="4839"/>
                  </a:lnTo>
                  <a:lnTo>
                    <a:pt x="6301" y="4879"/>
                  </a:lnTo>
                  <a:lnTo>
                    <a:pt x="6282" y="4919"/>
                  </a:lnTo>
                  <a:lnTo>
                    <a:pt x="6301" y="4919"/>
                  </a:lnTo>
                  <a:lnTo>
                    <a:pt x="6321" y="4938"/>
                  </a:lnTo>
                  <a:lnTo>
                    <a:pt x="6301" y="5017"/>
                  </a:lnTo>
                  <a:lnTo>
                    <a:pt x="6301" y="5057"/>
                  </a:lnTo>
                  <a:lnTo>
                    <a:pt x="6301" y="5077"/>
                  </a:lnTo>
                  <a:lnTo>
                    <a:pt x="6321" y="5077"/>
                  </a:lnTo>
                  <a:lnTo>
                    <a:pt x="6380" y="5037"/>
                  </a:lnTo>
                  <a:lnTo>
                    <a:pt x="6380" y="5017"/>
                  </a:lnTo>
                  <a:lnTo>
                    <a:pt x="6361" y="5017"/>
                  </a:lnTo>
                  <a:lnTo>
                    <a:pt x="6341" y="4998"/>
                  </a:lnTo>
                  <a:lnTo>
                    <a:pt x="6380" y="4938"/>
                  </a:lnTo>
                  <a:lnTo>
                    <a:pt x="6440" y="4899"/>
                  </a:lnTo>
                  <a:lnTo>
                    <a:pt x="6479" y="4859"/>
                  </a:lnTo>
                  <a:lnTo>
                    <a:pt x="6538" y="4839"/>
                  </a:lnTo>
                  <a:lnTo>
                    <a:pt x="6519" y="4859"/>
                  </a:lnTo>
                  <a:lnTo>
                    <a:pt x="6538" y="4879"/>
                  </a:lnTo>
                  <a:lnTo>
                    <a:pt x="6558" y="4879"/>
                  </a:lnTo>
                  <a:lnTo>
                    <a:pt x="6558" y="4899"/>
                  </a:lnTo>
                  <a:lnTo>
                    <a:pt x="6538" y="4938"/>
                  </a:lnTo>
                  <a:lnTo>
                    <a:pt x="6479" y="4938"/>
                  </a:lnTo>
                  <a:lnTo>
                    <a:pt x="6440" y="4958"/>
                  </a:lnTo>
                  <a:lnTo>
                    <a:pt x="6479" y="4998"/>
                  </a:lnTo>
                  <a:lnTo>
                    <a:pt x="6479" y="4998"/>
                  </a:lnTo>
                  <a:lnTo>
                    <a:pt x="6617" y="4919"/>
                  </a:lnTo>
                  <a:lnTo>
                    <a:pt x="6598" y="4919"/>
                  </a:lnTo>
                  <a:lnTo>
                    <a:pt x="6598" y="4899"/>
                  </a:lnTo>
                  <a:lnTo>
                    <a:pt x="6617" y="4859"/>
                  </a:lnTo>
                  <a:lnTo>
                    <a:pt x="6677" y="4800"/>
                  </a:lnTo>
                  <a:lnTo>
                    <a:pt x="6696" y="4780"/>
                  </a:lnTo>
                  <a:lnTo>
                    <a:pt x="6736" y="4800"/>
                  </a:lnTo>
                  <a:lnTo>
                    <a:pt x="6736" y="4859"/>
                  </a:lnTo>
                  <a:lnTo>
                    <a:pt x="6736" y="4899"/>
                  </a:lnTo>
                  <a:lnTo>
                    <a:pt x="6716" y="4978"/>
                  </a:lnTo>
                  <a:lnTo>
                    <a:pt x="6756" y="4919"/>
                  </a:lnTo>
                  <a:lnTo>
                    <a:pt x="6815" y="4899"/>
                  </a:lnTo>
                  <a:lnTo>
                    <a:pt x="6894" y="4919"/>
                  </a:lnTo>
                  <a:lnTo>
                    <a:pt x="6894" y="4859"/>
                  </a:lnTo>
                  <a:lnTo>
                    <a:pt x="6914" y="4820"/>
                  </a:lnTo>
                  <a:lnTo>
                    <a:pt x="6993" y="4780"/>
                  </a:lnTo>
                  <a:lnTo>
                    <a:pt x="6993" y="4938"/>
                  </a:lnTo>
                  <a:lnTo>
                    <a:pt x="6953" y="4938"/>
                  </a:lnTo>
                  <a:lnTo>
                    <a:pt x="6933" y="4958"/>
                  </a:lnTo>
                  <a:lnTo>
                    <a:pt x="6914" y="4998"/>
                  </a:lnTo>
                  <a:lnTo>
                    <a:pt x="6914" y="5057"/>
                  </a:lnTo>
                  <a:lnTo>
                    <a:pt x="6874" y="5136"/>
                  </a:lnTo>
                  <a:lnTo>
                    <a:pt x="6815" y="5175"/>
                  </a:lnTo>
                  <a:lnTo>
                    <a:pt x="6775" y="5175"/>
                  </a:lnTo>
                  <a:lnTo>
                    <a:pt x="6736" y="5116"/>
                  </a:lnTo>
                  <a:lnTo>
                    <a:pt x="6736" y="5195"/>
                  </a:lnTo>
                  <a:lnTo>
                    <a:pt x="6756" y="5215"/>
                  </a:lnTo>
                  <a:lnTo>
                    <a:pt x="6775" y="5215"/>
                  </a:lnTo>
                  <a:lnTo>
                    <a:pt x="6815" y="5195"/>
                  </a:lnTo>
                  <a:lnTo>
                    <a:pt x="6894" y="5156"/>
                  </a:lnTo>
                  <a:lnTo>
                    <a:pt x="6914" y="5156"/>
                  </a:lnTo>
                  <a:lnTo>
                    <a:pt x="6933" y="5195"/>
                  </a:lnTo>
                  <a:lnTo>
                    <a:pt x="6894" y="5254"/>
                  </a:lnTo>
                  <a:lnTo>
                    <a:pt x="6854" y="5294"/>
                  </a:lnTo>
                  <a:lnTo>
                    <a:pt x="6914" y="5274"/>
                  </a:lnTo>
                  <a:lnTo>
                    <a:pt x="6933" y="5274"/>
                  </a:lnTo>
                  <a:lnTo>
                    <a:pt x="6953" y="5314"/>
                  </a:lnTo>
                  <a:lnTo>
                    <a:pt x="6993" y="5195"/>
                  </a:lnTo>
                  <a:lnTo>
                    <a:pt x="7032" y="5136"/>
                  </a:lnTo>
                  <a:lnTo>
                    <a:pt x="7091" y="5116"/>
                  </a:lnTo>
                  <a:lnTo>
                    <a:pt x="7052" y="5294"/>
                  </a:lnTo>
                  <a:lnTo>
                    <a:pt x="7091" y="5294"/>
                  </a:lnTo>
                  <a:lnTo>
                    <a:pt x="7151" y="5235"/>
                  </a:lnTo>
                  <a:lnTo>
                    <a:pt x="7210" y="5175"/>
                  </a:lnTo>
                  <a:lnTo>
                    <a:pt x="7230" y="5136"/>
                  </a:lnTo>
                  <a:lnTo>
                    <a:pt x="7269" y="5116"/>
                  </a:lnTo>
                  <a:lnTo>
                    <a:pt x="7289" y="4998"/>
                  </a:lnTo>
                  <a:lnTo>
                    <a:pt x="7328" y="4958"/>
                  </a:lnTo>
                  <a:lnTo>
                    <a:pt x="7407" y="4958"/>
                  </a:lnTo>
                  <a:lnTo>
                    <a:pt x="7447" y="4919"/>
                  </a:lnTo>
                  <a:lnTo>
                    <a:pt x="7368" y="4919"/>
                  </a:lnTo>
                  <a:lnTo>
                    <a:pt x="7348" y="4938"/>
                  </a:lnTo>
                  <a:lnTo>
                    <a:pt x="7328" y="4938"/>
                  </a:lnTo>
                  <a:lnTo>
                    <a:pt x="7309" y="4919"/>
                  </a:lnTo>
                  <a:lnTo>
                    <a:pt x="7368" y="4859"/>
                  </a:lnTo>
                  <a:lnTo>
                    <a:pt x="7388" y="4839"/>
                  </a:lnTo>
                  <a:lnTo>
                    <a:pt x="7427" y="4839"/>
                  </a:lnTo>
                  <a:lnTo>
                    <a:pt x="7467" y="4820"/>
                  </a:lnTo>
                  <a:lnTo>
                    <a:pt x="7506" y="4919"/>
                  </a:lnTo>
                  <a:lnTo>
                    <a:pt x="7486" y="5057"/>
                  </a:lnTo>
                  <a:lnTo>
                    <a:pt x="7407" y="5175"/>
                  </a:lnTo>
                  <a:lnTo>
                    <a:pt x="7309" y="5254"/>
                  </a:lnTo>
                  <a:lnTo>
                    <a:pt x="7210" y="5373"/>
                  </a:lnTo>
                  <a:lnTo>
                    <a:pt x="7091" y="5531"/>
                  </a:lnTo>
                  <a:lnTo>
                    <a:pt x="7170" y="5531"/>
                  </a:lnTo>
                  <a:lnTo>
                    <a:pt x="7249" y="5551"/>
                  </a:lnTo>
                  <a:lnTo>
                    <a:pt x="7309" y="5570"/>
                  </a:lnTo>
                  <a:lnTo>
                    <a:pt x="7328" y="5610"/>
                  </a:lnTo>
                  <a:lnTo>
                    <a:pt x="7328" y="5649"/>
                  </a:lnTo>
                  <a:lnTo>
                    <a:pt x="7407" y="5610"/>
                  </a:lnTo>
                  <a:lnTo>
                    <a:pt x="7486" y="5531"/>
                  </a:lnTo>
                  <a:lnTo>
                    <a:pt x="7585" y="5333"/>
                  </a:lnTo>
                  <a:lnTo>
                    <a:pt x="7625" y="5333"/>
                  </a:lnTo>
                  <a:lnTo>
                    <a:pt x="7625" y="5353"/>
                  </a:lnTo>
                  <a:lnTo>
                    <a:pt x="7645" y="5393"/>
                  </a:lnTo>
                  <a:lnTo>
                    <a:pt x="7565" y="5452"/>
                  </a:lnTo>
                  <a:lnTo>
                    <a:pt x="7565" y="5452"/>
                  </a:lnTo>
                  <a:lnTo>
                    <a:pt x="7724" y="5412"/>
                  </a:lnTo>
                  <a:lnTo>
                    <a:pt x="7803" y="5412"/>
                  </a:lnTo>
                  <a:lnTo>
                    <a:pt x="7862" y="5452"/>
                  </a:lnTo>
                  <a:lnTo>
                    <a:pt x="7901" y="5412"/>
                  </a:lnTo>
                  <a:lnTo>
                    <a:pt x="7961" y="5373"/>
                  </a:lnTo>
                  <a:lnTo>
                    <a:pt x="8040" y="5215"/>
                  </a:lnTo>
                  <a:lnTo>
                    <a:pt x="8099" y="5215"/>
                  </a:lnTo>
                  <a:lnTo>
                    <a:pt x="8119" y="5195"/>
                  </a:lnTo>
                  <a:lnTo>
                    <a:pt x="8178" y="5136"/>
                  </a:lnTo>
                  <a:lnTo>
                    <a:pt x="8198" y="5116"/>
                  </a:lnTo>
                  <a:lnTo>
                    <a:pt x="8237" y="5156"/>
                  </a:lnTo>
                  <a:lnTo>
                    <a:pt x="8257" y="5175"/>
                  </a:lnTo>
                  <a:lnTo>
                    <a:pt x="8198" y="5215"/>
                  </a:lnTo>
                  <a:lnTo>
                    <a:pt x="8178" y="5254"/>
                  </a:lnTo>
                  <a:lnTo>
                    <a:pt x="8178" y="5294"/>
                  </a:lnTo>
                  <a:lnTo>
                    <a:pt x="8198" y="5314"/>
                  </a:lnTo>
                  <a:lnTo>
                    <a:pt x="8237" y="5333"/>
                  </a:lnTo>
                  <a:lnTo>
                    <a:pt x="8277" y="5314"/>
                  </a:lnTo>
                  <a:lnTo>
                    <a:pt x="8277" y="5314"/>
                  </a:lnTo>
                  <a:lnTo>
                    <a:pt x="8198" y="5393"/>
                  </a:lnTo>
                  <a:lnTo>
                    <a:pt x="8158" y="5432"/>
                  </a:lnTo>
                  <a:lnTo>
                    <a:pt x="8138" y="5432"/>
                  </a:lnTo>
                  <a:lnTo>
                    <a:pt x="8138" y="5412"/>
                  </a:lnTo>
                  <a:lnTo>
                    <a:pt x="8158" y="5353"/>
                  </a:lnTo>
                  <a:lnTo>
                    <a:pt x="8059" y="5393"/>
                  </a:lnTo>
                  <a:lnTo>
                    <a:pt x="8099" y="5393"/>
                  </a:lnTo>
                  <a:lnTo>
                    <a:pt x="8119" y="5412"/>
                  </a:lnTo>
                  <a:lnTo>
                    <a:pt x="8119" y="5432"/>
                  </a:lnTo>
                  <a:lnTo>
                    <a:pt x="8119" y="5472"/>
                  </a:lnTo>
                  <a:lnTo>
                    <a:pt x="8079" y="5570"/>
                  </a:lnTo>
                  <a:lnTo>
                    <a:pt x="8040" y="5669"/>
                  </a:lnTo>
                  <a:lnTo>
                    <a:pt x="8040" y="5669"/>
                  </a:lnTo>
                  <a:lnTo>
                    <a:pt x="8059" y="5649"/>
                  </a:lnTo>
                  <a:lnTo>
                    <a:pt x="8079" y="5630"/>
                  </a:lnTo>
                  <a:lnTo>
                    <a:pt x="8099" y="5570"/>
                  </a:lnTo>
                  <a:lnTo>
                    <a:pt x="8119" y="5511"/>
                  </a:lnTo>
                  <a:lnTo>
                    <a:pt x="8138" y="5511"/>
                  </a:lnTo>
                  <a:lnTo>
                    <a:pt x="8178" y="5491"/>
                  </a:lnTo>
                  <a:lnTo>
                    <a:pt x="8178" y="5590"/>
                  </a:lnTo>
                  <a:lnTo>
                    <a:pt x="8198" y="5649"/>
                  </a:lnTo>
                  <a:lnTo>
                    <a:pt x="8217" y="5689"/>
                  </a:lnTo>
                  <a:lnTo>
                    <a:pt x="8257" y="5709"/>
                  </a:lnTo>
                  <a:lnTo>
                    <a:pt x="8296" y="5728"/>
                  </a:lnTo>
                  <a:lnTo>
                    <a:pt x="8316" y="5768"/>
                  </a:lnTo>
                  <a:lnTo>
                    <a:pt x="8296" y="5847"/>
                  </a:lnTo>
                  <a:lnTo>
                    <a:pt x="8257" y="5965"/>
                  </a:lnTo>
                  <a:lnTo>
                    <a:pt x="8257" y="5965"/>
                  </a:lnTo>
                  <a:lnTo>
                    <a:pt x="8415" y="5906"/>
                  </a:lnTo>
                  <a:lnTo>
                    <a:pt x="8514" y="5886"/>
                  </a:lnTo>
                  <a:lnTo>
                    <a:pt x="8573" y="5886"/>
                  </a:lnTo>
                  <a:lnTo>
                    <a:pt x="8632" y="5847"/>
                  </a:lnTo>
                  <a:lnTo>
                    <a:pt x="8672" y="5827"/>
                  </a:lnTo>
                  <a:lnTo>
                    <a:pt x="8691" y="5807"/>
                  </a:lnTo>
                  <a:lnTo>
                    <a:pt x="8751" y="5748"/>
                  </a:lnTo>
                  <a:lnTo>
                    <a:pt x="8751" y="5689"/>
                  </a:lnTo>
                  <a:lnTo>
                    <a:pt x="8711" y="5689"/>
                  </a:lnTo>
                  <a:lnTo>
                    <a:pt x="8632" y="5709"/>
                  </a:lnTo>
                  <a:lnTo>
                    <a:pt x="8553" y="5709"/>
                  </a:lnTo>
                  <a:lnTo>
                    <a:pt x="8533" y="5689"/>
                  </a:lnTo>
                  <a:lnTo>
                    <a:pt x="8533" y="5610"/>
                  </a:lnTo>
                  <a:lnTo>
                    <a:pt x="8494" y="5649"/>
                  </a:lnTo>
                  <a:lnTo>
                    <a:pt x="8454" y="5689"/>
                  </a:lnTo>
                  <a:lnTo>
                    <a:pt x="8375" y="5788"/>
                  </a:lnTo>
                  <a:lnTo>
                    <a:pt x="8336" y="5788"/>
                  </a:lnTo>
                  <a:lnTo>
                    <a:pt x="8336" y="5748"/>
                  </a:lnTo>
                  <a:lnTo>
                    <a:pt x="8336" y="5728"/>
                  </a:lnTo>
                  <a:lnTo>
                    <a:pt x="8356" y="5669"/>
                  </a:lnTo>
                  <a:lnTo>
                    <a:pt x="8395" y="5669"/>
                  </a:lnTo>
                  <a:lnTo>
                    <a:pt x="8435" y="5630"/>
                  </a:lnTo>
                  <a:lnTo>
                    <a:pt x="8514" y="5551"/>
                  </a:lnTo>
                  <a:lnTo>
                    <a:pt x="8573" y="5491"/>
                  </a:lnTo>
                  <a:lnTo>
                    <a:pt x="8612" y="5472"/>
                  </a:lnTo>
                  <a:lnTo>
                    <a:pt x="8652" y="5491"/>
                  </a:lnTo>
                  <a:lnTo>
                    <a:pt x="8652" y="5432"/>
                  </a:lnTo>
                  <a:lnTo>
                    <a:pt x="8632" y="5393"/>
                  </a:lnTo>
                  <a:lnTo>
                    <a:pt x="8612" y="5353"/>
                  </a:lnTo>
                  <a:lnTo>
                    <a:pt x="8593" y="5314"/>
                  </a:lnTo>
                  <a:lnTo>
                    <a:pt x="8632" y="5235"/>
                  </a:lnTo>
                  <a:lnTo>
                    <a:pt x="8672" y="5156"/>
                  </a:lnTo>
                  <a:lnTo>
                    <a:pt x="8810" y="5057"/>
                  </a:lnTo>
                  <a:lnTo>
                    <a:pt x="8928" y="4978"/>
                  </a:lnTo>
                  <a:lnTo>
                    <a:pt x="8889" y="5057"/>
                  </a:lnTo>
                  <a:lnTo>
                    <a:pt x="8849" y="5096"/>
                  </a:lnTo>
                  <a:lnTo>
                    <a:pt x="9067" y="4998"/>
                  </a:lnTo>
                  <a:lnTo>
                    <a:pt x="9007" y="5136"/>
                  </a:lnTo>
                  <a:lnTo>
                    <a:pt x="8948" y="5235"/>
                  </a:lnTo>
                  <a:lnTo>
                    <a:pt x="8968" y="5254"/>
                  </a:lnTo>
                  <a:lnTo>
                    <a:pt x="8988" y="5254"/>
                  </a:lnTo>
                  <a:lnTo>
                    <a:pt x="9047" y="5274"/>
                  </a:lnTo>
                  <a:lnTo>
                    <a:pt x="9067" y="5274"/>
                  </a:lnTo>
                  <a:lnTo>
                    <a:pt x="9086" y="5294"/>
                  </a:lnTo>
                  <a:lnTo>
                    <a:pt x="9086" y="5333"/>
                  </a:lnTo>
                  <a:lnTo>
                    <a:pt x="9047" y="5373"/>
                  </a:lnTo>
                  <a:lnTo>
                    <a:pt x="9086" y="5373"/>
                  </a:lnTo>
                  <a:lnTo>
                    <a:pt x="9106" y="5333"/>
                  </a:lnTo>
                  <a:lnTo>
                    <a:pt x="9106" y="5274"/>
                  </a:lnTo>
                  <a:lnTo>
                    <a:pt x="9126" y="5215"/>
                  </a:lnTo>
                  <a:lnTo>
                    <a:pt x="9047" y="5175"/>
                  </a:lnTo>
                  <a:lnTo>
                    <a:pt x="9086" y="5116"/>
                  </a:lnTo>
                  <a:lnTo>
                    <a:pt x="9106" y="5096"/>
                  </a:lnTo>
                  <a:lnTo>
                    <a:pt x="9126" y="5116"/>
                  </a:lnTo>
                  <a:lnTo>
                    <a:pt x="9146" y="5136"/>
                  </a:lnTo>
                  <a:lnTo>
                    <a:pt x="9146" y="5156"/>
                  </a:lnTo>
                  <a:lnTo>
                    <a:pt x="9205" y="5156"/>
                  </a:lnTo>
                  <a:lnTo>
                    <a:pt x="9244" y="5116"/>
                  </a:lnTo>
                  <a:lnTo>
                    <a:pt x="9304" y="5017"/>
                  </a:lnTo>
                  <a:lnTo>
                    <a:pt x="9343" y="4998"/>
                  </a:lnTo>
                  <a:lnTo>
                    <a:pt x="9738" y="4148"/>
                  </a:lnTo>
                  <a:lnTo>
                    <a:pt x="9738" y="4148"/>
                  </a:lnTo>
                  <a:lnTo>
                    <a:pt x="9679" y="4168"/>
                  </a:lnTo>
                  <a:lnTo>
                    <a:pt x="9639" y="4168"/>
                  </a:lnTo>
                  <a:lnTo>
                    <a:pt x="9600" y="4148"/>
                  </a:lnTo>
                  <a:lnTo>
                    <a:pt x="9580" y="4128"/>
                  </a:lnTo>
                  <a:lnTo>
                    <a:pt x="9620" y="4069"/>
                  </a:lnTo>
                  <a:lnTo>
                    <a:pt x="9659" y="4030"/>
                  </a:lnTo>
                  <a:lnTo>
                    <a:pt x="9718" y="4010"/>
                  </a:lnTo>
                  <a:lnTo>
                    <a:pt x="9758" y="4010"/>
                  </a:lnTo>
                  <a:lnTo>
                    <a:pt x="9797" y="3990"/>
                  </a:lnTo>
                  <a:lnTo>
                    <a:pt x="9817" y="3951"/>
                  </a:lnTo>
                  <a:lnTo>
                    <a:pt x="9837" y="3891"/>
                  </a:lnTo>
                  <a:lnTo>
                    <a:pt x="9837" y="3872"/>
                  </a:lnTo>
                  <a:lnTo>
                    <a:pt x="9817" y="3872"/>
                  </a:lnTo>
                  <a:lnTo>
                    <a:pt x="9778" y="3891"/>
                  </a:lnTo>
                  <a:lnTo>
                    <a:pt x="9758" y="3951"/>
                  </a:lnTo>
                  <a:lnTo>
                    <a:pt x="9738" y="3990"/>
                  </a:lnTo>
                  <a:lnTo>
                    <a:pt x="9679" y="3891"/>
                  </a:lnTo>
                  <a:lnTo>
                    <a:pt x="9659" y="3812"/>
                  </a:lnTo>
                  <a:lnTo>
                    <a:pt x="9679" y="3714"/>
                  </a:lnTo>
                  <a:lnTo>
                    <a:pt x="9580" y="3753"/>
                  </a:lnTo>
                  <a:lnTo>
                    <a:pt x="9521" y="3773"/>
                  </a:lnTo>
                  <a:lnTo>
                    <a:pt x="9481" y="3793"/>
                  </a:lnTo>
                  <a:lnTo>
                    <a:pt x="9383" y="3872"/>
                  </a:lnTo>
                  <a:lnTo>
                    <a:pt x="9422" y="3872"/>
                  </a:lnTo>
                  <a:lnTo>
                    <a:pt x="9462" y="3832"/>
                  </a:lnTo>
                  <a:lnTo>
                    <a:pt x="9501" y="3832"/>
                  </a:lnTo>
                  <a:lnTo>
                    <a:pt x="9501" y="3852"/>
                  </a:lnTo>
                  <a:lnTo>
                    <a:pt x="9363" y="3970"/>
                  </a:lnTo>
                  <a:lnTo>
                    <a:pt x="9343" y="3951"/>
                  </a:lnTo>
                  <a:lnTo>
                    <a:pt x="9323" y="3931"/>
                  </a:lnTo>
                  <a:lnTo>
                    <a:pt x="9323" y="3852"/>
                  </a:lnTo>
                  <a:lnTo>
                    <a:pt x="9323" y="3793"/>
                  </a:lnTo>
                  <a:lnTo>
                    <a:pt x="9304" y="3733"/>
                  </a:lnTo>
                  <a:lnTo>
                    <a:pt x="9383" y="3714"/>
                  </a:lnTo>
                  <a:lnTo>
                    <a:pt x="9363" y="3733"/>
                  </a:lnTo>
                  <a:lnTo>
                    <a:pt x="9363" y="3733"/>
                  </a:lnTo>
                  <a:lnTo>
                    <a:pt x="9402" y="3714"/>
                  </a:lnTo>
                  <a:lnTo>
                    <a:pt x="9442" y="3714"/>
                  </a:lnTo>
                  <a:lnTo>
                    <a:pt x="9481" y="3694"/>
                  </a:lnTo>
                  <a:lnTo>
                    <a:pt x="9521" y="3654"/>
                  </a:lnTo>
                  <a:lnTo>
                    <a:pt x="9521" y="3654"/>
                  </a:lnTo>
                  <a:lnTo>
                    <a:pt x="9462" y="3674"/>
                  </a:lnTo>
                  <a:lnTo>
                    <a:pt x="9422" y="3674"/>
                  </a:lnTo>
                  <a:lnTo>
                    <a:pt x="9383" y="3654"/>
                  </a:lnTo>
                  <a:lnTo>
                    <a:pt x="9363" y="3635"/>
                  </a:lnTo>
                  <a:lnTo>
                    <a:pt x="9323" y="3654"/>
                  </a:lnTo>
                  <a:lnTo>
                    <a:pt x="9343" y="3635"/>
                  </a:lnTo>
                  <a:lnTo>
                    <a:pt x="9304" y="3635"/>
                  </a:lnTo>
                  <a:lnTo>
                    <a:pt x="9264" y="3615"/>
                  </a:lnTo>
                  <a:lnTo>
                    <a:pt x="9244" y="3516"/>
                  </a:lnTo>
                  <a:lnTo>
                    <a:pt x="9225" y="3477"/>
                  </a:lnTo>
                  <a:lnTo>
                    <a:pt x="9205" y="3477"/>
                  </a:lnTo>
                  <a:lnTo>
                    <a:pt x="9165" y="3496"/>
                  </a:lnTo>
                  <a:lnTo>
                    <a:pt x="9086" y="3556"/>
                  </a:lnTo>
                  <a:lnTo>
                    <a:pt x="9106" y="3575"/>
                  </a:lnTo>
                  <a:lnTo>
                    <a:pt x="9086" y="3615"/>
                  </a:lnTo>
                  <a:lnTo>
                    <a:pt x="9067" y="3674"/>
                  </a:lnTo>
                  <a:lnTo>
                    <a:pt x="9027" y="3714"/>
                  </a:lnTo>
                  <a:lnTo>
                    <a:pt x="9047" y="3674"/>
                  </a:lnTo>
                  <a:lnTo>
                    <a:pt x="9027" y="3635"/>
                  </a:lnTo>
                  <a:lnTo>
                    <a:pt x="9027" y="3595"/>
                  </a:lnTo>
                  <a:lnTo>
                    <a:pt x="9027" y="3556"/>
                  </a:lnTo>
                  <a:lnTo>
                    <a:pt x="9067" y="3536"/>
                  </a:lnTo>
                  <a:lnTo>
                    <a:pt x="9027" y="3477"/>
                  </a:lnTo>
                  <a:lnTo>
                    <a:pt x="8988" y="3457"/>
                  </a:lnTo>
                  <a:lnTo>
                    <a:pt x="8968" y="3457"/>
                  </a:lnTo>
                  <a:lnTo>
                    <a:pt x="8889" y="3595"/>
                  </a:lnTo>
                  <a:lnTo>
                    <a:pt x="8849" y="3635"/>
                  </a:lnTo>
                  <a:lnTo>
                    <a:pt x="8790" y="3654"/>
                  </a:lnTo>
                  <a:lnTo>
                    <a:pt x="8790" y="3615"/>
                  </a:lnTo>
                  <a:lnTo>
                    <a:pt x="8810" y="3575"/>
                  </a:lnTo>
                  <a:lnTo>
                    <a:pt x="8869" y="3496"/>
                  </a:lnTo>
                  <a:lnTo>
                    <a:pt x="8928" y="3437"/>
                  </a:lnTo>
                  <a:lnTo>
                    <a:pt x="8948" y="3398"/>
                  </a:lnTo>
                  <a:lnTo>
                    <a:pt x="8968" y="3338"/>
                  </a:lnTo>
                  <a:lnTo>
                    <a:pt x="8810" y="3398"/>
                  </a:lnTo>
                  <a:lnTo>
                    <a:pt x="8849" y="3299"/>
                  </a:lnTo>
                  <a:lnTo>
                    <a:pt x="8810" y="3240"/>
                  </a:lnTo>
                  <a:lnTo>
                    <a:pt x="8751" y="3220"/>
                  </a:lnTo>
                  <a:lnTo>
                    <a:pt x="8691" y="3240"/>
                  </a:lnTo>
                  <a:lnTo>
                    <a:pt x="8612" y="3240"/>
                  </a:lnTo>
                  <a:lnTo>
                    <a:pt x="8474" y="3279"/>
                  </a:lnTo>
                  <a:lnTo>
                    <a:pt x="8415" y="3279"/>
                  </a:lnTo>
                  <a:lnTo>
                    <a:pt x="8356" y="3259"/>
                  </a:lnTo>
                  <a:lnTo>
                    <a:pt x="8435" y="3180"/>
                  </a:lnTo>
                  <a:lnTo>
                    <a:pt x="8494" y="3141"/>
                  </a:lnTo>
                  <a:lnTo>
                    <a:pt x="8573" y="3121"/>
                  </a:lnTo>
                  <a:lnTo>
                    <a:pt x="8612" y="3121"/>
                  </a:lnTo>
                  <a:lnTo>
                    <a:pt x="8612" y="3082"/>
                  </a:lnTo>
                  <a:lnTo>
                    <a:pt x="8612" y="3062"/>
                  </a:lnTo>
                  <a:lnTo>
                    <a:pt x="8553" y="3042"/>
                  </a:lnTo>
                  <a:lnTo>
                    <a:pt x="8514" y="3042"/>
                  </a:lnTo>
                  <a:lnTo>
                    <a:pt x="8494" y="3022"/>
                  </a:lnTo>
                  <a:lnTo>
                    <a:pt x="8474" y="2983"/>
                  </a:lnTo>
                  <a:lnTo>
                    <a:pt x="8454" y="2963"/>
                  </a:lnTo>
                  <a:lnTo>
                    <a:pt x="8435" y="2963"/>
                  </a:lnTo>
                  <a:lnTo>
                    <a:pt x="8375" y="3003"/>
                  </a:lnTo>
                  <a:lnTo>
                    <a:pt x="8316" y="3062"/>
                  </a:lnTo>
                  <a:lnTo>
                    <a:pt x="8277" y="3121"/>
                  </a:lnTo>
                  <a:lnTo>
                    <a:pt x="8237" y="3121"/>
                  </a:lnTo>
                  <a:lnTo>
                    <a:pt x="8237" y="3062"/>
                  </a:lnTo>
                  <a:lnTo>
                    <a:pt x="8296" y="2983"/>
                  </a:lnTo>
                  <a:lnTo>
                    <a:pt x="8257" y="3022"/>
                  </a:lnTo>
                  <a:lnTo>
                    <a:pt x="8217" y="3042"/>
                  </a:lnTo>
                  <a:lnTo>
                    <a:pt x="8178" y="3062"/>
                  </a:lnTo>
                  <a:lnTo>
                    <a:pt x="8158" y="3062"/>
                  </a:lnTo>
                  <a:lnTo>
                    <a:pt x="8099" y="3042"/>
                  </a:lnTo>
                  <a:lnTo>
                    <a:pt x="8040" y="3022"/>
                  </a:lnTo>
                  <a:lnTo>
                    <a:pt x="8099" y="2943"/>
                  </a:lnTo>
                  <a:lnTo>
                    <a:pt x="7941" y="3003"/>
                  </a:lnTo>
                  <a:lnTo>
                    <a:pt x="7941" y="3022"/>
                  </a:lnTo>
                  <a:lnTo>
                    <a:pt x="7921" y="3062"/>
                  </a:lnTo>
                  <a:lnTo>
                    <a:pt x="7862" y="3141"/>
                  </a:lnTo>
                  <a:lnTo>
                    <a:pt x="7842" y="3121"/>
                  </a:lnTo>
                  <a:lnTo>
                    <a:pt x="7842" y="3220"/>
                  </a:lnTo>
                  <a:lnTo>
                    <a:pt x="7862" y="3240"/>
                  </a:lnTo>
                  <a:lnTo>
                    <a:pt x="7901" y="3259"/>
                  </a:lnTo>
                  <a:lnTo>
                    <a:pt x="7961" y="3240"/>
                  </a:lnTo>
                  <a:lnTo>
                    <a:pt x="8000" y="3240"/>
                  </a:lnTo>
                  <a:lnTo>
                    <a:pt x="8040" y="3259"/>
                  </a:lnTo>
                  <a:lnTo>
                    <a:pt x="8059" y="3299"/>
                  </a:lnTo>
                  <a:lnTo>
                    <a:pt x="8059" y="3398"/>
                  </a:lnTo>
                  <a:lnTo>
                    <a:pt x="8020" y="3417"/>
                  </a:lnTo>
                  <a:lnTo>
                    <a:pt x="8000" y="3457"/>
                  </a:lnTo>
                  <a:lnTo>
                    <a:pt x="8000" y="3477"/>
                  </a:lnTo>
                  <a:lnTo>
                    <a:pt x="7961" y="3496"/>
                  </a:lnTo>
                  <a:lnTo>
                    <a:pt x="7961" y="3477"/>
                  </a:lnTo>
                  <a:lnTo>
                    <a:pt x="7980" y="3437"/>
                  </a:lnTo>
                  <a:lnTo>
                    <a:pt x="7901" y="3516"/>
                  </a:lnTo>
                  <a:lnTo>
                    <a:pt x="7882" y="3536"/>
                  </a:lnTo>
                  <a:lnTo>
                    <a:pt x="7882" y="3556"/>
                  </a:lnTo>
                  <a:lnTo>
                    <a:pt x="7803" y="3654"/>
                  </a:lnTo>
                  <a:lnTo>
                    <a:pt x="7783" y="3674"/>
                  </a:lnTo>
                  <a:lnTo>
                    <a:pt x="7743" y="3694"/>
                  </a:lnTo>
                  <a:lnTo>
                    <a:pt x="7684" y="3674"/>
                  </a:lnTo>
                  <a:lnTo>
                    <a:pt x="7625" y="3694"/>
                  </a:lnTo>
                  <a:lnTo>
                    <a:pt x="7625" y="3635"/>
                  </a:lnTo>
                  <a:lnTo>
                    <a:pt x="7645" y="3595"/>
                  </a:lnTo>
                  <a:lnTo>
                    <a:pt x="7704" y="3536"/>
                  </a:lnTo>
                  <a:lnTo>
                    <a:pt x="7783" y="3496"/>
                  </a:lnTo>
                  <a:lnTo>
                    <a:pt x="7842" y="3457"/>
                  </a:lnTo>
                  <a:lnTo>
                    <a:pt x="7783" y="3477"/>
                  </a:lnTo>
                  <a:lnTo>
                    <a:pt x="7763" y="3477"/>
                  </a:lnTo>
                  <a:lnTo>
                    <a:pt x="7743" y="3457"/>
                  </a:lnTo>
                  <a:lnTo>
                    <a:pt x="7842" y="3319"/>
                  </a:lnTo>
                  <a:lnTo>
                    <a:pt x="7763" y="3358"/>
                  </a:lnTo>
                  <a:lnTo>
                    <a:pt x="7724" y="3398"/>
                  </a:lnTo>
                  <a:lnTo>
                    <a:pt x="7704" y="3477"/>
                  </a:lnTo>
                  <a:lnTo>
                    <a:pt x="7645" y="3556"/>
                  </a:lnTo>
                  <a:lnTo>
                    <a:pt x="7605" y="3615"/>
                  </a:lnTo>
                  <a:lnTo>
                    <a:pt x="7585" y="3635"/>
                  </a:lnTo>
                  <a:lnTo>
                    <a:pt x="7565" y="3615"/>
                  </a:lnTo>
                  <a:lnTo>
                    <a:pt x="7565" y="3595"/>
                  </a:lnTo>
                  <a:lnTo>
                    <a:pt x="7546" y="3536"/>
                  </a:lnTo>
                  <a:lnTo>
                    <a:pt x="7546" y="3516"/>
                  </a:lnTo>
                  <a:lnTo>
                    <a:pt x="7585" y="3496"/>
                  </a:lnTo>
                  <a:lnTo>
                    <a:pt x="7565" y="3457"/>
                  </a:lnTo>
                  <a:lnTo>
                    <a:pt x="7546" y="3457"/>
                  </a:lnTo>
                  <a:lnTo>
                    <a:pt x="7506" y="3477"/>
                  </a:lnTo>
                  <a:lnTo>
                    <a:pt x="7447" y="3496"/>
                  </a:lnTo>
                  <a:lnTo>
                    <a:pt x="7407" y="3496"/>
                  </a:lnTo>
                  <a:lnTo>
                    <a:pt x="7447" y="3358"/>
                  </a:lnTo>
                  <a:lnTo>
                    <a:pt x="7447" y="3398"/>
                  </a:lnTo>
                  <a:lnTo>
                    <a:pt x="7467" y="3417"/>
                  </a:lnTo>
                  <a:lnTo>
                    <a:pt x="7546" y="3358"/>
                  </a:lnTo>
                  <a:lnTo>
                    <a:pt x="7605" y="3299"/>
                  </a:lnTo>
                  <a:lnTo>
                    <a:pt x="7645" y="3279"/>
                  </a:lnTo>
                  <a:lnTo>
                    <a:pt x="7645" y="3240"/>
                  </a:lnTo>
                  <a:lnTo>
                    <a:pt x="7664" y="3180"/>
                  </a:lnTo>
                  <a:lnTo>
                    <a:pt x="7704" y="3121"/>
                  </a:lnTo>
                  <a:lnTo>
                    <a:pt x="7743" y="3082"/>
                  </a:lnTo>
                  <a:lnTo>
                    <a:pt x="7941" y="2924"/>
                  </a:lnTo>
                  <a:lnTo>
                    <a:pt x="7901" y="2904"/>
                  </a:lnTo>
                  <a:lnTo>
                    <a:pt x="7882" y="2884"/>
                  </a:lnTo>
                  <a:lnTo>
                    <a:pt x="7862" y="2845"/>
                  </a:lnTo>
                  <a:lnTo>
                    <a:pt x="7862" y="2785"/>
                  </a:lnTo>
                  <a:lnTo>
                    <a:pt x="7822" y="2825"/>
                  </a:lnTo>
                  <a:lnTo>
                    <a:pt x="7783" y="2825"/>
                  </a:lnTo>
                  <a:lnTo>
                    <a:pt x="7743" y="2805"/>
                  </a:lnTo>
                  <a:lnTo>
                    <a:pt x="7724" y="2785"/>
                  </a:lnTo>
                  <a:lnTo>
                    <a:pt x="7704" y="2766"/>
                  </a:lnTo>
                  <a:lnTo>
                    <a:pt x="7684" y="2746"/>
                  </a:lnTo>
                  <a:lnTo>
                    <a:pt x="7625" y="2766"/>
                  </a:lnTo>
                  <a:lnTo>
                    <a:pt x="7565" y="2825"/>
                  </a:lnTo>
                  <a:lnTo>
                    <a:pt x="7585" y="2785"/>
                  </a:lnTo>
                  <a:lnTo>
                    <a:pt x="7605" y="2746"/>
                  </a:lnTo>
                  <a:lnTo>
                    <a:pt x="7625" y="2726"/>
                  </a:lnTo>
                  <a:lnTo>
                    <a:pt x="7625" y="2706"/>
                  </a:lnTo>
                  <a:lnTo>
                    <a:pt x="7565" y="2667"/>
                  </a:lnTo>
                  <a:lnTo>
                    <a:pt x="7506" y="2647"/>
                  </a:lnTo>
                  <a:lnTo>
                    <a:pt x="7427" y="2647"/>
                  </a:lnTo>
                  <a:lnTo>
                    <a:pt x="7348" y="2667"/>
                  </a:lnTo>
                  <a:lnTo>
                    <a:pt x="7328" y="2647"/>
                  </a:lnTo>
                  <a:lnTo>
                    <a:pt x="7348" y="2608"/>
                  </a:lnTo>
                  <a:lnTo>
                    <a:pt x="7388" y="2529"/>
                  </a:lnTo>
                  <a:lnTo>
                    <a:pt x="7328" y="2469"/>
                  </a:lnTo>
                  <a:lnTo>
                    <a:pt x="7249" y="2449"/>
                  </a:lnTo>
                  <a:lnTo>
                    <a:pt x="7190" y="2469"/>
                  </a:lnTo>
                  <a:lnTo>
                    <a:pt x="7111" y="2489"/>
                  </a:lnTo>
                  <a:lnTo>
                    <a:pt x="7032" y="2509"/>
                  </a:lnTo>
                  <a:lnTo>
                    <a:pt x="6874" y="2509"/>
                  </a:lnTo>
                  <a:lnTo>
                    <a:pt x="6815" y="2449"/>
                  </a:lnTo>
                  <a:lnTo>
                    <a:pt x="6894" y="2390"/>
                  </a:lnTo>
                  <a:lnTo>
                    <a:pt x="6874" y="2351"/>
                  </a:lnTo>
                  <a:lnTo>
                    <a:pt x="6835" y="2331"/>
                  </a:lnTo>
                  <a:lnTo>
                    <a:pt x="6795" y="2351"/>
                  </a:lnTo>
                  <a:lnTo>
                    <a:pt x="6756" y="2390"/>
                  </a:lnTo>
                  <a:lnTo>
                    <a:pt x="6775" y="2311"/>
                  </a:lnTo>
                  <a:lnTo>
                    <a:pt x="6756" y="2272"/>
                  </a:lnTo>
                  <a:lnTo>
                    <a:pt x="6657" y="2272"/>
                  </a:lnTo>
                  <a:lnTo>
                    <a:pt x="6617" y="2291"/>
                  </a:lnTo>
                  <a:lnTo>
                    <a:pt x="6578" y="2272"/>
                  </a:lnTo>
                  <a:lnTo>
                    <a:pt x="6558" y="2232"/>
                  </a:lnTo>
                  <a:lnTo>
                    <a:pt x="6558" y="2153"/>
                  </a:lnTo>
                  <a:lnTo>
                    <a:pt x="6538" y="2114"/>
                  </a:lnTo>
                  <a:lnTo>
                    <a:pt x="6499" y="2114"/>
                  </a:lnTo>
                  <a:lnTo>
                    <a:pt x="6440" y="2173"/>
                  </a:lnTo>
                  <a:lnTo>
                    <a:pt x="6361" y="2232"/>
                  </a:lnTo>
                  <a:lnTo>
                    <a:pt x="6321" y="2252"/>
                  </a:lnTo>
                  <a:lnTo>
                    <a:pt x="6282" y="2272"/>
                  </a:lnTo>
                  <a:lnTo>
                    <a:pt x="6341" y="2173"/>
                  </a:lnTo>
                  <a:lnTo>
                    <a:pt x="6380" y="2114"/>
                  </a:lnTo>
                  <a:lnTo>
                    <a:pt x="6380" y="2074"/>
                  </a:lnTo>
                  <a:lnTo>
                    <a:pt x="6163" y="2035"/>
                  </a:lnTo>
                  <a:lnTo>
                    <a:pt x="5985" y="1995"/>
                  </a:lnTo>
                  <a:lnTo>
                    <a:pt x="5590" y="1877"/>
                  </a:lnTo>
                  <a:lnTo>
                    <a:pt x="5650" y="1837"/>
                  </a:lnTo>
                  <a:lnTo>
                    <a:pt x="5571" y="1798"/>
                  </a:lnTo>
                  <a:lnTo>
                    <a:pt x="5353" y="1798"/>
                  </a:lnTo>
                  <a:lnTo>
                    <a:pt x="5215" y="1817"/>
                  </a:lnTo>
                  <a:lnTo>
                    <a:pt x="5156" y="1798"/>
                  </a:lnTo>
                  <a:lnTo>
                    <a:pt x="5096" y="1738"/>
                  </a:lnTo>
                  <a:lnTo>
                    <a:pt x="5017" y="1798"/>
                  </a:lnTo>
                  <a:lnTo>
                    <a:pt x="4958" y="1837"/>
                  </a:lnTo>
                  <a:lnTo>
                    <a:pt x="4938" y="1896"/>
                  </a:lnTo>
                  <a:lnTo>
                    <a:pt x="4938" y="1936"/>
                  </a:lnTo>
                  <a:lnTo>
                    <a:pt x="4919" y="1995"/>
                  </a:lnTo>
                  <a:lnTo>
                    <a:pt x="4859" y="2153"/>
                  </a:lnTo>
                  <a:lnTo>
                    <a:pt x="4800" y="2153"/>
                  </a:lnTo>
                  <a:lnTo>
                    <a:pt x="4780" y="2133"/>
                  </a:lnTo>
                  <a:lnTo>
                    <a:pt x="4780" y="2094"/>
                  </a:lnTo>
                  <a:lnTo>
                    <a:pt x="4800" y="2054"/>
                  </a:lnTo>
                  <a:lnTo>
                    <a:pt x="4820" y="1956"/>
                  </a:lnTo>
                  <a:lnTo>
                    <a:pt x="4820" y="1936"/>
                  </a:lnTo>
                  <a:lnTo>
                    <a:pt x="4780" y="1916"/>
                  </a:lnTo>
                  <a:lnTo>
                    <a:pt x="4840" y="1817"/>
                  </a:lnTo>
                  <a:lnTo>
                    <a:pt x="4879" y="1758"/>
                  </a:lnTo>
                  <a:lnTo>
                    <a:pt x="4938" y="1719"/>
                  </a:lnTo>
                  <a:lnTo>
                    <a:pt x="4998" y="1640"/>
                  </a:lnTo>
                  <a:lnTo>
                    <a:pt x="4998" y="1640"/>
                  </a:lnTo>
                  <a:lnTo>
                    <a:pt x="4800" y="1699"/>
                  </a:lnTo>
                  <a:lnTo>
                    <a:pt x="4800" y="1679"/>
                  </a:lnTo>
                  <a:lnTo>
                    <a:pt x="4780" y="1659"/>
                  </a:lnTo>
                  <a:lnTo>
                    <a:pt x="4721" y="1640"/>
                  </a:lnTo>
                  <a:lnTo>
                    <a:pt x="4662" y="1620"/>
                  </a:lnTo>
                  <a:lnTo>
                    <a:pt x="4642" y="1600"/>
                  </a:lnTo>
                  <a:lnTo>
                    <a:pt x="4642" y="1580"/>
                  </a:lnTo>
                  <a:lnTo>
                    <a:pt x="4662" y="1561"/>
                  </a:lnTo>
                  <a:lnTo>
                    <a:pt x="4682" y="1521"/>
                  </a:lnTo>
                  <a:lnTo>
                    <a:pt x="4721" y="1482"/>
                  </a:lnTo>
                  <a:lnTo>
                    <a:pt x="4721" y="1501"/>
                  </a:lnTo>
                  <a:lnTo>
                    <a:pt x="4721" y="1521"/>
                  </a:lnTo>
                  <a:lnTo>
                    <a:pt x="4701" y="1541"/>
                  </a:lnTo>
                  <a:lnTo>
                    <a:pt x="4741" y="1561"/>
                  </a:lnTo>
                  <a:lnTo>
                    <a:pt x="4761" y="1561"/>
                  </a:lnTo>
                  <a:lnTo>
                    <a:pt x="4800" y="1541"/>
                  </a:lnTo>
                  <a:lnTo>
                    <a:pt x="4840" y="1501"/>
                  </a:lnTo>
                  <a:lnTo>
                    <a:pt x="4879" y="1482"/>
                  </a:lnTo>
                  <a:lnTo>
                    <a:pt x="4761" y="1482"/>
                  </a:lnTo>
                  <a:lnTo>
                    <a:pt x="4682" y="1462"/>
                  </a:lnTo>
                  <a:lnTo>
                    <a:pt x="4642" y="1422"/>
                  </a:lnTo>
                  <a:lnTo>
                    <a:pt x="4603" y="1482"/>
                  </a:lnTo>
                  <a:lnTo>
                    <a:pt x="4563" y="1501"/>
                  </a:lnTo>
                  <a:lnTo>
                    <a:pt x="4524" y="1501"/>
                  </a:lnTo>
                  <a:lnTo>
                    <a:pt x="4484" y="1521"/>
                  </a:lnTo>
                  <a:lnTo>
                    <a:pt x="4484" y="1501"/>
                  </a:lnTo>
                  <a:lnTo>
                    <a:pt x="4464" y="1541"/>
                  </a:lnTo>
                  <a:lnTo>
                    <a:pt x="4425" y="1561"/>
                  </a:lnTo>
                  <a:lnTo>
                    <a:pt x="4385" y="1600"/>
                  </a:lnTo>
                  <a:lnTo>
                    <a:pt x="4445" y="1422"/>
                  </a:lnTo>
                  <a:lnTo>
                    <a:pt x="4425" y="1442"/>
                  </a:lnTo>
                  <a:lnTo>
                    <a:pt x="4405" y="1462"/>
                  </a:lnTo>
                  <a:lnTo>
                    <a:pt x="4405" y="1501"/>
                  </a:lnTo>
                  <a:lnTo>
                    <a:pt x="4366" y="1521"/>
                  </a:lnTo>
                  <a:lnTo>
                    <a:pt x="4306" y="1521"/>
                  </a:lnTo>
                  <a:lnTo>
                    <a:pt x="4247" y="1482"/>
                  </a:lnTo>
                  <a:lnTo>
                    <a:pt x="4227" y="1462"/>
                  </a:lnTo>
                  <a:lnTo>
                    <a:pt x="4208" y="1403"/>
                  </a:lnTo>
                  <a:lnTo>
                    <a:pt x="4208" y="1363"/>
                  </a:lnTo>
                  <a:lnTo>
                    <a:pt x="4227" y="1304"/>
                  </a:lnTo>
                  <a:lnTo>
                    <a:pt x="4188" y="1304"/>
                  </a:lnTo>
                  <a:lnTo>
                    <a:pt x="4148" y="1324"/>
                  </a:lnTo>
                  <a:lnTo>
                    <a:pt x="4109" y="1343"/>
                  </a:lnTo>
                  <a:lnTo>
                    <a:pt x="4069" y="1324"/>
                  </a:lnTo>
                  <a:lnTo>
                    <a:pt x="4129" y="1245"/>
                  </a:lnTo>
                  <a:lnTo>
                    <a:pt x="4050" y="1185"/>
                  </a:lnTo>
                  <a:lnTo>
                    <a:pt x="3951" y="1146"/>
                  </a:lnTo>
                  <a:lnTo>
                    <a:pt x="3872" y="1087"/>
                  </a:lnTo>
                  <a:lnTo>
                    <a:pt x="3832" y="1047"/>
                  </a:lnTo>
                  <a:lnTo>
                    <a:pt x="3813" y="988"/>
                  </a:lnTo>
                  <a:lnTo>
                    <a:pt x="3655" y="1008"/>
                  </a:lnTo>
                  <a:lnTo>
                    <a:pt x="3576" y="1027"/>
                  </a:lnTo>
                  <a:lnTo>
                    <a:pt x="3497" y="1087"/>
                  </a:lnTo>
                  <a:lnTo>
                    <a:pt x="3516" y="1087"/>
                  </a:lnTo>
                  <a:lnTo>
                    <a:pt x="3536" y="1126"/>
                  </a:lnTo>
                  <a:lnTo>
                    <a:pt x="3536" y="1185"/>
                  </a:lnTo>
                  <a:lnTo>
                    <a:pt x="3477" y="1225"/>
                  </a:lnTo>
                  <a:lnTo>
                    <a:pt x="3457" y="1264"/>
                  </a:lnTo>
                  <a:lnTo>
                    <a:pt x="3358" y="1264"/>
                  </a:lnTo>
                  <a:lnTo>
                    <a:pt x="3378" y="1205"/>
                  </a:lnTo>
                  <a:lnTo>
                    <a:pt x="3358" y="1166"/>
                  </a:lnTo>
                  <a:lnTo>
                    <a:pt x="3358" y="1126"/>
                  </a:lnTo>
                  <a:lnTo>
                    <a:pt x="3398" y="1106"/>
                  </a:lnTo>
                  <a:lnTo>
                    <a:pt x="3418" y="1047"/>
                  </a:lnTo>
                  <a:lnTo>
                    <a:pt x="3418" y="1008"/>
                  </a:lnTo>
                  <a:lnTo>
                    <a:pt x="3398" y="988"/>
                  </a:lnTo>
                  <a:lnTo>
                    <a:pt x="3339" y="988"/>
                  </a:lnTo>
                  <a:lnTo>
                    <a:pt x="3319" y="968"/>
                  </a:lnTo>
                  <a:lnTo>
                    <a:pt x="3319" y="929"/>
                  </a:lnTo>
                  <a:lnTo>
                    <a:pt x="3339" y="869"/>
                  </a:lnTo>
                  <a:lnTo>
                    <a:pt x="3299" y="889"/>
                  </a:lnTo>
                  <a:lnTo>
                    <a:pt x="3181" y="889"/>
                  </a:lnTo>
                  <a:lnTo>
                    <a:pt x="3102" y="929"/>
                  </a:lnTo>
                  <a:lnTo>
                    <a:pt x="3141" y="889"/>
                  </a:lnTo>
                  <a:lnTo>
                    <a:pt x="3161" y="869"/>
                  </a:lnTo>
                  <a:lnTo>
                    <a:pt x="3200" y="869"/>
                  </a:lnTo>
                  <a:lnTo>
                    <a:pt x="3220" y="830"/>
                  </a:lnTo>
                  <a:lnTo>
                    <a:pt x="3161" y="850"/>
                  </a:lnTo>
                  <a:lnTo>
                    <a:pt x="3161" y="850"/>
                  </a:lnTo>
                  <a:lnTo>
                    <a:pt x="3200" y="790"/>
                  </a:lnTo>
                  <a:lnTo>
                    <a:pt x="3161" y="771"/>
                  </a:lnTo>
                  <a:lnTo>
                    <a:pt x="3141" y="771"/>
                  </a:lnTo>
                  <a:lnTo>
                    <a:pt x="3062" y="810"/>
                  </a:lnTo>
                  <a:lnTo>
                    <a:pt x="2983" y="889"/>
                  </a:lnTo>
                  <a:lnTo>
                    <a:pt x="2924" y="929"/>
                  </a:lnTo>
                  <a:lnTo>
                    <a:pt x="2944" y="909"/>
                  </a:lnTo>
                  <a:lnTo>
                    <a:pt x="2884" y="929"/>
                  </a:lnTo>
                  <a:lnTo>
                    <a:pt x="3003" y="790"/>
                  </a:lnTo>
                  <a:lnTo>
                    <a:pt x="3003" y="790"/>
                  </a:lnTo>
                  <a:lnTo>
                    <a:pt x="2944" y="810"/>
                  </a:lnTo>
                  <a:lnTo>
                    <a:pt x="2884" y="850"/>
                  </a:lnTo>
                  <a:lnTo>
                    <a:pt x="2825" y="889"/>
                  </a:lnTo>
                  <a:lnTo>
                    <a:pt x="2766" y="909"/>
                  </a:lnTo>
                  <a:lnTo>
                    <a:pt x="2786" y="850"/>
                  </a:lnTo>
                  <a:lnTo>
                    <a:pt x="2706" y="889"/>
                  </a:lnTo>
                  <a:lnTo>
                    <a:pt x="2746" y="850"/>
                  </a:lnTo>
                  <a:lnTo>
                    <a:pt x="2667" y="909"/>
                  </a:lnTo>
                  <a:lnTo>
                    <a:pt x="2608" y="929"/>
                  </a:lnTo>
                  <a:lnTo>
                    <a:pt x="2548" y="948"/>
                  </a:lnTo>
                  <a:lnTo>
                    <a:pt x="2489" y="988"/>
                  </a:lnTo>
                  <a:lnTo>
                    <a:pt x="2489" y="948"/>
                  </a:lnTo>
                  <a:lnTo>
                    <a:pt x="2489" y="869"/>
                  </a:lnTo>
                  <a:lnTo>
                    <a:pt x="2489" y="830"/>
                  </a:lnTo>
                  <a:lnTo>
                    <a:pt x="2469" y="850"/>
                  </a:lnTo>
                  <a:lnTo>
                    <a:pt x="2450" y="869"/>
                  </a:lnTo>
                  <a:lnTo>
                    <a:pt x="2548" y="692"/>
                  </a:lnTo>
                  <a:lnTo>
                    <a:pt x="2568" y="692"/>
                  </a:lnTo>
                  <a:lnTo>
                    <a:pt x="2588" y="711"/>
                  </a:lnTo>
                  <a:lnTo>
                    <a:pt x="2568" y="771"/>
                  </a:lnTo>
                  <a:lnTo>
                    <a:pt x="2568" y="810"/>
                  </a:lnTo>
                  <a:lnTo>
                    <a:pt x="2627" y="810"/>
                  </a:lnTo>
                  <a:lnTo>
                    <a:pt x="2647" y="711"/>
                  </a:lnTo>
                  <a:lnTo>
                    <a:pt x="2627" y="632"/>
                  </a:lnTo>
                  <a:lnTo>
                    <a:pt x="2608" y="573"/>
                  </a:lnTo>
                  <a:lnTo>
                    <a:pt x="2568" y="534"/>
                  </a:lnTo>
                  <a:lnTo>
                    <a:pt x="2469" y="474"/>
                  </a:lnTo>
                  <a:lnTo>
                    <a:pt x="2351" y="435"/>
                  </a:lnTo>
                  <a:lnTo>
                    <a:pt x="2311" y="455"/>
                  </a:lnTo>
                  <a:lnTo>
                    <a:pt x="2252" y="435"/>
                  </a:lnTo>
                  <a:lnTo>
                    <a:pt x="2173" y="395"/>
                  </a:lnTo>
                  <a:lnTo>
                    <a:pt x="2134" y="376"/>
                  </a:lnTo>
                  <a:lnTo>
                    <a:pt x="2074" y="376"/>
                  </a:lnTo>
                  <a:lnTo>
                    <a:pt x="2035" y="415"/>
                  </a:lnTo>
                  <a:lnTo>
                    <a:pt x="1956" y="474"/>
                  </a:lnTo>
                  <a:lnTo>
                    <a:pt x="2035" y="376"/>
                  </a:lnTo>
                  <a:lnTo>
                    <a:pt x="1916" y="198"/>
                  </a:lnTo>
                  <a:lnTo>
                    <a:pt x="1818" y="158"/>
                  </a:lnTo>
                  <a:lnTo>
                    <a:pt x="1719" y="99"/>
                  </a:lnTo>
                  <a:lnTo>
                    <a:pt x="1660" y="79"/>
                  </a:lnTo>
                  <a:lnTo>
                    <a:pt x="1541" y="79"/>
                  </a:lnTo>
                  <a:lnTo>
                    <a:pt x="1482" y="119"/>
                  </a:lnTo>
                  <a:lnTo>
                    <a:pt x="1482" y="119"/>
                  </a:lnTo>
                  <a:lnTo>
                    <a:pt x="150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20"/>
            <p:cNvSpPr/>
            <p:nvPr/>
          </p:nvSpPr>
          <p:spPr>
            <a:xfrm>
              <a:off x="-1255850" y="3936575"/>
              <a:ext cx="1000" cy="1025"/>
            </a:xfrm>
            <a:custGeom>
              <a:rect b="b" l="l" r="r" t="t"/>
              <a:pathLst>
                <a:path extrusionOk="0" h="41" w="40">
                  <a:moveTo>
                    <a:pt x="40" y="1"/>
                  </a:moveTo>
                  <a:lnTo>
                    <a:pt x="4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20"/>
            <p:cNvSpPr/>
            <p:nvPr/>
          </p:nvSpPr>
          <p:spPr>
            <a:xfrm>
              <a:off x="-1226725" y="3948425"/>
              <a:ext cx="525" cy="1025"/>
            </a:xfrm>
            <a:custGeom>
              <a:rect b="b" l="l" r="r" t="t"/>
              <a:pathLst>
                <a:path extrusionOk="0" h="41" w="21">
                  <a:moveTo>
                    <a:pt x="21" y="1"/>
                  </a:moveTo>
                  <a:lnTo>
                    <a:pt x="2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20"/>
            <p:cNvSpPr/>
            <p:nvPr/>
          </p:nvSpPr>
          <p:spPr>
            <a:xfrm>
              <a:off x="-1426225" y="3852150"/>
              <a:ext cx="310150" cy="250875"/>
            </a:xfrm>
            <a:custGeom>
              <a:rect b="b" l="l" r="r" t="t"/>
              <a:pathLst>
                <a:path extrusionOk="0" h="10035" w="12406">
                  <a:moveTo>
                    <a:pt x="2470" y="0"/>
                  </a:moveTo>
                  <a:lnTo>
                    <a:pt x="2391" y="20"/>
                  </a:lnTo>
                  <a:lnTo>
                    <a:pt x="2332" y="60"/>
                  </a:lnTo>
                  <a:lnTo>
                    <a:pt x="2174" y="158"/>
                  </a:lnTo>
                  <a:lnTo>
                    <a:pt x="2016" y="316"/>
                  </a:lnTo>
                  <a:lnTo>
                    <a:pt x="1858" y="514"/>
                  </a:lnTo>
                  <a:lnTo>
                    <a:pt x="1700" y="731"/>
                  </a:lnTo>
                  <a:lnTo>
                    <a:pt x="1522" y="988"/>
                  </a:lnTo>
                  <a:lnTo>
                    <a:pt x="1364" y="1284"/>
                  </a:lnTo>
                  <a:lnTo>
                    <a:pt x="1344" y="1284"/>
                  </a:lnTo>
                  <a:lnTo>
                    <a:pt x="1324" y="1324"/>
                  </a:lnTo>
                  <a:lnTo>
                    <a:pt x="1324" y="1363"/>
                  </a:lnTo>
                  <a:lnTo>
                    <a:pt x="1265" y="1422"/>
                  </a:lnTo>
                  <a:lnTo>
                    <a:pt x="1226" y="1501"/>
                  </a:lnTo>
                  <a:lnTo>
                    <a:pt x="1226" y="1521"/>
                  </a:lnTo>
                  <a:lnTo>
                    <a:pt x="1226" y="1541"/>
                  </a:lnTo>
                  <a:lnTo>
                    <a:pt x="989" y="1995"/>
                  </a:lnTo>
                  <a:lnTo>
                    <a:pt x="752" y="2450"/>
                  </a:lnTo>
                  <a:lnTo>
                    <a:pt x="554" y="2904"/>
                  </a:lnTo>
                  <a:lnTo>
                    <a:pt x="376" y="3338"/>
                  </a:lnTo>
                  <a:lnTo>
                    <a:pt x="218" y="3733"/>
                  </a:lnTo>
                  <a:lnTo>
                    <a:pt x="100" y="4049"/>
                  </a:lnTo>
                  <a:lnTo>
                    <a:pt x="21" y="4306"/>
                  </a:lnTo>
                  <a:lnTo>
                    <a:pt x="1" y="4464"/>
                  </a:lnTo>
                  <a:lnTo>
                    <a:pt x="21" y="4524"/>
                  </a:lnTo>
                  <a:lnTo>
                    <a:pt x="40" y="4563"/>
                  </a:lnTo>
                  <a:lnTo>
                    <a:pt x="139" y="4701"/>
                  </a:lnTo>
                  <a:lnTo>
                    <a:pt x="277" y="4840"/>
                  </a:lnTo>
                  <a:lnTo>
                    <a:pt x="495" y="4978"/>
                  </a:lnTo>
                  <a:lnTo>
                    <a:pt x="732" y="5156"/>
                  </a:lnTo>
                  <a:lnTo>
                    <a:pt x="1008" y="5333"/>
                  </a:lnTo>
                  <a:lnTo>
                    <a:pt x="1680" y="5709"/>
                  </a:lnTo>
                  <a:lnTo>
                    <a:pt x="2411" y="6104"/>
                  </a:lnTo>
                  <a:lnTo>
                    <a:pt x="3201" y="6519"/>
                  </a:lnTo>
                  <a:lnTo>
                    <a:pt x="4662" y="7269"/>
                  </a:lnTo>
                  <a:lnTo>
                    <a:pt x="6243" y="8099"/>
                  </a:lnTo>
                  <a:lnTo>
                    <a:pt x="7131" y="8592"/>
                  </a:lnTo>
                  <a:lnTo>
                    <a:pt x="8040" y="9067"/>
                  </a:lnTo>
                  <a:lnTo>
                    <a:pt x="8889" y="9481"/>
                  </a:lnTo>
                  <a:lnTo>
                    <a:pt x="9620" y="9797"/>
                  </a:lnTo>
                  <a:lnTo>
                    <a:pt x="9916" y="9916"/>
                  </a:lnTo>
                  <a:lnTo>
                    <a:pt x="10173" y="9995"/>
                  </a:lnTo>
                  <a:lnTo>
                    <a:pt x="10371" y="10034"/>
                  </a:lnTo>
                  <a:lnTo>
                    <a:pt x="10450" y="10034"/>
                  </a:lnTo>
                  <a:lnTo>
                    <a:pt x="10509" y="10015"/>
                  </a:lnTo>
                  <a:lnTo>
                    <a:pt x="10588" y="9955"/>
                  </a:lnTo>
                  <a:lnTo>
                    <a:pt x="10667" y="9857"/>
                  </a:lnTo>
                  <a:lnTo>
                    <a:pt x="10687" y="9837"/>
                  </a:lnTo>
                  <a:lnTo>
                    <a:pt x="10687" y="9817"/>
                  </a:lnTo>
                  <a:lnTo>
                    <a:pt x="10707" y="9797"/>
                  </a:lnTo>
                  <a:lnTo>
                    <a:pt x="10726" y="9797"/>
                  </a:lnTo>
                  <a:lnTo>
                    <a:pt x="10726" y="9778"/>
                  </a:lnTo>
                  <a:lnTo>
                    <a:pt x="10746" y="9738"/>
                  </a:lnTo>
                  <a:lnTo>
                    <a:pt x="10766" y="9718"/>
                  </a:lnTo>
                  <a:lnTo>
                    <a:pt x="10904" y="9481"/>
                  </a:lnTo>
                  <a:lnTo>
                    <a:pt x="11042" y="9225"/>
                  </a:lnTo>
                  <a:lnTo>
                    <a:pt x="11319" y="8573"/>
                  </a:lnTo>
                  <a:lnTo>
                    <a:pt x="11516" y="8099"/>
                  </a:lnTo>
                  <a:lnTo>
                    <a:pt x="11714" y="7605"/>
                  </a:lnTo>
                  <a:lnTo>
                    <a:pt x="12050" y="6637"/>
                  </a:lnTo>
                  <a:lnTo>
                    <a:pt x="12306" y="5827"/>
                  </a:lnTo>
                  <a:lnTo>
                    <a:pt x="12366" y="5551"/>
                  </a:lnTo>
                  <a:lnTo>
                    <a:pt x="12405" y="5353"/>
                  </a:lnTo>
                  <a:lnTo>
                    <a:pt x="12385" y="5274"/>
                  </a:lnTo>
                  <a:lnTo>
                    <a:pt x="12326" y="5195"/>
                  </a:lnTo>
                  <a:lnTo>
                    <a:pt x="12247" y="5096"/>
                  </a:lnTo>
                  <a:lnTo>
                    <a:pt x="12129" y="4998"/>
                  </a:lnTo>
                  <a:lnTo>
                    <a:pt x="11832" y="4800"/>
                  </a:lnTo>
                  <a:lnTo>
                    <a:pt x="11418" y="4563"/>
                  </a:lnTo>
                  <a:lnTo>
                    <a:pt x="11358" y="4524"/>
                  </a:lnTo>
                  <a:lnTo>
                    <a:pt x="11339" y="4524"/>
                  </a:lnTo>
                  <a:lnTo>
                    <a:pt x="11260" y="4484"/>
                  </a:lnTo>
                  <a:lnTo>
                    <a:pt x="11260" y="4464"/>
                  </a:lnTo>
                  <a:lnTo>
                    <a:pt x="11240" y="4464"/>
                  </a:lnTo>
                  <a:lnTo>
                    <a:pt x="11220" y="4445"/>
                  </a:lnTo>
                  <a:lnTo>
                    <a:pt x="10233" y="3970"/>
                  </a:lnTo>
                  <a:lnTo>
                    <a:pt x="8435" y="3101"/>
                  </a:lnTo>
                  <a:lnTo>
                    <a:pt x="7447" y="2627"/>
                  </a:lnTo>
                  <a:lnTo>
                    <a:pt x="6499" y="2134"/>
                  </a:lnTo>
                  <a:lnTo>
                    <a:pt x="4761" y="1205"/>
                  </a:lnTo>
                  <a:lnTo>
                    <a:pt x="3537" y="553"/>
                  </a:lnTo>
                  <a:lnTo>
                    <a:pt x="2588" y="20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20"/>
            <p:cNvSpPr/>
            <p:nvPr/>
          </p:nvSpPr>
          <p:spPr>
            <a:xfrm>
              <a:off x="-1160050" y="3541050"/>
              <a:ext cx="44950" cy="29150"/>
            </a:xfrm>
            <a:custGeom>
              <a:rect b="b" l="l" r="r" t="t"/>
              <a:pathLst>
                <a:path extrusionOk="0" h="1166" w="1798">
                  <a:moveTo>
                    <a:pt x="1699" y="0"/>
                  </a:moveTo>
                  <a:lnTo>
                    <a:pt x="1679" y="139"/>
                  </a:lnTo>
                  <a:lnTo>
                    <a:pt x="1659" y="336"/>
                  </a:lnTo>
                  <a:lnTo>
                    <a:pt x="1679" y="514"/>
                  </a:lnTo>
                  <a:lnTo>
                    <a:pt x="1699" y="554"/>
                  </a:lnTo>
                  <a:lnTo>
                    <a:pt x="1245" y="751"/>
                  </a:lnTo>
                  <a:lnTo>
                    <a:pt x="889" y="889"/>
                  </a:lnTo>
                  <a:lnTo>
                    <a:pt x="632" y="988"/>
                  </a:lnTo>
                  <a:lnTo>
                    <a:pt x="376" y="1067"/>
                  </a:lnTo>
                  <a:lnTo>
                    <a:pt x="297" y="1067"/>
                  </a:lnTo>
                  <a:lnTo>
                    <a:pt x="237" y="1047"/>
                  </a:lnTo>
                  <a:lnTo>
                    <a:pt x="178" y="968"/>
                  </a:lnTo>
                  <a:lnTo>
                    <a:pt x="139" y="889"/>
                  </a:lnTo>
                  <a:lnTo>
                    <a:pt x="119" y="791"/>
                  </a:lnTo>
                  <a:lnTo>
                    <a:pt x="99" y="712"/>
                  </a:lnTo>
                  <a:lnTo>
                    <a:pt x="119" y="633"/>
                  </a:lnTo>
                  <a:lnTo>
                    <a:pt x="0" y="692"/>
                  </a:lnTo>
                  <a:lnTo>
                    <a:pt x="40" y="850"/>
                  </a:lnTo>
                  <a:lnTo>
                    <a:pt x="79" y="988"/>
                  </a:lnTo>
                  <a:lnTo>
                    <a:pt x="139" y="1107"/>
                  </a:lnTo>
                  <a:lnTo>
                    <a:pt x="178" y="1146"/>
                  </a:lnTo>
                  <a:lnTo>
                    <a:pt x="218" y="1166"/>
                  </a:lnTo>
                  <a:lnTo>
                    <a:pt x="297" y="1166"/>
                  </a:lnTo>
                  <a:lnTo>
                    <a:pt x="376" y="1146"/>
                  </a:lnTo>
                  <a:lnTo>
                    <a:pt x="593" y="1087"/>
                  </a:lnTo>
                  <a:lnTo>
                    <a:pt x="830" y="1008"/>
                  </a:lnTo>
                  <a:lnTo>
                    <a:pt x="1106" y="889"/>
                  </a:lnTo>
                  <a:lnTo>
                    <a:pt x="1580" y="692"/>
                  </a:lnTo>
                  <a:lnTo>
                    <a:pt x="1798" y="593"/>
                  </a:lnTo>
                  <a:lnTo>
                    <a:pt x="1758" y="554"/>
                  </a:lnTo>
                  <a:lnTo>
                    <a:pt x="1738" y="415"/>
                  </a:lnTo>
                  <a:lnTo>
                    <a:pt x="1719" y="336"/>
                  </a:lnTo>
                  <a:lnTo>
                    <a:pt x="1719" y="238"/>
                  </a:lnTo>
                  <a:lnTo>
                    <a:pt x="1758" y="119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20"/>
            <p:cNvSpPr/>
            <p:nvPr/>
          </p:nvSpPr>
          <p:spPr>
            <a:xfrm>
              <a:off x="-1201050" y="3651650"/>
              <a:ext cx="61750" cy="19800"/>
            </a:xfrm>
            <a:custGeom>
              <a:rect b="b" l="l" r="r" t="t"/>
              <a:pathLst>
                <a:path extrusionOk="0" h="792" w="2470">
                  <a:moveTo>
                    <a:pt x="2154" y="1"/>
                  </a:moveTo>
                  <a:lnTo>
                    <a:pt x="1917" y="60"/>
                  </a:lnTo>
                  <a:lnTo>
                    <a:pt x="1166" y="218"/>
                  </a:lnTo>
                  <a:lnTo>
                    <a:pt x="929" y="277"/>
                  </a:lnTo>
                  <a:lnTo>
                    <a:pt x="712" y="357"/>
                  </a:lnTo>
                  <a:lnTo>
                    <a:pt x="514" y="455"/>
                  </a:lnTo>
                  <a:lnTo>
                    <a:pt x="337" y="554"/>
                  </a:lnTo>
                  <a:lnTo>
                    <a:pt x="100" y="732"/>
                  </a:lnTo>
                  <a:lnTo>
                    <a:pt x="1" y="791"/>
                  </a:lnTo>
                  <a:lnTo>
                    <a:pt x="100" y="752"/>
                  </a:lnTo>
                  <a:lnTo>
                    <a:pt x="337" y="633"/>
                  </a:lnTo>
                  <a:lnTo>
                    <a:pt x="672" y="495"/>
                  </a:lnTo>
                  <a:lnTo>
                    <a:pt x="870" y="436"/>
                  </a:lnTo>
                  <a:lnTo>
                    <a:pt x="1087" y="376"/>
                  </a:lnTo>
                  <a:lnTo>
                    <a:pt x="1542" y="317"/>
                  </a:lnTo>
                  <a:lnTo>
                    <a:pt x="1996" y="277"/>
                  </a:lnTo>
                  <a:lnTo>
                    <a:pt x="2470" y="238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20"/>
            <p:cNvSpPr/>
            <p:nvPr/>
          </p:nvSpPr>
          <p:spPr>
            <a:xfrm>
              <a:off x="-1604475" y="3372675"/>
              <a:ext cx="1500" cy="25"/>
            </a:xfrm>
            <a:custGeom>
              <a:rect b="b" l="l" r="r" t="t"/>
              <a:pathLst>
                <a:path extrusionOk="0" h="1" w="60">
                  <a:moveTo>
                    <a:pt x="60" y="0"/>
                  </a:moveTo>
                  <a:lnTo>
                    <a:pt x="6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20"/>
            <p:cNvSpPr/>
            <p:nvPr/>
          </p:nvSpPr>
          <p:spPr>
            <a:xfrm>
              <a:off x="-1617800" y="3278850"/>
              <a:ext cx="158525" cy="230125"/>
            </a:xfrm>
            <a:custGeom>
              <a:rect b="b" l="l" r="r" t="t"/>
              <a:pathLst>
                <a:path extrusionOk="0" h="9205" w="6341">
                  <a:moveTo>
                    <a:pt x="1245" y="4089"/>
                  </a:moveTo>
                  <a:lnTo>
                    <a:pt x="1324" y="4148"/>
                  </a:lnTo>
                  <a:lnTo>
                    <a:pt x="1324" y="4148"/>
                  </a:lnTo>
                  <a:lnTo>
                    <a:pt x="1284" y="4109"/>
                  </a:lnTo>
                  <a:lnTo>
                    <a:pt x="1245" y="4089"/>
                  </a:lnTo>
                  <a:close/>
                  <a:moveTo>
                    <a:pt x="2054" y="5570"/>
                  </a:moveTo>
                  <a:lnTo>
                    <a:pt x="1995" y="5590"/>
                  </a:lnTo>
                  <a:lnTo>
                    <a:pt x="1857" y="5728"/>
                  </a:lnTo>
                  <a:lnTo>
                    <a:pt x="1896" y="5728"/>
                  </a:lnTo>
                  <a:lnTo>
                    <a:pt x="1916" y="5748"/>
                  </a:lnTo>
                  <a:lnTo>
                    <a:pt x="1896" y="5787"/>
                  </a:lnTo>
                  <a:lnTo>
                    <a:pt x="1896" y="5827"/>
                  </a:lnTo>
                  <a:lnTo>
                    <a:pt x="1877" y="5847"/>
                  </a:lnTo>
                  <a:lnTo>
                    <a:pt x="1896" y="5867"/>
                  </a:lnTo>
                  <a:lnTo>
                    <a:pt x="1956" y="5807"/>
                  </a:lnTo>
                  <a:lnTo>
                    <a:pt x="2015" y="5787"/>
                  </a:lnTo>
                  <a:lnTo>
                    <a:pt x="1995" y="5847"/>
                  </a:lnTo>
                  <a:lnTo>
                    <a:pt x="2173" y="5728"/>
                  </a:lnTo>
                  <a:lnTo>
                    <a:pt x="2153" y="5728"/>
                  </a:lnTo>
                  <a:lnTo>
                    <a:pt x="2153" y="5708"/>
                  </a:lnTo>
                  <a:lnTo>
                    <a:pt x="2133" y="5689"/>
                  </a:lnTo>
                  <a:lnTo>
                    <a:pt x="2074" y="5689"/>
                  </a:lnTo>
                  <a:lnTo>
                    <a:pt x="2054" y="5669"/>
                  </a:lnTo>
                  <a:lnTo>
                    <a:pt x="2074" y="5629"/>
                  </a:lnTo>
                  <a:lnTo>
                    <a:pt x="2133" y="5629"/>
                  </a:lnTo>
                  <a:lnTo>
                    <a:pt x="2114" y="5610"/>
                  </a:lnTo>
                  <a:lnTo>
                    <a:pt x="2094" y="5570"/>
                  </a:lnTo>
                  <a:close/>
                  <a:moveTo>
                    <a:pt x="3321" y="7543"/>
                  </a:moveTo>
                  <a:lnTo>
                    <a:pt x="3319" y="7545"/>
                  </a:lnTo>
                  <a:lnTo>
                    <a:pt x="3338" y="7545"/>
                  </a:lnTo>
                  <a:lnTo>
                    <a:pt x="3321" y="7543"/>
                  </a:lnTo>
                  <a:close/>
                  <a:moveTo>
                    <a:pt x="1640" y="0"/>
                  </a:moveTo>
                  <a:lnTo>
                    <a:pt x="0" y="810"/>
                  </a:lnTo>
                  <a:lnTo>
                    <a:pt x="1087" y="3259"/>
                  </a:lnTo>
                  <a:lnTo>
                    <a:pt x="1225" y="3200"/>
                  </a:lnTo>
                  <a:lnTo>
                    <a:pt x="1383" y="3180"/>
                  </a:lnTo>
                  <a:lnTo>
                    <a:pt x="1383" y="3180"/>
                  </a:lnTo>
                  <a:lnTo>
                    <a:pt x="1343" y="3200"/>
                  </a:lnTo>
                  <a:lnTo>
                    <a:pt x="1324" y="3259"/>
                  </a:lnTo>
                  <a:lnTo>
                    <a:pt x="1324" y="3318"/>
                  </a:lnTo>
                  <a:lnTo>
                    <a:pt x="1304" y="3378"/>
                  </a:lnTo>
                  <a:lnTo>
                    <a:pt x="1225" y="3417"/>
                  </a:lnTo>
                  <a:lnTo>
                    <a:pt x="1166" y="3457"/>
                  </a:lnTo>
                  <a:lnTo>
                    <a:pt x="1106" y="3516"/>
                  </a:lnTo>
                  <a:lnTo>
                    <a:pt x="1087" y="3516"/>
                  </a:lnTo>
                  <a:lnTo>
                    <a:pt x="1047" y="3496"/>
                  </a:lnTo>
                  <a:lnTo>
                    <a:pt x="1146" y="3397"/>
                  </a:lnTo>
                  <a:lnTo>
                    <a:pt x="1166" y="3378"/>
                  </a:lnTo>
                  <a:lnTo>
                    <a:pt x="1126" y="3378"/>
                  </a:lnTo>
                  <a:lnTo>
                    <a:pt x="1027" y="3496"/>
                  </a:lnTo>
                  <a:lnTo>
                    <a:pt x="929" y="3635"/>
                  </a:lnTo>
                  <a:lnTo>
                    <a:pt x="850" y="3654"/>
                  </a:lnTo>
                  <a:lnTo>
                    <a:pt x="810" y="3654"/>
                  </a:lnTo>
                  <a:lnTo>
                    <a:pt x="790" y="3635"/>
                  </a:lnTo>
                  <a:lnTo>
                    <a:pt x="850" y="3615"/>
                  </a:lnTo>
                  <a:lnTo>
                    <a:pt x="909" y="3575"/>
                  </a:lnTo>
                  <a:lnTo>
                    <a:pt x="810" y="3575"/>
                  </a:lnTo>
                  <a:lnTo>
                    <a:pt x="731" y="3635"/>
                  </a:lnTo>
                  <a:lnTo>
                    <a:pt x="652" y="3694"/>
                  </a:lnTo>
                  <a:lnTo>
                    <a:pt x="593" y="3753"/>
                  </a:lnTo>
                  <a:lnTo>
                    <a:pt x="632" y="3793"/>
                  </a:lnTo>
                  <a:lnTo>
                    <a:pt x="652" y="3793"/>
                  </a:lnTo>
                  <a:lnTo>
                    <a:pt x="691" y="3773"/>
                  </a:lnTo>
                  <a:lnTo>
                    <a:pt x="652" y="3832"/>
                  </a:lnTo>
                  <a:lnTo>
                    <a:pt x="652" y="3852"/>
                  </a:lnTo>
                  <a:lnTo>
                    <a:pt x="691" y="3872"/>
                  </a:lnTo>
                  <a:lnTo>
                    <a:pt x="731" y="3891"/>
                  </a:lnTo>
                  <a:lnTo>
                    <a:pt x="770" y="3911"/>
                  </a:lnTo>
                  <a:lnTo>
                    <a:pt x="790" y="3931"/>
                  </a:lnTo>
                  <a:lnTo>
                    <a:pt x="790" y="3970"/>
                  </a:lnTo>
                  <a:lnTo>
                    <a:pt x="770" y="4010"/>
                  </a:lnTo>
                  <a:lnTo>
                    <a:pt x="830" y="3970"/>
                  </a:lnTo>
                  <a:lnTo>
                    <a:pt x="869" y="3951"/>
                  </a:lnTo>
                  <a:lnTo>
                    <a:pt x="929" y="3951"/>
                  </a:lnTo>
                  <a:lnTo>
                    <a:pt x="929" y="3970"/>
                  </a:lnTo>
                  <a:lnTo>
                    <a:pt x="929" y="3990"/>
                  </a:lnTo>
                  <a:lnTo>
                    <a:pt x="909" y="4010"/>
                  </a:lnTo>
                  <a:lnTo>
                    <a:pt x="830" y="4089"/>
                  </a:lnTo>
                  <a:lnTo>
                    <a:pt x="889" y="4089"/>
                  </a:lnTo>
                  <a:lnTo>
                    <a:pt x="948" y="4109"/>
                  </a:lnTo>
                  <a:lnTo>
                    <a:pt x="968" y="4128"/>
                  </a:lnTo>
                  <a:lnTo>
                    <a:pt x="968" y="4148"/>
                  </a:lnTo>
                  <a:lnTo>
                    <a:pt x="988" y="4148"/>
                  </a:lnTo>
                  <a:lnTo>
                    <a:pt x="1027" y="4128"/>
                  </a:lnTo>
                  <a:lnTo>
                    <a:pt x="1106" y="4089"/>
                  </a:lnTo>
                  <a:lnTo>
                    <a:pt x="1185" y="4030"/>
                  </a:lnTo>
                  <a:lnTo>
                    <a:pt x="1245" y="4010"/>
                  </a:lnTo>
                  <a:lnTo>
                    <a:pt x="1383" y="4010"/>
                  </a:lnTo>
                  <a:lnTo>
                    <a:pt x="1383" y="4030"/>
                  </a:lnTo>
                  <a:lnTo>
                    <a:pt x="1383" y="4069"/>
                  </a:lnTo>
                  <a:lnTo>
                    <a:pt x="1403" y="4089"/>
                  </a:lnTo>
                  <a:lnTo>
                    <a:pt x="1422" y="4109"/>
                  </a:lnTo>
                  <a:lnTo>
                    <a:pt x="1363" y="4148"/>
                  </a:lnTo>
                  <a:lnTo>
                    <a:pt x="1324" y="4148"/>
                  </a:lnTo>
                  <a:lnTo>
                    <a:pt x="1403" y="4207"/>
                  </a:lnTo>
                  <a:lnTo>
                    <a:pt x="1343" y="4247"/>
                  </a:lnTo>
                  <a:lnTo>
                    <a:pt x="1304" y="4267"/>
                  </a:lnTo>
                  <a:lnTo>
                    <a:pt x="1264" y="4247"/>
                  </a:lnTo>
                  <a:lnTo>
                    <a:pt x="1245" y="4207"/>
                  </a:lnTo>
                  <a:lnTo>
                    <a:pt x="1225" y="4247"/>
                  </a:lnTo>
                  <a:lnTo>
                    <a:pt x="1225" y="4286"/>
                  </a:lnTo>
                  <a:lnTo>
                    <a:pt x="1245" y="4306"/>
                  </a:lnTo>
                  <a:lnTo>
                    <a:pt x="1264" y="4326"/>
                  </a:lnTo>
                  <a:lnTo>
                    <a:pt x="1343" y="4326"/>
                  </a:lnTo>
                  <a:lnTo>
                    <a:pt x="1442" y="4306"/>
                  </a:lnTo>
                  <a:lnTo>
                    <a:pt x="1442" y="4365"/>
                  </a:lnTo>
                  <a:lnTo>
                    <a:pt x="1442" y="4385"/>
                  </a:lnTo>
                  <a:lnTo>
                    <a:pt x="1422" y="4425"/>
                  </a:lnTo>
                  <a:lnTo>
                    <a:pt x="1343" y="4444"/>
                  </a:lnTo>
                  <a:lnTo>
                    <a:pt x="1245" y="4484"/>
                  </a:lnTo>
                  <a:lnTo>
                    <a:pt x="1146" y="4504"/>
                  </a:lnTo>
                  <a:lnTo>
                    <a:pt x="1067" y="4504"/>
                  </a:lnTo>
                  <a:lnTo>
                    <a:pt x="1067" y="4464"/>
                  </a:lnTo>
                  <a:lnTo>
                    <a:pt x="1087" y="4444"/>
                  </a:lnTo>
                  <a:lnTo>
                    <a:pt x="1146" y="4425"/>
                  </a:lnTo>
                  <a:lnTo>
                    <a:pt x="1205" y="4405"/>
                  </a:lnTo>
                  <a:lnTo>
                    <a:pt x="1225" y="4385"/>
                  </a:lnTo>
                  <a:lnTo>
                    <a:pt x="1245" y="4365"/>
                  </a:lnTo>
                  <a:lnTo>
                    <a:pt x="1106" y="4405"/>
                  </a:lnTo>
                  <a:lnTo>
                    <a:pt x="1126" y="4385"/>
                  </a:lnTo>
                  <a:lnTo>
                    <a:pt x="1106" y="4365"/>
                  </a:lnTo>
                  <a:lnTo>
                    <a:pt x="1067" y="4346"/>
                  </a:lnTo>
                  <a:lnTo>
                    <a:pt x="1027" y="4326"/>
                  </a:lnTo>
                  <a:lnTo>
                    <a:pt x="1047" y="4326"/>
                  </a:lnTo>
                  <a:lnTo>
                    <a:pt x="1067" y="4306"/>
                  </a:lnTo>
                  <a:lnTo>
                    <a:pt x="1106" y="4326"/>
                  </a:lnTo>
                  <a:lnTo>
                    <a:pt x="1087" y="4267"/>
                  </a:lnTo>
                  <a:lnTo>
                    <a:pt x="1067" y="4227"/>
                  </a:lnTo>
                  <a:lnTo>
                    <a:pt x="1027" y="4207"/>
                  </a:lnTo>
                  <a:lnTo>
                    <a:pt x="929" y="4207"/>
                  </a:lnTo>
                  <a:lnTo>
                    <a:pt x="909" y="4247"/>
                  </a:lnTo>
                  <a:lnTo>
                    <a:pt x="929" y="4286"/>
                  </a:lnTo>
                  <a:lnTo>
                    <a:pt x="968" y="4365"/>
                  </a:lnTo>
                  <a:lnTo>
                    <a:pt x="988" y="4425"/>
                  </a:lnTo>
                  <a:lnTo>
                    <a:pt x="988" y="4464"/>
                  </a:lnTo>
                  <a:lnTo>
                    <a:pt x="948" y="4504"/>
                  </a:lnTo>
                  <a:lnTo>
                    <a:pt x="1225" y="4602"/>
                  </a:lnTo>
                  <a:lnTo>
                    <a:pt x="1324" y="4504"/>
                  </a:lnTo>
                  <a:lnTo>
                    <a:pt x="1383" y="4484"/>
                  </a:lnTo>
                  <a:lnTo>
                    <a:pt x="1462" y="4464"/>
                  </a:lnTo>
                  <a:lnTo>
                    <a:pt x="1363" y="4523"/>
                  </a:lnTo>
                  <a:lnTo>
                    <a:pt x="1324" y="4602"/>
                  </a:lnTo>
                  <a:lnTo>
                    <a:pt x="1284" y="4662"/>
                  </a:lnTo>
                  <a:lnTo>
                    <a:pt x="1284" y="4721"/>
                  </a:lnTo>
                  <a:lnTo>
                    <a:pt x="1343" y="4701"/>
                  </a:lnTo>
                  <a:lnTo>
                    <a:pt x="1383" y="4681"/>
                  </a:lnTo>
                  <a:lnTo>
                    <a:pt x="1462" y="4681"/>
                  </a:lnTo>
                  <a:lnTo>
                    <a:pt x="1521" y="4701"/>
                  </a:lnTo>
                  <a:lnTo>
                    <a:pt x="1561" y="4681"/>
                  </a:lnTo>
                  <a:lnTo>
                    <a:pt x="1600" y="4662"/>
                  </a:lnTo>
                  <a:lnTo>
                    <a:pt x="1561" y="4642"/>
                  </a:lnTo>
                  <a:lnTo>
                    <a:pt x="1580" y="4622"/>
                  </a:lnTo>
                  <a:lnTo>
                    <a:pt x="1640" y="4563"/>
                  </a:lnTo>
                  <a:lnTo>
                    <a:pt x="1659" y="4583"/>
                  </a:lnTo>
                  <a:lnTo>
                    <a:pt x="1699" y="4583"/>
                  </a:lnTo>
                  <a:lnTo>
                    <a:pt x="1758" y="4563"/>
                  </a:lnTo>
                  <a:lnTo>
                    <a:pt x="1798" y="4543"/>
                  </a:lnTo>
                  <a:lnTo>
                    <a:pt x="1817" y="4543"/>
                  </a:lnTo>
                  <a:lnTo>
                    <a:pt x="1817" y="4602"/>
                  </a:lnTo>
                  <a:lnTo>
                    <a:pt x="1778" y="4622"/>
                  </a:lnTo>
                  <a:lnTo>
                    <a:pt x="1738" y="4642"/>
                  </a:lnTo>
                  <a:lnTo>
                    <a:pt x="1719" y="4662"/>
                  </a:lnTo>
                  <a:lnTo>
                    <a:pt x="1719" y="4701"/>
                  </a:lnTo>
                  <a:lnTo>
                    <a:pt x="1719" y="4721"/>
                  </a:lnTo>
                  <a:lnTo>
                    <a:pt x="1521" y="4741"/>
                  </a:lnTo>
                  <a:lnTo>
                    <a:pt x="1324" y="4741"/>
                  </a:lnTo>
                  <a:lnTo>
                    <a:pt x="1304" y="4760"/>
                  </a:lnTo>
                  <a:lnTo>
                    <a:pt x="1324" y="4780"/>
                  </a:lnTo>
                  <a:lnTo>
                    <a:pt x="1324" y="4820"/>
                  </a:lnTo>
                  <a:lnTo>
                    <a:pt x="1304" y="4859"/>
                  </a:lnTo>
                  <a:lnTo>
                    <a:pt x="1363" y="4820"/>
                  </a:lnTo>
                  <a:lnTo>
                    <a:pt x="1422" y="4800"/>
                  </a:lnTo>
                  <a:lnTo>
                    <a:pt x="1462" y="4780"/>
                  </a:lnTo>
                  <a:lnTo>
                    <a:pt x="1501" y="4760"/>
                  </a:lnTo>
                  <a:lnTo>
                    <a:pt x="1640" y="4820"/>
                  </a:lnTo>
                  <a:lnTo>
                    <a:pt x="1778" y="4859"/>
                  </a:lnTo>
                  <a:lnTo>
                    <a:pt x="1857" y="4899"/>
                  </a:lnTo>
                  <a:lnTo>
                    <a:pt x="1936" y="4938"/>
                  </a:lnTo>
                  <a:lnTo>
                    <a:pt x="1837" y="4978"/>
                  </a:lnTo>
                  <a:lnTo>
                    <a:pt x="1719" y="4958"/>
                  </a:lnTo>
                  <a:lnTo>
                    <a:pt x="1640" y="4938"/>
                  </a:lnTo>
                  <a:lnTo>
                    <a:pt x="1580" y="4938"/>
                  </a:lnTo>
                  <a:lnTo>
                    <a:pt x="1521" y="4958"/>
                  </a:lnTo>
                  <a:lnTo>
                    <a:pt x="1462" y="4978"/>
                  </a:lnTo>
                  <a:lnTo>
                    <a:pt x="1383" y="5017"/>
                  </a:lnTo>
                  <a:lnTo>
                    <a:pt x="1442" y="5037"/>
                  </a:lnTo>
                  <a:lnTo>
                    <a:pt x="1561" y="5037"/>
                  </a:lnTo>
                  <a:lnTo>
                    <a:pt x="1561" y="5057"/>
                  </a:lnTo>
                  <a:lnTo>
                    <a:pt x="1541" y="5096"/>
                  </a:lnTo>
                  <a:lnTo>
                    <a:pt x="1521" y="5116"/>
                  </a:lnTo>
                  <a:lnTo>
                    <a:pt x="1541" y="5155"/>
                  </a:lnTo>
                  <a:lnTo>
                    <a:pt x="1561" y="5175"/>
                  </a:lnTo>
                  <a:lnTo>
                    <a:pt x="1620" y="5215"/>
                  </a:lnTo>
                  <a:lnTo>
                    <a:pt x="1659" y="5274"/>
                  </a:lnTo>
                  <a:lnTo>
                    <a:pt x="1719" y="5195"/>
                  </a:lnTo>
                  <a:lnTo>
                    <a:pt x="1758" y="5215"/>
                  </a:lnTo>
                  <a:lnTo>
                    <a:pt x="1778" y="5234"/>
                  </a:lnTo>
                  <a:lnTo>
                    <a:pt x="1778" y="5313"/>
                  </a:lnTo>
                  <a:lnTo>
                    <a:pt x="1738" y="5313"/>
                  </a:lnTo>
                  <a:lnTo>
                    <a:pt x="1798" y="5333"/>
                  </a:lnTo>
                  <a:lnTo>
                    <a:pt x="1778" y="5353"/>
                  </a:lnTo>
                  <a:lnTo>
                    <a:pt x="1817" y="5353"/>
                  </a:lnTo>
                  <a:lnTo>
                    <a:pt x="1837" y="5373"/>
                  </a:lnTo>
                  <a:lnTo>
                    <a:pt x="1857" y="5412"/>
                  </a:lnTo>
                  <a:lnTo>
                    <a:pt x="1877" y="5471"/>
                  </a:lnTo>
                  <a:lnTo>
                    <a:pt x="1936" y="5531"/>
                  </a:lnTo>
                  <a:lnTo>
                    <a:pt x="1975" y="5491"/>
                  </a:lnTo>
                  <a:lnTo>
                    <a:pt x="1956" y="5471"/>
                  </a:lnTo>
                  <a:lnTo>
                    <a:pt x="1916" y="5432"/>
                  </a:lnTo>
                  <a:lnTo>
                    <a:pt x="1896" y="5412"/>
                  </a:lnTo>
                  <a:lnTo>
                    <a:pt x="1916" y="5373"/>
                  </a:lnTo>
                  <a:lnTo>
                    <a:pt x="1956" y="5333"/>
                  </a:lnTo>
                  <a:lnTo>
                    <a:pt x="1975" y="5313"/>
                  </a:lnTo>
                  <a:lnTo>
                    <a:pt x="2035" y="5294"/>
                  </a:lnTo>
                  <a:lnTo>
                    <a:pt x="2054" y="5313"/>
                  </a:lnTo>
                  <a:lnTo>
                    <a:pt x="2074" y="5353"/>
                  </a:lnTo>
                  <a:lnTo>
                    <a:pt x="2153" y="5373"/>
                  </a:lnTo>
                  <a:lnTo>
                    <a:pt x="2232" y="5412"/>
                  </a:lnTo>
                  <a:lnTo>
                    <a:pt x="2272" y="5432"/>
                  </a:lnTo>
                  <a:lnTo>
                    <a:pt x="2291" y="5471"/>
                  </a:lnTo>
                  <a:lnTo>
                    <a:pt x="2311" y="5432"/>
                  </a:lnTo>
                  <a:lnTo>
                    <a:pt x="2370" y="5432"/>
                  </a:lnTo>
                  <a:lnTo>
                    <a:pt x="2390" y="5452"/>
                  </a:lnTo>
                  <a:lnTo>
                    <a:pt x="2410" y="5531"/>
                  </a:lnTo>
                  <a:lnTo>
                    <a:pt x="2390" y="5550"/>
                  </a:lnTo>
                  <a:lnTo>
                    <a:pt x="2370" y="5590"/>
                  </a:lnTo>
                  <a:lnTo>
                    <a:pt x="2232" y="5590"/>
                  </a:lnTo>
                  <a:lnTo>
                    <a:pt x="2193" y="5610"/>
                  </a:lnTo>
                  <a:lnTo>
                    <a:pt x="2173" y="5629"/>
                  </a:lnTo>
                  <a:lnTo>
                    <a:pt x="2133" y="5629"/>
                  </a:lnTo>
                  <a:lnTo>
                    <a:pt x="2193" y="5649"/>
                  </a:lnTo>
                  <a:lnTo>
                    <a:pt x="2272" y="5629"/>
                  </a:lnTo>
                  <a:lnTo>
                    <a:pt x="2331" y="5649"/>
                  </a:lnTo>
                  <a:lnTo>
                    <a:pt x="2351" y="5669"/>
                  </a:lnTo>
                  <a:lnTo>
                    <a:pt x="2390" y="5689"/>
                  </a:lnTo>
                  <a:lnTo>
                    <a:pt x="2351" y="5708"/>
                  </a:lnTo>
                  <a:lnTo>
                    <a:pt x="2331" y="5708"/>
                  </a:lnTo>
                  <a:lnTo>
                    <a:pt x="2311" y="5689"/>
                  </a:lnTo>
                  <a:lnTo>
                    <a:pt x="2291" y="5689"/>
                  </a:lnTo>
                  <a:lnTo>
                    <a:pt x="2272" y="5708"/>
                  </a:lnTo>
                  <a:lnTo>
                    <a:pt x="2291" y="5728"/>
                  </a:lnTo>
                  <a:lnTo>
                    <a:pt x="2331" y="5748"/>
                  </a:lnTo>
                  <a:lnTo>
                    <a:pt x="2390" y="5768"/>
                  </a:lnTo>
                  <a:lnTo>
                    <a:pt x="2390" y="5787"/>
                  </a:lnTo>
                  <a:lnTo>
                    <a:pt x="2390" y="5807"/>
                  </a:lnTo>
                  <a:lnTo>
                    <a:pt x="2252" y="5807"/>
                  </a:lnTo>
                  <a:lnTo>
                    <a:pt x="2212" y="5827"/>
                  </a:lnTo>
                  <a:lnTo>
                    <a:pt x="2153" y="5867"/>
                  </a:lnTo>
                  <a:lnTo>
                    <a:pt x="2212" y="5867"/>
                  </a:lnTo>
                  <a:lnTo>
                    <a:pt x="2311" y="5847"/>
                  </a:lnTo>
                  <a:lnTo>
                    <a:pt x="2311" y="5847"/>
                  </a:lnTo>
                  <a:lnTo>
                    <a:pt x="2291" y="5867"/>
                  </a:lnTo>
                  <a:lnTo>
                    <a:pt x="2272" y="5886"/>
                  </a:lnTo>
                  <a:lnTo>
                    <a:pt x="2232" y="5906"/>
                  </a:lnTo>
                  <a:lnTo>
                    <a:pt x="2252" y="5906"/>
                  </a:lnTo>
                  <a:lnTo>
                    <a:pt x="2331" y="5886"/>
                  </a:lnTo>
                  <a:lnTo>
                    <a:pt x="2370" y="5886"/>
                  </a:lnTo>
                  <a:lnTo>
                    <a:pt x="2370" y="5906"/>
                  </a:lnTo>
                  <a:lnTo>
                    <a:pt x="2331" y="5946"/>
                  </a:lnTo>
                  <a:lnTo>
                    <a:pt x="2291" y="5965"/>
                  </a:lnTo>
                  <a:lnTo>
                    <a:pt x="2311" y="6005"/>
                  </a:lnTo>
                  <a:lnTo>
                    <a:pt x="2449" y="6005"/>
                  </a:lnTo>
                  <a:lnTo>
                    <a:pt x="2449" y="5985"/>
                  </a:lnTo>
                  <a:lnTo>
                    <a:pt x="2469" y="5965"/>
                  </a:lnTo>
                  <a:lnTo>
                    <a:pt x="2548" y="5906"/>
                  </a:lnTo>
                  <a:lnTo>
                    <a:pt x="2627" y="5886"/>
                  </a:lnTo>
                  <a:lnTo>
                    <a:pt x="2686" y="5886"/>
                  </a:lnTo>
                  <a:lnTo>
                    <a:pt x="2726" y="5946"/>
                  </a:lnTo>
                  <a:lnTo>
                    <a:pt x="2765" y="6005"/>
                  </a:lnTo>
                  <a:lnTo>
                    <a:pt x="2785" y="6025"/>
                  </a:lnTo>
                  <a:lnTo>
                    <a:pt x="2765" y="6044"/>
                  </a:lnTo>
                  <a:lnTo>
                    <a:pt x="2746" y="6084"/>
                  </a:lnTo>
                  <a:lnTo>
                    <a:pt x="2706" y="6143"/>
                  </a:lnTo>
                  <a:lnTo>
                    <a:pt x="2825" y="6123"/>
                  </a:lnTo>
                  <a:lnTo>
                    <a:pt x="2765" y="6163"/>
                  </a:lnTo>
                  <a:lnTo>
                    <a:pt x="2746" y="6183"/>
                  </a:lnTo>
                  <a:lnTo>
                    <a:pt x="2765" y="6183"/>
                  </a:lnTo>
                  <a:lnTo>
                    <a:pt x="2785" y="6222"/>
                  </a:lnTo>
                  <a:lnTo>
                    <a:pt x="2785" y="6242"/>
                  </a:lnTo>
                  <a:lnTo>
                    <a:pt x="2746" y="6262"/>
                  </a:lnTo>
                  <a:lnTo>
                    <a:pt x="2726" y="6262"/>
                  </a:lnTo>
                  <a:lnTo>
                    <a:pt x="2686" y="6222"/>
                  </a:lnTo>
                  <a:lnTo>
                    <a:pt x="2667" y="6202"/>
                  </a:lnTo>
                  <a:lnTo>
                    <a:pt x="2568" y="6202"/>
                  </a:lnTo>
                  <a:lnTo>
                    <a:pt x="2489" y="6222"/>
                  </a:lnTo>
                  <a:lnTo>
                    <a:pt x="2489" y="6262"/>
                  </a:lnTo>
                  <a:lnTo>
                    <a:pt x="2469" y="6281"/>
                  </a:lnTo>
                  <a:lnTo>
                    <a:pt x="2410" y="6301"/>
                  </a:lnTo>
                  <a:lnTo>
                    <a:pt x="2351" y="6321"/>
                  </a:lnTo>
                  <a:lnTo>
                    <a:pt x="2370" y="6341"/>
                  </a:lnTo>
                  <a:lnTo>
                    <a:pt x="2430" y="6321"/>
                  </a:lnTo>
                  <a:lnTo>
                    <a:pt x="2528" y="6281"/>
                  </a:lnTo>
                  <a:lnTo>
                    <a:pt x="2627" y="6242"/>
                  </a:lnTo>
                  <a:lnTo>
                    <a:pt x="2607" y="6281"/>
                  </a:lnTo>
                  <a:lnTo>
                    <a:pt x="2607" y="6321"/>
                  </a:lnTo>
                  <a:lnTo>
                    <a:pt x="2588" y="6360"/>
                  </a:lnTo>
                  <a:lnTo>
                    <a:pt x="2528" y="6380"/>
                  </a:lnTo>
                  <a:lnTo>
                    <a:pt x="2528" y="6400"/>
                  </a:lnTo>
                  <a:lnTo>
                    <a:pt x="2667" y="6400"/>
                  </a:lnTo>
                  <a:lnTo>
                    <a:pt x="2686" y="6420"/>
                  </a:lnTo>
                  <a:lnTo>
                    <a:pt x="2509" y="6499"/>
                  </a:lnTo>
                  <a:lnTo>
                    <a:pt x="2469" y="6518"/>
                  </a:lnTo>
                  <a:lnTo>
                    <a:pt x="2489" y="6518"/>
                  </a:lnTo>
                  <a:lnTo>
                    <a:pt x="2489" y="6538"/>
                  </a:lnTo>
                  <a:lnTo>
                    <a:pt x="2489" y="6597"/>
                  </a:lnTo>
                  <a:lnTo>
                    <a:pt x="2528" y="6558"/>
                  </a:lnTo>
                  <a:lnTo>
                    <a:pt x="2568" y="6538"/>
                  </a:lnTo>
                  <a:lnTo>
                    <a:pt x="2548" y="6518"/>
                  </a:lnTo>
                  <a:lnTo>
                    <a:pt x="2607" y="6518"/>
                  </a:lnTo>
                  <a:lnTo>
                    <a:pt x="2647" y="6558"/>
                  </a:lnTo>
                  <a:lnTo>
                    <a:pt x="2667" y="6578"/>
                  </a:lnTo>
                  <a:lnTo>
                    <a:pt x="2706" y="6578"/>
                  </a:lnTo>
                  <a:lnTo>
                    <a:pt x="2667" y="6597"/>
                  </a:lnTo>
                  <a:lnTo>
                    <a:pt x="2647" y="6617"/>
                  </a:lnTo>
                  <a:lnTo>
                    <a:pt x="2667" y="6676"/>
                  </a:lnTo>
                  <a:lnTo>
                    <a:pt x="2686" y="6716"/>
                  </a:lnTo>
                  <a:lnTo>
                    <a:pt x="2706" y="6736"/>
                  </a:lnTo>
                  <a:lnTo>
                    <a:pt x="2686" y="6755"/>
                  </a:lnTo>
                  <a:lnTo>
                    <a:pt x="2785" y="6716"/>
                  </a:lnTo>
                  <a:lnTo>
                    <a:pt x="2805" y="6696"/>
                  </a:lnTo>
                  <a:lnTo>
                    <a:pt x="2785" y="6676"/>
                  </a:lnTo>
                  <a:lnTo>
                    <a:pt x="2765" y="6676"/>
                  </a:lnTo>
                  <a:lnTo>
                    <a:pt x="2726" y="6657"/>
                  </a:lnTo>
                  <a:lnTo>
                    <a:pt x="2706" y="6657"/>
                  </a:lnTo>
                  <a:lnTo>
                    <a:pt x="2726" y="6637"/>
                  </a:lnTo>
                  <a:lnTo>
                    <a:pt x="2785" y="6597"/>
                  </a:lnTo>
                  <a:lnTo>
                    <a:pt x="2825" y="6597"/>
                  </a:lnTo>
                  <a:lnTo>
                    <a:pt x="2864" y="6637"/>
                  </a:lnTo>
                  <a:lnTo>
                    <a:pt x="2904" y="6696"/>
                  </a:lnTo>
                  <a:lnTo>
                    <a:pt x="2983" y="6775"/>
                  </a:lnTo>
                  <a:lnTo>
                    <a:pt x="3022" y="6815"/>
                  </a:lnTo>
                  <a:lnTo>
                    <a:pt x="3081" y="6834"/>
                  </a:lnTo>
                  <a:lnTo>
                    <a:pt x="3062" y="6874"/>
                  </a:lnTo>
                  <a:lnTo>
                    <a:pt x="3062" y="6894"/>
                  </a:lnTo>
                  <a:lnTo>
                    <a:pt x="3002" y="6913"/>
                  </a:lnTo>
                  <a:lnTo>
                    <a:pt x="2943" y="6933"/>
                  </a:lnTo>
                  <a:lnTo>
                    <a:pt x="2864" y="6973"/>
                  </a:lnTo>
                  <a:lnTo>
                    <a:pt x="2825" y="6913"/>
                  </a:lnTo>
                  <a:lnTo>
                    <a:pt x="2805" y="6874"/>
                  </a:lnTo>
                  <a:lnTo>
                    <a:pt x="2805" y="6834"/>
                  </a:lnTo>
                  <a:lnTo>
                    <a:pt x="2765" y="6795"/>
                  </a:lnTo>
                  <a:lnTo>
                    <a:pt x="2765" y="6874"/>
                  </a:lnTo>
                  <a:lnTo>
                    <a:pt x="2805" y="6953"/>
                  </a:lnTo>
                  <a:lnTo>
                    <a:pt x="2864" y="6992"/>
                  </a:lnTo>
                  <a:lnTo>
                    <a:pt x="2963" y="7032"/>
                  </a:lnTo>
                  <a:lnTo>
                    <a:pt x="2963" y="7052"/>
                  </a:lnTo>
                  <a:lnTo>
                    <a:pt x="2963" y="7071"/>
                  </a:lnTo>
                  <a:lnTo>
                    <a:pt x="2923" y="7111"/>
                  </a:lnTo>
                  <a:lnTo>
                    <a:pt x="2825" y="7229"/>
                  </a:lnTo>
                  <a:lnTo>
                    <a:pt x="2785" y="7289"/>
                  </a:lnTo>
                  <a:lnTo>
                    <a:pt x="2805" y="7308"/>
                  </a:lnTo>
                  <a:lnTo>
                    <a:pt x="2825" y="7328"/>
                  </a:lnTo>
                  <a:lnTo>
                    <a:pt x="2864" y="7308"/>
                  </a:lnTo>
                  <a:lnTo>
                    <a:pt x="2923" y="7269"/>
                  </a:lnTo>
                  <a:lnTo>
                    <a:pt x="2963" y="7210"/>
                  </a:lnTo>
                  <a:lnTo>
                    <a:pt x="2983" y="7229"/>
                  </a:lnTo>
                  <a:lnTo>
                    <a:pt x="3002" y="7249"/>
                  </a:lnTo>
                  <a:lnTo>
                    <a:pt x="3002" y="7308"/>
                  </a:lnTo>
                  <a:lnTo>
                    <a:pt x="3042" y="7289"/>
                  </a:lnTo>
                  <a:lnTo>
                    <a:pt x="3062" y="7249"/>
                  </a:lnTo>
                  <a:lnTo>
                    <a:pt x="3101" y="7229"/>
                  </a:lnTo>
                  <a:lnTo>
                    <a:pt x="3141" y="7229"/>
                  </a:lnTo>
                  <a:lnTo>
                    <a:pt x="3121" y="7269"/>
                  </a:lnTo>
                  <a:lnTo>
                    <a:pt x="3101" y="7308"/>
                  </a:lnTo>
                  <a:lnTo>
                    <a:pt x="3062" y="7328"/>
                  </a:lnTo>
                  <a:lnTo>
                    <a:pt x="3042" y="7328"/>
                  </a:lnTo>
                  <a:lnTo>
                    <a:pt x="3081" y="7348"/>
                  </a:lnTo>
                  <a:lnTo>
                    <a:pt x="3062" y="7368"/>
                  </a:lnTo>
                  <a:lnTo>
                    <a:pt x="3022" y="7427"/>
                  </a:lnTo>
                  <a:lnTo>
                    <a:pt x="2983" y="7466"/>
                  </a:lnTo>
                  <a:lnTo>
                    <a:pt x="2983" y="7486"/>
                  </a:lnTo>
                  <a:lnTo>
                    <a:pt x="3002" y="7506"/>
                  </a:lnTo>
                  <a:lnTo>
                    <a:pt x="3062" y="7506"/>
                  </a:lnTo>
                  <a:lnTo>
                    <a:pt x="3081" y="7486"/>
                  </a:lnTo>
                  <a:lnTo>
                    <a:pt x="3081" y="7466"/>
                  </a:lnTo>
                  <a:lnTo>
                    <a:pt x="3062" y="7466"/>
                  </a:lnTo>
                  <a:lnTo>
                    <a:pt x="3062" y="7447"/>
                  </a:lnTo>
                  <a:lnTo>
                    <a:pt x="3121" y="7407"/>
                  </a:lnTo>
                  <a:lnTo>
                    <a:pt x="3319" y="7407"/>
                  </a:lnTo>
                  <a:lnTo>
                    <a:pt x="3279" y="7427"/>
                  </a:lnTo>
                  <a:lnTo>
                    <a:pt x="3299" y="7447"/>
                  </a:lnTo>
                  <a:lnTo>
                    <a:pt x="3299" y="7466"/>
                  </a:lnTo>
                  <a:lnTo>
                    <a:pt x="3319" y="7486"/>
                  </a:lnTo>
                  <a:lnTo>
                    <a:pt x="3259" y="7526"/>
                  </a:lnTo>
                  <a:lnTo>
                    <a:pt x="3220" y="7506"/>
                  </a:lnTo>
                  <a:lnTo>
                    <a:pt x="3200" y="7466"/>
                  </a:lnTo>
                  <a:lnTo>
                    <a:pt x="3160" y="7466"/>
                  </a:lnTo>
                  <a:lnTo>
                    <a:pt x="3180" y="7545"/>
                  </a:lnTo>
                  <a:lnTo>
                    <a:pt x="3200" y="7526"/>
                  </a:lnTo>
                  <a:lnTo>
                    <a:pt x="3321" y="7543"/>
                  </a:lnTo>
                  <a:lnTo>
                    <a:pt x="3321" y="7543"/>
                  </a:lnTo>
                  <a:lnTo>
                    <a:pt x="3338" y="7526"/>
                  </a:lnTo>
                  <a:lnTo>
                    <a:pt x="3378" y="7486"/>
                  </a:lnTo>
                  <a:lnTo>
                    <a:pt x="3457" y="7466"/>
                  </a:lnTo>
                  <a:lnTo>
                    <a:pt x="3496" y="7466"/>
                  </a:lnTo>
                  <a:lnTo>
                    <a:pt x="3496" y="7526"/>
                  </a:lnTo>
                  <a:lnTo>
                    <a:pt x="3477" y="7565"/>
                  </a:lnTo>
                  <a:lnTo>
                    <a:pt x="3437" y="7624"/>
                  </a:lnTo>
                  <a:lnTo>
                    <a:pt x="3378" y="7664"/>
                  </a:lnTo>
                  <a:lnTo>
                    <a:pt x="3457" y="7644"/>
                  </a:lnTo>
                  <a:lnTo>
                    <a:pt x="3516" y="7664"/>
                  </a:lnTo>
                  <a:lnTo>
                    <a:pt x="3575" y="7723"/>
                  </a:lnTo>
                  <a:lnTo>
                    <a:pt x="3615" y="7684"/>
                  </a:lnTo>
                  <a:lnTo>
                    <a:pt x="3654" y="7664"/>
                  </a:lnTo>
                  <a:lnTo>
                    <a:pt x="3733" y="7664"/>
                  </a:lnTo>
                  <a:lnTo>
                    <a:pt x="3654" y="7802"/>
                  </a:lnTo>
                  <a:lnTo>
                    <a:pt x="3615" y="7782"/>
                  </a:lnTo>
                  <a:lnTo>
                    <a:pt x="3595" y="7782"/>
                  </a:lnTo>
                  <a:lnTo>
                    <a:pt x="3556" y="7822"/>
                  </a:lnTo>
                  <a:lnTo>
                    <a:pt x="3516" y="7861"/>
                  </a:lnTo>
                  <a:lnTo>
                    <a:pt x="3457" y="7901"/>
                  </a:lnTo>
                  <a:lnTo>
                    <a:pt x="3378" y="7901"/>
                  </a:lnTo>
                  <a:lnTo>
                    <a:pt x="3338" y="7881"/>
                  </a:lnTo>
                  <a:lnTo>
                    <a:pt x="3338" y="7802"/>
                  </a:lnTo>
                  <a:lnTo>
                    <a:pt x="3299" y="7861"/>
                  </a:lnTo>
                  <a:lnTo>
                    <a:pt x="3279" y="7881"/>
                  </a:lnTo>
                  <a:lnTo>
                    <a:pt x="3319" y="7901"/>
                  </a:lnTo>
                  <a:lnTo>
                    <a:pt x="3358" y="7921"/>
                  </a:lnTo>
                  <a:lnTo>
                    <a:pt x="3437" y="7940"/>
                  </a:lnTo>
                  <a:lnTo>
                    <a:pt x="3457" y="7960"/>
                  </a:lnTo>
                  <a:lnTo>
                    <a:pt x="3457" y="7980"/>
                  </a:lnTo>
                  <a:lnTo>
                    <a:pt x="3358" y="8019"/>
                  </a:lnTo>
                  <a:lnTo>
                    <a:pt x="3338" y="8019"/>
                  </a:lnTo>
                  <a:lnTo>
                    <a:pt x="3319" y="8000"/>
                  </a:lnTo>
                  <a:lnTo>
                    <a:pt x="3319" y="8019"/>
                  </a:lnTo>
                  <a:lnTo>
                    <a:pt x="3378" y="8039"/>
                  </a:lnTo>
                  <a:lnTo>
                    <a:pt x="3417" y="8059"/>
                  </a:lnTo>
                  <a:lnTo>
                    <a:pt x="3437" y="8079"/>
                  </a:lnTo>
                  <a:lnTo>
                    <a:pt x="3417" y="8098"/>
                  </a:lnTo>
                  <a:lnTo>
                    <a:pt x="3516" y="8039"/>
                  </a:lnTo>
                  <a:lnTo>
                    <a:pt x="3575" y="8000"/>
                  </a:lnTo>
                  <a:lnTo>
                    <a:pt x="3635" y="8019"/>
                  </a:lnTo>
                  <a:lnTo>
                    <a:pt x="3516" y="8158"/>
                  </a:lnTo>
                  <a:lnTo>
                    <a:pt x="3536" y="8178"/>
                  </a:lnTo>
                  <a:lnTo>
                    <a:pt x="3556" y="8178"/>
                  </a:lnTo>
                  <a:lnTo>
                    <a:pt x="3615" y="8158"/>
                  </a:lnTo>
                  <a:lnTo>
                    <a:pt x="3714" y="8138"/>
                  </a:lnTo>
                  <a:lnTo>
                    <a:pt x="3793" y="8138"/>
                  </a:lnTo>
                  <a:lnTo>
                    <a:pt x="3872" y="8039"/>
                  </a:lnTo>
                  <a:lnTo>
                    <a:pt x="3931" y="8039"/>
                  </a:lnTo>
                  <a:lnTo>
                    <a:pt x="3970" y="8059"/>
                  </a:lnTo>
                  <a:lnTo>
                    <a:pt x="3990" y="8079"/>
                  </a:lnTo>
                  <a:lnTo>
                    <a:pt x="4069" y="8079"/>
                  </a:lnTo>
                  <a:lnTo>
                    <a:pt x="4030" y="8039"/>
                  </a:lnTo>
                  <a:lnTo>
                    <a:pt x="3990" y="8039"/>
                  </a:lnTo>
                  <a:lnTo>
                    <a:pt x="3951" y="8019"/>
                  </a:lnTo>
                  <a:lnTo>
                    <a:pt x="3951" y="8000"/>
                  </a:lnTo>
                  <a:lnTo>
                    <a:pt x="4010" y="7960"/>
                  </a:lnTo>
                  <a:lnTo>
                    <a:pt x="4049" y="7980"/>
                  </a:lnTo>
                  <a:lnTo>
                    <a:pt x="4089" y="8000"/>
                  </a:lnTo>
                  <a:lnTo>
                    <a:pt x="4128" y="8000"/>
                  </a:lnTo>
                  <a:lnTo>
                    <a:pt x="4109" y="8079"/>
                  </a:lnTo>
                  <a:lnTo>
                    <a:pt x="4089" y="8118"/>
                  </a:lnTo>
                  <a:lnTo>
                    <a:pt x="4010" y="8217"/>
                  </a:lnTo>
                  <a:lnTo>
                    <a:pt x="3872" y="8276"/>
                  </a:lnTo>
                  <a:lnTo>
                    <a:pt x="3753" y="8296"/>
                  </a:lnTo>
                  <a:lnTo>
                    <a:pt x="3615" y="8316"/>
                  </a:lnTo>
                  <a:lnTo>
                    <a:pt x="3516" y="8336"/>
                  </a:lnTo>
                  <a:lnTo>
                    <a:pt x="3437" y="8395"/>
                  </a:lnTo>
                  <a:lnTo>
                    <a:pt x="3496" y="8434"/>
                  </a:lnTo>
                  <a:lnTo>
                    <a:pt x="3556" y="8494"/>
                  </a:lnTo>
                  <a:lnTo>
                    <a:pt x="3595" y="8573"/>
                  </a:lnTo>
                  <a:lnTo>
                    <a:pt x="3595" y="8612"/>
                  </a:lnTo>
                  <a:lnTo>
                    <a:pt x="3575" y="8652"/>
                  </a:lnTo>
                  <a:lnTo>
                    <a:pt x="3674" y="8652"/>
                  </a:lnTo>
                  <a:lnTo>
                    <a:pt x="3773" y="8632"/>
                  </a:lnTo>
                  <a:lnTo>
                    <a:pt x="3872" y="8592"/>
                  </a:lnTo>
                  <a:lnTo>
                    <a:pt x="3970" y="8533"/>
                  </a:lnTo>
                  <a:lnTo>
                    <a:pt x="3990" y="8553"/>
                  </a:lnTo>
                  <a:lnTo>
                    <a:pt x="3990" y="8573"/>
                  </a:lnTo>
                  <a:lnTo>
                    <a:pt x="3970" y="8612"/>
                  </a:lnTo>
                  <a:lnTo>
                    <a:pt x="3891" y="8612"/>
                  </a:lnTo>
                  <a:lnTo>
                    <a:pt x="4030" y="8691"/>
                  </a:lnTo>
                  <a:lnTo>
                    <a:pt x="4089" y="8731"/>
                  </a:lnTo>
                  <a:lnTo>
                    <a:pt x="4148" y="8790"/>
                  </a:lnTo>
                  <a:lnTo>
                    <a:pt x="4188" y="8810"/>
                  </a:lnTo>
                  <a:lnTo>
                    <a:pt x="4267" y="8790"/>
                  </a:lnTo>
                  <a:lnTo>
                    <a:pt x="4425" y="8691"/>
                  </a:lnTo>
                  <a:lnTo>
                    <a:pt x="4464" y="8750"/>
                  </a:lnTo>
                  <a:lnTo>
                    <a:pt x="4484" y="8711"/>
                  </a:lnTo>
                  <a:lnTo>
                    <a:pt x="4602" y="8711"/>
                  </a:lnTo>
                  <a:lnTo>
                    <a:pt x="4622" y="8750"/>
                  </a:lnTo>
                  <a:lnTo>
                    <a:pt x="4622" y="8790"/>
                  </a:lnTo>
                  <a:lnTo>
                    <a:pt x="4563" y="8810"/>
                  </a:lnTo>
                  <a:lnTo>
                    <a:pt x="4504" y="8810"/>
                  </a:lnTo>
                  <a:lnTo>
                    <a:pt x="4504" y="8869"/>
                  </a:lnTo>
                  <a:lnTo>
                    <a:pt x="4504" y="8889"/>
                  </a:lnTo>
                  <a:lnTo>
                    <a:pt x="4543" y="8928"/>
                  </a:lnTo>
                  <a:lnTo>
                    <a:pt x="4583" y="8928"/>
                  </a:lnTo>
                  <a:lnTo>
                    <a:pt x="4464" y="8968"/>
                  </a:lnTo>
                  <a:lnTo>
                    <a:pt x="4425" y="8968"/>
                  </a:lnTo>
                  <a:lnTo>
                    <a:pt x="4405" y="8948"/>
                  </a:lnTo>
                  <a:lnTo>
                    <a:pt x="4405" y="8928"/>
                  </a:lnTo>
                  <a:lnTo>
                    <a:pt x="4444" y="8908"/>
                  </a:lnTo>
                  <a:lnTo>
                    <a:pt x="4346" y="8869"/>
                  </a:lnTo>
                  <a:lnTo>
                    <a:pt x="4346" y="8869"/>
                  </a:lnTo>
                  <a:lnTo>
                    <a:pt x="4365" y="8889"/>
                  </a:lnTo>
                  <a:lnTo>
                    <a:pt x="4385" y="8908"/>
                  </a:lnTo>
                  <a:lnTo>
                    <a:pt x="4385" y="8948"/>
                  </a:lnTo>
                  <a:lnTo>
                    <a:pt x="4365" y="8968"/>
                  </a:lnTo>
                  <a:lnTo>
                    <a:pt x="4286" y="9047"/>
                  </a:lnTo>
                  <a:lnTo>
                    <a:pt x="4188" y="9106"/>
                  </a:lnTo>
                  <a:lnTo>
                    <a:pt x="4247" y="9106"/>
                  </a:lnTo>
                  <a:lnTo>
                    <a:pt x="4286" y="9066"/>
                  </a:lnTo>
                  <a:lnTo>
                    <a:pt x="4346" y="9027"/>
                  </a:lnTo>
                  <a:lnTo>
                    <a:pt x="4405" y="9027"/>
                  </a:lnTo>
                  <a:lnTo>
                    <a:pt x="4346" y="9126"/>
                  </a:lnTo>
                  <a:lnTo>
                    <a:pt x="4326" y="9205"/>
                  </a:lnTo>
                  <a:lnTo>
                    <a:pt x="6321" y="8019"/>
                  </a:lnTo>
                  <a:lnTo>
                    <a:pt x="6321" y="7940"/>
                  </a:lnTo>
                  <a:lnTo>
                    <a:pt x="6341" y="7881"/>
                  </a:lnTo>
                  <a:lnTo>
                    <a:pt x="6341" y="7861"/>
                  </a:lnTo>
                  <a:lnTo>
                    <a:pt x="6321" y="7842"/>
                  </a:lnTo>
                  <a:lnTo>
                    <a:pt x="6202" y="7842"/>
                  </a:lnTo>
                  <a:lnTo>
                    <a:pt x="6183" y="7881"/>
                  </a:lnTo>
                  <a:lnTo>
                    <a:pt x="6163" y="7901"/>
                  </a:lnTo>
                  <a:lnTo>
                    <a:pt x="6104" y="7940"/>
                  </a:lnTo>
                  <a:lnTo>
                    <a:pt x="6064" y="7960"/>
                  </a:lnTo>
                  <a:lnTo>
                    <a:pt x="6084" y="7921"/>
                  </a:lnTo>
                  <a:lnTo>
                    <a:pt x="6084" y="7881"/>
                  </a:lnTo>
                  <a:lnTo>
                    <a:pt x="6104" y="7861"/>
                  </a:lnTo>
                  <a:lnTo>
                    <a:pt x="6143" y="7822"/>
                  </a:lnTo>
                  <a:lnTo>
                    <a:pt x="6183" y="7842"/>
                  </a:lnTo>
                  <a:lnTo>
                    <a:pt x="6183" y="7743"/>
                  </a:lnTo>
                  <a:lnTo>
                    <a:pt x="6163" y="7723"/>
                  </a:lnTo>
                  <a:lnTo>
                    <a:pt x="6143" y="7723"/>
                  </a:lnTo>
                  <a:lnTo>
                    <a:pt x="6005" y="7763"/>
                  </a:lnTo>
                  <a:lnTo>
                    <a:pt x="5946" y="7782"/>
                  </a:lnTo>
                  <a:lnTo>
                    <a:pt x="5886" y="7782"/>
                  </a:lnTo>
                  <a:lnTo>
                    <a:pt x="5906" y="7743"/>
                  </a:lnTo>
                  <a:lnTo>
                    <a:pt x="5926" y="7723"/>
                  </a:lnTo>
                  <a:lnTo>
                    <a:pt x="6025" y="7684"/>
                  </a:lnTo>
                  <a:lnTo>
                    <a:pt x="6123" y="7664"/>
                  </a:lnTo>
                  <a:lnTo>
                    <a:pt x="6163" y="7644"/>
                  </a:lnTo>
                  <a:lnTo>
                    <a:pt x="6202" y="7605"/>
                  </a:lnTo>
                  <a:lnTo>
                    <a:pt x="6044" y="7565"/>
                  </a:lnTo>
                  <a:lnTo>
                    <a:pt x="6123" y="7506"/>
                  </a:lnTo>
                  <a:lnTo>
                    <a:pt x="6123" y="7427"/>
                  </a:lnTo>
                  <a:lnTo>
                    <a:pt x="6084" y="7387"/>
                  </a:lnTo>
                  <a:lnTo>
                    <a:pt x="6025" y="7368"/>
                  </a:lnTo>
                  <a:lnTo>
                    <a:pt x="5965" y="7328"/>
                  </a:lnTo>
                  <a:lnTo>
                    <a:pt x="5827" y="7289"/>
                  </a:lnTo>
                  <a:lnTo>
                    <a:pt x="5768" y="7249"/>
                  </a:lnTo>
                  <a:lnTo>
                    <a:pt x="5728" y="7190"/>
                  </a:lnTo>
                  <a:lnTo>
                    <a:pt x="5827" y="7170"/>
                  </a:lnTo>
                  <a:lnTo>
                    <a:pt x="5926" y="7170"/>
                  </a:lnTo>
                  <a:lnTo>
                    <a:pt x="5985" y="7210"/>
                  </a:lnTo>
                  <a:lnTo>
                    <a:pt x="6025" y="7229"/>
                  </a:lnTo>
                  <a:lnTo>
                    <a:pt x="6044" y="7190"/>
                  </a:lnTo>
                  <a:lnTo>
                    <a:pt x="6064" y="7170"/>
                  </a:lnTo>
                  <a:lnTo>
                    <a:pt x="6025" y="7131"/>
                  </a:lnTo>
                  <a:lnTo>
                    <a:pt x="5985" y="7091"/>
                  </a:lnTo>
                  <a:lnTo>
                    <a:pt x="5965" y="7071"/>
                  </a:lnTo>
                  <a:lnTo>
                    <a:pt x="5985" y="7032"/>
                  </a:lnTo>
                  <a:lnTo>
                    <a:pt x="5985" y="7012"/>
                  </a:lnTo>
                  <a:lnTo>
                    <a:pt x="5965" y="6992"/>
                  </a:lnTo>
                  <a:lnTo>
                    <a:pt x="5886" y="6992"/>
                  </a:lnTo>
                  <a:lnTo>
                    <a:pt x="5807" y="7012"/>
                  </a:lnTo>
                  <a:lnTo>
                    <a:pt x="5748" y="7032"/>
                  </a:lnTo>
                  <a:lnTo>
                    <a:pt x="5709" y="7012"/>
                  </a:lnTo>
                  <a:lnTo>
                    <a:pt x="5709" y="6992"/>
                  </a:lnTo>
                  <a:lnTo>
                    <a:pt x="5748" y="6973"/>
                  </a:lnTo>
                  <a:lnTo>
                    <a:pt x="5827" y="6913"/>
                  </a:lnTo>
                  <a:lnTo>
                    <a:pt x="5768" y="6933"/>
                  </a:lnTo>
                  <a:lnTo>
                    <a:pt x="5728" y="6933"/>
                  </a:lnTo>
                  <a:lnTo>
                    <a:pt x="5689" y="6913"/>
                  </a:lnTo>
                  <a:lnTo>
                    <a:pt x="5669" y="6913"/>
                  </a:lnTo>
                  <a:lnTo>
                    <a:pt x="5629" y="6854"/>
                  </a:lnTo>
                  <a:lnTo>
                    <a:pt x="5610" y="6815"/>
                  </a:lnTo>
                  <a:lnTo>
                    <a:pt x="5689" y="6775"/>
                  </a:lnTo>
                  <a:lnTo>
                    <a:pt x="5531" y="6736"/>
                  </a:lnTo>
                  <a:lnTo>
                    <a:pt x="5511" y="6755"/>
                  </a:lnTo>
                  <a:lnTo>
                    <a:pt x="5471" y="6775"/>
                  </a:lnTo>
                  <a:lnTo>
                    <a:pt x="5373" y="6815"/>
                  </a:lnTo>
                  <a:lnTo>
                    <a:pt x="5373" y="6795"/>
                  </a:lnTo>
                  <a:lnTo>
                    <a:pt x="5333" y="6854"/>
                  </a:lnTo>
                  <a:lnTo>
                    <a:pt x="5333" y="6894"/>
                  </a:lnTo>
                  <a:lnTo>
                    <a:pt x="5353" y="6933"/>
                  </a:lnTo>
                  <a:lnTo>
                    <a:pt x="5412" y="6953"/>
                  </a:lnTo>
                  <a:lnTo>
                    <a:pt x="5452" y="6973"/>
                  </a:lnTo>
                  <a:lnTo>
                    <a:pt x="5471" y="7012"/>
                  </a:lnTo>
                  <a:lnTo>
                    <a:pt x="5471" y="7052"/>
                  </a:lnTo>
                  <a:lnTo>
                    <a:pt x="5392" y="7131"/>
                  </a:lnTo>
                  <a:lnTo>
                    <a:pt x="5373" y="7131"/>
                  </a:lnTo>
                  <a:lnTo>
                    <a:pt x="5333" y="7150"/>
                  </a:lnTo>
                  <a:lnTo>
                    <a:pt x="5294" y="7170"/>
                  </a:lnTo>
                  <a:lnTo>
                    <a:pt x="5274" y="7170"/>
                  </a:lnTo>
                  <a:lnTo>
                    <a:pt x="5274" y="7131"/>
                  </a:lnTo>
                  <a:lnTo>
                    <a:pt x="5313" y="7111"/>
                  </a:lnTo>
                  <a:lnTo>
                    <a:pt x="5313" y="7111"/>
                  </a:lnTo>
                  <a:lnTo>
                    <a:pt x="5195" y="7131"/>
                  </a:lnTo>
                  <a:lnTo>
                    <a:pt x="5175" y="7150"/>
                  </a:lnTo>
                  <a:lnTo>
                    <a:pt x="5175" y="7170"/>
                  </a:lnTo>
                  <a:lnTo>
                    <a:pt x="5096" y="7210"/>
                  </a:lnTo>
                  <a:lnTo>
                    <a:pt x="5017" y="7210"/>
                  </a:lnTo>
                  <a:lnTo>
                    <a:pt x="4978" y="7190"/>
                  </a:lnTo>
                  <a:lnTo>
                    <a:pt x="4938" y="7150"/>
                  </a:lnTo>
                  <a:lnTo>
                    <a:pt x="4879" y="7111"/>
                  </a:lnTo>
                  <a:lnTo>
                    <a:pt x="4918" y="7091"/>
                  </a:lnTo>
                  <a:lnTo>
                    <a:pt x="4958" y="7071"/>
                  </a:lnTo>
                  <a:lnTo>
                    <a:pt x="5037" y="7052"/>
                  </a:lnTo>
                  <a:lnTo>
                    <a:pt x="5136" y="7052"/>
                  </a:lnTo>
                  <a:lnTo>
                    <a:pt x="5096" y="7032"/>
                  </a:lnTo>
                  <a:lnTo>
                    <a:pt x="5116" y="7012"/>
                  </a:lnTo>
                  <a:lnTo>
                    <a:pt x="5274" y="6933"/>
                  </a:lnTo>
                  <a:lnTo>
                    <a:pt x="5195" y="6933"/>
                  </a:lnTo>
                  <a:lnTo>
                    <a:pt x="5116" y="6953"/>
                  </a:lnTo>
                  <a:lnTo>
                    <a:pt x="5057" y="6992"/>
                  </a:lnTo>
                  <a:lnTo>
                    <a:pt x="4958" y="7032"/>
                  </a:lnTo>
                  <a:lnTo>
                    <a:pt x="4899" y="7052"/>
                  </a:lnTo>
                  <a:lnTo>
                    <a:pt x="4879" y="7052"/>
                  </a:lnTo>
                  <a:lnTo>
                    <a:pt x="4859" y="7032"/>
                  </a:lnTo>
                  <a:lnTo>
                    <a:pt x="4859" y="7012"/>
                  </a:lnTo>
                  <a:lnTo>
                    <a:pt x="4899" y="6953"/>
                  </a:lnTo>
                  <a:lnTo>
                    <a:pt x="4899" y="6913"/>
                  </a:lnTo>
                  <a:lnTo>
                    <a:pt x="4958" y="6933"/>
                  </a:lnTo>
                  <a:lnTo>
                    <a:pt x="4958" y="6894"/>
                  </a:lnTo>
                  <a:lnTo>
                    <a:pt x="4938" y="6874"/>
                  </a:lnTo>
                  <a:lnTo>
                    <a:pt x="4899" y="6874"/>
                  </a:lnTo>
                  <a:lnTo>
                    <a:pt x="4839" y="6854"/>
                  </a:lnTo>
                  <a:lnTo>
                    <a:pt x="4820" y="6834"/>
                  </a:lnTo>
                  <a:lnTo>
                    <a:pt x="4800" y="6815"/>
                  </a:lnTo>
                  <a:lnTo>
                    <a:pt x="4899" y="6736"/>
                  </a:lnTo>
                  <a:lnTo>
                    <a:pt x="4879" y="6775"/>
                  </a:lnTo>
                  <a:lnTo>
                    <a:pt x="4899" y="6795"/>
                  </a:lnTo>
                  <a:lnTo>
                    <a:pt x="5116" y="6795"/>
                  </a:lnTo>
                  <a:lnTo>
                    <a:pt x="5155" y="6755"/>
                  </a:lnTo>
                  <a:lnTo>
                    <a:pt x="5215" y="6716"/>
                  </a:lnTo>
                  <a:lnTo>
                    <a:pt x="5254" y="6696"/>
                  </a:lnTo>
                  <a:lnTo>
                    <a:pt x="5333" y="6676"/>
                  </a:lnTo>
                  <a:lnTo>
                    <a:pt x="5452" y="6676"/>
                  </a:lnTo>
                  <a:lnTo>
                    <a:pt x="5570" y="6657"/>
                  </a:lnTo>
                  <a:lnTo>
                    <a:pt x="5550" y="6637"/>
                  </a:lnTo>
                  <a:lnTo>
                    <a:pt x="5531" y="6597"/>
                  </a:lnTo>
                  <a:lnTo>
                    <a:pt x="5550" y="6558"/>
                  </a:lnTo>
                  <a:lnTo>
                    <a:pt x="5590" y="6499"/>
                  </a:lnTo>
                  <a:lnTo>
                    <a:pt x="5531" y="6499"/>
                  </a:lnTo>
                  <a:lnTo>
                    <a:pt x="5491" y="6479"/>
                  </a:lnTo>
                  <a:lnTo>
                    <a:pt x="5471" y="6459"/>
                  </a:lnTo>
                  <a:lnTo>
                    <a:pt x="5471" y="6420"/>
                  </a:lnTo>
                  <a:lnTo>
                    <a:pt x="5471" y="6400"/>
                  </a:lnTo>
                  <a:lnTo>
                    <a:pt x="5452" y="6360"/>
                  </a:lnTo>
                  <a:lnTo>
                    <a:pt x="5313" y="6360"/>
                  </a:lnTo>
                  <a:lnTo>
                    <a:pt x="5353" y="6341"/>
                  </a:lnTo>
                  <a:lnTo>
                    <a:pt x="5392" y="6321"/>
                  </a:lnTo>
                  <a:lnTo>
                    <a:pt x="5412" y="6321"/>
                  </a:lnTo>
                  <a:lnTo>
                    <a:pt x="5432" y="6301"/>
                  </a:lnTo>
                  <a:lnTo>
                    <a:pt x="5412" y="6242"/>
                  </a:lnTo>
                  <a:lnTo>
                    <a:pt x="5373" y="6183"/>
                  </a:lnTo>
                  <a:lnTo>
                    <a:pt x="5294" y="6143"/>
                  </a:lnTo>
                  <a:lnTo>
                    <a:pt x="5215" y="6104"/>
                  </a:lnTo>
                  <a:lnTo>
                    <a:pt x="5215" y="6084"/>
                  </a:lnTo>
                  <a:lnTo>
                    <a:pt x="5254" y="6044"/>
                  </a:lnTo>
                  <a:lnTo>
                    <a:pt x="5333" y="6005"/>
                  </a:lnTo>
                  <a:lnTo>
                    <a:pt x="5313" y="5926"/>
                  </a:lnTo>
                  <a:lnTo>
                    <a:pt x="5274" y="5867"/>
                  </a:lnTo>
                  <a:lnTo>
                    <a:pt x="5195" y="5827"/>
                  </a:lnTo>
                  <a:lnTo>
                    <a:pt x="5116" y="5787"/>
                  </a:lnTo>
                  <a:lnTo>
                    <a:pt x="5057" y="5768"/>
                  </a:lnTo>
                  <a:lnTo>
                    <a:pt x="4978" y="5728"/>
                  </a:lnTo>
                  <a:lnTo>
                    <a:pt x="4938" y="5669"/>
                  </a:lnTo>
                  <a:lnTo>
                    <a:pt x="4899" y="5590"/>
                  </a:lnTo>
                  <a:lnTo>
                    <a:pt x="4997" y="5570"/>
                  </a:lnTo>
                  <a:lnTo>
                    <a:pt x="4997" y="5531"/>
                  </a:lnTo>
                  <a:lnTo>
                    <a:pt x="4997" y="5511"/>
                  </a:lnTo>
                  <a:lnTo>
                    <a:pt x="4958" y="5491"/>
                  </a:lnTo>
                  <a:lnTo>
                    <a:pt x="4879" y="5511"/>
                  </a:lnTo>
                  <a:lnTo>
                    <a:pt x="4938" y="5452"/>
                  </a:lnTo>
                  <a:lnTo>
                    <a:pt x="4958" y="5412"/>
                  </a:lnTo>
                  <a:lnTo>
                    <a:pt x="4918" y="5373"/>
                  </a:lnTo>
                  <a:lnTo>
                    <a:pt x="4879" y="5353"/>
                  </a:lnTo>
                  <a:lnTo>
                    <a:pt x="4839" y="5333"/>
                  </a:lnTo>
                  <a:lnTo>
                    <a:pt x="4800" y="5294"/>
                  </a:lnTo>
                  <a:lnTo>
                    <a:pt x="4820" y="5234"/>
                  </a:lnTo>
                  <a:lnTo>
                    <a:pt x="4879" y="5175"/>
                  </a:lnTo>
                  <a:lnTo>
                    <a:pt x="4859" y="5136"/>
                  </a:lnTo>
                  <a:lnTo>
                    <a:pt x="4839" y="5116"/>
                  </a:lnTo>
                  <a:lnTo>
                    <a:pt x="4602" y="5116"/>
                  </a:lnTo>
                  <a:lnTo>
                    <a:pt x="4583" y="5096"/>
                  </a:lnTo>
                  <a:lnTo>
                    <a:pt x="4681" y="5057"/>
                  </a:lnTo>
                  <a:lnTo>
                    <a:pt x="4741" y="5037"/>
                  </a:lnTo>
                  <a:lnTo>
                    <a:pt x="4760" y="4997"/>
                  </a:lnTo>
                  <a:lnTo>
                    <a:pt x="4622" y="4839"/>
                  </a:lnTo>
                  <a:lnTo>
                    <a:pt x="4484" y="4681"/>
                  </a:lnTo>
                  <a:lnTo>
                    <a:pt x="4247" y="4326"/>
                  </a:lnTo>
                  <a:lnTo>
                    <a:pt x="4306" y="4326"/>
                  </a:lnTo>
                  <a:lnTo>
                    <a:pt x="4267" y="4267"/>
                  </a:lnTo>
                  <a:lnTo>
                    <a:pt x="4207" y="4207"/>
                  </a:lnTo>
                  <a:lnTo>
                    <a:pt x="4069" y="4109"/>
                  </a:lnTo>
                  <a:lnTo>
                    <a:pt x="3951" y="4030"/>
                  </a:lnTo>
                  <a:lnTo>
                    <a:pt x="3911" y="3970"/>
                  </a:lnTo>
                  <a:lnTo>
                    <a:pt x="3911" y="3911"/>
                  </a:lnTo>
                  <a:lnTo>
                    <a:pt x="3812" y="3872"/>
                  </a:lnTo>
                  <a:lnTo>
                    <a:pt x="3733" y="3872"/>
                  </a:lnTo>
                  <a:lnTo>
                    <a:pt x="3674" y="3911"/>
                  </a:lnTo>
                  <a:lnTo>
                    <a:pt x="3654" y="3951"/>
                  </a:lnTo>
                  <a:lnTo>
                    <a:pt x="3595" y="3990"/>
                  </a:lnTo>
                  <a:lnTo>
                    <a:pt x="3457" y="4069"/>
                  </a:lnTo>
                  <a:lnTo>
                    <a:pt x="3417" y="4030"/>
                  </a:lnTo>
                  <a:lnTo>
                    <a:pt x="3417" y="4010"/>
                  </a:lnTo>
                  <a:lnTo>
                    <a:pt x="3437" y="3990"/>
                  </a:lnTo>
                  <a:lnTo>
                    <a:pt x="3477" y="3951"/>
                  </a:lnTo>
                  <a:lnTo>
                    <a:pt x="3536" y="3891"/>
                  </a:lnTo>
                  <a:lnTo>
                    <a:pt x="3556" y="3872"/>
                  </a:lnTo>
                  <a:lnTo>
                    <a:pt x="3536" y="3832"/>
                  </a:lnTo>
                  <a:lnTo>
                    <a:pt x="3654" y="3773"/>
                  </a:lnTo>
                  <a:lnTo>
                    <a:pt x="3773" y="3773"/>
                  </a:lnTo>
                  <a:lnTo>
                    <a:pt x="3872" y="3733"/>
                  </a:lnTo>
                  <a:lnTo>
                    <a:pt x="3694" y="3674"/>
                  </a:lnTo>
                  <a:lnTo>
                    <a:pt x="3694" y="3635"/>
                  </a:lnTo>
                  <a:lnTo>
                    <a:pt x="3694" y="3615"/>
                  </a:lnTo>
                  <a:lnTo>
                    <a:pt x="3654" y="3575"/>
                  </a:lnTo>
                  <a:lnTo>
                    <a:pt x="3615" y="3516"/>
                  </a:lnTo>
                  <a:lnTo>
                    <a:pt x="3615" y="3496"/>
                  </a:lnTo>
                  <a:lnTo>
                    <a:pt x="3635" y="3457"/>
                  </a:lnTo>
                  <a:lnTo>
                    <a:pt x="3654" y="3457"/>
                  </a:lnTo>
                  <a:lnTo>
                    <a:pt x="3694" y="3437"/>
                  </a:lnTo>
                  <a:lnTo>
                    <a:pt x="3753" y="3437"/>
                  </a:lnTo>
                  <a:lnTo>
                    <a:pt x="3733" y="3477"/>
                  </a:lnTo>
                  <a:lnTo>
                    <a:pt x="3694" y="3477"/>
                  </a:lnTo>
                  <a:lnTo>
                    <a:pt x="3714" y="3516"/>
                  </a:lnTo>
                  <a:lnTo>
                    <a:pt x="3733" y="3536"/>
                  </a:lnTo>
                  <a:lnTo>
                    <a:pt x="3872" y="3536"/>
                  </a:lnTo>
                  <a:lnTo>
                    <a:pt x="3911" y="3556"/>
                  </a:lnTo>
                  <a:lnTo>
                    <a:pt x="3911" y="3556"/>
                  </a:lnTo>
                  <a:lnTo>
                    <a:pt x="3852" y="3516"/>
                  </a:lnTo>
                  <a:lnTo>
                    <a:pt x="3773" y="3457"/>
                  </a:lnTo>
                  <a:lnTo>
                    <a:pt x="3733" y="3378"/>
                  </a:lnTo>
                  <a:lnTo>
                    <a:pt x="3714" y="3318"/>
                  </a:lnTo>
                  <a:lnTo>
                    <a:pt x="3654" y="3358"/>
                  </a:lnTo>
                  <a:lnTo>
                    <a:pt x="3615" y="3338"/>
                  </a:lnTo>
                  <a:lnTo>
                    <a:pt x="3595" y="3318"/>
                  </a:lnTo>
                  <a:lnTo>
                    <a:pt x="3536" y="3318"/>
                  </a:lnTo>
                  <a:lnTo>
                    <a:pt x="3536" y="3299"/>
                  </a:lnTo>
                  <a:lnTo>
                    <a:pt x="3496" y="3318"/>
                  </a:lnTo>
                  <a:lnTo>
                    <a:pt x="3457" y="3318"/>
                  </a:lnTo>
                  <a:lnTo>
                    <a:pt x="3398" y="3299"/>
                  </a:lnTo>
                  <a:lnTo>
                    <a:pt x="3556" y="3200"/>
                  </a:lnTo>
                  <a:lnTo>
                    <a:pt x="3536" y="3200"/>
                  </a:lnTo>
                  <a:lnTo>
                    <a:pt x="3496" y="3220"/>
                  </a:lnTo>
                  <a:lnTo>
                    <a:pt x="3477" y="3239"/>
                  </a:lnTo>
                  <a:lnTo>
                    <a:pt x="3437" y="3220"/>
                  </a:lnTo>
                  <a:lnTo>
                    <a:pt x="3398" y="3180"/>
                  </a:lnTo>
                  <a:lnTo>
                    <a:pt x="3358" y="3121"/>
                  </a:lnTo>
                  <a:lnTo>
                    <a:pt x="3358" y="3081"/>
                  </a:lnTo>
                  <a:lnTo>
                    <a:pt x="3358" y="3042"/>
                  </a:lnTo>
                  <a:lnTo>
                    <a:pt x="3398" y="2983"/>
                  </a:lnTo>
                  <a:lnTo>
                    <a:pt x="3457" y="2943"/>
                  </a:lnTo>
                  <a:lnTo>
                    <a:pt x="3417" y="2923"/>
                  </a:lnTo>
                  <a:lnTo>
                    <a:pt x="3358" y="2923"/>
                  </a:lnTo>
                  <a:lnTo>
                    <a:pt x="3319" y="2904"/>
                  </a:lnTo>
                  <a:lnTo>
                    <a:pt x="3299" y="2864"/>
                  </a:lnTo>
                  <a:lnTo>
                    <a:pt x="3398" y="2844"/>
                  </a:lnTo>
                  <a:lnTo>
                    <a:pt x="3358" y="2746"/>
                  </a:lnTo>
                  <a:lnTo>
                    <a:pt x="3299" y="2647"/>
                  </a:lnTo>
                  <a:lnTo>
                    <a:pt x="3279" y="2548"/>
                  </a:lnTo>
                  <a:lnTo>
                    <a:pt x="3259" y="2489"/>
                  </a:lnTo>
                  <a:lnTo>
                    <a:pt x="3279" y="2430"/>
                  </a:lnTo>
                  <a:lnTo>
                    <a:pt x="3141" y="2331"/>
                  </a:lnTo>
                  <a:lnTo>
                    <a:pt x="3062" y="2291"/>
                  </a:lnTo>
                  <a:lnTo>
                    <a:pt x="2963" y="2291"/>
                  </a:lnTo>
                  <a:lnTo>
                    <a:pt x="2983" y="2311"/>
                  </a:lnTo>
                  <a:lnTo>
                    <a:pt x="2983" y="2351"/>
                  </a:lnTo>
                  <a:lnTo>
                    <a:pt x="2943" y="2390"/>
                  </a:lnTo>
                  <a:lnTo>
                    <a:pt x="2864" y="2410"/>
                  </a:lnTo>
                  <a:lnTo>
                    <a:pt x="2825" y="2410"/>
                  </a:lnTo>
                  <a:lnTo>
                    <a:pt x="2785" y="2390"/>
                  </a:lnTo>
                  <a:lnTo>
                    <a:pt x="2765" y="2370"/>
                  </a:lnTo>
                  <a:lnTo>
                    <a:pt x="2746" y="2351"/>
                  </a:lnTo>
                  <a:lnTo>
                    <a:pt x="2785" y="2311"/>
                  </a:lnTo>
                  <a:lnTo>
                    <a:pt x="2805" y="2272"/>
                  </a:lnTo>
                  <a:lnTo>
                    <a:pt x="2825" y="2232"/>
                  </a:lnTo>
                  <a:lnTo>
                    <a:pt x="2884" y="2252"/>
                  </a:lnTo>
                  <a:lnTo>
                    <a:pt x="2923" y="2212"/>
                  </a:lnTo>
                  <a:lnTo>
                    <a:pt x="2943" y="2173"/>
                  </a:lnTo>
                  <a:lnTo>
                    <a:pt x="2923" y="2133"/>
                  </a:lnTo>
                  <a:lnTo>
                    <a:pt x="2904" y="2114"/>
                  </a:lnTo>
                  <a:lnTo>
                    <a:pt x="2884" y="2094"/>
                  </a:lnTo>
                  <a:lnTo>
                    <a:pt x="2884" y="2054"/>
                  </a:lnTo>
                  <a:lnTo>
                    <a:pt x="2904" y="2035"/>
                  </a:lnTo>
                  <a:lnTo>
                    <a:pt x="2943" y="1995"/>
                  </a:lnTo>
                  <a:lnTo>
                    <a:pt x="2904" y="1995"/>
                  </a:lnTo>
                  <a:lnTo>
                    <a:pt x="2864" y="1956"/>
                  </a:lnTo>
                  <a:lnTo>
                    <a:pt x="2805" y="1916"/>
                  </a:lnTo>
                  <a:lnTo>
                    <a:pt x="2765" y="1896"/>
                  </a:lnTo>
                  <a:lnTo>
                    <a:pt x="2726" y="1896"/>
                  </a:lnTo>
                  <a:lnTo>
                    <a:pt x="2785" y="1877"/>
                  </a:lnTo>
                  <a:lnTo>
                    <a:pt x="2805" y="1896"/>
                  </a:lnTo>
                  <a:lnTo>
                    <a:pt x="2884" y="1896"/>
                  </a:lnTo>
                  <a:lnTo>
                    <a:pt x="2825" y="1857"/>
                  </a:lnTo>
                  <a:lnTo>
                    <a:pt x="2884" y="1837"/>
                  </a:lnTo>
                  <a:lnTo>
                    <a:pt x="2864" y="1798"/>
                  </a:lnTo>
                  <a:lnTo>
                    <a:pt x="2844" y="1778"/>
                  </a:lnTo>
                  <a:lnTo>
                    <a:pt x="2588" y="1778"/>
                  </a:lnTo>
                  <a:lnTo>
                    <a:pt x="2548" y="1738"/>
                  </a:lnTo>
                  <a:lnTo>
                    <a:pt x="2726" y="1719"/>
                  </a:lnTo>
                  <a:lnTo>
                    <a:pt x="2667" y="1679"/>
                  </a:lnTo>
                  <a:lnTo>
                    <a:pt x="2509" y="1679"/>
                  </a:lnTo>
                  <a:lnTo>
                    <a:pt x="2449" y="1659"/>
                  </a:lnTo>
                  <a:lnTo>
                    <a:pt x="2489" y="1620"/>
                  </a:lnTo>
                  <a:lnTo>
                    <a:pt x="2410" y="1600"/>
                  </a:lnTo>
                  <a:lnTo>
                    <a:pt x="2469" y="1580"/>
                  </a:lnTo>
                  <a:lnTo>
                    <a:pt x="2469" y="1580"/>
                  </a:lnTo>
                  <a:lnTo>
                    <a:pt x="2370" y="1600"/>
                  </a:lnTo>
                  <a:lnTo>
                    <a:pt x="2311" y="1561"/>
                  </a:lnTo>
                  <a:lnTo>
                    <a:pt x="2252" y="1541"/>
                  </a:lnTo>
                  <a:lnTo>
                    <a:pt x="2173" y="1541"/>
                  </a:lnTo>
                  <a:lnTo>
                    <a:pt x="2193" y="1501"/>
                  </a:lnTo>
                  <a:lnTo>
                    <a:pt x="2232" y="1442"/>
                  </a:lnTo>
                  <a:lnTo>
                    <a:pt x="2252" y="1403"/>
                  </a:lnTo>
                  <a:lnTo>
                    <a:pt x="2193" y="1403"/>
                  </a:lnTo>
                  <a:lnTo>
                    <a:pt x="2390" y="1324"/>
                  </a:lnTo>
                  <a:lnTo>
                    <a:pt x="2410" y="1343"/>
                  </a:lnTo>
                  <a:lnTo>
                    <a:pt x="2410" y="1363"/>
                  </a:lnTo>
                  <a:lnTo>
                    <a:pt x="2370" y="1403"/>
                  </a:lnTo>
                  <a:lnTo>
                    <a:pt x="2351" y="1442"/>
                  </a:lnTo>
                  <a:lnTo>
                    <a:pt x="2370" y="1462"/>
                  </a:lnTo>
                  <a:lnTo>
                    <a:pt x="2390" y="1482"/>
                  </a:lnTo>
                  <a:lnTo>
                    <a:pt x="2449" y="1403"/>
                  </a:lnTo>
                  <a:lnTo>
                    <a:pt x="2489" y="1343"/>
                  </a:lnTo>
                  <a:lnTo>
                    <a:pt x="2489" y="1264"/>
                  </a:lnTo>
                  <a:lnTo>
                    <a:pt x="2489" y="1205"/>
                  </a:lnTo>
                  <a:lnTo>
                    <a:pt x="2449" y="1086"/>
                  </a:lnTo>
                  <a:lnTo>
                    <a:pt x="2370" y="988"/>
                  </a:lnTo>
                  <a:lnTo>
                    <a:pt x="2331" y="948"/>
                  </a:lnTo>
                  <a:lnTo>
                    <a:pt x="2291" y="909"/>
                  </a:lnTo>
                  <a:lnTo>
                    <a:pt x="2232" y="810"/>
                  </a:lnTo>
                  <a:lnTo>
                    <a:pt x="2212" y="770"/>
                  </a:lnTo>
                  <a:lnTo>
                    <a:pt x="2173" y="751"/>
                  </a:lnTo>
                  <a:lnTo>
                    <a:pt x="2094" y="751"/>
                  </a:lnTo>
                  <a:lnTo>
                    <a:pt x="2015" y="770"/>
                  </a:lnTo>
                  <a:lnTo>
                    <a:pt x="2133" y="711"/>
                  </a:lnTo>
                  <a:lnTo>
                    <a:pt x="2133" y="494"/>
                  </a:lnTo>
                  <a:lnTo>
                    <a:pt x="2054" y="375"/>
                  </a:lnTo>
                  <a:lnTo>
                    <a:pt x="1995" y="277"/>
                  </a:lnTo>
                  <a:lnTo>
                    <a:pt x="1956" y="217"/>
                  </a:lnTo>
                  <a:lnTo>
                    <a:pt x="1916" y="178"/>
                  </a:lnTo>
                  <a:lnTo>
                    <a:pt x="1857" y="138"/>
                  </a:lnTo>
                  <a:lnTo>
                    <a:pt x="1778" y="119"/>
                  </a:lnTo>
                  <a:lnTo>
                    <a:pt x="1857" y="40"/>
                  </a:lnTo>
                  <a:lnTo>
                    <a:pt x="1738" y="4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20"/>
            <p:cNvSpPr/>
            <p:nvPr/>
          </p:nvSpPr>
          <p:spPr>
            <a:xfrm>
              <a:off x="-1574350" y="34126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1"/>
                  </a:moveTo>
                  <a:lnTo>
                    <a:pt x="4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20"/>
            <p:cNvSpPr/>
            <p:nvPr/>
          </p:nvSpPr>
          <p:spPr>
            <a:xfrm>
              <a:off x="-1557075" y="3441800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4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20"/>
            <p:cNvSpPr/>
            <p:nvPr/>
          </p:nvSpPr>
          <p:spPr>
            <a:xfrm>
              <a:off x="-1245975" y="3259100"/>
              <a:ext cx="260250" cy="195075"/>
            </a:xfrm>
            <a:custGeom>
              <a:rect b="b" l="l" r="r" t="t"/>
              <a:pathLst>
                <a:path extrusionOk="0" h="7803" w="10410">
                  <a:moveTo>
                    <a:pt x="0" y="0"/>
                  </a:moveTo>
                  <a:lnTo>
                    <a:pt x="139" y="277"/>
                  </a:lnTo>
                  <a:lnTo>
                    <a:pt x="356" y="612"/>
                  </a:lnTo>
                  <a:lnTo>
                    <a:pt x="652" y="1047"/>
                  </a:lnTo>
                  <a:lnTo>
                    <a:pt x="1047" y="1560"/>
                  </a:lnTo>
                  <a:lnTo>
                    <a:pt x="1284" y="1837"/>
                  </a:lnTo>
                  <a:lnTo>
                    <a:pt x="1541" y="2133"/>
                  </a:lnTo>
                  <a:lnTo>
                    <a:pt x="1837" y="2430"/>
                  </a:lnTo>
                  <a:lnTo>
                    <a:pt x="2153" y="2746"/>
                  </a:lnTo>
                  <a:lnTo>
                    <a:pt x="2509" y="3062"/>
                  </a:lnTo>
                  <a:lnTo>
                    <a:pt x="2884" y="3378"/>
                  </a:lnTo>
                  <a:lnTo>
                    <a:pt x="3615" y="3950"/>
                  </a:lnTo>
                  <a:lnTo>
                    <a:pt x="4445" y="4583"/>
                  </a:lnTo>
                  <a:lnTo>
                    <a:pt x="5333" y="5215"/>
                  </a:lnTo>
                  <a:lnTo>
                    <a:pt x="6242" y="5866"/>
                  </a:lnTo>
                  <a:lnTo>
                    <a:pt x="7901" y="7012"/>
                  </a:lnTo>
                  <a:lnTo>
                    <a:pt x="9067" y="7802"/>
                  </a:lnTo>
                  <a:lnTo>
                    <a:pt x="10410" y="5491"/>
                  </a:lnTo>
                  <a:lnTo>
                    <a:pt x="8652" y="4365"/>
                  </a:lnTo>
                  <a:lnTo>
                    <a:pt x="7447" y="3615"/>
                  </a:lnTo>
                  <a:lnTo>
                    <a:pt x="6124" y="2805"/>
                  </a:lnTo>
                  <a:lnTo>
                    <a:pt x="4800" y="2035"/>
                  </a:lnTo>
                  <a:lnTo>
                    <a:pt x="3576" y="1343"/>
                  </a:lnTo>
                  <a:lnTo>
                    <a:pt x="3023" y="1047"/>
                  </a:lnTo>
                  <a:lnTo>
                    <a:pt x="2529" y="810"/>
                  </a:lnTo>
                  <a:lnTo>
                    <a:pt x="2114" y="632"/>
                  </a:lnTo>
                  <a:lnTo>
                    <a:pt x="1778" y="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20"/>
            <p:cNvSpPr/>
            <p:nvPr/>
          </p:nvSpPr>
          <p:spPr>
            <a:xfrm>
              <a:off x="-1722000" y="3272425"/>
              <a:ext cx="240000" cy="328900"/>
            </a:xfrm>
            <a:custGeom>
              <a:rect b="b" l="l" r="r" t="t"/>
              <a:pathLst>
                <a:path extrusionOk="0" h="13156" w="9600">
                  <a:moveTo>
                    <a:pt x="4267" y="0"/>
                  </a:moveTo>
                  <a:lnTo>
                    <a:pt x="3990" y="40"/>
                  </a:lnTo>
                  <a:lnTo>
                    <a:pt x="3694" y="139"/>
                  </a:lnTo>
                  <a:lnTo>
                    <a:pt x="3339" y="257"/>
                  </a:lnTo>
                  <a:lnTo>
                    <a:pt x="2983" y="395"/>
                  </a:lnTo>
                  <a:lnTo>
                    <a:pt x="2608" y="573"/>
                  </a:lnTo>
                  <a:lnTo>
                    <a:pt x="2232" y="751"/>
                  </a:lnTo>
                  <a:lnTo>
                    <a:pt x="1620" y="1067"/>
                  </a:lnTo>
                  <a:lnTo>
                    <a:pt x="1067" y="1383"/>
                  </a:lnTo>
                  <a:lnTo>
                    <a:pt x="968" y="1442"/>
                  </a:lnTo>
                  <a:lnTo>
                    <a:pt x="909" y="1482"/>
                  </a:lnTo>
                  <a:lnTo>
                    <a:pt x="870" y="1502"/>
                  </a:lnTo>
                  <a:lnTo>
                    <a:pt x="336" y="1837"/>
                  </a:lnTo>
                  <a:lnTo>
                    <a:pt x="198" y="1936"/>
                  </a:lnTo>
                  <a:lnTo>
                    <a:pt x="119" y="2055"/>
                  </a:lnTo>
                  <a:lnTo>
                    <a:pt x="60" y="2153"/>
                  </a:lnTo>
                  <a:lnTo>
                    <a:pt x="20" y="2272"/>
                  </a:lnTo>
                  <a:lnTo>
                    <a:pt x="0" y="2410"/>
                  </a:lnTo>
                  <a:lnTo>
                    <a:pt x="0" y="2529"/>
                  </a:lnTo>
                  <a:lnTo>
                    <a:pt x="40" y="2667"/>
                  </a:lnTo>
                  <a:lnTo>
                    <a:pt x="80" y="2825"/>
                  </a:lnTo>
                  <a:lnTo>
                    <a:pt x="218" y="3141"/>
                  </a:lnTo>
                  <a:lnTo>
                    <a:pt x="396" y="3516"/>
                  </a:lnTo>
                  <a:lnTo>
                    <a:pt x="593" y="3911"/>
                  </a:lnTo>
                  <a:lnTo>
                    <a:pt x="791" y="4366"/>
                  </a:lnTo>
                  <a:lnTo>
                    <a:pt x="1620" y="6222"/>
                  </a:lnTo>
                  <a:lnTo>
                    <a:pt x="2924" y="9106"/>
                  </a:lnTo>
                  <a:lnTo>
                    <a:pt x="3595" y="10548"/>
                  </a:lnTo>
                  <a:lnTo>
                    <a:pt x="4188" y="11812"/>
                  </a:lnTo>
                  <a:lnTo>
                    <a:pt x="4662" y="12721"/>
                  </a:lnTo>
                  <a:lnTo>
                    <a:pt x="4820" y="12997"/>
                  </a:lnTo>
                  <a:lnTo>
                    <a:pt x="4919" y="13116"/>
                  </a:lnTo>
                  <a:lnTo>
                    <a:pt x="4958" y="13136"/>
                  </a:lnTo>
                  <a:lnTo>
                    <a:pt x="5018" y="13155"/>
                  </a:lnTo>
                  <a:lnTo>
                    <a:pt x="5195" y="13116"/>
                  </a:lnTo>
                  <a:lnTo>
                    <a:pt x="5413" y="13037"/>
                  </a:lnTo>
                  <a:lnTo>
                    <a:pt x="5669" y="12938"/>
                  </a:lnTo>
                  <a:lnTo>
                    <a:pt x="5966" y="12780"/>
                  </a:lnTo>
                  <a:lnTo>
                    <a:pt x="6282" y="12602"/>
                  </a:lnTo>
                  <a:lnTo>
                    <a:pt x="6953" y="12187"/>
                  </a:lnTo>
                  <a:lnTo>
                    <a:pt x="7645" y="11753"/>
                  </a:lnTo>
                  <a:lnTo>
                    <a:pt x="8277" y="11358"/>
                  </a:lnTo>
                  <a:lnTo>
                    <a:pt x="9067" y="10805"/>
                  </a:lnTo>
                  <a:lnTo>
                    <a:pt x="9225" y="10686"/>
                  </a:lnTo>
                  <a:lnTo>
                    <a:pt x="9343" y="10568"/>
                  </a:lnTo>
                  <a:lnTo>
                    <a:pt x="9442" y="10449"/>
                  </a:lnTo>
                  <a:lnTo>
                    <a:pt x="9521" y="10350"/>
                  </a:lnTo>
                  <a:lnTo>
                    <a:pt x="9560" y="10232"/>
                  </a:lnTo>
                  <a:lnTo>
                    <a:pt x="9580" y="10153"/>
                  </a:lnTo>
                  <a:lnTo>
                    <a:pt x="9600" y="10054"/>
                  </a:lnTo>
                  <a:lnTo>
                    <a:pt x="9600" y="9955"/>
                  </a:lnTo>
                  <a:lnTo>
                    <a:pt x="9541" y="9797"/>
                  </a:lnTo>
                  <a:lnTo>
                    <a:pt x="9481" y="9639"/>
                  </a:lnTo>
                  <a:lnTo>
                    <a:pt x="9402" y="9501"/>
                  </a:lnTo>
                  <a:lnTo>
                    <a:pt x="9343" y="9363"/>
                  </a:lnTo>
                  <a:lnTo>
                    <a:pt x="9323" y="9343"/>
                  </a:lnTo>
                  <a:lnTo>
                    <a:pt x="9323" y="9323"/>
                  </a:lnTo>
                  <a:lnTo>
                    <a:pt x="9304" y="9304"/>
                  </a:lnTo>
                  <a:lnTo>
                    <a:pt x="9304" y="9284"/>
                  </a:lnTo>
                  <a:lnTo>
                    <a:pt x="9304" y="9264"/>
                  </a:lnTo>
                  <a:lnTo>
                    <a:pt x="9067" y="8652"/>
                  </a:lnTo>
                  <a:lnTo>
                    <a:pt x="8770" y="7980"/>
                  </a:lnTo>
                  <a:lnTo>
                    <a:pt x="8138" y="6538"/>
                  </a:lnTo>
                  <a:lnTo>
                    <a:pt x="7427" y="4998"/>
                  </a:lnTo>
                  <a:lnTo>
                    <a:pt x="6677" y="3477"/>
                  </a:lnTo>
                  <a:lnTo>
                    <a:pt x="5966" y="2114"/>
                  </a:lnTo>
                  <a:lnTo>
                    <a:pt x="5650" y="1521"/>
                  </a:lnTo>
                  <a:lnTo>
                    <a:pt x="5353" y="1008"/>
                  </a:lnTo>
                  <a:lnTo>
                    <a:pt x="5334" y="968"/>
                  </a:lnTo>
                  <a:lnTo>
                    <a:pt x="5294" y="929"/>
                  </a:lnTo>
                  <a:lnTo>
                    <a:pt x="5294" y="909"/>
                  </a:lnTo>
                  <a:lnTo>
                    <a:pt x="5274" y="889"/>
                  </a:lnTo>
                  <a:lnTo>
                    <a:pt x="5235" y="830"/>
                  </a:lnTo>
                  <a:lnTo>
                    <a:pt x="5057" y="553"/>
                  </a:lnTo>
                  <a:lnTo>
                    <a:pt x="4899" y="316"/>
                  </a:lnTo>
                  <a:lnTo>
                    <a:pt x="4761" y="158"/>
                  </a:lnTo>
                  <a:lnTo>
                    <a:pt x="4662" y="60"/>
                  </a:lnTo>
                  <a:lnTo>
                    <a:pt x="4583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20"/>
            <p:cNvSpPr/>
            <p:nvPr/>
          </p:nvSpPr>
          <p:spPr>
            <a:xfrm>
              <a:off x="-1415350" y="3197850"/>
              <a:ext cx="229650" cy="228650"/>
            </a:xfrm>
            <a:custGeom>
              <a:rect b="b" l="l" r="r" t="t"/>
              <a:pathLst>
                <a:path extrusionOk="0" h="9146" w="9186">
                  <a:moveTo>
                    <a:pt x="7566" y="1"/>
                  </a:moveTo>
                  <a:lnTo>
                    <a:pt x="7368" y="60"/>
                  </a:lnTo>
                  <a:lnTo>
                    <a:pt x="7190" y="119"/>
                  </a:lnTo>
                  <a:lnTo>
                    <a:pt x="7012" y="198"/>
                  </a:lnTo>
                  <a:lnTo>
                    <a:pt x="6854" y="277"/>
                  </a:lnTo>
                  <a:lnTo>
                    <a:pt x="6696" y="376"/>
                  </a:lnTo>
                  <a:lnTo>
                    <a:pt x="6558" y="495"/>
                  </a:lnTo>
                  <a:lnTo>
                    <a:pt x="6282" y="751"/>
                  </a:lnTo>
                  <a:lnTo>
                    <a:pt x="6025" y="1028"/>
                  </a:lnTo>
                  <a:lnTo>
                    <a:pt x="5788" y="1304"/>
                  </a:lnTo>
                  <a:lnTo>
                    <a:pt x="5551" y="1581"/>
                  </a:lnTo>
                  <a:lnTo>
                    <a:pt x="5294" y="1838"/>
                  </a:lnTo>
                  <a:lnTo>
                    <a:pt x="5057" y="2075"/>
                  </a:lnTo>
                  <a:lnTo>
                    <a:pt x="4800" y="2292"/>
                  </a:lnTo>
                  <a:lnTo>
                    <a:pt x="4543" y="2490"/>
                  </a:lnTo>
                  <a:lnTo>
                    <a:pt x="4287" y="2648"/>
                  </a:lnTo>
                  <a:lnTo>
                    <a:pt x="4010" y="2786"/>
                  </a:lnTo>
                  <a:lnTo>
                    <a:pt x="3734" y="2885"/>
                  </a:lnTo>
                  <a:lnTo>
                    <a:pt x="3457" y="2983"/>
                  </a:lnTo>
                  <a:lnTo>
                    <a:pt x="3161" y="3023"/>
                  </a:lnTo>
                  <a:lnTo>
                    <a:pt x="3003" y="3062"/>
                  </a:lnTo>
                  <a:lnTo>
                    <a:pt x="2805" y="3122"/>
                  </a:lnTo>
                  <a:lnTo>
                    <a:pt x="2588" y="3240"/>
                  </a:lnTo>
                  <a:lnTo>
                    <a:pt x="2351" y="3378"/>
                  </a:lnTo>
                  <a:lnTo>
                    <a:pt x="2114" y="3536"/>
                  </a:lnTo>
                  <a:lnTo>
                    <a:pt x="1857" y="3714"/>
                  </a:lnTo>
                  <a:lnTo>
                    <a:pt x="1600" y="3931"/>
                  </a:lnTo>
                  <a:lnTo>
                    <a:pt x="1344" y="4168"/>
                  </a:lnTo>
                  <a:lnTo>
                    <a:pt x="1087" y="4425"/>
                  </a:lnTo>
                  <a:lnTo>
                    <a:pt x="870" y="4682"/>
                  </a:lnTo>
                  <a:lnTo>
                    <a:pt x="652" y="4978"/>
                  </a:lnTo>
                  <a:lnTo>
                    <a:pt x="455" y="5255"/>
                  </a:lnTo>
                  <a:lnTo>
                    <a:pt x="297" y="5571"/>
                  </a:lnTo>
                  <a:lnTo>
                    <a:pt x="159" y="5867"/>
                  </a:lnTo>
                  <a:lnTo>
                    <a:pt x="60" y="6183"/>
                  </a:lnTo>
                  <a:lnTo>
                    <a:pt x="20" y="6499"/>
                  </a:lnTo>
                  <a:lnTo>
                    <a:pt x="0" y="6796"/>
                  </a:lnTo>
                  <a:lnTo>
                    <a:pt x="40" y="7072"/>
                  </a:lnTo>
                  <a:lnTo>
                    <a:pt x="119" y="7349"/>
                  </a:lnTo>
                  <a:lnTo>
                    <a:pt x="218" y="7586"/>
                  </a:lnTo>
                  <a:lnTo>
                    <a:pt x="356" y="7823"/>
                  </a:lnTo>
                  <a:lnTo>
                    <a:pt x="514" y="8020"/>
                  </a:lnTo>
                  <a:lnTo>
                    <a:pt x="672" y="8218"/>
                  </a:lnTo>
                  <a:lnTo>
                    <a:pt x="830" y="8376"/>
                  </a:lnTo>
                  <a:lnTo>
                    <a:pt x="1008" y="8534"/>
                  </a:lnTo>
                  <a:lnTo>
                    <a:pt x="1186" y="8672"/>
                  </a:lnTo>
                  <a:lnTo>
                    <a:pt x="1482" y="8869"/>
                  </a:lnTo>
                  <a:lnTo>
                    <a:pt x="1699" y="8988"/>
                  </a:lnTo>
                  <a:lnTo>
                    <a:pt x="1778" y="9027"/>
                  </a:lnTo>
                  <a:lnTo>
                    <a:pt x="2094" y="9087"/>
                  </a:lnTo>
                  <a:lnTo>
                    <a:pt x="2450" y="9126"/>
                  </a:lnTo>
                  <a:lnTo>
                    <a:pt x="2904" y="9146"/>
                  </a:lnTo>
                  <a:lnTo>
                    <a:pt x="3141" y="9126"/>
                  </a:lnTo>
                  <a:lnTo>
                    <a:pt x="3378" y="9107"/>
                  </a:lnTo>
                  <a:lnTo>
                    <a:pt x="3615" y="9067"/>
                  </a:lnTo>
                  <a:lnTo>
                    <a:pt x="3872" y="9008"/>
                  </a:lnTo>
                  <a:lnTo>
                    <a:pt x="4089" y="8909"/>
                  </a:lnTo>
                  <a:lnTo>
                    <a:pt x="4326" y="8810"/>
                  </a:lnTo>
                  <a:lnTo>
                    <a:pt x="4524" y="8672"/>
                  </a:lnTo>
                  <a:lnTo>
                    <a:pt x="4721" y="8494"/>
                  </a:lnTo>
                  <a:lnTo>
                    <a:pt x="5037" y="8119"/>
                  </a:lnTo>
                  <a:lnTo>
                    <a:pt x="5314" y="7744"/>
                  </a:lnTo>
                  <a:lnTo>
                    <a:pt x="5531" y="7368"/>
                  </a:lnTo>
                  <a:lnTo>
                    <a:pt x="5748" y="6993"/>
                  </a:lnTo>
                  <a:lnTo>
                    <a:pt x="6143" y="6242"/>
                  </a:lnTo>
                  <a:lnTo>
                    <a:pt x="6361" y="5887"/>
                  </a:lnTo>
                  <a:lnTo>
                    <a:pt x="6598" y="5531"/>
                  </a:lnTo>
                  <a:lnTo>
                    <a:pt x="6736" y="5354"/>
                  </a:lnTo>
                  <a:lnTo>
                    <a:pt x="6894" y="5176"/>
                  </a:lnTo>
                  <a:lnTo>
                    <a:pt x="7249" y="4820"/>
                  </a:lnTo>
                  <a:lnTo>
                    <a:pt x="7625" y="4445"/>
                  </a:lnTo>
                  <a:lnTo>
                    <a:pt x="8020" y="4050"/>
                  </a:lnTo>
                  <a:lnTo>
                    <a:pt x="8415" y="3615"/>
                  </a:lnTo>
                  <a:lnTo>
                    <a:pt x="8573" y="3398"/>
                  </a:lnTo>
                  <a:lnTo>
                    <a:pt x="8731" y="3181"/>
                  </a:lnTo>
                  <a:lnTo>
                    <a:pt x="8869" y="2944"/>
                  </a:lnTo>
                  <a:lnTo>
                    <a:pt x="8988" y="2687"/>
                  </a:lnTo>
                  <a:lnTo>
                    <a:pt x="9086" y="2430"/>
                  </a:lnTo>
                  <a:lnTo>
                    <a:pt x="9146" y="2174"/>
                  </a:lnTo>
                  <a:lnTo>
                    <a:pt x="9185" y="1897"/>
                  </a:lnTo>
                  <a:lnTo>
                    <a:pt x="9185" y="1660"/>
                  </a:lnTo>
                  <a:lnTo>
                    <a:pt x="9165" y="1423"/>
                  </a:lnTo>
                  <a:lnTo>
                    <a:pt x="9126" y="1206"/>
                  </a:lnTo>
                  <a:lnTo>
                    <a:pt x="9047" y="1008"/>
                  </a:lnTo>
                  <a:lnTo>
                    <a:pt x="8948" y="811"/>
                  </a:lnTo>
                  <a:lnTo>
                    <a:pt x="8849" y="653"/>
                  </a:lnTo>
                  <a:lnTo>
                    <a:pt x="8731" y="495"/>
                  </a:lnTo>
                  <a:lnTo>
                    <a:pt x="8593" y="376"/>
                  </a:lnTo>
                  <a:lnTo>
                    <a:pt x="8454" y="258"/>
                  </a:lnTo>
                  <a:lnTo>
                    <a:pt x="8296" y="159"/>
                  </a:lnTo>
                  <a:lnTo>
                    <a:pt x="8158" y="100"/>
                  </a:lnTo>
                  <a:lnTo>
                    <a:pt x="8000" y="40"/>
                  </a:lnTo>
                  <a:lnTo>
                    <a:pt x="7862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20"/>
            <p:cNvSpPr/>
            <p:nvPr/>
          </p:nvSpPr>
          <p:spPr>
            <a:xfrm>
              <a:off x="-1467200" y="3098100"/>
              <a:ext cx="269150" cy="274600"/>
            </a:xfrm>
            <a:custGeom>
              <a:rect b="b" l="l" r="r" t="t"/>
              <a:pathLst>
                <a:path extrusionOk="0" h="10984" w="10766">
                  <a:moveTo>
                    <a:pt x="9659" y="1"/>
                  </a:moveTo>
                  <a:lnTo>
                    <a:pt x="9363" y="21"/>
                  </a:lnTo>
                  <a:lnTo>
                    <a:pt x="9086" y="60"/>
                  </a:lnTo>
                  <a:lnTo>
                    <a:pt x="8830" y="119"/>
                  </a:lnTo>
                  <a:lnTo>
                    <a:pt x="8612" y="198"/>
                  </a:lnTo>
                  <a:lnTo>
                    <a:pt x="8435" y="297"/>
                  </a:lnTo>
                  <a:lnTo>
                    <a:pt x="8316" y="376"/>
                  </a:lnTo>
                  <a:lnTo>
                    <a:pt x="8198" y="435"/>
                  </a:lnTo>
                  <a:lnTo>
                    <a:pt x="7842" y="376"/>
                  </a:lnTo>
                  <a:lnTo>
                    <a:pt x="7526" y="317"/>
                  </a:lnTo>
                  <a:lnTo>
                    <a:pt x="7210" y="277"/>
                  </a:lnTo>
                  <a:lnTo>
                    <a:pt x="6914" y="258"/>
                  </a:lnTo>
                  <a:lnTo>
                    <a:pt x="6380" y="258"/>
                  </a:lnTo>
                  <a:lnTo>
                    <a:pt x="5926" y="297"/>
                  </a:lnTo>
                  <a:lnTo>
                    <a:pt x="5571" y="337"/>
                  </a:lnTo>
                  <a:lnTo>
                    <a:pt x="5314" y="396"/>
                  </a:lnTo>
                  <a:lnTo>
                    <a:pt x="5097" y="475"/>
                  </a:lnTo>
                  <a:lnTo>
                    <a:pt x="4840" y="514"/>
                  </a:lnTo>
                  <a:lnTo>
                    <a:pt x="4603" y="554"/>
                  </a:lnTo>
                  <a:lnTo>
                    <a:pt x="4405" y="613"/>
                  </a:lnTo>
                  <a:lnTo>
                    <a:pt x="4227" y="672"/>
                  </a:lnTo>
                  <a:lnTo>
                    <a:pt x="3931" y="811"/>
                  </a:lnTo>
                  <a:lnTo>
                    <a:pt x="3714" y="949"/>
                  </a:lnTo>
                  <a:lnTo>
                    <a:pt x="3556" y="1067"/>
                  </a:lnTo>
                  <a:lnTo>
                    <a:pt x="3457" y="1186"/>
                  </a:lnTo>
                  <a:lnTo>
                    <a:pt x="3378" y="1245"/>
                  </a:lnTo>
                  <a:lnTo>
                    <a:pt x="3339" y="1285"/>
                  </a:lnTo>
                  <a:lnTo>
                    <a:pt x="3102" y="1364"/>
                  </a:lnTo>
                  <a:lnTo>
                    <a:pt x="2647" y="1581"/>
                  </a:lnTo>
                  <a:lnTo>
                    <a:pt x="2351" y="1739"/>
                  </a:lnTo>
                  <a:lnTo>
                    <a:pt x="2055" y="1937"/>
                  </a:lnTo>
                  <a:lnTo>
                    <a:pt x="1739" y="2154"/>
                  </a:lnTo>
                  <a:lnTo>
                    <a:pt x="1442" y="2391"/>
                  </a:lnTo>
                  <a:lnTo>
                    <a:pt x="1304" y="2529"/>
                  </a:lnTo>
                  <a:lnTo>
                    <a:pt x="1146" y="2707"/>
                  </a:lnTo>
                  <a:lnTo>
                    <a:pt x="1008" y="2924"/>
                  </a:lnTo>
                  <a:lnTo>
                    <a:pt x="889" y="3141"/>
                  </a:lnTo>
                  <a:lnTo>
                    <a:pt x="633" y="3635"/>
                  </a:lnTo>
                  <a:lnTo>
                    <a:pt x="415" y="4129"/>
                  </a:lnTo>
                  <a:lnTo>
                    <a:pt x="238" y="4583"/>
                  </a:lnTo>
                  <a:lnTo>
                    <a:pt x="119" y="4978"/>
                  </a:lnTo>
                  <a:lnTo>
                    <a:pt x="1" y="5354"/>
                  </a:lnTo>
                  <a:lnTo>
                    <a:pt x="317" y="6223"/>
                  </a:lnTo>
                  <a:lnTo>
                    <a:pt x="672" y="7131"/>
                  </a:lnTo>
                  <a:lnTo>
                    <a:pt x="1087" y="8158"/>
                  </a:lnTo>
                  <a:lnTo>
                    <a:pt x="1541" y="9205"/>
                  </a:lnTo>
                  <a:lnTo>
                    <a:pt x="1758" y="9679"/>
                  </a:lnTo>
                  <a:lnTo>
                    <a:pt x="1976" y="10114"/>
                  </a:lnTo>
                  <a:lnTo>
                    <a:pt x="2193" y="10469"/>
                  </a:lnTo>
                  <a:lnTo>
                    <a:pt x="2391" y="10746"/>
                  </a:lnTo>
                  <a:lnTo>
                    <a:pt x="2470" y="10845"/>
                  </a:lnTo>
                  <a:lnTo>
                    <a:pt x="2549" y="10924"/>
                  </a:lnTo>
                  <a:lnTo>
                    <a:pt x="2628" y="10983"/>
                  </a:lnTo>
                  <a:lnTo>
                    <a:pt x="2766" y="10983"/>
                  </a:lnTo>
                  <a:lnTo>
                    <a:pt x="2845" y="10963"/>
                  </a:lnTo>
                  <a:lnTo>
                    <a:pt x="3042" y="10865"/>
                  </a:lnTo>
                  <a:lnTo>
                    <a:pt x="3240" y="10707"/>
                  </a:lnTo>
                  <a:lnTo>
                    <a:pt x="3477" y="10509"/>
                  </a:lnTo>
                  <a:lnTo>
                    <a:pt x="3734" y="10272"/>
                  </a:lnTo>
                  <a:lnTo>
                    <a:pt x="3990" y="9995"/>
                  </a:lnTo>
                  <a:lnTo>
                    <a:pt x="4247" y="9699"/>
                  </a:lnTo>
                  <a:lnTo>
                    <a:pt x="4524" y="9383"/>
                  </a:lnTo>
                  <a:lnTo>
                    <a:pt x="5018" y="8751"/>
                  </a:lnTo>
                  <a:lnTo>
                    <a:pt x="5452" y="8119"/>
                  </a:lnTo>
                  <a:lnTo>
                    <a:pt x="5610" y="7842"/>
                  </a:lnTo>
                  <a:lnTo>
                    <a:pt x="5748" y="7605"/>
                  </a:lnTo>
                  <a:lnTo>
                    <a:pt x="5847" y="7388"/>
                  </a:lnTo>
                  <a:lnTo>
                    <a:pt x="5906" y="7210"/>
                  </a:lnTo>
                  <a:lnTo>
                    <a:pt x="5985" y="6894"/>
                  </a:lnTo>
                  <a:lnTo>
                    <a:pt x="6124" y="6499"/>
                  </a:lnTo>
                  <a:lnTo>
                    <a:pt x="6301" y="6065"/>
                  </a:lnTo>
                  <a:lnTo>
                    <a:pt x="6499" y="5630"/>
                  </a:lnTo>
                  <a:lnTo>
                    <a:pt x="6696" y="5196"/>
                  </a:lnTo>
                  <a:lnTo>
                    <a:pt x="6894" y="4820"/>
                  </a:lnTo>
                  <a:lnTo>
                    <a:pt x="7052" y="4524"/>
                  </a:lnTo>
                  <a:lnTo>
                    <a:pt x="7171" y="4346"/>
                  </a:lnTo>
                  <a:lnTo>
                    <a:pt x="7329" y="4188"/>
                  </a:lnTo>
                  <a:lnTo>
                    <a:pt x="7585" y="3991"/>
                  </a:lnTo>
                  <a:lnTo>
                    <a:pt x="8296" y="3497"/>
                  </a:lnTo>
                  <a:lnTo>
                    <a:pt x="9146" y="2944"/>
                  </a:lnTo>
                  <a:lnTo>
                    <a:pt x="9580" y="2648"/>
                  </a:lnTo>
                  <a:lnTo>
                    <a:pt x="9975" y="2371"/>
                  </a:lnTo>
                  <a:lnTo>
                    <a:pt x="10153" y="2233"/>
                  </a:lnTo>
                  <a:lnTo>
                    <a:pt x="10311" y="2075"/>
                  </a:lnTo>
                  <a:lnTo>
                    <a:pt x="10430" y="1917"/>
                  </a:lnTo>
                  <a:lnTo>
                    <a:pt x="10548" y="1759"/>
                  </a:lnTo>
                  <a:lnTo>
                    <a:pt x="10627" y="1581"/>
                  </a:lnTo>
                  <a:lnTo>
                    <a:pt x="10706" y="1403"/>
                  </a:lnTo>
                  <a:lnTo>
                    <a:pt x="10746" y="1225"/>
                  </a:lnTo>
                  <a:lnTo>
                    <a:pt x="10765" y="1048"/>
                  </a:lnTo>
                  <a:lnTo>
                    <a:pt x="10746" y="890"/>
                  </a:lnTo>
                  <a:lnTo>
                    <a:pt x="10726" y="732"/>
                  </a:lnTo>
                  <a:lnTo>
                    <a:pt x="10667" y="574"/>
                  </a:lnTo>
                  <a:lnTo>
                    <a:pt x="10588" y="435"/>
                  </a:lnTo>
                  <a:lnTo>
                    <a:pt x="10489" y="317"/>
                  </a:lnTo>
                  <a:lnTo>
                    <a:pt x="10370" y="218"/>
                  </a:lnTo>
                  <a:lnTo>
                    <a:pt x="10212" y="139"/>
                  </a:lnTo>
                  <a:lnTo>
                    <a:pt x="10035" y="80"/>
                  </a:lnTo>
                  <a:lnTo>
                    <a:pt x="9798" y="21"/>
                  </a:lnTo>
                  <a:lnTo>
                    <a:pt x="9659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20"/>
            <p:cNvSpPr/>
            <p:nvPr/>
          </p:nvSpPr>
          <p:spPr>
            <a:xfrm>
              <a:off x="-1390175" y="3108975"/>
              <a:ext cx="127925" cy="124950"/>
            </a:xfrm>
            <a:custGeom>
              <a:rect b="b" l="l" r="r" t="t"/>
              <a:pathLst>
                <a:path extrusionOk="0" h="4998" w="5117">
                  <a:moveTo>
                    <a:pt x="5117" y="0"/>
                  </a:moveTo>
                  <a:lnTo>
                    <a:pt x="4781" y="40"/>
                  </a:lnTo>
                  <a:lnTo>
                    <a:pt x="4406" y="99"/>
                  </a:lnTo>
                  <a:lnTo>
                    <a:pt x="3932" y="198"/>
                  </a:lnTo>
                  <a:lnTo>
                    <a:pt x="3675" y="277"/>
                  </a:lnTo>
                  <a:lnTo>
                    <a:pt x="3398" y="376"/>
                  </a:lnTo>
                  <a:lnTo>
                    <a:pt x="3102" y="474"/>
                  </a:lnTo>
                  <a:lnTo>
                    <a:pt x="2825" y="613"/>
                  </a:lnTo>
                  <a:lnTo>
                    <a:pt x="2529" y="771"/>
                  </a:lnTo>
                  <a:lnTo>
                    <a:pt x="2253" y="949"/>
                  </a:lnTo>
                  <a:lnTo>
                    <a:pt x="1976" y="1166"/>
                  </a:lnTo>
                  <a:lnTo>
                    <a:pt x="1719" y="1383"/>
                  </a:lnTo>
                  <a:lnTo>
                    <a:pt x="1482" y="1660"/>
                  </a:lnTo>
                  <a:lnTo>
                    <a:pt x="1265" y="1936"/>
                  </a:lnTo>
                  <a:lnTo>
                    <a:pt x="1067" y="2213"/>
                  </a:lnTo>
                  <a:lnTo>
                    <a:pt x="890" y="2509"/>
                  </a:lnTo>
                  <a:lnTo>
                    <a:pt x="732" y="2825"/>
                  </a:lnTo>
                  <a:lnTo>
                    <a:pt x="593" y="3121"/>
                  </a:lnTo>
                  <a:lnTo>
                    <a:pt x="475" y="3418"/>
                  </a:lnTo>
                  <a:lnTo>
                    <a:pt x="356" y="3694"/>
                  </a:lnTo>
                  <a:lnTo>
                    <a:pt x="198" y="4208"/>
                  </a:lnTo>
                  <a:lnTo>
                    <a:pt x="80" y="4622"/>
                  </a:lnTo>
                  <a:lnTo>
                    <a:pt x="1" y="4998"/>
                  </a:lnTo>
                  <a:lnTo>
                    <a:pt x="139" y="4583"/>
                  </a:lnTo>
                  <a:lnTo>
                    <a:pt x="317" y="4109"/>
                  </a:lnTo>
                  <a:lnTo>
                    <a:pt x="534" y="3556"/>
                  </a:lnTo>
                  <a:lnTo>
                    <a:pt x="672" y="3260"/>
                  </a:lnTo>
                  <a:lnTo>
                    <a:pt x="830" y="2963"/>
                  </a:lnTo>
                  <a:lnTo>
                    <a:pt x="1008" y="2667"/>
                  </a:lnTo>
                  <a:lnTo>
                    <a:pt x="1186" y="2371"/>
                  </a:lnTo>
                  <a:lnTo>
                    <a:pt x="1383" y="2094"/>
                  </a:lnTo>
                  <a:lnTo>
                    <a:pt x="1581" y="1837"/>
                  </a:lnTo>
                  <a:lnTo>
                    <a:pt x="1798" y="1600"/>
                  </a:lnTo>
                  <a:lnTo>
                    <a:pt x="2035" y="1403"/>
                  </a:lnTo>
                  <a:lnTo>
                    <a:pt x="2272" y="1245"/>
                  </a:lnTo>
                  <a:lnTo>
                    <a:pt x="2529" y="1087"/>
                  </a:lnTo>
                  <a:lnTo>
                    <a:pt x="3062" y="790"/>
                  </a:lnTo>
                  <a:lnTo>
                    <a:pt x="3576" y="553"/>
                  </a:lnTo>
                  <a:lnTo>
                    <a:pt x="4050" y="356"/>
                  </a:lnTo>
                  <a:lnTo>
                    <a:pt x="4485" y="198"/>
                  </a:lnTo>
                  <a:lnTo>
                    <a:pt x="4820" y="99"/>
                  </a:lnTo>
                  <a:lnTo>
                    <a:pt x="5117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20"/>
            <p:cNvSpPr/>
            <p:nvPr/>
          </p:nvSpPr>
          <p:spPr>
            <a:xfrm>
              <a:off x="-1421275" y="3109475"/>
              <a:ext cx="81500" cy="108150"/>
            </a:xfrm>
            <a:custGeom>
              <a:rect b="b" l="l" r="r" t="t"/>
              <a:pathLst>
                <a:path extrusionOk="0" h="4326" w="3260">
                  <a:moveTo>
                    <a:pt x="3260" y="0"/>
                  </a:moveTo>
                  <a:lnTo>
                    <a:pt x="3023" y="119"/>
                  </a:lnTo>
                  <a:lnTo>
                    <a:pt x="2746" y="257"/>
                  </a:lnTo>
                  <a:lnTo>
                    <a:pt x="2410" y="474"/>
                  </a:lnTo>
                  <a:lnTo>
                    <a:pt x="2055" y="731"/>
                  </a:lnTo>
                  <a:lnTo>
                    <a:pt x="1857" y="869"/>
                  </a:lnTo>
                  <a:lnTo>
                    <a:pt x="1679" y="1047"/>
                  </a:lnTo>
                  <a:lnTo>
                    <a:pt x="1502" y="1225"/>
                  </a:lnTo>
                  <a:lnTo>
                    <a:pt x="1324" y="1422"/>
                  </a:lnTo>
                  <a:lnTo>
                    <a:pt x="1146" y="1640"/>
                  </a:lnTo>
                  <a:lnTo>
                    <a:pt x="988" y="1877"/>
                  </a:lnTo>
                  <a:lnTo>
                    <a:pt x="731" y="2351"/>
                  </a:lnTo>
                  <a:lnTo>
                    <a:pt x="514" y="2785"/>
                  </a:lnTo>
                  <a:lnTo>
                    <a:pt x="336" y="3200"/>
                  </a:lnTo>
                  <a:lnTo>
                    <a:pt x="198" y="3575"/>
                  </a:lnTo>
                  <a:lnTo>
                    <a:pt x="99" y="3891"/>
                  </a:lnTo>
                  <a:lnTo>
                    <a:pt x="40" y="4128"/>
                  </a:lnTo>
                  <a:lnTo>
                    <a:pt x="0" y="4326"/>
                  </a:lnTo>
                  <a:lnTo>
                    <a:pt x="40" y="4188"/>
                  </a:lnTo>
                  <a:lnTo>
                    <a:pt x="198" y="3753"/>
                  </a:lnTo>
                  <a:lnTo>
                    <a:pt x="336" y="3437"/>
                  </a:lnTo>
                  <a:lnTo>
                    <a:pt x="514" y="3062"/>
                  </a:lnTo>
                  <a:lnTo>
                    <a:pt x="751" y="2627"/>
                  </a:lnTo>
                  <a:lnTo>
                    <a:pt x="1028" y="2114"/>
                  </a:lnTo>
                  <a:lnTo>
                    <a:pt x="1186" y="1857"/>
                  </a:lnTo>
                  <a:lnTo>
                    <a:pt x="1363" y="1620"/>
                  </a:lnTo>
                  <a:lnTo>
                    <a:pt x="1541" y="1403"/>
                  </a:lnTo>
                  <a:lnTo>
                    <a:pt x="1719" y="1185"/>
                  </a:lnTo>
                  <a:lnTo>
                    <a:pt x="1897" y="988"/>
                  </a:lnTo>
                  <a:lnTo>
                    <a:pt x="2094" y="830"/>
                  </a:lnTo>
                  <a:lnTo>
                    <a:pt x="2450" y="533"/>
                  </a:lnTo>
                  <a:lnTo>
                    <a:pt x="2766" y="296"/>
                  </a:lnTo>
                  <a:lnTo>
                    <a:pt x="3023" y="138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20"/>
            <p:cNvSpPr/>
            <p:nvPr/>
          </p:nvSpPr>
          <p:spPr>
            <a:xfrm>
              <a:off x="-1439550" y="3130200"/>
              <a:ext cx="55825" cy="79050"/>
            </a:xfrm>
            <a:custGeom>
              <a:rect b="b" l="l" r="r" t="t"/>
              <a:pathLst>
                <a:path extrusionOk="0" h="3162" w="2233">
                  <a:moveTo>
                    <a:pt x="2233" y="1"/>
                  </a:moveTo>
                  <a:lnTo>
                    <a:pt x="1857" y="80"/>
                  </a:lnTo>
                  <a:lnTo>
                    <a:pt x="1798" y="119"/>
                  </a:lnTo>
                  <a:lnTo>
                    <a:pt x="1660" y="238"/>
                  </a:lnTo>
                  <a:lnTo>
                    <a:pt x="1541" y="337"/>
                  </a:lnTo>
                  <a:lnTo>
                    <a:pt x="1423" y="475"/>
                  </a:lnTo>
                  <a:lnTo>
                    <a:pt x="1285" y="653"/>
                  </a:lnTo>
                  <a:lnTo>
                    <a:pt x="1127" y="850"/>
                  </a:lnTo>
                  <a:lnTo>
                    <a:pt x="949" y="1146"/>
                  </a:lnTo>
                  <a:lnTo>
                    <a:pt x="771" y="1482"/>
                  </a:lnTo>
                  <a:lnTo>
                    <a:pt x="396" y="2252"/>
                  </a:lnTo>
                  <a:lnTo>
                    <a:pt x="119" y="2904"/>
                  </a:lnTo>
                  <a:lnTo>
                    <a:pt x="1" y="3161"/>
                  </a:lnTo>
                  <a:lnTo>
                    <a:pt x="672" y="1877"/>
                  </a:lnTo>
                  <a:lnTo>
                    <a:pt x="929" y="1423"/>
                  </a:lnTo>
                  <a:lnTo>
                    <a:pt x="1186" y="1028"/>
                  </a:lnTo>
                  <a:lnTo>
                    <a:pt x="1462" y="712"/>
                  </a:lnTo>
                  <a:lnTo>
                    <a:pt x="1699" y="455"/>
                  </a:lnTo>
                  <a:lnTo>
                    <a:pt x="1917" y="258"/>
                  </a:lnTo>
                  <a:lnTo>
                    <a:pt x="2075" y="11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20"/>
            <p:cNvSpPr/>
            <p:nvPr/>
          </p:nvSpPr>
          <p:spPr>
            <a:xfrm>
              <a:off x="-1268200" y="3098100"/>
              <a:ext cx="50400" cy="39550"/>
            </a:xfrm>
            <a:custGeom>
              <a:rect b="b" l="l" r="r" t="t"/>
              <a:pathLst>
                <a:path extrusionOk="0" h="1582" w="2016">
                  <a:moveTo>
                    <a:pt x="1699" y="1"/>
                  </a:moveTo>
                  <a:lnTo>
                    <a:pt x="1719" y="297"/>
                  </a:lnTo>
                  <a:lnTo>
                    <a:pt x="1759" y="574"/>
                  </a:lnTo>
                  <a:lnTo>
                    <a:pt x="1818" y="830"/>
                  </a:lnTo>
                  <a:lnTo>
                    <a:pt x="1838" y="929"/>
                  </a:lnTo>
                  <a:lnTo>
                    <a:pt x="1541" y="1087"/>
                  </a:lnTo>
                  <a:lnTo>
                    <a:pt x="1265" y="1225"/>
                  </a:lnTo>
                  <a:lnTo>
                    <a:pt x="949" y="1344"/>
                  </a:lnTo>
                  <a:lnTo>
                    <a:pt x="692" y="1423"/>
                  </a:lnTo>
                  <a:lnTo>
                    <a:pt x="514" y="1463"/>
                  </a:lnTo>
                  <a:lnTo>
                    <a:pt x="376" y="1463"/>
                  </a:lnTo>
                  <a:lnTo>
                    <a:pt x="336" y="1423"/>
                  </a:lnTo>
                  <a:lnTo>
                    <a:pt x="277" y="1384"/>
                  </a:lnTo>
                  <a:lnTo>
                    <a:pt x="198" y="1285"/>
                  </a:lnTo>
                  <a:lnTo>
                    <a:pt x="139" y="1186"/>
                  </a:lnTo>
                  <a:lnTo>
                    <a:pt x="99" y="1048"/>
                  </a:lnTo>
                  <a:lnTo>
                    <a:pt x="80" y="929"/>
                  </a:lnTo>
                  <a:lnTo>
                    <a:pt x="80" y="613"/>
                  </a:lnTo>
                  <a:lnTo>
                    <a:pt x="80" y="455"/>
                  </a:lnTo>
                  <a:lnTo>
                    <a:pt x="1" y="475"/>
                  </a:lnTo>
                  <a:lnTo>
                    <a:pt x="1" y="613"/>
                  </a:lnTo>
                  <a:lnTo>
                    <a:pt x="1" y="751"/>
                  </a:lnTo>
                  <a:lnTo>
                    <a:pt x="1" y="890"/>
                  </a:lnTo>
                  <a:lnTo>
                    <a:pt x="1" y="1048"/>
                  </a:lnTo>
                  <a:lnTo>
                    <a:pt x="40" y="1225"/>
                  </a:lnTo>
                  <a:lnTo>
                    <a:pt x="99" y="1384"/>
                  </a:lnTo>
                  <a:lnTo>
                    <a:pt x="139" y="1443"/>
                  </a:lnTo>
                  <a:lnTo>
                    <a:pt x="198" y="1502"/>
                  </a:lnTo>
                  <a:lnTo>
                    <a:pt x="257" y="1542"/>
                  </a:lnTo>
                  <a:lnTo>
                    <a:pt x="336" y="1581"/>
                  </a:lnTo>
                  <a:lnTo>
                    <a:pt x="514" y="1581"/>
                  </a:lnTo>
                  <a:lnTo>
                    <a:pt x="771" y="1542"/>
                  </a:lnTo>
                  <a:lnTo>
                    <a:pt x="1047" y="1443"/>
                  </a:lnTo>
                  <a:lnTo>
                    <a:pt x="1324" y="1324"/>
                  </a:lnTo>
                  <a:lnTo>
                    <a:pt x="1798" y="1087"/>
                  </a:lnTo>
                  <a:lnTo>
                    <a:pt x="2015" y="988"/>
                  </a:lnTo>
                  <a:lnTo>
                    <a:pt x="1976" y="890"/>
                  </a:lnTo>
                  <a:lnTo>
                    <a:pt x="1897" y="653"/>
                  </a:lnTo>
                  <a:lnTo>
                    <a:pt x="1838" y="356"/>
                  </a:lnTo>
                  <a:lnTo>
                    <a:pt x="1838" y="179"/>
                  </a:lnTo>
                  <a:lnTo>
                    <a:pt x="1838" y="21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20"/>
            <p:cNvSpPr/>
            <p:nvPr/>
          </p:nvSpPr>
          <p:spPr>
            <a:xfrm>
              <a:off x="-1265225" y="3218100"/>
              <a:ext cx="72600" cy="76075"/>
            </a:xfrm>
            <a:custGeom>
              <a:rect b="b" l="l" r="r" t="t"/>
              <a:pathLst>
                <a:path extrusionOk="0" h="3043" w="2904">
                  <a:moveTo>
                    <a:pt x="1304" y="198"/>
                  </a:moveTo>
                  <a:lnTo>
                    <a:pt x="2667" y="1541"/>
                  </a:lnTo>
                  <a:lnTo>
                    <a:pt x="2548" y="1699"/>
                  </a:lnTo>
                  <a:lnTo>
                    <a:pt x="2252" y="2094"/>
                  </a:lnTo>
                  <a:lnTo>
                    <a:pt x="2054" y="2292"/>
                  </a:lnTo>
                  <a:lnTo>
                    <a:pt x="1877" y="2489"/>
                  </a:lnTo>
                  <a:lnTo>
                    <a:pt x="1699" y="2647"/>
                  </a:lnTo>
                  <a:lnTo>
                    <a:pt x="1561" y="2766"/>
                  </a:lnTo>
                  <a:lnTo>
                    <a:pt x="1403" y="2825"/>
                  </a:lnTo>
                  <a:lnTo>
                    <a:pt x="1264" y="2845"/>
                  </a:lnTo>
                  <a:lnTo>
                    <a:pt x="1106" y="2865"/>
                  </a:lnTo>
                  <a:lnTo>
                    <a:pt x="948" y="2845"/>
                  </a:lnTo>
                  <a:lnTo>
                    <a:pt x="790" y="2825"/>
                  </a:lnTo>
                  <a:lnTo>
                    <a:pt x="632" y="2766"/>
                  </a:lnTo>
                  <a:lnTo>
                    <a:pt x="494" y="2687"/>
                  </a:lnTo>
                  <a:lnTo>
                    <a:pt x="375" y="2588"/>
                  </a:lnTo>
                  <a:lnTo>
                    <a:pt x="277" y="2470"/>
                  </a:lnTo>
                  <a:lnTo>
                    <a:pt x="198" y="2331"/>
                  </a:lnTo>
                  <a:lnTo>
                    <a:pt x="178" y="2173"/>
                  </a:lnTo>
                  <a:lnTo>
                    <a:pt x="158" y="2015"/>
                  </a:lnTo>
                  <a:lnTo>
                    <a:pt x="158" y="1857"/>
                  </a:lnTo>
                  <a:lnTo>
                    <a:pt x="178" y="1719"/>
                  </a:lnTo>
                  <a:lnTo>
                    <a:pt x="217" y="1581"/>
                  </a:lnTo>
                  <a:lnTo>
                    <a:pt x="257" y="1482"/>
                  </a:lnTo>
                  <a:lnTo>
                    <a:pt x="336" y="1344"/>
                  </a:lnTo>
                  <a:lnTo>
                    <a:pt x="454" y="1166"/>
                  </a:lnTo>
                  <a:lnTo>
                    <a:pt x="810" y="731"/>
                  </a:lnTo>
                  <a:lnTo>
                    <a:pt x="1304" y="198"/>
                  </a:lnTo>
                  <a:close/>
                  <a:moveTo>
                    <a:pt x="1323" y="1"/>
                  </a:moveTo>
                  <a:lnTo>
                    <a:pt x="1185" y="119"/>
                  </a:lnTo>
                  <a:lnTo>
                    <a:pt x="869" y="415"/>
                  </a:lnTo>
                  <a:lnTo>
                    <a:pt x="514" y="810"/>
                  </a:lnTo>
                  <a:lnTo>
                    <a:pt x="336" y="1008"/>
                  </a:lnTo>
                  <a:lnTo>
                    <a:pt x="217" y="1225"/>
                  </a:lnTo>
                  <a:lnTo>
                    <a:pt x="119" y="1423"/>
                  </a:lnTo>
                  <a:lnTo>
                    <a:pt x="40" y="1620"/>
                  </a:lnTo>
                  <a:lnTo>
                    <a:pt x="0" y="1818"/>
                  </a:lnTo>
                  <a:lnTo>
                    <a:pt x="0" y="2015"/>
                  </a:lnTo>
                  <a:lnTo>
                    <a:pt x="0" y="2193"/>
                  </a:lnTo>
                  <a:lnTo>
                    <a:pt x="59" y="2371"/>
                  </a:lnTo>
                  <a:lnTo>
                    <a:pt x="119" y="2529"/>
                  </a:lnTo>
                  <a:lnTo>
                    <a:pt x="237" y="2667"/>
                  </a:lnTo>
                  <a:lnTo>
                    <a:pt x="356" y="2786"/>
                  </a:lnTo>
                  <a:lnTo>
                    <a:pt x="533" y="2904"/>
                  </a:lnTo>
                  <a:lnTo>
                    <a:pt x="731" y="2983"/>
                  </a:lnTo>
                  <a:lnTo>
                    <a:pt x="948" y="3023"/>
                  </a:lnTo>
                  <a:lnTo>
                    <a:pt x="1165" y="3042"/>
                  </a:lnTo>
                  <a:lnTo>
                    <a:pt x="1383" y="3023"/>
                  </a:lnTo>
                  <a:lnTo>
                    <a:pt x="1501" y="2983"/>
                  </a:lnTo>
                  <a:lnTo>
                    <a:pt x="1600" y="2944"/>
                  </a:lnTo>
                  <a:lnTo>
                    <a:pt x="1719" y="2884"/>
                  </a:lnTo>
                  <a:lnTo>
                    <a:pt x="1798" y="2805"/>
                  </a:lnTo>
                  <a:lnTo>
                    <a:pt x="1995" y="2628"/>
                  </a:lnTo>
                  <a:lnTo>
                    <a:pt x="2193" y="2430"/>
                  </a:lnTo>
                  <a:lnTo>
                    <a:pt x="2548" y="1996"/>
                  </a:lnTo>
                  <a:lnTo>
                    <a:pt x="2805" y="1660"/>
                  </a:lnTo>
                  <a:lnTo>
                    <a:pt x="2904" y="1522"/>
                  </a:lnTo>
                  <a:lnTo>
                    <a:pt x="2785" y="1423"/>
                  </a:lnTo>
                  <a:lnTo>
                    <a:pt x="2607" y="1265"/>
                  </a:lnTo>
                  <a:lnTo>
                    <a:pt x="2193" y="850"/>
                  </a:lnTo>
                  <a:lnTo>
                    <a:pt x="1640" y="277"/>
                  </a:lnTo>
                  <a:lnTo>
                    <a:pt x="132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20"/>
            <p:cNvSpPr/>
            <p:nvPr/>
          </p:nvSpPr>
          <p:spPr>
            <a:xfrm>
              <a:off x="-1000075" y="3266000"/>
              <a:ext cx="252375" cy="325450"/>
            </a:xfrm>
            <a:custGeom>
              <a:rect b="b" l="l" r="r" t="t"/>
              <a:pathLst>
                <a:path extrusionOk="0" h="13018" w="10095">
                  <a:moveTo>
                    <a:pt x="6539" y="1"/>
                  </a:moveTo>
                  <a:lnTo>
                    <a:pt x="6361" y="20"/>
                  </a:lnTo>
                  <a:lnTo>
                    <a:pt x="6183" y="40"/>
                  </a:lnTo>
                  <a:lnTo>
                    <a:pt x="6025" y="99"/>
                  </a:lnTo>
                  <a:lnTo>
                    <a:pt x="5867" y="178"/>
                  </a:lnTo>
                  <a:lnTo>
                    <a:pt x="5729" y="277"/>
                  </a:lnTo>
                  <a:lnTo>
                    <a:pt x="5591" y="376"/>
                  </a:lnTo>
                  <a:lnTo>
                    <a:pt x="5472" y="514"/>
                  </a:lnTo>
                  <a:lnTo>
                    <a:pt x="5215" y="791"/>
                  </a:lnTo>
                  <a:lnTo>
                    <a:pt x="4939" y="1126"/>
                  </a:lnTo>
                  <a:lnTo>
                    <a:pt x="4623" y="1600"/>
                  </a:lnTo>
                  <a:lnTo>
                    <a:pt x="4188" y="2272"/>
                  </a:lnTo>
                  <a:lnTo>
                    <a:pt x="3655" y="3141"/>
                  </a:lnTo>
                  <a:lnTo>
                    <a:pt x="3063" y="4149"/>
                  </a:lnTo>
                  <a:lnTo>
                    <a:pt x="1779" y="6400"/>
                  </a:lnTo>
                  <a:lnTo>
                    <a:pt x="495" y="8711"/>
                  </a:lnTo>
                  <a:lnTo>
                    <a:pt x="356" y="8988"/>
                  </a:lnTo>
                  <a:lnTo>
                    <a:pt x="238" y="9245"/>
                  </a:lnTo>
                  <a:lnTo>
                    <a:pt x="139" y="9501"/>
                  </a:lnTo>
                  <a:lnTo>
                    <a:pt x="80" y="9738"/>
                  </a:lnTo>
                  <a:lnTo>
                    <a:pt x="40" y="9956"/>
                  </a:lnTo>
                  <a:lnTo>
                    <a:pt x="1" y="10173"/>
                  </a:lnTo>
                  <a:lnTo>
                    <a:pt x="1" y="10390"/>
                  </a:lnTo>
                  <a:lnTo>
                    <a:pt x="1" y="10568"/>
                  </a:lnTo>
                  <a:lnTo>
                    <a:pt x="40" y="10765"/>
                  </a:lnTo>
                  <a:lnTo>
                    <a:pt x="80" y="10923"/>
                  </a:lnTo>
                  <a:lnTo>
                    <a:pt x="119" y="11101"/>
                  </a:lnTo>
                  <a:lnTo>
                    <a:pt x="198" y="11240"/>
                  </a:lnTo>
                  <a:lnTo>
                    <a:pt x="258" y="11378"/>
                  </a:lnTo>
                  <a:lnTo>
                    <a:pt x="356" y="11516"/>
                  </a:lnTo>
                  <a:lnTo>
                    <a:pt x="534" y="11753"/>
                  </a:lnTo>
                  <a:lnTo>
                    <a:pt x="752" y="11970"/>
                  </a:lnTo>
                  <a:lnTo>
                    <a:pt x="969" y="12128"/>
                  </a:lnTo>
                  <a:lnTo>
                    <a:pt x="1166" y="12267"/>
                  </a:lnTo>
                  <a:lnTo>
                    <a:pt x="1364" y="12385"/>
                  </a:lnTo>
                  <a:lnTo>
                    <a:pt x="1680" y="12523"/>
                  </a:lnTo>
                  <a:lnTo>
                    <a:pt x="1798" y="12563"/>
                  </a:lnTo>
                  <a:lnTo>
                    <a:pt x="2075" y="12662"/>
                  </a:lnTo>
                  <a:lnTo>
                    <a:pt x="2391" y="12760"/>
                  </a:lnTo>
                  <a:lnTo>
                    <a:pt x="2786" y="12859"/>
                  </a:lnTo>
                  <a:lnTo>
                    <a:pt x="3240" y="12938"/>
                  </a:lnTo>
                  <a:lnTo>
                    <a:pt x="3774" y="12997"/>
                  </a:lnTo>
                  <a:lnTo>
                    <a:pt x="4030" y="13017"/>
                  </a:lnTo>
                  <a:lnTo>
                    <a:pt x="4327" y="13017"/>
                  </a:lnTo>
                  <a:lnTo>
                    <a:pt x="4603" y="12997"/>
                  </a:lnTo>
                  <a:lnTo>
                    <a:pt x="4880" y="12958"/>
                  </a:lnTo>
                  <a:lnTo>
                    <a:pt x="5156" y="12899"/>
                  </a:lnTo>
                  <a:lnTo>
                    <a:pt x="5413" y="12820"/>
                  </a:lnTo>
                  <a:lnTo>
                    <a:pt x="5670" y="12721"/>
                  </a:lnTo>
                  <a:lnTo>
                    <a:pt x="5887" y="12583"/>
                  </a:lnTo>
                  <a:lnTo>
                    <a:pt x="6104" y="12425"/>
                  </a:lnTo>
                  <a:lnTo>
                    <a:pt x="6322" y="12247"/>
                  </a:lnTo>
                  <a:lnTo>
                    <a:pt x="6519" y="12049"/>
                  </a:lnTo>
                  <a:lnTo>
                    <a:pt x="6717" y="11832"/>
                  </a:lnTo>
                  <a:lnTo>
                    <a:pt x="6894" y="11595"/>
                  </a:lnTo>
                  <a:lnTo>
                    <a:pt x="7072" y="11338"/>
                  </a:lnTo>
                  <a:lnTo>
                    <a:pt x="7428" y="10805"/>
                  </a:lnTo>
                  <a:lnTo>
                    <a:pt x="7763" y="10212"/>
                  </a:lnTo>
                  <a:lnTo>
                    <a:pt x="8099" y="9600"/>
                  </a:lnTo>
                  <a:lnTo>
                    <a:pt x="8455" y="8948"/>
                  </a:lnTo>
                  <a:lnTo>
                    <a:pt x="8791" y="8277"/>
                  </a:lnTo>
                  <a:lnTo>
                    <a:pt x="9126" y="7566"/>
                  </a:lnTo>
                  <a:lnTo>
                    <a:pt x="9423" y="6835"/>
                  </a:lnTo>
                  <a:lnTo>
                    <a:pt x="9679" y="6124"/>
                  </a:lnTo>
                  <a:lnTo>
                    <a:pt x="9798" y="5748"/>
                  </a:lnTo>
                  <a:lnTo>
                    <a:pt x="9877" y="5393"/>
                  </a:lnTo>
                  <a:lnTo>
                    <a:pt x="9956" y="5037"/>
                  </a:lnTo>
                  <a:lnTo>
                    <a:pt x="10035" y="4682"/>
                  </a:lnTo>
                  <a:lnTo>
                    <a:pt x="10074" y="4346"/>
                  </a:lnTo>
                  <a:lnTo>
                    <a:pt x="10094" y="3991"/>
                  </a:lnTo>
                  <a:lnTo>
                    <a:pt x="10094" y="3674"/>
                  </a:lnTo>
                  <a:lnTo>
                    <a:pt x="10074" y="3358"/>
                  </a:lnTo>
                  <a:lnTo>
                    <a:pt x="10035" y="3062"/>
                  </a:lnTo>
                  <a:lnTo>
                    <a:pt x="9956" y="2766"/>
                  </a:lnTo>
                  <a:lnTo>
                    <a:pt x="9877" y="2509"/>
                  </a:lnTo>
                  <a:lnTo>
                    <a:pt x="9758" y="2252"/>
                  </a:lnTo>
                  <a:lnTo>
                    <a:pt x="9640" y="1996"/>
                  </a:lnTo>
                  <a:lnTo>
                    <a:pt x="9482" y="1759"/>
                  </a:lnTo>
                  <a:lnTo>
                    <a:pt x="9324" y="1541"/>
                  </a:lnTo>
                  <a:lnTo>
                    <a:pt x="9146" y="1344"/>
                  </a:lnTo>
                  <a:lnTo>
                    <a:pt x="8929" y="1146"/>
                  </a:lnTo>
                  <a:lnTo>
                    <a:pt x="8712" y="949"/>
                  </a:lnTo>
                  <a:lnTo>
                    <a:pt x="8494" y="791"/>
                  </a:lnTo>
                  <a:lnTo>
                    <a:pt x="8238" y="613"/>
                  </a:lnTo>
                  <a:lnTo>
                    <a:pt x="7981" y="475"/>
                  </a:lnTo>
                  <a:lnTo>
                    <a:pt x="7704" y="317"/>
                  </a:lnTo>
                  <a:lnTo>
                    <a:pt x="7428" y="198"/>
                  </a:lnTo>
                  <a:lnTo>
                    <a:pt x="7171" y="119"/>
                  </a:lnTo>
                  <a:lnTo>
                    <a:pt x="6954" y="40"/>
                  </a:lnTo>
                  <a:lnTo>
                    <a:pt x="67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20"/>
            <p:cNvSpPr/>
            <p:nvPr/>
          </p:nvSpPr>
          <p:spPr>
            <a:xfrm>
              <a:off x="-1423750" y="3975100"/>
              <a:ext cx="253850" cy="137300"/>
            </a:xfrm>
            <a:custGeom>
              <a:rect b="b" l="l" r="r" t="t"/>
              <a:pathLst>
                <a:path extrusionOk="0" h="5492" w="10154">
                  <a:moveTo>
                    <a:pt x="178" y="1"/>
                  </a:moveTo>
                  <a:lnTo>
                    <a:pt x="1" y="277"/>
                  </a:lnTo>
                  <a:lnTo>
                    <a:pt x="1285" y="1008"/>
                  </a:lnTo>
                  <a:lnTo>
                    <a:pt x="2509" y="1680"/>
                  </a:lnTo>
                  <a:lnTo>
                    <a:pt x="3754" y="2351"/>
                  </a:lnTo>
                  <a:lnTo>
                    <a:pt x="5373" y="3200"/>
                  </a:lnTo>
                  <a:lnTo>
                    <a:pt x="7427" y="4228"/>
                  </a:lnTo>
                  <a:lnTo>
                    <a:pt x="9975" y="5492"/>
                  </a:lnTo>
                  <a:lnTo>
                    <a:pt x="10153" y="5097"/>
                  </a:lnTo>
                  <a:lnTo>
                    <a:pt x="9936" y="4998"/>
                  </a:lnTo>
                  <a:lnTo>
                    <a:pt x="9264" y="4702"/>
                  </a:lnTo>
                  <a:lnTo>
                    <a:pt x="8257" y="4188"/>
                  </a:lnTo>
                  <a:lnTo>
                    <a:pt x="7625" y="3872"/>
                  </a:lnTo>
                  <a:lnTo>
                    <a:pt x="6934" y="3477"/>
                  </a:lnTo>
                  <a:lnTo>
                    <a:pt x="6084" y="3023"/>
                  </a:lnTo>
                  <a:lnTo>
                    <a:pt x="5077" y="2489"/>
                  </a:lnTo>
                  <a:lnTo>
                    <a:pt x="2825" y="1344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20"/>
            <p:cNvSpPr/>
            <p:nvPr/>
          </p:nvSpPr>
          <p:spPr>
            <a:xfrm>
              <a:off x="-1731375" y="3345000"/>
              <a:ext cx="124950" cy="251375"/>
            </a:xfrm>
            <a:custGeom>
              <a:rect b="b" l="l" r="r" t="t"/>
              <a:pathLst>
                <a:path extrusionOk="0" h="10055" w="4998">
                  <a:moveTo>
                    <a:pt x="395" y="1"/>
                  </a:moveTo>
                  <a:lnTo>
                    <a:pt x="178" y="40"/>
                  </a:lnTo>
                  <a:lnTo>
                    <a:pt x="40" y="60"/>
                  </a:lnTo>
                  <a:lnTo>
                    <a:pt x="20" y="100"/>
                  </a:lnTo>
                  <a:lnTo>
                    <a:pt x="0" y="119"/>
                  </a:lnTo>
                  <a:lnTo>
                    <a:pt x="2331" y="5117"/>
                  </a:lnTo>
                  <a:lnTo>
                    <a:pt x="4622" y="10055"/>
                  </a:lnTo>
                  <a:lnTo>
                    <a:pt x="4997" y="9699"/>
                  </a:lnTo>
                  <a:lnTo>
                    <a:pt x="4089" y="7823"/>
                  </a:lnTo>
                  <a:lnTo>
                    <a:pt x="2528" y="4524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98B1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20"/>
            <p:cNvSpPr/>
            <p:nvPr/>
          </p:nvSpPr>
          <p:spPr>
            <a:xfrm>
              <a:off x="-1187225" y="3148475"/>
              <a:ext cx="262250" cy="196550"/>
            </a:xfrm>
            <a:custGeom>
              <a:rect b="b" l="l" r="r" t="t"/>
              <a:pathLst>
                <a:path extrusionOk="0" h="7862" w="10490">
                  <a:moveTo>
                    <a:pt x="119" y="1"/>
                  </a:moveTo>
                  <a:lnTo>
                    <a:pt x="60" y="20"/>
                  </a:lnTo>
                  <a:lnTo>
                    <a:pt x="40" y="40"/>
                  </a:lnTo>
                  <a:lnTo>
                    <a:pt x="21" y="60"/>
                  </a:lnTo>
                  <a:lnTo>
                    <a:pt x="1" y="99"/>
                  </a:lnTo>
                  <a:lnTo>
                    <a:pt x="21" y="159"/>
                  </a:lnTo>
                  <a:lnTo>
                    <a:pt x="60" y="297"/>
                  </a:lnTo>
                  <a:lnTo>
                    <a:pt x="139" y="494"/>
                  </a:lnTo>
                  <a:lnTo>
                    <a:pt x="258" y="712"/>
                  </a:lnTo>
                  <a:lnTo>
                    <a:pt x="435" y="949"/>
                  </a:lnTo>
                  <a:lnTo>
                    <a:pt x="633" y="1225"/>
                  </a:lnTo>
                  <a:lnTo>
                    <a:pt x="870" y="1541"/>
                  </a:lnTo>
                  <a:lnTo>
                    <a:pt x="1127" y="1838"/>
                  </a:lnTo>
                  <a:lnTo>
                    <a:pt x="1423" y="2173"/>
                  </a:lnTo>
                  <a:lnTo>
                    <a:pt x="1739" y="2509"/>
                  </a:lnTo>
                  <a:lnTo>
                    <a:pt x="2095" y="2845"/>
                  </a:lnTo>
                  <a:lnTo>
                    <a:pt x="2470" y="3181"/>
                  </a:lnTo>
                  <a:lnTo>
                    <a:pt x="2845" y="3516"/>
                  </a:lnTo>
                  <a:lnTo>
                    <a:pt x="3260" y="3813"/>
                  </a:lnTo>
                  <a:lnTo>
                    <a:pt x="3695" y="4129"/>
                  </a:lnTo>
                  <a:lnTo>
                    <a:pt x="6993" y="6321"/>
                  </a:lnTo>
                  <a:lnTo>
                    <a:pt x="9265" y="7862"/>
                  </a:lnTo>
                  <a:lnTo>
                    <a:pt x="10489" y="5788"/>
                  </a:lnTo>
                  <a:lnTo>
                    <a:pt x="9028" y="4860"/>
                  </a:lnTo>
                  <a:lnTo>
                    <a:pt x="6796" y="3477"/>
                  </a:lnTo>
                  <a:lnTo>
                    <a:pt x="5887" y="2944"/>
                  </a:lnTo>
                  <a:lnTo>
                    <a:pt x="4880" y="2351"/>
                  </a:lnTo>
                  <a:lnTo>
                    <a:pt x="3813" y="1759"/>
                  </a:lnTo>
                  <a:lnTo>
                    <a:pt x="2766" y="1205"/>
                  </a:lnTo>
                  <a:lnTo>
                    <a:pt x="1798" y="712"/>
                  </a:lnTo>
                  <a:lnTo>
                    <a:pt x="969" y="317"/>
                  </a:lnTo>
                  <a:lnTo>
                    <a:pt x="653" y="178"/>
                  </a:lnTo>
                  <a:lnTo>
                    <a:pt x="376" y="80"/>
                  </a:lnTo>
                  <a:lnTo>
                    <a:pt x="179" y="2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20"/>
            <p:cNvSpPr/>
            <p:nvPr/>
          </p:nvSpPr>
          <p:spPr>
            <a:xfrm>
              <a:off x="-1768900" y="3553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20"/>
            <p:cNvSpPr/>
            <p:nvPr/>
          </p:nvSpPr>
          <p:spPr>
            <a:xfrm>
              <a:off x="-1768425" y="355092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20"/>
            <p:cNvSpPr/>
            <p:nvPr/>
          </p:nvSpPr>
          <p:spPr>
            <a:xfrm>
              <a:off x="-1782750" y="3483275"/>
              <a:ext cx="58800" cy="75075"/>
            </a:xfrm>
            <a:custGeom>
              <a:rect b="b" l="l" r="r" t="t"/>
              <a:pathLst>
                <a:path extrusionOk="0" h="3003" w="2352">
                  <a:moveTo>
                    <a:pt x="1324" y="20"/>
                  </a:moveTo>
                  <a:lnTo>
                    <a:pt x="1364" y="40"/>
                  </a:lnTo>
                  <a:lnTo>
                    <a:pt x="1364" y="40"/>
                  </a:lnTo>
                  <a:lnTo>
                    <a:pt x="1344" y="20"/>
                  </a:lnTo>
                  <a:close/>
                  <a:moveTo>
                    <a:pt x="969" y="99"/>
                  </a:moveTo>
                  <a:lnTo>
                    <a:pt x="969" y="119"/>
                  </a:lnTo>
                  <a:lnTo>
                    <a:pt x="949" y="11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89" y="119"/>
                  </a:lnTo>
                  <a:lnTo>
                    <a:pt x="1008" y="129"/>
                  </a:lnTo>
                  <a:lnTo>
                    <a:pt x="969" y="99"/>
                  </a:lnTo>
                  <a:close/>
                  <a:moveTo>
                    <a:pt x="1008" y="129"/>
                  </a:moveTo>
                  <a:lnTo>
                    <a:pt x="1048" y="159"/>
                  </a:lnTo>
                  <a:lnTo>
                    <a:pt x="1048" y="159"/>
                  </a:lnTo>
                  <a:lnTo>
                    <a:pt x="1041" y="145"/>
                  </a:lnTo>
                  <a:lnTo>
                    <a:pt x="1041" y="145"/>
                  </a:lnTo>
                  <a:lnTo>
                    <a:pt x="1028" y="139"/>
                  </a:lnTo>
                  <a:lnTo>
                    <a:pt x="1008" y="129"/>
                  </a:lnTo>
                  <a:close/>
                  <a:moveTo>
                    <a:pt x="1028" y="119"/>
                  </a:moveTo>
                  <a:lnTo>
                    <a:pt x="1041" y="145"/>
                  </a:lnTo>
                  <a:lnTo>
                    <a:pt x="1041" y="145"/>
                  </a:lnTo>
                  <a:lnTo>
                    <a:pt x="1068" y="159"/>
                  </a:lnTo>
                  <a:lnTo>
                    <a:pt x="1028" y="119"/>
                  </a:lnTo>
                  <a:close/>
                  <a:moveTo>
                    <a:pt x="1048" y="159"/>
                  </a:moveTo>
                  <a:lnTo>
                    <a:pt x="1074" y="172"/>
                  </a:lnTo>
                  <a:lnTo>
                    <a:pt x="1074" y="172"/>
                  </a:lnTo>
                  <a:lnTo>
                    <a:pt x="1068" y="159"/>
                  </a:lnTo>
                  <a:close/>
                  <a:moveTo>
                    <a:pt x="1087" y="435"/>
                  </a:moveTo>
                  <a:lnTo>
                    <a:pt x="1107" y="455"/>
                  </a:lnTo>
                  <a:lnTo>
                    <a:pt x="1068" y="435"/>
                  </a:lnTo>
                  <a:close/>
                  <a:moveTo>
                    <a:pt x="811" y="494"/>
                  </a:moveTo>
                  <a:lnTo>
                    <a:pt x="850" y="534"/>
                  </a:lnTo>
                  <a:lnTo>
                    <a:pt x="850" y="554"/>
                  </a:lnTo>
                  <a:lnTo>
                    <a:pt x="811" y="494"/>
                  </a:lnTo>
                  <a:close/>
                  <a:moveTo>
                    <a:pt x="613" y="731"/>
                  </a:moveTo>
                  <a:lnTo>
                    <a:pt x="673" y="771"/>
                  </a:lnTo>
                  <a:lnTo>
                    <a:pt x="653" y="751"/>
                  </a:lnTo>
                  <a:lnTo>
                    <a:pt x="633" y="731"/>
                  </a:lnTo>
                  <a:close/>
                  <a:moveTo>
                    <a:pt x="594" y="652"/>
                  </a:moveTo>
                  <a:lnTo>
                    <a:pt x="594" y="672"/>
                  </a:lnTo>
                  <a:lnTo>
                    <a:pt x="574" y="692"/>
                  </a:lnTo>
                  <a:lnTo>
                    <a:pt x="534" y="672"/>
                  </a:lnTo>
                  <a:lnTo>
                    <a:pt x="534" y="672"/>
                  </a:lnTo>
                  <a:lnTo>
                    <a:pt x="594" y="771"/>
                  </a:lnTo>
                  <a:lnTo>
                    <a:pt x="653" y="791"/>
                  </a:lnTo>
                  <a:lnTo>
                    <a:pt x="712" y="830"/>
                  </a:lnTo>
                  <a:lnTo>
                    <a:pt x="712" y="830"/>
                  </a:lnTo>
                  <a:lnTo>
                    <a:pt x="633" y="771"/>
                  </a:lnTo>
                  <a:lnTo>
                    <a:pt x="574" y="712"/>
                  </a:lnTo>
                  <a:lnTo>
                    <a:pt x="594" y="712"/>
                  </a:lnTo>
                  <a:lnTo>
                    <a:pt x="633" y="731"/>
                  </a:lnTo>
                  <a:lnTo>
                    <a:pt x="633" y="712"/>
                  </a:lnTo>
                  <a:lnTo>
                    <a:pt x="653" y="712"/>
                  </a:lnTo>
                  <a:lnTo>
                    <a:pt x="613" y="652"/>
                  </a:lnTo>
                  <a:close/>
                  <a:moveTo>
                    <a:pt x="475" y="988"/>
                  </a:moveTo>
                  <a:lnTo>
                    <a:pt x="495" y="1008"/>
                  </a:lnTo>
                  <a:lnTo>
                    <a:pt x="455" y="1008"/>
                  </a:lnTo>
                  <a:lnTo>
                    <a:pt x="475" y="1028"/>
                  </a:lnTo>
                  <a:lnTo>
                    <a:pt x="515" y="1047"/>
                  </a:lnTo>
                  <a:lnTo>
                    <a:pt x="475" y="1047"/>
                  </a:lnTo>
                  <a:lnTo>
                    <a:pt x="574" y="1087"/>
                  </a:lnTo>
                  <a:lnTo>
                    <a:pt x="554" y="1067"/>
                  </a:lnTo>
                  <a:lnTo>
                    <a:pt x="574" y="1067"/>
                  </a:lnTo>
                  <a:lnTo>
                    <a:pt x="607" y="1100"/>
                  </a:lnTo>
                  <a:lnTo>
                    <a:pt x="594" y="1087"/>
                  </a:lnTo>
                  <a:lnTo>
                    <a:pt x="594" y="1067"/>
                  </a:lnTo>
                  <a:lnTo>
                    <a:pt x="554" y="1028"/>
                  </a:lnTo>
                  <a:lnTo>
                    <a:pt x="475" y="988"/>
                  </a:lnTo>
                  <a:close/>
                  <a:moveTo>
                    <a:pt x="613" y="1107"/>
                  </a:moveTo>
                  <a:lnTo>
                    <a:pt x="633" y="1126"/>
                  </a:lnTo>
                  <a:lnTo>
                    <a:pt x="653" y="1146"/>
                  </a:lnTo>
                  <a:lnTo>
                    <a:pt x="613" y="1107"/>
                  </a:lnTo>
                  <a:close/>
                  <a:moveTo>
                    <a:pt x="436" y="1205"/>
                  </a:moveTo>
                  <a:lnTo>
                    <a:pt x="436" y="1205"/>
                  </a:lnTo>
                  <a:lnTo>
                    <a:pt x="436" y="1205"/>
                  </a:lnTo>
                  <a:close/>
                  <a:moveTo>
                    <a:pt x="455" y="1304"/>
                  </a:moveTo>
                  <a:lnTo>
                    <a:pt x="436" y="1324"/>
                  </a:lnTo>
                  <a:lnTo>
                    <a:pt x="440" y="1339"/>
                  </a:lnTo>
                  <a:lnTo>
                    <a:pt x="440" y="1339"/>
                  </a:lnTo>
                  <a:lnTo>
                    <a:pt x="455" y="1324"/>
                  </a:lnTo>
                  <a:lnTo>
                    <a:pt x="455" y="1304"/>
                  </a:lnTo>
                  <a:close/>
                  <a:moveTo>
                    <a:pt x="440" y="1339"/>
                  </a:moveTo>
                  <a:lnTo>
                    <a:pt x="436" y="1344"/>
                  </a:lnTo>
                  <a:lnTo>
                    <a:pt x="445" y="1354"/>
                  </a:lnTo>
                  <a:lnTo>
                    <a:pt x="440" y="1339"/>
                  </a:lnTo>
                  <a:close/>
                  <a:moveTo>
                    <a:pt x="1680" y="1477"/>
                  </a:moveTo>
                  <a:lnTo>
                    <a:pt x="1680" y="1482"/>
                  </a:lnTo>
                  <a:lnTo>
                    <a:pt x="1739" y="1521"/>
                  </a:lnTo>
                  <a:lnTo>
                    <a:pt x="1680" y="1477"/>
                  </a:lnTo>
                  <a:close/>
                  <a:moveTo>
                    <a:pt x="324" y="1732"/>
                  </a:moveTo>
                  <a:lnTo>
                    <a:pt x="357" y="1758"/>
                  </a:lnTo>
                  <a:lnTo>
                    <a:pt x="337" y="1758"/>
                  </a:lnTo>
                  <a:lnTo>
                    <a:pt x="324" y="1732"/>
                  </a:lnTo>
                  <a:close/>
                  <a:moveTo>
                    <a:pt x="495" y="1739"/>
                  </a:moveTo>
                  <a:lnTo>
                    <a:pt x="495" y="1758"/>
                  </a:lnTo>
                  <a:lnTo>
                    <a:pt x="515" y="1778"/>
                  </a:lnTo>
                  <a:lnTo>
                    <a:pt x="495" y="1739"/>
                  </a:lnTo>
                  <a:close/>
                  <a:moveTo>
                    <a:pt x="1087" y="2055"/>
                  </a:moveTo>
                  <a:lnTo>
                    <a:pt x="1107" y="2074"/>
                  </a:lnTo>
                  <a:lnTo>
                    <a:pt x="1166" y="2134"/>
                  </a:lnTo>
                  <a:lnTo>
                    <a:pt x="1166" y="2134"/>
                  </a:lnTo>
                  <a:lnTo>
                    <a:pt x="1147" y="2094"/>
                  </a:lnTo>
                  <a:lnTo>
                    <a:pt x="1206" y="2153"/>
                  </a:lnTo>
                  <a:lnTo>
                    <a:pt x="1166" y="2094"/>
                  </a:lnTo>
                  <a:lnTo>
                    <a:pt x="1087" y="2055"/>
                  </a:lnTo>
                  <a:close/>
                  <a:moveTo>
                    <a:pt x="199" y="2134"/>
                  </a:moveTo>
                  <a:lnTo>
                    <a:pt x="218" y="2153"/>
                  </a:lnTo>
                  <a:lnTo>
                    <a:pt x="218" y="2134"/>
                  </a:lnTo>
                  <a:close/>
                  <a:moveTo>
                    <a:pt x="515" y="2193"/>
                  </a:moveTo>
                  <a:lnTo>
                    <a:pt x="534" y="2213"/>
                  </a:lnTo>
                  <a:lnTo>
                    <a:pt x="554" y="2213"/>
                  </a:lnTo>
                  <a:lnTo>
                    <a:pt x="515" y="2193"/>
                  </a:lnTo>
                  <a:close/>
                  <a:moveTo>
                    <a:pt x="1" y="2351"/>
                  </a:moveTo>
                  <a:lnTo>
                    <a:pt x="40" y="2371"/>
                  </a:lnTo>
                  <a:lnTo>
                    <a:pt x="21" y="2351"/>
                  </a:lnTo>
                  <a:close/>
                  <a:moveTo>
                    <a:pt x="278" y="2391"/>
                  </a:moveTo>
                  <a:lnTo>
                    <a:pt x="317" y="2430"/>
                  </a:lnTo>
                  <a:lnTo>
                    <a:pt x="297" y="2430"/>
                  </a:lnTo>
                  <a:lnTo>
                    <a:pt x="238" y="2391"/>
                  </a:lnTo>
                  <a:close/>
                  <a:moveTo>
                    <a:pt x="1226" y="2430"/>
                  </a:moveTo>
                  <a:lnTo>
                    <a:pt x="1245" y="2450"/>
                  </a:lnTo>
                  <a:lnTo>
                    <a:pt x="1265" y="2470"/>
                  </a:lnTo>
                  <a:lnTo>
                    <a:pt x="1265" y="2470"/>
                  </a:lnTo>
                  <a:lnTo>
                    <a:pt x="1186" y="2430"/>
                  </a:lnTo>
                  <a:close/>
                  <a:moveTo>
                    <a:pt x="1324" y="2470"/>
                  </a:moveTo>
                  <a:lnTo>
                    <a:pt x="1324" y="2470"/>
                  </a:lnTo>
                  <a:lnTo>
                    <a:pt x="1324" y="2470"/>
                  </a:lnTo>
                  <a:close/>
                  <a:moveTo>
                    <a:pt x="1166" y="2509"/>
                  </a:moveTo>
                  <a:lnTo>
                    <a:pt x="1186" y="2529"/>
                  </a:lnTo>
                  <a:lnTo>
                    <a:pt x="1206" y="2549"/>
                  </a:lnTo>
                  <a:lnTo>
                    <a:pt x="1166" y="2509"/>
                  </a:lnTo>
                  <a:close/>
                  <a:moveTo>
                    <a:pt x="297" y="2549"/>
                  </a:moveTo>
                  <a:lnTo>
                    <a:pt x="317" y="2568"/>
                  </a:lnTo>
                  <a:lnTo>
                    <a:pt x="337" y="2568"/>
                  </a:lnTo>
                  <a:lnTo>
                    <a:pt x="297" y="2549"/>
                  </a:lnTo>
                  <a:close/>
                  <a:moveTo>
                    <a:pt x="673" y="2568"/>
                  </a:moveTo>
                  <a:lnTo>
                    <a:pt x="673" y="2608"/>
                  </a:lnTo>
                  <a:lnTo>
                    <a:pt x="692" y="2588"/>
                  </a:lnTo>
                  <a:lnTo>
                    <a:pt x="673" y="2568"/>
                  </a:lnTo>
                  <a:close/>
                  <a:moveTo>
                    <a:pt x="1166" y="2588"/>
                  </a:moveTo>
                  <a:lnTo>
                    <a:pt x="1166" y="2608"/>
                  </a:lnTo>
                  <a:lnTo>
                    <a:pt x="1226" y="2647"/>
                  </a:lnTo>
                  <a:lnTo>
                    <a:pt x="1226" y="2647"/>
                  </a:lnTo>
                  <a:lnTo>
                    <a:pt x="1206" y="2628"/>
                  </a:lnTo>
                  <a:lnTo>
                    <a:pt x="1166" y="2588"/>
                  </a:lnTo>
                  <a:close/>
                  <a:moveTo>
                    <a:pt x="771" y="2647"/>
                  </a:moveTo>
                  <a:lnTo>
                    <a:pt x="831" y="2707"/>
                  </a:lnTo>
                  <a:lnTo>
                    <a:pt x="929" y="2805"/>
                  </a:lnTo>
                  <a:lnTo>
                    <a:pt x="910" y="2766"/>
                  </a:lnTo>
                  <a:lnTo>
                    <a:pt x="870" y="2726"/>
                  </a:lnTo>
                  <a:lnTo>
                    <a:pt x="771" y="2647"/>
                  </a:lnTo>
                  <a:close/>
                  <a:moveTo>
                    <a:pt x="732" y="2825"/>
                  </a:moveTo>
                  <a:lnTo>
                    <a:pt x="752" y="2845"/>
                  </a:lnTo>
                  <a:lnTo>
                    <a:pt x="771" y="2884"/>
                  </a:lnTo>
                  <a:lnTo>
                    <a:pt x="791" y="2884"/>
                  </a:lnTo>
                  <a:lnTo>
                    <a:pt x="771" y="2865"/>
                  </a:lnTo>
                  <a:lnTo>
                    <a:pt x="752" y="2845"/>
                  </a:lnTo>
                  <a:lnTo>
                    <a:pt x="752" y="2845"/>
                  </a:lnTo>
                  <a:lnTo>
                    <a:pt x="791" y="2865"/>
                  </a:lnTo>
                  <a:lnTo>
                    <a:pt x="732" y="2825"/>
                  </a:lnTo>
                  <a:close/>
                  <a:moveTo>
                    <a:pt x="1443" y="1"/>
                  </a:moveTo>
                  <a:lnTo>
                    <a:pt x="1443" y="20"/>
                  </a:lnTo>
                  <a:lnTo>
                    <a:pt x="1463" y="40"/>
                  </a:lnTo>
                  <a:lnTo>
                    <a:pt x="1482" y="60"/>
                  </a:lnTo>
                  <a:lnTo>
                    <a:pt x="1463" y="60"/>
                  </a:lnTo>
                  <a:lnTo>
                    <a:pt x="1443" y="40"/>
                  </a:lnTo>
                  <a:lnTo>
                    <a:pt x="1443" y="60"/>
                  </a:lnTo>
                  <a:lnTo>
                    <a:pt x="1423" y="60"/>
                  </a:lnTo>
                  <a:lnTo>
                    <a:pt x="1364" y="40"/>
                  </a:lnTo>
                  <a:lnTo>
                    <a:pt x="1344" y="40"/>
                  </a:lnTo>
                  <a:lnTo>
                    <a:pt x="1344" y="60"/>
                  </a:lnTo>
                  <a:lnTo>
                    <a:pt x="1384" y="80"/>
                  </a:lnTo>
                  <a:lnTo>
                    <a:pt x="1384" y="80"/>
                  </a:lnTo>
                  <a:lnTo>
                    <a:pt x="1324" y="60"/>
                  </a:lnTo>
                  <a:lnTo>
                    <a:pt x="1423" y="139"/>
                  </a:lnTo>
                  <a:lnTo>
                    <a:pt x="1463" y="159"/>
                  </a:lnTo>
                  <a:lnTo>
                    <a:pt x="1482" y="198"/>
                  </a:lnTo>
                  <a:lnTo>
                    <a:pt x="1423" y="178"/>
                  </a:lnTo>
                  <a:lnTo>
                    <a:pt x="1384" y="139"/>
                  </a:lnTo>
                  <a:lnTo>
                    <a:pt x="1324" y="99"/>
                  </a:lnTo>
                  <a:lnTo>
                    <a:pt x="1324" y="99"/>
                  </a:lnTo>
                  <a:lnTo>
                    <a:pt x="1285" y="80"/>
                  </a:lnTo>
                  <a:lnTo>
                    <a:pt x="1245" y="80"/>
                  </a:lnTo>
                  <a:lnTo>
                    <a:pt x="1206" y="40"/>
                  </a:lnTo>
                  <a:lnTo>
                    <a:pt x="1147" y="40"/>
                  </a:lnTo>
                  <a:lnTo>
                    <a:pt x="1186" y="80"/>
                  </a:lnTo>
                  <a:lnTo>
                    <a:pt x="1147" y="80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27" y="80"/>
                  </a:lnTo>
                  <a:lnTo>
                    <a:pt x="1107" y="80"/>
                  </a:lnTo>
                  <a:lnTo>
                    <a:pt x="1107" y="99"/>
                  </a:lnTo>
                  <a:lnTo>
                    <a:pt x="1127" y="119"/>
                  </a:lnTo>
                  <a:lnTo>
                    <a:pt x="1107" y="139"/>
                  </a:lnTo>
                  <a:lnTo>
                    <a:pt x="1087" y="119"/>
                  </a:lnTo>
                  <a:lnTo>
                    <a:pt x="1048" y="99"/>
                  </a:lnTo>
                  <a:lnTo>
                    <a:pt x="1107" y="159"/>
                  </a:lnTo>
                  <a:lnTo>
                    <a:pt x="1186" y="218"/>
                  </a:lnTo>
                  <a:lnTo>
                    <a:pt x="1186" y="218"/>
                  </a:lnTo>
                  <a:lnTo>
                    <a:pt x="1127" y="198"/>
                  </a:lnTo>
                  <a:lnTo>
                    <a:pt x="1074" y="172"/>
                  </a:lnTo>
                  <a:lnTo>
                    <a:pt x="1074" y="172"/>
                  </a:lnTo>
                  <a:lnTo>
                    <a:pt x="1087" y="198"/>
                  </a:lnTo>
                  <a:lnTo>
                    <a:pt x="1107" y="238"/>
                  </a:lnTo>
                  <a:lnTo>
                    <a:pt x="1186" y="297"/>
                  </a:lnTo>
                  <a:lnTo>
                    <a:pt x="1127" y="297"/>
                  </a:lnTo>
                  <a:lnTo>
                    <a:pt x="1087" y="257"/>
                  </a:lnTo>
                  <a:lnTo>
                    <a:pt x="1048" y="218"/>
                  </a:lnTo>
                  <a:lnTo>
                    <a:pt x="1048" y="238"/>
                  </a:lnTo>
                  <a:lnTo>
                    <a:pt x="1028" y="238"/>
                  </a:lnTo>
                  <a:lnTo>
                    <a:pt x="969" y="218"/>
                  </a:lnTo>
                  <a:lnTo>
                    <a:pt x="969" y="218"/>
                  </a:lnTo>
                  <a:lnTo>
                    <a:pt x="1008" y="238"/>
                  </a:lnTo>
                  <a:lnTo>
                    <a:pt x="1048" y="277"/>
                  </a:lnTo>
                  <a:lnTo>
                    <a:pt x="1048" y="277"/>
                  </a:lnTo>
                  <a:lnTo>
                    <a:pt x="969" y="238"/>
                  </a:lnTo>
                  <a:lnTo>
                    <a:pt x="949" y="257"/>
                  </a:lnTo>
                  <a:lnTo>
                    <a:pt x="890" y="257"/>
                  </a:lnTo>
                  <a:lnTo>
                    <a:pt x="890" y="277"/>
                  </a:lnTo>
                  <a:lnTo>
                    <a:pt x="969" y="317"/>
                  </a:lnTo>
                  <a:lnTo>
                    <a:pt x="969" y="317"/>
                  </a:lnTo>
                  <a:lnTo>
                    <a:pt x="910" y="277"/>
                  </a:lnTo>
                  <a:lnTo>
                    <a:pt x="1008" y="336"/>
                  </a:lnTo>
                  <a:lnTo>
                    <a:pt x="1087" y="415"/>
                  </a:lnTo>
                  <a:lnTo>
                    <a:pt x="1068" y="415"/>
                  </a:lnTo>
                  <a:lnTo>
                    <a:pt x="1028" y="396"/>
                  </a:lnTo>
                  <a:lnTo>
                    <a:pt x="1028" y="396"/>
                  </a:lnTo>
                  <a:lnTo>
                    <a:pt x="1041" y="422"/>
                  </a:lnTo>
                  <a:lnTo>
                    <a:pt x="1041" y="422"/>
                  </a:lnTo>
                  <a:lnTo>
                    <a:pt x="1028" y="415"/>
                  </a:lnTo>
                  <a:lnTo>
                    <a:pt x="1028" y="435"/>
                  </a:lnTo>
                  <a:lnTo>
                    <a:pt x="969" y="376"/>
                  </a:lnTo>
                  <a:lnTo>
                    <a:pt x="929" y="376"/>
                  </a:lnTo>
                  <a:lnTo>
                    <a:pt x="890" y="336"/>
                  </a:lnTo>
                  <a:lnTo>
                    <a:pt x="890" y="356"/>
                  </a:lnTo>
                  <a:lnTo>
                    <a:pt x="831" y="297"/>
                  </a:lnTo>
                  <a:lnTo>
                    <a:pt x="811" y="297"/>
                  </a:lnTo>
                  <a:lnTo>
                    <a:pt x="831" y="317"/>
                  </a:lnTo>
                  <a:lnTo>
                    <a:pt x="831" y="336"/>
                  </a:lnTo>
                  <a:lnTo>
                    <a:pt x="791" y="317"/>
                  </a:lnTo>
                  <a:lnTo>
                    <a:pt x="850" y="356"/>
                  </a:lnTo>
                  <a:lnTo>
                    <a:pt x="771" y="356"/>
                  </a:lnTo>
                  <a:lnTo>
                    <a:pt x="811" y="396"/>
                  </a:lnTo>
                  <a:lnTo>
                    <a:pt x="831" y="415"/>
                  </a:lnTo>
                  <a:lnTo>
                    <a:pt x="791" y="396"/>
                  </a:lnTo>
                  <a:lnTo>
                    <a:pt x="752" y="396"/>
                  </a:lnTo>
                  <a:lnTo>
                    <a:pt x="771" y="435"/>
                  </a:lnTo>
                  <a:lnTo>
                    <a:pt x="850" y="494"/>
                  </a:lnTo>
                  <a:lnTo>
                    <a:pt x="850" y="514"/>
                  </a:lnTo>
                  <a:lnTo>
                    <a:pt x="831" y="494"/>
                  </a:lnTo>
                  <a:lnTo>
                    <a:pt x="791" y="475"/>
                  </a:lnTo>
                  <a:lnTo>
                    <a:pt x="811" y="494"/>
                  </a:lnTo>
                  <a:lnTo>
                    <a:pt x="771" y="475"/>
                  </a:lnTo>
                  <a:lnTo>
                    <a:pt x="752" y="494"/>
                  </a:lnTo>
                  <a:lnTo>
                    <a:pt x="732" y="494"/>
                  </a:lnTo>
                  <a:lnTo>
                    <a:pt x="890" y="652"/>
                  </a:lnTo>
                  <a:lnTo>
                    <a:pt x="969" y="731"/>
                  </a:lnTo>
                  <a:lnTo>
                    <a:pt x="1068" y="791"/>
                  </a:lnTo>
                  <a:lnTo>
                    <a:pt x="1068" y="791"/>
                  </a:lnTo>
                  <a:lnTo>
                    <a:pt x="1008" y="771"/>
                  </a:lnTo>
                  <a:lnTo>
                    <a:pt x="969" y="771"/>
                  </a:lnTo>
                  <a:lnTo>
                    <a:pt x="910" y="731"/>
                  </a:lnTo>
                  <a:lnTo>
                    <a:pt x="870" y="712"/>
                  </a:lnTo>
                  <a:lnTo>
                    <a:pt x="870" y="692"/>
                  </a:lnTo>
                  <a:lnTo>
                    <a:pt x="910" y="712"/>
                  </a:lnTo>
                  <a:lnTo>
                    <a:pt x="929" y="731"/>
                  </a:lnTo>
                  <a:lnTo>
                    <a:pt x="929" y="712"/>
                  </a:lnTo>
                  <a:lnTo>
                    <a:pt x="791" y="652"/>
                  </a:lnTo>
                  <a:lnTo>
                    <a:pt x="752" y="613"/>
                  </a:lnTo>
                  <a:lnTo>
                    <a:pt x="732" y="593"/>
                  </a:lnTo>
                  <a:lnTo>
                    <a:pt x="653" y="534"/>
                  </a:lnTo>
                  <a:lnTo>
                    <a:pt x="653" y="554"/>
                  </a:lnTo>
                  <a:lnTo>
                    <a:pt x="673" y="573"/>
                  </a:lnTo>
                  <a:lnTo>
                    <a:pt x="633" y="573"/>
                  </a:lnTo>
                  <a:lnTo>
                    <a:pt x="653" y="593"/>
                  </a:lnTo>
                  <a:lnTo>
                    <a:pt x="653" y="613"/>
                  </a:lnTo>
                  <a:lnTo>
                    <a:pt x="692" y="652"/>
                  </a:lnTo>
                  <a:lnTo>
                    <a:pt x="673" y="652"/>
                  </a:lnTo>
                  <a:lnTo>
                    <a:pt x="633" y="633"/>
                  </a:lnTo>
                  <a:lnTo>
                    <a:pt x="653" y="672"/>
                  </a:lnTo>
                  <a:lnTo>
                    <a:pt x="712" y="712"/>
                  </a:lnTo>
                  <a:lnTo>
                    <a:pt x="791" y="771"/>
                  </a:lnTo>
                  <a:lnTo>
                    <a:pt x="811" y="810"/>
                  </a:lnTo>
                  <a:lnTo>
                    <a:pt x="791" y="810"/>
                  </a:lnTo>
                  <a:lnTo>
                    <a:pt x="771" y="791"/>
                  </a:lnTo>
                  <a:lnTo>
                    <a:pt x="752" y="771"/>
                  </a:lnTo>
                  <a:lnTo>
                    <a:pt x="771" y="810"/>
                  </a:lnTo>
                  <a:lnTo>
                    <a:pt x="712" y="791"/>
                  </a:lnTo>
                  <a:lnTo>
                    <a:pt x="712" y="771"/>
                  </a:lnTo>
                  <a:lnTo>
                    <a:pt x="692" y="751"/>
                  </a:lnTo>
                  <a:lnTo>
                    <a:pt x="692" y="771"/>
                  </a:lnTo>
                  <a:lnTo>
                    <a:pt x="752" y="830"/>
                  </a:lnTo>
                  <a:lnTo>
                    <a:pt x="712" y="830"/>
                  </a:lnTo>
                  <a:lnTo>
                    <a:pt x="633" y="791"/>
                  </a:lnTo>
                  <a:lnTo>
                    <a:pt x="574" y="791"/>
                  </a:lnTo>
                  <a:lnTo>
                    <a:pt x="653" y="850"/>
                  </a:lnTo>
                  <a:lnTo>
                    <a:pt x="692" y="889"/>
                  </a:lnTo>
                  <a:lnTo>
                    <a:pt x="692" y="870"/>
                  </a:lnTo>
                  <a:lnTo>
                    <a:pt x="712" y="889"/>
                  </a:lnTo>
                  <a:lnTo>
                    <a:pt x="732" y="909"/>
                  </a:lnTo>
                  <a:lnTo>
                    <a:pt x="771" y="929"/>
                  </a:lnTo>
                  <a:lnTo>
                    <a:pt x="811" y="968"/>
                  </a:lnTo>
                  <a:lnTo>
                    <a:pt x="791" y="968"/>
                  </a:lnTo>
                  <a:lnTo>
                    <a:pt x="771" y="949"/>
                  </a:lnTo>
                  <a:lnTo>
                    <a:pt x="752" y="929"/>
                  </a:lnTo>
                  <a:lnTo>
                    <a:pt x="712" y="929"/>
                  </a:lnTo>
                  <a:lnTo>
                    <a:pt x="594" y="810"/>
                  </a:lnTo>
                  <a:lnTo>
                    <a:pt x="574" y="791"/>
                  </a:lnTo>
                  <a:lnTo>
                    <a:pt x="574" y="810"/>
                  </a:lnTo>
                  <a:lnTo>
                    <a:pt x="574" y="810"/>
                  </a:lnTo>
                  <a:lnTo>
                    <a:pt x="594" y="830"/>
                  </a:lnTo>
                  <a:lnTo>
                    <a:pt x="633" y="850"/>
                  </a:lnTo>
                  <a:lnTo>
                    <a:pt x="692" y="929"/>
                  </a:lnTo>
                  <a:lnTo>
                    <a:pt x="732" y="1008"/>
                  </a:lnTo>
                  <a:lnTo>
                    <a:pt x="732" y="1008"/>
                  </a:lnTo>
                  <a:lnTo>
                    <a:pt x="673" y="949"/>
                  </a:lnTo>
                  <a:lnTo>
                    <a:pt x="633" y="909"/>
                  </a:lnTo>
                  <a:lnTo>
                    <a:pt x="594" y="870"/>
                  </a:lnTo>
                  <a:lnTo>
                    <a:pt x="534" y="830"/>
                  </a:lnTo>
                  <a:lnTo>
                    <a:pt x="534" y="830"/>
                  </a:lnTo>
                  <a:lnTo>
                    <a:pt x="554" y="870"/>
                  </a:lnTo>
                  <a:lnTo>
                    <a:pt x="574" y="889"/>
                  </a:lnTo>
                  <a:lnTo>
                    <a:pt x="534" y="870"/>
                  </a:lnTo>
                  <a:lnTo>
                    <a:pt x="534" y="889"/>
                  </a:lnTo>
                  <a:lnTo>
                    <a:pt x="554" y="929"/>
                  </a:lnTo>
                  <a:lnTo>
                    <a:pt x="574" y="929"/>
                  </a:lnTo>
                  <a:lnTo>
                    <a:pt x="594" y="949"/>
                  </a:lnTo>
                  <a:lnTo>
                    <a:pt x="574" y="968"/>
                  </a:lnTo>
                  <a:lnTo>
                    <a:pt x="554" y="968"/>
                  </a:lnTo>
                  <a:lnTo>
                    <a:pt x="574" y="988"/>
                  </a:lnTo>
                  <a:lnTo>
                    <a:pt x="554" y="988"/>
                  </a:lnTo>
                  <a:lnTo>
                    <a:pt x="554" y="1008"/>
                  </a:lnTo>
                  <a:lnTo>
                    <a:pt x="574" y="1028"/>
                  </a:lnTo>
                  <a:lnTo>
                    <a:pt x="574" y="1008"/>
                  </a:lnTo>
                  <a:lnTo>
                    <a:pt x="613" y="1008"/>
                  </a:lnTo>
                  <a:lnTo>
                    <a:pt x="653" y="1047"/>
                  </a:lnTo>
                  <a:lnTo>
                    <a:pt x="653" y="1067"/>
                  </a:lnTo>
                  <a:lnTo>
                    <a:pt x="673" y="1087"/>
                  </a:lnTo>
                  <a:lnTo>
                    <a:pt x="692" y="1107"/>
                  </a:lnTo>
                  <a:lnTo>
                    <a:pt x="692" y="1126"/>
                  </a:lnTo>
                  <a:lnTo>
                    <a:pt x="712" y="1146"/>
                  </a:lnTo>
                  <a:lnTo>
                    <a:pt x="712" y="1166"/>
                  </a:lnTo>
                  <a:lnTo>
                    <a:pt x="712" y="1186"/>
                  </a:lnTo>
                  <a:lnTo>
                    <a:pt x="673" y="1166"/>
                  </a:lnTo>
                  <a:lnTo>
                    <a:pt x="653" y="1146"/>
                  </a:lnTo>
                  <a:lnTo>
                    <a:pt x="653" y="1166"/>
                  </a:lnTo>
                  <a:lnTo>
                    <a:pt x="613" y="1126"/>
                  </a:lnTo>
                  <a:lnTo>
                    <a:pt x="613" y="1146"/>
                  </a:lnTo>
                  <a:lnTo>
                    <a:pt x="633" y="1166"/>
                  </a:lnTo>
                  <a:lnTo>
                    <a:pt x="613" y="1166"/>
                  </a:lnTo>
                  <a:lnTo>
                    <a:pt x="594" y="1126"/>
                  </a:lnTo>
                  <a:lnTo>
                    <a:pt x="534" y="1087"/>
                  </a:lnTo>
                  <a:lnTo>
                    <a:pt x="594" y="1146"/>
                  </a:lnTo>
                  <a:lnTo>
                    <a:pt x="554" y="1126"/>
                  </a:lnTo>
                  <a:lnTo>
                    <a:pt x="574" y="1146"/>
                  </a:lnTo>
                  <a:lnTo>
                    <a:pt x="594" y="1166"/>
                  </a:lnTo>
                  <a:lnTo>
                    <a:pt x="554" y="1146"/>
                  </a:lnTo>
                  <a:lnTo>
                    <a:pt x="554" y="1166"/>
                  </a:lnTo>
                  <a:lnTo>
                    <a:pt x="594" y="1205"/>
                  </a:lnTo>
                  <a:lnTo>
                    <a:pt x="633" y="1225"/>
                  </a:lnTo>
                  <a:lnTo>
                    <a:pt x="692" y="1265"/>
                  </a:lnTo>
                  <a:lnTo>
                    <a:pt x="692" y="1284"/>
                  </a:lnTo>
                  <a:lnTo>
                    <a:pt x="692" y="1304"/>
                  </a:lnTo>
                  <a:lnTo>
                    <a:pt x="673" y="1304"/>
                  </a:lnTo>
                  <a:lnTo>
                    <a:pt x="633" y="1284"/>
                  </a:lnTo>
                  <a:lnTo>
                    <a:pt x="673" y="1324"/>
                  </a:lnTo>
                  <a:lnTo>
                    <a:pt x="673" y="1324"/>
                  </a:lnTo>
                  <a:lnTo>
                    <a:pt x="633" y="1304"/>
                  </a:lnTo>
                  <a:lnTo>
                    <a:pt x="594" y="1284"/>
                  </a:lnTo>
                  <a:lnTo>
                    <a:pt x="594" y="1265"/>
                  </a:lnTo>
                  <a:lnTo>
                    <a:pt x="534" y="1225"/>
                  </a:lnTo>
                  <a:lnTo>
                    <a:pt x="495" y="1205"/>
                  </a:lnTo>
                  <a:lnTo>
                    <a:pt x="495" y="1205"/>
                  </a:lnTo>
                  <a:lnTo>
                    <a:pt x="542" y="1241"/>
                  </a:lnTo>
                  <a:lnTo>
                    <a:pt x="542" y="1241"/>
                  </a:lnTo>
                  <a:lnTo>
                    <a:pt x="495" y="1225"/>
                  </a:lnTo>
                  <a:lnTo>
                    <a:pt x="515" y="1265"/>
                  </a:lnTo>
                  <a:lnTo>
                    <a:pt x="534" y="1284"/>
                  </a:lnTo>
                  <a:lnTo>
                    <a:pt x="534" y="1284"/>
                  </a:lnTo>
                  <a:lnTo>
                    <a:pt x="436" y="1205"/>
                  </a:lnTo>
                  <a:lnTo>
                    <a:pt x="455" y="1225"/>
                  </a:lnTo>
                  <a:lnTo>
                    <a:pt x="436" y="1225"/>
                  </a:lnTo>
                  <a:lnTo>
                    <a:pt x="455" y="1245"/>
                  </a:lnTo>
                  <a:lnTo>
                    <a:pt x="475" y="1245"/>
                  </a:lnTo>
                  <a:lnTo>
                    <a:pt x="495" y="1265"/>
                  </a:lnTo>
                  <a:lnTo>
                    <a:pt x="495" y="1284"/>
                  </a:lnTo>
                  <a:lnTo>
                    <a:pt x="455" y="1284"/>
                  </a:lnTo>
                  <a:lnTo>
                    <a:pt x="495" y="1324"/>
                  </a:lnTo>
                  <a:lnTo>
                    <a:pt x="495" y="1304"/>
                  </a:lnTo>
                  <a:lnTo>
                    <a:pt x="515" y="1324"/>
                  </a:lnTo>
                  <a:lnTo>
                    <a:pt x="534" y="1344"/>
                  </a:lnTo>
                  <a:lnTo>
                    <a:pt x="534" y="1363"/>
                  </a:lnTo>
                  <a:lnTo>
                    <a:pt x="534" y="1383"/>
                  </a:lnTo>
                  <a:lnTo>
                    <a:pt x="554" y="1423"/>
                  </a:lnTo>
                  <a:lnTo>
                    <a:pt x="495" y="1403"/>
                  </a:lnTo>
                  <a:lnTo>
                    <a:pt x="445" y="1354"/>
                  </a:lnTo>
                  <a:lnTo>
                    <a:pt x="455" y="1383"/>
                  </a:lnTo>
                  <a:lnTo>
                    <a:pt x="436" y="1383"/>
                  </a:lnTo>
                  <a:lnTo>
                    <a:pt x="376" y="1363"/>
                  </a:lnTo>
                  <a:lnTo>
                    <a:pt x="337" y="1344"/>
                  </a:lnTo>
                  <a:lnTo>
                    <a:pt x="317" y="1344"/>
                  </a:lnTo>
                  <a:lnTo>
                    <a:pt x="396" y="1383"/>
                  </a:lnTo>
                  <a:lnTo>
                    <a:pt x="396" y="1403"/>
                  </a:lnTo>
                  <a:lnTo>
                    <a:pt x="436" y="1423"/>
                  </a:lnTo>
                  <a:lnTo>
                    <a:pt x="455" y="1442"/>
                  </a:lnTo>
                  <a:lnTo>
                    <a:pt x="455" y="1442"/>
                  </a:lnTo>
                  <a:lnTo>
                    <a:pt x="396" y="1423"/>
                  </a:lnTo>
                  <a:lnTo>
                    <a:pt x="376" y="1423"/>
                  </a:lnTo>
                  <a:lnTo>
                    <a:pt x="436" y="1462"/>
                  </a:lnTo>
                  <a:lnTo>
                    <a:pt x="455" y="1521"/>
                  </a:lnTo>
                  <a:lnTo>
                    <a:pt x="436" y="1502"/>
                  </a:lnTo>
                  <a:lnTo>
                    <a:pt x="416" y="1482"/>
                  </a:lnTo>
                  <a:lnTo>
                    <a:pt x="396" y="1462"/>
                  </a:lnTo>
                  <a:lnTo>
                    <a:pt x="436" y="1521"/>
                  </a:lnTo>
                  <a:lnTo>
                    <a:pt x="455" y="1541"/>
                  </a:lnTo>
                  <a:lnTo>
                    <a:pt x="475" y="1561"/>
                  </a:lnTo>
                  <a:lnTo>
                    <a:pt x="416" y="1541"/>
                  </a:lnTo>
                  <a:lnTo>
                    <a:pt x="455" y="1581"/>
                  </a:lnTo>
                  <a:lnTo>
                    <a:pt x="455" y="1600"/>
                  </a:lnTo>
                  <a:lnTo>
                    <a:pt x="495" y="1620"/>
                  </a:lnTo>
                  <a:lnTo>
                    <a:pt x="534" y="1660"/>
                  </a:lnTo>
                  <a:lnTo>
                    <a:pt x="455" y="1640"/>
                  </a:lnTo>
                  <a:lnTo>
                    <a:pt x="455" y="1620"/>
                  </a:lnTo>
                  <a:lnTo>
                    <a:pt x="416" y="1600"/>
                  </a:lnTo>
                  <a:lnTo>
                    <a:pt x="376" y="1561"/>
                  </a:lnTo>
                  <a:lnTo>
                    <a:pt x="337" y="1521"/>
                  </a:lnTo>
                  <a:lnTo>
                    <a:pt x="317" y="1521"/>
                  </a:lnTo>
                  <a:lnTo>
                    <a:pt x="337" y="1541"/>
                  </a:lnTo>
                  <a:lnTo>
                    <a:pt x="357" y="1561"/>
                  </a:lnTo>
                  <a:lnTo>
                    <a:pt x="357" y="1581"/>
                  </a:lnTo>
                  <a:lnTo>
                    <a:pt x="337" y="1561"/>
                  </a:lnTo>
                  <a:lnTo>
                    <a:pt x="297" y="1541"/>
                  </a:lnTo>
                  <a:lnTo>
                    <a:pt x="317" y="1561"/>
                  </a:lnTo>
                  <a:lnTo>
                    <a:pt x="297" y="1561"/>
                  </a:lnTo>
                  <a:lnTo>
                    <a:pt x="357" y="1600"/>
                  </a:lnTo>
                  <a:lnTo>
                    <a:pt x="396" y="1640"/>
                  </a:lnTo>
                  <a:lnTo>
                    <a:pt x="396" y="1640"/>
                  </a:lnTo>
                  <a:lnTo>
                    <a:pt x="317" y="1600"/>
                  </a:lnTo>
                  <a:lnTo>
                    <a:pt x="357" y="1640"/>
                  </a:lnTo>
                  <a:lnTo>
                    <a:pt x="416" y="1679"/>
                  </a:lnTo>
                  <a:lnTo>
                    <a:pt x="455" y="1719"/>
                  </a:lnTo>
                  <a:lnTo>
                    <a:pt x="495" y="1739"/>
                  </a:lnTo>
                  <a:lnTo>
                    <a:pt x="534" y="1758"/>
                  </a:lnTo>
                  <a:lnTo>
                    <a:pt x="554" y="1798"/>
                  </a:lnTo>
                  <a:lnTo>
                    <a:pt x="515" y="1778"/>
                  </a:lnTo>
                  <a:lnTo>
                    <a:pt x="455" y="1758"/>
                  </a:lnTo>
                  <a:lnTo>
                    <a:pt x="357" y="1679"/>
                  </a:lnTo>
                  <a:lnTo>
                    <a:pt x="218" y="1581"/>
                  </a:lnTo>
                  <a:lnTo>
                    <a:pt x="238" y="1620"/>
                  </a:lnTo>
                  <a:lnTo>
                    <a:pt x="199" y="1620"/>
                  </a:lnTo>
                  <a:lnTo>
                    <a:pt x="258" y="1679"/>
                  </a:lnTo>
                  <a:lnTo>
                    <a:pt x="321" y="1730"/>
                  </a:lnTo>
                  <a:lnTo>
                    <a:pt x="321" y="1730"/>
                  </a:lnTo>
                  <a:lnTo>
                    <a:pt x="337" y="1778"/>
                  </a:lnTo>
                  <a:lnTo>
                    <a:pt x="337" y="1798"/>
                  </a:lnTo>
                  <a:lnTo>
                    <a:pt x="337" y="1818"/>
                  </a:lnTo>
                  <a:lnTo>
                    <a:pt x="376" y="1857"/>
                  </a:lnTo>
                  <a:lnTo>
                    <a:pt x="455" y="1897"/>
                  </a:lnTo>
                  <a:lnTo>
                    <a:pt x="455" y="1916"/>
                  </a:lnTo>
                  <a:lnTo>
                    <a:pt x="475" y="1936"/>
                  </a:lnTo>
                  <a:lnTo>
                    <a:pt x="515" y="1976"/>
                  </a:lnTo>
                  <a:lnTo>
                    <a:pt x="495" y="1976"/>
                  </a:lnTo>
                  <a:lnTo>
                    <a:pt x="455" y="1936"/>
                  </a:lnTo>
                  <a:lnTo>
                    <a:pt x="436" y="1936"/>
                  </a:lnTo>
                  <a:lnTo>
                    <a:pt x="455" y="1976"/>
                  </a:lnTo>
                  <a:lnTo>
                    <a:pt x="396" y="1936"/>
                  </a:lnTo>
                  <a:lnTo>
                    <a:pt x="376" y="1916"/>
                  </a:lnTo>
                  <a:lnTo>
                    <a:pt x="416" y="1916"/>
                  </a:lnTo>
                  <a:lnTo>
                    <a:pt x="376" y="1877"/>
                  </a:lnTo>
                  <a:lnTo>
                    <a:pt x="376" y="1897"/>
                  </a:lnTo>
                  <a:lnTo>
                    <a:pt x="357" y="1897"/>
                  </a:lnTo>
                  <a:lnTo>
                    <a:pt x="278" y="1837"/>
                  </a:lnTo>
                  <a:lnTo>
                    <a:pt x="297" y="1857"/>
                  </a:lnTo>
                  <a:lnTo>
                    <a:pt x="317" y="1877"/>
                  </a:lnTo>
                  <a:lnTo>
                    <a:pt x="337" y="1897"/>
                  </a:lnTo>
                  <a:lnTo>
                    <a:pt x="357" y="1916"/>
                  </a:lnTo>
                  <a:lnTo>
                    <a:pt x="297" y="1897"/>
                  </a:lnTo>
                  <a:lnTo>
                    <a:pt x="278" y="1897"/>
                  </a:lnTo>
                  <a:lnTo>
                    <a:pt x="278" y="1916"/>
                  </a:lnTo>
                  <a:lnTo>
                    <a:pt x="258" y="1916"/>
                  </a:lnTo>
                  <a:lnTo>
                    <a:pt x="179" y="1857"/>
                  </a:lnTo>
                  <a:lnTo>
                    <a:pt x="179" y="1857"/>
                  </a:lnTo>
                  <a:lnTo>
                    <a:pt x="218" y="1936"/>
                  </a:lnTo>
                  <a:lnTo>
                    <a:pt x="238" y="1976"/>
                  </a:lnTo>
                  <a:lnTo>
                    <a:pt x="278" y="2015"/>
                  </a:lnTo>
                  <a:lnTo>
                    <a:pt x="317" y="2055"/>
                  </a:lnTo>
                  <a:lnTo>
                    <a:pt x="357" y="2055"/>
                  </a:lnTo>
                  <a:lnTo>
                    <a:pt x="337" y="2015"/>
                  </a:lnTo>
                  <a:lnTo>
                    <a:pt x="317" y="1995"/>
                  </a:lnTo>
                  <a:lnTo>
                    <a:pt x="357" y="1995"/>
                  </a:lnTo>
                  <a:lnTo>
                    <a:pt x="258" y="1916"/>
                  </a:lnTo>
                  <a:lnTo>
                    <a:pt x="258" y="1916"/>
                  </a:lnTo>
                  <a:lnTo>
                    <a:pt x="297" y="1936"/>
                  </a:lnTo>
                  <a:lnTo>
                    <a:pt x="376" y="1995"/>
                  </a:lnTo>
                  <a:lnTo>
                    <a:pt x="416" y="2035"/>
                  </a:lnTo>
                  <a:lnTo>
                    <a:pt x="416" y="2055"/>
                  </a:lnTo>
                  <a:lnTo>
                    <a:pt x="455" y="2074"/>
                  </a:lnTo>
                  <a:lnTo>
                    <a:pt x="475" y="2055"/>
                  </a:lnTo>
                  <a:lnTo>
                    <a:pt x="554" y="2114"/>
                  </a:lnTo>
                  <a:lnTo>
                    <a:pt x="613" y="2173"/>
                  </a:lnTo>
                  <a:lnTo>
                    <a:pt x="613" y="2173"/>
                  </a:lnTo>
                  <a:lnTo>
                    <a:pt x="673" y="2252"/>
                  </a:lnTo>
                  <a:lnTo>
                    <a:pt x="554" y="2173"/>
                  </a:lnTo>
                  <a:lnTo>
                    <a:pt x="554" y="2193"/>
                  </a:lnTo>
                  <a:lnTo>
                    <a:pt x="554" y="2213"/>
                  </a:lnTo>
                  <a:lnTo>
                    <a:pt x="594" y="2232"/>
                  </a:lnTo>
                  <a:lnTo>
                    <a:pt x="594" y="2213"/>
                  </a:lnTo>
                  <a:lnTo>
                    <a:pt x="633" y="2252"/>
                  </a:lnTo>
                  <a:lnTo>
                    <a:pt x="613" y="2252"/>
                  </a:lnTo>
                  <a:lnTo>
                    <a:pt x="653" y="2292"/>
                  </a:lnTo>
                  <a:lnTo>
                    <a:pt x="712" y="2331"/>
                  </a:lnTo>
                  <a:lnTo>
                    <a:pt x="673" y="2331"/>
                  </a:lnTo>
                  <a:lnTo>
                    <a:pt x="633" y="2311"/>
                  </a:lnTo>
                  <a:lnTo>
                    <a:pt x="594" y="2292"/>
                  </a:lnTo>
                  <a:lnTo>
                    <a:pt x="495" y="2193"/>
                  </a:lnTo>
                  <a:lnTo>
                    <a:pt x="515" y="2232"/>
                  </a:lnTo>
                  <a:lnTo>
                    <a:pt x="337" y="2094"/>
                  </a:lnTo>
                  <a:lnTo>
                    <a:pt x="297" y="2094"/>
                  </a:lnTo>
                  <a:lnTo>
                    <a:pt x="297" y="2114"/>
                  </a:lnTo>
                  <a:lnTo>
                    <a:pt x="159" y="2035"/>
                  </a:lnTo>
                  <a:lnTo>
                    <a:pt x="179" y="2074"/>
                  </a:lnTo>
                  <a:lnTo>
                    <a:pt x="159" y="2074"/>
                  </a:lnTo>
                  <a:lnTo>
                    <a:pt x="100" y="2055"/>
                  </a:lnTo>
                  <a:lnTo>
                    <a:pt x="120" y="2074"/>
                  </a:lnTo>
                  <a:lnTo>
                    <a:pt x="159" y="2094"/>
                  </a:lnTo>
                  <a:lnTo>
                    <a:pt x="218" y="2134"/>
                  </a:lnTo>
                  <a:lnTo>
                    <a:pt x="238" y="2134"/>
                  </a:lnTo>
                  <a:lnTo>
                    <a:pt x="278" y="2153"/>
                  </a:lnTo>
                  <a:lnTo>
                    <a:pt x="297" y="2173"/>
                  </a:lnTo>
                  <a:lnTo>
                    <a:pt x="357" y="2213"/>
                  </a:lnTo>
                  <a:lnTo>
                    <a:pt x="376" y="2213"/>
                  </a:lnTo>
                  <a:lnTo>
                    <a:pt x="416" y="2232"/>
                  </a:lnTo>
                  <a:lnTo>
                    <a:pt x="396" y="2252"/>
                  </a:lnTo>
                  <a:lnTo>
                    <a:pt x="396" y="2272"/>
                  </a:lnTo>
                  <a:lnTo>
                    <a:pt x="278" y="2173"/>
                  </a:lnTo>
                  <a:lnTo>
                    <a:pt x="278" y="2193"/>
                  </a:lnTo>
                  <a:lnTo>
                    <a:pt x="238" y="2193"/>
                  </a:lnTo>
                  <a:lnTo>
                    <a:pt x="199" y="2173"/>
                  </a:lnTo>
                  <a:lnTo>
                    <a:pt x="179" y="2153"/>
                  </a:lnTo>
                  <a:lnTo>
                    <a:pt x="159" y="2134"/>
                  </a:lnTo>
                  <a:lnTo>
                    <a:pt x="139" y="2114"/>
                  </a:lnTo>
                  <a:lnTo>
                    <a:pt x="100" y="2134"/>
                  </a:lnTo>
                  <a:lnTo>
                    <a:pt x="80" y="2114"/>
                  </a:lnTo>
                  <a:lnTo>
                    <a:pt x="80" y="2094"/>
                  </a:lnTo>
                  <a:lnTo>
                    <a:pt x="60" y="2094"/>
                  </a:lnTo>
                  <a:lnTo>
                    <a:pt x="60" y="2114"/>
                  </a:lnTo>
                  <a:lnTo>
                    <a:pt x="139" y="2173"/>
                  </a:lnTo>
                  <a:lnTo>
                    <a:pt x="80" y="2173"/>
                  </a:lnTo>
                  <a:lnTo>
                    <a:pt x="80" y="2193"/>
                  </a:lnTo>
                  <a:lnTo>
                    <a:pt x="120" y="2213"/>
                  </a:lnTo>
                  <a:lnTo>
                    <a:pt x="159" y="2252"/>
                  </a:lnTo>
                  <a:lnTo>
                    <a:pt x="199" y="2292"/>
                  </a:lnTo>
                  <a:lnTo>
                    <a:pt x="218" y="2311"/>
                  </a:lnTo>
                  <a:lnTo>
                    <a:pt x="238" y="2331"/>
                  </a:lnTo>
                  <a:lnTo>
                    <a:pt x="60" y="2213"/>
                  </a:lnTo>
                  <a:lnTo>
                    <a:pt x="80" y="2232"/>
                  </a:lnTo>
                  <a:lnTo>
                    <a:pt x="60" y="2232"/>
                  </a:lnTo>
                  <a:lnTo>
                    <a:pt x="120" y="2272"/>
                  </a:lnTo>
                  <a:lnTo>
                    <a:pt x="159" y="2311"/>
                  </a:lnTo>
                  <a:lnTo>
                    <a:pt x="179" y="2331"/>
                  </a:lnTo>
                  <a:lnTo>
                    <a:pt x="159" y="2331"/>
                  </a:lnTo>
                  <a:lnTo>
                    <a:pt x="179" y="2371"/>
                  </a:lnTo>
                  <a:lnTo>
                    <a:pt x="218" y="2391"/>
                  </a:lnTo>
                  <a:lnTo>
                    <a:pt x="278" y="2430"/>
                  </a:lnTo>
                  <a:lnTo>
                    <a:pt x="218" y="2430"/>
                  </a:lnTo>
                  <a:lnTo>
                    <a:pt x="139" y="2371"/>
                  </a:lnTo>
                  <a:lnTo>
                    <a:pt x="159" y="2371"/>
                  </a:lnTo>
                  <a:lnTo>
                    <a:pt x="139" y="2351"/>
                  </a:lnTo>
                  <a:lnTo>
                    <a:pt x="120" y="2371"/>
                  </a:lnTo>
                  <a:lnTo>
                    <a:pt x="80" y="2351"/>
                  </a:lnTo>
                  <a:lnTo>
                    <a:pt x="21" y="2311"/>
                  </a:lnTo>
                  <a:lnTo>
                    <a:pt x="40" y="2351"/>
                  </a:lnTo>
                  <a:lnTo>
                    <a:pt x="80" y="2371"/>
                  </a:lnTo>
                  <a:lnTo>
                    <a:pt x="80" y="2391"/>
                  </a:lnTo>
                  <a:lnTo>
                    <a:pt x="179" y="2470"/>
                  </a:lnTo>
                  <a:lnTo>
                    <a:pt x="199" y="2470"/>
                  </a:lnTo>
                  <a:lnTo>
                    <a:pt x="159" y="2450"/>
                  </a:lnTo>
                  <a:lnTo>
                    <a:pt x="139" y="2430"/>
                  </a:lnTo>
                  <a:lnTo>
                    <a:pt x="120" y="2410"/>
                  </a:lnTo>
                  <a:lnTo>
                    <a:pt x="120" y="2410"/>
                  </a:lnTo>
                  <a:lnTo>
                    <a:pt x="199" y="2450"/>
                  </a:lnTo>
                  <a:lnTo>
                    <a:pt x="238" y="2489"/>
                  </a:lnTo>
                  <a:lnTo>
                    <a:pt x="238" y="2489"/>
                  </a:lnTo>
                  <a:lnTo>
                    <a:pt x="199" y="2430"/>
                  </a:lnTo>
                  <a:lnTo>
                    <a:pt x="258" y="2489"/>
                  </a:lnTo>
                  <a:lnTo>
                    <a:pt x="278" y="2470"/>
                  </a:lnTo>
                  <a:lnTo>
                    <a:pt x="297" y="2470"/>
                  </a:lnTo>
                  <a:lnTo>
                    <a:pt x="357" y="2489"/>
                  </a:lnTo>
                  <a:lnTo>
                    <a:pt x="297" y="2430"/>
                  </a:lnTo>
                  <a:lnTo>
                    <a:pt x="297" y="2430"/>
                  </a:lnTo>
                  <a:lnTo>
                    <a:pt x="376" y="2489"/>
                  </a:lnTo>
                  <a:lnTo>
                    <a:pt x="475" y="2568"/>
                  </a:lnTo>
                  <a:lnTo>
                    <a:pt x="515" y="2608"/>
                  </a:lnTo>
                  <a:lnTo>
                    <a:pt x="534" y="2647"/>
                  </a:lnTo>
                  <a:lnTo>
                    <a:pt x="574" y="2687"/>
                  </a:lnTo>
                  <a:lnTo>
                    <a:pt x="594" y="2707"/>
                  </a:lnTo>
                  <a:lnTo>
                    <a:pt x="574" y="2707"/>
                  </a:lnTo>
                  <a:lnTo>
                    <a:pt x="633" y="2746"/>
                  </a:lnTo>
                  <a:lnTo>
                    <a:pt x="594" y="2746"/>
                  </a:lnTo>
                  <a:lnTo>
                    <a:pt x="613" y="2766"/>
                  </a:lnTo>
                  <a:lnTo>
                    <a:pt x="613" y="2766"/>
                  </a:lnTo>
                  <a:lnTo>
                    <a:pt x="455" y="2667"/>
                  </a:lnTo>
                  <a:lnTo>
                    <a:pt x="337" y="2568"/>
                  </a:lnTo>
                  <a:lnTo>
                    <a:pt x="317" y="2588"/>
                  </a:lnTo>
                  <a:lnTo>
                    <a:pt x="337" y="2628"/>
                  </a:lnTo>
                  <a:lnTo>
                    <a:pt x="337" y="2628"/>
                  </a:lnTo>
                  <a:lnTo>
                    <a:pt x="258" y="2568"/>
                  </a:lnTo>
                  <a:lnTo>
                    <a:pt x="179" y="2509"/>
                  </a:lnTo>
                  <a:lnTo>
                    <a:pt x="199" y="2529"/>
                  </a:lnTo>
                  <a:lnTo>
                    <a:pt x="258" y="2588"/>
                  </a:lnTo>
                  <a:lnTo>
                    <a:pt x="218" y="2568"/>
                  </a:lnTo>
                  <a:lnTo>
                    <a:pt x="199" y="2568"/>
                  </a:lnTo>
                  <a:lnTo>
                    <a:pt x="238" y="2608"/>
                  </a:lnTo>
                  <a:lnTo>
                    <a:pt x="297" y="2667"/>
                  </a:lnTo>
                  <a:lnTo>
                    <a:pt x="330" y="2667"/>
                  </a:lnTo>
                  <a:lnTo>
                    <a:pt x="357" y="2707"/>
                  </a:lnTo>
                  <a:lnTo>
                    <a:pt x="416" y="2707"/>
                  </a:lnTo>
                  <a:lnTo>
                    <a:pt x="455" y="2733"/>
                  </a:lnTo>
                  <a:lnTo>
                    <a:pt x="455" y="2733"/>
                  </a:lnTo>
                  <a:lnTo>
                    <a:pt x="455" y="2746"/>
                  </a:lnTo>
                  <a:lnTo>
                    <a:pt x="475" y="2766"/>
                  </a:lnTo>
                  <a:lnTo>
                    <a:pt x="495" y="2766"/>
                  </a:lnTo>
                  <a:lnTo>
                    <a:pt x="475" y="2726"/>
                  </a:lnTo>
                  <a:lnTo>
                    <a:pt x="475" y="2726"/>
                  </a:lnTo>
                  <a:lnTo>
                    <a:pt x="515" y="2746"/>
                  </a:lnTo>
                  <a:lnTo>
                    <a:pt x="554" y="2746"/>
                  </a:lnTo>
                  <a:lnTo>
                    <a:pt x="633" y="2825"/>
                  </a:lnTo>
                  <a:lnTo>
                    <a:pt x="554" y="2786"/>
                  </a:lnTo>
                  <a:lnTo>
                    <a:pt x="554" y="2805"/>
                  </a:lnTo>
                  <a:lnTo>
                    <a:pt x="574" y="2825"/>
                  </a:lnTo>
                  <a:lnTo>
                    <a:pt x="613" y="2825"/>
                  </a:lnTo>
                  <a:lnTo>
                    <a:pt x="653" y="2884"/>
                  </a:lnTo>
                  <a:lnTo>
                    <a:pt x="653" y="2904"/>
                  </a:lnTo>
                  <a:lnTo>
                    <a:pt x="673" y="2904"/>
                  </a:lnTo>
                  <a:lnTo>
                    <a:pt x="732" y="2963"/>
                  </a:lnTo>
                  <a:lnTo>
                    <a:pt x="791" y="3003"/>
                  </a:lnTo>
                  <a:lnTo>
                    <a:pt x="791" y="3003"/>
                  </a:lnTo>
                  <a:lnTo>
                    <a:pt x="771" y="2983"/>
                  </a:lnTo>
                  <a:lnTo>
                    <a:pt x="732" y="2944"/>
                  </a:lnTo>
                  <a:lnTo>
                    <a:pt x="752" y="2944"/>
                  </a:lnTo>
                  <a:lnTo>
                    <a:pt x="811" y="2983"/>
                  </a:lnTo>
                  <a:lnTo>
                    <a:pt x="771" y="2924"/>
                  </a:lnTo>
                  <a:lnTo>
                    <a:pt x="791" y="2944"/>
                  </a:lnTo>
                  <a:lnTo>
                    <a:pt x="811" y="2944"/>
                  </a:lnTo>
                  <a:lnTo>
                    <a:pt x="791" y="2904"/>
                  </a:lnTo>
                  <a:lnTo>
                    <a:pt x="752" y="2884"/>
                  </a:lnTo>
                  <a:lnTo>
                    <a:pt x="732" y="2845"/>
                  </a:lnTo>
                  <a:lnTo>
                    <a:pt x="673" y="2786"/>
                  </a:lnTo>
                  <a:lnTo>
                    <a:pt x="732" y="2825"/>
                  </a:lnTo>
                  <a:lnTo>
                    <a:pt x="771" y="2845"/>
                  </a:lnTo>
                  <a:lnTo>
                    <a:pt x="692" y="2766"/>
                  </a:lnTo>
                  <a:lnTo>
                    <a:pt x="673" y="2746"/>
                  </a:lnTo>
                  <a:lnTo>
                    <a:pt x="653" y="2726"/>
                  </a:lnTo>
                  <a:lnTo>
                    <a:pt x="633" y="2726"/>
                  </a:lnTo>
                  <a:lnTo>
                    <a:pt x="653" y="2746"/>
                  </a:lnTo>
                  <a:lnTo>
                    <a:pt x="673" y="2766"/>
                  </a:lnTo>
                  <a:lnTo>
                    <a:pt x="673" y="2766"/>
                  </a:lnTo>
                  <a:lnTo>
                    <a:pt x="613" y="2726"/>
                  </a:lnTo>
                  <a:lnTo>
                    <a:pt x="574" y="2667"/>
                  </a:lnTo>
                  <a:lnTo>
                    <a:pt x="633" y="2707"/>
                  </a:lnTo>
                  <a:lnTo>
                    <a:pt x="673" y="2707"/>
                  </a:lnTo>
                  <a:lnTo>
                    <a:pt x="692" y="2726"/>
                  </a:lnTo>
                  <a:lnTo>
                    <a:pt x="712" y="2746"/>
                  </a:lnTo>
                  <a:lnTo>
                    <a:pt x="752" y="2786"/>
                  </a:lnTo>
                  <a:lnTo>
                    <a:pt x="791" y="2805"/>
                  </a:lnTo>
                  <a:lnTo>
                    <a:pt x="752" y="2766"/>
                  </a:lnTo>
                  <a:lnTo>
                    <a:pt x="732" y="2746"/>
                  </a:lnTo>
                  <a:lnTo>
                    <a:pt x="673" y="2687"/>
                  </a:lnTo>
                  <a:lnTo>
                    <a:pt x="692" y="2687"/>
                  </a:lnTo>
                  <a:lnTo>
                    <a:pt x="692" y="2667"/>
                  </a:lnTo>
                  <a:lnTo>
                    <a:pt x="673" y="2647"/>
                  </a:lnTo>
                  <a:lnTo>
                    <a:pt x="673" y="2628"/>
                  </a:lnTo>
                  <a:lnTo>
                    <a:pt x="712" y="2647"/>
                  </a:lnTo>
                  <a:lnTo>
                    <a:pt x="633" y="2588"/>
                  </a:lnTo>
                  <a:lnTo>
                    <a:pt x="633" y="2568"/>
                  </a:lnTo>
                  <a:lnTo>
                    <a:pt x="633" y="2549"/>
                  </a:lnTo>
                  <a:lnTo>
                    <a:pt x="673" y="2568"/>
                  </a:lnTo>
                  <a:lnTo>
                    <a:pt x="633" y="2489"/>
                  </a:lnTo>
                  <a:lnTo>
                    <a:pt x="534" y="2450"/>
                  </a:lnTo>
                  <a:lnTo>
                    <a:pt x="503" y="2419"/>
                  </a:lnTo>
                  <a:lnTo>
                    <a:pt x="515" y="2430"/>
                  </a:lnTo>
                  <a:lnTo>
                    <a:pt x="554" y="2450"/>
                  </a:lnTo>
                  <a:lnTo>
                    <a:pt x="574" y="2450"/>
                  </a:lnTo>
                  <a:lnTo>
                    <a:pt x="554" y="2430"/>
                  </a:lnTo>
                  <a:lnTo>
                    <a:pt x="692" y="2529"/>
                  </a:lnTo>
                  <a:lnTo>
                    <a:pt x="653" y="2489"/>
                  </a:lnTo>
                  <a:lnTo>
                    <a:pt x="633" y="2450"/>
                  </a:lnTo>
                  <a:lnTo>
                    <a:pt x="712" y="2509"/>
                  </a:lnTo>
                  <a:lnTo>
                    <a:pt x="752" y="2549"/>
                  </a:lnTo>
                  <a:lnTo>
                    <a:pt x="712" y="2549"/>
                  </a:lnTo>
                  <a:lnTo>
                    <a:pt x="732" y="2568"/>
                  </a:lnTo>
                  <a:lnTo>
                    <a:pt x="732" y="2588"/>
                  </a:lnTo>
                  <a:lnTo>
                    <a:pt x="712" y="2588"/>
                  </a:lnTo>
                  <a:lnTo>
                    <a:pt x="752" y="2608"/>
                  </a:lnTo>
                  <a:lnTo>
                    <a:pt x="771" y="2628"/>
                  </a:lnTo>
                  <a:lnTo>
                    <a:pt x="771" y="2647"/>
                  </a:lnTo>
                  <a:lnTo>
                    <a:pt x="791" y="2647"/>
                  </a:lnTo>
                  <a:lnTo>
                    <a:pt x="831" y="2667"/>
                  </a:lnTo>
                  <a:lnTo>
                    <a:pt x="870" y="2687"/>
                  </a:lnTo>
                  <a:lnTo>
                    <a:pt x="850" y="2667"/>
                  </a:lnTo>
                  <a:lnTo>
                    <a:pt x="910" y="2687"/>
                  </a:lnTo>
                  <a:lnTo>
                    <a:pt x="949" y="2726"/>
                  </a:lnTo>
                  <a:lnTo>
                    <a:pt x="949" y="2746"/>
                  </a:lnTo>
                  <a:lnTo>
                    <a:pt x="969" y="2766"/>
                  </a:lnTo>
                  <a:lnTo>
                    <a:pt x="989" y="2766"/>
                  </a:lnTo>
                  <a:lnTo>
                    <a:pt x="1008" y="2746"/>
                  </a:lnTo>
                  <a:lnTo>
                    <a:pt x="850" y="2608"/>
                  </a:lnTo>
                  <a:lnTo>
                    <a:pt x="831" y="2568"/>
                  </a:lnTo>
                  <a:lnTo>
                    <a:pt x="850" y="2568"/>
                  </a:lnTo>
                  <a:lnTo>
                    <a:pt x="890" y="2608"/>
                  </a:lnTo>
                  <a:lnTo>
                    <a:pt x="929" y="2647"/>
                  </a:lnTo>
                  <a:lnTo>
                    <a:pt x="969" y="2647"/>
                  </a:lnTo>
                  <a:lnTo>
                    <a:pt x="929" y="2628"/>
                  </a:lnTo>
                  <a:lnTo>
                    <a:pt x="949" y="2608"/>
                  </a:lnTo>
                  <a:lnTo>
                    <a:pt x="1028" y="2647"/>
                  </a:lnTo>
                  <a:lnTo>
                    <a:pt x="1028" y="2667"/>
                  </a:lnTo>
                  <a:lnTo>
                    <a:pt x="1008" y="2667"/>
                  </a:lnTo>
                  <a:lnTo>
                    <a:pt x="1008" y="2687"/>
                  </a:lnTo>
                  <a:lnTo>
                    <a:pt x="1048" y="2707"/>
                  </a:lnTo>
                  <a:lnTo>
                    <a:pt x="1028" y="2707"/>
                  </a:lnTo>
                  <a:lnTo>
                    <a:pt x="1087" y="2726"/>
                  </a:lnTo>
                  <a:lnTo>
                    <a:pt x="1107" y="2726"/>
                  </a:lnTo>
                  <a:lnTo>
                    <a:pt x="1068" y="2707"/>
                  </a:lnTo>
                  <a:lnTo>
                    <a:pt x="1087" y="2707"/>
                  </a:lnTo>
                  <a:lnTo>
                    <a:pt x="1147" y="2746"/>
                  </a:lnTo>
                  <a:lnTo>
                    <a:pt x="1186" y="2726"/>
                  </a:lnTo>
                  <a:lnTo>
                    <a:pt x="1206" y="2726"/>
                  </a:lnTo>
                  <a:lnTo>
                    <a:pt x="1206" y="2707"/>
                  </a:lnTo>
                  <a:lnTo>
                    <a:pt x="1166" y="2667"/>
                  </a:lnTo>
                  <a:lnTo>
                    <a:pt x="1087" y="2588"/>
                  </a:lnTo>
                  <a:lnTo>
                    <a:pt x="1087" y="2588"/>
                  </a:lnTo>
                  <a:lnTo>
                    <a:pt x="1186" y="2647"/>
                  </a:lnTo>
                  <a:lnTo>
                    <a:pt x="1245" y="2667"/>
                  </a:lnTo>
                  <a:lnTo>
                    <a:pt x="1186" y="2628"/>
                  </a:lnTo>
                  <a:lnTo>
                    <a:pt x="1147" y="2588"/>
                  </a:lnTo>
                  <a:lnTo>
                    <a:pt x="1087" y="2549"/>
                  </a:lnTo>
                  <a:lnTo>
                    <a:pt x="1087" y="2529"/>
                  </a:lnTo>
                  <a:lnTo>
                    <a:pt x="1147" y="2568"/>
                  </a:lnTo>
                  <a:lnTo>
                    <a:pt x="1166" y="2588"/>
                  </a:lnTo>
                  <a:lnTo>
                    <a:pt x="1206" y="2588"/>
                  </a:lnTo>
                  <a:lnTo>
                    <a:pt x="1265" y="2608"/>
                  </a:lnTo>
                  <a:lnTo>
                    <a:pt x="1226" y="2568"/>
                  </a:lnTo>
                  <a:lnTo>
                    <a:pt x="1206" y="2549"/>
                  </a:lnTo>
                  <a:lnTo>
                    <a:pt x="1186" y="2549"/>
                  </a:lnTo>
                  <a:lnTo>
                    <a:pt x="1127" y="2489"/>
                  </a:lnTo>
                  <a:lnTo>
                    <a:pt x="1166" y="2489"/>
                  </a:lnTo>
                  <a:lnTo>
                    <a:pt x="1206" y="2509"/>
                  </a:lnTo>
                  <a:lnTo>
                    <a:pt x="1226" y="2529"/>
                  </a:lnTo>
                  <a:lnTo>
                    <a:pt x="1245" y="2549"/>
                  </a:lnTo>
                  <a:lnTo>
                    <a:pt x="1265" y="2549"/>
                  </a:lnTo>
                  <a:lnTo>
                    <a:pt x="1245" y="2529"/>
                  </a:lnTo>
                  <a:lnTo>
                    <a:pt x="1265" y="2509"/>
                  </a:lnTo>
                  <a:lnTo>
                    <a:pt x="1285" y="2529"/>
                  </a:lnTo>
                  <a:lnTo>
                    <a:pt x="1305" y="2509"/>
                  </a:lnTo>
                  <a:lnTo>
                    <a:pt x="1265" y="2470"/>
                  </a:lnTo>
                  <a:lnTo>
                    <a:pt x="1285" y="2470"/>
                  </a:lnTo>
                  <a:lnTo>
                    <a:pt x="1285" y="2450"/>
                  </a:lnTo>
                  <a:lnTo>
                    <a:pt x="1219" y="2397"/>
                  </a:lnTo>
                  <a:lnTo>
                    <a:pt x="1219" y="2397"/>
                  </a:lnTo>
                  <a:lnTo>
                    <a:pt x="1245" y="2410"/>
                  </a:lnTo>
                  <a:lnTo>
                    <a:pt x="1324" y="2470"/>
                  </a:lnTo>
                  <a:lnTo>
                    <a:pt x="1285" y="2410"/>
                  </a:lnTo>
                  <a:lnTo>
                    <a:pt x="1344" y="2430"/>
                  </a:lnTo>
                  <a:lnTo>
                    <a:pt x="1324" y="2391"/>
                  </a:lnTo>
                  <a:lnTo>
                    <a:pt x="1305" y="2331"/>
                  </a:lnTo>
                  <a:lnTo>
                    <a:pt x="1285" y="2292"/>
                  </a:lnTo>
                  <a:lnTo>
                    <a:pt x="1364" y="2371"/>
                  </a:lnTo>
                  <a:lnTo>
                    <a:pt x="1384" y="2391"/>
                  </a:lnTo>
                  <a:lnTo>
                    <a:pt x="1403" y="2410"/>
                  </a:lnTo>
                  <a:lnTo>
                    <a:pt x="1403" y="2391"/>
                  </a:lnTo>
                  <a:lnTo>
                    <a:pt x="1423" y="2391"/>
                  </a:lnTo>
                  <a:lnTo>
                    <a:pt x="1423" y="2371"/>
                  </a:lnTo>
                  <a:lnTo>
                    <a:pt x="1403" y="2351"/>
                  </a:lnTo>
                  <a:lnTo>
                    <a:pt x="1344" y="2311"/>
                  </a:lnTo>
                  <a:lnTo>
                    <a:pt x="1344" y="2292"/>
                  </a:lnTo>
                  <a:lnTo>
                    <a:pt x="1364" y="2311"/>
                  </a:lnTo>
                  <a:lnTo>
                    <a:pt x="1403" y="2331"/>
                  </a:lnTo>
                  <a:lnTo>
                    <a:pt x="1403" y="2331"/>
                  </a:lnTo>
                  <a:lnTo>
                    <a:pt x="1364" y="2292"/>
                  </a:lnTo>
                  <a:lnTo>
                    <a:pt x="1364" y="2272"/>
                  </a:lnTo>
                  <a:lnTo>
                    <a:pt x="1364" y="2252"/>
                  </a:lnTo>
                  <a:lnTo>
                    <a:pt x="1403" y="2292"/>
                  </a:lnTo>
                  <a:lnTo>
                    <a:pt x="1403" y="2292"/>
                  </a:lnTo>
                  <a:lnTo>
                    <a:pt x="1364" y="2232"/>
                  </a:lnTo>
                  <a:lnTo>
                    <a:pt x="1285" y="2173"/>
                  </a:lnTo>
                  <a:lnTo>
                    <a:pt x="1245" y="2153"/>
                  </a:lnTo>
                  <a:lnTo>
                    <a:pt x="1245" y="2153"/>
                  </a:lnTo>
                  <a:lnTo>
                    <a:pt x="1265" y="2193"/>
                  </a:lnTo>
                  <a:lnTo>
                    <a:pt x="1265" y="2213"/>
                  </a:lnTo>
                  <a:lnTo>
                    <a:pt x="1206" y="2193"/>
                  </a:lnTo>
                  <a:lnTo>
                    <a:pt x="1147" y="2153"/>
                  </a:lnTo>
                  <a:lnTo>
                    <a:pt x="1147" y="2153"/>
                  </a:lnTo>
                  <a:lnTo>
                    <a:pt x="1186" y="2173"/>
                  </a:lnTo>
                  <a:lnTo>
                    <a:pt x="1147" y="2134"/>
                  </a:lnTo>
                  <a:lnTo>
                    <a:pt x="1127" y="2114"/>
                  </a:lnTo>
                  <a:lnTo>
                    <a:pt x="1048" y="2055"/>
                  </a:lnTo>
                  <a:lnTo>
                    <a:pt x="1048" y="2015"/>
                  </a:lnTo>
                  <a:lnTo>
                    <a:pt x="1087" y="2055"/>
                  </a:lnTo>
                  <a:lnTo>
                    <a:pt x="1087" y="2055"/>
                  </a:lnTo>
                  <a:lnTo>
                    <a:pt x="1068" y="2015"/>
                  </a:lnTo>
                  <a:lnTo>
                    <a:pt x="1107" y="2035"/>
                  </a:lnTo>
                  <a:lnTo>
                    <a:pt x="1127" y="2035"/>
                  </a:lnTo>
                  <a:lnTo>
                    <a:pt x="1127" y="2015"/>
                  </a:lnTo>
                  <a:lnTo>
                    <a:pt x="1107" y="1995"/>
                  </a:lnTo>
                  <a:lnTo>
                    <a:pt x="1166" y="2015"/>
                  </a:lnTo>
                  <a:lnTo>
                    <a:pt x="1147" y="2015"/>
                  </a:lnTo>
                  <a:lnTo>
                    <a:pt x="1166" y="2055"/>
                  </a:lnTo>
                  <a:lnTo>
                    <a:pt x="1206" y="2074"/>
                  </a:lnTo>
                  <a:lnTo>
                    <a:pt x="1206" y="2094"/>
                  </a:lnTo>
                  <a:lnTo>
                    <a:pt x="1265" y="2114"/>
                  </a:lnTo>
                  <a:lnTo>
                    <a:pt x="1305" y="2153"/>
                  </a:lnTo>
                  <a:lnTo>
                    <a:pt x="1384" y="2232"/>
                  </a:lnTo>
                  <a:lnTo>
                    <a:pt x="1403" y="2232"/>
                  </a:lnTo>
                  <a:lnTo>
                    <a:pt x="1443" y="2252"/>
                  </a:lnTo>
                  <a:lnTo>
                    <a:pt x="1423" y="2213"/>
                  </a:lnTo>
                  <a:lnTo>
                    <a:pt x="1423" y="2193"/>
                  </a:lnTo>
                  <a:lnTo>
                    <a:pt x="1403" y="2153"/>
                  </a:lnTo>
                  <a:lnTo>
                    <a:pt x="1423" y="2173"/>
                  </a:lnTo>
                  <a:lnTo>
                    <a:pt x="1443" y="2193"/>
                  </a:lnTo>
                  <a:lnTo>
                    <a:pt x="1463" y="2153"/>
                  </a:lnTo>
                  <a:lnTo>
                    <a:pt x="1423" y="2114"/>
                  </a:lnTo>
                  <a:lnTo>
                    <a:pt x="1463" y="2114"/>
                  </a:lnTo>
                  <a:lnTo>
                    <a:pt x="1502" y="2153"/>
                  </a:lnTo>
                  <a:lnTo>
                    <a:pt x="1522" y="2134"/>
                  </a:lnTo>
                  <a:lnTo>
                    <a:pt x="1522" y="2114"/>
                  </a:lnTo>
                  <a:lnTo>
                    <a:pt x="1482" y="2074"/>
                  </a:lnTo>
                  <a:lnTo>
                    <a:pt x="1463" y="2035"/>
                  </a:lnTo>
                  <a:lnTo>
                    <a:pt x="1463" y="2015"/>
                  </a:lnTo>
                  <a:lnTo>
                    <a:pt x="1482" y="1995"/>
                  </a:lnTo>
                  <a:lnTo>
                    <a:pt x="1522" y="2035"/>
                  </a:lnTo>
                  <a:lnTo>
                    <a:pt x="1502" y="1995"/>
                  </a:lnTo>
                  <a:lnTo>
                    <a:pt x="1542" y="2015"/>
                  </a:lnTo>
                  <a:lnTo>
                    <a:pt x="1542" y="1976"/>
                  </a:lnTo>
                  <a:lnTo>
                    <a:pt x="1542" y="1956"/>
                  </a:lnTo>
                  <a:lnTo>
                    <a:pt x="1581" y="1976"/>
                  </a:lnTo>
                  <a:lnTo>
                    <a:pt x="1561" y="1936"/>
                  </a:lnTo>
                  <a:lnTo>
                    <a:pt x="1502" y="1877"/>
                  </a:lnTo>
                  <a:lnTo>
                    <a:pt x="1561" y="1916"/>
                  </a:lnTo>
                  <a:lnTo>
                    <a:pt x="1601" y="1936"/>
                  </a:lnTo>
                  <a:lnTo>
                    <a:pt x="1601" y="1837"/>
                  </a:lnTo>
                  <a:lnTo>
                    <a:pt x="1621" y="1758"/>
                  </a:lnTo>
                  <a:lnTo>
                    <a:pt x="1640" y="1778"/>
                  </a:lnTo>
                  <a:lnTo>
                    <a:pt x="1640" y="1739"/>
                  </a:lnTo>
                  <a:lnTo>
                    <a:pt x="1640" y="1699"/>
                  </a:lnTo>
                  <a:lnTo>
                    <a:pt x="1621" y="1660"/>
                  </a:lnTo>
                  <a:lnTo>
                    <a:pt x="1621" y="1640"/>
                  </a:lnTo>
                  <a:lnTo>
                    <a:pt x="1640" y="1640"/>
                  </a:lnTo>
                  <a:lnTo>
                    <a:pt x="1621" y="1600"/>
                  </a:lnTo>
                  <a:lnTo>
                    <a:pt x="1561" y="1561"/>
                  </a:lnTo>
                  <a:lnTo>
                    <a:pt x="1463" y="1502"/>
                  </a:lnTo>
                  <a:lnTo>
                    <a:pt x="1443" y="1482"/>
                  </a:lnTo>
                  <a:lnTo>
                    <a:pt x="1463" y="1482"/>
                  </a:lnTo>
                  <a:lnTo>
                    <a:pt x="1482" y="1502"/>
                  </a:lnTo>
                  <a:lnTo>
                    <a:pt x="1522" y="1521"/>
                  </a:lnTo>
                  <a:lnTo>
                    <a:pt x="1542" y="1521"/>
                  </a:lnTo>
                  <a:lnTo>
                    <a:pt x="1621" y="1581"/>
                  </a:lnTo>
                  <a:lnTo>
                    <a:pt x="1680" y="1620"/>
                  </a:lnTo>
                  <a:lnTo>
                    <a:pt x="1680" y="1620"/>
                  </a:lnTo>
                  <a:lnTo>
                    <a:pt x="1640" y="1561"/>
                  </a:lnTo>
                  <a:lnTo>
                    <a:pt x="1660" y="1561"/>
                  </a:lnTo>
                  <a:lnTo>
                    <a:pt x="1660" y="1541"/>
                  </a:lnTo>
                  <a:lnTo>
                    <a:pt x="1680" y="1541"/>
                  </a:lnTo>
                  <a:lnTo>
                    <a:pt x="1700" y="1561"/>
                  </a:lnTo>
                  <a:lnTo>
                    <a:pt x="1719" y="1581"/>
                  </a:lnTo>
                  <a:lnTo>
                    <a:pt x="1700" y="1581"/>
                  </a:lnTo>
                  <a:lnTo>
                    <a:pt x="1700" y="1600"/>
                  </a:lnTo>
                  <a:lnTo>
                    <a:pt x="1739" y="1640"/>
                  </a:lnTo>
                  <a:lnTo>
                    <a:pt x="1719" y="1600"/>
                  </a:lnTo>
                  <a:lnTo>
                    <a:pt x="1739" y="1581"/>
                  </a:lnTo>
                  <a:lnTo>
                    <a:pt x="1739" y="1561"/>
                  </a:lnTo>
                  <a:lnTo>
                    <a:pt x="1700" y="1541"/>
                  </a:lnTo>
                  <a:lnTo>
                    <a:pt x="1700" y="1521"/>
                  </a:lnTo>
                  <a:lnTo>
                    <a:pt x="1660" y="1462"/>
                  </a:lnTo>
                  <a:lnTo>
                    <a:pt x="1680" y="1477"/>
                  </a:lnTo>
                  <a:lnTo>
                    <a:pt x="1680" y="1477"/>
                  </a:lnTo>
                  <a:lnTo>
                    <a:pt x="1680" y="1462"/>
                  </a:lnTo>
                  <a:lnTo>
                    <a:pt x="1700" y="1442"/>
                  </a:lnTo>
                  <a:lnTo>
                    <a:pt x="1719" y="1442"/>
                  </a:lnTo>
                  <a:lnTo>
                    <a:pt x="1779" y="1482"/>
                  </a:lnTo>
                  <a:lnTo>
                    <a:pt x="1759" y="1442"/>
                  </a:lnTo>
                  <a:lnTo>
                    <a:pt x="1779" y="1462"/>
                  </a:lnTo>
                  <a:lnTo>
                    <a:pt x="1818" y="1423"/>
                  </a:lnTo>
                  <a:lnTo>
                    <a:pt x="1838" y="1403"/>
                  </a:lnTo>
                  <a:lnTo>
                    <a:pt x="1858" y="1403"/>
                  </a:lnTo>
                  <a:lnTo>
                    <a:pt x="1858" y="1363"/>
                  </a:lnTo>
                  <a:lnTo>
                    <a:pt x="1798" y="1304"/>
                  </a:lnTo>
                  <a:lnTo>
                    <a:pt x="1739" y="1284"/>
                  </a:lnTo>
                  <a:lnTo>
                    <a:pt x="1719" y="1245"/>
                  </a:lnTo>
                  <a:lnTo>
                    <a:pt x="1719" y="1225"/>
                  </a:lnTo>
                  <a:lnTo>
                    <a:pt x="1759" y="1265"/>
                  </a:lnTo>
                  <a:lnTo>
                    <a:pt x="1798" y="1284"/>
                  </a:lnTo>
                  <a:lnTo>
                    <a:pt x="1838" y="1304"/>
                  </a:lnTo>
                  <a:lnTo>
                    <a:pt x="1838" y="1284"/>
                  </a:lnTo>
                  <a:lnTo>
                    <a:pt x="1877" y="1304"/>
                  </a:lnTo>
                  <a:lnTo>
                    <a:pt x="1877" y="1265"/>
                  </a:lnTo>
                  <a:lnTo>
                    <a:pt x="1838" y="1225"/>
                  </a:lnTo>
                  <a:lnTo>
                    <a:pt x="1838" y="1225"/>
                  </a:lnTo>
                  <a:lnTo>
                    <a:pt x="1877" y="1245"/>
                  </a:lnTo>
                  <a:lnTo>
                    <a:pt x="1897" y="1284"/>
                  </a:lnTo>
                  <a:lnTo>
                    <a:pt x="1897" y="1265"/>
                  </a:lnTo>
                  <a:lnTo>
                    <a:pt x="1917" y="1284"/>
                  </a:lnTo>
                  <a:lnTo>
                    <a:pt x="1917" y="1265"/>
                  </a:lnTo>
                  <a:lnTo>
                    <a:pt x="1897" y="1225"/>
                  </a:lnTo>
                  <a:lnTo>
                    <a:pt x="1858" y="1186"/>
                  </a:lnTo>
                  <a:lnTo>
                    <a:pt x="1838" y="1126"/>
                  </a:lnTo>
                  <a:lnTo>
                    <a:pt x="1858" y="1126"/>
                  </a:lnTo>
                  <a:lnTo>
                    <a:pt x="1818" y="1087"/>
                  </a:lnTo>
                  <a:lnTo>
                    <a:pt x="1779" y="1028"/>
                  </a:lnTo>
                  <a:lnTo>
                    <a:pt x="1818" y="1067"/>
                  </a:lnTo>
                  <a:lnTo>
                    <a:pt x="1838" y="1067"/>
                  </a:lnTo>
                  <a:lnTo>
                    <a:pt x="1818" y="1047"/>
                  </a:lnTo>
                  <a:lnTo>
                    <a:pt x="1917" y="1107"/>
                  </a:lnTo>
                  <a:lnTo>
                    <a:pt x="1877" y="1107"/>
                  </a:lnTo>
                  <a:lnTo>
                    <a:pt x="1858" y="1087"/>
                  </a:lnTo>
                  <a:lnTo>
                    <a:pt x="1858" y="1107"/>
                  </a:lnTo>
                  <a:lnTo>
                    <a:pt x="1937" y="1146"/>
                  </a:lnTo>
                  <a:lnTo>
                    <a:pt x="1976" y="1146"/>
                  </a:lnTo>
                  <a:lnTo>
                    <a:pt x="1996" y="1126"/>
                  </a:lnTo>
                  <a:lnTo>
                    <a:pt x="1996" y="1107"/>
                  </a:lnTo>
                  <a:lnTo>
                    <a:pt x="1996" y="1067"/>
                  </a:lnTo>
                  <a:lnTo>
                    <a:pt x="2016" y="1047"/>
                  </a:lnTo>
                  <a:lnTo>
                    <a:pt x="1996" y="1028"/>
                  </a:lnTo>
                  <a:lnTo>
                    <a:pt x="1956" y="968"/>
                  </a:lnTo>
                  <a:lnTo>
                    <a:pt x="1996" y="1008"/>
                  </a:lnTo>
                  <a:lnTo>
                    <a:pt x="2075" y="1008"/>
                  </a:lnTo>
                  <a:lnTo>
                    <a:pt x="2075" y="988"/>
                  </a:lnTo>
                  <a:lnTo>
                    <a:pt x="2095" y="968"/>
                  </a:lnTo>
                  <a:lnTo>
                    <a:pt x="2095" y="949"/>
                  </a:lnTo>
                  <a:lnTo>
                    <a:pt x="2075" y="909"/>
                  </a:lnTo>
                  <a:lnTo>
                    <a:pt x="2075" y="909"/>
                  </a:lnTo>
                  <a:lnTo>
                    <a:pt x="2114" y="929"/>
                  </a:lnTo>
                  <a:lnTo>
                    <a:pt x="2055" y="850"/>
                  </a:lnTo>
                  <a:lnTo>
                    <a:pt x="2055" y="810"/>
                  </a:lnTo>
                  <a:lnTo>
                    <a:pt x="2016" y="751"/>
                  </a:lnTo>
                  <a:lnTo>
                    <a:pt x="1937" y="672"/>
                  </a:lnTo>
                  <a:lnTo>
                    <a:pt x="1996" y="712"/>
                  </a:lnTo>
                  <a:lnTo>
                    <a:pt x="2035" y="751"/>
                  </a:lnTo>
                  <a:lnTo>
                    <a:pt x="2035" y="731"/>
                  </a:lnTo>
                  <a:lnTo>
                    <a:pt x="2016" y="712"/>
                  </a:lnTo>
                  <a:lnTo>
                    <a:pt x="2016" y="692"/>
                  </a:lnTo>
                  <a:lnTo>
                    <a:pt x="2035" y="692"/>
                  </a:lnTo>
                  <a:lnTo>
                    <a:pt x="2055" y="712"/>
                  </a:lnTo>
                  <a:lnTo>
                    <a:pt x="2075" y="731"/>
                  </a:lnTo>
                  <a:lnTo>
                    <a:pt x="2095" y="731"/>
                  </a:lnTo>
                  <a:lnTo>
                    <a:pt x="2075" y="712"/>
                  </a:lnTo>
                  <a:lnTo>
                    <a:pt x="2095" y="712"/>
                  </a:lnTo>
                  <a:lnTo>
                    <a:pt x="2016" y="652"/>
                  </a:lnTo>
                  <a:lnTo>
                    <a:pt x="1996" y="613"/>
                  </a:lnTo>
                  <a:lnTo>
                    <a:pt x="1976" y="613"/>
                  </a:lnTo>
                  <a:lnTo>
                    <a:pt x="1956" y="573"/>
                  </a:lnTo>
                  <a:lnTo>
                    <a:pt x="1956" y="514"/>
                  </a:lnTo>
                  <a:lnTo>
                    <a:pt x="1956" y="435"/>
                  </a:lnTo>
                  <a:lnTo>
                    <a:pt x="1996" y="396"/>
                  </a:lnTo>
                  <a:lnTo>
                    <a:pt x="2035" y="356"/>
                  </a:lnTo>
                  <a:lnTo>
                    <a:pt x="2075" y="396"/>
                  </a:lnTo>
                  <a:lnTo>
                    <a:pt x="2075" y="376"/>
                  </a:lnTo>
                  <a:lnTo>
                    <a:pt x="2134" y="376"/>
                  </a:lnTo>
                  <a:lnTo>
                    <a:pt x="2114" y="356"/>
                  </a:lnTo>
                  <a:lnTo>
                    <a:pt x="2095" y="336"/>
                  </a:lnTo>
                  <a:lnTo>
                    <a:pt x="2134" y="356"/>
                  </a:lnTo>
                  <a:lnTo>
                    <a:pt x="2134" y="376"/>
                  </a:lnTo>
                  <a:lnTo>
                    <a:pt x="2154" y="356"/>
                  </a:lnTo>
                  <a:lnTo>
                    <a:pt x="2193" y="376"/>
                  </a:lnTo>
                  <a:lnTo>
                    <a:pt x="2213" y="376"/>
                  </a:lnTo>
                  <a:lnTo>
                    <a:pt x="2213" y="336"/>
                  </a:lnTo>
                  <a:lnTo>
                    <a:pt x="2272" y="376"/>
                  </a:lnTo>
                  <a:lnTo>
                    <a:pt x="2351" y="396"/>
                  </a:lnTo>
                  <a:lnTo>
                    <a:pt x="2351" y="396"/>
                  </a:lnTo>
                  <a:lnTo>
                    <a:pt x="2312" y="376"/>
                  </a:lnTo>
                  <a:lnTo>
                    <a:pt x="2292" y="336"/>
                  </a:lnTo>
                  <a:lnTo>
                    <a:pt x="2272" y="336"/>
                  </a:lnTo>
                  <a:lnTo>
                    <a:pt x="2253" y="317"/>
                  </a:lnTo>
                  <a:lnTo>
                    <a:pt x="2233" y="277"/>
                  </a:lnTo>
                  <a:lnTo>
                    <a:pt x="2095" y="198"/>
                  </a:lnTo>
                  <a:lnTo>
                    <a:pt x="1956" y="119"/>
                  </a:lnTo>
                  <a:lnTo>
                    <a:pt x="1937" y="119"/>
                  </a:lnTo>
                  <a:lnTo>
                    <a:pt x="1897" y="99"/>
                  </a:lnTo>
                  <a:lnTo>
                    <a:pt x="1838" y="60"/>
                  </a:lnTo>
                  <a:lnTo>
                    <a:pt x="1818" y="60"/>
                  </a:lnTo>
                  <a:lnTo>
                    <a:pt x="1858" y="99"/>
                  </a:lnTo>
                  <a:lnTo>
                    <a:pt x="1818" y="99"/>
                  </a:lnTo>
                  <a:lnTo>
                    <a:pt x="1798" y="80"/>
                  </a:lnTo>
                  <a:lnTo>
                    <a:pt x="1818" y="119"/>
                  </a:lnTo>
                  <a:lnTo>
                    <a:pt x="1759" y="80"/>
                  </a:lnTo>
                  <a:lnTo>
                    <a:pt x="1700" y="40"/>
                  </a:lnTo>
                  <a:lnTo>
                    <a:pt x="1680" y="40"/>
                  </a:lnTo>
                  <a:lnTo>
                    <a:pt x="1680" y="60"/>
                  </a:lnTo>
                  <a:lnTo>
                    <a:pt x="1700" y="80"/>
                  </a:lnTo>
                  <a:lnTo>
                    <a:pt x="1660" y="80"/>
                  </a:lnTo>
                  <a:lnTo>
                    <a:pt x="1640" y="40"/>
                  </a:lnTo>
                  <a:lnTo>
                    <a:pt x="1640" y="60"/>
                  </a:lnTo>
                  <a:lnTo>
                    <a:pt x="1621" y="40"/>
                  </a:lnTo>
                  <a:lnTo>
                    <a:pt x="1561" y="20"/>
                  </a:lnTo>
                  <a:lnTo>
                    <a:pt x="1640" y="80"/>
                  </a:lnTo>
                  <a:lnTo>
                    <a:pt x="1621" y="80"/>
                  </a:lnTo>
                  <a:lnTo>
                    <a:pt x="1700" y="119"/>
                  </a:lnTo>
                  <a:lnTo>
                    <a:pt x="1719" y="159"/>
                  </a:lnTo>
                  <a:lnTo>
                    <a:pt x="1680" y="119"/>
                  </a:lnTo>
                  <a:lnTo>
                    <a:pt x="1660" y="119"/>
                  </a:lnTo>
                  <a:lnTo>
                    <a:pt x="1640" y="99"/>
                  </a:lnTo>
                  <a:lnTo>
                    <a:pt x="1581" y="40"/>
                  </a:lnTo>
                  <a:lnTo>
                    <a:pt x="1542" y="40"/>
                  </a:lnTo>
                  <a:lnTo>
                    <a:pt x="1542" y="60"/>
                  </a:lnTo>
                  <a:lnTo>
                    <a:pt x="1522" y="40"/>
                  </a:lnTo>
                  <a:lnTo>
                    <a:pt x="1502" y="20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20"/>
            <p:cNvSpPr/>
            <p:nvPr/>
          </p:nvSpPr>
          <p:spPr>
            <a:xfrm>
              <a:off x="-1768900" y="35509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20"/>
            <p:cNvSpPr/>
            <p:nvPr/>
          </p:nvSpPr>
          <p:spPr>
            <a:xfrm>
              <a:off x="-1769400" y="35069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20"/>
                  </a:moveTo>
                  <a:lnTo>
                    <a:pt x="2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20"/>
            <p:cNvSpPr/>
            <p:nvPr/>
          </p:nvSpPr>
          <p:spPr>
            <a:xfrm>
              <a:off x="-1780750" y="35430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20"/>
            <p:cNvSpPr/>
            <p:nvPr/>
          </p:nvSpPr>
          <p:spPr>
            <a:xfrm>
              <a:off x="-1780275" y="3412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20"/>
            <p:cNvSpPr/>
            <p:nvPr/>
          </p:nvSpPr>
          <p:spPr>
            <a:xfrm>
              <a:off x="-1780750" y="3410675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20"/>
            <p:cNvSpPr/>
            <p:nvPr/>
          </p:nvSpPr>
          <p:spPr>
            <a:xfrm>
              <a:off x="-1791625" y="3408700"/>
              <a:ext cx="19275" cy="5475"/>
            </a:xfrm>
            <a:custGeom>
              <a:rect b="b" l="l" r="r" t="t"/>
              <a:pathLst>
                <a:path extrusionOk="0" h="219" w="771">
                  <a:moveTo>
                    <a:pt x="438" y="43"/>
                  </a:moveTo>
                  <a:lnTo>
                    <a:pt x="455" y="60"/>
                  </a:lnTo>
                  <a:lnTo>
                    <a:pt x="435" y="80"/>
                  </a:lnTo>
                  <a:lnTo>
                    <a:pt x="475" y="80"/>
                  </a:lnTo>
                  <a:lnTo>
                    <a:pt x="438" y="43"/>
                  </a:lnTo>
                  <a:close/>
                  <a:moveTo>
                    <a:pt x="494" y="60"/>
                  </a:moveTo>
                  <a:lnTo>
                    <a:pt x="514" y="80"/>
                  </a:lnTo>
                  <a:lnTo>
                    <a:pt x="554" y="100"/>
                  </a:lnTo>
                  <a:lnTo>
                    <a:pt x="672" y="139"/>
                  </a:lnTo>
                  <a:lnTo>
                    <a:pt x="712" y="159"/>
                  </a:lnTo>
                  <a:lnTo>
                    <a:pt x="692" y="139"/>
                  </a:lnTo>
                  <a:lnTo>
                    <a:pt x="633" y="119"/>
                  </a:lnTo>
                  <a:lnTo>
                    <a:pt x="672" y="119"/>
                  </a:lnTo>
                  <a:lnTo>
                    <a:pt x="573" y="80"/>
                  </a:lnTo>
                  <a:lnTo>
                    <a:pt x="514" y="60"/>
                  </a:lnTo>
                  <a:close/>
                  <a:moveTo>
                    <a:pt x="0" y="1"/>
                  </a:moveTo>
                  <a:lnTo>
                    <a:pt x="20" y="21"/>
                  </a:lnTo>
                  <a:lnTo>
                    <a:pt x="99" y="40"/>
                  </a:lnTo>
                  <a:lnTo>
                    <a:pt x="40" y="40"/>
                  </a:lnTo>
                  <a:lnTo>
                    <a:pt x="99" y="60"/>
                  </a:lnTo>
                  <a:lnTo>
                    <a:pt x="178" y="100"/>
                  </a:lnTo>
                  <a:lnTo>
                    <a:pt x="198" y="80"/>
                  </a:lnTo>
                  <a:lnTo>
                    <a:pt x="237" y="100"/>
                  </a:lnTo>
                  <a:lnTo>
                    <a:pt x="356" y="119"/>
                  </a:lnTo>
                  <a:lnTo>
                    <a:pt x="395" y="119"/>
                  </a:lnTo>
                  <a:lnTo>
                    <a:pt x="415" y="100"/>
                  </a:lnTo>
                  <a:lnTo>
                    <a:pt x="435" y="100"/>
                  </a:lnTo>
                  <a:lnTo>
                    <a:pt x="554" y="139"/>
                  </a:lnTo>
                  <a:lnTo>
                    <a:pt x="573" y="159"/>
                  </a:lnTo>
                  <a:lnTo>
                    <a:pt x="573" y="159"/>
                  </a:lnTo>
                  <a:lnTo>
                    <a:pt x="534" y="139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514" y="139"/>
                  </a:lnTo>
                  <a:lnTo>
                    <a:pt x="593" y="179"/>
                  </a:lnTo>
                  <a:lnTo>
                    <a:pt x="672" y="198"/>
                  </a:lnTo>
                  <a:lnTo>
                    <a:pt x="692" y="198"/>
                  </a:lnTo>
                  <a:lnTo>
                    <a:pt x="771" y="218"/>
                  </a:lnTo>
                  <a:lnTo>
                    <a:pt x="771" y="218"/>
                  </a:lnTo>
                  <a:lnTo>
                    <a:pt x="692" y="179"/>
                  </a:lnTo>
                  <a:lnTo>
                    <a:pt x="731" y="179"/>
                  </a:lnTo>
                  <a:lnTo>
                    <a:pt x="712" y="159"/>
                  </a:lnTo>
                  <a:lnTo>
                    <a:pt x="672" y="159"/>
                  </a:lnTo>
                  <a:lnTo>
                    <a:pt x="672" y="139"/>
                  </a:lnTo>
                  <a:lnTo>
                    <a:pt x="633" y="139"/>
                  </a:lnTo>
                  <a:lnTo>
                    <a:pt x="554" y="100"/>
                  </a:lnTo>
                  <a:lnTo>
                    <a:pt x="475" y="80"/>
                  </a:lnTo>
                  <a:lnTo>
                    <a:pt x="475" y="80"/>
                  </a:lnTo>
                  <a:lnTo>
                    <a:pt x="494" y="100"/>
                  </a:lnTo>
                  <a:lnTo>
                    <a:pt x="316" y="60"/>
                  </a:lnTo>
                  <a:lnTo>
                    <a:pt x="158" y="21"/>
                  </a:lnTo>
                  <a:lnTo>
                    <a:pt x="158" y="4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20"/>
            <p:cNvSpPr/>
            <p:nvPr/>
          </p:nvSpPr>
          <p:spPr>
            <a:xfrm>
              <a:off x="-1774825" y="3409200"/>
              <a:ext cx="2975" cy="1025"/>
            </a:xfrm>
            <a:custGeom>
              <a:rect b="b" l="l" r="r" t="t"/>
              <a:pathLst>
                <a:path extrusionOk="0" h="41" w="119">
                  <a:moveTo>
                    <a:pt x="119" y="40"/>
                  </a:moveTo>
                  <a:lnTo>
                    <a:pt x="119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9" y="40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20"/>
            <p:cNvSpPr/>
            <p:nvPr/>
          </p:nvSpPr>
          <p:spPr>
            <a:xfrm>
              <a:off x="-1777300" y="340822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0" y="0"/>
                  </a:moveTo>
                  <a:lnTo>
                    <a:pt x="20" y="20"/>
                  </a:lnTo>
                  <a:lnTo>
                    <a:pt x="99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20"/>
            <p:cNvSpPr/>
            <p:nvPr/>
          </p:nvSpPr>
          <p:spPr>
            <a:xfrm>
              <a:off x="-1798550" y="3390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20"/>
            <p:cNvSpPr/>
            <p:nvPr/>
          </p:nvSpPr>
          <p:spPr>
            <a:xfrm>
              <a:off x="-1800025" y="3362775"/>
              <a:ext cx="39525" cy="47925"/>
            </a:xfrm>
            <a:custGeom>
              <a:rect b="b" l="l" r="r" t="t"/>
              <a:pathLst>
                <a:path extrusionOk="0" h="1917" w="1581">
                  <a:moveTo>
                    <a:pt x="1423" y="337"/>
                  </a:moveTo>
                  <a:lnTo>
                    <a:pt x="1423" y="342"/>
                  </a:lnTo>
                  <a:lnTo>
                    <a:pt x="1423" y="342"/>
                  </a:lnTo>
                  <a:lnTo>
                    <a:pt x="1443" y="357"/>
                  </a:lnTo>
                  <a:lnTo>
                    <a:pt x="1423" y="337"/>
                  </a:lnTo>
                  <a:close/>
                  <a:moveTo>
                    <a:pt x="139" y="692"/>
                  </a:moveTo>
                  <a:lnTo>
                    <a:pt x="139" y="699"/>
                  </a:lnTo>
                  <a:lnTo>
                    <a:pt x="139" y="699"/>
                  </a:lnTo>
                  <a:lnTo>
                    <a:pt x="149" y="702"/>
                  </a:lnTo>
                  <a:lnTo>
                    <a:pt x="139" y="692"/>
                  </a:lnTo>
                  <a:close/>
                  <a:moveTo>
                    <a:pt x="149" y="702"/>
                  </a:moveTo>
                  <a:lnTo>
                    <a:pt x="159" y="712"/>
                  </a:lnTo>
                  <a:lnTo>
                    <a:pt x="188" y="722"/>
                  </a:lnTo>
                  <a:lnTo>
                    <a:pt x="188" y="722"/>
                  </a:lnTo>
                  <a:lnTo>
                    <a:pt x="178" y="712"/>
                  </a:lnTo>
                  <a:lnTo>
                    <a:pt x="149" y="702"/>
                  </a:lnTo>
                  <a:close/>
                  <a:moveTo>
                    <a:pt x="40" y="653"/>
                  </a:moveTo>
                  <a:lnTo>
                    <a:pt x="60" y="673"/>
                  </a:lnTo>
                  <a:lnTo>
                    <a:pt x="80" y="692"/>
                  </a:lnTo>
                  <a:lnTo>
                    <a:pt x="60" y="692"/>
                  </a:lnTo>
                  <a:lnTo>
                    <a:pt x="159" y="732"/>
                  </a:lnTo>
                  <a:lnTo>
                    <a:pt x="139" y="712"/>
                  </a:lnTo>
                  <a:lnTo>
                    <a:pt x="139" y="699"/>
                  </a:lnTo>
                  <a:lnTo>
                    <a:pt x="139" y="699"/>
                  </a:lnTo>
                  <a:lnTo>
                    <a:pt x="119" y="692"/>
                  </a:lnTo>
                  <a:lnTo>
                    <a:pt x="40" y="653"/>
                  </a:lnTo>
                  <a:close/>
                  <a:moveTo>
                    <a:pt x="188" y="722"/>
                  </a:moveTo>
                  <a:lnTo>
                    <a:pt x="198" y="73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18" y="732"/>
                  </a:lnTo>
                  <a:lnTo>
                    <a:pt x="188" y="722"/>
                  </a:lnTo>
                  <a:close/>
                  <a:moveTo>
                    <a:pt x="119" y="890"/>
                  </a:moveTo>
                  <a:lnTo>
                    <a:pt x="149" y="900"/>
                  </a:lnTo>
                  <a:lnTo>
                    <a:pt x="139" y="890"/>
                  </a:lnTo>
                  <a:close/>
                  <a:moveTo>
                    <a:pt x="149" y="900"/>
                  </a:moveTo>
                  <a:lnTo>
                    <a:pt x="159" y="910"/>
                  </a:lnTo>
                  <a:lnTo>
                    <a:pt x="178" y="910"/>
                  </a:lnTo>
                  <a:lnTo>
                    <a:pt x="149" y="900"/>
                  </a:lnTo>
                  <a:close/>
                  <a:moveTo>
                    <a:pt x="119" y="910"/>
                  </a:moveTo>
                  <a:lnTo>
                    <a:pt x="119" y="929"/>
                  </a:lnTo>
                  <a:lnTo>
                    <a:pt x="139" y="929"/>
                  </a:lnTo>
                  <a:lnTo>
                    <a:pt x="119" y="910"/>
                  </a:lnTo>
                  <a:close/>
                  <a:moveTo>
                    <a:pt x="119" y="929"/>
                  </a:moveTo>
                  <a:lnTo>
                    <a:pt x="119" y="94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19" y="929"/>
                  </a:lnTo>
                  <a:close/>
                  <a:moveTo>
                    <a:pt x="119" y="1028"/>
                  </a:moveTo>
                  <a:lnTo>
                    <a:pt x="119" y="1048"/>
                  </a:lnTo>
                  <a:lnTo>
                    <a:pt x="178" y="1068"/>
                  </a:lnTo>
                  <a:lnTo>
                    <a:pt x="178" y="1068"/>
                  </a:lnTo>
                  <a:lnTo>
                    <a:pt x="139" y="1048"/>
                  </a:lnTo>
                  <a:lnTo>
                    <a:pt x="119" y="1028"/>
                  </a:lnTo>
                  <a:close/>
                  <a:moveTo>
                    <a:pt x="1285" y="1502"/>
                  </a:moveTo>
                  <a:lnTo>
                    <a:pt x="1304" y="1522"/>
                  </a:lnTo>
                  <a:lnTo>
                    <a:pt x="1364" y="1522"/>
                  </a:lnTo>
                  <a:lnTo>
                    <a:pt x="1285" y="1502"/>
                  </a:lnTo>
                  <a:close/>
                  <a:moveTo>
                    <a:pt x="40" y="1601"/>
                  </a:moveTo>
                  <a:lnTo>
                    <a:pt x="99" y="1621"/>
                  </a:lnTo>
                  <a:lnTo>
                    <a:pt x="119" y="1621"/>
                  </a:lnTo>
                  <a:lnTo>
                    <a:pt x="40" y="1601"/>
                  </a:lnTo>
                  <a:close/>
                  <a:moveTo>
                    <a:pt x="257" y="1680"/>
                  </a:moveTo>
                  <a:lnTo>
                    <a:pt x="266" y="1688"/>
                  </a:lnTo>
                  <a:lnTo>
                    <a:pt x="266" y="1688"/>
                  </a:lnTo>
                  <a:lnTo>
                    <a:pt x="228" y="1680"/>
                  </a:lnTo>
                  <a:close/>
                  <a:moveTo>
                    <a:pt x="1304" y="1690"/>
                  </a:moveTo>
                  <a:lnTo>
                    <a:pt x="1304" y="1700"/>
                  </a:lnTo>
                  <a:lnTo>
                    <a:pt x="1324" y="1700"/>
                  </a:lnTo>
                  <a:lnTo>
                    <a:pt x="1304" y="1690"/>
                  </a:lnTo>
                  <a:close/>
                  <a:moveTo>
                    <a:pt x="652" y="1719"/>
                  </a:moveTo>
                  <a:lnTo>
                    <a:pt x="722" y="1739"/>
                  </a:lnTo>
                  <a:lnTo>
                    <a:pt x="633" y="1739"/>
                  </a:lnTo>
                  <a:lnTo>
                    <a:pt x="593" y="1719"/>
                  </a:lnTo>
                  <a:close/>
                  <a:moveTo>
                    <a:pt x="1048" y="1798"/>
                  </a:moveTo>
                  <a:lnTo>
                    <a:pt x="1087" y="1818"/>
                  </a:lnTo>
                  <a:lnTo>
                    <a:pt x="1087" y="1818"/>
                  </a:lnTo>
                  <a:lnTo>
                    <a:pt x="1067" y="1798"/>
                  </a:lnTo>
                  <a:close/>
                  <a:moveTo>
                    <a:pt x="119" y="1739"/>
                  </a:moveTo>
                  <a:lnTo>
                    <a:pt x="139" y="1759"/>
                  </a:lnTo>
                  <a:lnTo>
                    <a:pt x="119" y="1759"/>
                  </a:lnTo>
                  <a:lnTo>
                    <a:pt x="178" y="1779"/>
                  </a:lnTo>
                  <a:lnTo>
                    <a:pt x="198" y="1779"/>
                  </a:lnTo>
                  <a:lnTo>
                    <a:pt x="317" y="1818"/>
                  </a:lnTo>
                  <a:lnTo>
                    <a:pt x="336" y="1818"/>
                  </a:lnTo>
                  <a:lnTo>
                    <a:pt x="297" y="1798"/>
                  </a:lnTo>
                  <a:lnTo>
                    <a:pt x="238" y="1779"/>
                  </a:lnTo>
                  <a:lnTo>
                    <a:pt x="376" y="1818"/>
                  </a:lnTo>
                  <a:lnTo>
                    <a:pt x="336" y="1779"/>
                  </a:lnTo>
                  <a:lnTo>
                    <a:pt x="238" y="1759"/>
                  </a:lnTo>
                  <a:lnTo>
                    <a:pt x="257" y="1759"/>
                  </a:lnTo>
                  <a:lnTo>
                    <a:pt x="218" y="1739"/>
                  </a:lnTo>
                  <a:lnTo>
                    <a:pt x="238" y="1759"/>
                  </a:lnTo>
                  <a:lnTo>
                    <a:pt x="238" y="1759"/>
                  </a:lnTo>
                  <a:lnTo>
                    <a:pt x="119" y="1739"/>
                  </a:lnTo>
                  <a:close/>
                  <a:moveTo>
                    <a:pt x="376" y="1818"/>
                  </a:moveTo>
                  <a:lnTo>
                    <a:pt x="494" y="1858"/>
                  </a:lnTo>
                  <a:lnTo>
                    <a:pt x="494" y="1858"/>
                  </a:lnTo>
                  <a:lnTo>
                    <a:pt x="455" y="1838"/>
                  </a:lnTo>
                  <a:lnTo>
                    <a:pt x="376" y="1818"/>
                  </a:lnTo>
                  <a:close/>
                  <a:moveTo>
                    <a:pt x="1403" y="1"/>
                  </a:moveTo>
                  <a:lnTo>
                    <a:pt x="435" y="396"/>
                  </a:lnTo>
                  <a:lnTo>
                    <a:pt x="514" y="436"/>
                  </a:lnTo>
                  <a:lnTo>
                    <a:pt x="435" y="436"/>
                  </a:lnTo>
                  <a:lnTo>
                    <a:pt x="396" y="416"/>
                  </a:lnTo>
                  <a:lnTo>
                    <a:pt x="277" y="455"/>
                  </a:lnTo>
                  <a:lnTo>
                    <a:pt x="297" y="475"/>
                  </a:lnTo>
                  <a:lnTo>
                    <a:pt x="218" y="475"/>
                  </a:lnTo>
                  <a:lnTo>
                    <a:pt x="238" y="495"/>
                  </a:lnTo>
                  <a:lnTo>
                    <a:pt x="178" y="495"/>
                  </a:lnTo>
                  <a:lnTo>
                    <a:pt x="139" y="515"/>
                  </a:lnTo>
                  <a:lnTo>
                    <a:pt x="218" y="554"/>
                  </a:lnTo>
                  <a:lnTo>
                    <a:pt x="218" y="554"/>
                  </a:lnTo>
                  <a:lnTo>
                    <a:pt x="198" y="534"/>
                  </a:lnTo>
                  <a:lnTo>
                    <a:pt x="218" y="534"/>
                  </a:lnTo>
                  <a:lnTo>
                    <a:pt x="257" y="554"/>
                  </a:lnTo>
                  <a:lnTo>
                    <a:pt x="297" y="574"/>
                  </a:lnTo>
                  <a:lnTo>
                    <a:pt x="336" y="594"/>
                  </a:lnTo>
                  <a:lnTo>
                    <a:pt x="297" y="594"/>
                  </a:lnTo>
                  <a:lnTo>
                    <a:pt x="238" y="574"/>
                  </a:lnTo>
                  <a:lnTo>
                    <a:pt x="119" y="515"/>
                  </a:lnTo>
                  <a:lnTo>
                    <a:pt x="139" y="534"/>
                  </a:lnTo>
                  <a:lnTo>
                    <a:pt x="218" y="594"/>
                  </a:lnTo>
                  <a:lnTo>
                    <a:pt x="277" y="633"/>
                  </a:lnTo>
                  <a:lnTo>
                    <a:pt x="178" y="594"/>
                  </a:lnTo>
                  <a:lnTo>
                    <a:pt x="80" y="534"/>
                  </a:lnTo>
                  <a:lnTo>
                    <a:pt x="60" y="534"/>
                  </a:lnTo>
                  <a:lnTo>
                    <a:pt x="99" y="554"/>
                  </a:lnTo>
                  <a:lnTo>
                    <a:pt x="60" y="554"/>
                  </a:lnTo>
                  <a:lnTo>
                    <a:pt x="80" y="594"/>
                  </a:lnTo>
                  <a:lnTo>
                    <a:pt x="119" y="594"/>
                  </a:lnTo>
                  <a:lnTo>
                    <a:pt x="139" y="613"/>
                  </a:lnTo>
                  <a:lnTo>
                    <a:pt x="99" y="613"/>
                  </a:lnTo>
                  <a:lnTo>
                    <a:pt x="119" y="633"/>
                  </a:lnTo>
                  <a:lnTo>
                    <a:pt x="119" y="653"/>
                  </a:lnTo>
                  <a:lnTo>
                    <a:pt x="119" y="673"/>
                  </a:lnTo>
                  <a:lnTo>
                    <a:pt x="139" y="673"/>
                  </a:lnTo>
                  <a:lnTo>
                    <a:pt x="139" y="653"/>
                  </a:lnTo>
                  <a:lnTo>
                    <a:pt x="159" y="653"/>
                  </a:lnTo>
                  <a:lnTo>
                    <a:pt x="218" y="673"/>
                  </a:lnTo>
                  <a:lnTo>
                    <a:pt x="257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317" y="771"/>
                  </a:lnTo>
                  <a:lnTo>
                    <a:pt x="317" y="771"/>
                  </a:lnTo>
                  <a:lnTo>
                    <a:pt x="257" y="75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57" y="771"/>
                  </a:lnTo>
                  <a:lnTo>
                    <a:pt x="218" y="752"/>
                  </a:lnTo>
                  <a:lnTo>
                    <a:pt x="218" y="765"/>
                  </a:lnTo>
                  <a:lnTo>
                    <a:pt x="218" y="765"/>
                  </a:lnTo>
                  <a:lnTo>
                    <a:pt x="178" y="752"/>
                  </a:lnTo>
                  <a:lnTo>
                    <a:pt x="119" y="732"/>
                  </a:lnTo>
                  <a:lnTo>
                    <a:pt x="198" y="771"/>
                  </a:lnTo>
                  <a:lnTo>
                    <a:pt x="198" y="771"/>
                  </a:lnTo>
                  <a:lnTo>
                    <a:pt x="139" y="752"/>
                  </a:lnTo>
                  <a:lnTo>
                    <a:pt x="178" y="771"/>
                  </a:lnTo>
                  <a:lnTo>
                    <a:pt x="198" y="791"/>
                  </a:lnTo>
                  <a:lnTo>
                    <a:pt x="159" y="771"/>
                  </a:lnTo>
                  <a:lnTo>
                    <a:pt x="159" y="771"/>
                  </a:lnTo>
                  <a:lnTo>
                    <a:pt x="198" y="811"/>
                  </a:lnTo>
                  <a:lnTo>
                    <a:pt x="257" y="811"/>
                  </a:lnTo>
                  <a:lnTo>
                    <a:pt x="336" y="850"/>
                  </a:lnTo>
                  <a:lnTo>
                    <a:pt x="336" y="870"/>
                  </a:lnTo>
                  <a:lnTo>
                    <a:pt x="277" y="870"/>
                  </a:lnTo>
                  <a:lnTo>
                    <a:pt x="277" y="890"/>
                  </a:lnTo>
                  <a:lnTo>
                    <a:pt x="257" y="870"/>
                  </a:lnTo>
                  <a:lnTo>
                    <a:pt x="238" y="870"/>
                  </a:lnTo>
                  <a:lnTo>
                    <a:pt x="218" y="850"/>
                  </a:lnTo>
                  <a:lnTo>
                    <a:pt x="198" y="850"/>
                  </a:lnTo>
                  <a:lnTo>
                    <a:pt x="139" y="831"/>
                  </a:lnTo>
                  <a:lnTo>
                    <a:pt x="139" y="831"/>
                  </a:lnTo>
                  <a:lnTo>
                    <a:pt x="218" y="850"/>
                  </a:lnTo>
                  <a:lnTo>
                    <a:pt x="159" y="831"/>
                  </a:lnTo>
                  <a:lnTo>
                    <a:pt x="139" y="811"/>
                  </a:lnTo>
                  <a:lnTo>
                    <a:pt x="80" y="791"/>
                  </a:lnTo>
                  <a:lnTo>
                    <a:pt x="80" y="791"/>
                  </a:lnTo>
                  <a:lnTo>
                    <a:pt x="139" y="831"/>
                  </a:lnTo>
                  <a:lnTo>
                    <a:pt x="159" y="850"/>
                  </a:lnTo>
                  <a:lnTo>
                    <a:pt x="198" y="870"/>
                  </a:lnTo>
                  <a:lnTo>
                    <a:pt x="99" y="831"/>
                  </a:lnTo>
                  <a:lnTo>
                    <a:pt x="80" y="850"/>
                  </a:lnTo>
                  <a:lnTo>
                    <a:pt x="119" y="850"/>
                  </a:lnTo>
                  <a:lnTo>
                    <a:pt x="139" y="870"/>
                  </a:lnTo>
                  <a:lnTo>
                    <a:pt x="159" y="890"/>
                  </a:lnTo>
                  <a:lnTo>
                    <a:pt x="139" y="890"/>
                  </a:lnTo>
                  <a:lnTo>
                    <a:pt x="198" y="910"/>
                  </a:lnTo>
                  <a:lnTo>
                    <a:pt x="218" y="929"/>
                  </a:lnTo>
                  <a:lnTo>
                    <a:pt x="218" y="949"/>
                  </a:lnTo>
                  <a:lnTo>
                    <a:pt x="257" y="989"/>
                  </a:lnTo>
                  <a:lnTo>
                    <a:pt x="257" y="989"/>
                  </a:lnTo>
                  <a:lnTo>
                    <a:pt x="198" y="96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59" y="969"/>
                  </a:lnTo>
                  <a:lnTo>
                    <a:pt x="119" y="969"/>
                  </a:lnTo>
                  <a:lnTo>
                    <a:pt x="80" y="949"/>
                  </a:lnTo>
                  <a:lnTo>
                    <a:pt x="20" y="949"/>
                  </a:lnTo>
                  <a:lnTo>
                    <a:pt x="99" y="969"/>
                  </a:lnTo>
                  <a:lnTo>
                    <a:pt x="119" y="989"/>
                  </a:lnTo>
                  <a:lnTo>
                    <a:pt x="99" y="989"/>
                  </a:lnTo>
                  <a:lnTo>
                    <a:pt x="178" y="1008"/>
                  </a:lnTo>
                  <a:lnTo>
                    <a:pt x="99" y="1008"/>
                  </a:lnTo>
                  <a:lnTo>
                    <a:pt x="198" y="1068"/>
                  </a:lnTo>
                  <a:lnTo>
                    <a:pt x="178" y="1068"/>
                  </a:lnTo>
                  <a:lnTo>
                    <a:pt x="257" y="1107"/>
                  </a:lnTo>
                  <a:lnTo>
                    <a:pt x="238" y="1107"/>
                  </a:lnTo>
                  <a:lnTo>
                    <a:pt x="178" y="1087"/>
                  </a:lnTo>
                  <a:lnTo>
                    <a:pt x="218" y="1127"/>
                  </a:lnTo>
                  <a:lnTo>
                    <a:pt x="238" y="1127"/>
                  </a:lnTo>
                  <a:lnTo>
                    <a:pt x="277" y="1147"/>
                  </a:lnTo>
                  <a:lnTo>
                    <a:pt x="317" y="1166"/>
                  </a:lnTo>
                  <a:lnTo>
                    <a:pt x="238" y="1147"/>
                  </a:lnTo>
                  <a:lnTo>
                    <a:pt x="198" y="1127"/>
                  </a:lnTo>
                  <a:lnTo>
                    <a:pt x="139" y="1127"/>
                  </a:lnTo>
                  <a:lnTo>
                    <a:pt x="99" y="1087"/>
                  </a:lnTo>
                  <a:lnTo>
                    <a:pt x="80" y="1087"/>
                  </a:lnTo>
                  <a:lnTo>
                    <a:pt x="99" y="1107"/>
                  </a:lnTo>
                  <a:lnTo>
                    <a:pt x="119" y="1127"/>
                  </a:lnTo>
                  <a:lnTo>
                    <a:pt x="119" y="1127"/>
                  </a:lnTo>
                  <a:lnTo>
                    <a:pt x="60" y="1107"/>
                  </a:lnTo>
                  <a:lnTo>
                    <a:pt x="80" y="1127"/>
                  </a:lnTo>
                  <a:lnTo>
                    <a:pt x="139" y="1147"/>
                  </a:lnTo>
                  <a:lnTo>
                    <a:pt x="178" y="1166"/>
                  </a:lnTo>
                  <a:lnTo>
                    <a:pt x="99" y="1147"/>
                  </a:lnTo>
                  <a:lnTo>
                    <a:pt x="99" y="114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218" y="1206"/>
                  </a:lnTo>
                  <a:lnTo>
                    <a:pt x="277" y="1206"/>
                  </a:lnTo>
                  <a:lnTo>
                    <a:pt x="317" y="1226"/>
                  </a:lnTo>
                  <a:lnTo>
                    <a:pt x="376" y="1245"/>
                  </a:lnTo>
                  <a:lnTo>
                    <a:pt x="396" y="1265"/>
                  </a:lnTo>
                  <a:lnTo>
                    <a:pt x="297" y="1245"/>
                  </a:lnTo>
                  <a:lnTo>
                    <a:pt x="159" y="1206"/>
                  </a:lnTo>
                  <a:lnTo>
                    <a:pt x="1" y="1147"/>
                  </a:lnTo>
                  <a:lnTo>
                    <a:pt x="20" y="1186"/>
                  </a:lnTo>
                  <a:lnTo>
                    <a:pt x="1" y="1186"/>
                  </a:lnTo>
                  <a:lnTo>
                    <a:pt x="80" y="1226"/>
                  </a:lnTo>
                  <a:lnTo>
                    <a:pt x="198" y="1265"/>
                  </a:lnTo>
                  <a:lnTo>
                    <a:pt x="178" y="1265"/>
                  </a:lnTo>
                  <a:lnTo>
                    <a:pt x="139" y="1245"/>
                  </a:lnTo>
                  <a:lnTo>
                    <a:pt x="139" y="1245"/>
                  </a:lnTo>
                  <a:lnTo>
                    <a:pt x="178" y="1285"/>
                  </a:lnTo>
                  <a:lnTo>
                    <a:pt x="198" y="1305"/>
                  </a:lnTo>
                  <a:lnTo>
                    <a:pt x="257" y="1344"/>
                  </a:lnTo>
                  <a:lnTo>
                    <a:pt x="336" y="1364"/>
                  </a:lnTo>
                  <a:lnTo>
                    <a:pt x="356" y="1364"/>
                  </a:lnTo>
                  <a:lnTo>
                    <a:pt x="376" y="1384"/>
                  </a:lnTo>
                  <a:lnTo>
                    <a:pt x="415" y="1403"/>
                  </a:lnTo>
                  <a:lnTo>
                    <a:pt x="356" y="1384"/>
                  </a:lnTo>
                  <a:lnTo>
                    <a:pt x="336" y="1384"/>
                  </a:lnTo>
                  <a:lnTo>
                    <a:pt x="356" y="1403"/>
                  </a:lnTo>
                  <a:lnTo>
                    <a:pt x="297" y="1384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139" y="1344"/>
                  </a:lnTo>
                  <a:lnTo>
                    <a:pt x="198" y="1364"/>
                  </a:lnTo>
                  <a:lnTo>
                    <a:pt x="257" y="1384"/>
                  </a:lnTo>
                  <a:lnTo>
                    <a:pt x="178" y="1384"/>
                  </a:lnTo>
                  <a:lnTo>
                    <a:pt x="159" y="1403"/>
                  </a:lnTo>
                  <a:lnTo>
                    <a:pt x="60" y="1384"/>
                  </a:lnTo>
                  <a:lnTo>
                    <a:pt x="60" y="1384"/>
                  </a:lnTo>
                  <a:lnTo>
                    <a:pt x="139" y="1423"/>
                  </a:lnTo>
                  <a:lnTo>
                    <a:pt x="178" y="1443"/>
                  </a:lnTo>
                  <a:lnTo>
                    <a:pt x="277" y="1482"/>
                  </a:lnTo>
                  <a:lnTo>
                    <a:pt x="297" y="1482"/>
                  </a:lnTo>
                  <a:lnTo>
                    <a:pt x="277" y="1463"/>
                  </a:lnTo>
                  <a:lnTo>
                    <a:pt x="238" y="1443"/>
                  </a:lnTo>
                  <a:lnTo>
                    <a:pt x="277" y="1443"/>
                  </a:lnTo>
                  <a:lnTo>
                    <a:pt x="178" y="1403"/>
                  </a:lnTo>
                  <a:lnTo>
                    <a:pt x="218" y="1403"/>
                  </a:lnTo>
                  <a:lnTo>
                    <a:pt x="297" y="1443"/>
                  </a:lnTo>
                  <a:lnTo>
                    <a:pt x="356" y="1463"/>
                  </a:lnTo>
                  <a:lnTo>
                    <a:pt x="415" y="1482"/>
                  </a:lnTo>
                  <a:lnTo>
                    <a:pt x="415" y="1463"/>
                  </a:lnTo>
                  <a:lnTo>
                    <a:pt x="514" y="1482"/>
                  </a:lnTo>
                  <a:lnTo>
                    <a:pt x="652" y="1542"/>
                  </a:lnTo>
                  <a:lnTo>
                    <a:pt x="573" y="1522"/>
                  </a:lnTo>
                  <a:lnTo>
                    <a:pt x="573" y="1522"/>
                  </a:lnTo>
                  <a:lnTo>
                    <a:pt x="672" y="1561"/>
                  </a:lnTo>
                  <a:lnTo>
                    <a:pt x="672" y="1561"/>
                  </a:lnTo>
                  <a:lnTo>
                    <a:pt x="534" y="1542"/>
                  </a:lnTo>
                  <a:lnTo>
                    <a:pt x="534" y="1542"/>
                  </a:lnTo>
                  <a:lnTo>
                    <a:pt x="554" y="1561"/>
                  </a:lnTo>
                  <a:lnTo>
                    <a:pt x="593" y="1581"/>
                  </a:lnTo>
                  <a:lnTo>
                    <a:pt x="593" y="1561"/>
                  </a:lnTo>
                  <a:lnTo>
                    <a:pt x="633" y="1581"/>
                  </a:lnTo>
                  <a:lnTo>
                    <a:pt x="672" y="1601"/>
                  </a:lnTo>
                  <a:lnTo>
                    <a:pt x="731" y="1621"/>
                  </a:lnTo>
                  <a:lnTo>
                    <a:pt x="633" y="1621"/>
                  </a:lnTo>
                  <a:lnTo>
                    <a:pt x="494" y="1561"/>
                  </a:lnTo>
                  <a:lnTo>
                    <a:pt x="514" y="1581"/>
                  </a:lnTo>
                  <a:lnTo>
                    <a:pt x="514" y="1581"/>
                  </a:lnTo>
                  <a:lnTo>
                    <a:pt x="317" y="1522"/>
                  </a:lnTo>
                  <a:lnTo>
                    <a:pt x="277" y="1522"/>
                  </a:lnTo>
                  <a:lnTo>
                    <a:pt x="277" y="1542"/>
                  </a:lnTo>
                  <a:lnTo>
                    <a:pt x="139" y="1502"/>
                  </a:lnTo>
                  <a:lnTo>
                    <a:pt x="159" y="1522"/>
                  </a:lnTo>
                  <a:lnTo>
                    <a:pt x="80" y="1522"/>
                  </a:lnTo>
                  <a:lnTo>
                    <a:pt x="139" y="1542"/>
                  </a:lnTo>
                  <a:lnTo>
                    <a:pt x="218" y="1561"/>
                  </a:lnTo>
                  <a:lnTo>
                    <a:pt x="198" y="1561"/>
                  </a:lnTo>
                  <a:lnTo>
                    <a:pt x="218" y="1581"/>
                  </a:lnTo>
                  <a:lnTo>
                    <a:pt x="277" y="1561"/>
                  </a:lnTo>
                  <a:lnTo>
                    <a:pt x="376" y="1601"/>
                  </a:lnTo>
                  <a:lnTo>
                    <a:pt x="396" y="1601"/>
                  </a:lnTo>
                  <a:lnTo>
                    <a:pt x="435" y="1621"/>
                  </a:lnTo>
                  <a:lnTo>
                    <a:pt x="435" y="1621"/>
                  </a:lnTo>
                  <a:lnTo>
                    <a:pt x="277" y="1581"/>
                  </a:lnTo>
                  <a:lnTo>
                    <a:pt x="297" y="1601"/>
                  </a:lnTo>
                  <a:lnTo>
                    <a:pt x="218" y="1601"/>
                  </a:lnTo>
                  <a:lnTo>
                    <a:pt x="198" y="1581"/>
                  </a:lnTo>
                  <a:lnTo>
                    <a:pt x="139" y="1581"/>
                  </a:lnTo>
                  <a:lnTo>
                    <a:pt x="139" y="1561"/>
                  </a:lnTo>
                  <a:lnTo>
                    <a:pt x="99" y="1581"/>
                  </a:lnTo>
                  <a:lnTo>
                    <a:pt x="60" y="1581"/>
                  </a:lnTo>
                  <a:lnTo>
                    <a:pt x="159" y="1621"/>
                  </a:lnTo>
                  <a:lnTo>
                    <a:pt x="119" y="1621"/>
                  </a:lnTo>
                  <a:lnTo>
                    <a:pt x="119" y="1640"/>
                  </a:lnTo>
                  <a:lnTo>
                    <a:pt x="159" y="1640"/>
                  </a:lnTo>
                  <a:lnTo>
                    <a:pt x="190" y="1671"/>
                  </a:lnTo>
                  <a:lnTo>
                    <a:pt x="139" y="1660"/>
                  </a:lnTo>
                  <a:lnTo>
                    <a:pt x="139" y="1680"/>
                  </a:lnTo>
                  <a:lnTo>
                    <a:pt x="119" y="1680"/>
                  </a:lnTo>
                  <a:lnTo>
                    <a:pt x="178" y="1700"/>
                  </a:lnTo>
                  <a:lnTo>
                    <a:pt x="238" y="1700"/>
                  </a:lnTo>
                  <a:lnTo>
                    <a:pt x="257" y="1719"/>
                  </a:lnTo>
                  <a:lnTo>
                    <a:pt x="238" y="1719"/>
                  </a:lnTo>
                  <a:lnTo>
                    <a:pt x="277" y="1739"/>
                  </a:lnTo>
                  <a:lnTo>
                    <a:pt x="376" y="1779"/>
                  </a:lnTo>
                  <a:lnTo>
                    <a:pt x="336" y="1779"/>
                  </a:lnTo>
                  <a:lnTo>
                    <a:pt x="396" y="1818"/>
                  </a:lnTo>
                  <a:lnTo>
                    <a:pt x="415" y="1798"/>
                  </a:lnTo>
                  <a:lnTo>
                    <a:pt x="435" y="1798"/>
                  </a:lnTo>
                  <a:lnTo>
                    <a:pt x="475" y="1779"/>
                  </a:lnTo>
                  <a:lnTo>
                    <a:pt x="415" y="1779"/>
                  </a:lnTo>
                  <a:lnTo>
                    <a:pt x="336" y="1739"/>
                  </a:lnTo>
                  <a:lnTo>
                    <a:pt x="376" y="1739"/>
                  </a:lnTo>
                  <a:lnTo>
                    <a:pt x="415" y="1759"/>
                  </a:lnTo>
                  <a:lnTo>
                    <a:pt x="494" y="1779"/>
                  </a:lnTo>
                  <a:lnTo>
                    <a:pt x="633" y="1838"/>
                  </a:lnTo>
                  <a:lnTo>
                    <a:pt x="712" y="1858"/>
                  </a:lnTo>
                  <a:lnTo>
                    <a:pt x="751" y="1877"/>
                  </a:lnTo>
                  <a:lnTo>
                    <a:pt x="830" y="1897"/>
                  </a:lnTo>
                  <a:lnTo>
                    <a:pt x="850" y="1897"/>
                  </a:lnTo>
                  <a:lnTo>
                    <a:pt x="850" y="1877"/>
                  </a:lnTo>
                  <a:lnTo>
                    <a:pt x="890" y="1897"/>
                  </a:lnTo>
                  <a:lnTo>
                    <a:pt x="909" y="1917"/>
                  </a:lnTo>
                  <a:lnTo>
                    <a:pt x="949" y="1917"/>
                  </a:lnTo>
                  <a:lnTo>
                    <a:pt x="929" y="1897"/>
                  </a:lnTo>
                  <a:lnTo>
                    <a:pt x="949" y="1897"/>
                  </a:lnTo>
                  <a:lnTo>
                    <a:pt x="850" y="1877"/>
                  </a:lnTo>
                  <a:lnTo>
                    <a:pt x="870" y="1877"/>
                  </a:lnTo>
                  <a:lnTo>
                    <a:pt x="870" y="1858"/>
                  </a:lnTo>
                  <a:lnTo>
                    <a:pt x="830" y="1838"/>
                  </a:lnTo>
                  <a:lnTo>
                    <a:pt x="870" y="1838"/>
                  </a:lnTo>
                  <a:lnTo>
                    <a:pt x="771" y="1818"/>
                  </a:lnTo>
                  <a:lnTo>
                    <a:pt x="751" y="1779"/>
                  </a:lnTo>
                  <a:lnTo>
                    <a:pt x="830" y="1818"/>
                  </a:lnTo>
                  <a:lnTo>
                    <a:pt x="830" y="1798"/>
                  </a:lnTo>
                  <a:lnTo>
                    <a:pt x="811" y="1779"/>
                  </a:lnTo>
                  <a:lnTo>
                    <a:pt x="745" y="1746"/>
                  </a:lnTo>
                  <a:lnTo>
                    <a:pt x="745" y="1746"/>
                  </a:lnTo>
                  <a:lnTo>
                    <a:pt x="791" y="1759"/>
                  </a:lnTo>
                  <a:lnTo>
                    <a:pt x="712" y="1719"/>
                  </a:lnTo>
                  <a:lnTo>
                    <a:pt x="811" y="1739"/>
                  </a:lnTo>
                  <a:lnTo>
                    <a:pt x="870" y="1779"/>
                  </a:lnTo>
                  <a:lnTo>
                    <a:pt x="850" y="1779"/>
                  </a:lnTo>
                  <a:lnTo>
                    <a:pt x="870" y="1798"/>
                  </a:lnTo>
                  <a:lnTo>
                    <a:pt x="890" y="1798"/>
                  </a:lnTo>
                  <a:lnTo>
                    <a:pt x="909" y="1818"/>
                  </a:lnTo>
                  <a:lnTo>
                    <a:pt x="988" y="1838"/>
                  </a:lnTo>
                  <a:lnTo>
                    <a:pt x="1028" y="1838"/>
                  </a:lnTo>
                  <a:lnTo>
                    <a:pt x="1008" y="1818"/>
                  </a:lnTo>
                  <a:lnTo>
                    <a:pt x="1127" y="1858"/>
                  </a:lnTo>
                  <a:lnTo>
                    <a:pt x="1146" y="1877"/>
                  </a:lnTo>
                  <a:lnTo>
                    <a:pt x="1166" y="1877"/>
                  </a:lnTo>
                  <a:lnTo>
                    <a:pt x="1166" y="1858"/>
                  </a:lnTo>
                  <a:lnTo>
                    <a:pt x="969" y="1798"/>
                  </a:lnTo>
                  <a:lnTo>
                    <a:pt x="949" y="1779"/>
                  </a:lnTo>
                  <a:lnTo>
                    <a:pt x="969" y="1759"/>
                  </a:lnTo>
                  <a:lnTo>
                    <a:pt x="1008" y="1779"/>
                  </a:lnTo>
                  <a:lnTo>
                    <a:pt x="1048" y="1798"/>
                  </a:lnTo>
                  <a:lnTo>
                    <a:pt x="1048" y="1798"/>
                  </a:lnTo>
                  <a:lnTo>
                    <a:pt x="1067" y="1779"/>
                  </a:lnTo>
                  <a:lnTo>
                    <a:pt x="1146" y="1798"/>
                  </a:lnTo>
                  <a:lnTo>
                    <a:pt x="1146" y="1818"/>
                  </a:lnTo>
                  <a:lnTo>
                    <a:pt x="1186" y="1818"/>
                  </a:lnTo>
                  <a:lnTo>
                    <a:pt x="1186" y="1838"/>
                  </a:lnTo>
                  <a:lnTo>
                    <a:pt x="1245" y="1838"/>
                  </a:lnTo>
                  <a:lnTo>
                    <a:pt x="1225" y="1818"/>
                  </a:lnTo>
                  <a:lnTo>
                    <a:pt x="1225" y="1818"/>
                  </a:lnTo>
                  <a:lnTo>
                    <a:pt x="1304" y="1838"/>
                  </a:lnTo>
                  <a:lnTo>
                    <a:pt x="1324" y="1818"/>
                  </a:lnTo>
                  <a:lnTo>
                    <a:pt x="1344" y="1818"/>
                  </a:lnTo>
                  <a:lnTo>
                    <a:pt x="1265" y="1779"/>
                  </a:lnTo>
                  <a:lnTo>
                    <a:pt x="1166" y="1739"/>
                  </a:lnTo>
                  <a:lnTo>
                    <a:pt x="1285" y="1779"/>
                  </a:lnTo>
                  <a:lnTo>
                    <a:pt x="1285" y="1759"/>
                  </a:lnTo>
                  <a:lnTo>
                    <a:pt x="1225" y="1739"/>
                  </a:lnTo>
                  <a:lnTo>
                    <a:pt x="1146" y="1719"/>
                  </a:lnTo>
                  <a:lnTo>
                    <a:pt x="1146" y="1700"/>
                  </a:lnTo>
                  <a:lnTo>
                    <a:pt x="1166" y="1700"/>
                  </a:lnTo>
                  <a:lnTo>
                    <a:pt x="1245" y="1739"/>
                  </a:lnTo>
                  <a:lnTo>
                    <a:pt x="1285" y="1719"/>
                  </a:lnTo>
                  <a:lnTo>
                    <a:pt x="1344" y="1739"/>
                  </a:lnTo>
                  <a:lnTo>
                    <a:pt x="1344" y="1739"/>
                  </a:lnTo>
                  <a:lnTo>
                    <a:pt x="1285" y="1700"/>
                  </a:lnTo>
                  <a:lnTo>
                    <a:pt x="1206" y="1680"/>
                  </a:lnTo>
                  <a:lnTo>
                    <a:pt x="1206" y="1680"/>
                  </a:lnTo>
                  <a:lnTo>
                    <a:pt x="1166" y="1660"/>
                  </a:lnTo>
                  <a:lnTo>
                    <a:pt x="1245" y="1660"/>
                  </a:lnTo>
                  <a:lnTo>
                    <a:pt x="1285" y="1680"/>
                  </a:lnTo>
                  <a:lnTo>
                    <a:pt x="1304" y="1690"/>
                  </a:lnTo>
                  <a:lnTo>
                    <a:pt x="1304" y="1690"/>
                  </a:lnTo>
                  <a:lnTo>
                    <a:pt x="1304" y="1680"/>
                  </a:lnTo>
                  <a:lnTo>
                    <a:pt x="1304" y="1660"/>
                  </a:lnTo>
                  <a:lnTo>
                    <a:pt x="1344" y="1660"/>
                  </a:lnTo>
                  <a:lnTo>
                    <a:pt x="1285" y="1640"/>
                  </a:lnTo>
                  <a:lnTo>
                    <a:pt x="1206" y="1621"/>
                  </a:lnTo>
                  <a:lnTo>
                    <a:pt x="1265" y="1621"/>
                  </a:lnTo>
                  <a:lnTo>
                    <a:pt x="1285" y="1640"/>
                  </a:lnTo>
                  <a:lnTo>
                    <a:pt x="1304" y="1640"/>
                  </a:lnTo>
                  <a:lnTo>
                    <a:pt x="1285" y="1621"/>
                  </a:lnTo>
                  <a:lnTo>
                    <a:pt x="1166" y="1581"/>
                  </a:lnTo>
                  <a:lnTo>
                    <a:pt x="1166" y="1581"/>
                  </a:lnTo>
                  <a:lnTo>
                    <a:pt x="1245" y="1601"/>
                  </a:lnTo>
                  <a:lnTo>
                    <a:pt x="1344" y="1621"/>
                  </a:lnTo>
                  <a:lnTo>
                    <a:pt x="1285" y="1601"/>
                  </a:lnTo>
                  <a:lnTo>
                    <a:pt x="1344" y="1601"/>
                  </a:lnTo>
                  <a:lnTo>
                    <a:pt x="1304" y="1581"/>
                  </a:lnTo>
                  <a:lnTo>
                    <a:pt x="1265" y="1542"/>
                  </a:lnTo>
                  <a:lnTo>
                    <a:pt x="1245" y="1522"/>
                  </a:lnTo>
                  <a:lnTo>
                    <a:pt x="1324" y="1561"/>
                  </a:lnTo>
                  <a:lnTo>
                    <a:pt x="1364" y="1581"/>
                  </a:lnTo>
                  <a:lnTo>
                    <a:pt x="1383" y="1581"/>
                  </a:lnTo>
                  <a:lnTo>
                    <a:pt x="1383" y="1561"/>
                  </a:lnTo>
                  <a:lnTo>
                    <a:pt x="1364" y="1542"/>
                  </a:lnTo>
                  <a:lnTo>
                    <a:pt x="1285" y="1522"/>
                  </a:lnTo>
                  <a:lnTo>
                    <a:pt x="1285" y="1502"/>
                  </a:lnTo>
                  <a:lnTo>
                    <a:pt x="1285" y="1482"/>
                  </a:lnTo>
                  <a:lnTo>
                    <a:pt x="1344" y="1502"/>
                  </a:lnTo>
                  <a:lnTo>
                    <a:pt x="1285" y="1463"/>
                  </a:lnTo>
                  <a:lnTo>
                    <a:pt x="1186" y="1443"/>
                  </a:lnTo>
                  <a:lnTo>
                    <a:pt x="1206" y="1443"/>
                  </a:lnTo>
                  <a:lnTo>
                    <a:pt x="1146" y="1423"/>
                  </a:lnTo>
                  <a:lnTo>
                    <a:pt x="1166" y="1443"/>
                  </a:lnTo>
                  <a:lnTo>
                    <a:pt x="1186" y="1463"/>
                  </a:lnTo>
                  <a:lnTo>
                    <a:pt x="1127" y="1463"/>
                  </a:lnTo>
                  <a:lnTo>
                    <a:pt x="1067" y="1443"/>
                  </a:lnTo>
                  <a:lnTo>
                    <a:pt x="1087" y="1443"/>
                  </a:lnTo>
                  <a:lnTo>
                    <a:pt x="1028" y="1423"/>
                  </a:lnTo>
                  <a:lnTo>
                    <a:pt x="929" y="1384"/>
                  </a:lnTo>
                  <a:lnTo>
                    <a:pt x="909" y="1364"/>
                  </a:lnTo>
                  <a:lnTo>
                    <a:pt x="909" y="1364"/>
                  </a:lnTo>
                  <a:lnTo>
                    <a:pt x="988" y="1384"/>
                  </a:lnTo>
                  <a:lnTo>
                    <a:pt x="1028" y="1403"/>
                  </a:lnTo>
                  <a:lnTo>
                    <a:pt x="1107" y="1423"/>
                  </a:lnTo>
                  <a:lnTo>
                    <a:pt x="1048" y="1403"/>
                  </a:lnTo>
                  <a:lnTo>
                    <a:pt x="969" y="1364"/>
                  </a:lnTo>
                  <a:lnTo>
                    <a:pt x="929" y="1344"/>
                  </a:lnTo>
                  <a:lnTo>
                    <a:pt x="969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988" y="1344"/>
                  </a:lnTo>
                  <a:lnTo>
                    <a:pt x="949" y="1324"/>
                  </a:lnTo>
                  <a:lnTo>
                    <a:pt x="1028" y="1344"/>
                  </a:lnTo>
                  <a:lnTo>
                    <a:pt x="1008" y="1344"/>
                  </a:lnTo>
                  <a:lnTo>
                    <a:pt x="1028" y="1364"/>
                  </a:lnTo>
                  <a:lnTo>
                    <a:pt x="1087" y="1384"/>
                  </a:lnTo>
                  <a:lnTo>
                    <a:pt x="1206" y="1423"/>
                  </a:lnTo>
                  <a:lnTo>
                    <a:pt x="1304" y="1463"/>
                  </a:lnTo>
                  <a:lnTo>
                    <a:pt x="1364" y="1463"/>
                  </a:lnTo>
                  <a:lnTo>
                    <a:pt x="1324" y="1443"/>
                  </a:lnTo>
                  <a:lnTo>
                    <a:pt x="1324" y="1423"/>
                  </a:lnTo>
                  <a:lnTo>
                    <a:pt x="1285" y="1403"/>
                  </a:lnTo>
                  <a:lnTo>
                    <a:pt x="1344" y="1423"/>
                  </a:lnTo>
                  <a:lnTo>
                    <a:pt x="1344" y="1403"/>
                  </a:lnTo>
                  <a:lnTo>
                    <a:pt x="1304" y="1384"/>
                  </a:lnTo>
                  <a:lnTo>
                    <a:pt x="1304" y="1384"/>
                  </a:lnTo>
                  <a:lnTo>
                    <a:pt x="1364" y="1403"/>
                  </a:lnTo>
                  <a:lnTo>
                    <a:pt x="1383" y="1384"/>
                  </a:lnTo>
                  <a:lnTo>
                    <a:pt x="1344" y="1344"/>
                  </a:lnTo>
                  <a:lnTo>
                    <a:pt x="1285" y="1324"/>
                  </a:lnTo>
                  <a:lnTo>
                    <a:pt x="1285" y="1305"/>
                  </a:lnTo>
                  <a:lnTo>
                    <a:pt x="1344" y="1305"/>
                  </a:lnTo>
                  <a:lnTo>
                    <a:pt x="1304" y="1285"/>
                  </a:lnTo>
                  <a:lnTo>
                    <a:pt x="1364" y="1305"/>
                  </a:lnTo>
                  <a:lnTo>
                    <a:pt x="1344" y="1285"/>
                  </a:lnTo>
                  <a:lnTo>
                    <a:pt x="1324" y="1265"/>
                  </a:lnTo>
                  <a:lnTo>
                    <a:pt x="1383" y="1265"/>
                  </a:lnTo>
                  <a:lnTo>
                    <a:pt x="1344" y="1245"/>
                  </a:lnTo>
                  <a:lnTo>
                    <a:pt x="1285" y="1206"/>
                  </a:lnTo>
                  <a:lnTo>
                    <a:pt x="1383" y="1245"/>
                  </a:lnTo>
                  <a:lnTo>
                    <a:pt x="1344" y="1186"/>
                  </a:lnTo>
                  <a:lnTo>
                    <a:pt x="1344" y="1107"/>
                  </a:lnTo>
                  <a:lnTo>
                    <a:pt x="1364" y="1127"/>
                  </a:lnTo>
                  <a:lnTo>
                    <a:pt x="1364" y="1107"/>
                  </a:lnTo>
                  <a:lnTo>
                    <a:pt x="1324" y="1068"/>
                  </a:lnTo>
                  <a:lnTo>
                    <a:pt x="1304" y="1048"/>
                  </a:lnTo>
                  <a:lnTo>
                    <a:pt x="1304" y="1028"/>
                  </a:lnTo>
                  <a:lnTo>
                    <a:pt x="1324" y="1028"/>
                  </a:lnTo>
                  <a:lnTo>
                    <a:pt x="1285" y="1008"/>
                  </a:lnTo>
                  <a:lnTo>
                    <a:pt x="1225" y="989"/>
                  </a:lnTo>
                  <a:lnTo>
                    <a:pt x="1107" y="949"/>
                  </a:lnTo>
                  <a:lnTo>
                    <a:pt x="1087" y="929"/>
                  </a:lnTo>
                  <a:lnTo>
                    <a:pt x="1127" y="929"/>
                  </a:lnTo>
                  <a:lnTo>
                    <a:pt x="1186" y="949"/>
                  </a:lnTo>
                  <a:lnTo>
                    <a:pt x="1265" y="989"/>
                  </a:lnTo>
                  <a:lnTo>
                    <a:pt x="1344" y="1028"/>
                  </a:lnTo>
                  <a:lnTo>
                    <a:pt x="1344" y="1028"/>
                  </a:lnTo>
                  <a:lnTo>
                    <a:pt x="1285" y="989"/>
                  </a:lnTo>
                  <a:lnTo>
                    <a:pt x="1304" y="969"/>
                  </a:lnTo>
                  <a:lnTo>
                    <a:pt x="1304" y="949"/>
                  </a:lnTo>
                  <a:lnTo>
                    <a:pt x="1324" y="969"/>
                  </a:lnTo>
                  <a:lnTo>
                    <a:pt x="1344" y="969"/>
                  </a:lnTo>
                  <a:lnTo>
                    <a:pt x="1344" y="989"/>
                  </a:lnTo>
                  <a:lnTo>
                    <a:pt x="1364" y="989"/>
                  </a:lnTo>
                  <a:lnTo>
                    <a:pt x="1403" y="1028"/>
                  </a:lnTo>
                  <a:lnTo>
                    <a:pt x="1383" y="989"/>
                  </a:lnTo>
                  <a:lnTo>
                    <a:pt x="1383" y="969"/>
                  </a:lnTo>
                  <a:lnTo>
                    <a:pt x="1344" y="949"/>
                  </a:lnTo>
                  <a:lnTo>
                    <a:pt x="1324" y="929"/>
                  </a:lnTo>
                  <a:lnTo>
                    <a:pt x="1265" y="910"/>
                  </a:lnTo>
                  <a:lnTo>
                    <a:pt x="1364" y="929"/>
                  </a:lnTo>
                  <a:lnTo>
                    <a:pt x="1304" y="910"/>
                  </a:lnTo>
                  <a:lnTo>
                    <a:pt x="1285" y="910"/>
                  </a:lnTo>
                  <a:lnTo>
                    <a:pt x="1285" y="890"/>
                  </a:lnTo>
                  <a:lnTo>
                    <a:pt x="1324" y="890"/>
                  </a:lnTo>
                  <a:lnTo>
                    <a:pt x="1383" y="910"/>
                  </a:lnTo>
                  <a:lnTo>
                    <a:pt x="1383" y="910"/>
                  </a:lnTo>
                  <a:lnTo>
                    <a:pt x="1344" y="890"/>
                  </a:lnTo>
                  <a:lnTo>
                    <a:pt x="1344" y="870"/>
                  </a:lnTo>
                  <a:lnTo>
                    <a:pt x="1383" y="890"/>
                  </a:lnTo>
                  <a:lnTo>
                    <a:pt x="1403" y="870"/>
                  </a:lnTo>
                  <a:lnTo>
                    <a:pt x="140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791"/>
                  </a:lnTo>
                  <a:lnTo>
                    <a:pt x="1344" y="791"/>
                  </a:lnTo>
                  <a:lnTo>
                    <a:pt x="1285" y="771"/>
                  </a:lnTo>
                  <a:lnTo>
                    <a:pt x="1265" y="752"/>
                  </a:lnTo>
                  <a:lnTo>
                    <a:pt x="1245" y="732"/>
                  </a:lnTo>
                  <a:lnTo>
                    <a:pt x="1304" y="752"/>
                  </a:lnTo>
                  <a:lnTo>
                    <a:pt x="1324" y="771"/>
                  </a:lnTo>
                  <a:lnTo>
                    <a:pt x="1423" y="771"/>
                  </a:lnTo>
                  <a:lnTo>
                    <a:pt x="1403" y="752"/>
                  </a:lnTo>
                  <a:lnTo>
                    <a:pt x="1364" y="732"/>
                  </a:lnTo>
                  <a:lnTo>
                    <a:pt x="1423" y="752"/>
                  </a:lnTo>
                  <a:lnTo>
                    <a:pt x="1443" y="752"/>
                  </a:lnTo>
                  <a:lnTo>
                    <a:pt x="1403" y="732"/>
                  </a:lnTo>
                  <a:lnTo>
                    <a:pt x="1324" y="692"/>
                  </a:lnTo>
                  <a:lnTo>
                    <a:pt x="1344" y="692"/>
                  </a:lnTo>
                  <a:lnTo>
                    <a:pt x="1324" y="673"/>
                  </a:lnTo>
                  <a:lnTo>
                    <a:pt x="1403" y="712"/>
                  </a:lnTo>
                  <a:lnTo>
                    <a:pt x="1403" y="712"/>
                  </a:lnTo>
                  <a:lnTo>
                    <a:pt x="1324" y="653"/>
                  </a:lnTo>
                  <a:lnTo>
                    <a:pt x="1285" y="613"/>
                  </a:lnTo>
                  <a:lnTo>
                    <a:pt x="1245" y="594"/>
                  </a:lnTo>
                  <a:lnTo>
                    <a:pt x="1304" y="613"/>
                  </a:lnTo>
                  <a:lnTo>
                    <a:pt x="1383" y="633"/>
                  </a:lnTo>
                  <a:lnTo>
                    <a:pt x="1344" y="633"/>
                  </a:lnTo>
                  <a:lnTo>
                    <a:pt x="1423" y="653"/>
                  </a:lnTo>
                  <a:lnTo>
                    <a:pt x="1462" y="653"/>
                  </a:lnTo>
                  <a:lnTo>
                    <a:pt x="1462" y="633"/>
                  </a:lnTo>
                  <a:lnTo>
                    <a:pt x="1443" y="613"/>
                  </a:lnTo>
                  <a:lnTo>
                    <a:pt x="1462" y="594"/>
                  </a:lnTo>
                  <a:lnTo>
                    <a:pt x="1443" y="574"/>
                  </a:lnTo>
                  <a:lnTo>
                    <a:pt x="1502" y="574"/>
                  </a:lnTo>
                  <a:lnTo>
                    <a:pt x="1502" y="554"/>
                  </a:lnTo>
                  <a:lnTo>
                    <a:pt x="1502" y="534"/>
                  </a:lnTo>
                  <a:lnTo>
                    <a:pt x="1502" y="515"/>
                  </a:lnTo>
                  <a:lnTo>
                    <a:pt x="1462" y="475"/>
                  </a:lnTo>
                  <a:lnTo>
                    <a:pt x="1522" y="495"/>
                  </a:lnTo>
                  <a:lnTo>
                    <a:pt x="1522" y="495"/>
                  </a:lnTo>
                  <a:lnTo>
                    <a:pt x="1443" y="455"/>
                  </a:lnTo>
                  <a:lnTo>
                    <a:pt x="1423" y="416"/>
                  </a:lnTo>
                  <a:lnTo>
                    <a:pt x="1383" y="376"/>
                  </a:lnTo>
                  <a:lnTo>
                    <a:pt x="1285" y="317"/>
                  </a:lnTo>
                  <a:lnTo>
                    <a:pt x="1344" y="337"/>
                  </a:lnTo>
                  <a:lnTo>
                    <a:pt x="1403" y="376"/>
                  </a:lnTo>
                  <a:lnTo>
                    <a:pt x="1364" y="337"/>
                  </a:lnTo>
                  <a:lnTo>
                    <a:pt x="1344" y="317"/>
                  </a:lnTo>
                  <a:lnTo>
                    <a:pt x="1344" y="317"/>
                  </a:lnTo>
                  <a:lnTo>
                    <a:pt x="1383" y="337"/>
                  </a:lnTo>
                  <a:lnTo>
                    <a:pt x="1423" y="357"/>
                  </a:lnTo>
                  <a:lnTo>
                    <a:pt x="1423" y="342"/>
                  </a:lnTo>
                  <a:lnTo>
                    <a:pt x="1423" y="342"/>
                  </a:lnTo>
                  <a:lnTo>
                    <a:pt x="1364" y="297"/>
                  </a:lnTo>
                  <a:lnTo>
                    <a:pt x="1304" y="258"/>
                  </a:lnTo>
                  <a:lnTo>
                    <a:pt x="1265" y="238"/>
                  </a:lnTo>
                  <a:lnTo>
                    <a:pt x="1285" y="238"/>
                  </a:lnTo>
                  <a:lnTo>
                    <a:pt x="1245" y="179"/>
                  </a:lnTo>
                  <a:lnTo>
                    <a:pt x="1245" y="139"/>
                  </a:lnTo>
                  <a:lnTo>
                    <a:pt x="1245" y="100"/>
                  </a:lnTo>
                  <a:lnTo>
                    <a:pt x="1304" y="80"/>
                  </a:lnTo>
                  <a:lnTo>
                    <a:pt x="1324" y="100"/>
                  </a:lnTo>
                  <a:lnTo>
                    <a:pt x="1324" y="80"/>
                  </a:lnTo>
                  <a:lnTo>
                    <a:pt x="1344" y="80"/>
                  </a:lnTo>
                  <a:lnTo>
                    <a:pt x="1344" y="100"/>
                  </a:lnTo>
                  <a:lnTo>
                    <a:pt x="1383" y="100"/>
                  </a:lnTo>
                  <a:lnTo>
                    <a:pt x="1364" y="80"/>
                  </a:lnTo>
                  <a:lnTo>
                    <a:pt x="1344" y="60"/>
                  </a:lnTo>
                  <a:lnTo>
                    <a:pt x="1344" y="60"/>
                  </a:lnTo>
                  <a:lnTo>
                    <a:pt x="1383" y="80"/>
                  </a:lnTo>
                  <a:lnTo>
                    <a:pt x="1462" y="80"/>
                  </a:lnTo>
                  <a:lnTo>
                    <a:pt x="1443" y="60"/>
                  </a:lnTo>
                  <a:lnTo>
                    <a:pt x="1443" y="60"/>
                  </a:lnTo>
                  <a:lnTo>
                    <a:pt x="1581" y="120"/>
                  </a:lnTo>
                  <a:lnTo>
                    <a:pt x="1522" y="60"/>
                  </a:lnTo>
                  <a:lnTo>
                    <a:pt x="1502" y="60"/>
                  </a:lnTo>
                  <a:lnTo>
                    <a:pt x="1462" y="40"/>
                  </a:lnTo>
                  <a:lnTo>
                    <a:pt x="1443" y="21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20"/>
            <p:cNvSpPr/>
            <p:nvPr/>
          </p:nvSpPr>
          <p:spPr>
            <a:xfrm>
              <a:off x="-1781250" y="3410200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20"/>
                  </a:move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20"/>
            <p:cNvSpPr/>
            <p:nvPr/>
          </p:nvSpPr>
          <p:spPr>
            <a:xfrm>
              <a:off x="-1798050" y="33781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20"/>
            <p:cNvSpPr/>
            <p:nvPr/>
          </p:nvSpPr>
          <p:spPr>
            <a:xfrm>
              <a:off x="-1795075" y="340722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0" y="1"/>
                  </a:lnTo>
                  <a:lnTo>
                    <a:pt x="2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20"/>
            <p:cNvSpPr/>
            <p:nvPr/>
          </p:nvSpPr>
          <p:spPr>
            <a:xfrm>
              <a:off x="-1709150" y="3594375"/>
              <a:ext cx="52850" cy="55325"/>
            </a:xfrm>
            <a:custGeom>
              <a:rect b="b" l="l" r="r" t="t"/>
              <a:pathLst>
                <a:path extrusionOk="0" h="2213" w="2114">
                  <a:moveTo>
                    <a:pt x="178" y="574"/>
                  </a:moveTo>
                  <a:lnTo>
                    <a:pt x="158" y="593"/>
                  </a:lnTo>
                  <a:lnTo>
                    <a:pt x="178" y="574"/>
                  </a:lnTo>
                  <a:lnTo>
                    <a:pt x="178" y="574"/>
                  </a:lnTo>
                  <a:close/>
                  <a:moveTo>
                    <a:pt x="158" y="593"/>
                  </a:moveTo>
                  <a:lnTo>
                    <a:pt x="138" y="613"/>
                  </a:lnTo>
                  <a:lnTo>
                    <a:pt x="158" y="593"/>
                  </a:lnTo>
                  <a:close/>
                  <a:moveTo>
                    <a:pt x="1363" y="692"/>
                  </a:moveTo>
                  <a:lnTo>
                    <a:pt x="1323" y="71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363" y="692"/>
                  </a:lnTo>
                  <a:close/>
                  <a:moveTo>
                    <a:pt x="79" y="811"/>
                  </a:moveTo>
                  <a:lnTo>
                    <a:pt x="40" y="830"/>
                  </a:lnTo>
                  <a:lnTo>
                    <a:pt x="59" y="830"/>
                  </a:lnTo>
                  <a:lnTo>
                    <a:pt x="79" y="811"/>
                  </a:lnTo>
                  <a:close/>
                  <a:moveTo>
                    <a:pt x="99" y="1127"/>
                  </a:moveTo>
                  <a:lnTo>
                    <a:pt x="79" y="1146"/>
                  </a:lnTo>
                  <a:lnTo>
                    <a:pt x="79" y="1146"/>
                  </a:lnTo>
                  <a:lnTo>
                    <a:pt x="105" y="1127"/>
                  </a:lnTo>
                  <a:close/>
                  <a:moveTo>
                    <a:pt x="79" y="1127"/>
                  </a:moveTo>
                  <a:lnTo>
                    <a:pt x="0" y="1186"/>
                  </a:lnTo>
                  <a:lnTo>
                    <a:pt x="20" y="1206"/>
                  </a:lnTo>
                  <a:lnTo>
                    <a:pt x="59" y="1186"/>
                  </a:lnTo>
                  <a:lnTo>
                    <a:pt x="99" y="1146"/>
                  </a:lnTo>
                  <a:lnTo>
                    <a:pt x="40" y="1186"/>
                  </a:lnTo>
                  <a:lnTo>
                    <a:pt x="59" y="1166"/>
                  </a:lnTo>
                  <a:lnTo>
                    <a:pt x="79" y="1146"/>
                  </a:lnTo>
                  <a:lnTo>
                    <a:pt x="79" y="1127"/>
                  </a:lnTo>
                  <a:close/>
                  <a:moveTo>
                    <a:pt x="573" y="1443"/>
                  </a:moveTo>
                  <a:lnTo>
                    <a:pt x="553" y="146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73" y="1443"/>
                  </a:lnTo>
                  <a:close/>
                  <a:moveTo>
                    <a:pt x="869" y="1838"/>
                  </a:moveTo>
                  <a:lnTo>
                    <a:pt x="834" y="1861"/>
                  </a:lnTo>
                  <a:lnTo>
                    <a:pt x="834" y="1861"/>
                  </a:lnTo>
                  <a:lnTo>
                    <a:pt x="849" y="1857"/>
                  </a:lnTo>
                  <a:lnTo>
                    <a:pt x="869" y="1838"/>
                  </a:lnTo>
                  <a:close/>
                  <a:moveTo>
                    <a:pt x="834" y="1861"/>
                  </a:moveTo>
                  <a:lnTo>
                    <a:pt x="770" y="1877"/>
                  </a:lnTo>
                  <a:lnTo>
                    <a:pt x="770" y="1887"/>
                  </a:lnTo>
                  <a:lnTo>
                    <a:pt x="770" y="1887"/>
                  </a:lnTo>
                  <a:lnTo>
                    <a:pt x="790" y="1877"/>
                  </a:lnTo>
                  <a:lnTo>
                    <a:pt x="810" y="1877"/>
                  </a:lnTo>
                  <a:lnTo>
                    <a:pt x="834" y="1861"/>
                  </a:lnTo>
                  <a:close/>
                  <a:moveTo>
                    <a:pt x="770" y="1887"/>
                  </a:moveTo>
                  <a:lnTo>
                    <a:pt x="751" y="1897"/>
                  </a:lnTo>
                  <a:lnTo>
                    <a:pt x="672" y="1956"/>
                  </a:lnTo>
                  <a:lnTo>
                    <a:pt x="691" y="1956"/>
                  </a:lnTo>
                  <a:lnTo>
                    <a:pt x="672" y="1996"/>
                  </a:lnTo>
                  <a:lnTo>
                    <a:pt x="672" y="1996"/>
                  </a:lnTo>
                  <a:lnTo>
                    <a:pt x="711" y="1956"/>
                  </a:lnTo>
                  <a:lnTo>
                    <a:pt x="731" y="1936"/>
                  </a:lnTo>
                  <a:lnTo>
                    <a:pt x="731" y="1956"/>
                  </a:lnTo>
                  <a:lnTo>
                    <a:pt x="810" y="1897"/>
                  </a:lnTo>
                  <a:lnTo>
                    <a:pt x="770" y="1897"/>
                  </a:lnTo>
                  <a:lnTo>
                    <a:pt x="770" y="1887"/>
                  </a:lnTo>
                  <a:close/>
                  <a:moveTo>
                    <a:pt x="968" y="2075"/>
                  </a:moveTo>
                  <a:lnTo>
                    <a:pt x="968" y="2094"/>
                  </a:lnTo>
                  <a:lnTo>
                    <a:pt x="988" y="2114"/>
                  </a:lnTo>
                  <a:lnTo>
                    <a:pt x="988" y="2094"/>
                  </a:lnTo>
                  <a:lnTo>
                    <a:pt x="988" y="2075"/>
                  </a:lnTo>
                  <a:close/>
                  <a:moveTo>
                    <a:pt x="751" y="1"/>
                  </a:moveTo>
                  <a:lnTo>
                    <a:pt x="711" y="20"/>
                  </a:lnTo>
                  <a:lnTo>
                    <a:pt x="672" y="40"/>
                  </a:lnTo>
                  <a:lnTo>
                    <a:pt x="632" y="80"/>
                  </a:lnTo>
                  <a:lnTo>
                    <a:pt x="612" y="80"/>
                  </a:lnTo>
                  <a:lnTo>
                    <a:pt x="474" y="178"/>
                  </a:lnTo>
                  <a:lnTo>
                    <a:pt x="356" y="277"/>
                  </a:lnTo>
                  <a:lnTo>
                    <a:pt x="356" y="297"/>
                  </a:lnTo>
                  <a:lnTo>
                    <a:pt x="316" y="337"/>
                  </a:lnTo>
                  <a:lnTo>
                    <a:pt x="277" y="356"/>
                  </a:lnTo>
                  <a:lnTo>
                    <a:pt x="257" y="376"/>
                  </a:lnTo>
                  <a:lnTo>
                    <a:pt x="296" y="376"/>
                  </a:lnTo>
                  <a:lnTo>
                    <a:pt x="277" y="396"/>
                  </a:lnTo>
                  <a:lnTo>
                    <a:pt x="277" y="416"/>
                  </a:lnTo>
                  <a:lnTo>
                    <a:pt x="296" y="416"/>
                  </a:lnTo>
                  <a:lnTo>
                    <a:pt x="257" y="455"/>
                  </a:lnTo>
                  <a:lnTo>
                    <a:pt x="198" y="495"/>
                  </a:lnTo>
                  <a:lnTo>
                    <a:pt x="178" y="514"/>
                  </a:lnTo>
                  <a:lnTo>
                    <a:pt x="217" y="514"/>
                  </a:lnTo>
                  <a:lnTo>
                    <a:pt x="217" y="534"/>
                  </a:lnTo>
                  <a:lnTo>
                    <a:pt x="178" y="554"/>
                  </a:lnTo>
                  <a:lnTo>
                    <a:pt x="178" y="574"/>
                  </a:lnTo>
                  <a:lnTo>
                    <a:pt x="198" y="554"/>
                  </a:lnTo>
                  <a:lnTo>
                    <a:pt x="217" y="554"/>
                  </a:lnTo>
                  <a:lnTo>
                    <a:pt x="198" y="574"/>
                  </a:lnTo>
                  <a:lnTo>
                    <a:pt x="198" y="574"/>
                  </a:lnTo>
                  <a:lnTo>
                    <a:pt x="257" y="534"/>
                  </a:lnTo>
                  <a:lnTo>
                    <a:pt x="257" y="554"/>
                  </a:lnTo>
                  <a:lnTo>
                    <a:pt x="237" y="574"/>
                  </a:lnTo>
                  <a:lnTo>
                    <a:pt x="158" y="613"/>
                  </a:lnTo>
                  <a:lnTo>
                    <a:pt x="138" y="633"/>
                  </a:lnTo>
                  <a:lnTo>
                    <a:pt x="79" y="672"/>
                  </a:lnTo>
                  <a:lnTo>
                    <a:pt x="138" y="653"/>
                  </a:lnTo>
                  <a:lnTo>
                    <a:pt x="158" y="653"/>
                  </a:lnTo>
                  <a:lnTo>
                    <a:pt x="138" y="672"/>
                  </a:lnTo>
                  <a:lnTo>
                    <a:pt x="119" y="672"/>
                  </a:lnTo>
                  <a:lnTo>
                    <a:pt x="59" y="732"/>
                  </a:lnTo>
                  <a:lnTo>
                    <a:pt x="79" y="732"/>
                  </a:lnTo>
                  <a:lnTo>
                    <a:pt x="119" y="712"/>
                  </a:lnTo>
                  <a:lnTo>
                    <a:pt x="138" y="712"/>
                  </a:lnTo>
                  <a:lnTo>
                    <a:pt x="119" y="732"/>
                  </a:lnTo>
                  <a:lnTo>
                    <a:pt x="119" y="751"/>
                  </a:lnTo>
                  <a:lnTo>
                    <a:pt x="79" y="811"/>
                  </a:lnTo>
                  <a:lnTo>
                    <a:pt x="79" y="830"/>
                  </a:lnTo>
                  <a:lnTo>
                    <a:pt x="99" y="830"/>
                  </a:lnTo>
                  <a:lnTo>
                    <a:pt x="138" y="811"/>
                  </a:lnTo>
                  <a:lnTo>
                    <a:pt x="138" y="811"/>
                  </a:lnTo>
                  <a:lnTo>
                    <a:pt x="79" y="850"/>
                  </a:lnTo>
                  <a:lnTo>
                    <a:pt x="178" y="791"/>
                  </a:lnTo>
                  <a:lnTo>
                    <a:pt x="237" y="751"/>
                  </a:lnTo>
                  <a:lnTo>
                    <a:pt x="257" y="751"/>
                  </a:lnTo>
                  <a:lnTo>
                    <a:pt x="217" y="791"/>
                  </a:lnTo>
                  <a:lnTo>
                    <a:pt x="178" y="830"/>
                  </a:lnTo>
                  <a:lnTo>
                    <a:pt x="119" y="870"/>
                  </a:lnTo>
                  <a:lnTo>
                    <a:pt x="79" y="90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20" y="949"/>
                  </a:lnTo>
                  <a:lnTo>
                    <a:pt x="20" y="969"/>
                  </a:lnTo>
                  <a:lnTo>
                    <a:pt x="0" y="1008"/>
                  </a:lnTo>
                  <a:lnTo>
                    <a:pt x="0" y="1028"/>
                  </a:lnTo>
                  <a:lnTo>
                    <a:pt x="59" y="988"/>
                  </a:lnTo>
                  <a:lnTo>
                    <a:pt x="40" y="1008"/>
                  </a:lnTo>
                  <a:lnTo>
                    <a:pt x="20" y="1048"/>
                  </a:lnTo>
                  <a:lnTo>
                    <a:pt x="40" y="1048"/>
                  </a:lnTo>
                  <a:lnTo>
                    <a:pt x="40" y="1067"/>
                  </a:lnTo>
                  <a:lnTo>
                    <a:pt x="20" y="1087"/>
                  </a:lnTo>
                  <a:lnTo>
                    <a:pt x="0" y="1107"/>
                  </a:lnTo>
                  <a:lnTo>
                    <a:pt x="20" y="1107"/>
                  </a:lnTo>
                  <a:lnTo>
                    <a:pt x="59" y="1067"/>
                  </a:lnTo>
                  <a:lnTo>
                    <a:pt x="99" y="1048"/>
                  </a:lnTo>
                  <a:lnTo>
                    <a:pt x="99" y="1048"/>
                  </a:lnTo>
                  <a:lnTo>
                    <a:pt x="79" y="1067"/>
                  </a:lnTo>
                  <a:lnTo>
                    <a:pt x="79" y="1087"/>
                  </a:lnTo>
                  <a:lnTo>
                    <a:pt x="59" y="1107"/>
                  </a:lnTo>
                  <a:lnTo>
                    <a:pt x="40" y="1127"/>
                  </a:lnTo>
                  <a:lnTo>
                    <a:pt x="99" y="1087"/>
                  </a:lnTo>
                  <a:lnTo>
                    <a:pt x="178" y="1028"/>
                  </a:lnTo>
                  <a:lnTo>
                    <a:pt x="158" y="1087"/>
                  </a:lnTo>
                  <a:lnTo>
                    <a:pt x="105" y="1127"/>
                  </a:lnTo>
                  <a:lnTo>
                    <a:pt x="138" y="1127"/>
                  </a:lnTo>
                  <a:lnTo>
                    <a:pt x="178" y="1107"/>
                  </a:lnTo>
                  <a:lnTo>
                    <a:pt x="277" y="1067"/>
                  </a:lnTo>
                  <a:lnTo>
                    <a:pt x="237" y="1107"/>
                  </a:lnTo>
                  <a:lnTo>
                    <a:pt x="138" y="1166"/>
                  </a:lnTo>
                  <a:lnTo>
                    <a:pt x="158" y="1166"/>
                  </a:lnTo>
                  <a:lnTo>
                    <a:pt x="119" y="1225"/>
                  </a:lnTo>
                  <a:lnTo>
                    <a:pt x="119" y="1225"/>
                  </a:lnTo>
                  <a:lnTo>
                    <a:pt x="198" y="1186"/>
                  </a:lnTo>
                  <a:lnTo>
                    <a:pt x="138" y="1245"/>
                  </a:lnTo>
                  <a:lnTo>
                    <a:pt x="138" y="1265"/>
                  </a:lnTo>
                  <a:lnTo>
                    <a:pt x="138" y="1304"/>
                  </a:lnTo>
                  <a:lnTo>
                    <a:pt x="119" y="1324"/>
                  </a:lnTo>
                  <a:lnTo>
                    <a:pt x="158" y="1344"/>
                  </a:lnTo>
                  <a:lnTo>
                    <a:pt x="217" y="1265"/>
                  </a:lnTo>
                  <a:lnTo>
                    <a:pt x="138" y="1324"/>
                  </a:lnTo>
                  <a:lnTo>
                    <a:pt x="138" y="1324"/>
                  </a:lnTo>
                  <a:lnTo>
                    <a:pt x="237" y="1245"/>
                  </a:lnTo>
                  <a:lnTo>
                    <a:pt x="336" y="1186"/>
                  </a:lnTo>
                  <a:lnTo>
                    <a:pt x="336" y="1206"/>
                  </a:lnTo>
                  <a:lnTo>
                    <a:pt x="296" y="1225"/>
                  </a:lnTo>
                  <a:lnTo>
                    <a:pt x="336" y="1225"/>
                  </a:lnTo>
                  <a:lnTo>
                    <a:pt x="356" y="1206"/>
                  </a:lnTo>
                  <a:lnTo>
                    <a:pt x="375" y="1186"/>
                  </a:lnTo>
                  <a:lnTo>
                    <a:pt x="356" y="1225"/>
                  </a:lnTo>
                  <a:lnTo>
                    <a:pt x="316" y="1245"/>
                  </a:lnTo>
                  <a:lnTo>
                    <a:pt x="336" y="1245"/>
                  </a:lnTo>
                  <a:lnTo>
                    <a:pt x="395" y="1225"/>
                  </a:lnTo>
                  <a:lnTo>
                    <a:pt x="336" y="1265"/>
                  </a:lnTo>
                  <a:lnTo>
                    <a:pt x="277" y="1285"/>
                  </a:lnTo>
                  <a:lnTo>
                    <a:pt x="237" y="1324"/>
                  </a:lnTo>
                  <a:lnTo>
                    <a:pt x="198" y="1364"/>
                  </a:lnTo>
                  <a:lnTo>
                    <a:pt x="217" y="1364"/>
                  </a:lnTo>
                  <a:lnTo>
                    <a:pt x="138" y="1403"/>
                  </a:lnTo>
                  <a:lnTo>
                    <a:pt x="178" y="1403"/>
                  </a:lnTo>
                  <a:lnTo>
                    <a:pt x="158" y="1423"/>
                  </a:lnTo>
                  <a:lnTo>
                    <a:pt x="158" y="1423"/>
                  </a:lnTo>
                  <a:lnTo>
                    <a:pt x="217" y="1383"/>
                  </a:lnTo>
                  <a:lnTo>
                    <a:pt x="178" y="1443"/>
                  </a:lnTo>
                  <a:lnTo>
                    <a:pt x="178" y="1482"/>
                  </a:lnTo>
                  <a:lnTo>
                    <a:pt x="217" y="1443"/>
                  </a:lnTo>
                  <a:lnTo>
                    <a:pt x="257" y="1443"/>
                  </a:lnTo>
                  <a:lnTo>
                    <a:pt x="237" y="146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257" y="1502"/>
                  </a:lnTo>
                  <a:lnTo>
                    <a:pt x="336" y="1443"/>
                  </a:lnTo>
                  <a:lnTo>
                    <a:pt x="336" y="1462"/>
                  </a:lnTo>
                  <a:lnTo>
                    <a:pt x="296" y="1482"/>
                  </a:lnTo>
                  <a:lnTo>
                    <a:pt x="375" y="1462"/>
                  </a:lnTo>
                  <a:lnTo>
                    <a:pt x="375" y="1462"/>
                  </a:lnTo>
                  <a:lnTo>
                    <a:pt x="316" y="1482"/>
                  </a:lnTo>
                  <a:lnTo>
                    <a:pt x="296" y="1502"/>
                  </a:lnTo>
                  <a:lnTo>
                    <a:pt x="296" y="1522"/>
                  </a:lnTo>
                  <a:lnTo>
                    <a:pt x="296" y="1541"/>
                  </a:lnTo>
                  <a:lnTo>
                    <a:pt x="494" y="1462"/>
                  </a:lnTo>
                  <a:lnTo>
                    <a:pt x="593" y="1403"/>
                  </a:lnTo>
                  <a:lnTo>
                    <a:pt x="691" y="1344"/>
                  </a:lnTo>
                  <a:lnTo>
                    <a:pt x="652" y="1383"/>
                  </a:lnTo>
                  <a:lnTo>
                    <a:pt x="632" y="1423"/>
                  </a:lnTo>
                  <a:lnTo>
                    <a:pt x="573" y="1462"/>
                  </a:lnTo>
                  <a:lnTo>
                    <a:pt x="553" y="148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454" y="1561"/>
                  </a:lnTo>
                  <a:lnTo>
                    <a:pt x="395" y="1581"/>
                  </a:lnTo>
                  <a:lnTo>
                    <a:pt x="454" y="1541"/>
                  </a:lnTo>
                  <a:lnTo>
                    <a:pt x="454" y="1541"/>
                  </a:lnTo>
                  <a:lnTo>
                    <a:pt x="415" y="1561"/>
                  </a:lnTo>
                  <a:lnTo>
                    <a:pt x="375" y="1581"/>
                  </a:lnTo>
                  <a:lnTo>
                    <a:pt x="296" y="1640"/>
                  </a:lnTo>
                  <a:lnTo>
                    <a:pt x="336" y="1640"/>
                  </a:lnTo>
                  <a:lnTo>
                    <a:pt x="336" y="1660"/>
                  </a:lnTo>
                  <a:lnTo>
                    <a:pt x="375" y="1660"/>
                  </a:lnTo>
                  <a:lnTo>
                    <a:pt x="356" y="1680"/>
                  </a:lnTo>
                  <a:lnTo>
                    <a:pt x="395" y="1660"/>
                  </a:lnTo>
                  <a:lnTo>
                    <a:pt x="435" y="1640"/>
                  </a:lnTo>
                  <a:lnTo>
                    <a:pt x="435" y="1640"/>
                  </a:lnTo>
                  <a:lnTo>
                    <a:pt x="415" y="1660"/>
                  </a:lnTo>
                  <a:lnTo>
                    <a:pt x="375" y="1699"/>
                  </a:lnTo>
                  <a:lnTo>
                    <a:pt x="415" y="1680"/>
                  </a:lnTo>
                  <a:lnTo>
                    <a:pt x="435" y="1680"/>
                  </a:lnTo>
                  <a:lnTo>
                    <a:pt x="494" y="1640"/>
                  </a:lnTo>
                  <a:lnTo>
                    <a:pt x="573" y="1581"/>
                  </a:lnTo>
                  <a:lnTo>
                    <a:pt x="612" y="1581"/>
                  </a:lnTo>
                  <a:lnTo>
                    <a:pt x="612" y="1601"/>
                  </a:lnTo>
                  <a:lnTo>
                    <a:pt x="593" y="1620"/>
                  </a:lnTo>
                  <a:lnTo>
                    <a:pt x="612" y="1620"/>
                  </a:lnTo>
                  <a:lnTo>
                    <a:pt x="553" y="1660"/>
                  </a:lnTo>
                  <a:lnTo>
                    <a:pt x="533" y="1660"/>
                  </a:lnTo>
                  <a:lnTo>
                    <a:pt x="533" y="1680"/>
                  </a:lnTo>
                  <a:lnTo>
                    <a:pt x="612" y="1640"/>
                  </a:lnTo>
                  <a:lnTo>
                    <a:pt x="612" y="1660"/>
                  </a:lnTo>
                  <a:lnTo>
                    <a:pt x="593" y="1680"/>
                  </a:lnTo>
                  <a:lnTo>
                    <a:pt x="514" y="1719"/>
                  </a:lnTo>
                  <a:lnTo>
                    <a:pt x="533" y="1699"/>
                  </a:lnTo>
                  <a:lnTo>
                    <a:pt x="533" y="1699"/>
                  </a:lnTo>
                  <a:lnTo>
                    <a:pt x="474" y="1739"/>
                  </a:lnTo>
                  <a:lnTo>
                    <a:pt x="514" y="1719"/>
                  </a:lnTo>
                  <a:lnTo>
                    <a:pt x="514" y="1719"/>
                  </a:lnTo>
                  <a:lnTo>
                    <a:pt x="454" y="1759"/>
                  </a:lnTo>
                  <a:lnTo>
                    <a:pt x="474" y="1739"/>
                  </a:lnTo>
                  <a:lnTo>
                    <a:pt x="474" y="1719"/>
                  </a:lnTo>
                  <a:lnTo>
                    <a:pt x="474" y="1699"/>
                  </a:lnTo>
                  <a:lnTo>
                    <a:pt x="415" y="1699"/>
                  </a:lnTo>
                  <a:lnTo>
                    <a:pt x="395" y="1739"/>
                  </a:lnTo>
                  <a:lnTo>
                    <a:pt x="415" y="1739"/>
                  </a:lnTo>
                  <a:lnTo>
                    <a:pt x="415" y="1759"/>
                  </a:lnTo>
                  <a:lnTo>
                    <a:pt x="395" y="1798"/>
                  </a:lnTo>
                  <a:lnTo>
                    <a:pt x="494" y="1759"/>
                  </a:lnTo>
                  <a:lnTo>
                    <a:pt x="553" y="1719"/>
                  </a:lnTo>
                  <a:lnTo>
                    <a:pt x="612" y="1680"/>
                  </a:lnTo>
                  <a:lnTo>
                    <a:pt x="533" y="1739"/>
                  </a:lnTo>
                  <a:lnTo>
                    <a:pt x="514" y="1778"/>
                  </a:lnTo>
                  <a:lnTo>
                    <a:pt x="593" y="1739"/>
                  </a:lnTo>
                  <a:lnTo>
                    <a:pt x="652" y="1719"/>
                  </a:lnTo>
                  <a:lnTo>
                    <a:pt x="632" y="1719"/>
                  </a:lnTo>
                  <a:lnTo>
                    <a:pt x="652" y="1699"/>
                  </a:lnTo>
                  <a:lnTo>
                    <a:pt x="672" y="1680"/>
                  </a:lnTo>
                  <a:lnTo>
                    <a:pt x="711" y="1660"/>
                  </a:lnTo>
                  <a:lnTo>
                    <a:pt x="751" y="1640"/>
                  </a:lnTo>
                  <a:lnTo>
                    <a:pt x="751" y="1660"/>
                  </a:lnTo>
                  <a:lnTo>
                    <a:pt x="731" y="1680"/>
                  </a:lnTo>
                  <a:lnTo>
                    <a:pt x="711" y="1680"/>
                  </a:lnTo>
                  <a:lnTo>
                    <a:pt x="691" y="1719"/>
                  </a:lnTo>
                  <a:lnTo>
                    <a:pt x="533" y="1778"/>
                  </a:lnTo>
                  <a:lnTo>
                    <a:pt x="533" y="1798"/>
                  </a:lnTo>
                  <a:lnTo>
                    <a:pt x="514" y="1818"/>
                  </a:lnTo>
                  <a:lnTo>
                    <a:pt x="514" y="1818"/>
                  </a:lnTo>
                  <a:lnTo>
                    <a:pt x="573" y="1778"/>
                  </a:lnTo>
                  <a:lnTo>
                    <a:pt x="612" y="1759"/>
                  </a:lnTo>
                  <a:lnTo>
                    <a:pt x="691" y="1739"/>
                  </a:lnTo>
                  <a:lnTo>
                    <a:pt x="770" y="1719"/>
                  </a:lnTo>
                  <a:lnTo>
                    <a:pt x="770" y="1719"/>
                  </a:lnTo>
                  <a:lnTo>
                    <a:pt x="711" y="1759"/>
                  </a:lnTo>
                  <a:lnTo>
                    <a:pt x="652" y="1778"/>
                  </a:lnTo>
                  <a:lnTo>
                    <a:pt x="612" y="1798"/>
                  </a:lnTo>
                  <a:lnTo>
                    <a:pt x="533" y="1857"/>
                  </a:lnTo>
                  <a:lnTo>
                    <a:pt x="573" y="1838"/>
                  </a:lnTo>
                  <a:lnTo>
                    <a:pt x="612" y="1818"/>
                  </a:lnTo>
                  <a:lnTo>
                    <a:pt x="593" y="1857"/>
                  </a:lnTo>
                  <a:lnTo>
                    <a:pt x="632" y="1857"/>
                  </a:lnTo>
                  <a:lnTo>
                    <a:pt x="652" y="1838"/>
                  </a:lnTo>
                  <a:lnTo>
                    <a:pt x="672" y="1838"/>
                  </a:lnTo>
                  <a:lnTo>
                    <a:pt x="672" y="1857"/>
                  </a:lnTo>
                  <a:lnTo>
                    <a:pt x="652" y="1877"/>
                  </a:lnTo>
                  <a:lnTo>
                    <a:pt x="691" y="1857"/>
                  </a:lnTo>
                  <a:lnTo>
                    <a:pt x="691" y="1877"/>
                  </a:lnTo>
                  <a:lnTo>
                    <a:pt x="711" y="1877"/>
                  </a:lnTo>
                  <a:lnTo>
                    <a:pt x="711" y="1897"/>
                  </a:lnTo>
                  <a:lnTo>
                    <a:pt x="751" y="1877"/>
                  </a:lnTo>
                  <a:lnTo>
                    <a:pt x="731" y="1857"/>
                  </a:lnTo>
                  <a:lnTo>
                    <a:pt x="711" y="1857"/>
                  </a:lnTo>
                  <a:lnTo>
                    <a:pt x="731" y="1838"/>
                  </a:lnTo>
                  <a:lnTo>
                    <a:pt x="790" y="1798"/>
                  </a:lnTo>
                  <a:lnTo>
                    <a:pt x="889" y="1798"/>
                  </a:lnTo>
                  <a:lnTo>
                    <a:pt x="928" y="1778"/>
                  </a:lnTo>
                  <a:lnTo>
                    <a:pt x="928" y="1798"/>
                  </a:lnTo>
                  <a:lnTo>
                    <a:pt x="909" y="1818"/>
                  </a:lnTo>
                  <a:lnTo>
                    <a:pt x="869" y="1838"/>
                  </a:lnTo>
                  <a:lnTo>
                    <a:pt x="889" y="1857"/>
                  </a:lnTo>
                  <a:lnTo>
                    <a:pt x="869" y="1857"/>
                  </a:lnTo>
                  <a:lnTo>
                    <a:pt x="849" y="1877"/>
                  </a:lnTo>
                  <a:lnTo>
                    <a:pt x="889" y="1877"/>
                  </a:lnTo>
                  <a:lnTo>
                    <a:pt x="849" y="1897"/>
                  </a:lnTo>
                  <a:lnTo>
                    <a:pt x="830" y="1936"/>
                  </a:lnTo>
                  <a:lnTo>
                    <a:pt x="849" y="1917"/>
                  </a:lnTo>
                  <a:lnTo>
                    <a:pt x="869" y="1897"/>
                  </a:lnTo>
                  <a:lnTo>
                    <a:pt x="869" y="1917"/>
                  </a:lnTo>
                  <a:lnTo>
                    <a:pt x="830" y="1936"/>
                  </a:lnTo>
                  <a:lnTo>
                    <a:pt x="849" y="1936"/>
                  </a:lnTo>
                  <a:lnTo>
                    <a:pt x="909" y="1917"/>
                  </a:lnTo>
                  <a:lnTo>
                    <a:pt x="948" y="1877"/>
                  </a:lnTo>
                  <a:lnTo>
                    <a:pt x="1007" y="1838"/>
                  </a:lnTo>
                  <a:lnTo>
                    <a:pt x="1027" y="1857"/>
                  </a:lnTo>
                  <a:lnTo>
                    <a:pt x="1027" y="1877"/>
                  </a:lnTo>
                  <a:lnTo>
                    <a:pt x="1007" y="1917"/>
                  </a:lnTo>
                  <a:lnTo>
                    <a:pt x="1027" y="1917"/>
                  </a:lnTo>
                  <a:lnTo>
                    <a:pt x="988" y="1936"/>
                  </a:lnTo>
                  <a:lnTo>
                    <a:pt x="968" y="1936"/>
                  </a:lnTo>
                  <a:lnTo>
                    <a:pt x="909" y="1976"/>
                  </a:lnTo>
                  <a:lnTo>
                    <a:pt x="869" y="1996"/>
                  </a:lnTo>
                  <a:lnTo>
                    <a:pt x="830" y="2035"/>
                  </a:lnTo>
                  <a:lnTo>
                    <a:pt x="830" y="2035"/>
                  </a:lnTo>
                  <a:lnTo>
                    <a:pt x="889" y="1996"/>
                  </a:lnTo>
                  <a:lnTo>
                    <a:pt x="968" y="1956"/>
                  </a:lnTo>
                  <a:lnTo>
                    <a:pt x="948" y="1976"/>
                  </a:lnTo>
                  <a:lnTo>
                    <a:pt x="928" y="1996"/>
                  </a:lnTo>
                  <a:lnTo>
                    <a:pt x="968" y="1996"/>
                  </a:lnTo>
                  <a:lnTo>
                    <a:pt x="869" y="2055"/>
                  </a:lnTo>
                  <a:lnTo>
                    <a:pt x="869" y="2075"/>
                  </a:lnTo>
                  <a:lnTo>
                    <a:pt x="909" y="2055"/>
                  </a:lnTo>
                  <a:lnTo>
                    <a:pt x="909" y="2035"/>
                  </a:lnTo>
                  <a:lnTo>
                    <a:pt x="948" y="2035"/>
                  </a:lnTo>
                  <a:lnTo>
                    <a:pt x="928" y="2055"/>
                  </a:lnTo>
                  <a:lnTo>
                    <a:pt x="948" y="2055"/>
                  </a:lnTo>
                  <a:lnTo>
                    <a:pt x="948" y="2075"/>
                  </a:lnTo>
                  <a:lnTo>
                    <a:pt x="968" y="2055"/>
                  </a:lnTo>
                  <a:lnTo>
                    <a:pt x="988" y="2015"/>
                  </a:lnTo>
                  <a:lnTo>
                    <a:pt x="1047" y="2015"/>
                  </a:lnTo>
                  <a:lnTo>
                    <a:pt x="1067" y="2035"/>
                  </a:lnTo>
                  <a:lnTo>
                    <a:pt x="1106" y="2035"/>
                  </a:lnTo>
                  <a:lnTo>
                    <a:pt x="1067" y="2075"/>
                  </a:lnTo>
                  <a:lnTo>
                    <a:pt x="1027" y="2094"/>
                  </a:lnTo>
                  <a:lnTo>
                    <a:pt x="1027" y="2094"/>
                  </a:lnTo>
                  <a:lnTo>
                    <a:pt x="1027" y="2134"/>
                  </a:lnTo>
                  <a:lnTo>
                    <a:pt x="988" y="2173"/>
                  </a:lnTo>
                  <a:lnTo>
                    <a:pt x="948" y="2193"/>
                  </a:lnTo>
                  <a:lnTo>
                    <a:pt x="948" y="2213"/>
                  </a:lnTo>
                  <a:lnTo>
                    <a:pt x="1027" y="2154"/>
                  </a:lnTo>
                  <a:lnTo>
                    <a:pt x="1027" y="2173"/>
                  </a:lnTo>
                  <a:lnTo>
                    <a:pt x="1067" y="2154"/>
                  </a:lnTo>
                  <a:lnTo>
                    <a:pt x="1047" y="2173"/>
                  </a:lnTo>
                  <a:lnTo>
                    <a:pt x="1027" y="2193"/>
                  </a:lnTo>
                  <a:lnTo>
                    <a:pt x="1007" y="2213"/>
                  </a:lnTo>
                  <a:lnTo>
                    <a:pt x="1047" y="2213"/>
                  </a:lnTo>
                  <a:lnTo>
                    <a:pt x="1047" y="2193"/>
                  </a:lnTo>
                  <a:lnTo>
                    <a:pt x="1106" y="2154"/>
                  </a:lnTo>
                  <a:lnTo>
                    <a:pt x="1165" y="2134"/>
                  </a:lnTo>
                  <a:lnTo>
                    <a:pt x="1146" y="2154"/>
                  </a:lnTo>
                  <a:lnTo>
                    <a:pt x="1106" y="2173"/>
                  </a:lnTo>
                  <a:lnTo>
                    <a:pt x="1086" y="2193"/>
                  </a:lnTo>
                  <a:lnTo>
                    <a:pt x="1165" y="2173"/>
                  </a:lnTo>
                  <a:lnTo>
                    <a:pt x="1146" y="2173"/>
                  </a:lnTo>
                  <a:lnTo>
                    <a:pt x="1185" y="2154"/>
                  </a:lnTo>
                  <a:lnTo>
                    <a:pt x="1225" y="2114"/>
                  </a:lnTo>
                  <a:lnTo>
                    <a:pt x="1225" y="2154"/>
                  </a:lnTo>
                  <a:lnTo>
                    <a:pt x="2074" y="1462"/>
                  </a:lnTo>
                  <a:lnTo>
                    <a:pt x="2114" y="1443"/>
                  </a:lnTo>
                  <a:lnTo>
                    <a:pt x="2094" y="1423"/>
                  </a:lnTo>
                  <a:lnTo>
                    <a:pt x="2054" y="1423"/>
                  </a:lnTo>
                  <a:lnTo>
                    <a:pt x="2074" y="1403"/>
                  </a:lnTo>
                  <a:lnTo>
                    <a:pt x="2114" y="1383"/>
                  </a:lnTo>
                  <a:lnTo>
                    <a:pt x="2094" y="1364"/>
                  </a:lnTo>
                  <a:lnTo>
                    <a:pt x="2094" y="1344"/>
                  </a:lnTo>
                  <a:lnTo>
                    <a:pt x="2035" y="1364"/>
                  </a:lnTo>
                  <a:lnTo>
                    <a:pt x="1955" y="1364"/>
                  </a:lnTo>
                  <a:lnTo>
                    <a:pt x="1955" y="1344"/>
                  </a:lnTo>
                  <a:lnTo>
                    <a:pt x="1995" y="1324"/>
                  </a:lnTo>
                  <a:lnTo>
                    <a:pt x="1995" y="1304"/>
                  </a:lnTo>
                  <a:lnTo>
                    <a:pt x="1955" y="1324"/>
                  </a:lnTo>
                  <a:lnTo>
                    <a:pt x="1995" y="1285"/>
                  </a:lnTo>
                  <a:lnTo>
                    <a:pt x="1936" y="1285"/>
                  </a:lnTo>
                  <a:lnTo>
                    <a:pt x="1975" y="1245"/>
                  </a:lnTo>
                  <a:lnTo>
                    <a:pt x="1975" y="1225"/>
                  </a:lnTo>
                  <a:lnTo>
                    <a:pt x="1936" y="1245"/>
                  </a:lnTo>
                  <a:lnTo>
                    <a:pt x="1857" y="1285"/>
                  </a:lnTo>
                  <a:lnTo>
                    <a:pt x="1916" y="1245"/>
                  </a:lnTo>
                  <a:lnTo>
                    <a:pt x="1936" y="1206"/>
                  </a:lnTo>
                  <a:lnTo>
                    <a:pt x="1857" y="1186"/>
                  </a:lnTo>
                  <a:lnTo>
                    <a:pt x="1778" y="1127"/>
                  </a:lnTo>
                  <a:lnTo>
                    <a:pt x="1797" y="1127"/>
                  </a:lnTo>
                  <a:lnTo>
                    <a:pt x="1778" y="1107"/>
                  </a:lnTo>
                  <a:lnTo>
                    <a:pt x="1679" y="1107"/>
                  </a:lnTo>
                  <a:lnTo>
                    <a:pt x="1679" y="1087"/>
                  </a:lnTo>
                  <a:lnTo>
                    <a:pt x="1639" y="1087"/>
                  </a:lnTo>
                  <a:lnTo>
                    <a:pt x="1580" y="1127"/>
                  </a:lnTo>
                  <a:lnTo>
                    <a:pt x="1481" y="1206"/>
                  </a:lnTo>
                  <a:lnTo>
                    <a:pt x="1462" y="1206"/>
                  </a:lnTo>
                  <a:lnTo>
                    <a:pt x="1481" y="1166"/>
                  </a:lnTo>
                  <a:lnTo>
                    <a:pt x="1521" y="1146"/>
                  </a:lnTo>
                  <a:lnTo>
                    <a:pt x="1521" y="1127"/>
                  </a:lnTo>
                  <a:lnTo>
                    <a:pt x="1600" y="1087"/>
                  </a:lnTo>
                  <a:lnTo>
                    <a:pt x="1679" y="1028"/>
                  </a:lnTo>
                  <a:lnTo>
                    <a:pt x="1679" y="1028"/>
                  </a:lnTo>
                  <a:lnTo>
                    <a:pt x="1600" y="1048"/>
                  </a:lnTo>
                  <a:lnTo>
                    <a:pt x="1600" y="1028"/>
                  </a:lnTo>
                  <a:lnTo>
                    <a:pt x="1580" y="1028"/>
                  </a:lnTo>
                  <a:lnTo>
                    <a:pt x="1600" y="1008"/>
                  </a:lnTo>
                  <a:lnTo>
                    <a:pt x="1620" y="988"/>
                  </a:lnTo>
                  <a:lnTo>
                    <a:pt x="1639" y="988"/>
                  </a:lnTo>
                  <a:lnTo>
                    <a:pt x="1620" y="1008"/>
                  </a:lnTo>
                  <a:lnTo>
                    <a:pt x="1659" y="1008"/>
                  </a:lnTo>
                  <a:lnTo>
                    <a:pt x="1699" y="988"/>
                  </a:lnTo>
                  <a:lnTo>
                    <a:pt x="1659" y="969"/>
                  </a:lnTo>
                  <a:lnTo>
                    <a:pt x="1639" y="969"/>
                  </a:lnTo>
                  <a:lnTo>
                    <a:pt x="1639" y="949"/>
                  </a:lnTo>
                  <a:lnTo>
                    <a:pt x="1600" y="969"/>
                  </a:lnTo>
                  <a:lnTo>
                    <a:pt x="1580" y="988"/>
                  </a:lnTo>
                  <a:lnTo>
                    <a:pt x="1521" y="1008"/>
                  </a:lnTo>
                  <a:lnTo>
                    <a:pt x="1521" y="1008"/>
                  </a:lnTo>
                  <a:lnTo>
                    <a:pt x="1600" y="949"/>
                  </a:lnTo>
                  <a:lnTo>
                    <a:pt x="1541" y="988"/>
                  </a:lnTo>
                  <a:lnTo>
                    <a:pt x="1521" y="988"/>
                  </a:lnTo>
                  <a:lnTo>
                    <a:pt x="1521" y="969"/>
                  </a:lnTo>
                  <a:lnTo>
                    <a:pt x="1521" y="949"/>
                  </a:lnTo>
                  <a:lnTo>
                    <a:pt x="1560" y="909"/>
                  </a:lnTo>
                  <a:lnTo>
                    <a:pt x="1501" y="909"/>
                  </a:lnTo>
                  <a:lnTo>
                    <a:pt x="1541" y="890"/>
                  </a:lnTo>
                  <a:lnTo>
                    <a:pt x="1541" y="850"/>
                  </a:lnTo>
                  <a:lnTo>
                    <a:pt x="1521" y="830"/>
                  </a:lnTo>
                  <a:lnTo>
                    <a:pt x="1541" y="791"/>
                  </a:lnTo>
                  <a:lnTo>
                    <a:pt x="1481" y="791"/>
                  </a:lnTo>
                  <a:lnTo>
                    <a:pt x="1422" y="811"/>
                  </a:lnTo>
                  <a:lnTo>
                    <a:pt x="1422" y="830"/>
                  </a:lnTo>
                  <a:lnTo>
                    <a:pt x="1363" y="850"/>
                  </a:lnTo>
                  <a:lnTo>
                    <a:pt x="1343" y="870"/>
                  </a:lnTo>
                  <a:lnTo>
                    <a:pt x="1323" y="870"/>
                  </a:lnTo>
                  <a:lnTo>
                    <a:pt x="1363" y="830"/>
                  </a:lnTo>
                  <a:lnTo>
                    <a:pt x="1383" y="811"/>
                  </a:lnTo>
                  <a:lnTo>
                    <a:pt x="1422" y="791"/>
                  </a:lnTo>
                  <a:lnTo>
                    <a:pt x="1402" y="771"/>
                  </a:lnTo>
                  <a:lnTo>
                    <a:pt x="1442" y="732"/>
                  </a:lnTo>
                  <a:lnTo>
                    <a:pt x="1402" y="732"/>
                  </a:lnTo>
                  <a:lnTo>
                    <a:pt x="1363" y="751"/>
                  </a:lnTo>
                  <a:lnTo>
                    <a:pt x="1383" y="732"/>
                  </a:lnTo>
                  <a:lnTo>
                    <a:pt x="1422" y="712"/>
                  </a:lnTo>
                  <a:lnTo>
                    <a:pt x="1402" y="712"/>
                  </a:lnTo>
                  <a:lnTo>
                    <a:pt x="1422" y="692"/>
                  </a:lnTo>
                  <a:lnTo>
                    <a:pt x="1383" y="712"/>
                  </a:lnTo>
                  <a:lnTo>
                    <a:pt x="1304" y="751"/>
                  </a:lnTo>
                  <a:lnTo>
                    <a:pt x="1304" y="732"/>
                  </a:lnTo>
                  <a:lnTo>
                    <a:pt x="1284" y="73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264" y="732"/>
                  </a:lnTo>
                  <a:lnTo>
                    <a:pt x="1284" y="712"/>
                  </a:lnTo>
                  <a:lnTo>
                    <a:pt x="1205" y="732"/>
                  </a:lnTo>
                  <a:lnTo>
                    <a:pt x="1146" y="751"/>
                  </a:lnTo>
                  <a:lnTo>
                    <a:pt x="1146" y="751"/>
                  </a:lnTo>
                  <a:lnTo>
                    <a:pt x="1185" y="712"/>
                  </a:lnTo>
                  <a:lnTo>
                    <a:pt x="1264" y="653"/>
                  </a:lnTo>
                  <a:lnTo>
                    <a:pt x="1244" y="672"/>
                  </a:lnTo>
                  <a:lnTo>
                    <a:pt x="1244" y="692"/>
                  </a:lnTo>
                  <a:lnTo>
                    <a:pt x="1304" y="633"/>
                  </a:lnTo>
                  <a:lnTo>
                    <a:pt x="1323" y="593"/>
                  </a:lnTo>
                  <a:lnTo>
                    <a:pt x="1304" y="574"/>
                  </a:lnTo>
                  <a:lnTo>
                    <a:pt x="1284" y="554"/>
                  </a:lnTo>
                  <a:lnTo>
                    <a:pt x="1264" y="554"/>
                  </a:lnTo>
                  <a:lnTo>
                    <a:pt x="1244" y="534"/>
                  </a:lnTo>
                  <a:lnTo>
                    <a:pt x="1225" y="534"/>
                  </a:lnTo>
                  <a:lnTo>
                    <a:pt x="1165" y="574"/>
                  </a:lnTo>
                  <a:lnTo>
                    <a:pt x="1165" y="574"/>
                  </a:lnTo>
                  <a:lnTo>
                    <a:pt x="1205" y="534"/>
                  </a:lnTo>
                  <a:lnTo>
                    <a:pt x="1225" y="475"/>
                  </a:lnTo>
                  <a:lnTo>
                    <a:pt x="1205" y="455"/>
                  </a:lnTo>
                  <a:lnTo>
                    <a:pt x="1205" y="435"/>
                  </a:lnTo>
                  <a:lnTo>
                    <a:pt x="1165" y="416"/>
                  </a:lnTo>
                  <a:lnTo>
                    <a:pt x="1126" y="435"/>
                  </a:lnTo>
                  <a:lnTo>
                    <a:pt x="1165" y="396"/>
                  </a:lnTo>
                  <a:lnTo>
                    <a:pt x="1086" y="416"/>
                  </a:lnTo>
                  <a:lnTo>
                    <a:pt x="968" y="416"/>
                  </a:lnTo>
                  <a:lnTo>
                    <a:pt x="869" y="475"/>
                  </a:lnTo>
                  <a:lnTo>
                    <a:pt x="928" y="435"/>
                  </a:lnTo>
                  <a:lnTo>
                    <a:pt x="968" y="396"/>
                  </a:lnTo>
                  <a:lnTo>
                    <a:pt x="948" y="396"/>
                  </a:lnTo>
                  <a:lnTo>
                    <a:pt x="928" y="416"/>
                  </a:lnTo>
                  <a:lnTo>
                    <a:pt x="909" y="416"/>
                  </a:lnTo>
                  <a:lnTo>
                    <a:pt x="928" y="396"/>
                  </a:lnTo>
                  <a:lnTo>
                    <a:pt x="948" y="376"/>
                  </a:lnTo>
                  <a:lnTo>
                    <a:pt x="968" y="356"/>
                  </a:lnTo>
                  <a:lnTo>
                    <a:pt x="948" y="356"/>
                  </a:lnTo>
                  <a:lnTo>
                    <a:pt x="968" y="337"/>
                  </a:lnTo>
                  <a:lnTo>
                    <a:pt x="889" y="396"/>
                  </a:lnTo>
                  <a:lnTo>
                    <a:pt x="830" y="416"/>
                  </a:lnTo>
                  <a:lnTo>
                    <a:pt x="790" y="435"/>
                  </a:lnTo>
                  <a:lnTo>
                    <a:pt x="770" y="435"/>
                  </a:lnTo>
                  <a:lnTo>
                    <a:pt x="790" y="416"/>
                  </a:lnTo>
                  <a:lnTo>
                    <a:pt x="711" y="416"/>
                  </a:lnTo>
                  <a:lnTo>
                    <a:pt x="652" y="376"/>
                  </a:lnTo>
                  <a:lnTo>
                    <a:pt x="632" y="337"/>
                  </a:lnTo>
                  <a:lnTo>
                    <a:pt x="612" y="277"/>
                  </a:lnTo>
                  <a:lnTo>
                    <a:pt x="652" y="258"/>
                  </a:lnTo>
                  <a:lnTo>
                    <a:pt x="632" y="258"/>
                  </a:lnTo>
                  <a:lnTo>
                    <a:pt x="652" y="238"/>
                  </a:lnTo>
                  <a:lnTo>
                    <a:pt x="672" y="198"/>
                  </a:lnTo>
                  <a:lnTo>
                    <a:pt x="632" y="218"/>
                  </a:lnTo>
                  <a:lnTo>
                    <a:pt x="612" y="218"/>
                  </a:lnTo>
                  <a:lnTo>
                    <a:pt x="632" y="198"/>
                  </a:lnTo>
                  <a:lnTo>
                    <a:pt x="652" y="178"/>
                  </a:lnTo>
                  <a:lnTo>
                    <a:pt x="652" y="159"/>
                  </a:lnTo>
                  <a:lnTo>
                    <a:pt x="672" y="139"/>
                  </a:lnTo>
                  <a:lnTo>
                    <a:pt x="672" y="119"/>
                  </a:lnTo>
                  <a:lnTo>
                    <a:pt x="652" y="119"/>
                  </a:lnTo>
                  <a:lnTo>
                    <a:pt x="691" y="60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20"/>
            <p:cNvSpPr/>
            <p:nvPr/>
          </p:nvSpPr>
          <p:spPr>
            <a:xfrm>
              <a:off x="-1692875" y="36413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20"/>
            <p:cNvSpPr/>
            <p:nvPr/>
          </p:nvSpPr>
          <p:spPr>
            <a:xfrm>
              <a:off x="-1600025" y="3561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20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20"/>
            <p:cNvSpPr/>
            <p:nvPr/>
          </p:nvSpPr>
          <p:spPr>
            <a:xfrm>
              <a:off x="-1619775" y="3485250"/>
              <a:ext cx="41500" cy="78050"/>
            </a:xfrm>
            <a:custGeom>
              <a:rect b="b" l="l" r="r" t="t"/>
              <a:pathLst>
                <a:path extrusionOk="0" h="3122" w="1660">
                  <a:moveTo>
                    <a:pt x="454" y="159"/>
                  </a:moveTo>
                  <a:lnTo>
                    <a:pt x="469" y="163"/>
                  </a:lnTo>
                  <a:lnTo>
                    <a:pt x="469" y="163"/>
                  </a:lnTo>
                  <a:lnTo>
                    <a:pt x="474" y="159"/>
                  </a:lnTo>
                  <a:close/>
                  <a:moveTo>
                    <a:pt x="1422" y="238"/>
                  </a:moveTo>
                  <a:lnTo>
                    <a:pt x="1422" y="257"/>
                  </a:lnTo>
                  <a:lnTo>
                    <a:pt x="1462" y="257"/>
                  </a:lnTo>
                  <a:lnTo>
                    <a:pt x="1422" y="238"/>
                  </a:lnTo>
                  <a:close/>
                  <a:moveTo>
                    <a:pt x="119" y="1057"/>
                  </a:moveTo>
                  <a:lnTo>
                    <a:pt x="138" y="1067"/>
                  </a:lnTo>
                  <a:lnTo>
                    <a:pt x="158" y="1067"/>
                  </a:lnTo>
                  <a:lnTo>
                    <a:pt x="119" y="1057"/>
                  </a:lnTo>
                  <a:close/>
                  <a:moveTo>
                    <a:pt x="40" y="988"/>
                  </a:moveTo>
                  <a:lnTo>
                    <a:pt x="40" y="1008"/>
                  </a:lnTo>
                  <a:lnTo>
                    <a:pt x="40" y="1028"/>
                  </a:lnTo>
                  <a:lnTo>
                    <a:pt x="0" y="1028"/>
                  </a:lnTo>
                  <a:lnTo>
                    <a:pt x="79" y="1087"/>
                  </a:lnTo>
                  <a:lnTo>
                    <a:pt x="138" y="1107"/>
                  </a:lnTo>
                  <a:lnTo>
                    <a:pt x="217" y="1126"/>
                  </a:lnTo>
                  <a:lnTo>
                    <a:pt x="217" y="1126"/>
                  </a:lnTo>
                  <a:lnTo>
                    <a:pt x="119" y="1087"/>
                  </a:lnTo>
                  <a:lnTo>
                    <a:pt x="40" y="1047"/>
                  </a:lnTo>
                  <a:lnTo>
                    <a:pt x="79" y="1047"/>
                  </a:lnTo>
                  <a:lnTo>
                    <a:pt x="119" y="1057"/>
                  </a:lnTo>
                  <a:lnTo>
                    <a:pt x="119" y="1057"/>
                  </a:lnTo>
                  <a:lnTo>
                    <a:pt x="99" y="1047"/>
                  </a:lnTo>
                  <a:lnTo>
                    <a:pt x="99" y="1028"/>
                  </a:lnTo>
                  <a:lnTo>
                    <a:pt x="119" y="1028"/>
                  </a:lnTo>
                  <a:lnTo>
                    <a:pt x="119" y="1008"/>
                  </a:lnTo>
                  <a:lnTo>
                    <a:pt x="79" y="988"/>
                  </a:lnTo>
                  <a:close/>
                  <a:moveTo>
                    <a:pt x="158" y="1146"/>
                  </a:moveTo>
                  <a:lnTo>
                    <a:pt x="178" y="1166"/>
                  </a:lnTo>
                  <a:lnTo>
                    <a:pt x="217" y="1185"/>
                  </a:lnTo>
                  <a:lnTo>
                    <a:pt x="138" y="1146"/>
                  </a:lnTo>
                  <a:close/>
                  <a:moveTo>
                    <a:pt x="217" y="1166"/>
                  </a:moveTo>
                  <a:lnTo>
                    <a:pt x="257" y="1186"/>
                  </a:lnTo>
                  <a:lnTo>
                    <a:pt x="296" y="1205"/>
                  </a:lnTo>
                  <a:lnTo>
                    <a:pt x="336" y="1205"/>
                  </a:lnTo>
                  <a:lnTo>
                    <a:pt x="316" y="1225"/>
                  </a:lnTo>
                  <a:lnTo>
                    <a:pt x="296" y="1225"/>
                  </a:lnTo>
                  <a:lnTo>
                    <a:pt x="277" y="1205"/>
                  </a:lnTo>
                  <a:lnTo>
                    <a:pt x="257" y="1205"/>
                  </a:lnTo>
                  <a:lnTo>
                    <a:pt x="217" y="1186"/>
                  </a:lnTo>
                  <a:lnTo>
                    <a:pt x="198" y="1166"/>
                  </a:lnTo>
                  <a:close/>
                  <a:moveTo>
                    <a:pt x="119" y="1699"/>
                  </a:moveTo>
                  <a:lnTo>
                    <a:pt x="119" y="1719"/>
                  </a:lnTo>
                  <a:lnTo>
                    <a:pt x="138" y="1719"/>
                  </a:lnTo>
                  <a:lnTo>
                    <a:pt x="138" y="1699"/>
                  </a:lnTo>
                  <a:close/>
                  <a:moveTo>
                    <a:pt x="119" y="1857"/>
                  </a:moveTo>
                  <a:lnTo>
                    <a:pt x="119" y="1877"/>
                  </a:lnTo>
                  <a:lnTo>
                    <a:pt x="178" y="1897"/>
                  </a:lnTo>
                  <a:lnTo>
                    <a:pt x="138" y="1877"/>
                  </a:lnTo>
                  <a:lnTo>
                    <a:pt x="138" y="1857"/>
                  </a:lnTo>
                  <a:close/>
                  <a:moveTo>
                    <a:pt x="79" y="1936"/>
                  </a:moveTo>
                  <a:lnTo>
                    <a:pt x="99" y="1956"/>
                  </a:lnTo>
                  <a:lnTo>
                    <a:pt x="119" y="1936"/>
                  </a:lnTo>
                  <a:close/>
                  <a:moveTo>
                    <a:pt x="277" y="2272"/>
                  </a:moveTo>
                  <a:lnTo>
                    <a:pt x="277" y="2292"/>
                  </a:lnTo>
                  <a:lnTo>
                    <a:pt x="316" y="2292"/>
                  </a:lnTo>
                  <a:lnTo>
                    <a:pt x="277" y="2272"/>
                  </a:lnTo>
                  <a:close/>
                  <a:moveTo>
                    <a:pt x="1245" y="2529"/>
                  </a:moveTo>
                  <a:lnTo>
                    <a:pt x="1264" y="2549"/>
                  </a:lnTo>
                  <a:lnTo>
                    <a:pt x="1284" y="2549"/>
                  </a:lnTo>
                  <a:lnTo>
                    <a:pt x="1245" y="2529"/>
                  </a:lnTo>
                  <a:close/>
                  <a:moveTo>
                    <a:pt x="40" y="2647"/>
                  </a:moveTo>
                  <a:lnTo>
                    <a:pt x="99" y="266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40" y="2647"/>
                  </a:lnTo>
                  <a:close/>
                  <a:moveTo>
                    <a:pt x="119" y="2726"/>
                  </a:moveTo>
                  <a:lnTo>
                    <a:pt x="137" y="2728"/>
                  </a:lnTo>
                  <a:lnTo>
                    <a:pt x="137" y="2728"/>
                  </a:lnTo>
                  <a:lnTo>
                    <a:pt x="138" y="2726"/>
                  </a:lnTo>
                  <a:close/>
                  <a:moveTo>
                    <a:pt x="810" y="2786"/>
                  </a:moveTo>
                  <a:lnTo>
                    <a:pt x="830" y="2805"/>
                  </a:lnTo>
                  <a:lnTo>
                    <a:pt x="830" y="2786"/>
                  </a:lnTo>
                  <a:close/>
                  <a:moveTo>
                    <a:pt x="1136" y="2805"/>
                  </a:moveTo>
                  <a:lnTo>
                    <a:pt x="1146" y="2809"/>
                  </a:lnTo>
                  <a:lnTo>
                    <a:pt x="1146" y="2809"/>
                  </a:lnTo>
                  <a:lnTo>
                    <a:pt x="1146" y="2805"/>
                  </a:lnTo>
                  <a:close/>
                  <a:moveTo>
                    <a:pt x="237" y="2805"/>
                  </a:moveTo>
                  <a:lnTo>
                    <a:pt x="237" y="2825"/>
                  </a:lnTo>
                  <a:lnTo>
                    <a:pt x="257" y="2825"/>
                  </a:lnTo>
                  <a:lnTo>
                    <a:pt x="237" y="2805"/>
                  </a:lnTo>
                  <a:close/>
                  <a:moveTo>
                    <a:pt x="1146" y="2809"/>
                  </a:moveTo>
                  <a:lnTo>
                    <a:pt x="1146" y="2825"/>
                  </a:lnTo>
                  <a:lnTo>
                    <a:pt x="1126" y="2825"/>
                  </a:lnTo>
                  <a:lnTo>
                    <a:pt x="1166" y="2845"/>
                  </a:lnTo>
                  <a:lnTo>
                    <a:pt x="1185" y="2825"/>
                  </a:lnTo>
                  <a:lnTo>
                    <a:pt x="1146" y="2809"/>
                  </a:lnTo>
                  <a:close/>
                  <a:moveTo>
                    <a:pt x="929" y="2805"/>
                  </a:moveTo>
                  <a:lnTo>
                    <a:pt x="948" y="2825"/>
                  </a:lnTo>
                  <a:lnTo>
                    <a:pt x="929" y="2825"/>
                  </a:lnTo>
                  <a:lnTo>
                    <a:pt x="1027" y="2845"/>
                  </a:lnTo>
                  <a:lnTo>
                    <a:pt x="1146" y="2884"/>
                  </a:lnTo>
                  <a:lnTo>
                    <a:pt x="1126" y="2865"/>
                  </a:lnTo>
                  <a:lnTo>
                    <a:pt x="1067" y="2845"/>
                  </a:lnTo>
                  <a:lnTo>
                    <a:pt x="929" y="2805"/>
                  </a:lnTo>
                  <a:close/>
                  <a:moveTo>
                    <a:pt x="257" y="2884"/>
                  </a:moveTo>
                  <a:lnTo>
                    <a:pt x="316" y="2904"/>
                  </a:lnTo>
                  <a:lnTo>
                    <a:pt x="336" y="2904"/>
                  </a:lnTo>
                  <a:lnTo>
                    <a:pt x="296" y="2884"/>
                  </a:lnTo>
                  <a:close/>
                  <a:moveTo>
                    <a:pt x="1077" y="3062"/>
                  </a:moveTo>
                  <a:lnTo>
                    <a:pt x="1087" y="3082"/>
                  </a:lnTo>
                  <a:lnTo>
                    <a:pt x="1087" y="3062"/>
                  </a:lnTo>
                  <a:close/>
                  <a:moveTo>
                    <a:pt x="948" y="3082"/>
                  </a:moveTo>
                  <a:lnTo>
                    <a:pt x="929" y="3102"/>
                  </a:lnTo>
                  <a:lnTo>
                    <a:pt x="948" y="3102"/>
                  </a:lnTo>
                  <a:lnTo>
                    <a:pt x="948" y="3082"/>
                  </a:lnTo>
                  <a:close/>
                  <a:moveTo>
                    <a:pt x="1106" y="1"/>
                  </a:moveTo>
                  <a:lnTo>
                    <a:pt x="1087" y="20"/>
                  </a:lnTo>
                  <a:lnTo>
                    <a:pt x="1106" y="40"/>
                  </a:lnTo>
                  <a:lnTo>
                    <a:pt x="1047" y="40"/>
                  </a:lnTo>
                  <a:lnTo>
                    <a:pt x="1087" y="60"/>
                  </a:lnTo>
                  <a:lnTo>
                    <a:pt x="1027" y="40"/>
                  </a:lnTo>
                  <a:lnTo>
                    <a:pt x="948" y="20"/>
                  </a:lnTo>
                  <a:lnTo>
                    <a:pt x="929" y="20"/>
                  </a:lnTo>
                  <a:lnTo>
                    <a:pt x="948" y="40"/>
                  </a:lnTo>
                  <a:lnTo>
                    <a:pt x="948" y="60"/>
                  </a:lnTo>
                  <a:lnTo>
                    <a:pt x="929" y="60"/>
                  </a:lnTo>
                  <a:lnTo>
                    <a:pt x="889" y="40"/>
                  </a:lnTo>
                  <a:lnTo>
                    <a:pt x="889" y="60"/>
                  </a:lnTo>
                  <a:lnTo>
                    <a:pt x="869" y="40"/>
                  </a:lnTo>
                  <a:lnTo>
                    <a:pt x="810" y="40"/>
                  </a:lnTo>
                  <a:lnTo>
                    <a:pt x="909" y="80"/>
                  </a:lnTo>
                  <a:lnTo>
                    <a:pt x="889" y="80"/>
                  </a:lnTo>
                  <a:lnTo>
                    <a:pt x="968" y="9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48" y="99"/>
                  </a:lnTo>
                  <a:lnTo>
                    <a:pt x="909" y="99"/>
                  </a:lnTo>
                  <a:lnTo>
                    <a:pt x="830" y="60"/>
                  </a:lnTo>
                  <a:lnTo>
                    <a:pt x="810" y="60"/>
                  </a:lnTo>
                  <a:lnTo>
                    <a:pt x="731" y="40"/>
                  </a:lnTo>
                  <a:lnTo>
                    <a:pt x="790" y="60"/>
                  </a:lnTo>
                  <a:lnTo>
                    <a:pt x="790" y="80"/>
                  </a:lnTo>
                  <a:lnTo>
                    <a:pt x="770" y="80"/>
                  </a:lnTo>
                  <a:lnTo>
                    <a:pt x="751" y="60"/>
                  </a:lnTo>
                  <a:lnTo>
                    <a:pt x="691" y="40"/>
                  </a:lnTo>
                  <a:lnTo>
                    <a:pt x="691" y="60"/>
                  </a:lnTo>
                  <a:lnTo>
                    <a:pt x="731" y="99"/>
                  </a:lnTo>
                  <a:lnTo>
                    <a:pt x="731" y="119"/>
                  </a:lnTo>
                  <a:lnTo>
                    <a:pt x="711" y="99"/>
                  </a:lnTo>
                  <a:lnTo>
                    <a:pt x="672" y="99"/>
                  </a:lnTo>
                  <a:lnTo>
                    <a:pt x="691" y="119"/>
                  </a:lnTo>
                  <a:lnTo>
                    <a:pt x="691" y="119"/>
                  </a:lnTo>
                  <a:lnTo>
                    <a:pt x="632" y="99"/>
                  </a:lnTo>
                  <a:lnTo>
                    <a:pt x="573" y="99"/>
                  </a:lnTo>
                  <a:lnTo>
                    <a:pt x="612" y="119"/>
                  </a:lnTo>
                  <a:lnTo>
                    <a:pt x="612" y="139"/>
                  </a:lnTo>
                  <a:lnTo>
                    <a:pt x="652" y="159"/>
                  </a:lnTo>
                  <a:lnTo>
                    <a:pt x="593" y="139"/>
                  </a:lnTo>
                  <a:lnTo>
                    <a:pt x="593" y="139"/>
                  </a:lnTo>
                  <a:lnTo>
                    <a:pt x="691" y="198"/>
                  </a:lnTo>
                  <a:lnTo>
                    <a:pt x="751" y="218"/>
                  </a:lnTo>
                  <a:lnTo>
                    <a:pt x="770" y="238"/>
                  </a:lnTo>
                  <a:lnTo>
                    <a:pt x="770" y="238"/>
                  </a:lnTo>
                  <a:lnTo>
                    <a:pt x="711" y="218"/>
                  </a:lnTo>
                  <a:lnTo>
                    <a:pt x="652" y="198"/>
                  </a:lnTo>
                  <a:lnTo>
                    <a:pt x="593" y="178"/>
                  </a:lnTo>
                  <a:lnTo>
                    <a:pt x="553" y="178"/>
                  </a:lnTo>
                  <a:lnTo>
                    <a:pt x="553" y="198"/>
                  </a:lnTo>
                  <a:lnTo>
                    <a:pt x="514" y="178"/>
                  </a:lnTo>
                  <a:lnTo>
                    <a:pt x="469" y="163"/>
                  </a:lnTo>
                  <a:lnTo>
                    <a:pt x="469" y="163"/>
                  </a:lnTo>
                  <a:lnTo>
                    <a:pt x="454" y="178"/>
                  </a:lnTo>
                  <a:lnTo>
                    <a:pt x="395" y="178"/>
                  </a:lnTo>
                  <a:lnTo>
                    <a:pt x="454" y="218"/>
                  </a:lnTo>
                  <a:lnTo>
                    <a:pt x="435" y="218"/>
                  </a:lnTo>
                  <a:lnTo>
                    <a:pt x="375" y="198"/>
                  </a:lnTo>
                  <a:lnTo>
                    <a:pt x="395" y="218"/>
                  </a:lnTo>
                  <a:lnTo>
                    <a:pt x="375" y="238"/>
                  </a:lnTo>
                  <a:lnTo>
                    <a:pt x="336" y="238"/>
                  </a:lnTo>
                  <a:lnTo>
                    <a:pt x="375" y="257"/>
                  </a:lnTo>
                  <a:lnTo>
                    <a:pt x="435" y="277"/>
                  </a:lnTo>
                  <a:lnTo>
                    <a:pt x="336" y="277"/>
                  </a:lnTo>
                  <a:lnTo>
                    <a:pt x="395" y="317"/>
                  </a:lnTo>
                  <a:lnTo>
                    <a:pt x="494" y="336"/>
                  </a:lnTo>
                  <a:lnTo>
                    <a:pt x="435" y="336"/>
                  </a:lnTo>
                  <a:lnTo>
                    <a:pt x="356" y="317"/>
                  </a:lnTo>
                  <a:lnTo>
                    <a:pt x="257" y="297"/>
                  </a:lnTo>
                  <a:lnTo>
                    <a:pt x="257" y="317"/>
                  </a:lnTo>
                  <a:lnTo>
                    <a:pt x="237" y="317"/>
                  </a:lnTo>
                  <a:lnTo>
                    <a:pt x="296" y="336"/>
                  </a:lnTo>
                  <a:lnTo>
                    <a:pt x="356" y="356"/>
                  </a:lnTo>
                  <a:lnTo>
                    <a:pt x="277" y="317"/>
                  </a:lnTo>
                  <a:lnTo>
                    <a:pt x="316" y="317"/>
                  </a:lnTo>
                  <a:lnTo>
                    <a:pt x="375" y="336"/>
                  </a:lnTo>
                  <a:lnTo>
                    <a:pt x="395" y="356"/>
                  </a:lnTo>
                  <a:lnTo>
                    <a:pt x="435" y="376"/>
                  </a:lnTo>
                  <a:lnTo>
                    <a:pt x="514" y="435"/>
                  </a:lnTo>
                  <a:lnTo>
                    <a:pt x="454" y="435"/>
                  </a:lnTo>
                  <a:lnTo>
                    <a:pt x="415" y="415"/>
                  </a:lnTo>
                  <a:lnTo>
                    <a:pt x="356" y="396"/>
                  </a:lnTo>
                  <a:lnTo>
                    <a:pt x="375" y="415"/>
                  </a:lnTo>
                  <a:lnTo>
                    <a:pt x="336" y="415"/>
                  </a:lnTo>
                  <a:lnTo>
                    <a:pt x="375" y="435"/>
                  </a:lnTo>
                  <a:lnTo>
                    <a:pt x="395" y="455"/>
                  </a:lnTo>
                  <a:lnTo>
                    <a:pt x="375" y="455"/>
                  </a:lnTo>
                  <a:lnTo>
                    <a:pt x="296" y="435"/>
                  </a:lnTo>
                  <a:lnTo>
                    <a:pt x="277" y="455"/>
                  </a:lnTo>
                  <a:lnTo>
                    <a:pt x="237" y="475"/>
                  </a:lnTo>
                  <a:lnTo>
                    <a:pt x="217" y="475"/>
                  </a:lnTo>
                  <a:lnTo>
                    <a:pt x="217" y="514"/>
                  </a:lnTo>
                  <a:lnTo>
                    <a:pt x="296" y="514"/>
                  </a:lnTo>
                  <a:lnTo>
                    <a:pt x="356" y="534"/>
                  </a:lnTo>
                  <a:lnTo>
                    <a:pt x="454" y="573"/>
                  </a:lnTo>
                  <a:lnTo>
                    <a:pt x="395" y="573"/>
                  </a:lnTo>
                  <a:lnTo>
                    <a:pt x="415" y="593"/>
                  </a:lnTo>
                  <a:lnTo>
                    <a:pt x="454" y="593"/>
                  </a:lnTo>
                  <a:lnTo>
                    <a:pt x="474" y="613"/>
                  </a:lnTo>
                  <a:lnTo>
                    <a:pt x="435" y="613"/>
                  </a:lnTo>
                  <a:lnTo>
                    <a:pt x="395" y="593"/>
                  </a:lnTo>
                  <a:lnTo>
                    <a:pt x="395" y="613"/>
                  </a:lnTo>
                  <a:lnTo>
                    <a:pt x="336" y="593"/>
                  </a:lnTo>
                  <a:lnTo>
                    <a:pt x="277" y="573"/>
                  </a:lnTo>
                  <a:lnTo>
                    <a:pt x="237" y="554"/>
                  </a:lnTo>
                  <a:lnTo>
                    <a:pt x="237" y="573"/>
                  </a:lnTo>
                  <a:lnTo>
                    <a:pt x="158" y="554"/>
                  </a:lnTo>
                  <a:lnTo>
                    <a:pt x="158" y="573"/>
                  </a:lnTo>
                  <a:lnTo>
                    <a:pt x="138" y="573"/>
                  </a:lnTo>
                  <a:lnTo>
                    <a:pt x="217" y="593"/>
                  </a:lnTo>
                  <a:lnTo>
                    <a:pt x="158" y="613"/>
                  </a:lnTo>
                  <a:lnTo>
                    <a:pt x="119" y="633"/>
                  </a:lnTo>
                  <a:lnTo>
                    <a:pt x="178" y="633"/>
                  </a:lnTo>
                  <a:lnTo>
                    <a:pt x="198" y="652"/>
                  </a:lnTo>
                  <a:lnTo>
                    <a:pt x="119" y="652"/>
                  </a:lnTo>
                  <a:lnTo>
                    <a:pt x="119" y="672"/>
                  </a:lnTo>
                  <a:lnTo>
                    <a:pt x="158" y="712"/>
                  </a:lnTo>
                  <a:lnTo>
                    <a:pt x="237" y="731"/>
                  </a:lnTo>
                  <a:lnTo>
                    <a:pt x="237" y="751"/>
                  </a:lnTo>
                  <a:lnTo>
                    <a:pt x="198" y="731"/>
                  </a:lnTo>
                  <a:lnTo>
                    <a:pt x="257" y="771"/>
                  </a:lnTo>
                  <a:lnTo>
                    <a:pt x="277" y="791"/>
                  </a:lnTo>
                  <a:lnTo>
                    <a:pt x="257" y="791"/>
                  </a:lnTo>
                  <a:lnTo>
                    <a:pt x="198" y="751"/>
                  </a:lnTo>
                  <a:lnTo>
                    <a:pt x="158" y="751"/>
                  </a:lnTo>
                  <a:lnTo>
                    <a:pt x="158" y="771"/>
                  </a:lnTo>
                  <a:lnTo>
                    <a:pt x="138" y="771"/>
                  </a:lnTo>
                  <a:lnTo>
                    <a:pt x="316" y="889"/>
                  </a:lnTo>
                  <a:lnTo>
                    <a:pt x="435" y="909"/>
                  </a:lnTo>
                  <a:lnTo>
                    <a:pt x="533" y="968"/>
                  </a:lnTo>
                  <a:lnTo>
                    <a:pt x="454" y="968"/>
                  </a:lnTo>
                  <a:lnTo>
                    <a:pt x="375" y="949"/>
                  </a:lnTo>
                  <a:lnTo>
                    <a:pt x="336" y="949"/>
                  </a:lnTo>
                  <a:lnTo>
                    <a:pt x="316" y="929"/>
                  </a:lnTo>
                  <a:lnTo>
                    <a:pt x="375" y="929"/>
                  </a:lnTo>
                  <a:lnTo>
                    <a:pt x="237" y="909"/>
                  </a:lnTo>
                  <a:lnTo>
                    <a:pt x="198" y="870"/>
                  </a:lnTo>
                  <a:lnTo>
                    <a:pt x="158" y="870"/>
                  </a:lnTo>
                  <a:lnTo>
                    <a:pt x="59" y="850"/>
                  </a:lnTo>
                  <a:lnTo>
                    <a:pt x="59" y="850"/>
                  </a:lnTo>
                  <a:lnTo>
                    <a:pt x="79" y="870"/>
                  </a:lnTo>
                  <a:lnTo>
                    <a:pt x="99" y="889"/>
                  </a:lnTo>
                  <a:lnTo>
                    <a:pt x="59" y="870"/>
                  </a:lnTo>
                  <a:lnTo>
                    <a:pt x="59" y="870"/>
                  </a:lnTo>
                  <a:lnTo>
                    <a:pt x="79" y="88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99" y="929"/>
                  </a:lnTo>
                  <a:lnTo>
                    <a:pt x="138" y="949"/>
                  </a:lnTo>
                  <a:lnTo>
                    <a:pt x="59" y="949"/>
                  </a:lnTo>
                  <a:lnTo>
                    <a:pt x="99" y="968"/>
                  </a:lnTo>
                  <a:lnTo>
                    <a:pt x="99" y="988"/>
                  </a:lnTo>
                  <a:lnTo>
                    <a:pt x="178" y="1008"/>
                  </a:lnTo>
                  <a:lnTo>
                    <a:pt x="277" y="1028"/>
                  </a:lnTo>
                  <a:lnTo>
                    <a:pt x="296" y="1047"/>
                  </a:lnTo>
                  <a:lnTo>
                    <a:pt x="296" y="1067"/>
                  </a:lnTo>
                  <a:lnTo>
                    <a:pt x="257" y="1067"/>
                  </a:lnTo>
                  <a:lnTo>
                    <a:pt x="237" y="1047"/>
                  </a:lnTo>
                  <a:lnTo>
                    <a:pt x="257" y="1087"/>
                  </a:lnTo>
                  <a:lnTo>
                    <a:pt x="257" y="1087"/>
                  </a:lnTo>
                  <a:lnTo>
                    <a:pt x="198" y="1067"/>
                  </a:lnTo>
                  <a:lnTo>
                    <a:pt x="198" y="1047"/>
                  </a:lnTo>
                  <a:lnTo>
                    <a:pt x="178" y="1047"/>
                  </a:lnTo>
                  <a:lnTo>
                    <a:pt x="178" y="1067"/>
                  </a:lnTo>
                  <a:lnTo>
                    <a:pt x="237" y="1107"/>
                  </a:lnTo>
                  <a:lnTo>
                    <a:pt x="217" y="1126"/>
                  </a:lnTo>
                  <a:lnTo>
                    <a:pt x="119" y="1107"/>
                  </a:lnTo>
                  <a:lnTo>
                    <a:pt x="79" y="1126"/>
                  </a:lnTo>
                  <a:lnTo>
                    <a:pt x="79" y="1146"/>
                  </a:lnTo>
                  <a:lnTo>
                    <a:pt x="40" y="1146"/>
                  </a:lnTo>
                  <a:lnTo>
                    <a:pt x="119" y="1166"/>
                  </a:lnTo>
                  <a:lnTo>
                    <a:pt x="158" y="1166"/>
                  </a:lnTo>
                  <a:lnTo>
                    <a:pt x="217" y="1225"/>
                  </a:lnTo>
                  <a:lnTo>
                    <a:pt x="277" y="1284"/>
                  </a:lnTo>
                  <a:lnTo>
                    <a:pt x="217" y="1265"/>
                  </a:lnTo>
                  <a:lnTo>
                    <a:pt x="158" y="1225"/>
                  </a:lnTo>
                  <a:lnTo>
                    <a:pt x="119" y="1205"/>
                  </a:lnTo>
                  <a:lnTo>
                    <a:pt x="40" y="1186"/>
                  </a:lnTo>
                  <a:lnTo>
                    <a:pt x="79" y="1205"/>
                  </a:lnTo>
                  <a:lnTo>
                    <a:pt x="99" y="1225"/>
                  </a:lnTo>
                  <a:lnTo>
                    <a:pt x="59" y="1225"/>
                  </a:lnTo>
                  <a:lnTo>
                    <a:pt x="79" y="1265"/>
                  </a:lnTo>
                  <a:lnTo>
                    <a:pt x="119" y="1265"/>
                  </a:lnTo>
                  <a:lnTo>
                    <a:pt x="138" y="1284"/>
                  </a:lnTo>
                  <a:lnTo>
                    <a:pt x="119" y="1304"/>
                  </a:lnTo>
                  <a:lnTo>
                    <a:pt x="119" y="1324"/>
                  </a:lnTo>
                  <a:lnTo>
                    <a:pt x="119" y="1344"/>
                  </a:lnTo>
                  <a:lnTo>
                    <a:pt x="119" y="1363"/>
                  </a:lnTo>
                  <a:lnTo>
                    <a:pt x="158" y="1363"/>
                  </a:lnTo>
                  <a:lnTo>
                    <a:pt x="138" y="1344"/>
                  </a:lnTo>
                  <a:lnTo>
                    <a:pt x="217" y="1344"/>
                  </a:lnTo>
                  <a:lnTo>
                    <a:pt x="237" y="1363"/>
                  </a:lnTo>
                  <a:lnTo>
                    <a:pt x="257" y="1383"/>
                  </a:lnTo>
                  <a:lnTo>
                    <a:pt x="277" y="1403"/>
                  </a:lnTo>
                  <a:lnTo>
                    <a:pt x="277" y="1423"/>
                  </a:lnTo>
                  <a:lnTo>
                    <a:pt x="296" y="1423"/>
                  </a:lnTo>
                  <a:lnTo>
                    <a:pt x="336" y="1442"/>
                  </a:lnTo>
                  <a:lnTo>
                    <a:pt x="316" y="1462"/>
                  </a:lnTo>
                  <a:lnTo>
                    <a:pt x="296" y="1462"/>
                  </a:lnTo>
                  <a:lnTo>
                    <a:pt x="257" y="1442"/>
                  </a:lnTo>
                  <a:lnTo>
                    <a:pt x="198" y="1423"/>
                  </a:lnTo>
                  <a:lnTo>
                    <a:pt x="178" y="1403"/>
                  </a:lnTo>
                  <a:lnTo>
                    <a:pt x="138" y="1383"/>
                  </a:lnTo>
                  <a:lnTo>
                    <a:pt x="40" y="1363"/>
                  </a:lnTo>
                  <a:lnTo>
                    <a:pt x="40" y="1363"/>
                  </a:lnTo>
                  <a:lnTo>
                    <a:pt x="59" y="1383"/>
                  </a:lnTo>
                  <a:lnTo>
                    <a:pt x="20" y="1383"/>
                  </a:lnTo>
                  <a:lnTo>
                    <a:pt x="59" y="1403"/>
                  </a:lnTo>
                  <a:lnTo>
                    <a:pt x="158" y="1423"/>
                  </a:lnTo>
                  <a:lnTo>
                    <a:pt x="138" y="1403"/>
                  </a:lnTo>
                  <a:lnTo>
                    <a:pt x="158" y="1403"/>
                  </a:lnTo>
                  <a:lnTo>
                    <a:pt x="217" y="1442"/>
                  </a:lnTo>
                  <a:lnTo>
                    <a:pt x="257" y="1462"/>
                  </a:lnTo>
                  <a:lnTo>
                    <a:pt x="237" y="1462"/>
                  </a:lnTo>
                  <a:lnTo>
                    <a:pt x="237" y="1482"/>
                  </a:lnTo>
                  <a:lnTo>
                    <a:pt x="198" y="1462"/>
                  </a:lnTo>
                  <a:lnTo>
                    <a:pt x="119" y="1442"/>
                  </a:lnTo>
                  <a:lnTo>
                    <a:pt x="158" y="1462"/>
                  </a:lnTo>
                  <a:lnTo>
                    <a:pt x="158" y="1462"/>
                  </a:lnTo>
                  <a:lnTo>
                    <a:pt x="178" y="148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158" y="1482"/>
                  </a:lnTo>
                  <a:lnTo>
                    <a:pt x="158" y="1482"/>
                  </a:lnTo>
                  <a:lnTo>
                    <a:pt x="178" y="1502"/>
                  </a:lnTo>
                  <a:lnTo>
                    <a:pt x="217" y="1521"/>
                  </a:lnTo>
                  <a:lnTo>
                    <a:pt x="277" y="1541"/>
                  </a:lnTo>
                  <a:lnTo>
                    <a:pt x="336" y="1561"/>
                  </a:lnTo>
                  <a:lnTo>
                    <a:pt x="336" y="1581"/>
                  </a:lnTo>
                  <a:lnTo>
                    <a:pt x="336" y="1600"/>
                  </a:lnTo>
                  <a:lnTo>
                    <a:pt x="277" y="1600"/>
                  </a:lnTo>
                  <a:lnTo>
                    <a:pt x="336" y="1620"/>
                  </a:lnTo>
                  <a:lnTo>
                    <a:pt x="257" y="1620"/>
                  </a:lnTo>
                  <a:lnTo>
                    <a:pt x="257" y="1600"/>
                  </a:lnTo>
                  <a:lnTo>
                    <a:pt x="237" y="1581"/>
                  </a:lnTo>
                  <a:lnTo>
                    <a:pt x="178" y="1561"/>
                  </a:lnTo>
                  <a:lnTo>
                    <a:pt x="138" y="1561"/>
                  </a:lnTo>
                  <a:lnTo>
                    <a:pt x="217" y="1600"/>
                  </a:lnTo>
                  <a:lnTo>
                    <a:pt x="198" y="1600"/>
                  </a:lnTo>
                  <a:lnTo>
                    <a:pt x="138" y="1581"/>
                  </a:lnTo>
                  <a:lnTo>
                    <a:pt x="178" y="1600"/>
                  </a:lnTo>
                  <a:lnTo>
                    <a:pt x="198" y="1620"/>
                  </a:lnTo>
                  <a:lnTo>
                    <a:pt x="79" y="1600"/>
                  </a:lnTo>
                  <a:lnTo>
                    <a:pt x="119" y="1620"/>
                  </a:lnTo>
                  <a:lnTo>
                    <a:pt x="138" y="1620"/>
                  </a:lnTo>
                  <a:lnTo>
                    <a:pt x="138" y="1640"/>
                  </a:lnTo>
                  <a:lnTo>
                    <a:pt x="119" y="1660"/>
                  </a:lnTo>
                  <a:lnTo>
                    <a:pt x="119" y="1679"/>
                  </a:lnTo>
                  <a:lnTo>
                    <a:pt x="158" y="1679"/>
                  </a:lnTo>
                  <a:lnTo>
                    <a:pt x="138" y="1660"/>
                  </a:lnTo>
                  <a:lnTo>
                    <a:pt x="198" y="1660"/>
                  </a:lnTo>
                  <a:lnTo>
                    <a:pt x="217" y="1679"/>
                  </a:lnTo>
                  <a:lnTo>
                    <a:pt x="217" y="1699"/>
                  </a:lnTo>
                  <a:lnTo>
                    <a:pt x="217" y="1739"/>
                  </a:lnTo>
                  <a:lnTo>
                    <a:pt x="257" y="1758"/>
                  </a:lnTo>
                  <a:lnTo>
                    <a:pt x="198" y="1758"/>
                  </a:lnTo>
                  <a:lnTo>
                    <a:pt x="138" y="1739"/>
                  </a:lnTo>
                  <a:lnTo>
                    <a:pt x="158" y="1758"/>
                  </a:lnTo>
                  <a:lnTo>
                    <a:pt x="20" y="1758"/>
                  </a:lnTo>
                  <a:lnTo>
                    <a:pt x="20" y="1778"/>
                  </a:lnTo>
                  <a:lnTo>
                    <a:pt x="99" y="1778"/>
                  </a:lnTo>
                  <a:lnTo>
                    <a:pt x="119" y="1798"/>
                  </a:lnTo>
                  <a:lnTo>
                    <a:pt x="99" y="1798"/>
                  </a:lnTo>
                  <a:lnTo>
                    <a:pt x="138" y="1818"/>
                  </a:lnTo>
                  <a:lnTo>
                    <a:pt x="40" y="1818"/>
                  </a:lnTo>
                  <a:lnTo>
                    <a:pt x="79" y="1837"/>
                  </a:lnTo>
                  <a:lnTo>
                    <a:pt x="99" y="1837"/>
                  </a:lnTo>
                  <a:lnTo>
                    <a:pt x="158" y="1857"/>
                  </a:lnTo>
                  <a:lnTo>
                    <a:pt x="198" y="1877"/>
                  </a:lnTo>
                  <a:lnTo>
                    <a:pt x="178" y="1877"/>
                  </a:lnTo>
                  <a:lnTo>
                    <a:pt x="178" y="1897"/>
                  </a:lnTo>
                  <a:lnTo>
                    <a:pt x="217" y="1897"/>
                  </a:lnTo>
                  <a:lnTo>
                    <a:pt x="257" y="1916"/>
                  </a:lnTo>
                  <a:lnTo>
                    <a:pt x="237" y="1936"/>
                  </a:lnTo>
                  <a:lnTo>
                    <a:pt x="158" y="1916"/>
                  </a:lnTo>
                  <a:lnTo>
                    <a:pt x="158" y="1916"/>
                  </a:lnTo>
                  <a:lnTo>
                    <a:pt x="217" y="1956"/>
                  </a:lnTo>
                  <a:lnTo>
                    <a:pt x="237" y="1976"/>
                  </a:lnTo>
                  <a:lnTo>
                    <a:pt x="277" y="1976"/>
                  </a:lnTo>
                  <a:lnTo>
                    <a:pt x="316" y="1995"/>
                  </a:lnTo>
                  <a:lnTo>
                    <a:pt x="237" y="1995"/>
                  </a:lnTo>
                  <a:lnTo>
                    <a:pt x="237" y="1976"/>
                  </a:lnTo>
                  <a:lnTo>
                    <a:pt x="138" y="1976"/>
                  </a:lnTo>
                  <a:lnTo>
                    <a:pt x="99" y="1956"/>
                  </a:lnTo>
                  <a:lnTo>
                    <a:pt x="99" y="1956"/>
                  </a:lnTo>
                  <a:lnTo>
                    <a:pt x="119" y="1976"/>
                  </a:lnTo>
                  <a:lnTo>
                    <a:pt x="79" y="1976"/>
                  </a:lnTo>
                  <a:lnTo>
                    <a:pt x="79" y="1995"/>
                  </a:lnTo>
                  <a:lnTo>
                    <a:pt x="138" y="1995"/>
                  </a:lnTo>
                  <a:lnTo>
                    <a:pt x="198" y="2015"/>
                  </a:lnTo>
                  <a:lnTo>
                    <a:pt x="99" y="2015"/>
                  </a:lnTo>
                  <a:lnTo>
                    <a:pt x="119" y="2035"/>
                  </a:lnTo>
                  <a:lnTo>
                    <a:pt x="138" y="2035"/>
                  </a:lnTo>
                  <a:lnTo>
                    <a:pt x="217" y="2074"/>
                  </a:lnTo>
                  <a:lnTo>
                    <a:pt x="316" y="2074"/>
                  </a:lnTo>
                  <a:lnTo>
                    <a:pt x="375" y="2094"/>
                  </a:lnTo>
                  <a:lnTo>
                    <a:pt x="395" y="2114"/>
                  </a:lnTo>
                  <a:lnTo>
                    <a:pt x="356" y="2114"/>
                  </a:lnTo>
                  <a:lnTo>
                    <a:pt x="336" y="2094"/>
                  </a:lnTo>
                  <a:lnTo>
                    <a:pt x="316" y="2074"/>
                  </a:lnTo>
                  <a:lnTo>
                    <a:pt x="316" y="2094"/>
                  </a:lnTo>
                  <a:lnTo>
                    <a:pt x="356" y="2114"/>
                  </a:lnTo>
                  <a:lnTo>
                    <a:pt x="296" y="2114"/>
                  </a:lnTo>
                  <a:lnTo>
                    <a:pt x="158" y="2074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20" y="2094"/>
                  </a:lnTo>
                  <a:lnTo>
                    <a:pt x="0" y="2094"/>
                  </a:lnTo>
                  <a:lnTo>
                    <a:pt x="79" y="2134"/>
                  </a:lnTo>
                  <a:lnTo>
                    <a:pt x="198" y="2153"/>
                  </a:lnTo>
                  <a:lnTo>
                    <a:pt x="198" y="2173"/>
                  </a:lnTo>
                  <a:lnTo>
                    <a:pt x="178" y="2173"/>
                  </a:lnTo>
                  <a:lnTo>
                    <a:pt x="138" y="2153"/>
                  </a:lnTo>
                  <a:lnTo>
                    <a:pt x="138" y="2153"/>
                  </a:lnTo>
                  <a:lnTo>
                    <a:pt x="198" y="2193"/>
                  </a:lnTo>
                  <a:lnTo>
                    <a:pt x="198" y="2213"/>
                  </a:lnTo>
                  <a:lnTo>
                    <a:pt x="198" y="2232"/>
                  </a:lnTo>
                  <a:lnTo>
                    <a:pt x="257" y="2252"/>
                  </a:lnTo>
                  <a:lnTo>
                    <a:pt x="356" y="2252"/>
                  </a:lnTo>
                  <a:lnTo>
                    <a:pt x="356" y="2272"/>
                  </a:lnTo>
                  <a:lnTo>
                    <a:pt x="375" y="2272"/>
                  </a:lnTo>
                  <a:lnTo>
                    <a:pt x="415" y="2292"/>
                  </a:lnTo>
                  <a:lnTo>
                    <a:pt x="415" y="2312"/>
                  </a:lnTo>
                  <a:lnTo>
                    <a:pt x="356" y="2292"/>
                  </a:lnTo>
                  <a:lnTo>
                    <a:pt x="336" y="2312"/>
                  </a:lnTo>
                  <a:lnTo>
                    <a:pt x="356" y="2331"/>
                  </a:lnTo>
                  <a:lnTo>
                    <a:pt x="356" y="2331"/>
                  </a:lnTo>
                  <a:lnTo>
                    <a:pt x="296" y="2312"/>
                  </a:lnTo>
                  <a:lnTo>
                    <a:pt x="277" y="2292"/>
                  </a:lnTo>
                  <a:lnTo>
                    <a:pt x="257" y="2292"/>
                  </a:lnTo>
                  <a:lnTo>
                    <a:pt x="138" y="2272"/>
                  </a:lnTo>
                  <a:lnTo>
                    <a:pt x="178" y="2292"/>
                  </a:lnTo>
                  <a:lnTo>
                    <a:pt x="237" y="2292"/>
                  </a:lnTo>
                  <a:lnTo>
                    <a:pt x="257" y="2312"/>
                  </a:lnTo>
                  <a:lnTo>
                    <a:pt x="198" y="2312"/>
                  </a:lnTo>
                  <a:lnTo>
                    <a:pt x="178" y="2331"/>
                  </a:lnTo>
                  <a:lnTo>
                    <a:pt x="158" y="2351"/>
                  </a:lnTo>
                  <a:lnTo>
                    <a:pt x="59" y="2331"/>
                  </a:lnTo>
                  <a:lnTo>
                    <a:pt x="138" y="2371"/>
                  </a:lnTo>
                  <a:lnTo>
                    <a:pt x="178" y="2391"/>
                  </a:lnTo>
                  <a:lnTo>
                    <a:pt x="178" y="2410"/>
                  </a:lnTo>
                  <a:lnTo>
                    <a:pt x="217" y="2430"/>
                  </a:lnTo>
                  <a:lnTo>
                    <a:pt x="277" y="2450"/>
                  </a:lnTo>
                  <a:lnTo>
                    <a:pt x="296" y="2450"/>
                  </a:lnTo>
                  <a:lnTo>
                    <a:pt x="277" y="2410"/>
                  </a:lnTo>
                  <a:lnTo>
                    <a:pt x="257" y="2410"/>
                  </a:lnTo>
                  <a:lnTo>
                    <a:pt x="296" y="2391"/>
                  </a:lnTo>
                  <a:lnTo>
                    <a:pt x="178" y="2371"/>
                  </a:lnTo>
                  <a:lnTo>
                    <a:pt x="178" y="2351"/>
                  </a:lnTo>
                  <a:lnTo>
                    <a:pt x="217" y="2351"/>
                  </a:lnTo>
                  <a:lnTo>
                    <a:pt x="316" y="2391"/>
                  </a:lnTo>
                  <a:lnTo>
                    <a:pt x="356" y="2391"/>
                  </a:lnTo>
                  <a:lnTo>
                    <a:pt x="375" y="2410"/>
                  </a:lnTo>
                  <a:lnTo>
                    <a:pt x="415" y="2410"/>
                  </a:lnTo>
                  <a:lnTo>
                    <a:pt x="435" y="2391"/>
                  </a:lnTo>
                  <a:lnTo>
                    <a:pt x="514" y="2410"/>
                  </a:lnTo>
                  <a:lnTo>
                    <a:pt x="652" y="2470"/>
                  </a:lnTo>
                  <a:lnTo>
                    <a:pt x="652" y="2470"/>
                  </a:lnTo>
                  <a:lnTo>
                    <a:pt x="593" y="2450"/>
                  </a:lnTo>
                  <a:lnTo>
                    <a:pt x="593" y="2450"/>
                  </a:lnTo>
                  <a:lnTo>
                    <a:pt x="672" y="2489"/>
                  </a:lnTo>
                  <a:lnTo>
                    <a:pt x="553" y="2470"/>
                  </a:lnTo>
                  <a:lnTo>
                    <a:pt x="553" y="2489"/>
                  </a:lnTo>
                  <a:lnTo>
                    <a:pt x="553" y="2509"/>
                  </a:lnTo>
                  <a:lnTo>
                    <a:pt x="612" y="2509"/>
                  </a:lnTo>
                  <a:lnTo>
                    <a:pt x="593" y="2489"/>
                  </a:lnTo>
                  <a:lnTo>
                    <a:pt x="652" y="2509"/>
                  </a:lnTo>
                  <a:lnTo>
                    <a:pt x="632" y="2509"/>
                  </a:lnTo>
                  <a:lnTo>
                    <a:pt x="632" y="2529"/>
                  </a:lnTo>
                  <a:lnTo>
                    <a:pt x="672" y="2529"/>
                  </a:lnTo>
                  <a:lnTo>
                    <a:pt x="751" y="2568"/>
                  </a:lnTo>
                  <a:lnTo>
                    <a:pt x="632" y="2568"/>
                  </a:lnTo>
                  <a:lnTo>
                    <a:pt x="494" y="2529"/>
                  </a:lnTo>
                  <a:lnTo>
                    <a:pt x="514" y="2549"/>
                  </a:lnTo>
                  <a:lnTo>
                    <a:pt x="316" y="2489"/>
                  </a:lnTo>
                  <a:lnTo>
                    <a:pt x="277" y="2509"/>
                  </a:lnTo>
                  <a:lnTo>
                    <a:pt x="277" y="2529"/>
                  </a:lnTo>
                  <a:lnTo>
                    <a:pt x="138" y="2509"/>
                  </a:lnTo>
                  <a:lnTo>
                    <a:pt x="158" y="2529"/>
                  </a:lnTo>
                  <a:lnTo>
                    <a:pt x="138" y="2529"/>
                  </a:lnTo>
                  <a:lnTo>
                    <a:pt x="79" y="2549"/>
                  </a:lnTo>
                  <a:lnTo>
                    <a:pt x="178" y="2549"/>
                  </a:lnTo>
                  <a:lnTo>
                    <a:pt x="217" y="2568"/>
                  </a:lnTo>
                  <a:lnTo>
                    <a:pt x="198" y="2568"/>
                  </a:lnTo>
                  <a:lnTo>
                    <a:pt x="217" y="2588"/>
                  </a:lnTo>
                  <a:lnTo>
                    <a:pt x="237" y="2568"/>
                  </a:lnTo>
                  <a:lnTo>
                    <a:pt x="277" y="2568"/>
                  </a:lnTo>
                  <a:lnTo>
                    <a:pt x="316" y="2588"/>
                  </a:lnTo>
                  <a:lnTo>
                    <a:pt x="435" y="2588"/>
                  </a:lnTo>
                  <a:lnTo>
                    <a:pt x="435" y="2608"/>
                  </a:lnTo>
                  <a:lnTo>
                    <a:pt x="435" y="2628"/>
                  </a:lnTo>
                  <a:lnTo>
                    <a:pt x="277" y="2588"/>
                  </a:lnTo>
                  <a:lnTo>
                    <a:pt x="296" y="2608"/>
                  </a:lnTo>
                  <a:lnTo>
                    <a:pt x="257" y="2628"/>
                  </a:lnTo>
                  <a:lnTo>
                    <a:pt x="217" y="2608"/>
                  </a:lnTo>
                  <a:lnTo>
                    <a:pt x="138" y="2608"/>
                  </a:lnTo>
                  <a:lnTo>
                    <a:pt x="138" y="2588"/>
                  </a:lnTo>
                  <a:lnTo>
                    <a:pt x="99" y="2628"/>
                  </a:lnTo>
                  <a:lnTo>
                    <a:pt x="79" y="2608"/>
                  </a:lnTo>
                  <a:lnTo>
                    <a:pt x="59" y="2608"/>
                  </a:lnTo>
                  <a:lnTo>
                    <a:pt x="59" y="2628"/>
                  </a:lnTo>
                  <a:lnTo>
                    <a:pt x="158" y="264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119" y="2667"/>
                  </a:lnTo>
                  <a:lnTo>
                    <a:pt x="119" y="2687"/>
                  </a:lnTo>
                  <a:lnTo>
                    <a:pt x="158" y="2707"/>
                  </a:lnTo>
                  <a:lnTo>
                    <a:pt x="217" y="2726"/>
                  </a:lnTo>
                  <a:lnTo>
                    <a:pt x="257" y="2726"/>
                  </a:lnTo>
                  <a:lnTo>
                    <a:pt x="292" y="2744"/>
                  </a:lnTo>
                  <a:lnTo>
                    <a:pt x="292" y="2744"/>
                  </a:lnTo>
                  <a:lnTo>
                    <a:pt x="137" y="2728"/>
                  </a:lnTo>
                  <a:lnTo>
                    <a:pt x="137" y="2728"/>
                  </a:lnTo>
                  <a:lnTo>
                    <a:pt x="119" y="2746"/>
                  </a:lnTo>
                  <a:lnTo>
                    <a:pt x="178" y="2746"/>
                  </a:lnTo>
                  <a:lnTo>
                    <a:pt x="237" y="2766"/>
                  </a:lnTo>
                  <a:lnTo>
                    <a:pt x="257" y="2786"/>
                  </a:lnTo>
                  <a:lnTo>
                    <a:pt x="237" y="2786"/>
                  </a:lnTo>
                  <a:lnTo>
                    <a:pt x="277" y="2805"/>
                  </a:lnTo>
                  <a:lnTo>
                    <a:pt x="316" y="2825"/>
                  </a:lnTo>
                  <a:lnTo>
                    <a:pt x="395" y="2825"/>
                  </a:lnTo>
                  <a:lnTo>
                    <a:pt x="336" y="2845"/>
                  </a:lnTo>
                  <a:lnTo>
                    <a:pt x="237" y="2825"/>
                  </a:lnTo>
                  <a:lnTo>
                    <a:pt x="237" y="2845"/>
                  </a:lnTo>
                  <a:lnTo>
                    <a:pt x="138" y="2845"/>
                  </a:lnTo>
                  <a:lnTo>
                    <a:pt x="119" y="2865"/>
                  </a:lnTo>
                  <a:lnTo>
                    <a:pt x="198" y="2865"/>
                  </a:lnTo>
                  <a:lnTo>
                    <a:pt x="257" y="2884"/>
                  </a:lnTo>
                  <a:lnTo>
                    <a:pt x="237" y="2865"/>
                  </a:lnTo>
                  <a:lnTo>
                    <a:pt x="237" y="2865"/>
                  </a:lnTo>
                  <a:lnTo>
                    <a:pt x="316" y="2884"/>
                  </a:lnTo>
                  <a:lnTo>
                    <a:pt x="395" y="2904"/>
                  </a:lnTo>
                  <a:lnTo>
                    <a:pt x="435" y="2924"/>
                  </a:lnTo>
                  <a:lnTo>
                    <a:pt x="474" y="2924"/>
                  </a:lnTo>
                  <a:lnTo>
                    <a:pt x="375" y="2884"/>
                  </a:lnTo>
                  <a:lnTo>
                    <a:pt x="336" y="2865"/>
                  </a:lnTo>
                  <a:lnTo>
                    <a:pt x="395" y="2884"/>
                  </a:lnTo>
                  <a:lnTo>
                    <a:pt x="415" y="2865"/>
                  </a:lnTo>
                  <a:lnTo>
                    <a:pt x="435" y="2865"/>
                  </a:lnTo>
                  <a:lnTo>
                    <a:pt x="494" y="2845"/>
                  </a:lnTo>
                  <a:lnTo>
                    <a:pt x="415" y="2825"/>
                  </a:lnTo>
                  <a:lnTo>
                    <a:pt x="336" y="2805"/>
                  </a:lnTo>
                  <a:lnTo>
                    <a:pt x="395" y="2786"/>
                  </a:lnTo>
                  <a:lnTo>
                    <a:pt x="435" y="2805"/>
                  </a:lnTo>
                  <a:lnTo>
                    <a:pt x="415" y="2825"/>
                  </a:lnTo>
                  <a:lnTo>
                    <a:pt x="514" y="2825"/>
                  </a:lnTo>
                  <a:lnTo>
                    <a:pt x="632" y="2865"/>
                  </a:lnTo>
                  <a:lnTo>
                    <a:pt x="691" y="2884"/>
                  </a:lnTo>
                  <a:lnTo>
                    <a:pt x="711" y="2904"/>
                  </a:lnTo>
                  <a:lnTo>
                    <a:pt x="770" y="2944"/>
                  </a:lnTo>
                  <a:lnTo>
                    <a:pt x="790" y="2944"/>
                  </a:lnTo>
                  <a:lnTo>
                    <a:pt x="790" y="2963"/>
                  </a:lnTo>
                  <a:lnTo>
                    <a:pt x="810" y="2963"/>
                  </a:lnTo>
                  <a:lnTo>
                    <a:pt x="849" y="2983"/>
                  </a:lnTo>
                  <a:lnTo>
                    <a:pt x="849" y="2983"/>
                  </a:lnTo>
                  <a:lnTo>
                    <a:pt x="652" y="2963"/>
                  </a:lnTo>
                  <a:lnTo>
                    <a:pt x="494" y="2944"/>
                  </a:lnTo>
                  <a:lnTo>
                    <a:pt x="494" y="2963"/>
                  </a:lnTo>
                  <a:lnTo>
                    <a:pt x="533" y="2983"/>
                  </a:lnTo>
                  <a:lnTo>
                    <a:pt x="435" y="2963"/>
                  </a:lnTo>
                  <a:lnTo>
                    <a:pt x="336" y="2944"/>
                  </a:lnTo>
                  <a:lnTo>
                    <a:pt x="375" y="2963"/>
                  </a:lnTo>
                  <a:lnTo>
                    <a:pt x="435" y="2983"/>
                  </a:lnTo>
                  <a:lnTo>
                    <a:pt x="395" y="2983"/>
                  </a:lnTo>
                  <a:lnTo>
                    <a:pt x="435" y="3003"/>
                  </a:lnTo>
                  <a:lnTo>
                    <a:pt x="514" y="3042"/>
                  </a:lnTo>
                  <a:lnTo>
                    <a:pt x="514" y="3023"/>
                  </a:lnTo>
                  <a:lnTo>
                    <a:pt x="533" y="3023"/>
                  </a:lnTo>
                  <a:lnTo>
                    <a:pt x="593" y="3042"/>
                  </a:lnTo>
                  <a:lnTo>
                    <a:pt x="632" y="3023"/>
                  </a:lnTo>
                  <a:lnTo>
                    <a:pt x="672" y="3023"/>
                  </a:lnTo>
                  <a:lnTo>
                    <a:pt x="691" y="3042"/>
                  </a:lnTo>
                  <a:lnTo>
                    <a:pt x="731" y="3042"/>
                  </a:lnTo>
                  <a:lnTo>
                    <a:pt x="711" y="3023"/>
                  </a:lnTo>
                  <a:lnTo>
                    <a:pt x="751" y="3023"/>
                  </a:lnTo>
                  <a:lnTo>
                    <a:pt x="751" y="3003"/>
                  </a:lnTo>
                  <a:lnTo>
                    <a:pt x="790" y="3023"/>
                  </a:lnTo>
                  <a:lnTo>
                    <a:pt x="770" y="3003"/>
                  </a:lnTo>
                  <a:lnTo>
                    <a:pt x="790" y="3003"/>
                  </a:lnTo>
                  <a:lnTo>
                    <a:pt x="909" y="3042"/>
                  </a:lnTo>
                  <a:lnTo>
                    <a:pt x="869" y="3042"/>
                  </a:lnTo>
                  <a:lnTo>
                    <a:pt x="790" y="3023"/>
                  </a:lnTo>
                  <a:lnTo>
                    <a:pt x="790" y="3042"/>
                  </a:lnTo>
                  <a:lnTo>
                    <a:pt x="830" y="3062"/>
                  </a:lnTo>
                  <a:lnTo>
                    <a:pt x="869" y="3062"/>
                  </a:lnTo>
                  <a:lnTo>
                    <a:pt x="929" y="3082"/>
                  </a:lnTo>
                  <a:lnTo>
                    <a:pt x="948" y="3082"/>
                  </a:lnTo>
                  <a:lnTo>
                    <a:pt x="1027" y="3102"/>
                  </a:lnTo>
                  <a:lnTo>
                    <a:pt x="1047" y="3082"/>
                  </a:lnTo>
                  <a:lnTo>
                    <a:pt x="1106" y="3102"/>
                  </a:lnTo>
                  <a:lnTo>
                    <a:pt x="1106" y="3102"/>
                  </a:lnTo>
                  <a:lnTo>
                    <a:pt x="1047" y="3062"/>
                  </a:lnTo>
                  <a:lnTo>
                    <a:pt x="1077" y="3062"/>
                  </a:lnTo>
                  <a:lnTo>
                    <a:pt x="1067" y="3042"/>
                  </a:lnTo>
                  <a:lnTo>
                    <a:pt x="1027" y="3042"/>
                  </a:lnTo>
                  <a:lnTo>
                    <a:pt x="1008" y="3023"/>
                  </a:lnTo>
                  <a:lnTo>
                    <a:pt x="988" y="3023"/>
                  </a:lnTo>
                  <a:lnTo>
                    <a:pt x="889" y="2983"/>
                  </a:lnTo>
                  <a:lnTo>
                    <a:pt x="968" y="3003"/>
                  </a:lnTo>
                  <a:lnTo>
                    <a:pt x="1027" y="3023"/>
                  </a:lnTo>
                  <a:lnTo>
                    <a:pt x="1008" y="3003"/>
                  </a:lnTo>
                  <a:lnTo>
                    <a:pt x="1047" y="3003"/>
                  </a:lnTo>
                  <a:lnTo>
                    <a:pt x="968" y="2983"/>
                  </a:lnTo>
                  <a:lnTo>
                    <a:pt x="1008" y="2983"/>
                  </a:lnTo>
                  <a:lnTo>
                    <a:pt x="909" y="2963"/>
                  </a:lnTo>
                  <a:lnTo>
                    <a:pt x="889" y="2944"/>
                  </a:lnTo>
                  <a:lnTo>
                    <a:pt x="869" y="2924"/>
                  </a:lnTo>
                  <a:lnTo>
                    <a:pt x="849" y="2944"/>
                  </a:lnTo>
                  <a:lnTo>
                    <a:pt x="869" y="2944"/>
                  </a:lnTo>
                  <a:lnTo>
                    <a:pt x="909" y="2963"/>
                  </a:lnTo>
                  <a:lnTo>
                    <a:pt x="909" y="2963"/>
                  </a:lnTo>
                  <a:lnTo>
                    <a:pt x="830" y="2944"/>
                  </a:lnTo>
                  <a:lnTo>
                    <a:pt x="770" y="2924"/>
                  </a:lnTo>
                  <a:lnTo>
                    <a:pt x="869" y="2924"/>
                  </a:lnTo>
                  <a:lnTo>
                    <a:pt x="849" y="2904"/>
                  </a:lnTo>
                  <a:lnTo>
                    <a:pt x="909" y="2924"/>
                  </a:lnTo>
                  <a:lnTo>
                    <a:pt x="929" y="2944"/>
                  </a:lnTo>
                  <a:lnTo>
                    <a:pt x="968" y="2944"/>
                  </a:lnTo>
                  <a:lnTo>
                    <a:pt x="929" y="2924"/>
                  </a:lnTo>
                  <a:lnTo>
                    <a:pt x="948" y="2924"/>
                  </a:lnTo>
                  <a:lnTo>
                    <a:pt x="869" y="2884"/>
                  </a:lnTo>
                  <a:lnTo>
                    <a:pt x="849" y="2865"/>
                  </a:lnTo>
                  <a:lnTo>
                    <a:pt x="830" y="2845"/>
                  </a:lnTo>
                  <a:lnTo>
                    <a:pt x="869" y="2825"/>
                  </a:lnTo>
                  <a:lnTo>
                    <a:pt x="790" y="2825"/>
                  </a:lnTo>
                  <a:lnTo>
                    <a:pt x="770" y="2805"/>
                  </a:lnTo>
                  <a:lnTo>
                    <a:pt x="770" y="2786"/>
                  </a:lnTo>
                  <a:lnTo>
                    <a:pt x="810" y="2786"/>
                  </a:lnTo>
                  <a:lnTo>
                    <a:pt x="731" y="2726"/>
                  </a:lnTo>
                  <a:lnTo>
                    <a:pt x="632" y="2746"/>
                  </a:lnTo>
                  <a:lnTo>
                    <a:pt x="593" y="2726"/>
                  </a:lnTo>
                  <a:lnTo>
                    <a:pt x="652" y="2726"/>
                  </a:lnTo>
                  <a:lnTo>
                    <a:pt x="668" y="2710"/>
                  </a:lnTo>
                  <a:lnTo>
                    <a:pt x="668" y="2710"/>
                  </a:lnTo>
                  <a:lnTo>
                    <a:pt x="810" y="2746"/>
                  </a:lnTo>
                  <a:lnTo>
                    <a:pt x="810" y="2746"/>
                  </a:lnTo>
                  <a:lnTo>
                    <a:pt x="751" y="2707"/>
                  </a:lnTo>
                  <a:lnTo>
                    <a:pt x="711" y="2687"/>
                  </a:lnTo>
                  <a:lnTo>
                    <a:pt x="830" y="2707"/>
                  </a:lnTo>
                  <a:lnTo>
                    <a:pt x="869" y="2746"/>
                  </a:lnTo>
                  <a:lnTo>
                    <a:pt x="849" y="2746"/>
                  </a:lnTo>
                  <a:lnTo>
                    <a:pt x="869" y="2766"/>
                  </a:lnTo>
                  <a:lnTo>
                    <a:pt x="869" y="2786"/>
                  </a:lnTo>
                  <a:lnTo>
                    <a:pt x="909" y="2786"/>
                  </a:lnTo>
                  <a:lnTo>
                    <a:pt x="929" y="2805"/>
                  </a:lnTo>
                  <a:lnTo>
                    <a:pt x="1027" y="2805"/>
                  </a:lnTo>
                  <a:lnTo>
                    <a:pt x="1008" y="2786"/>
                  </a:lnTo>
                  <a:lnTo>
                    <a:pt x="1087" y="2805"/>
                  </a:lnTo>
                  <a:lnTo>
                    <a:pt x="1136" y="2805"/>
                  </a:lnTo>
                  <a:lnTo>
                    <a:pt x="988" y="2746"/>
                  </a:lnTo>
                  <a:lnTo>
                    <a:pt x="948" y="2726"/>
                  </a:lnTo>
                  <a:lnTo>
                    <a:pt x="968" y="2707"/>
                  </a:lnTo>
                  <a:lnTo>
                    <a:pt x="1027" y="2746"/>
                  </a:lnTo>
                  <a:lnTo>
                    <a:pt x="1106" y="2766"/>
                  </a:lnTo>
                  <a:lnTo>
                    <a:pt x="1087" y="2746"/>
                  </a:lnTo>
                  <a:lnTo>
                    <a:pt x="1106" y="2746"/>
                  </a:lnTo>
                  <a:lnTo>
                    <a:pt x="1067" y="2726"/>
                  </a:lnTo>
                  <a:lnTo>
                    <a:pt x="1087" y="2707"/>
                  </a:lnTo>
                  <a:lnTo>
                    <a:pt x="1166" y="2707"/>
                  </a:lnTo>
                  <a:lnTo>
                    <a:pt x="1185" y="2726"/>
                  </a:lnTo>
                  <a:lnTo>
                    <a:pt x="1166" y="2726"/>
                  </a:lnTo>
                  <a:lnTo>
                    <a:pt x="1166" y="2746"/>
                  </a:lnTo>
                  <a:lnTo>
                    <a:pt x="1205" y="2746"/>
                  </a:lnTo>
                  <a:lnTo>
                    <a:pt x="1205" y="2766"/>
                  </a:lnTo>
                  <a:lnTo>
                    <a:pt x="1264" y="2766"/>
                  </a:lnTo>
                  <a:lnTo>
                    <a:pt x="1264" y="2746"/>
                  </a:lnTo>
                  <a:lnTo>
                    <a:pt x="1324" y="2746"/>
                  </a:lnTo>
                  <a:lnTo>
                    <a:pt x="1343" y="2726"/>
                  </a:lnTo>
                  <a:lnTo>
                    <a:pt x="1363" y="2726"/>
                  </a:lnTo>
                  <a:lnTo>
                    <a:pt x="1343" y="2707"/>
                  </a:lnTo>
                  <a:lnTo>
                    <a:pt x="1363" y="2707"/>
                  </a:lnTo>
                  <a:lnTo>
                    <a:pt x="1343" y="2687"/>
                  </a:lnTo>
                  <a:lnTo>
                    <a:pt x="1284" y="2667"/>
                  </a:lnTo>
                  <a:lnTo>
                    <a:pt x="1205" y="2628"/>
                  </a:lnTo>
                  <a:lnTo>
                    <a:pt x="1304" y="2667"/>
                  </a:lnTo>
                  <a:lnTo>
                    <a:pt x="1304" y="2647"/>
                  </a:lnTo>
                  <a:lnTo>
                    <a:pt x="1245" y="2628"/>
                  </a:lnTo>
                  <a:lnTo>
                    <a:pt x="1185" y="2608"/>
                  </a:lnTo>
                  <a:lnTo>
                    <a:pt x="1166" y="2588"/>
                  </a:lnTo>
                  <a:lnTo>
                    <a:pt x="1225" y="2588"/>
                  </a:lnTo>
                  <a:lnTo>
                    <a:pt x="1264" y="2608"/>
                  </a:lnTo>
                  <a:lnTo>
                    <a:pt x="1284" y="2628"/>
                  </a:lnTo>
                  <a:lnTo>
                    <a:pt x="1324" y="2628"/>
                  </a:lnTo>
                  <a:lnTo>
                    <a:pt x="1284" y="2608"/>
                  </a:lnTo>
                  <a:lnTo>
                    <a:pt x="1304" y="2608"/>
                  </a:lnTo>
                  <a:lnTo>
                    <a:pt x="1383" y="2588"/>
                  </a:lnTo>
                  <a:lnTo>
                    <a:pt x="1324" y="2568"/>
                  </a:lnTo>
                  <a:lnTo>
                    <a:pt x="1284" y="2549"/>
                  </a:lnTo>
                  <a:lnTo>
                    <a:pt x="1264" y="2568"/>
                  </a:lnTo>
                  <a:lnTo>
                    <a:pt x="1205" y="2529"/>
                  </a:lnTo>
                  <a:lnTo>
                    <a:pt x="1225" y="2529"/>
                  </a:lnTo>
                  <a:lnTo>
                    <a:pt x="1284" y="2509"/>
                  </a:lnTo>
                  <a:lnTo>
                    <a:pt x="1304" y="2529"/>
                  </a:lnTo>
                  <a:lnTo>
                    <a:pt x="1324" y="2549"/>
                  </a:lnTo>
                  <a:lnTo>
                    <a:pt x="1363" y="2568"/>
                  </a:lnTo>
                  <a:lnTo>
                    <a:pt x="1343" y="2549"/>
                  </a:lnTo>
                  <a:lnTo>
                    <a:pt x="1343" y="2529"/>
                  </a:lnTo>
                  <a:lnTo>
                    <a:pt x="1324" y="2529"/>
                  </a:lnTo>
                  <a:lnTo>
                    <a:pt x="1324" y="2509"/>
                  </a:lnTo>
                  <a:lnTo>
                    <a:pt x="1363" y="2509"/>
                  </a:lnTo>
                  <a:lnTo>
                    <a:pt x="1363" y="2489"/>
                  </a:lnTo>
                  <a:lnTo>
                    <a:pt x="1304" y="2470"/>
                  </a:lnTo>
                  <a:lnTo>
                    <a:pt x="1225" y="2450"/>
                  </a:lnTo>
                  <a:lnTo>
                    <a:pt x="1304" y="2450"/>
                  </a:lnTo>
                  <a:lnTo>
                    <a:pt x="1304" y="2470"/>
                  </a:lnTo>
                  <a:lnTo>
                    <a:pt x="1324" y="2450"/>
                  </a:lnTo>
                  <a:lnTo>
                    <a:pt x="1185" y="2410"/>
                  </a:lnTo>
                  <a:lnTo>
                    <a:pt x="1284" y="2410"/>
                  </a:lnTo>
                  <a:lnTo>
                    <a:pt x="1363" y="2430"/>
                  </a:lnTo>
                  <a:lnTo>
                    <a:pt x="1363" y="2430"/>
                  </a:lnTo>
                  <a:lnTo>
                    <a:pt x="1324" y="2410"/>
                  </a:lnTo>
                  <a:lnTo>
                    <a:pt x="1383" y="2410"/>
                  </a:lnTo>
                  <a:lnTo>
                    <a:pt x="1383" y="2391"/>
                  </a:lnTo>
                  <a:lnTo>
                    <a:pt x="1343" y="2371"/>
                  </a:lnTo>
                  <a:lnTo>
                    <a:pt x="1284" y="2331"/>
                  </a:lnTo>
                  <a:lnTo>
                    <a:pt x="1264" y="2312"/>
                  </a:lnTo>
                  <a:lnTo>
                    <a:pt x="1363" y="2331"/>
                  </a:lnTo>
                  <a:lnTo>
                    <a:pt x="1383" y="2351"/>
                  </a:lnTo>
                  <a:lnTo>
                    <a:pt x="1422" y="2351"/>
                  </a:lnTo>
                  <a:lnTo>
                    <a:pt x="1403" y="2331"/>
                  </a:lnTo>
                  <a:lnTo>
                    <a:pt x="1422" y="2331"/>
                  </a:lnTo>
                  <a:lnTo>
                    <a:pt x="1422" y="2312"/>
                  </a:lnTo>
                  <a:lnTo>
                    <a:pt x="1383" y="2312"/>
                  </a:lnTo>
                  <a:lnTo>
                    <a:pt x="1324" y="2292"/>
                  </a:lnTo>
                  <a:lnTo>
                    <a:pt x="1304" y="2272"/>
                  </a:lnTo>
                  <a:lnTo>
                    <a:pt x="1343" y="2272"/>
                  </a:lnTo>
                  <a:lnTo>
                    <a:pt x="1324" y="2252"/>
                  </a:lnTo>
                  <a:lnTo>
                    <a:pt x="1304" y="2232"/>
                  </a:lnTo>
                  <a:lnTo>
                    <a:pt x="1363" y="2252"/>
                  </a:lnTo>
                  <a:lnTo>
                    <a:pt x="1304" y="2213"/>
                  </a:lnTo>
                  <a:lnTo>
                    <a:pt x="1225" y="2193"/>
                  </a:lnTo>
                  <a:lnTo>
                    <a:pt x="1185" y="2193"/>
                  </a:lnTo>
                  <a:lnTo>
                    <a:pt x="1205" y="2213"/>
                  </a:lnTo>
                  <a:lnTo>
                    <a:pt x="1205" y="2232"/>
                  </a:lnTo>
                  <a:lnTo>
                    <a:pt x="1146" y="2232"/>
                  </a:lnTo>
                  <a:lnTo>
                    <a:pt x="1087" y="2213"/>
                  </a:lnTo>
                  <a:lnTo>
                    <a:pt x="1126" y="2213"/>
                  </a:lnTo>
                  <a:lnTo>
                    <a:pt x="1067" y="2193"/>
                  </a:lnTo>
                  <a:lnTo>
                    <a:pt x="1047" y="2193"/>
                  </a:lnTo>
                  <a:lnTo>
                    <a:pt x="948" y="2173"/>
                  </a:lnTo>
                  <a:lnTo>
                    <a:pt x="929" y="2134"/>
                  </a:lnTo>
                  <a:lnTo>
                    <a:pt x="1008" y="2153"/>
                  </a:lnTo>
                  <a:lnTo>
                    <a:pt x="1087" y="2193"/>
                  </a:lnTo>
                  <a:lnTo>
                    <a:pt x="1067" y="2173"/>
                  </a:lnTo>
                  <a:lnTo>
                    <a:pt x="1146" y="2193"/>
                  </a:lnTo>
                  <a:lnTo>
                    <a:pt x="1087" y="2153"/>
                  </a:lnTo>
                  <a:lnTo>
                    <a:pt x="988" y="2134"/>
                  </a:lnTo>
                  <a:lnTo>
                    <a:pt x="948" y="2134"/>
                  </a:lnTo>
                  <a:lnTo>
                    <a:pt x="948" y="2114"/>
                  </a:lnTo>
                  <a:lnTo>
                    <a:pt x="988" y="2114"/>
                  </a:lnTo>
                  <a:lnTo>
                    <a:pt x="1008" y="2134"/>
                  </a:lnTo>
                  <a:lnTo>
                    <a:pt x="1027" y="2114"/>
                  </a:lnTo>
                  <a:lnTo>
                    <a:pt x="1008" y="2114"/>
                  </a:lnTo>
                  <a:lnTo>
                    <a:pt x="988" y="2094"/>
                  </a:lnTo>
                  <a:lnTo>
                    <a:pt x="1027" y="2094"/>
                  </a:lnTo>
                  <a:lnTo>
                    <a:pt x="1067" y="2114"/>
                  </a:lnTo>
                  <a:lnTo>
                    <a:pt x="1106" y="2134"/>
                  </a:lnTo>
                  <a:lnTo>
                    <a:pt x="1106" y="2153"/>
                  </a:lnTo>
                  <a:lnTo>
                    <a:pt x="1166" y="2153"/>
                  </a:lnTo>
                  <a:lnTo>
                    <a:pt x="1225" y="2173"/>
                  </a:lnTo>
                  <a:lnTo>
                    <a:pt x="1343" y="2213"/>
                  </a:lnTo>
                  <a:lnTo>
                    <a:pt x="1343" y="2193"/>
                  </a:lnTo>
                  <a:lnTo>
                    <a:pt x="1383" y="2193"/>
                  </a:lnTo>
                  <a:lnTo>
                    <a:pt x="1343" y="2173"/>
                  </a:lnTo>
                  <a:lnTo>
                    <a:pt x="1363" y="2173"/>
                  </a:lnTo>
                  <a:lnTo>
                    <a:pt x="1363" y="2153"/>
                  </a:lnTo>
                  <a:lnTo>
                    <a:pt x="1304" y="2134"/>
                  </a:lnTo>
                  <a:lnTo>
                    <a:pt x="1363" y="2134"/>
                  </a:lnTo>
                  <a:lnTo>
                    <a:pt x="1363" y="2114"/>
                  </a:lnTo>
                  <a:lnTo>
                    <a:pt x="1324" y="2074"/>
                  </a:lnTo>
                  <a:lnTo>
                    <a:pt x="1363" y="2074"/>
                  </a:lnTo>
                  <a:lnTo>
                    <a:pt x="1403" y="2094"/>
                  </a:lnTo>
                  <a:lnTo>
                    <a:pt x="1422" y="2074"/>
                  </a:lnTo>
                  <a:lnTo>
                    <a:pt x="1403" y="2055"/>
                  </a:lnTo>
                  <a:lnTo>
                    <a:pt x="1363" y="2035"/>
                  </a:lnTo>
                  <a:lnTo>
                    <a:pt x="1324" y="1995"/>
                  </a:lnTo>
                  <a:lnTo>
                    <a:pt x="1324" y="1976"/>
                  </a:lnTo>
                  <a:lnTo>
                    <a:pt x="1324" y="1956"/>
                  </a:lnTo>
                  <a:lnTo>
                    <a:pt x="1383" y="1976"/>
                  </a:lnTo>
                  <a:lnTo>
                    <a:pt x="1343" y="1956"/>
                  </a:lnTo>
                  <a:lnTo>
                    <a:pt x="1403" y="1956"/>
                  </a:lnTo>
                  <a:lnTo>
                    <a:pt x="1383" y="1936"/>
                  </a:lnTo>
                  <a:lnTo>
                    <a:pt x="1363" y="1916"/>
                  </a:lnTo>
                  <a:lnTo>
                    <a:pt x="1422" y="1916"/>
                  </a:lnTo>
                  <a:lnTo>
                    <a:pt x="1422" y="1897"/>
                  </a:lnTo>
                  <a:lnTo>
                    <a:pt x="1383" y="1877"/>
                  </a:lnTo>
                  <a:lnTo>
                    <a:pt x="1324" y="1837"/>
                  </a:lnTo>
                  <a:lnTo>
                    <a:pt x="1422" y="1877"/>
                  </a:lnTo>
                  <a:lnTo>
                    <a:pt x="1383" y="1778"/>
                  </a:lnTo>
                  <a:lnTo>
                    <a:pt x="1383" y="1699"/>
                  </a:lnTo>
                  <a:lnTo>
                    <a:pt x="1403" y="1699"/>
                  </a:lnTo>
                  <a:lnTo>
                    <a:pt x="1403" y="1679"/>
                  </a:lnTo>
                  <a:lnTo>
                    <a:pt x="1363" y="1640"/>
                  </a:lnTo>
                  <a:lnTo>
                    <a:pt x="1343" y="1600"/>
                  </a:lnTo>
                  <a:lnTo>
                    <a:pt x="1343" y="1581"/>
                  </a:lnTo>
                  <a:lnTo>
                    <a:pt x="1363" y="1581"/>
                  </a:lnTo>
                  <a:lnTo>
                    <a:pt x="1324" y="1561"/>
                  </a:lnTo>
                  <a:lnTo>
                    <a:pt x="1264" y="1541"/>
                  </a:lnTo>
                  <a:lnTo>
                    <a:pt x="1126" y="1502"/>
                  </a:lnTo>
                  <a:lnTo>
                    <a:pt x="1126" y="1482"/>
                  </a:lnTo>
                  <a:lnTo>
                    <a:pt x="1166" y="1502"/>
                  </a:lnTo>
                  <a:lnTo>
                    <a:pt x="1225" y="1502"/>
                  </a:lnTo>
                  <a:lnTo>
                    <a:pt x="1304" y="1521"/>
                  </a:lnTo>
                  <a:lnTo>
                    <a:pt x="1383" y="1561"/>
                  </a:lnTo>
                  <a:lnTo>
                    <a:pt x="1324" y="1502"/>
                  </a:lnTo>
                  <a:lnTo>
                    <a:pt x="1343" y="1502"/>
                  </a:lnTo>
                  <a:lnTo>
                    <a:pt x="1343" y="148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403" y="1521"/>
                  </a:lnTo>
                  <a:lnTo>
                    <a:pt x="1442" y="1541"/>
                  </a:lnTo>
                  <a:lnTo>
                    <a:pt x="1422" y="1502"/>
                  </a:lnTo>
                  <a:lnTo>
                    <a:pt x="1422" y="1482"/>
                  </a:lnTo>
                  <a:lnTo>
                    <a:pt x="1442" y="1482"/>
                  </a:lnTo>
                  <a:lnTo>
                    <a:pt x="1383" y="1462"/>
                  </a:lnTo>
                  <a:lnTo>
                    <a:pt x="1363" y="1442"/>
                  </a:lnTo>
                  <a:lnTo>
                    <a:pt x="1304" y="1403"/>
                  </a:lnTo>
                  <a:lnTo>
                    <a:pt x="1304" y="1403"/>
                  </a:lnTo>
                  <a:lnTo>
                    <a:pt x="1403" y="1442"/>
                  </a:lnTo>
                  <a:lnTo>
                    <a:pt x="1343" y="1403"/>
                  </a:lnTo>
                  <a:lnTo>
                    <a:pt x="1343" y="1383"/>
                  </a:lnTo>
                  <a:lnTo>
                    <a:pt x="1422" y="1383"/>
                  </a:lnTo>
                  <a:lnTo>
                    <a:pt x="1403" y="1363"/>
                  </a:lnTo>
                  <a:lnTo>
                    <a:pt x="1383" y="1344"/>
                  </a:lnTo>
                  <a:lnTo>
                    <a:pt x="1422" y="1363"/>
                  </a:lnTo>
                  <a:lnTo>
                    <a:pt x="1442" y="1324"/>
                  </a:lnTo>
                  <a:lnTo>
                    <a:pt x="1462" y="1304"/>
                  </a:lnTo>
                  <a:lnTo>
                    <a:pt x="1501" y="1304"/>
                  </a:lnTo>
                  <a:lnTo>
                    <a:pt x="1462" y="1265"/>
                  </a:lnTo>
                  <a:lnTo>
                    <a:pt x="1403" y="1225"/>
                  </a:lnTo>
                  <a:lnTo>
                    <a:pt x="1383" y="1225"/>
                  </a:lnTo>
                  <a:lnTo>
                    <a:pt x="1343" y="1205"/>
                  </a:lnTo>
                  <a:lnTo>
                    <a:pt x="1304" y="1186"/>
                  </a:lnTo>
                  <a:lnTo>
                    <a:pt x="1304" y="1166"/>
                  </a:lnTo>
                  <a:lnTo>
                    <a:pt x="1343" y="1186"/>
                  </a:lnTo>
                  <a:lnTo>
                    <a:pt x="1383" y="1186"/>
                  </a:lnTo>
                  <a:lnTo>
                    <a:pt x="1422" y="1205"/>
                  </a:lnTo>
                  <a:lnTo>
                    <a:pt x="1422" y="1186"/>
                  </a:lnTo>
                  <a:lnTo>
                    <a:pt x="1482" y="1186"/>
                  </a:lnTo>
                  <a:lnTo>
                    <a:pt x="1462" y="1166"/>
                  </a:lnTo>
                  <a:lnTo>
                    <a:pt x="1422" y="1126"/>
                  </a:lnTo>
                  <a:lnTo>
                    <a:pt x="1422" y="1126"/>
                  </a:lnTo>
                  <a:lnTo>
                    <a:pt x="1462" y="1146"/>
                  </a:lnTo>
                  <a:lnTo>
                    <a:pt x="1501" y="1146"/>
                  </a:lnTo>
                  <a:lnTo>
                    <a:pt x="1462" y="1126"/>
                  </a:lnTo>
                  <a:lnTo>
                    <a:pt x="1383" y="1087"/>
                  </a:lnTo>
                  <a:lnTo>
                    <a:pt x="1403" y="1087"/>
                  </a:lnTo>
                  <a:lnTo>
                    <a:pt x="1383" y="1067"/>
                  </a:lnTo>
                  <a:lnTo>
                    <a:pt x="1383" y="1067"/>
                  </a:lnTo>
                  <a:lnTo>
                    <a:pt x="1462" y="1107"/>
                  </a:lnTo>
                  <a:lnTo>
                    <a:pt x="1422" y="1067"/>
                  </a:lnTo>
                  <a:lnTo>
                    <a:pt x="1363" y="1047"/>
                  </a:lnTo>
                  <a:lnTo>
                    <a:pt x="1403" y="1047"/>
                  </a:lnTo>
                  <a:lnTo>
                    <a:pt x="1343" y="1008"/>
                  </a:lnTo>
                  <a:lnTo>
                    <a:pt x="1284" y="968"/>
                  </a:lnTo>
                  <a:lnTo>
                    <a:pt x="1343" y="968"/>
                  </a:lnTo>
                  <a:lnTo>
                    <a:pt x="1442" y="988"/>
                  </a:lnTo>
                  <a:lnTo>
                    <a:pt x="1422" y="1008"/>
                  </a:lnTo>
                  <a:lnTo>
                    <a:pt x="1403" y="1008"/>
                  </a:lnTo>
                  <a:lnTo>
                    <a:pt x="1482" y="1028"/>
                  </a:lnTo>
                  <a:lnTo>
                    <a:pt x="1521" y="1008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501" y="929"/>
                  </a:lnTo>
                  <a:lnTo>
                    <a:pt x="1521" y="909"/>
                  </a:lnTo>
                  <a:lnTo>
                    <a:pt x="1501" y="889"/>
                  </a:lnTo>
                  <a:lnTo>
                    <a:pt x="1561" y="870"/>
                  </a:lnTo>
                  <a:lnTo>
                    <a:pt x="1561" y="830"/>
                  </a:lnTo>
                  <a:lnTo>
                    <a:pt x="1580" y="810"/>
                  </a:lnTo>
                  <a:lnTo>
                    <a:pt x="1561" y="791"/>
                  </a:lnTo>
                  <a:lnTo>
                    <a:pt x="1541" y="751"/>
                  </a:lnTo>
                  <a:lnTo>
                    <a:pt x="1541" y="751"/>
                  </a:lnTo>
                  <a:lnTo>
                    <a:pt x="1580" y="771"/>
                  </a:lnTo>
                  <a:lnTo>
                    <a:pt x="1580" y="771"/>
                  </a:lnTo>
                  <a:lnTo>
                    <a:pt x="1501" y="712"/>
                  </a:lnTo>
                  <a:lnTo>
                    <a:pt x="1482" y="672"/>
                  </a:lnTo>
                  <a:lnTo>
                    <a:pt x="1442" y="633"/>
                  </a:lnTo>
                  <a:lnTo>
                    <a:pt x="1343" y="573"/>
                  </a:lnTo>
                  <a:lnTo>
                    <a:pt x="1403" y="593"/>
                  </a:lnTo>
                  <a:lnTo>
                    <a:pt x="1462" y="613"/>
                  </a:lnTo>
                  <a:lnTo>
                    <a:pt x="1422" y="573"/>
                  </a:lnTo>
                  <a:lnTo>
                    <a:pt x="1442" y="573"/>
                  </a:lnTo>
                  <a:lnTo>
                    <a:pt x="1482" y="593"/>
                  </a:lnTo>
                  <a:lnTo>
                    <a:pt x="1501" y="593"/>
                  </a:lnTo>
                  <a:lnTo>
                    <a:pt x="1482" y="573"/>
                  </a:lnTo>
                  <a:lnTo>
                    <a:pt x="1501" y="573"/>
                  </a:lnTo>
                  <a:lnTo>
                    <a:pt x="1422" y="534"/>
                  </a:lnTo>
                  <a:lnTo>
                    <a:pt x="1383" y="494"/>
                  </a:lnTo>
                  <a:lnTo>
                    <a:pt x="1363" y="494"/>
                  </a:lnTo>
                  <a:lnTo>
                    <a:pt x="1324" y="475"/>
                  </a:lnTo>
                  <a:lnTo>
                    <a:pt x="1343" y="475"/>
                  </a:lnTo>
                  <a:lnTo>
                    <a:pt x="1304" y="415"/>
                  </a:lnTo>
                  <a:lnTo>
                    <a:pt x="1304" y="356"/>
                  </a:lnTo>
                  <a:lnTo>
                    <a:pt x="1324" y="297"/>
                  </a:lnTo>
                  <a:lnTo>
                    <a:pt x="1363" y="257"/>
                  </a:lnTo>
                  <a:lnTo>
                    <a:pt x="1403" y="277"/>
                  </a:lnTo>
                  <a:lnTo>
                    <a:pt x="1383" y="257"/>
                  </a:lnTo>
                  <a:lnTo>
                    <a:pt x="1403" y="257"/>
                  </a:lnTo>
                  <a:lnTo>
                    <a:pt x="1422" y="238"/>
                  </a:lnTo>
                  <a:lnTo>
                    <a:pt x="1422" y="218"/>
                  </a:lnTo>
                  <a:lnTo>
                    <a:pt x="1521" y="218"/>
                  </a:lnTo>
                  <a:lnTo>
                    <a:pt x="1541" y="198"/>
                  </a:lnTo>
                  <a:lnTo>
                    <a:pt x="1521" y="178"/>
                  </a:lnTo>
                  <a:lnTo>
                    <a:pt x="1521" y="178"/>
                  </a:lnTo>
                  <a:lnTo>
                    <a:pt x="1600" y="198"/>
                  </a:lnTo>
                  <a:lnTo>
                    <a:pt x="1659" y="218"/>
                  </a:lnTo>
                  <a:lnTo>
                    <a:pt x="1640" y="178"/>
                  </a:lnTo>
                  <a:lnTo>
                    <a:pt x="1600" y="159"/>
                  </a:lnTo>
                  <a:lnTo>
                    <a:pt x="1580" y="178"/>
                  </a:lnTo>
                  <a:lnTo>
                    <a:pt x="1541" y="139"/>
                  </a:lnTo>
                  <a:lnTo>
                    <a:pt x="1521" y="119"/>
                  </a:lnTo>
                  <a:lnTo>
                    <a:pt x="1383" y="80"/>
                  </a:lnTo>
                  <a:lnTo>
                    <a:pt x="1205" y="20"/>
                  </a:lnTo>
                  <a:lnTo>
                    <a:pt x="1205" y="40"/>
                  </a:lnTo>
                  <a:lnTo>
                    <a:pt x="1146" y="20"/>
                  </a:lnTo>
                  <a:lnTo>
                    <a:pt x="1106" y="1"/>
                  </a:lnTo>
                  <a:close/>
                  <a:moveTo>
                    <a:pt x="1027" y="3102"/>
                  </a:moveTo>
                  <a:lnTo>
                    <a:pt x="1106" y="3121"/>
                  </a:lnTo>
                  <a:lnTo>
                    <a:pt x="1067" y="31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20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20"/>
            <p:cNvSpPr/>
            <p:nvPr/>
          </p:nvSpPr>
          <p:spPr>
            <a:xfrm>
              <a:off x="-1617800" y="35178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0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20"/>
            <p:cNvSpPr/>
            <p:nvPr/>
          </p:nvSpPr>
          <p:spPr>
            <a:xfrm>
              <a:off x="-1614850" y="35568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20"/>
            <p:cNvSpPr/>
            <p:nvPr/>
          </p:nvSpPr>
          <p:spPr>
            <a:xfrm>
              <a:off x="-1530900" y="3470425"/>
              <a:ext cx="42000" cy="38550"/>
            </a:xfrm>
            <a:custGeom>
              <a:rect b="b" l="l" r="r" t="t"/>
              <a:pathLst>
                <a:path extrusionOk="0" h="1542" w="1680">
                  <a:moveTo>
                    <a:pt x="218" y="1245"/>
                  </a:moveTo>
                  <a:lnTo>
                    <a:pt x="218" y="1245"/>
                  </a:lnTo>
                  <a:lnTo>
                    <a:pt x="218" y="1245"/>
                  </a:lnTo>
                  <a:close/>
                  <a:moveTo>
                    <a:pt x="1344" y="1265"/>
                  </a:moveTo>
                  <a:lnTo>
                    <a:pt x="1344" y="1285"/>
                  </a:lnTo>
                  <a:lnTo>
                    <a:pt x="1354" y="1265"/>
                  </a:lnTo>
                  <a:close/>
                  <a:moveTo>
                    <a:pt x="310" y="1265"/>
                  </a:moveTo>
                  <a:lnTo>
                    <a:pt x="300" y="1296"/>
                  </a:lnTo>
                  <a:lnTo>
                    <a:pt x="310" y="1265"/>
                  </a:lnTo>
                  <a:close/>
                  <a:moveTo>
                    <a:pt x="1304" y="1314"/>
                  </a:moveTo>
                  <a:lnTo>
                    <a:pt x="1284" y="1344"/>
                  </a:lnTo>
                  <a:lnTo>
                    <a:pt x="1304" y="1324"/>
                  </a:lnTo>
                  <a:lnTo>
                    <a:pt x="1304" y="1314"/>
                  </a:lnTo>
                  <a:close/>
                  <a:moveTo>
                    <a:pt x="1284" y="1344"/>
                  </a:moveTo>
                  <a:lnTo>
                    <a:pt x="1284" y="1344"/>
                  </a:lnTo>
                  <a:lnTo>
                    <a:pt x="1284" y="1344"/>
                  </a:lnTo>
                  <a:close/>
                  <a:moveTo>
                    <a:pt x="1585" y="1348"/>
                  </a:moveTo>
                  <a:lnTo>
                    <a:pt x="1574" y="1364"/>
                  </a:lnTo>
                  <a:lnTo>
                    <a:pt x="1581" y="1364"/>
                  </a:lnTo>
                  <a:lnTo>
                    <a:pt x="1585" y="1348"/>
                  </a:lnTo>
                  <a:close/>
                  <a:moveTo>
                    <a:pt x="376" y="1265"/>
                  </a:moveTo>
                  <a:lnTo>
                    <a:pt x="336" y="1344"/>
                  </a:lnTo>
                  <a:lnTo>
                    <a:pt x="336" y="1364"/>
                  </a:lnTo>
                  <a:lnTo>
                    <a:pt x="336" y="1384"/>
                  </a:lnTo>
                  <a:lnTo>
                    <a:pt x="356" y="1324"/>
                  </a:lnTo>
                  <a:lnTo>
                    <a:pt x="376" y="1265"/>
                  </a:lnTo>
                  <a:close/>
                  <a:moveTo>
                    <a:pt x="1561" y="1344"/>
                  </a:moveTo>
                  <a:lnTo>
                    <a:pt x="1541" y="1364"/>
                  </a:lnTo>
                  <a:lnTo>
                    <a:pt x="1561" y="1384"/>
                  </a:lnTo>
                  <a:lnTo>
                    <a:pt x="1574" y="1364"/>
                  </a:lnTo>
                  <a:lnTo>
                    <a:pt x="1561" y="1364"/>
                  </a:lnTo>
                  <a:lnTo>
                    <a:pt x="1561" y="1344"/>
                  </a:lnTo>
                  <a:close/>
                  <a:moveTo>
                    <a:pt x="1092" y="1377"/>
                  </a:moveTo>
                  <a:lnTo>
                    <a:pt x="1087" y="1384"/>
                  </a:lnTo>
                  <a:lnTo>
                    <a:pt x="1084" y="1398"/>
                  </a:lnTo>
                  <a:lnTo>
                    <a:pt x="1092" y="1377"/>
                  </a:lnTo>
                  <a:close/>
                  <a:moveTo>
                    <a:pt x="1660" y="1384"/>
                  </a:moveTo>
                  <a:lnTo>
                    <a:pt x="1660" y="1423"/>
                  </a:lnTo>
                  <a:lnTo>
                    <a:pt x="1660" y="1443"/>
                  </a:lnTo>
                  <a:lnTo>
                    <a:pt x="1679" y="1423"/>
                  </a:lnTo>
                  <a:lnTo>
                    <a:pt x="1679" y="1403"/>
                  </a:lnTo>
                  <a:lnTo>
                    <a:pt x="1660" y="1384"/>
                  </a:lnTo>
                  <a:close/>
                  <a:moveTo>
                    <a:pt x="1304" y="1344"/>
                  </a:moveTo>
                  <a:lnTo>
                    <a:pt x="1304" y="1364"/>
                  </a:lnTo>
                  <a:lnTo>
                    <a:pt x="1284" y="1364"/>
                  </a:lnTo>
                  <a:lnTo>
                    <a:pt x="1284" y="1344"/>
                  </a:lnTo>
                  <a:lnTo>
                    <a:pt x="1265" y="1384"/>
                  </a:lnTo>
                  <a:lnTo>
                    <a:pt x="1265" y="1463"/>
                  </a:lnTo>
                  <a:lnTo>
                    <a:pt x="1284" y="1463"/>
                  </a:lnTo>
                  <a:lnTo>
                    <a:pt x="1284" y="1443"/>
                  </a:lnTo>
                  <a:lnTo>
                    <a:pt x="1304" y="1423"/>
                  </a:lnTo>
                  <a:lnTo>
                    <a:pt x="1304" y="1443"/>
                  </a:lnTo>
                  <a:lnTo>
                    <a:pt x="1324" y="1344"/>
                  </a:lnTo>
                  <a:close/>
                  <a:moveTo>
                    <a:pt x="1084" y="1398"/>
                  </a:moveTo>
                  <a:lnTo>
                    <a:pt x="1067" y="1443"/>
                  </a:lnTo>
                  <a:lnTo>
                    <a:pt x="1067" y="1463"/>
                  </a:lnTo>
                  <a:lnTo>
                    <a:pt x="1067" y="1482"/>
                  </a:lnTo>
                  <a:lnTo>
                    <a:pt x="1084" y="1398"/>
                  </a:lnTo>
                  <a:close/>
                  <a:moveTo>
                    <a:pt x="119" y="1"/>
                  </a:moveTo>
                  <a:lnTo>
                    <a:pt x="99" y="40"/>
                  </a:lnTo>
                  <a:lnTo>
                    <a:pt x="99" y="80"/>
                  </a:lnTo>
                  <a:lnTo>
                    <a:pt x="80" y="119"/>
                  </a:lnTo>
                  <a:lnTo>
                    <a:pt x="60" y="139"/>
                  </a:lnTo>
                  <a:lnTo>
                    <a:pt x="40" y="297"/>
                  </a:lnTo>
                  <a:lnTo>
                    <a:pt x="20" y="475"/>
                  </a:lnTo>
                  <a:lnTo>
                    <a:pt x="20" y="534"/>
                  </a:lnTo>
                  <a:lnTo>
                    <a:pt x="1" y="594"/>
                  </a:lnTo>
                  <a:lnTo>
                    <a:pt x="20" y="613"/>
                  </a:lnTo>
                  <a:lnTo>
                    <a:pt x="20" y="574"/>
                  </a:lnTo>
                  <a:lnTo>
                    <a:pt x="40" y="594"/>
                  </a:lnTo>
                  <a:lnTo>
                    <a:pt x="40" y="633"/>
                  </a:lnTo>
                  <a:lnTo>
                    <a:pt x="60" y="594"/>
                  </a:lnTo>
                  <a:lnTo>
                    <a:pt x="40" y="653"/>
                  </a:lnTo>
                  <a:lnTo>
                    <a:pt x="20" y="732"/>
                  </a:lnTo>
                  <a:lnTo>
                    <a:pt x="40" y="752"/>
                  </a:lnTo>
                  <a:lnTo>
                    <a:pt x="40" y="732"/>
                  </a:lnTo>
                  <a:lnTo>
                    <a:pt x="60" y="712"/>
                  </a:lnTo>
                  <a:lnTo>
                    <a:pt x="60" y="752"/>
                  </a:lnTo>
                  <a:lnTo>
                    <a:pt x="60" y="791"/>
                  </a:lnTo>
                  <a:lnTo>
                    <a:pt x="60" y="811"/>
                  </a:lnTo>
                  <a:lnTo>
                    <a:pt x="60" y="850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99" y="712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80" y="831"/>
                  </a:lnTo>
                  <a:lnTo>
                    <a:pt x="80" y="870"/>
                  </a:lnTo>
                  <a:lnTo>
                    <a:pt x="99" y="870"/>
                  </a:lnTo>
                  <a:lnTo>
                    <a:pt x="99" y="890"/>
                  </a:lnTo>
                  <a:lnTo>
                    <a:pt x="80" y="910"/>
                  </a:lnTo>
                  <a:lnTo>
                    <a:pt x="80" y="989"/>
                  </a:lnTo>
                  <a:lnTo>
                    <a:pt x="99" y="969"/>
                  </a:lnTo>
                  <a:lnTo>
                    <a:pt x="119" y="929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9" y="949"/>
                  </a:lnTo>
                  <a:lnTo>
                    <a:pt x="139" y="969"/>
                  </a:lnTo>
                  <a:lnTo>
                    <a:pt x="139" y="1028"/>
                  </a:lnTo>
                  <a:lnTo>
                    <a:pt x="139" y="1048"/>
                  </a:lnTo>
                  <a:lnTo>
                    <a:pt x="159" y="1048"/>
                  </a:lnTo>
                  <a:lnTo>
                    <a:pt x="178" y="1008"/>
                  </a:lnTo>
                  <a:lnTo>
                    <a:pt x="178" y="1068"/>
                  </a:lnTo>
                  <a:lnTo>
                    <a:pt x="198" y="949"/>
                  </a:lnTo>
                  <a:lnTo>
                    <a:pt x="218" y="910"/>
                  </a:lnTo>
                  <a:lnTo>
                    <a:pt x="238" y="870"/>
                  </a:lnTo>
                  <a:lnTo>
                    <a:pt x="238" y="929"/>
                  </a:lnTo>
                  <a:lnTo>
                    <a:pt x="218" y="989"/>
                  </a:lnTo>
                  <a:lnTo>
                    <a:pt x="198" y="1107"/>
                  </a:lnTo>
                  <a:lnTo>
                    <a:pt x="218" y="1107"/>
                  </a:lnTo>
                  <a:lnTo>
                    <a:pt x="218" y="1147"/>
                  </a:lnTo>
                  <a:lnTo>
                    <a:pt x="198" y="1186"/>
                  </a:lnTo>
                  <a:lnTo>
                    <a:pt x="218" y="1226"/>
                  </a:lnTo>
                  <a:lnTo>
                    <a:pt x="218" y="1245"/>
                  </a:lnTo>
                  <a:lnTo>
                    <a:pt x="238" y="1186"/>
                  </a:lnTo>
                  <a:lnTo>
                    <a:pt x="238" y="1206"/>
                  </a:lnTo>
                  <a:lnTo>
                    <a:pt x="238" y="1265"/>
                  </a:lnTo>
                  <a:lnTo>
                    <a:pt x="257" y="1245"/>
                  </a:lnTo>
                  <a:lnTo>
                    <a:pt x="257" y="1265"/>
                  </a:lnTo>
                  <a:lnTo>
                    <a:pt x="277" y="1245"/>
                  </a:lnTo>
                  <a:lnTo>
                    <a:pt x="297" y="1206"/>
                  </a:lnTo>
                  <a:lnTo>
                    <a:pt x="317" y="1245"/>
                  </a:lnTo>
                  <a:lnTo>
                    <a:pt x="310" y="1265"/>
                  </a:lnTo>
                  <a:lnTo>
                    <a:pt x="356" y="1127"/>
                  </a:lnTo>
                  <a:lnTo>
                    <a:pt x="356" y="1186"/>
                  </a:lnTo>
                  <a:lnTo>
                    <a:pt x="336" y="1285"/>
                  </a:lnTo>
                  <a:lnTo>
                    <a:pt x="336" y="1265"/>
                  </a:lnTo>
                  <a:lnTo>
                    <a:pt x="317" y="1305"/>
                  </a:lnTo>
                  <a:lnTo>
                    <a:pt x="317" y="1324"/>
                  </a:lnTo>
                  <a:lnTo>
                    <a:pt x="336" y="1305"/>
                  </a:lnTo>
                  <a:lnTo>
                    <a:pt x="356" y="1265"/>
                  </a:lnTo>
                  <a:lnTo>
                    <a:pt x="376" y="1226"/>
                  </a:lnTo>
                  <a:lnTo>
                    <a:pt x="396" y="1186"/>
                  </a:lnTo>
                  <a:lnTo>
                    <a:pt x="435" y="1087"/>
                  </a:lnTo>
                  <a:lnTo>
                    <a:pt x="435" y="1147"/>
                  </a:lnTo>
                  <a:lnTo>
                    <a:pt x="415" y="1265"/>
                  </a:lnTo>
                  <a:lnTo>
                    <a:pt x="415" y="1344"/>
                  </a:lnTo>
                  <a:lnTo>
                    <a:pt x="435" y="1285"/>
                  </a:lnTo>
                  <a:lnTo>
                    <a:pt x="455" y="1226"/>
                  </a:lnTo>
                  <a:lnTo>
                    <a:pt x="455" y="1305"/>
                  </a:lnTo>
                  <a:lnTo>
                    <a:pt x="475" y="1324"/>
                  </a:lnTo>
                  <a:lnTo>
                    <a:pt x="475" y="1364"/>
                  </a:lnTo>
                  <a:lnTo>
                    <a:pt x="494" y="1384"/>
                  </a:lnTo>
                  <a:lnTo>
                    <a:pt x="514" y="1384"/>
                  </a:lnTo>
                  <a:lnTo>
                    <a:pt x="514" y="1285"/>
                  </a:lnTo>
                  <a:lnTo>
                    <a:pt x="494" y="1364"/>
                  </a:lnTo>
                  <a:lnTo>
                    <a:pt x="514" y="1245"/>
                  </a:lnTo>
                  <a:lnTo>
                    <a:pt x="554" y="1147"/>
                  </a:lnTo>
                  <a:lnTo>
                    <a:pt x="554" y="1166"/>
                  </a:lnTo>
                  <a:lnTo>
                    <a:pt x="554" y="1206"/>
                  </a:lnTo>
                  <a:lnTo>
                    <a:pt x="573" y="1166"/>
                  </a:lnTo>
                  <a:lnTo>
                    <a:pt x="573" y="1127"/>
                  </a:lnTo>
                  <a:lnTo>
                    <a:pt x="593" y="1107"/>
                  </a:lnTo>
                  <a:lnTo>
                    <a:pt x="593" y="1147"/>
                  </a:lnTo>
                  <a:lnTo>
                    <a:pt x="573" y="1206"/>
                  </a:lnTo>
                  <a:lnTo>
                    <a:pt x="593" y="1186"/>
                  </a:lnTo>
                  <a:lnTo>
                    <a:pt x="573" y="1265"/>
                  </a:lnTo>
                  <a:lnTo>
                    <a:pt x="573" y="1305"/>
                  </a:lnTo>
                  <a:lnTo>
                    <a:pt x="554" y="1364"/>
                  </a:lnTo>
                  <a:lnTo>
                    <a:pt x="573" y="1344"/>
                  </a:lnTo>
                  <a:lnTo>
                    <a:pt x="573" y="1344"/>
                  </a:lnTo>
                  <a:lnTo>
                    <a:pt x="554" y="1423"/>
                  </a:lnTo>
                  <a:lnTo>
                    <a:pt x="554" y="1443"/>
                  </a:lnTo>
                  <a:lnTo>
                    <a:pt x="573" y="1423"/>
                  </a:lnTo>
                  <a:lnTo>
                    <a:pt x="573" y="1443"/>
                  </a:lnTo>
                  <a:lnTo>
                    <a:pt x="593" y="1384"/>
                  </a:lnTo>
                  <a:lnTo>
                    <a:pt x="613" y="1443"/>
                  </a:lnTo>
                  <a:lnTo>
                    <a:pt x="633" y="1463"/>
                  </a:lnTo>
                  <a:lnTo>
                    <a:pt x="633" y="1403"/>
                  </a:lnTo>
                  <a:lnTo>
                    <a:pt x="652" y="1384"/>
                  </a:lnTo>
                  <a:lnTo>
                    <a:pt x="652" y="1403"/>
                  </a:lnTo>
                  <a:lnTo>
                    <a:pt x="652" y="1443"/>
                  </a:lnTo>
                  <a:lnTo>
                    <a:pt x="652" y="1463"/>
                  </a:lnTo>
                  <a:lnTo>
                    <a:pt x="692" y="1423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712" y="1384"/>
                  </a:lnTo>
                  <a:lnTo>
                    <a:pt x="751" y="1305"/>
                  </a:lnTo>
                  <a:lnTo>
                    <a:pt x="731" y="1364"/>
                  </a:lnTo>
                  <a:lnTo>
                    <a:pt x="731" y="1403"/>
                  </a:lnTo>
                  <a:lnTo>
                    <a:pt x="751" y="1403"/>
                  </a:lnTo>
                  <a:lnTo>
                    <a:pt x="751" y="1423"/>
                  </a:lnTo>
                  <a:lnTo>
                    <a:pt x="830" y="1226"/>
                  </a:lnTo>
                  <a:lnTo>
                    <a:pt x="870" y="1127"/>
                  </a:lnTo>
                  <a:lnTo>
                    <a:pt x="889" y="1008"/>
                  </a:lnTo>
                  <a:lnTo>
                    <a:pt x="889" y="1068"/>
                  </a:lnTo>
                  <a:lnTo>
                    <a:pt x="909" y="1107"/>
                  </a:lnTo>
                  <a:lnTo>
                    <a:pt x="889" y="1186"/>
                  </a:lnTo>
                  <a:lnTo>
                    <a:pt x="889" y="1206"/>
                  </a:lnTo>
                  <a:lnTo>
                    <a:pt x="870" y="1245"/>
                  </a:lnTo>
                  <a:lnTo>
                    <a:pt x="870" y="1324"/>
                  </a:lnTo>
                  <a:lnTo>
                    <a:pt x="850" y="1384"/>
                  </a:lnTo>
                  <a:lnTo>
                    <a:pt x="850" y="1324"/>
                  </a:lnTo>
                  <a:lnTo>
                    <a:pt x="830" y="1364"/>
                  </a:lnTo>
                  <a:lnTo>
                    <a:pt x="830" y="1403"/>
                  </a:lnTo>
                  <a:lnTo>
                    <a:pt x="810" y="1502"/>
                  </a:lnTo>
                  <a:lnTo>
                    <a:pt x="830" y="1482"/>
                  </a:lnTo>
                  <a:lnTo>
                    <a:pt x="830" y="1463"/>
                  </a:lnTo>
                  <a:lnTo>
                    <a:pt x="850" y="1502"/>
                  </a:lnTo>
                  <a:lnTo>
                    <a:pt x="850" y="1482"/>
                  </a:lnTo>
                  <a:lnTo>
                    <a:pt x="870" y="1463"/>
                  </a:lnTo>
                  <a:lnTo>
                    <a:pt x="870" y="1482"/>
                  </a:lnTo>
                  <a:lnTo>
                    <a:pt x="889" y="1403"/>
                  </a:lnTo>
                  <a:lnTo>
                    <a:pt x="909" y="1403"/>
                  </a:lnTo>
                  <a:lnTo>
                    <a:pt x="909" y="1423"/>
                  </a:lnTo>
                  <a:lnTo>
                    <a:pt x="889" y="1482"/>
                  </a:lnTo>
                  <a:lnTo>
                    <a:pt x="909" y="1443"/>
                  </a:lnTo>
                  <a:lnTo>
                    <a:pt x="929" y="1443"/>
                  </a:lnTo>
                  <a:lnTo>
                    <a:pt x="949" y="1364"/>
                  </a:lnTo>
                  <a:lnTo>
                    <a:pt x="968" y="1265"/>
                  </a:lnTo>
                  <a:lnTo>
                    <a:pt x="988" y="1245"/>
                  </a:lnTo>
                  <a:lnTo>
                    <a:pt x="1008" y="1245"/>
                  </a:lnTo>
                  <a:lnTo>
                    <a:pt x="988" y="1285"/>
                  </a:lnTo>
                  <a:lnTo>
                    <a:pt x="968" y="1305"/>
                  </a:lnTo>
                  <a:lnTo>
                    <a:pt x="1008" y="1285"/>
                  </a:lnTo>
                  <a:lnTo>
                    <a:pt x="1008" y="1324"/>
                  </a:lnTo>
                  <a:lnTo>
                    <a:pt x="988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1028" y="1285"/>
                  </a:lnTo>
                  <a:lnTo>
                    <a:pt x="1047" y="1305"/>
                  </a:lnTo>
                  <a:lnTo>
                    <a:pt x="1047" y="1324"/>
                  </a:lnTo>
                  <a:lnTo>
                    <a:pt x="1047" y="1403"/>
                  </a:lnTo>
                  <a:lnTo>
                    <a:pt x="1047" y="1463"/>
                  </a:lnTo>
                  <a:lnTo>
                    <a:pt x="1067" y="1384"/>
                  </a:lnTo>
                  <a:lnTo>
                    <a:pt x="1107" y="1305"/>
                  </a:lnTo>
                  <a:lnTo>
                    <a:pt x="1087" y="1324"/>
                  </a:lnTo>
                  <a:lnTo>
                    <a:pt x="1087" y="1305"/>
                  </a:lnTo>
                  <a:lnTo>
                    <a:pt x="1087" y="1265"/>
                  </a:lnTo>
                  <a:lnTo>
                    <a:pt x="1107" y="1226"/>
                  </a:lnTo>
                  <a:lnTo>
                    <a:pt x="1126" y="1186"/>
                  </a:lnTo>
                  <a:lnTo>
                    <a:pt x="1126" y="1206"/>
                  </a:lnTo>
                  <a:lnTo>
                    <a:pt x="1126" y="1226"/>
                  </a:lnTo>
                  <a:lnTo>
                    <a:pt x="1126" y="1285"/>
                  </a:lnTo>
                  <a:lnTo>
                    <a:pt x="1092" y="1377"/>
                  </a:lnTo>
                  <a:lnTo>
                    <a:pt x="1146" y="1305"/>
                  </a:lnTo>
                  <a:lnTo>
                    <a:pt x="1186" y="1245"/>
                  </a:lnTo>
                  <a:lnTo>
                    <a:pt x="1166" y="1305"/>
                  </a:lnTo>
                  <a:lnTo>
                    <a:pt x="1146" y="1364"/>
                  </a:lnTo>
                  <a:lnTo>
                    <a:pt x="1126" y="1403"/>
                  </a:lnTo>
                  <a:lnTo>
                    <a:pt x="1107" y="1482"/>
                  </a:lnTo>
                  <a:lnTo>
                    <a:pt x="1126" y="1443"/>
                  </a:lnTo>
                  <a:lnTo>
                    <a:pt x="1146" y="1423"/>
                  </a:lnTo>
                  <a:lnTo>
                    <a:pt x="1146" y="1463"/>
                  </a:lnTo>
                  <a:lnTo>
                    <a:pt x="1186" y="1443"/>
                  </a:lnTo>
                  <a:lnTo>
                    <a:pt x="1186" y="1403"/>
                  </a:lnTo>
                  <a:lnTo>
                    <a:pt x="1186" y="1384"/>
                  </a:lnTo>
                  <a:lnTo>
                    <a:pt x="1205" y="1403"/>
                  </a:lnTo>
                  <a:lnTo>
                    <a:pt x="1225" y="1384"/>
                  </a:lnTo>
                  <a:lnTo>
                    <a:pt x="1245" y="1403"/>
                  </a:lnTo>
                  <a:lnTo>
                    <a:pt x="1245" y="1384"/>
                  </a:lnTo>
                  <a:lnTo>
                    <a:pt x="1265" y="1364"/>
                  </a:lnTo>
                  <a:lnTo>
                    <a:pt x="1245" y="1364"/>
                  </a:lnTo>
                  <a:lnTo>
                    <a:pt x="1245" y="1344"/>
                  </a:lnTo>
                  <a:lnTo>
                    <a:pt x="1245" y="1285"/>
                  </a:lnTo>
                  <a:lnTo>
                    <a:pt x="1284" y="1245"/>
                  </a:lnTo>
                  <a:lnTo>
                    <a:pt x="1304" y="1226"/>
                  </a:lnTo>
                  <a:lnTo>
                    <a:pt x="1304" y="1206"/>
                  </a:lnTo>
                  <a:lnTo>
                    <a:pt x="1324" y="1186"/>
                  </a:lnTo>
                  <a:lnTo>
                    <a:pt x="1344" y="1186"/>
                  </a:lnTo>
                  <a:lnTo>
                    <a:pt x="1344" y="1226"/>
                  </a:lnTo>
                  <a:lnTo>
                    <a:pt x="1324" y="1245"/>
                  </a:lnTo>
                  <a:lnTo>
                    <a:pt x="1304" y="1305"/>
                  </a:lnTo>
                  <a:lnTo>
                    <a:pt x="1304" y="1314"/>
                  </a:lnTo>
                  <a:lnTo>
                    <a:pt x="1324" y="1285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54" y="1265"/>
                  </a:lnTo>
                  <a:lnTo>
                    <a:pt x="1363" y="1265"/>
                  </a:lnTo>
                  <a:lnTo>
                    <a:pt x="1344" y="1305"/>
                  </a:lnTo>
                  <a:lnTo>
                    <a:pt x="1324" y="1384"/>
                  </a:lnTo>
                  <a:lnTo>
                    <a:pt x="1363" y="1305"/>
                  </a:lnTo>
                  <a:lnTo>
                    <a:pt x="1344" y="1364"/>
                  </a:lnTo>
                  <a:lnTo>
                    <a:pt x="1363" y="1324"/>
                  </a:lnTo>
                  <a:lnTo>
                    <a:pt x="1383" y="1305"/>
                  </a:lnTo>
                  <a:lnTo>
                    <a:pt x="1383" y="1305"/>
                  </a:lnTo>
                  <a:lnTo>
                    <a:pt x="1363" y="1344"/>
                  </a:lnTo>
                  <a:lnTo>
                    <a:pt x="1383" y="1344"/>
                  </a:lnTo>
                  <a:lnTo>
                    <a:pt x="1403" y="1285"/>
                  </a:lnTo>
                  <a:lnTo>
                    <a:pt x="1403" y="1226"/>
                  </a:lnTo>
                  <a:lnTo>
                    <a:pt x="1423" y="1166"/>
                  </a:lnTo>
                  <a:lnTo>
                    <a:pt x="1462" y="1166"/>
                  </a:lnTo>
                  <a:lnTo>
                    <a:pt x="1462" y="1226"/>
                  </a:lnTo>
                  <a:lnTo>
                    <a:pt x="1482" y="1166"/>
                  </a:lnTo>
                  <a:lnTo>
                    <a:pt x="1482" y="1206"/>
                  </a:lnTo>
                  <a:lnTo>
                    <a:pt x="1482" y="1245"/>
                  </a:lnTo>
                  <a:lnTo>
                    <a:pt x="1462" y="1245"/>
                  </a:lnTo>
                  <a:lnTo>
                    <a:pt x="1462" y="1265"/>
                  </a:lnTo>
                  <a:lnTo>
                    <a:pt x="1442" y="1324"/>
                  </a:lnTo>
                  <a:lnTo>
                    <a:pt x="1442" y="1364"/>
                  </a:lnTo>
                  <a:lnTo>
                    <a:pt x="1462" y="1285"/>
                  </a:lnTo>
                  <a:lnTo>
                    <a:pt x="1462" y="1305"/>
                  </a:lnTo>
                  <a:lnTo>
                    <a:pt x="1462" y="1364"/>
                  </a:lnTo>
                  <a:lnTo>
                    <a:pt x="1475" y="1338"/>
                  </a:lnTo>
                  <a:lnTo>
                    <a:pt x="1475" y="1338"/>
                  </a:lnTo>
                  <a:lnTo>
                    <a:pt x="1462" y="1403"/>
                  </a:lnTo>
                  <a:lnTo>
                    <a:pt x="1482" y="1423"/>
                  </a:lnTo>
                  <a:lnTo>
                    <a:pt x="1482" y="1384"/>
                  </a:lnTo>
                  <a:lnTo>
                    <a:pt x="1482" y="1344"/>
                  </a:lnTo>
                  <a:lnTo>
                    <a:pt x="1502" y="1344"/>
                  </a:lnTo>
                  <a:lnTo>
                    <a:pt x="1502" y="1364"/>
                  </a:lnTo>
                  <a:lnTo>
                    <a:pt x="1521" y="1364"/>
                  </a:lnTo>
                  <a:lnTo>
                    <a:pt x="1521" y="1384"/>
                  </a:lnTo>
                  <a:lnTo>
                    <a:pt x="1541" y="1324"/>
                  </a:lnTo>
                  <a:lnTo>
                    <a:pt x="1521" y="1324"/>
                  </a:lnTo>
                  <a:lnTo>
                    <a:pt x="1521" y="1305"/>
                  </a:lnTo>
                  <a:lnTo>
                    <a:pt x="1541" y="1285"/>
                  </a:lnTo>
                  <a:lnTo>
                    <a:pt x="1561" y="1265"/>
                  </a:lnTo>
                  <a:lnTo>
                    <a:pt x="1581" y="1265"/>
                  </a:lnTo>
                  <a:lnTo>
                    <a:pt x="1600" y="1226"/>
                  </a:lnTo>
                  <a:lnTo>
                    <a:pt x="1600" y="1285"/>
                  </a:lnTo>
                  <a:lnTo>
                    <a:pt x="1585" y="1348"/>
                  </a:lnTo>
                  <a:lnTo>
                    <a:pt x="1600" y="1324"/>
                  </a:lnTo>
                  <a:lnTo>
                    <a:pt x="1620" y="1364"/>
                  </a:lnTo>
                  <a:lnTo>
                    <a:pt x="1600" y="1423"/>
                  </a:lnTo>
                  <a:lnTo>
                    <a:pt x="1600" y="1463"/>
                  </a:lnTo>
                  <a:lnTo>
                    <a:pt x="1600" y="1482"/>
                  </a:lnTo>
                  <a:lnTo>
                    <a:pt x="1620" y="1463"/>
                  </a:lnTo>
                  <a:lnTo>
                    <a:pt x="1620" y="1384"/>
                  </a:lnTo>
                  <a:lnTo>
                    <a:pt x="1640" y="1384"/>
                  </a:lnTo>
                  <a:lnTo>
                    <a:pt x="1660" y="1344"/>
                  </a:lnTo>
                  <a:lnTo>
                    <a:pt x="1423" y="732"/>
                  </a:lnTo>
                  <a:lnTo>
                    <a:pt x="1126" y="60"/>
                  </a:lnTo>
                  <a:lnTo>
                    <a:pt x="1087" y="119"/>
                  </a:lnTo>
                  <a:lnTo>
                    <a:pt x="1087" y="139"/>
                  </a:lnTo>
                  <a:lnTo>
                    <a:pt x="1087" y="198"/>
                  </a:lnTo>
                  <a:lnTo>
                    <a:pt x="1067" y="218"/>
                  </a:lnTo>
                  <a:lnTo>
                    <a:pt x="1047" y="238"/>
                  </a:lnTo>
                  <a:lnTo>
                    <a:pt x="1047" y="198"/>
                  </a:lnTo>
                  <a:lnTo>
                    <a:pt x="1067" y="159"/>
                  </a:lnTo>
                  <a:lnTo>
                    <a:pt x="1067" y="100"/>
                  </a:lnTo>
                  <a:lnTo>
                    <a:pt x="1047" y="100"/>
                  </a:lnTo>
                  <a:lnTo>
                    <a:pt x="1047" y="60"/>
                  </a:lnTo>
                  <a:lnTo>
                    <a:pt x="1028" y="80"/>
                  </a:lnTo>
                  <a:lnTo>
                    <a:pt x="1008" y="119"/>
                  </a:lnTo>
                  <a:lnTo>
                    <a:pt x="1008" y="80"/>
                  </a:lnTo>
                  <a:lnTo>
                    <a:pt x="1028" y="40"/>
                  </a:lnTo>
                  <a:lnTo>
                    <a:pt x="1008" y="40"/>
                  </a:lnTo>
                  <a:lnTo>
                    <a:pt x="988" y="80"/>
                  </a:lnTo>
                  <a:lnTo>
                    <a:pt x="988" y="80"/>
                  </a:lnTo>
                  <a:lnTo>
                    <a:pt x="968" y="159"/>
                  </a:lnTo>
                  <a:lnTo>
                    <a:pt x="968" y="139"/>
                  </a:lnTo>
                  <a:lnTo>
                    <a:pt x="949" y="159"/>
                  </a:lnTo>
                  <a:lnTo>
                    <a:pt x="988" y="80"/>
                  </a:lnTo>
                  <a:lnTo>
                    <a:pt x="929" y="179"/>
                  </a:lnTo>
                  <a:lnTo>
                    <a:pt x="929" y="159"/>
                  </a:lnTo>
                  <a:lnTo>
                    <a:pt x="889" y="218"/>
                  </a:lnTo>
                  <a:lnTo>
                    <a:pt x="870" y="258"/>
                  </a:lnTo>
                  <a:lnTo>
                    <a:pt x="870" y="218"/>
                  </a:lnTo>
                  <a:lnTo>
                    <a:pt x="870" y="198"/>
                  </a:lnTo>
                  <a:lnTo>
                    <a:pt x="850" y="218"/>
                  </a:lnTo>
                  <a:lnTo>
                    <a:pt x="870" y="119"/>
                  </a:lnTo>
                  <a:lnTo>
                    <a:pt x="889" y="119"/>
                  </a:lnTo>
                  <a:lnTo>
                    <a:pt x="889" y="80"/>
                  </a:lnTo>
                  <a:lnTo>
                    <a:pt x="889" y="40"/>
                  </a:lnTo>
                  <a:lnTo>
                    <a:pt x="850" y="40"/>
                  </a:lnTo>
                  <a:lnTo>
                    <a:pt x="810" y="60"/>
                  </a:lnTo>
                  <a:lnTo>
                    <a:pt x="791" y="40"/>
                  </a:lnTo>
                  <a:lnTo>
                    <a:pt x="771" y="60"/>
                  </a:lnTo>
                  <a:lnTo>
                    <a:pt x="751" y="1"/>
                  </a:lnTo>
                  <a:lnTo>
                    <a:pt x="692" y="1"/>
                  </a:lnTo>
                  <a:lnTo>
                    <a:pt x="672" y="21"/>
                  </a:lnTo>
                  <a:lnTo>
                    <a:pt x="652" y="40"/>
                  </a:lnTo>
                  <a:lnTo>
                    <a:pt x="652" y="1"/>
                  </a:lnTo>
                  <a:lnTo>
                    <a:pt x="613" y="80"/>
                  </a:lnTo>
                  <a:lnTo>
                    <a:pt x="573" y="119"/>
                  </a:lnTo>
                  <a:lnTo>
                    <a:pt x="534" y="159"/>
                  </a:lnTo>
                  <a:lnTo>
                    <a:pt x="494" y="258"/>
                  </a:lnTo>
                  <a:lnTo>
                    <a:pt x="494" y="198"/>
                  </a:lnTo>
                  <a:lnTo>
                    <a:pt x="514" y="139"/>
                  </a:lnTo>
                  <a:lnTo>
                    <a:pt x="494" y="179"/>
                  </a:lnTo>
                  <a:lnTo>
                    <a:pt x="475" y="198"/>
                  </a:lnTo>
                  <a:lnTo>
                    <a:pt x="475" y="159"/>
                  </a:lnTo>
                  <a:lnTo>
                    <a:pt x="494" y="119"/>
                  </a:lnTo>
                  <a:lnTo>
                    <a:pt x="494" y="100"/>
                  </a:lnTo>
                  <a:lnTo>
                    <a:pt x="475" y="119"/>
                  </a:lnTo>
                  <a:lnTo>
                    <a:pt x="475" y="100"/>
                  </a:lnTo>
                  <a:lnTo>
                    <a:pt x="455" y="179"/>
                  </a:lnTo>
                  <a:lnTo>
                    <a:pt x="415" y="238"/>
                  </a:lnTo>
                  <a:lnTo>
                    <a:pt x="415" y="277"/>
                  </a:lnTo>
                  <a:lnTo>
                    <a:pt x="356" y="317"/>
                  </a:lnTo>
                  <a:lnTo>
                    <a:pt x="297" y="337"/>
                  </a:lnTo>
                  <a:lnTo>
                    <a:pt x="238" y="317"/>
                  </a:lnTo>
                  <a:lnTo>
                    <a:pt x="198" y="277"/>
                  </a:lnTo>
                  <a:lnTo>
                    <a:pt x="218" y="238"/>
                  </a:lnTo>
                  <a:lnTo>
                    <a:pt x="198" y="258"/>
                  </a:lnTo>
                  <a:lnTo>
                    <a:pt x="178" y="238"/>
                  </a:lnTo>
                  <a:lnTo>
                    <a:pt x="198" y="238"/>
                  </a:lnTo>
                  <a:lnTo>
                    <a:pt x="178" y="19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59" y="198"/>
                  </a:lnTo>
                  <a:lnTo>
                    <a:pt x="159" y="179"/>
                  </a:lnTo>
                  <a:lnTo>
                    <a:pt x="139" y="139"/>
                  </a:lnTo>
                  <a:lnTo>
                    <a:pt x="139" y="119"/>
                  </a:lnTo>
                  <a:lnTo>
                    <a:pt x="119" y="139"/>
                  </a:lnTo>
                  <a:lnTo>
                    <a:pt x="119" y="80"/>
                  </a:lnTo>
                  <a:lnTo>
                    <a:pt x="119" y="1"/>
                  </a:lnTo>
                  <a:close/>
                  <a:moveTo>
                    <a:pt x="1047" y="1324"/>
                  </a:moveTo>
                  <a:lnTo>
                    <a:pt x="1008" y="1403"/>
                  </a:lnTo>
                  <a:lnTo>
                    <a:pt x="988" y="1482"/>
                  </a:lnTo>
                  <a:lnTo>
                    <a:pt x="988" y="1463"/>
                  </a:lnTo>
                  <a:lnTo>
                    <a:pt x="988" y="1443"/>
                  </a:lnTo>
                  <a:lnTo>
                    <a:pt x="968" y="1443"/>
                  </a:lnTo>
                  <a:lnTo>
                    <a:pt x="968" y="1423"/>
                  </a:lnTo>
                  <a:lnTo>
                    <a:pt x="949" y="1423"/>
                  </a:lnTo>
                  <a:lnTo>
                    <a:pt x="929" y="1463"/>
                  </a:lnTo>
                  <a:lnTo>
                    <a:pt x="929" y="1502"/>
                  </a:lnTo>
                  <a:lnTo>
                    <a:pt x="968" y="1502"/>
                  </a:lnTo>
                  <a:lnTo>
                    <a:pt x="968" y="1542"/>
                  </a:lnTo>
                  <a:lnTo>
                    <a:pt x="1028" y="1443"/>
                  </a:lnTo>
                  <a:lnTo>
                    <a:pt x="1028" y="1384"/>
                  </a:lnTo>
                  <a:lnTo>
                    <a:pt x="1047" y="1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20"/>
            <p:cNvSpPr/>
            <p:nvPr/>
          </p:nvSpPr>
          <p:spPr>
            <a:xfrm>
              <a:off x="-1500775" y="3505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20"/>
            <p:cNvSpPr/>
            <p:nvPr/>
          </p:nvSpPr>
          <p:spPr>
            <a:xfrm>
              <a:off x="-1570900" y="3408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20"/>
            <p:cNvSpPr/>
            <p:nvPr/>
          </p:nvSpPr>
          <p:spPr>
            <a:xfrm>
              <a:off x="-1572875" y="3408225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20"/>
            <p:cNvSpPr/>
            <p:nvPr/>
          </p:nvSpPr>
          <p:spPr>
            <a:xfrm>
              <a:off x="-1629175" y="3384025"/>
              <a:ext cx="61750" cy="41500"/>
            </a:xfrm>
            <a:custGeom>
              <a:rect b="b" l="l" r="r" t="t"/>
              <a:pathLst>
                <a:path extrusionOk="0" h="1660" w="2470">
                  <a:moveTo>
                    <a:pt x="850" y="237"/>
                  </a:moveTo>
                  <a:lnTo>
                    <a:pt x="850" y="237"/>
                  </a:lnTo>
                  <a:lnTo>
                    <a:pt x="850" y="237"/>
                  </a:lnTo>
                  <a:close/>
                  <a:moveTo>
                    <a:pt x="1186" y="257"/>
                  </a:moveTo>
                  <a:lnTo>
                    <a:pt x="1186" y="257"/>
                  </a:lnTo>
                  <a:lnTo>
                    <a:pt x="1186" y="257"/>
                  </a:lnTo>
                  <a:close/>
                  <a:moveTo>
                    <a:pt x="1285" y="198"/>
                  </a:moveTo>
                  <a:lnTo>
                    <a:pt x="1245" y="237"/>
                  </a:lnTo>
                  <a:lnTo>
                    <a:pt x="1245" y="257"/>
                  </a:lnTo>
                  <a:lnTo>
                    <a:pt x="1225" y="277"/>
                  </a:lnTo>
                  <a:lnTo>
                    <a:pt x="1245" y="277"/>
                  </a:lnTo>
                  <a:lnTo>
                    <a:pt x="1265" y="257"/>
                  </a:lnTo>
                  <a:lnTo>
                    <a:pt x="1285" y="198"/>
                  </a:lnTo>
                  <a:close/>
                  <a:moveTo>
                    <a:pt x="2055" y="435"/>
                  </a:moveTo>
                  <a:lnTo>
                    <a:pt x="2055" y="435"/>
                  </a:lnTo>
                  <a:lnTo>
                    <a:pt x="2055" y="435"/>
                  </a:lnTo>
                  <a:close/>
                  <a:moveTo>
                    <a:pt x="1660" y="652"/>
                  </a:moveTo>
                  <a:lnTo>
                    <a:pt x="1660" y="672"/>
                  </a:lnTo>
                  <a:lnTo>
                    <a:pt x="1680" y="672"/>
                  </a:lnTo>
                  <a:lnTo>
                    <a:pt x="1660" y="652"/>
                  </a:lnTo>
                  <a:close/>
                  <a:moveTo>
                    <a:pt x="2253" y="692"/>
                  </a:moveTo>
                  <a:lnTo>
                    <a:pt x="2253" y="692"/>
                  </a:lnTo>
                  <a:lnTo>
                    <a:pt x="2253" y="692"/>
                  </a:lnTo>
                  <a:close/>
                  <a:moveTo>
                    <a:pt x="2470" y="692"/>
                  </a:moveTo>
                  <a:lnTo>
                    <a:pt x="2470" y="692"/>
                  </a:lnTo>
                  <a:lnTo>
                    <a:pt x="2470" y="692"/>
                  </a:lnTo>
                  <a:close/>
                  <a:moveTo>
                    <a:pt x="2253" y="692"/>
                  </a:moveTo>
                  <a:lnTo>
                    <a:pt x="2243" y="711"/>
                  </a:lnTo>
                  <a:lnTo>
                    <a:pt x="2253" y="692"/>
                  </a:lnTo>
                  <a:close/>
                  <a:moveTo>
                    <a:pt x="2243" y="711"/>
                  </a:moveTo>
                  <a:lnTo>
                    <a:pt x="2230" y="737"/>
                  </a:lnTo>
                  <a:lnTo>
                    <a:pt x="2233" y="731"/>
                  </a:lnTo>
                  <a:lnTo>
                    <a:pt x="2243" y="711"/>
                  </a:lnTo>
                  <a:close/>
                  <a:moveTo>
                    <a:pt x="2230" y="737"/>
                  </a:moveTo>
                  <a:lnTo>
                    <a:pt x="2218" y="761"/>
                  </a:lnTo>
                  <a:lnTo>
                    <a:pt x="2230" y="737"/>
                  </a:lnTo>
                  <a:close/>
                  <a:moveTo>
                    <a:pt x="2218" y="761"/>
                  </a:moveTo>
                  <a:lnTo>
                    <a:pt x="2213" y="771"/>
                  </a:lnTo>
                  <a:lnTo>
                    <a:pt x="2218" y="761"/>
                  </a:lnTo>
                  <a:close/>
                  <a:moveTo>
                    <a:pt x="2213" y="771"/>
                  </a:moveTo>
                  <a:lnTo>
                    <a:pt x="2204" y="789"/>
                  </a:lnTo>
                  <a:lnTo>
                    <a:pt x="2213" y="771"/>
                  </a:lnTo>
                  <a:close/>
                  <a:moveTo>
                    <a:pt x="2371" y="731"/>
                  </a:moveTo>
                  <a:lnTo>
                    <a:pt x="2332" y="790"/>
                  </a:lnTo>
                  <a:lnTo>
                    <a:pt x="2371" y="751"/>
                  </a:lnTo>
                  <a:lnTo>
                    <a:pt x="2391" y="731"/>
                  </a:lnTo>
                  <a:close/>
                  <a:moveTo>
                    <a:pt x="2401" y="850"/>
                  </a:moveTo>
                  <a:lnTo>
                    <a:pt x="2391" y="869"/>
                  </a:lnTo>
                  <a:lnTo>
                    <a:pt x="2391" y="869"/>
                  </a:lnTo>
                  <a:lnTo>
                    <a:pt x="2411" y="850"/>
                  </a:lnTo>
                  <a:close/>
                  <a:moveTo>
                    <a:pt x="2272" y="929"/>
                  </a:moveTo>
                  <a:lnTo>
                    <a:pt x="2246" y="968"/>
                  </a:lnTo>
                  <a:lnTo>
                    <a:pt x="2253" y="968"/>
                  </a:lnTo>
                  <a:lnTo>
                    <a:pt x="2272" y="929"/>
                  </a:lnTo>
                  <a:close/>
                  <a:moveTo>
                    <a:pt x="2238" y="968"/>
                  </a:moveTo>
                  <a:lnTo>
                    <a:pt x="2233" y="988"/>
                  </a:lnTo>
                  <a:lnTo>
                    <a:pt x="2246" y="968"/>
                  </a:lnTo>
                  <a:close/>
                  <a:moveTo>
                    <a:pt x="80" y="988"/>
                  </a:moveTo>
                  <a:lnTo>
                    <a:pt x="80" y="988"/>
                  </a:lnTo>
                  <a:lnTo>
                    <a:pt x="80" y="988"/>
                  </a:lnTo>
                  <a:lnTo>
                    <a:pt x="67" y="1027"/>
                  </a:lnTo>
                  <a:lnTo>
                    <a:pt x="80" y="988"/>
                  </a:lnTo>
                  <a:close/>
                  <a:moveTo>
                    <a:pt x="67" y="1027"/>
                  </a:moveTo>
                  <a:lnTo>
                    <a:pt x="62" y="1043"/>
                  </a:lnTo>
                  <a:lnTo>
                    <a:pt x="67" y="1027"/>
                  </a:lnTo>
                  <a:close/>
                  <a:moveTo>
                    <a:pt x="2312" y="1027"/>
                  </a:moveTo>
                  <a:lnTo>
                    <a:pt x="2292" y="1067"/>
                  </a:lnTo>
                  <a:lnTo>
                    <a:pt x="2312" y="1047"/>
                  </a:lnTo>
                  <a:lnTo>
                    <a:pt x="2312" y="1027"/>
                  </a:lnTo>
                  <a:close/>
                  <a:moveTo>
                    <a:pt x="1858" y="1087"/>
                  </a:moveTo>
                  <a:lnTo>
                    <a:pt x="1838" y="1146"/>
                  </a:lnTo>
                  <a:lnTo>
                    <a:pt x="1858" y="1126"/>
                  </a:lnTo>
                  <a:lnTo>
                    <a:pt x="1858" y="1146"/>
                  </a:lnTo>
                  <a:lnTo>
                    <a:pt x="1877" y="1106"/>
                  </a:lnTo>
                  <a:lnTo>
                    <a:pt x="1877" y="1087"/>
                  </a:lnTo>
                  <a:close/>
                  <a:moveTo>
                    <a:pt x="179" y="1264"/>
                  </a:moveTo>
                  <a:lnTo>
                    <a:pt x="179" y="1264"/>
                  </a:lnTo>
                  <a:lnTo>
                    <a:pt x="179" y="1264"/>
                  </a:lnTo>
                  <a:close/>
                  <a:moveTo>
                    <a:pt x="100" y="1284"/>
                  </a:moveTo>
                  <a:lnTo>
                    <a:pt x="100" y="1284"/>
                  </a:lnTo>
                  <a:lnTo>
                    <a:pt x="100" y="1284"/>
                  </a:lnTo>
                  <a:close/>
                  <a:moveTo>
                    <a:pt x="2154" y="1245"/>
                  </a:moveTo>
                  <a:lnTo>
                    <a:pt x="2154" y="1264"/>
                  </a:lnTo>
                  <a:lnTo>
                    <a:pt x="2138" y="1304"/>
                  </a:lnTo>
                  <a:lnTo>
                    <a:pt x="2174" y="1245"/>
                  </a:lnTo>
                  <a:close/>
                  <a:moveTo>
                    <a:pt x="2138" y="1304"/>
                  </a:moveTo>
                  <a:lnTo>
                    <a:pt x="2138" y="1304"/>
                  </a:lnTo>
                  <a:lnTo>
                    <a:pt x="2138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68" y="1327"/>
                  </a:lnTo>
                  <a:lnTo>
                    <a:pt x="2174" y="1314"/>
                  </a:lnTo>
                  <a:lnTo>
                    <a:pt x="2174" y="1304"/>
                  </a:lnTo>
                  <a:close/>
                  <a:moveTo>
                    <a:pt x="2450" y="672"/>
                  </a:moveTo>
                  <a:lnTo>
                    <a:pt x="2411" y="731"/>
                  </a:lnTo>
                  <a:lnTo>
                    <a:pt x="2411" y="711"/>
                  </a:lnTo>
                  <a:lnTo>
                    <a:pt x="2430" y="692"/>
                  </a:lnTo>
                  <a:lnTo>
                    <a:pt x="2430" y="692"/>
                  </a:lnTo>
                  <a:lnTo>
                    <a:pt x="2391" y="711"/>
                  </a:lnTo>
                  <a:lnTo>
                    <a:pt x="2391" y="751"/>
                  </a:lnTo>
                  <a:lnTo>
                    <a:pt x="2371" y="771"/>
                  </a:lnTo>
                  <a:lnTo>
                    <a:pt x="2351" y="790"/>
                  </a:lnTo>
                  <a:lnTo>
                    <a:pt x="2312" y="869"/>
                  </a:lnTo>
                  <a:lnTo>
                    <a:pt x="2312" y="869"/>
                  </a:lnTo>
                  <a:lnTo>
                    <a:pt x="2332" y="790"/>
                  </a:lnTo>
                  <a:lnTo>
                    <a:pt x="2332" y="771"/>
                  </a:lnTo>
                  <a:lnTo>
                    <a:pt x="2292" y="850"/>
                  </a:lnTo>
                  <a:lnTo>
                    <a:pt x="2253" y="889"/>
                  </a:lnTo>
                  <a:lnTo>
                    <a:pt x="2272" y="909"/>
                  </a:lnTo>
                  <a:lnTo>
                    <a:pt x="2272" y="889"/>
                  </a:lnTo>
                  <a:lnTo>
                    <a:pt x="2292" y="869"/>
                  </a:lnTo>
                  <a:lnTo>
                    <a:pt x="2272" y="929"/>
                  </a:lnTo>
                  <a:lnTo>
                    <a:pt x="2292" y="889"/>
                  </a:lnTo>
                  <a:lnTo>
                    <a:pt x="2292" y="909"/>
                  </a:lnTo>
                  <a:lnTo>
                    <a:pt x="2272" y="948"/>
                  </a:lnTo>
                  <a:lnTo>
                    <a:pt x="2272" y="948"/>
                  </a:lnTo>
                  <a:lnTo>
                    <a:pt x="2292" y="929"/>
                  </a:lnTo>
                  <a:lnTo>
                    <a:pt x="2292" y="929"/>
                  </a:lnTo>
                  <a:lnTo>
                    <a:pt x="2233" y="1087"/>
                  </a:lnTo>
                  <a:lnTo>
                    <a:pt x="2174" y="1245"/>
                  </a:lnTo>
                  <a:lnTo>
                    <a:pt x="2193" y="1245"/>
                  </a:lnTo>
                  <a:lnTo>
                    <a:pt x="2213" y="1225"/>
                  </a:lnTo>
                  <a:lnTo>
                    <a:pt x="2174" y="1314"/>
                  </a:lnTo>
                  <a:lnTo>
                    <a:pt x="2174" y="1343"/>
                  </a:lnTo>
                  <a:lnTo>
                    <a:pt x="2174" y="1363"/>
                  </a:lnTo>
                  <a:lnTo>
                    <a:pt x="2213" y="1324"/>
                  </a:lnTo>
                  <a:lnTo>
                    <a:pt x="2193" y="1324"/>
                  </a:lnTo>
                  <a:lnTo>
                    <a:pt x="2253" y="1245"/>
                  </a:lnTo>
                  <a:lnTo>
                    <a:pt x="2253" y="1225"/>
                  </a:lnTo>
                  <a:lnTo>
                    <a:pt x="2233" y="1225"/>
                  </a:lnTo>
                  <a:lnTo>
                    <a:pt x="2272" y="1166"/>
                  </a:lnTo>
                  <a:lnTo>
                    <a:pt x="2292" y="1067"/>
                  </a:lnTo>
                  <a:lnTo>
                    <a:pt x="2292" y="1027"/>
                  </a:lnTo>
                  <a:lnTo>
                    <a:pt x="2292" y="1008"/>
                  </a:lnTo>
                  <a:lnTo>
                    <a:pt x="2312" y="968"/>
                  </a:lnTo>
                  <a:lnTo>
                    <a:pt x="2292" y="988"/>
                  </a:lnTo>
                  <a:lnTo>
                    <a:pt x="2292" y="988"/>
                  </a:lnTo>
                  <a:lnTo>
                    <a:pt x="2351" y="869"/>
                  </a:lnTo>
                  <a:lnTo>
                    <a:pt x="2371" y="869"/>
                  </a:lnTo>
                  <a:lnTo>
                    <a:pt x="2351" y="889"/>
                  </a:lnTo>
                  <a:lnTo>
                    <a:pt x="2312" y="968"/>
                  </a:lnTo>
                  <a:lnTo>
                    <a:pt x="2332" y="968"/>
                  </a:lnTo>
                  <a:lnTo>
                    <a:pt x="2351" y="929"/>
                  </a:lnTo>
                  <a:lnTo>
                    <a:pt x="2351" y="909"/>
                  </a:lnTo>
                  <a:lnTo>
                    <a:pt x="2391" y="850"/>
                  </a:lnTo>
                  <a:lnTo>
                    <a:pt x="2401" y="850"/>
                  </a:lnTo>
                  <a:lnTo>
                    <a:pt x="2411" y="830"/>
                  </a:lnTo>
                  <a:lnTo>
                    <a:pt x="2450" y="751"/>
                  </a:lnTo>
                  <a:lnTo>
                    <a:pt x="2470" y="692"/>
                  </a:lnTo>
                  <a:lnTo>
                    <a:pt x="2430" y="771"/>
                  </a:lnTo>
                  <a:lnTo>
                    <a:pt x="2430" y="751"/>
                  </a:lnTo>
                  <a:lnTo>
                    <a:pt x="2450" y="672"/>
                  </a:lnTo>
                  <a:close/>
                  <a:moveTo>
                    <a:pt x="1717" y="1387"/>
                  </a:moveTo>
                  <a:lnTo>
                    <a:pt x="1709" y="1403"/>
                  </a:lnTo>
                  <a:lnTo>
                    <a:pt x="1717" y="1387"/>
                  </a:lnTo>
                  <a:close/>
                  <a:moveTo>
                    <a:pt x="1917" y="1264"/>
                  </a:moveTo>
                  <a:lnTo>
                    <a:pt x="1838" y="1403"/>
                  </a:lnTo>
                  <a:lnTo>
                    <a:pt x="1877" y="1324"/>
                  </a:lnTo>
                  <a:lnTo>
                    <a:pt x="1877" y="1304"/>
                  </a:lnTo>
                  <a:lnTo>
                    <a:pt x="1897" y="1264"/>
                  </a:lnTo>
                  <a:close/>
                  <a:moveTo>
                    <a:pt x="1709" y="1403"/>
                  </a:moveTo>
                  <a:lnTo>
                    <a:pt x="1709" y="1403"/>
                  </a:lnTo>
                  <a:lnTo>
                    <a:pt x="1709" y="1403"/>
                  </a:lnTo>
                  <a:close/>
                  <a:moveTo>
                    <a:pt x="2138" y="1304"/>
                  </a:moveTo>
                  <a:lnTo>
                    <a:pt x="2114" y="1343"/>
                  </a:lnTo>
                  <a:lnTo>
                    <a:pt x="2075" y="1403"/>
                  </a:lnTo>
                  <a:lnTo>
                    <a:pt x="2114" y="1363"/>
                  </a:lnTo>
                  <a:lnTo>
                    <a:pt x="2138" y="1304"/>
                  </a:lnTo>
                  <a:close/>
                  <a:moveTo>
                    <a:pt x="2168" y="1327"/>
                  </a:moveTo>
                  <a:lnTo>
                    <a:pt x="2134" y="1403"/>
                  </a:lnTo>
                  <a:lnTo>
                    <a:pt x="2154" y="1383"/>
                  </a:lnTo>
                  <a:lnTo>
                    <a:pt x="2168" y="1327"/>
                  </a:lnTo>
                  <a:close/>
                  <a:moveTo>
                    <a:pt x="692" y="1442"/>
                  </a:moveTo>
                  <a:lnTo>
                    <a:pt x="692" y="1442"/>
                  </a:lnTo>
                  <a:lnTo>
                    <a:pt x="692" y="1442"/>
                  </a:lnTo>
                  <a:close/>
                  <a:moveTo>
                    <a:pt x="988" y="1363"/>
                  </a:moveTo>
                  <a:lnTo>
                    <a:pt x="969" y="1383"/>
                  </a:lnTo>
                  <a:lnTo>
                    <a:pt x="929" y="1442"/>
                  </a:lnTo>
                  <a:lnTo>
                    <a:pt x="929" y="1452"/>
                  </a:lnTo>
                  <a:lnTo>
                    <a:pt x="949" y="1422"/>
                  </a:lnTo>
                  <a:lnTo>
                    <a:pt x="969" y="1403"/>
                  </a:lnTo>
                  <a:lnTo>
                    <a:pt x="988" y="1363"/>
                  </a:lnTo>
                  <a:close/>
                  <a:moveTo>
                    <a:pt x="1146" y="1442"/>
                  </a:moveTo>
                  <a:lnTo>
                    <a:pt x="1140" y="1462"/>
                  </a:lnTo>
                  <a:lnTo>
                    <a:pt x="1146" y="1462"/>
                  </a:lnTo>
                  <a:lnTo>
                    <a:pt x="1146" y="1442"/>
                  </a:lnTo>
                  <a:close/>
                  <a:moveTo>
                    <a:pt x="1087" y="1383"/>
                  </a:moveTo>
                  <a:lnTo>
                    <a:pt x="1048" y="1482"/>
                  </a:lnTo>
                  <a:lnTo>
                    <a:pt x="1067" y="1442"/>
                  </a:lnTo>
                  <a:lnTo>
                    <a:pt x="1087" y="1383"/>
                  </a:lnTo>
                  <a:close/>
                  <a:moveTo>
                    <a:pt x="2095" y="1403"/>
                  </a:moveTo>
                  <a:lnTo>
                    <a:pt x="2075" y="1422"/>
                  </a:lnTo>
                  <a:lnTo>
                    <a:pt x="2055" y="1482"/>
                  </a:lnTo>
                  <a:lnTo>
                    <a:pt x="2055" y="1482"/>
                  </a:lnTo>
                  <a:lnTo>
                    <a:pt x="2095" y="1403"/>
                  </a:lnTo>
                  <a:close/>
                  <a:moveTo>
                    <a:pt x="1048" y="1482"/>
                  </a:moveTo>
                  <a:lnTo>
                    <a:pt x="1048" y="1482"/>
                  </a:lnTo>
                  <a:lnTo>
                    <a:pt x="1048" y="1482"/>
                  </a:lnTo>
                  <a:close/>
                  <a:moveTo>
                    <a:pt x="1067" y="1482"/>
                  </a:moveTo>
                  <a:lnTo>
                    <a:pt x="1067" y="1482"/>
                  </a:lnTo>
                  <a:lnTo>
                    <a:pt x="1067" y="1482"/>
                  </a:lnTo>
                  <a:close/>
                  <a:moveTo>
                    <a:pt x="969" y="1482"/>
                  </a:moveTo>
                  <a:lnTo>
                    <a:pt x="969" y="1482"/>
                  </a:lnTo>
                  <a:lnTo>
                    <a:pt x="969" y="1482"/>
                  </a:lnTo>
                  <a:close/>
                  <a:moveTo>
                    <a:pt x="1522" y="1475"/>
                  </a:moveTo>
                  <a:lnTo>
                    <a:pt x="1488" y="1498"/>
                  </a:lnTo>
                  <a:lnTo>
                    <a:pt x="1488" y="1498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522" y="1482"/>
                  </a:lnTo>
                  <a:lnTo>
                    <a:pt x="1522" y="1475"/>
                  </a:lnTo>
                  <a:close/>
                  <a:moveTo>
                    <a:pt x="1305" y="1422"/>
                  </a:moveTo>
                  <a:lnTo>
                    <a:pt x="1305" y="1442"/>
                  </a:lnTo>
                  <a:lnTo>
                    <a:pt x="1285" y="1482"/>
                  </a:lnTo>
                  <a:lnTo>
                    <a:pt x="1265" y="1501"/>
                  </a:lnTo>
                  <a:lnTo>
                    <a:pt x="1305" y="1422"/>
                  </a:lnTo>
                  <a:close/>
                  <a:moveTo>
                    <a:pt x="1146" y="1482"/>
                  </a:moveTo>
                  <a:lnTo>
                    <a:pt x="1146" y="1501"/>
                  </a:lnTo>
                  <a:lnTo>
                    <a:pt x="1166" y="1501"/>
                  </a:lnTo>
                  <a:lnTo>
                    <a:pt x="1166" y="1482"/>
                  </a:lnTo>
                  <a:close/>
                  <a:moveTo>
                    <a:pt x="521" y="1508"/>
                  </a:moveTo>
                  <a:lnTo>
                    <a:pt x="514" y="1521"/>
                  </a:lnTo>
                  <a:lnTo>
                    <a:pt x="514" y="1541"/>
                  </a:lnTo>
                  <a:lnTo>
                    <a:pt x="521" y="1508"/>
                  </a:lnTo>
                  <a:close/>
                  <a:moveTo>
                    <a:pt x="761" y="1541"/>
                  </a:moveTo>
                  <a:lnTo>
                    <a:pt x="760" y="1543"/>
                  </a:lnTo>
                  <a:lnTo>
                    <a:pt x="760" y="1543"/>
                  </a:lnTo>
                  <a:lnTo>
                    <a:pt x="761" y="1541"/>
                  </a:lnTo>
                  <a:close/>
                  <a:moveTo>
                    <a:pt x="969" y="1442"/>
                  </a:moveTo>
                  <a:lnTo>
                    <a:pt x="949" y="1462"/>
                  </a:lnTo>
                  <a:lnTo>
                    <a:pt x="929" y="1462"/>
                  </a:lnTo>
                  <a:lnTo>
                    <a:pt x="929" y="1452"/>
                  </a:lnTo>
                  <a:lnTo>
                    <a:pt x="909" y="1482"/>
                  </a:lnTo>
                  <a:lnTo>
                    <a:pt x="890" y="1561"/>
                  </a:lnTo>
                  <a:lnTo>
                    <a:pt x="909" y="1541"/>
                  </a:lnTo>
                  <a:lnTo>
                    <a:pt x="929" y="1521"/>
                  </a:lnTo>
                  <a:lnTo>
                    <a:pt x="929" y="1541"/>
                  </a:lnTo>
                  <a:lnTo>
                    <a:pt x="969" y="1442"/>
                  </a:lnTo>
                  <a:close/>
                  <a:moveTo>
                    <a:pt x="1364" y="1501"/>
                  </a:moveTo>
                  <a:lnTo>
                    <a:pt x="1324" y="1541"/>
                  </a:lnTo>
                  <a:lnTo>
                    <a:pt x="1324" y="1561"/>
                  </a:lnTo>
                  <a:lnTo>
                    <a:pt x="1344" y="1541"/>
                  </a:lnTo>
                  <a:lnTo>
                    <a:pt x="1364" y="1501"/>
                  </a:lnTo>
                  <a:close/>
                  <a:moveTo>
                    <a:pt x="1818" y="1541"/>
                  </a:moveTo>
                  <a:lnTo>
                    <a:pt x="1818" y="156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18" y="1541"/>
                  </a:lnTo>
                  <a:close/>
                  <a:moveTo>
                    <a:pt x="1739" y="1383"/>
                  </a:moveTo>
                  <a:lnTo>
                    <a:pt x="1719" y="1403"/>
                  </a:lnTo>
                  <a:lnTo>
                    <a:pt x="1700" y="1422"/>
                  </a:lnTo>
                  <a:lnTo>
                    <a:pt x="1709" y="1403"/>
                  </a:lnTo>
                  <a:lnTo>
                    <a:pt x="1660" y="1501"/>
                  </a:lnTo>
                  <a:lnTo>
                    <a:pt x="1640" y="1482"/>
                  </a:lnTo>
                  <a:lnTo>
                    <a:pt x="1640" y="1501"/>
                  </a:lnTo>
                  <a:lnTo>
                    <a:pt x="1621" y="1600"/>
                  </a:lnTo>
                  <a:lnTo>
                    <a:pt x="1660" y="1521"/>
                  </a:lnTo>
                  <a:lnTo>
                    <a:pt x="1700" y="1501"/>
                  </a:lnTo>
                  <a:lnTo>
                    <a:pt x="1719" y="1442"/>
                  </a:lnTo>
                  <a:lnTo>
                    <a:pt x="1759" y="1403"/>
                  </a:lnTo>
                  <a:lnTo>
                    <a:pt x="1759" y="1383"/>
                  </a:lnTo>
                  <a:close/>
                  <a:moveTo>
                    <a:pt x="238" y="0"/>
                  </a:moveTo>
                  <a:lnTo>
                    <a:pt x="198" y="60"/>
                  </a:lnTo>
                  <a:lnTo>
                    <a:pt x="198" y="79"/>
                  </a:lnTo>
                  <a:lnTo>
                    <a:pt x="179" y="119"/>
                  </a:lnTo>
                  <a:lnTo>
                    <a:pt x="159" y="139"/>
                  </a:lnTo>
                  <a:lnTo>
                    <a:pt x="100" y="297"/>
                  </a:lnTo>
                  <a:lnTo>
                    <a:pt x="40" y="455"/>
                  </a:lnTo>
                  <a:lnTo>
                    <a:pt x="60" y="455"/>
                  </a:lnTo>
                  <a:lnTo>
                    <a:pt x="40" y="514"/>
                  </a:lnTo>
                  <a:lnTo>
                    <a:pt x="21" y="553"/>
                  </a:lnTo>
                  <a:lnTo>
                    <a:pt x="21" y="573"/>
                  </a:lnTo>
                  <a:lnTo>
                    <a:pt x="40" y="553"/>
                  </a:lnTo>
                  <a:lnTo>
                    <a:pt x="40" y="573"/>
                  </a:lnTo>
                  <a:lnTo>
                    <a:pt x="40" y="593"/>
                  </a:lnTo>
                  <a:lnTo>
                    <a:pt x="60" y="573"/>
                  </a:lnTo>
                  <a:lnTo>
                    <a:pt x="60" y="573"/>
                  </a:lnTo>
                  <a:lnTo>
                    <a:pt x="40" y="632"/>
                  </a:lnTo>
                  <a:lnTo>
                    <a:pt x="1" y="692"/>
                  </a:lnTo>
                  <a:lnTo>
                    <a:pt x="1" y="711"/>
                  </a:lnTo>
                  <a:lnTo>
                    <a:pt x="21" y="711"/>
                  </a:lnTo>
                  <a:lnTo>
                    <a:pt x="40" y="692"/>
                  </a:lnTo>
                  <a:lnTo>
                    <a:pt x="40" y="731"/>
                  </a:lnTo>
                  <a:lnTo>
                    <a:pt x="21" y="771"/>
                  </a:lnTo>
                  <a:lnTo>
                    <a:pt x="1" y="830"/>
                  </a:lnTo>
                  <a:lnTo>
                    <a:pt x="40" y="751"/>
                  </a:lnTo>
                  <a:lnTo>
                    <a:pt x="40" y="771"/>
                  </a:lnTo>
                  <a:lnTo>
                    <a:pt x="80" y="692"/>
                  </a:lnTo>
                  <a:lnTo>
                    <a:pt x="80" y="711"/>
                  </a:lnTo>
                  <a:lnTo>
                    <a:pt x="60" y="751"/>
                  </a:lnTo>
                  <a:lnTo>
                    <a:pt x="21" y="810"/>
                  </a:lnTo>
                  <a:lnTo>
                    <a:pt x="21" y="850"/>
                  </a:lnTo>
                  <a:lnTo>
                    <a:pt x="40" y="850"/>
                  </a:lnTo>
                  <a:lnTo>
                    <a:pt x="21" y="889"/>
                  </a:lnTo>
                  <a:lnTo>
                    <a:pt x="1" y="948"/>
                  </a:lnTo>
                  <a:lnTo>
                    <a:pt x="21" y="948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40" y="929"/>
                  </a:lnTo>
                  <a:lnTo>
                    <a:pt x="40" y="948"/>
                  </a:lnTo>
                  <a:lnTo>
                    <a:pt x="40" y="968"/>
                  </a:lnTo>
                  <a:lnTo>
                    <a:pt x="60" y="948"/>
                  </a:lnTo>
                  <a:lnTo>
                    <a:pt x="60" y="948"/>
                  </a:lnTo>
                  <a:lnTo>
                    <a:pt x="40" y="1008"/>
                  </a:lnTo>
                  <a:lnTo>
                    <a:pt x="21" y="1067"/>
                  </a:lnTo>
                  <a:lnTo>
                    <a:pt x="40" y="1027"/>
                  </a:lnTo>
                  <a:lnTo>
                    <a:pt x="60" y="1027"/>
                  </a:lnTo>
                  <a:lnTo>
                    <a:pt x="80" y="988"/>
                  </a:lnTo>
                  <a:lnTo>
                    <a:pt x="80" y="988"/>
                  </a:lnTo>
                  <a:lnTo>
                    <a:pt x="100" y="929"/>
                  </a:lnTo>
                  <a:lnTo>
                    <a:pt x="139" y="889"/>
                  </a:lnTo>
                  <a:lnTo>
                    <a:pt x="159" y="869"/>
                  </a:lnTo>
                  <a:lnTo>
                    <a:pt x="119" y="968"/>
                  </a:lnTo>
                  <a:lnTo>
                    <a:pt x="60" y="1087"/>
                  </a:lnTo>
                  <a:lnTo>
                    <a:pt x="100" y="1047"/>
                  </a:lnTo>
                  <a:lnTo>
                    <a:pt x="80" y="1087"/>
                  </a:lnTo>
                  <a:lnTo>
                    <a:pt x="80" y="1126"/>
                  </a:lnTo>
                  <a:lnTo>
                    <a:pt x="60" y="1166"/>
                  </a:lnTo>
                  <a:lnTo>
                    <a:pt x="60" y="1205"/>
                  </a:lnTo>
                  <a:lnTo>
                    <a:pt x="60" y="1225"/>
                  </a:lnTo>
                  <a:lnTo>
                    <a:pt x="100" y="1166"/>
                  </a:lnTo>
                  <a:lnTo>
                    <a:pt x="100" y="1166"/>
                  </a:lnTo>
                  <a:lnTo>
                    <a:pt x="80" y="1205"/>
                  </a:lnTo>
                  <a:lnTo>
                    <a:pt x="80" y="1225"/>
                  </a:lnTo>
                  <a:lnTo>
                    <a:pt x="100" y="1225"/>
                  </a:lnTo>
                  <a:lnTo>
                    <a:pt x="100" y="1264"/>
                  </a:lnTo>
                  <a:lnTo>
                    <a:pt x="100" y="1284"/>
                  </a:lnTo>
                  <a:lnTo>
                    <a:pt x="139" y="1185"/>
                  </a:lnTo>
                  <a:lnTo>
                    <a:pt x="139" y="1225"/>
                  </a:lnTo>
                  <a:lnTo>
                    <a:pt x="119" y="1284"/>
                  </a:lnTo>
                  <a:lnTo>
                    <a:pt x="198" y="1126"/>
                  </a:lnTo>
                  <a:lnTo>
                    <a:pt x="179" y="1185"/>
                  </a:lnTo>
                  <a:lnTo>
                    <a:pt x="159" y="1264"/>
                  </a:lnTo>
                  <a:lnTo>
                    <a:pt x="159" y="1245"/>
                  </a:lnTo>
                  <a:lnTo>
                    <a:pt x="139" y="1304"/>
                  </a:lnTo>
                  <a:lnTo>
                    <a:pt x="119" y="1343"/>
                  </a:lnTo>
                  <a:lnTo>
                    <a:pt x="139" y="1343"/>
                  </a:lnTo>
                  <a:lnTo>
                    <a:pt x="139" y="1363"/>
                  </a:lnTo>
                  <a:lnTo>
                    <a:pt x="159" y="1304"/>
                  </a:lnTo>
                  <a:lnTo>
                    <a:pt x="179" y="1264"/>
                  </a:lnTo>
                  <a:lnTo>
                    <a:pt x="165" y="1284"/>
                  </a:lnTo>
                  <a:lnTo>
                    <a:pt x="179" y="1245"/>
                  </a:lnTo>
                  <a:lnTo>
                    <a:pt x="218" y="1185"/>
                  </a:lnTo>
                  <a:lnTo>
                    <a:pt x="277" y="1106"/>
                  </a:lnTo>
                  <a:lnTo>
                    <a:pt x="258" y="1146"/>
                  </a:lnTo>
                  <a:lnTo>
                    <a:pt x="218" y="1264"/>
                  </a:lnTo>
                  <a:lnTo>
                    <a:pt x="238" y="1245"/>
                  </a:lnTo>
                  <a:lnTo>
                    <a:pt x="238" y="1264"/>
                  </a:lnTo>
                  <a:lnTo>
                    <a:pt x="218" y="1324"/>
                  </a:lnTo>
                  <a:lnTo>
                    <a:pt x="258" y="1225"/>
                  </a:lnTo>
                  <a:lnTo>
                    <a:pt x="277" y="1225"/>
                  </a:lnTo>
                  <a:lnTo>
                    <a:pt x="258" y="1245"/>
                  </a:lnTo>
                  <a:lnTo>
                    <a:pt x="238" y="1304"/>
                  </a:lnTo>
                  <a:lnTo>
                    <a:pt x="258" y="1324"/>
                  </a:lnTo>
                  <a:lnTo>
                    <a:pt x="258" y="1363"/>
                  </a:lnTo>
                  <a:lnTo>
                    <a:pt x="258" y="1383"/>
                  </a:lnTo>
                  <a:lnTo>
                    <a:pt x="277" y="1383"/>
                  </a:lnTo>
                  <a:lnTo>
                    <a:pt x="291" y="1330"/>
                  </a:lnTo>
                  <a:lnTo>
                    <a:pt x="317" y="1264"/>
                  </a:lnTo>
                  <a:lnTo>
                    <a:pt x="356" y="1199"/>
                  </a:lnTo>
                  <a:lnTo>
                    <a:pt x="356" y="1205"/>
                  </a:lnTo>
                  <a:lnTo>
                    <a:pt x="376" y="1185"/>
                  </a:lnTo>
                  <a:lnTo>
                    <a:pt x="376" y="1166"/>
                  </a:lnTo>
                  <a:lnTo>
                    <a:pt x="396" y="1126"/>
                  </a:lnTo>
                  <a:lnTo>
                    <a:pt x="396" y="1166"/>
                  </a:lnTo>
                  <a:lnTo>
                    <a:pt x="376" y="1225"/>
                  </a:lnTo>
                  <a:lnTo>
                    <a:pt x="396" y="1205"/>
                  </a:lnTo>
                  <a:lnTo>
                    <a:pt x="396" y="1205"/>
                  </a:lnTo>
                  <a:lnTo>
                    <a:pt x="356" y="1284"/>
                  </a:lnTo>
                  <a:lnTo>
                    <a:pt x="337" y="1324"/>
                  </a:lnTo>
                  <a:lnTo>
                    <a:pt x="317" y="1383"/>
                  </a:lnTo>
                  <a:lnTo>
                    <a:pt x="337" y="1363"/>
                  </a:lnTo>
                  <a:lnTo>
                    <a:pt x="297" y="1442"/>
                  </a:lnTo>
                  <a:lnTo>
                    <a:pt x="317" y="1442"/>
                  </a:lnTo>
                  <a:lnTo>
                    <a:pt x="317" y="1462"/>
                  </a:lnTo>
                  <a:lnTo>
                    <a:pt x="337" y="1383"/>
                  </a:lnTo>
                  <a:lnTo>
                    <a:pt x="337" y="1442"/>
                  </a:lnTo>
                  <a:lnTo>
                    <a:pt x="356" y="1482"/>
                  </a:lnTo>
                  <a:lnTo>
                    <a:pt x="376" y="1422"/>
                  </a:lnTo>
                  <a:lnTo>
                    <a:pt x="396" y="1403"/>
                  </a:lnTo>
                  <a:lnTo>
                    <a:pt x="396" y="1403"/>
                  </a:lnTo>
                  <a:lnTo>
                    <a:pt x="376" y="1442"/>
                  </a:lnTo>
                  <a:lnTo>
                    <a:pt x="376" y="1482"/>
                  </a:lnTo>
                  <a:lnTo>
                    <a:pt x="416" y="1442"/>
                  </a:lnTo>
                  <a:lnTo>
                    <a:pt x="455" y="1363"/>
                  </a:lnTo>
                  <a:lnTo>
                    <a:pt x="455" y="1403"/>
                  </a:lnTo>
                  <a:lnTo>
                    <a:pt x="455" y="1442"/>
                  </a:lnTo>
                  <a:lnTo>
                    <a:pt x="475" y="1462"/>
                  </a:lnTo>
                  <a:lnTo>
                    <a:pt x="574" y="1284"/>
                  </a:lnTo>
                  <a:lnTo>
                    <a:pt x="633" y="1166"/>
                  </a:lnTo>
                  <a:lnTo>
                    <a:pt x="672" y="1067"/>
                  </a:lnTo>
                  <a:lnTo>
                    <a:pt x="672" y="1126"/>
                  </a:lnTo>
                  <a:lnTo>
                    <a:pt x="653" y="1166"/>
                  </a:lnTo>
                  <a:lnTo>
                    <a:pt x="633" y="1245"/>
                  </a:lnTo>
                  <a:lnTo>
                    <a:pt x="633" y="1225"/>
                  </a:lnTo>
                  <a:lnTo>
                    <a:pt x="593" y="1383"/>
                  </a:lnTo>
                  <a:lnTo>
                    <a:pt x="554" y="1422"/>
                  </a:lnTo>
                  <a:lnTo>
                    <a:pt x="574" y="1363"/>
                  </a:lnTo>
                  <a:lnTo>
                    <a:pt x="534" y="1442"/>
                  </a:lnTo>
                  <a:lnTo>
                    <a:pt x="521" y="1508"/>
                  </a:lnTo>
                  <a:lnTo>
                    <a:pt x="534" y="1482"/>
                  </a:lnTo>
                  <a:lnTo>
                    <a:pt x="534" y="1541"/>
                  </a:lnTo>
                  <a:lnTo>
                    <a:pt x="554" y="1521"/>
                  </a:lnTo>
                  <a:lnTo>
                    <a:pt x="554" y="1541"/>
                  </a:lnTo>
                  <a:lnTo>
                    <a:pt x="593" y="1462"/>
                  </a:lnTo>
                  <a:lnTo>
                    <a:pt x="593" y="1482"/>
                  </a:lnTo>
                  <a:lnTo>
                    <a:pt x="574" y="1521"/>
                  </a:lnTo>
                  <a:lnTo>
                    <a:pt x="613" y="1501"/>
                  </a:lnTo>
                  <a:lnTo>
                    <a:pt x="653" y="1422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712" y="1343"/>
                  </a:lnTo>
                  <a:lnTo>
                    <a:pt x="692" y="1403"/>
                  </a:lnTo>
                  <a:lnTo>
                    <a:pt x="672" y="1403"/>
                  </a:lnTo>
                  <a:lnTo>
                    <a:pt x="672" y="1422"/>
                  </a:lnTo>
                  <a:lnTo>
                    <a:pt x="692" y="1422"/>
                  </a:lnTo>
                  <a:lnTo>
                    <a:pt x="732" y="1363"/>
                  </a:lnTo>
                  <a:lnTo>
                    <a:pt x="732" y="1383"/>
                  </a:lnTo>
                  <a:lnTo>
                    <a:pt x="672" y="1501"/>
                  </a:lnTo>
                  <a:lnTo>
                    <a:pt x="692" y="1442"/>
                  </a:lnTo>
                  <a:lnTo>
                    <a:pt x="653" y="1501"/>
                  </a:lnTo>
                  <a:lnTo>
                    <a:pt x="633" y="1521"/>
                  </a:lnTo>
                  <a:lnTo>
                    <a:pt x="653" y="1482"/>
                  </a:lnTo>
                  <a:lnTo>
                    <a:pt x="633" y="1482"/>
                  </a:lnTo>
                  <a:lnTo>
                    <a:pt x="613" y="1521"/>
                  </a:lnTo>
                  <a:lnTo>
                    <a:pt x="613" y="1541"/>
                  </a:lnTo>
                  <a:lnTo>
                    <a:pt x="633" y="1561"/>
                  </a:lnTo>
                  <a:lnTo>
                    <a:pt x="633" y="1580"/>
                  </a:lnTo>
                  <a:lnTo>
                    <a:pt x="692" y="1501"/>
                  </a:lnTo>
                  <a:lnTo>
                    <a:pt x="712" y="1442"/>
                  </a:lnTo>
                  <a:lnTo>
                    <a:pt x="751" y="1383"/>
                  </a:lnTo>
                  <a:lnTo>
                    <a:pt x="712" y="1482"/>
                  </a:lnTo>
                  <a:lnTo>
                    <a:pt x="712" y="1521"/>
                  </a:lnTo>
                  <a:lnTo>
                    <a:pt x="751" y="1442"/>
                  </a:lnTo>
                  <a:lnTo>
                    <a:pt x="791" y="1383"/>
                  </a:lnTo>
                  <a:lnTo>
                    <a:pt x="771" y="1403"/>
                  </a:lnTo>
                  <a:lnTo>
                    <a:pt x="771" y="1383"/>
                  </a:lnTo>
                  <a:lnTo>
                    <a:pt x="791" y="1343"/>
                  </a:lnTo>
                  <a:lnTo>
                    <a:pt x="811" y="1304"/>
                  </a:lnTo>
                  <a:lnTo>
                    <a:pt x="830" y="1264"/>
                  </a:lnTo>
                  <a:lnTo>
                    <a:pt x="830" y="1304"/>
                  </a:lnTo>
                  <a:lnTo>
                    <a:pt x="811" y="1363"/>
                  </a:lnTo>
                  <a:lnTo>
                    <a:pt x="732" y="1501"/>
                  </a:lnTo>
                  <a:lnTo>
                    <a:pt x="732" y="1521"/>
                  </a:lnTo>
                  <a:lnTo>
                    <a:pt x="732" y="1541"/>
                  </a:lnTo>
                  <a:lnTo>
                    <a:pt x="771" y="1442"/>
                  </a:lnTo>
                  <a:lnTo>
                    <a:pt x="811" y="1383"/>
                  </a:lnTo>
                  <a:lnTo>
                    <a:pt x="870" y="1324"/>
                  </a:lnTo>
                  <a:lnTo>
                    <a:pt x="811" y="1442"/>
                  </a:lnTo>
                  <a:lnTo>
                    <a:pt x="791" y="1482"/>
                  </a:lnTo>
                  <a:lnTo>
                    <a:pt x="761" y="1541"/>
                  </a:lnTo>
                  <a:lnTo>
                    <a:pt x="771" y="1521"/>
                  </a:lnTo>
                  <a:lnTo>
                    <a:pt x="791" y="1501"/>
                  </a:lnTo>
                  <a:lnTo>
                    <a:pt x="791" y="1541"/>
                  </a:lnTo>
                  <a:lnTo>
                    <a:pt x="830" y="1521"/>
                  </a:lnTo>
                  <a:lnTo>
                    <a:pt x="830" y="1482"/>
                  </a:lnTo>
                  <a:lnTo>
                    <a:pt x="850" y="1462"/>
                  </a:lnTo>
                  <a:lnTo>
                    <a:pt x="850" y="1482"/>
                  </a:lnTo>
                  <a:lnTo>
                    <a:pt x="850" y="1501"/>
                  </a:lnTo>
                  <a:lnTo>
                    <a:pt x="870" y="1482"/>
                  </a:lnTo>
                  <a:lnTo>
                    <a:pt x="890" y="1482"/>
                  </a:lnTo>
                  <a:lnTo>
                    <a:pt x="909" y="1462"/>
                  </a:lnTo>
                  <a:lnTo>
                    <a:pt x="890" y="1462"/>
                  </a:lnTo>
                  <a:lnTo>
                    <a:pt x="890" y="1442"/>
                  </a:lnTo>
                  <a:lnTo>
                    <a:pt x="909" y="1383"/>
                  </a:lnTo>
                  <a:lnTo>
                    <a:pt x="949" y="1343"/>
                  </a:lnTo>
                  <a:lnTo>
                    <a:pt x="969" y="1324"/>
                  </a:lnTo>
                  <a:lnTo>
                    <a:pt x="988" y="1324"/>
                  </a:lnTo>
                  <a:lnTo>
                    <a:pt x="988" y="1304"/>
                  </a:lnTo>
                  <a:lnTo>
                    <a:pt x="1008" y="1284"/>
                  </a:lnTo>
                  <a:lnTo>
                    <a:pt x="988" y="1363"/>
                  </a:lnTo>
                  <a:lnTo>
                    <a:pt x="1008" y="1343"/>
                  </a:lnTo>
                  <a:lnTo>
                    <a:pt x="988" y="1383"/>
                  </a:lnTo>
                  <a:lnTo>
                    <a:pt x="988" y="1403"/>
                  </a:lnTo>
                  <a:lnTo>
                    <a:pt x="1008" y="1383"/>
                  </a:lnTo>
                  <a:lnTo>
                    <a:pt x="1008" y="1383"/>
                  </a:lnTo>
                  <a:lnTo>
                    <a:pt x="988" y="1422"/>
                  </a:lnTo>
                  <a:lnTo>
                    <a:pt x="969" y="1482"/>
                  </a:lnTo>
                  <a:lnTo>
                    <a:pt x="1008" y="1422"/>
                  </a:lnTo>
                  <a:lnTo>
                    <a:pt x="1008" y="1442"/>
                  </a:lnTo>
                  <a:lnTo>
                    <a:pt x="1048" y="1403"/>
                  </a:lnTo>
                  <a:lnTo>
                    <a:pt x="1067" y="1343"/>
                  </a:lnTo>
                  <a:lnTo>
                    <a:pt x="1087" y="1284"/>
                  </a:lnTo>
                  <a:lnTo>
                    <a:pt x="1127" y="1284"/>
                  </a:lnTo>
                  <a:lnTo>
                    <a:pt x="1127" y="1324"/>
                  </a:lnTo>
                  <a:lnTo>
                    <a:pt x="1107" y="1363"/>
                  </a:lnTo>
                  <a:lnTo>
                    <a:pt x="1087" y="1383"/>
                  </a:lnTo>
                  <a:lnTo>
                    <a:pt x="1087" y="1422"/>
                  </a:lnTo>
                  <a:lnTo>
                    <a:pt x="1067" y="1482"/>
                  </a:lnTo>
                  <a:lnTo>
                    <a:pt x="1087" y="1442"/>
                  </a:lnTo>
                  <a:lnTo>
                    <a:pt x="1107" y="1422"/>
                  </a:lnTo>
                  <a:lnTo>
                    <a:pt x="1107" y="1422"/>
                  </a:lnTo>
                  <a:lnTo>
                    <a:pt x="1067" y="1521"/>
                  </a:lnTo>
                  <a:lnTo>
                    <a:pt x="1067" y="1541"/>
                  </a:lnTo>
                  <a:lnTo>
                    <a:pt x="1087" y="1501"/>
                  </a:lnTo>
                  <a:lnTo>
                    <a:pt x="1107" y="1462"/>
                  </a:lnTo>
                  <a:lnTo>
                    <a:pt x="1127" y="1442"/>
                  </a:lnTo>
                  <a:lnTo>
                    <a:pt x="1107" y="1482"/>
                  </a:lnTo>
                  <a:lnTo>
                    <a:pt x="1127" y="1482"/>
                  </a:lnTo>
                  <a:lnTo>
                    <a:pt x="1127" y="1501"/>
                  </a:lnTo>
                  <a:lnTo>
                    <a:pt x="1140" y="1462"/>
                  </a:lnTo>
                  <a:lnTo>
                    <a:pt x="1127" y="1462"/>
                  </a:lnTo>
                  <a:lnTo>
                    <a:pt x="1146" y="1422"/>
                  </a:lnTo>
                  <a:lnTo>
                    <a:pt x="1166" y="1403"/>
                  </a:lnTo>
                  <a:lnTo>
                    <a:pt x="1206" y="1403"/>
                  </a:lnTo>
                  <a:lnTo>
                    <a:pt x="1225" y="1363"/>
                  </a:lnTo>
                  <a:lnTo>
                    <a:pt x="1206" y="1422"/>
                  </a:lnTo>
                  <a:lnTo>
                    <a:pt x="1186" y="1482"/>
                  </a:lnTo>
                  <a:lnTo>
                    <a:pt x="1206" y="1462"/>
                  </a:lnTo>
                  <a:lnTo>
                    <a:pt x="1186" y="1541"/>
                  </a:lnTo>
                  <a:lnTo>
                    <a:pt x="1166" y="1600"/>
                  </a:lnTo>
                  <a:lnTo>
                    <a:pt x="1186" y="1600"/>
                  </a:lnTo>
                  <a:lnTo>
                    <a:pt x="1206" y="1521"/>
                  </a:lnTo>
                  <a:lnTo>
                    <a:pt x="1225" y="1501"/>
                  </a:lnTo>
                  <a:lnTo>
                    <a:pt x="1225" y="1521"/>
                  </a:lnTo>
                  <a:lnTo>
                    <a:pt x="1245" y="1442"/>
                  </a:lnTo>
                  <a:lnTo>
                    <a:pt x="1245" y="1501"/>
                  </a:lnTo>
                  <a:lnTo>
                    <a:pt x="1225" y="1541"/>
                  </a:lnTo>
                  <a:lnTo>
                    <a:pt x="1225" y="1580"/>
                  </a:lnTo>
                  <a:lnTo>
                    <a:pt x="1245" y="1541"/>
                  </a:lnTo>
                  <a:lnTo>
                    <a:pt x="1265" y="1501"/>
                  </a:lnTo>
                  <a:lnTo>
                    <a:pt x="1265" y="1501"/>
                  </a:lnTo>
                  <a:lnTo>
                    <a:pt x="1285" y="1521"/>
                  </a:lnTo>
                  <a:lnTo>
                    <a:pt x="1285" y="1501"/>
                  </a:lnTo>
                  <a:lnTo>
                    <a:pt x="1324" y="1442"/>
                  </a:lnTo>
                  <a:lnTo>
                    <a:pt x="1324" y="1422"/>
                  </a:lnTo>
                  <a:lnTo>
                    <a:pt x="1344" y="1363"/>
                  </a:lnTo>
                  <a:lnTo>
                    <a:pt x="1344" y="1403"/>
                  </a:lnTo>
                  <a:lnTo>
                    <a:pt x="1324" y="1462"/>
                  </a:lnTo>
                  <a:lnTo>
                    <a:pt x="1364" y="1422"/>
                  </a:lnTo>
                  <a:lnTo>
                    <a:pt x="1384" y="1403"/>
                  </a:lnTo>
                  <a:lnTo>
                    <a:pt x="1403" y="1363"/>
                  </a:lnTo>
                  <a:lnTo>
                    <a:pt x="1423" y="1324"/>
                  </a:lnTo>
                  <a:lnTo>
                    <a:pt x="1403" y="1403"/>
                  </a:lnTo>
                  <a:lnTo>
                    <a:pt x="1384" y="1442"/>
                  </a:lnTo>
                  <a:lnTo>
                    <a:pt x="1364" y="1501"/>
                  </a:lnTo>
                  <a:lnTo>
                    <a:pt x="1364" y="1521"/>
                  </a:lnTo>
                  <a:lnTo>
                    <a:pt x="1324" y="1580"/>
                  </a:lnTo>
                  <a:lnTo>
                    <a:pt x="1344" y="1561"/>
                  </a:lnTo>
                  <a:lnTo>
                    <a:pt x="1364" y="1541"/>
                  </a:lnTo>
                  <a:lnTo>
                    <a:pt x="1364" y="1561"/>
                  </a:lnTo>
                  <a:lnTo>
                    <a:pt x="1384" y="1501"/>
                  </a:lnTo>
                  <a:lnTo>
                    <a:pt x="1403" y="1442"/>
                  </a:lnTo>
                  <a:lnTo>
                    <a:pt x="1403" y="1442"/>
                  </a:lnTo>
                  <a:lnTo>
                    <a:pt x="1384" y="1521"/>
                  </a:lnTo>
                  <a:lnTo>
                    <a:pt x="1403" y="1521"/>
                  </a:lnTo>
                  <a:lnTo>
                    <a:pt x="1403" y="1501"/>
                  </a:lnTo>
                  <a:lnTo>
                    <a:pt x="1443" y="1422"/>
                  </a:lnTo>
                  <a:lnTo>
                    <a:pt x="1463" y="1363"/>
                  </a:lnTo>
                  <a:lnTo>
                    <a:pt x="1482" y="1343"/>
                  </a:lnTo>
                  <a:lnTo>
                    <a:pt x="1502" y="1304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502" y="1284"/>
                  </a:lnTo>
                  <a:lnTo>
                    <a:pt x="1522" y="1264"/>
                  </a:lnTo>
                  <a:lnTo>
                    <a:pt x="1502" y="1363"/>
                  </a:lnTo>
                  <a:lnTo>
                    <a:pt x="1443" y="1482"/>
                  </a:lnTo>
                  <a:lnTo>
                    <a:pt x="1384" y="1620"/>
                  </a:lnTo>
                  <a:lnTo>
                    <a:pt x="1384" y="1620"/>
                  </a:lnTo>
                  <a:lnTo>
                    <a:pt x="1403" y="1600"/>
                  </a:lnTo>
                  <a:lnTo>
                    <a:pt x="1423" y="1620"/>
                  </a:lnTo>
                  <a:lnTo>
                    <a:pt x="1423" y="1640"/>
                  </a:lnTo>
                  <a:lnTo>
                    <a:pt x="1463" y="1561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482" y="1501"/>
                  </a:lnTo>
                  <a:lnTo>
                    <a:pt x="1488" y="1498"/>
                  </a:lnTo>
                  <a:lnTo>
                    <a:pt x="1488" y="1498"/>
                  </a:lnTo>
                  <a:lnTo>
                    <a:pt x="1502" y="1462"/>
                  </a:lnTo>
                  <a:lnTo>
                    <a:pt x="1522" y="1462"/>
                  </a:lnTo>
                  <a:lnTo>
                    <a:pt x="1522" y="1475"/>
                  </a:lnTo>
                  <a:lnTo>
                    <a:pt x="1542" y="1462"/>
                  </a:lnTo>
                  <a:lnTo>
                    <a:pt x="1561" y="1442"/>
                  </a:lnTo>
                  <a:lnTo>
                    <a:pt x="1581" y="1403"/>
                  </a:lnTo>
                  <a:lnTo>
                    <a:pt x="1621" y="1324"/>
                  </a:lnTo>
                  <a:lnTo>
                    <a:pt x="1640" y="1304"/>
                  </a:lnTo>
                  <a:lnTo>
                    <a:pt x="1660" y="1245"/>
                  </a:lnTo>
                  <a:lnTo>
                    <a:pt x="1680" y="1264"/>
                  </a:lnTo>
                  <a:lnTo>
                    <a:pt x="1640" y="1304"/>
                  </a:lnTo>
                  <a:lnTo>
                    <a:pt x="1660" y="1324"/>
                  </a:lnTo>
                  <a:lnTo>
                    <a:pt x="1680" y="1304"/>
                  </a:lnTo>
                  <a:lnTo>
                    <a:pt x="1640" y="1363"/>
                  </a:lnTo>
                  <a:lnTo>
                    <a:pt x="1621" y="1383"/>
                  </a:lnTo>
                  <a:lnTo>
                    <a:pt x="1621" y="1403"/>
                  </a:lnTo>
                  <a:lnTo>
                    <a:pt x="1581" y="1501"/>
                  </a:lnTo>
                  <a:lnTo>
                    <a:pt x="1601" y="1462"/>
                  </a:lnTo>
                  <a:lnTo>
                    <a:pt x="1640" y="1403"/>
                  </a:lnTo>
                  <a:lnTo>
                    <a:pt x="1621" y="1482"/>
                  </a:lnTo>
                  <a:lnTo>
                    <a:pt x="1640" y="1482"/>
                  </a:lnTo>
                  <a:lnTo>
                    <a:pt x="1660" y="1442"/>
                  </a:lnTo>
                  <a:lnTo>
                    <a:pt x="1700" y="1363"/>
                  </a:lnTo>
                  <a:lnTo>
                    <a:pt x="1719" y="1324"/>
                  </a:lnTo>
                  <a:lnTo>
                    <a:pt x="1739" y="1304"/>
                  </a:lnTo>
                  <a:lnTo>
                    <a:pt x="1759" y="1264"/>
                  </a:lnTo>
                  <a:lnTo>
                    <a:pt x="1739" y="1245"/>
                  </a:lnTo>
                  <a:lnTo>
                    <a:pt x="1779" y="1166"/>
                  </a:lnTo>
                  <a:lnTo>
                    <a:pt x="1818" y="1106"/>
                  </a:lnTo>
                  <a:lnTo>
                    <a:pt x="1877" y="1027"/>
                  </a:lnTo>
                  <a:lnTo>
                    <a:pt x="1858" y="1087"/>
                  </a:lnTo>
                  <a:lnTo>
                    <a:pt x="1877" y="1047"/>
                  </a:lnTo>
                  <a:lnTo>
                    <a:pt x="1877" y="1067"/>
                  </a:lnTo>
                  <a:lnTo>
                    <a:pt x="1897" y="1067"/>
                  </a:lnTo>
                  <a:lnTo>
                    <a:pt x="1917" y="1027"/>
                  </a:lnTo>
                  <a:lnTo>
                    <a:pt x="1937" y="948"/>
                  </a:lnTo>
                  <a:lnTo>
                    <a:pt x="1937" y="988"/>
                  </a:lnTo>
                  <a:lnTo>
                    <a:pt x="1917" y="1047"/>
                  </a:lnTo>
                  <a:lnTo>
                    <a:pt x="1917" y="1067"/>
                  </a:lnTo>
                  <a:lnTo>
                    <a:pt x="1858" y="1205"/>
                  </a:lnTo>
                  <a:lnTo>
                    <a:pt x="1877" y="1185"/>
                  </a:lnTo>
                  <a:lnTo>
                    <a:pt x="1779" y="1363"/>
                  </a:lnTo>
                  <a:lnTo>
                    <a:pt x="1798" y="1403"/>
                  </a:lnTo>
                  <a:lnTo>
                    <a:pt x="1798" y="1422"/>
                  </a:lnTo>
                  <a:lnTo>
                    <a:pt x="1818" y="1403"/>
                  </a:lnTo>
                  <a:lnTo>
                    <a:pt x="1759" y="1541"/>
                  </a:lnTo>
                  <a:lnTo>
                    <a:pt x="1779" y="1521"/>
                  </a:lnTo>
                  <a:lnTo>
                    <a:pt x="1779" y="1541"/>
                  </a:lnTo>
                  <a:lnTo>
                    <a:pt x="1759" y="1600"/>
                  </a:lnTo>
                  <a:lnTo>
                    <a:pt x="1798" y="1541"/>
                  </a:lnTo>
                  <a:lnTo>
                    <a:pt x="1818" y="1462"/>
                  </a:lnTo>
                  <a:lnTo>
                    <a:pt x="1818" y="1482"/>
                  </a:lnTo>
                  <a:lnTo>
                    <a:pt x="1838" y="1462"/>
                  </a:lnTo>
                  <a:lnTo>
                    <a:pt x="1838" y="1403"/>
                  </a:lnTo>
                  <a:lnTo>
                    <a:pt x="1877" y="1403"/>
                  </a:lnTo>
                  <a:lnTo>
                    <a:pt x="1877" y="1442"/>
                  </a:lnTo>
                  <a:lnTo>
                    <a:pt x="1858" y="1482"/>
                  </a:lnTo>
                  <a:lnTo>
                    <a:pt x="1838" y="1501"/>
                  </a:lnTo>
                  <a:lnTo>
                    <a:pt x="1838" y="154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38" y="1580"/>
                  </a:lnTo>
                  <a:lnTo>
                    <a:pt x="1818" y="1620"/>
                  </a:lnTo>
                  <a:lnTo>
                    <a:pt x="1877" y="1541"/>
                  </a:lnTo>
                  <a:lnTo>
                    <a:pt x="1858" y="1600"/>
                  </a:lnTo>
                  <a:lnTo>
                    <a:pt x="1838" y="1660"/>
                  </a:lnTo>
                  <a:lnTo>
                    <a:pt x="1877" y="1580"/>
                  </a:lnTo>
                  <a:lnTo>
                    <a:pt x="1897" y="1541"/>
                  </a:lnTo>
                  <a:lnTo>
                    <a:pt x="1937" y="1501"/>
                  </a:lnTo>
                  <a:lnTo>
                    <a:pt x="1956" y="1442"/>
                  </a:lnTo>
                  <a:lnTo>
                    <a:pt x="1956" y="1462"/>
                  </a:lnTo>
                  <a:lnTo>
                    <a:pt x="1976" y="1422"/>
                  </a:lnTo>
                  <a:lnTo>
                    <a:pt x="1976" y="1383"/>
                  </a:lnTo>
                  <a:lnTo>
                    <a:pt x="1996" y="1383"/>
                  </a:lnTo>
                  <a:lnTo>
                    <a:pt x="1996" y="1403"/>
                  </a:lnTo>
                  <a:lnTo>
                    <a:pt x="1917" y="1580"/>
                  </a:lnTo>
                  <a:lnTo>
                    <a:pt x="1956" y="1521"/>
                  </a:lnTo>
                  <a:lnTo>
                    <a:pt x="1976" y="1482"/>
                  </a:lnTo>
                  <a:lnTo>
                    <a:pt x="1996" y="1462"/>
                  </a:lnTo>
                  <a:lnTo>
                    <a:pt x="2016" y="1442"/>
                  </a:lnTo>
                  <a:lnTo>
                    <a:pt x="2055" y="1343"/>
                  </a:lnTo>
                  <a:lnTo>
                    <a:pt x="2055" y="1383"/>
                  </a:lnTo>
                  <a:lnTo>
                    <a:pt x="2016" y="1482"/>
                  </a:lnTo>
                  <a:lnTo>
                    <a:pt x="2035" y="1482"/>
                  </a:lnTo>
                  <a:lnTo>
                    <a:pt x="1996" y="1600"/>
                  </a:lnTo>
                  <a:lnTo>
                    <a:pt x="2016" y="1580"/>
                  </a:lnTo>
                  <a:lnTo>
                    <a:pt x="2035" y="1541"/>
                  </a:lnTo>
                  <a:lnTo>
                    <a:pt x="2035" y="1521"/>
                  </a:lnTo>
                  <a:lnTo>
                    <a:pt x="2055" y="1482"/>
                  </a:lnTo>
                  <a:lnTo>
                    <a:pt x="2075" y="1403"/>
                  </a:lnTo>
                  <a:lnTo>
                    <a:pt x="2095" y="1324"/>
                  </a:lnTo>
                  <a:lnTo>
                    <a:pt x="2095" y="1284"/>
                  </a:lnTo>
                  <a:lnTo>
                    <a:pt x="2095" y="1245"/>
                  </a:lnTo>
                  <a:lnTo>
                    <a:pt x="2055" y="1324"/>
                  </a:lnTo>
                  <a:lnTo>
                    <a:pt x="2035" y="1383"/>
                  </a:lnTo>
                  <a:lnTo>
                    <a:pt x="2016" y="1383"/>
                  </a:lnTo>
                  <a:lnTo>
                    <a:pt x="2035" y="1343"/>
                  </a:lnTo>
                  <a:lnTo>
                    <a:pt x="2055" y="1304"/>
                  </a:lnTo>
                  <a:lnTo>
                    <a:pt x="2095" y="1225"/>
                  </a:lnTo>
                  <a:lnTo>
                    <a:pt x="2154" y="1106"/>
                  </a:lnTo>
                  <a:lnTo>
                    <a:pt x="2213" y="1027"/>
                  </a:lnTo>
                  <a:lnTo>
                    <a:pt x="2233" y="968"/>
                  </a:lnTo>
                  <a:lnTo>
                    <a:pt x="2238" y="968"/>
                  </a:lnTo>
                  <a:lnTo>
                    <a:pt x="2253" y="909"/>
                  </a:lnTo>
                  <a:lnTo>
                    <a:pt x="2253" y="889"/>
                  </a:lnTo>
                  <a:lnTo>
                    <a:pt x="2233" y="909"/>
                  </a:lnTo>
                  <a:lnTo>
                    <a:pt x="2272" y="850"/>
                  </a:lnTo>
                  <a:lnTo>
                    <a:pt x="2272" y="830"/>
                  </a:lnTo>
                  <a:lnTo>
                    <a:pt x="2272" y="810"/>
                  </a:lnTo>
                  <a:lnTo>
                    <a:pt x="2233" y="889"/>
                  </a:lnTo>
                  <a:lnTo>
                    <a:pt x="2233" y="869"/>
                  </a:lnTo>
                  <a:lnTo>
                    <a:pt x="2213" y="869"/>
                  </a:lnTo>
                  <a:lnTo>
                    <a:pt x="2193" y="889"/>
                  </a:lnTo>
                  <a:lnTo>
                    <a:pt x="2174" y="909"/>
                  </a:lnTo>
                  <a:lnTo>
                    <a:pt x="2154" y="948"/>
                  </a:lnTo>
                  <a:lnTo>
                    <a:pt x="2134" y="968"/>
                  </a:lnTo>
                  <a:lnTo>
                    <a:pt x="2114" y="968"/>
                  </a:lnTo>
                  <a:lnTo>
                    <a:pt x="2134" y="929"/>
                  </a:lnTo>
                  <a:lnTo>
                    <a:pt x="2075" y="988"/>
                  </a:lnTo>
                  <a:lnTo>
                    <a:pt x="2055" y="1087"/>
                  </a:lnTo>
                  <a:lnTo>
                    <a:pt x="2035" y="1126"/>
                  </a:lnTo>
                  <a:lnTo>
                    <a:pt x="2035" y="1106"/>
                  </a:lnTo>
                  <a:lnTo>
                    <a:pt x="2035" y="1067"/>
                  </a:lnTo>
                  <a:lnTo>
                    <a:pt x="2095" y="929"/>
                  </a:lnTo>
                  <a:lnTo>
                    <a:pt x="2035" y="1008"/>
                  </a:lnTo>
                  <a:lnTo>
                    <a:pt x="2075" y="909"/>
                  </a:lnTo>
                  <a:lnTo>
                    <a:pt x="2114" y="869"/>
                  </a:lnTo>
                  <a:lnTo>
                    <a:pt x="2114" y="889"/>
                  </a:lnTo>
                  <a:lnTo>
                    <a:pt x="2134" y="869"/>
                  </a:lnTo>
                  <a:lnTo>
                    <a:pt x="2134" y="889"/>
                  </a:lnTo>
                  <a:lnTo>
                    <a:pt x="2154" y="830"/>
                  </a:lnTo>
                  <a:lnTo>
                    <a:pt x="2174" y="830"/>
                  </a:lnTo>
                  <a:lnTo>
                    <a:pt x="2193" y="790"/>
                  </a:lnTo>
                  <a:lnTo>
                    <a:pt x="2193" y="751"/>
                  </a:lnTo>
                  <a:lnTo>
                    <a:pt x="2213" y="711"/>
                  </a:lnTo>
                  <a:lnTo>
                    <a:pt x="2193" y="731"/>
                  </a:lnTo>
                  <a:lnTo>
                    <a:pt x="2233" y="613"/>
                  </a:lnTo>
                  <a:lnTo>
                    <a:pt x="2253" y="613"/>
                  </a:lnTo>
                  <a:lnTo>
                    <a:pt x="2253" y="593"/>
                  </a:lnTo>
                  <a:lnTo>
                    <a:pt x="2253" y="573"/>
                  </a:lnTo>
                  <a:lnTo>
                    <a:pt x="2154" y="751"/>
                  </a:lnTo>
                  <a:lnTo>
                    <a:pt x="2134" y="771"/>
                  </a:lnTo>
                  <a:lnTo>
                    <a:pt x="2114" y="751"/>
                  </a:lnTo>
                  <a:lnTo>
                    <a:pt x="2154" y="711"/>
                  </a:lnTo>
                  <a:lnTo>
                    <a:pt x="2193" y="632"/>
                  </a:lnTo>
                  <a:lnTo>
                    <a:pt x="2174" y="652"/>
                  </a:lnTo>
                  <a:lnTo>
                    <a:pt x="2174" y="632"/>
                  </a:lnTo>
                  <a:lnTo>
                    <a:pt x="2154" y="672"/>
                  </a:lnTo>
                  <a:lnTo>
                    <a:pt x="2154" y="652"/>
                  </a:lnTo>
                  <a:lnTo>
                    <a:pt x="2174" y="573"/>
                  </a:lnTo>
                  <a:lnTo>
                    <a:pt x="2193" y="593"/>
                  </a:lnTo>
                  <a:lnTo>
                    <a:pt x="2213" y="534"/>
                  </a:lnTo>
                  <a:lnTo>
                    <a:pt x="2213" y="553"/>
                  </a:lnTo>
                  <a:lnTo>
                    <a:pt x="2233" y="494"/>
                  </a:lnTo>
                  <a:lnTo>
                    <a:pt x="2213" y="494"/>
                  </a:lnTo>
                  <a:lnTo>
                    <a:pt x="2213" y="514"/>
                  </a:lnTo>
                  <a:lnTo>
                    <a:pt x="2193" y="514"/>
                  </a:lnTo>
                  <a:lnTo>
                    <a:pt x="2233" y="435"/>
                  </a:lnTo>
                  <a:lnTo>
                    <a:pt x="2233" y="415"/>
                  </a:lnTo>
                  <a:lnTo>
                    <a:pt x="2213" y="395"/>
                  </a:lnTo>
                  <a:lnTo>
                    <a:pt x="2193" y="395"/>
                  </a:lnTo>
                  <a:lnTo>
                    <a:pt x="2174" y="455"/>
                  </a:lnTo>
                  <a:lnTo>
                    <a:pt x="2114" y="534"/>
                  </a:lnTo>
                  <a:lnTo>
                    <a:pt x="2154" y="435"/>
                  </a:lnTo>
                  <a:lnTo>
                    <a:pt x="2154" y="376"/>
                  </a:lnTo>
                  <a:lnTo>
                    <a:pt x="2144" y="405"/>
                  </a:lnTo>
                  <a:lnTo>
                    <a:pt x="2144" y="405"/>
                  </a:lnTo>
                  <a:lnTo>
                    <a:pt x="2134" y="415"/>
                  </a:lnTo>
                  <a:lnTo>
                    <a:pt x="2114" y="455"/>
                  </a:lnTo>
                  <a:lnTo>
                    <a:pt x="2114" y="455"/>
                  </a:lnTo>
                  <a:lnTo>
                    <a:pt x="2141" y="415"/>
                  </a:lnTo>
                  <a:lnTo>
                    <a:pt x="2141" y="415"/>
                  </a:lnTo>
                  <a:lnTo>
                    <a:pt x="2134" y="435"/>
                  </a:lnTo>
                  <a:lnTo>
                    <a:pt x="2114" y="494"/>
                  </a:lnTo>
                  <a:lnTo>
                    <a:pt x="2075" y="553"/>
                  </a:lnTo>
                  <a:lnTo>
                    <a:pt x="2055" y="553"/>
                  </a:lnTo>
                  <a:lnTo>
                    <a:pt x="2095" y="494"/>
                  </a:lnTo>
                  <a:lnTo>
                    <a:pt x="2114" y="474"/>
                  </a:lnTo>
                  <a:lnTo>
                    <a:pt x="2114" y="455"/>
                  </a:lnTo>
                  <a:lnTo>
                    <a:pt x="2114" y="435"/>
                  </a:lnTo>
                  <a:lnTo>
                    <a:pt x="2114" y="356"/>
                  </a:lnTo>
                  <a:lnTo>
                    <a:pt x="2075" y="415"/>
                  </a:lnTo>
                  <a:lnTo>
                    <a:pt x="2055" y="455"/>
                  </a:lnTo>
                  <a:lnTo>
                    <a:pt x="2075" y="435"/>
                  </a:lnTo>
                  <a:lnTo>
                    <a:pt x="2075" y="455"/>
                  </a:lnTo>
                  <a:lnTo>
                    <a:pt x="2035" y="534"/>
                  </a:lnTo>
                  <a:lnTo>
                    <a:pt x="2035" y="494"/>
                  </a:lnTo>
                  <a:lnTo>
                    <a:pt x="2035" y="455"/>
                  </a:lnTo>
                  <a:lnTo>
                    <a:pt x="2055" y="415"/>
                  </a:lnTo>
                  <a:lnTo>
                    <a:pt x="2055" y="435"/>
                  </a:lnTo>
                  <a:lnTo>
                    <a:pt x="2075" y="395"/>
                  </a:lnTo>
                  <a:lnTo>
                    <a:pt x="2035" y="395"/>
                  </a:lnTo>
                  <a:lnTo>
                    <a:pt x="2035" y="376"/>
                  </a:lnTo>
                  <a:lnTo>
                    <a:pt x="2035" y="356"/>
                  </a:lnTo>
                  <a:lnTo>
                    <a:pt x="1996" y="415"/>
                  </a:lnTo>
                  <a:lnTo>
                    <a:pt x="1976" y="494"/>
                  </a:lnTo>
                  <a:lnTo>
                    <a:pt x="1976" y="455"/>
                  </a:lnTo>
                  <a:lnTo>
                    <a:pt x="1996" y="415"/>
                  </a:lnTo>
                  <a:lnTo>
                    <a:pt x="1996" y="395"/>
                  </a:lnTo>
                  <a:lnTo>
                    <a:pt x="1976" y="395"/>
                  </a:lnTo>
                  <a:lnTo>
                    <a:pt x="1996" y="356"/>
                  </a:lnTo>
                  <a:lnTo>
                    <a:pt x="1956" y="395"/>
                  </a:lnTo>
                  <a:lnTo>
                    <a:pt x="1976" y="356"/>
                  </a:lnTo>
                  <a:lnTo>
                    <a:pt x="1976" y="336"/>
                  </a:lnTo>
                  <a:lnTo>
                    <a:pt x="1956" y="336"/>
                  </a:lnTo>
                  <a:lnTo>
                    <a:pt x="1917" y="376"/>
                  </a:lnTo>
                  <a:lnTo>
                    <a:pt x="1897" y="415"/>
                  </a:lnTo>
                  <a:lnTo>
                    <a:pt x="1858" y="435"/>
                  </a:lnTo>
                  <a:lnTo>
                    <a:pt x="1858" y="435"/>
                  </a:lnTo>
                  <a:lnTo>
                    <a:pt x="1917" y="356"/>
                  </a:lnTo>
                  <a:lnTo>
                    <a:pt x="1937" y="316"/>
                  </a:lnTo>
                  <a:lnTo>
                    <a:pt x="1937" y="297"/>
                  </a:lnTo>
                  <a:lnTo>
                    <a:pt x="1917" y="297"/>
                  </a:lnTo>
                  <a:lnTo>
                    <a:pt x="1897" y="316"/>
                  </a:lnTo>
                  <a:lnTo>
                    <a:pt x="1858" y="376"/>
                  </a:lnTo>
                  <a:lnTo>
                    <a:pt x="1858" y="376"/>
                  </a:lnTo>
                  <a:lnTo>
                    <a:pt x="1877" y="316"/>
                  </a:lnTo>
                  <a:lnTo>
                    <a:pt x="1838" y="376"/>
                  </a:lnTo>
                  <a:lnTo>
                    <a:pt x="1818" y="376"/>
                  </a:lnTo>
                  <a:lnTo>
                    <a:pt x="1838" y="336"/>
                  </a:lnTo>
                  <a:lnTo>
                    <a:pt x="1798" y="395"/>
                  </a:lnTo>
                  <a:lnTo>
                    <a:pt x="1759" y="474"/>
                  </a:lnTo>
                  <a:lnTo>
                    <a:pt x="1759" y="514"/>
                  </a:lnTo>
                  <a:lnTo>
                    <a:pt x="1779" y="494"/>
                  </a:lnTo>
                  <a:lnTo>
                    <a:pt x="1798" y="474"/>
                  </a:lnTo>
                  <a:lnTo>
                    <a:pt x="1798" y="474"/>
                  </a:lnTo>
                  <a:lnTo>
                    <a:pt x="1779" y="534"/>
                  </a:lnTo>
                  <a:lnTo>
                    <a:pt x="1759" y="613"/>
                  </a:lnTo>
                  <a:lnTo>
                    <a:pt x="1759" y="573"/>
                  </a:lnTo>
                  <a:lnTo>
                    <a:pt x="1739" y="613"/>
                  </a:lnTo>
                  <a:lnTo>
                    <a:pt x="1739" y="652"/>
                  </a:lnTo>
                  <a:lnTo>
                    <a:pt x="1680" y="711"/>
                  </a:lnTo>
                  <a:lnTo>
                    <a:pt x="1700" y="672"/>
                  </a:lnTo>
                  <a:lnTo>
                    <a:pt x="1719" y="632"/>
                  </a:lnTo>
                  <a:lnTo>
                    <a:pt x="1739" y="553"/>
                  </a:lnTo>
                  <a:lnTo>
                    <a:pt x="1719" y="593"/>
                  </a:lnTo>
                  <a:lnTo>
                    <a:pt x="1680" y="692"/>
                  </a:lnTo>
                  <a:lnTo>
                    <a:pt x="1660" y="731"/>
                  </a:lnTo>
                  <a:lnTo>
                    <a:pt x="1660" y="711"/>
                  </a:lnTo>
                  <a:lnTo>
                    <a:pt x="1660" y="672"/>
                  </a:lnTo>
                  <a:lnTo>
                    <a:pt x="1621" y="692"/>
                  </a:lnTo>
                  <a:lnTo>
                    <a:pt x="1660" y="632"/>
                  </a:lnTo>
                  <a:lnTo>
                    <a:pt x="1660" y="652"/>
                  </a:lnTo>
                  <a:lnTo>
                    <a:pt x="1680" y="613"/>
                  </a:lnTo>
                  <a:lnTo>
                    <a:pt x="1700" y="573"/>
                  </a:lnTo>
                  <a:lnTo>
                    <a:pt x="1719" y="514"/>
                  </a:lnTo>
                  <a:lnTo>
                    <a:pt x="1739" y="455"/>
                  </a:lnTo>
                  <a:lnTo>
                    <a:pt x="1798" y="356"/>
                  </a:lnTo>
                  <a:lnTo>
                    <a:pt x="1798" y="316"/>
                  </a:lnTo>
                  <a:lnTo>
                    <a:pt x="1779" y="336"/>
                  </a:lnTo>
                  <a:lnTo>
                    <a:pt x="1759" y="336"/>
                  </a:lnTo>
                  <a:lnTo>
                    <a:pt x="1739" y="376"/>
                  </a:lnTo>
                  <a:lnTo>
                    <a:pt x="1759" y="316"/>
                  </a:lnTo>
                  <a:lnTo>
                    <a:pt x="1739" y="316"/>
                  </a:lnTo>
                  <a:lnTo>
                    <a:pt x="1700" y="356"/>
                  </a:lnTo>
                  <a:lnTo>
                    <a:pt x="1700" y="356"/>
                  </a:lnTo>
                  <a:lnTo>
                    <a:pt x="1719" y="277"/>
                  </a:lnTo>
                  <a:lnTo>
                    <a:pt x="1700" y="277"/>
                  </a:lnTo>
                  <a:lnTo>
                    <a:pt x="1660" y="316"/>
                  </a:lnTo>
                  <a:lnTo>
                    <a:pt x="1621" y="356"/>
                  </a:lnTo>
                  <a:lnTo>
                    <a:pt x="1601" y="336"/>
                  </a:lnTo>
                  <a:lnTo>
                    <a:pt x="1601" y="277"/>
                  </a:lnTo>
                  <a:lnTo>
                    <a:pt x="1581" y="297"/>
                  </a:lnTo>
                  <a:lnTo>
                    <a:pt x="1561" y="297"/>
                  </a:lnTo>
                  <a:lnTo>
                    <a:pt x="1581" y="257"/>
                  </a:lnTo>
                  <a:lnTo>
                    <a:pt x="1581" y="237"/>
                  </a:lnTo>
                  <a:lnTo>
                    <a:pt x="1561" y="257"/>
                  </a:lnTo>
                  <a:lnTo>
                    <a:pt x="1542" y="277"/>
                  </a:lnTo>
                  <a:lnTo>
                    <a:pt x="1502" y="356"/>
                  </a:lnTo>
                  <a:lnTo>
                    <a:pt x="1542" y="257"/>
                  </a:lnTo>
                  <a:lnTo>
                    <a:pt x="1542" y="257"/>
                  </a:lnTo>
                  <a:lnTo>
                    <a:pt x="1463" y="277"/>
                  </a:lnTo>
                  <a:lnTo>
                    <a:pt x="1403" y="277"/>
                  </a:lnTo>
                  <a:lnTo>
                    <a:pt x="1403" y="257"/>
                  </a:lnTo>
                  <a:lnTo>
                    <a:pt x="1384" y="257"/>
                  </a:lnTo>
                  <a:lnTo>
                    <a:pt x="1344" y="297"/>
                  </a:lnTo>
                  <a:lnTo>
                    <a:pt x="1324" y="316"/>
                  </a:lnTo>
                  <a:lnTo>
                    <a:pt x="1305" y="316"/>
                  </a:lnTo>
                  <a:lnTo>
                    <a:pt x="1305" y="297"/>
                  </a:lnTo>
                  <a:lnTo>
                    <a:pt x="1285" y="336"/>
                  </a:lnTo>
                  <a:lnTo>
                    <a:pt x="1245" y="395"/>
                  </a:lnTo>
                  <a:lnTo>
                    <a:pt x="1206" y="514"/>
                  </a:lnTo>
                  <a:lnTo>
                    <a:pt x="1186" y="514"/>
                  </a:lnTo>
                  <a:lnTo>
                    <a:pt x="1206" y="474"/>
                  </a:lnTo>
                  <a:lnTo>
                    <a:pt x="1206" y="435"/>
                  </a:lnTo>
                  <a:lnTo>
                    <a:pt x="1206" y="415"/>
                  </a:lnTo>
                  <a:lnTo>
                    <a:pt x="1245" y="336"/>
                  </a:lnTo>
                  <a:lnTo>
                    <a:pt x="1285" y="257"/>
                  </a:lnTo>
                  <a:lnTo>
                    <a:pt x="1285" y="257"/>
                  </a:lnTo>
                  <a:lnTo>
                    <a:pt x="1245" y="316"/>
                  </a:lnTo>
                  <a:lnTo>
                    <a:pt x="1225" y="316"/>
                  </a:lnTo>
                  <a:lnTo>
                    <a:pt x="1225" y="277"/>
                  </a:lnTo>
                  <a:lnTo>
                    <a:pt x="1225" y="257"/>
                  </a:lnTo>
                  <a:lnTo>
                    <a:pt x="1245" y="237"/>
                  </a:lnTo>
                  <a:lnTo>
                    <a:pt x="1225" y="218"/>
                  </a:lnTo>
                  <a:lnTo>
                    <a:pt x="1206" y="257"/>
                  </a:lnTo>
                  <a:lnTo>
                    <a:pt x="1186" y="297"/>
                  </a:lnTo>
                  <a:lnTo>
                    <a:pt x="1186" y="277"/>
                  </a:lnTo>
                  <a:lnTo>
                    <a:pt x="1166" y="336"/>
                  </a:lnTo>
                  <a:lnTo>
                    <a:pt x="1186" y="257"/>
                  </a:lnTo>
                  <a:lnTo>
                    <a:pt x="1166" y="297"/>
                  </a:lnTo>
                  <a:lnTo>
                    <a:pt x="1146" y="316"/>
                  </a:lnTo>
                  <a:lnTo>
                    <a:pt x="1146" y="297"/>
                  </a:lnTo>
                  <a:lnTo>
                    <a:pt x="1146" y="277"/>
                  </a:lnTo>
                  <a:lnTo>
                    <a:pt x="1166" y="218"/>
                  </a:lnTo>
                  <a:lnTo>
                    <a:pt x="1127" y="257"/>
                  </a:lnTo>
                  <a:lnTo>
                    <a:pt x="1146" y="218"/>
                  </a:lnTo>
                  <a:lnTo>
                    <a:pt x="1107" y="198"/>
                  </a:lnTo>
                  <a:lnTo>
                    <a:pt x="1107" y="178"/>
                  </a:lnTo>
                  <a:lnTo>
                    <a:pt x="1087" y="158"/>
                  </a:lnTo>
                  <a:lnTo>
                    <a:pt x="1067" y="178"/>
                  </a:lnTo>
                  <a:lnTo>
                    <a:pt x="1028" y="237"/>
                  </a:lnTo>
                  <a:lnTo>
                    <a:pt x="1028" y="257"/>
                  </a:lnTo>
                  <a:lnTo>
                    <a:pt x="1008" y="297"/>
                  </a:lnTo>
                  <a:lnTo>
                    <a:pt x="988" y="336"/>
                  </a:lnTo>
                  <a:lnTo>
                    <a:pt x="969" y="336"/>
                  </a:lnTo>
                  <a:lnTo>
                    <a:pt x="988" y="297"/>
                  </a:lnTo>
                  <a:lnTo>
                    <a:pt x="988" y="257"/>
                  </a:lnTo>
                  <a:lnTo>
                    <a:pt x="1008" y="218"/>
                  </a:lnTo>
                  <a:lnTo>
                    <a:pt x="988" y="218"/>
                  </a:lnTo>
                  <a:lnTo>
                    <a:pt x="1008" y="178"/>
                  </a:lnTo>
                  <a:lnTo>
                    <a:pt x="988" y="198"/>
                  </a:lnTo>
                  <a:lnTo>
                    <a:pt x="949" y="218"/>
                  </a:lnTo>
                  <a:lnTo>
                    <a:pt x="969" y="198"/>
                  </a:lnTo>
                  <a:lnTo>
                    <a:pt x="988" y="158"/>
                  </a:lnTo>
                  <a:lnTo>
                    <a:pt x="969" y="178"/>
                  </a:lnTo>
                  <a:lnTo>
                    <a:pt x="988" y="139"/>
                  </a:lnTo>
                  <a:lnTo>
                    <a:pt x="969" y="158"/>
                  </a:lnTo>
                  <a:lnTo>
                    <a:pt x="949" y="178"/>
                  </a:lnTo>
                  <a:lnTo>
                    <a:pt x="909" y="257"/>
                  </a:lnTo>
                  <a:lnTo>
                    <a:pt x="909" y="237"/>
                  </a:lnTo>
                  <a:lnTo>
                    <a:pt x="890" y="257"/>
                  </a:lnTo>
                  <a:lnTo>
                    <a:pt x="949" y="178"/>
                  </a:lnTo>
                  <a:lnTo>
                    <a:pt x="870" y="277"/>
                  </a:lnTo>
                  <a:lnTo>
                    <a:pt x="890" y="237"/>
                  </a:lnTo>
                  <a:lnTo>
                    <a:pt x="870" y="257"/>
                  </a:lnTo>
                  <a:lnTo>
                    <a:pt x="870" y="237"/>
                  </a:lnTo>
                  <a:lnTo>
                    <a:pt x="830" y="297"/>
                  </a:lnTo>
                  <a:lnTo>
                    <a:pt x="811" y="336"/>
                  </a:lnTo>
                  <a:lnTo>
                    <a:pt x="811" y="297"/>
                  </a:lnTo>
                  <a:lnTo>
                    <a:pt x="850" y="198"/>
                  </a:lnTo>
                  <a:lnTo>
                    <a:pt x="850" y="218"/>
                  </a:lnTo>
                  <a:lnTo>
                    <a:pt x="850" y="237"/>
                  </a:lnTo>
                  <a:lnTo>
                    <a:pt x="870" y="178"/>
                  </a:lnTo>
                  <a:lnTo>
                    <a:pt x="870" y="139"/>
                  </a:lnTo>
                  <a:lnTo>
                    <a:pt x="850" y="119"/>
                  </a:lnTo>
                  <a:lnTo>
                    <a:pt x="830" y="11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771" y="139"/>
                  </a:lnTo>
                  <a:lnTo>
                    <a:pt x="751" y="79"/>
                  </a:lnTo>
                  <a:lnTo>
                    <a:pt x="692" y="79"/>
                  </a:lnTo>
                  <a:lnTo>
                    <a:pt x="672" y="119"/>
                  </a:lnTo>
                  <a:lnTo>
                    <a:pt x="672" y="60"/>
                  </a:lnTo>
                  <a:lnTo>
                    <a:pt x="633" y="139"/>
                  </a:lnTo>
                  <a:lnTo>
                    <a:pt x="593" y="158"/>
                  </a:lnTo>
                  <a:lnTo>
                    <a:pt x="554" y="198"/>
                  </a:lnTo>
                  <a:lnTo>
                    <a:pt x="495" y="297"/>
                  </a:lnTo>
                  <a:lnTo>
                    <a:pt x="514" y="237"/>
                  </a:lnTo>
                  <a:lnTo>
                    <a:pt x="554" y="178"/>
                  </a:lnTo>
                  <a:lnTo>
                    <a:pt x="514" y="218"/>
                  </a:lnTo>
                  <a:lnTo>
                    <a:pt x="495" y="237"/>
                  </a:lnTo>
                  <a:lnTo>
                    <a:pt x="495" y="237"/>
                  </a:lnTo>
                  <a:lnTo>
                    <a:pt x="514" y="198"/>
                  </a:lnTo>
                  <a:lnTo>
                    <a:pt x="514" y="178"/>
                  </a:lnTo>
                  <a:lnTo>
                    <a:pt x="534" y="158"/>
                  </a:lnTo>
                  <a:lnTo>
                    <a:pt x="534" y="139"/>
                  </a:lnTo>
                  <a:lnTo>
                    <a:pt x="514" y="158"/>
                  </a:lnTo>
                  <a:lnTo>
                    <a:pt x="514" y="139"/>
                  </a:lnTo>
                  <a:lnTo>
                    <a:pt x="475" y="218"/>
                  </a:lnTo>
                  <a:lnTo>
                    <a:pt x="435" y="277"/>
                  </a:lnTo>
                  <a:lnTo>
                    <a:pt x="416" y="316"/>
                  </a:lnTo>
                  <a:lnTo>
                    <a:pt x="416" y="297"/>
                  </a:lnTo>
                  <a:lnTo>
                    <a:pt x="356" y="336"/>
                  </a:lnTo>
                  <a:lnTo>
                    <a:pt x="277" y="336"/>
                  </a:lnTo>
                  <a:lnTo>
                    <a:pt x="238" y="297"/>
                  </a:lnTo>
                  <a:lnTo>
                    <a:pt x="258" y="257"/>
                  </a:lnTo>
                  <a:lnTo>
                    <a:pt x="238" y="257"/>
                  </a:lnTo>
                  <a:lnTo>
                    <a:pt x="238" y="237"/>
                  </a:lnTo>
                  <a:lnTo>
                    <a:pt x="258" y="198"/>
                  </a:lnTo>
                  <a:lnTo>
                    <a:pt x="238" y="218"/>
                  </a:lnTo>
                  <a:lnTo>
                    <a:pt x="218" y="237"/>
                  </a:lnTo>
                  <a:lnTo>
                    <a:pt x="218" y="198"/>
                  </a:lnTo>
                  <a:lnTo>
                    <a:pt x="238" y="198"/>
                  </a:lnTo>
                  <a:lnTo>
                    <a:pt x="218" y="178"/>
                  </a:lnTo>
                  <a:lnTo>
                    <a:pt x="218" y="158"/>
                  </a:lnTo>
                  <a:lnTo>
                    <a:pt x="218" y="119"/>
                  </a:lnTo>
                  <a:lnTo>
                    <a:pt x="198" y="139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20"/>
            <p:cNvSpPr/>
            <p:nvPr/>
          </p:nvSpPr>
          <p:spPr>
            <a:xfrm>
              <a:off x="-1572875" y="34082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20"/>
            <p:cNvSpPr/>
            <p:nvPr/>
          </p:nvSpPr>
          <p:spPr>
            <a:xfrm>
              <a:off x="-1607925" y="34215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20"/>
            <p:cNvSpPr/>
            <p:nvPr/>
          </p:nvSpPr>
          <p:spPr>
            <a:xfrm>
              <a:off x="-1578300" y="3422050"/>
              <a:ext cx="525" cy="25"/>
            </a:xfrm>
            <a:custGeom>
              <a:rect b="b" l="l" r="r" t="t"/>
              <a:pathLst>
                <a:path extrusionOk="0" h="1" w="21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20"/>
            <p:cNvSpPr/>
            <p:nvPr/>
          </p:nvSpPr>
          <p:spPr>
            <a:xfrm>
              <a:off x="-1684975" y="3350450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20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20"/>
            <p:cNvSpPr/>
            <p:nvPr/>
          </p:nvSpPr>
          <p:spPr>
            <a:xfrm>
              <a:off x="-1696325" y="3346500"/>
              <a:ext cx="18800" cy="6925"/>
            </a:xfrm>
            <a:custGeom>
              <a:rect b="b" l="l" r="r" t="t"/>
              <a:pathLst>
                <a:path extrusionOk="0" h="277" w="752">
                  <a:moveTo>
                    <a:pt x="435" y="40"/>
                  </a:moveTo>
                  <a:lnTo>
                    <a:pt x="455" y="59"/>
                  </a:lnTo>
                  <a:lnTo>
                    <a:pt x="455" y="79"/>
                  </a:lnTo>
                  <a:lnTo>
                    <a:pt x="494" y="79"/>
                  </a:lnTo>
                  <a:lnTo>
                    <a:pt x="435" y="40"/>
                  </a:lnTo>
                  <a:close/>
                  <a:moveTo>
                    <a:pt x="494" y="79"/>
                  </a:moveTo>
                  <a:lnTo>
                    <a:pt x="521" y="86"/>
                  </a:lnTo>
                  <a:lnTo>
                    <a:pt x="521" y="86"/>
                  </a:lnTo>
                  <a:lnTo>
                    <a:pt x="514" y="79"/>
                  </a:lnTo>
                  <a:close/>
                  <a:moveTo>
                    <a:pt x="652" y="158"/>
                  </a:moveTo>
                  <a:lnTo>
                    <a:pt x="672" y="178"/>
                  </a:lnTo>
                  <a:lnTo>
                    <a:pt x="712" y="178"/>
                  </a:lnTo>
                  <a:lnTo>
                    <a:pt x="692" y="158"/>
                  </a:lnTo>
                  <a:close/>
                  <a:moveTo>
                    <a:pt x="1" y="0"/>
                  </a:moveTo>
                  <a:lnTo>
                    <a:pt x="40" y="40"/>
                  </a:lnTo>
                  <a:lnTo>
                    <a:pt x="99" y="59"/>
                  </a:lnTo>
                  <a:lnTo>
                    <a:pt x="60" y="59"/>
                  </a:lnTo>
                  <a:lnTo>
                    <a:pt x="99" y="79"/>
                  </a:lnTo>
                  <a:lnTo>
                    <a:pt x="178" y="119"/>
                  </a:lnTo>
                  <a:lnTo>
                    <a:pt x="198" y="11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238" y="119"/>
                  </a:lnTo>
                  <a:lnTo>
                    <a:pt x="356" y="138"/>
                  </a:lnTo>
                  <a:lnTo>
                    <a:pt x="336" y="138"/>
                  </a:lnTo>
                  <a:lnTo>
                    <a:pt x="376" y="158"/>
                  </a:lnTo>
                  <a:lnTo>
                    <a:pt x="396" y="158"/>
                  </a:lnTo>
                  <a:lnTo>
                    <a:pt x="356" y="119"/>
                  </a:lnTo>
                  <a:lnTo>
                    <a:pt x="356" y="119"/>
                  </a:lnTo>
                  <a:lnTo>
                    <a:pt x="396" y="138"/>
                  </a:lnTo>
                  <a:lnTo>
                    <a:pt x="415" y="138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178"/>
                  </a:lnTo>
                  <a:lnTo>
                    <a:pt x="534" y="178"/>
                  </a:lnTo>
                  <a:lnTo>
                    <a:pt x="455" y="138"/>
                  </a:lnTo>
                  <a:lnTo>
                    <a:pt x="455" y="158"/>
                  </a:lnTo>
                  <a:lnTo>
                    <a:pt x="494" y="178"/>
                  </a:lnTo>
                  <a:lnTo>
                    <a:pt x="514" y="178"/>
                  </a:lnTo>
                  <a:lnTo>
                    <a:pt x="593" y="217"/>
                  </a:lnTo>
                  <a:lnTo>
                    <a:pt x="573" y="237"/>
                  </a:lnTo>
                  <a:lnTo>
                    <a:pt x="593" y="237"/>
                  </a:lnTo>
                  <a:lnTo>
                    <a:pt x="672" y="257"/>
                  </a:lnTo>
                  <a:lnTo>
                    <a:pt x="692" y="237"/>
                  </a:lnTo>
                  <a:lnTo>
                    <a:pt x="751" y="257"/>
                  </a:lnTo>
                  <a:lnTo>
                    <a:pt x="692" y="198"/>
                  </a:lnTo>
                  <a:lnTo>
                    <a:pt x="731" y="217"/>
                  </a:lnTo>
                  <a:lnTo>
                    <a:pt x="712" y="198"/>
                  </a:lnTo>
                  <a:lnTo>
                    <a:pt x="672" y="178"/>
                  </a:lnTo>
                  <a:lnTo>
                    <a:pt x="633" y="158"/>
                  </a:lnTo>
                  <a:lnTo>
                    <a:pt x="554" y="119"/>
                  </a:lnTo>
                  <a:lnTo>
                    <a:pt x="633" y="138"/>
                  </a:lnTo>
                  <a:lnTo>
                    <a:pt x="652" y="158"/>
                  </a:lnTo>
                  <a:lnTo>
                    <a:pt x="652" y="138"/>
                  </a:lnTo>
                  <a:lnTo>
                    <a:pt x="712" y="158"/>
                  </a:lnTo>
                  <a:lnTo>
                    <a:pt x="633" y="119"/>
                  </a:lnTo>
                  <a:lnTo>
                    <a:pt x="652" y="119"/>
                  </a:lnTo>
                  <a:lnTo>
                    <a:pt x="573" y="99"/>
                  </a:lnTo>
                  <a:lnTo>
                    <a:pt x="534" y="59"/>
                  </a:lnTo>
                  <a:lnTo>
                    <a:pt x="514" y="59"/>
                  </a:lnTo>
                  <a:lnTo>
                    <a:pt x="534" y="79"/>
                  </a:lnTo>
                  <a:lnTo>
                    <a:pt x="573" y="99"/>
                  </a:lnTo>
                  <a:lnTo>
                    <a:pt x="573" y="99"/>
                  </a:lnTo>
                  <a:lnTo>
                    <a:pt x="521" y="86"/>
                  </a:lnTo>
                  <a:lnTo>
                    <a:pt x="521" y="86"/>
                  </a:lnTo>
                  <a:lnTo>
                    <a:pt x="534" y="9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317" y="79"/>
                  </a:lnTo>
                  <a:lnTo>
                    <a:pt x="178" y="20"/>
                  </a:lnTo>
                  <a:lnTo>
                    <a:pt x="159" y="40"/>
                  </a:lnTo>
                  <a:lnTo>
                    <a:pt x="178" y="40"/>
                  </a:lnTo>
                  <a:lnTo>
                    <a:pt x="198" y="59"/>
                  </a:lnTo>
                  <a:lnTo>
                    <a:pt x="99" y="40"/>
                  </a:lnTo>
                  <a:lnTo>
                    <a:pt x="1" y="0"/>
                  </a:lnTo>
                  <a:close/>
                  <a:moveTo>
                    <a:pt x="672" y="257"/>
                  </a:moveTo>
                  <a:lnTo>
                    <a:pt x="751" y="277"/>
                  </a:lnTo>
                  <a:lnTo>
                    <a:pt x="712" y="257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20"/>
            <p:cNvSpPr/>
            <p:nvPr/>
          </p:nvSpPr>
          <p:spPr>
            <a:xfrm>
              <a:off x="-1679050" y="3346000"/>
              <a:ext cx="3000" cy="1500"/>
            </a:xfrm>
            <a:custGeom>
              <a:rect b="b" l="l" r="r" t="t"/>
              <a:pathLst>
                <a:path extrusionOk="0" h="60" w="120">
                  <a:moveTo>
                    <a:pt x="119" y="60"/>
                  </a:moveTo>
                  <a:lnTo>
                    <a:pt x="119" y="6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0" y="40"/>
                  </a:lnTo>
                  <a:lnTo>
                    <a:pt x="119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20"/>
            <p:cNvSpPr/>
            <p:nvPr/>
          </p:nvSpPr>
          <p:spPr>
            <a:xfrm>
              <a:off x="-1681025" y="3345500"/>
              <a:ext cx="2000" cy="1025"/>
            </a:xfrm>
            <a:custGeom>
              <a:rect b="b" l="l" r="r" t="t"/>
              <a:pathLst>
                <a:path extrusionOk="0" h="41" w="80">
                  <a:moveTo>
                    <a:pt x="1" y="1"/>
                  </a:moveTo>
                  <a:lnTo>
                    <a:pt x="33" y="9"/>
                  </a:lnTo>
                  <a:lnTo>
                    <a:pt x="33" y="9"/>
                  </a:lnTo>
                  <a:lnTo>
                    <a:pt x="21" y="1"/>
                  </a:lnTo>
                  <a:close/>
                  <a:moveTo>
                    <a:pt x="33" y="9"/>
                  </a:moveTo>
                  <a:lnTo>
                    <a:pt x="80" y="40"/>
                  </a:lnTo>
                  <a:lnTo>
                    <a:pt x="80" y="20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20"/>
            <p:cNvSpPr/>
            <p:nvPr/>
          </p:nvSpPr>
          <p:spPr>
            <a:xfrm>
              <a:off x="-1702750" y="3291175"/>
              <a:ext cx="39525" cy="57325"/>
            </a:xfrm>
            <a:custGeom>
              <a:rect b="b" l="l" r="r" t="t"/>
              <a:pathLst>
                <a:path extrusionOk="0" h="2293" w="1581">
                  <a:moveTo>
                    <a:pt x="1403" y="356"/>
                  </a:moveTo>
                  <a:lnTo>
                    <a:pt x="1403" y="376"/>
                  </a:lnTo>
                  <a:lnTo>
                    <a:pt x="1423" y="376"/>
                  </a:lnTo>
                  <a:lnTo>
                    <a:pt x="1403" y="356"/>
                  </a:lnTo>
                  <a:close/>
                  <a:moveTo>
                    <a:pt x="179" y="752"/>
                  </a:moveTo>
                  <a:lnTo>
                    <a:pt x="208" y="761"/>
                  </a:lnTo>
                  <a:lnTo>
                    <a:pt x="198" y="752"/>
                  </a:lnTo>
                  <a:close/>
                  <a:moveTo>
                    <a:pt x="139" y="732"/>
                  </a:moveTo>
                  <a:lnTo>
                    <a:pt x="100" y="752"/>
                  </a:lnTo>
                  <a:lnTo>
                    <a:pt x="179" y="771"/>
                  </a:lnTo>
                  <a:lnTo>
                    <a:pt x="159" y="752"/>
                  </a:lnTo>
                  <a:lnTo>
                    <a:pt x="179" y="752"/>
                  </a:lnTo>
                  <a:lnTo>
                    <a:pt x="139" y="732"/>
                  </a:lnTo>
                  <a:close/>
                  <a:moveTo>
                    <a:pt x="208" y="761"/>
                  </a:moveTo>
                  <a:lnTo>
                    <a:pt x="218" y="77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38" y="771"/>
                  </a:lnTo>
                  <a:lnTo>
                    <a:pt x="208" y="761"/>
                  </a:lnTo>
                  <a:close/>
                  <a:moveTo>
                    <a:pt x="1403" y="870"/>
                  </a:moveTo>
                  <a:lnTo>
                    <a:pt x="1443" y="910"/>
                  </a:lnTo>
                  <a:lnTo>
                    <a:pt x="1443" y="910"/>
                  </a:lnTo>
                  <a:lnTo>
                    <a:pt x="1423" y="870"/>
                  </a:lnTo>
                  <a:close/>
                  <a:moveTo>
                    <a:pt x="139" y="890"/>
                  </a:moveTo>
                  <a:lnTo>
                    <a:pt x="238" y="929"/>
                  </a:lnTo>
                  <a:lnTo>
                    <a:pt x="179" y="890"/>
                  </a:lnTo>
                  <a:close/>
                  <a:moveTo>
                    <a:pt x="1033" y="1537"/>
                  </a:moveTo>
                  <a:lnTo>
                    <a:pt x="1028" y="1542"/>
                  </a:lnTo>
                  <a:lnTo>
                    <a:pt x="1048" y="1542"/>
                  </a:lnTo>
                  <a:lnTo>
                    <a:pt x="1033" y="1537"/>
                  </a:lnTo>
                  <a:close/>
                  <a:moveTo>
                    <a:pt x="139" y="1561"/>
                  </a:moveTo>
                  <a:lnTo>
                    <a:pt x="159" y="1581"/>
                  </a:lnTo>
                  <a:lnTo>
                    <a:pt x="218" y="1581"/>
                  </a:lnTo>
                  <a:lnTo>
                    <a:pt x="139" y="1561"/>
                  </a:lnTo>
                  <a:close/>
                  <a:moveTo>
                    <a:pt x="40" y="1621"/>
                  </a:moveTo>
                  <a:lnTo>
                    <a:pt x="119" y="1660"/>
                  </a:lnTo>
                  <a:lnTo>
                    <a:pt x="139" y="1680"/>
                  </a:lnTo>
                  <a:lnTo>
                    <a:pt x="159" y="1700"/>
                  </a:lnTo>
                  <a:lnTo>
                    <a:pt x="198" y="1719"/>
                  </a:lnTo>
                  <a:lnTo>
                    <a:pt x="258" y="1739"/>
                  </a:lnTo>
                  <a:lnTo>
                    <a:pt x="277" y="1739"/>
                  </a:lnTo>
                  <a:lnTo>
                    <a:pt x="238" y="1719"/>
                  </a:lnTo>
                  <a:lnTo>
                    <a:pt x="218" y="1700"/>
                  </a:lnTo>
                  <a:lnTo>
                    <a:pt x="258" y="1700"/>
                  </a:lnTo>
                  <a:lnTo>
                    <a:pt x="139" y="1660"/>
                  </a:lnTo>
                  <a:lnTo>
                    <a:pt x="159" y="1640"/>
                  </a:lnTo>
                  <a:lnTo>
                    <a:pt x="139" y="1640"/>
                  </a:lnTo>
                  <a:lnTo>
                    <a:pt x="40" y="1621"/>
                  </a:lnTo>
                  <a:close/>
                  <a:moveTo>
                    <a:pt x="475" y="1818"/>
                  </a:moveTo>
                  <a:lnTo>
                    <a:pt x="495" y="1838"/>
                  </a:lnTo>
                  <a:lnTo>
                    <a:pt x="514" y="1838"/>
                  </a:lnTo>
                  <a:lnTo>
                    <a:pt x="475" y="1818"/>
                  </a:lnTo>
                  <a:close/>
                  <a:moveTo>
                    <a:pt x="1245" y="1996"/>
                  </a:moveTo>
                  <a:lnTo>
                    <a:pt x="1304" y="2016"/>
                  </a:lnTo>
                  <a:lnTo>
                    <a:pt x="1304" y="2016"/>
                  </a:lnTo>
                  <a:lnTo>
                    <a:pt x="1285" y="1996"/>
                  </a:lnTo>
                  <a:close/>
                  <a:moveTo>
                    <a:pt x="159" y="2095"/>
                  </a:moveTo>
                  <a:lnTo>
                    <a:pt x="179" y="2114"/>
                  </a:lnTo>
                  <a:lnTo>
                    <a:pt x="198" y="2095"/>
                  </a:lnTo>
                  <a:close/>
                  <a:moveTo>
                    <a:pt x="1462" y="1"/>
                  </a:moveTo>
                  <a:lnTo>
                    <a:pt x="850" y="317"/>
                  </a:lnTo>
                  <a:lnTo>
                    <a:pt x="297" y="633"/>
                  </a:lnTo>
                  <a:lnTo>
                    <a:pt x="198" y="692"/>
                  </a:lnTo>
                  <a:lnTo>
                    <a:pt x="238" y="692"/>
                  </a:lnTo>
                  <a:lnTo>
                    <a:pt x="238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297" y="771"/>
                  </a:lnTo>
                  <a:lnTo>
                    <a:pt x="317" y="771"/>
                  </a:lnTo>
                  <a:lnTo>
                    <a:pt x="337" y="791"/>
                  </a:lnTo>
                  <a:lnTo>
                    <a:pt x="337" y="811"/>
                  </a:lnTo>
                  <a:lnTo>
                    <a:pt x="297" y="791"/>
                  </a:lnTo>
                  <a:lnTo>
                    <a:pt x="277" y="79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58" y="791"/>
                  </a:lnTo>
                  <a:lnTo>
                    <a:pt x="277" y="811"/>
                  </a:lnTo>
                  <a:lnTo>
                    <a:pt x="258" y="811"/>
                  </a:lnTo>
                  <a:lnTo>
                    <a:pt x="238" y="791"/>
                  </a:lnTo>
                  <a:lnTo>
                    <a:pt x="238" y="811"/>
                  </a:lnTo>
                  <a:lnTo>
                    <a:pt x="258" y="831"/>
                  </a:lnTo>
                  <a:lnTo>
                    <a:pt x="198" y="811"/>
                  </a:lnTo>
                  <a:lnTo>
                    <a:pt x="218" y="831"/>
                  </a:lnTo>
                  <a:lnTo>
                    <a:pt x="159" y="831"/>
                  </a:lnTo>
                  <a:lnTo>
                    <a:pt x="179" y="850"/>
                  </a:lnTo>
                  <a:lnTo>
                    <a:pt x="218" y="870"/>
                  </a:lnTo>
                  <a:lnTo>
                    <a:pt x="277" y="870"/>
                  </a:lnTo>
                  <a:lnTo>
                    <a:pt x="356" y="910"/>
                  </a:lnTo>
                  <a:lnTo>
                    <a:pt x="356" y="929"/>
                  </a:lnTo>
                  <a:lnTo>
                    <a:pt x="297" y="929"/>
                  </a:lnTo>
                  <a:lnTo>
                    <a:pt x="337" y="949"/>
                  </a:lnTo>
                  <a:lnTo>
                    <a:pt x="297" y="949"/>
                  </a:lnTo>
                  <a:lnTo>
                    <a:pt x="297" y="969"/>
                  </a:lnTo>
                  <a:lnTo>
                    <a:pt x="258" y="949"/>
                  </a:lnTo>
                  <a:lnTo>
                    <a:pt x="258" y="929"/>
                  </a:lnTo>
                  <a:lnTo>
                    <a:pt x="198" y="929"/>
                  </a:lnTo>
                  <a:lnTo>
                    <a:pt x="159" y="910"/>
                  </a:lnTo>
                  <a:lnTo>
                    <a:pt x="176" y="945"/>
                  </a:lnTo>
                  <a:lnTo>
                    <a:pt x="176" y="945"/>
                  </a:lnTo>
                  <a:lnTo>
                    <a:pt x="100" y="929"/>
                  </a:lnTo>
                  <a:lnTo>
                    <a:pt x="80" y="929"/>
                  </a:lnTo>
                  <a:lnTo>
                    <a:pt x="119" y="949"/>
                  </a:lnTo>
                  <a:lnTo>
                    <a:pt x="159" y="949"/>
                  </a:lnTo>
                  <a:lnTo>
                    <a:pt x="159" y="969"/>
                  </a:lnTo>
                  <a:lnTo>
                    <a:pt x="139" y="969"/>
                  </a:lnTo>
                  <a:lnTo>
                    <a:pt x="139" y="989"/>
                  </a:lnTo>
                  <a:lnTo>
                    <a:pt x="119" y="989"/>
                  </a:lnTo>
                  <a:lnTo>
                    <a:pt x="179" y="1008"/>
                  </a:lnTo>
                  <a:lnTo>
                    <a:pt x="179" y="1008"/>
                  </a:lnTo>
                  <a:lnTo>
                    <a:pt x="159" y="989"/>
                  </a:lnTo>
                  <a:lnTo>
                    <a:pt x="198" y="989"/>
                  </a:lnTo>
                  <a:lnTo>
                    <a:pt x="218" y="1008"/>
                  </a:lnTo>
                  <a:lnTo>
                    <a:pt x="218" y="1028"/>
                  </a:lnTo>
                  <a:lnTo>
                    <a:pt x="238" y="1048"/>
                  </a:lnTo>
                  <a:lnTo>
                    <a:pt x="258" y="1087"/>
                  </a:lnTo>
                  <a:lnTo>
                    <a:pt x="198" y="1087"/>
                  </a:lnTo>
                  <a:lnTo>
                    <a:pt x="139" y="1048"/>
                  </a:lnTo>
                  <a:lnTo>
                    <a:pt x="139" y="1028"/>
                  </a:lnTo>
                  <a:lnTo>
                    <a:pt x="139" y="1008"/>
                  </a:lnTo>
                  <a:lnTo>
                    <a:pt x="119" y="1028"/>
                  </a:lnTo>
                  <a:lnTo>
                    <a:pt x="119" y="1048"/>
                  </a:lnTo>
                  <a:lnTo>
                    <a:pt x="159" y="1087"/>
                  </a:lnTo>
                  <a:lnTo>
                    <a:pt x="139" y="1087"/>
                  </a:lnTo>
                  <a:lnTo>
                    <a:pt x="80" y="1068"/>
                  </a:lnTo>
                  <a:lnTo>
                    <a:pt x="21" y="1068"/>
                  </a:lnTo>
                  <a:lnTo>
                    <a:pt x="21" y="1087"/>
                  </a:lnTo>
                  <a:lnTo>
                    <a:pt x="119" y="1107"/>
                  </a:lnTo>
                  <a:lnTo>
                    <a:pt x="100" y="1127"/>
                  </a:lnTo>
                  <a:lnTo>
                    <a:pt x="139" y="1127"/>
                  </a:lnTo>
                  <a:lnTo>
                    <a:pt x="179" y="1147"/>
                  </a:lnTo>
                  <a:lnTo>
                    <a:pt x="159" y="1147"/>
                  </a:lnTo>
                  <a:lnTo>
                    <a:pt x="119" y="1127"/>
                  </a:lnTo>
                  <a:lnTo>
                    <a:pt x="119" y="1147"/>
                  </a:lnTo>
                  <a:lnTo>
                    <a:pt x="100" y="1147"/>
                  </a:lnTo>
                  <a:lnTo>
                    <a:pt x="159" y="1166"/>
                  </a:lnTo>
                  <a:lnTo>
                    <a:pt x="198" y="1206"/>
                  </a:lnTo>
                  <a:lnTo>
                    <a:pt x="179" y="1206"/>
                  </a:lnTo>
                  <a:lnTo>
                    <a:pt x="159" y="1186"/>
                  </a:lnTo>
                  <a:lnTo>
                    <a:pt x="139" y="1186"/>
                  </a:lnTo>
                  <a:lnTo>
                    <a:pt x="139" y="1166"/>
                  </a:lnTo>
                  <a:lnTo>
                    <a:pt x="119" y="1186"/>
                  </a:lnTo>
                  <a:lnTo>
                    <a:pt x="179" y="1226"/>
                  </a:lnTo>
                  <a:lnTo>
                    <a:pt x="218" y="1226"/>
                  </a:lnTo>
                  <a:lnTo>
                    <a:pt x="258" y="1245"/>
                  </a:lnTo>
                  <a:lnTo>
                    <a:pt x="159" y="1245"/>
                  </a:lnTo>
                  <a:lnTo>
                    <a:pt x="218" y="1265"/>
                  </a:lnTo>
                  <a:lnTo>
                    <a:pt x="238" y="1285"/>
                  </a:lnTo>
                  <a:lnTo>
                    <a:pt x="277" y="1305"/>
                  </a:lnTo>
                  <a:lnTo>
                    <a:pt x="218" y="1305"/>
                  </a:lnTo>
                  <a:lnTo>
                    <a:pt x="198" y="1285"/>
                  </a:lnTo>
                  <a:lnTo>
                    <a:pt x="139" y="1285"/>
                  </a:lnTo>
                  <a:lnTo>
                    <a:pt x="100" y="1245"/>
                  </a:lnTo>
                  <a:lnTo>
                    <a:pt x="80" y="1245"/>
                  </a:lnTo>
                  <a:lnTo>
                    <a:pt x="100" y="1265"/>
                  </a:lnTo>
                  <a:lnTo>
                    <a:pt x="119" y="1285"/>
                  </a:lnTo>
                  <a:lnTo>
                    <a:pt x="80" y="1285"/>
                  </a:lnTo>
                  <a:lnTo>
                    <a:pt x="80" y="1305"/>
                  </a:lnTo>
                  <a:lnTo>
                    <a:pt x="119" y="1305"/>
                  </a:lnTo>
                  <a:lnTo>
                    <a:pt x="179" y="1324"/>
                  </a:lnTo>
                  <a:lnTo>
                    <a:pt x="100" y="1324"/>
                  </a:lnTo>
                  <a:lnTo>
                    <a:pt x="139" y="1344"/>
                  </a:lnTo>
                  <a:lnTo>
                    <a:pt x="218" y="1384"/>
                  </a:lnTo>
                  <a:lnTo>
                    <a:pt x="277" y="1384"/>
                  </a:lnTo>
                  <a:lnTo>
                    <a:pt x="297" y="1403"/>
                  </a:lnTo>
                  <a:lnTo>
                    <a:pt x="317" y="1403"/>
                  </a:lnTo>
                  <a:lnTo>
                    <a:pt x="356" y="1423"/>
                  </a:lnTo>
                  <a:lnTo>
                    <a:pt x="396" y="1423"/>
                  </a:lnTo>
                  <a:lnTo>
                    <a:pt x="356" y="1443"/>
                  </a:lnTo>
                  <a:lnTo>
                    <a:pt x="297" y="1443"/>
                  </a:lnTo>
                  <a:lnTo>
                    <a:pt x="159" y="1384"/>
                  </a:lnTo>
                  <a:lnTo>
                    <a:pt x="1" y="1324"/>
                  </a:lnTo>
                  <a:lnTo>
                    <a:pt x="21" y="1364"/>
                  </a:lnTo>
                  <a:lnTo>
                    <a:pt x="21" y="1384"/>
                  </a:lnTo>
                  <a:lnTo>
                    <a:pt x="1" y="1384"/>
                  </a:lnTo>
                  <a:lnTo>
                    <a:pt x="80" y="1423"/>
                  </a:lnTo>
                  <a:lnTo>
                    <a:pt x="179" y="1463"/>
                  </a:lnTo>
                  <a:lnTo>
                    <a:pt x="159" y="1463"/>
                  </a:lnTo>
                  <a:lnTo>
                    <a:pt x="179" y="1482"/>
                  </a:lnTo>
                  <a:lnTo>
                    <a:pt x="198" y="1502"/>
                  </a:lnTo>
                  <a:lnTo>
                    <a:pt x="198" y="1522"/>
                  </a:lnTo>
                  <a:lnTo>
                    <a:pt x="238" y="1542"/>
                  </a:lnTo>
                  <a:lnTo>
                    <a:pt x="337" y="1561"/>
                  </a:lnTo>
                  <a:lnTo>
                    <a:pt x="337" y="1581"/>
                  </a:lnTo>
                  <a:lnTo>
                    <a:pt x="356" y="1581"/>
                  </a:lnTo>
                  <a:lnTo>
                    <a:pt x="396" y="1621"/>
                  </a:lnTo>
                  <a:lnTo>
                    <a:pt x="337" y="1601"/>
                  </a:lnTo>
                  <a:lnTo>
                    <a:pt x="317" y="1621"/>
                  </a:lnTo>
                  <a:lnTo>
                    <a:pt x="337" y="1640"/>
                  </a:lnTo>
                  <a:lnTo>
                    <a:pt x="277" y="1601"/>
                  </a:lnTo>
                  <a:lnTo>
                    <a:pt x="297" y="1601"/>
                  </a:lnTo>
                  <a:lnTo>
                    <a:pt x="258" y="1581"/>
                  </a:lnTo>
                  <a:lnTo>
                    <a:pt x="218" y="1581"/>
                  </a:lnTo>
                  <a:lnTo>
                    <a:pt x="238" y="1601"/>
                  </a:lnTo>
                  <a:lnTo>
                    <a:pt x="179" y="1601"/>
                  </a:lnTo>
                  <a:lnTo>
                    <a:pt x="159" y="1621"/>
                  </a:lnTo>
                  <a:lnTo>
                    <a:pt x="159" y="1640"/>
                  </a:lnTo>
                  <a:lnTo>
                    <a:pt x="198" y="1640"/>
                  </a:lnTo>
                  <a:lnTo>
                    <a:pt x="277" y="1680"/>
                  </a:lnTo>
                  <a:lnTo>
                    <a:pt x="317" y="1700"/>
                  </a:lnTo>
                  <a:lnTo>
                    <a:pt x="337" y="1719"/>
                  </a:lnTo>
                  <a:lnTo>
                    <a:pt x="376" y="1719"/>
                  </a:lnTo>
                  <a:lnTo>
                    <a:pt x="396" y="1700"/>
                  </a:lnTo>
                  <a:lnTo>
                    <a:pt x="495" y="1719"/>
                  </a:lnTo>
                  <a:lnTo>
                    <a:pt x="613" y="1798"/>
                  </a:lnTo>
                  <a:lnTo>
                    <a:pt x="554" y="1779"/>
                  </a:lnTo>
                  <a:lnTo>
                    <a:pt x="633" y="1818"/>
                  </a:lnTo>
                  <a:lnTo>
                    <a:pt x="514" y="1798"/>
                  </a:lnTo>
                  <a:lnTo>
                    <a:pt x="534" y="1818"/>
                  </a:lnTo>
                  <a:lnTo>
                    <a:pt x="514" y="1838"/>
                  </a:lnTo>
                  <a:lnTo>
                    <a:pt x="574" y="1838"/>
                  </a:lnTo>
                  <a:lnTo>
                    <a:pt x="574" y="1818"/>
                  </a:lnTo>
                  <a:lnTo>
                    <a:pt x="613" y="1838"/>
                  </a:lnTo>
                  <a:lnTo>
                    <a:pt x="593" y="1858"/>
                  </a:lnTo>
                  <a:lnTo>
                    <a:pt x="633" y="1877"/>
                  </a:lnTo>
                  <a:lnTo>
                    <a:pt x="712" y="1897"/>
                  </a:lnTo>
                  <a:lnTo>
                    <a:pt x="593" y="1897"/>
                  </a:lnTo>
                  <a:lnTo>
                    <a:pt x="455" y="1838"/>
                  </a:lnTo>
                  <a:lnTo>
                    <a:pt x="475" y="1858"/>
                  </a:lnTo>
                  <a:lnTo>
                    <a:pt x="475" y="1858"/>
                  </a:lnTo>
                  <a:lnTo>
                    <a:pt x="277" y="1779"/>
                  </a:lnTo>
                  <a:lnTo>
                    <a:pt x="258" y="1798"/>
                  </a:lnTo>
                  <a:lnTo>
                    <a:pt x="238" y="1818"/>
                  </a:lnTo>
                  <a:lnTo>
                    <a:pt x="100" y="1779"/>
                  </a:lnTo>
                  <a:lnTo>
                    <a:pt x="119" y="1818"/>
                  </a:lnTo>
                  <a:lnTo>
                    <a:pt x="40" y="1818"/>
                  </a:lnTo>
                  <a:lnTo>
                    <a:pt x="80" y="1838"/>
                  </a:lnTo>
                  <a:lnTo>
                    <a:pt x="100" y="1838"/>
                  </a:lnTo>
                  <a:lnTo>
                    <a:pt x="179" y="1858"/>
                  </a:lnTo>
                  <a:lnTo>
                    <a:pt x="159" y="1858"/>
                  </a:lnTo>
                  <a:lnTo>
                    <a:pt x="179" y="1877"/>
                  </a:lnTo>
                  <a:lnTo>
                    <a:pt x="198" y="1858"/>
                  </a:lnTo>
                  <a:lnTo>
                    <a:pt x="238" y="1858"/>
                  </a:lnTo>
                  <a:lnTo>
                    <a:pt x="277" y="1877"/>
                  </a:lnTo>
                  <a:lnTo>
                    <a:pt x="337" y="1897"/>
                  </a:lnTo>
                  <a:lnTo>
                    <a:pt x="356" y="1877"/>
                  </a:lnTo>
                  <a:lnTo>
                    <a:pt x="396" y="1897"/>
                  </a:lnTo>
                  <a:lnTo>
                    <a:pt x="380" y="1913"/>
                  </a:lnTo>
                  <a:lnTo>
                    <a:pt x="380" y="1913"/>
                  </a:lnTo>
                  <a:lnTo>
                    <a:pt x="238" y="1877"/>
                  </a:lnTo>
                  <a:lnTo>
                    <a:pt x="258" y="1897"/>
                  </a:lnTo>
                  <a:lnTo>
                    <a:pt x="179" y="1897"/>
                  </a:lnTo>
                  <a:lnTo>
                    <a:pt x="159" y="1877"/>
                  </a:lnTo>
                  <a:lnTo>
                    <a:pt x="139" y="1877"/>
                  </a:lnTo>
                  <a:lnTo>
                    <a:pt x="139" y="1897"/>
                  </a:lnTo>
                  <a:lnTo>
                    <a:pt x="119" y="1877"/>
                  </a:lnTo>
                  <a:lnTo>
                    <a:pt x="100" y="1877"/>
                  </a:lnTo>
                  <a:lnTo>
                    <a:pt x="100" y="1858"/>
                  </a:lnTo>
                  <a:lnTo>
                    <a:pt x="60" y="1897"/>
                  </a:lnTo>
                  <a:lnTo>
                    <a:pt x="40" y="1877"/>
                  </a:lnTo>
                  <a:lnTo>
                    <a:pt x="21" y="1877"/>
                  </a:lnTo>
                  <a:lnTo>
                    <a:pt x="119" y="1937"/>
                  </a:lnTo>
                  <a:lnTo>
                    <a:pt x="60" y="1937"/>
                  </a:lnTo>
                  <a:lnTo>
                    <a:pt x="80" y="1956"/>
                  </a:lnTo>
                  <a:lnTo>
                    <a:pt x="100" y="1976"/>
                  </a:lnTo>
                  <a:lnTo>
                    <a:pt x="159" y="1996"/>
                  </a:lnTo>
                  <a:lnTo>
                    <a:pt x="218" y="2016"/>
                  </a:lnTo>
                  <a:lnTo>
                    <a:pt x="238" y="2016"/>
                  </a:lnTo>
                  <a:lnTo>
                    <a:pt x="258" y="2035"/>
                  </a:lnTo>
                  <a:lnTo>
                    <a:pt x="80" y="1996"/>
                  </a:lnTo>
                  <a:lnTo>
                    <a:pt x="60" y="1996"/>
                  </a:lnTo>
                  <a:lnTo>
                    <a:pt x="119" y="2035"/>
                  </a:lnTo>
                  <a:lnTo>
                    <a:pt x="179" y="2035"/>
                  </a:lnTo>
                  <a:lnTo>
                    <a:pt x="198" y="2055"/>
                  </a:lnTo>
                  <a:lnTo>
                    <a:pt x="179" y="2075"/>
                  </a:lnTo>
                  <a:lnTo>
                    <a:pt x="218" y="2095"/>
                  </a:lnTo>
                  <a:lnTo>
                    <a:pt x="258" y="2095"/>
                  </a:lnTo>
                  <a:lnTo>
                    <a:pt x="317" y="2134"/>
                  </a:lnTo>
                  <a:lnTo>
                    <a:pt x="277" y="2134"/>
                  </a:lnTo>
                  <a:lnTo>
                    <a:pt x="179" y="2114"/>
                  </a:lnTo>
                  <a:lnTo>
                    <a:pt x="119" y="2114"/>
                  </a:lnTo>
                  <a:lnTo>
                    <a:pt x="60" y="2095"/>
                  </a:lnTo>
                  <a:lnTo>
                    <a:pt x="80" y="2114"/>
                  </a:lnTo>
                  <a:lnTo>
                    <a:pt x="40" y="2114"/>
                  </a:lnTo>
                  <a:lnTo>
                    <a:pt x="80" y="2134"/>
                  </a:lnTo>
                  <a:lnTo>
                    <a:pt x="139" y="2134"/>
                  </a:lnTo>
                  <a:lnTo>
                    <a:pt x="258" y="2193"/>
                  </a:lnTo>
                  <a:lnTo>
                    <a:pt x="258" y="2174"/>
                  </a:lnTo>
                  <a:lnTo>
                    <a:pt x="238" y="2174"/>
                  </a:lnTo>
                  <a:lnTo>
                    <a:pt x="198" y="2154"/>
                  </a:lnTo>
                  <a:lnTo>
                    <a:pt x="179" y="2134"/>
                  </a:lnTo>
                  <a:lnTo>
                    <a:pt x="179" y="2134"/>
                  </a:lnTo>
                  <a:lnTo>
                    <a:pt x="258" y="2174"/>
                  </a:lnTo>
                  <a:lnTo>
                    <a:pt x="317" y="2193"/>
                  </a:lnTo>
                  <a:lnTo>
                    <a:pt x="376" y="2213"/>
                  </a:lnTo>
                  <a:lnTo>
                    <a:pt x="416" y="2233"/>
                  </a:lnTo>
                  <a:lnTo>
                    <a:pt x="396" y="2213"/>
                  </a:lnTo>
                  <a:lnTo>
                    <a:pt x="317" y="2174"/>
                  </a:lnTo>
                  <a:lnTo>
                    <a:pt x="297" y="2174"/>
                  </a:lnTo>
                  <a:lnTo>
                    <a:pt x="258" y="2154"/>
                  </a:lnTo>
                  <a:lnTo>
                    <a:pt x="337" y="2174"/>
                  </a:lnTo>
                  <a:lnTo>
                    <a:pt x="356" y="2154"/>
                  </a:lnTo>
                  <a:lnTo>
                    <a:pt x="376" y="2154"/>
                  </a:lnTo>
                  <a:lnTo>
                    <a:pt x="416" y="2134"/>
                  </a:lnTo>
                  <a:lnTo>
                    <a:pt x="356" y="2114"/>
                  </a:lnTo>
                  <a:lnTo>
                    <a:pt x="277" y="2095"/>
                  </a:lnTo>
                  <a:lnTo>
                    <a:pt x="277" y="2075"/>
                  </a:lnTo>
                  <a:lnTo>
                    <a:pt x="337" y="2095"/>
                  </a:lnTo>
                  <a:lnTo>
                    <a:pt x="356" y="2114"/>
                  </a:lnTo>
                  <a:lnTo>
                    <a:pt x="435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33"/>
                  </a:lnTo>
                  <a:lnTo>
                    <a:pt x="692" y="2253"/>
                  </a:lnTo>
                  <a:lnTo>
                    <a:pt x="751" y="2253"/>
                  </a:lnTo>
                  <a:lnTo>
                    <a:pt x="791" y="2272"/>
                  </a:lnTo>
                  <a:lnTo>
                    <a:pt x="791" y="2253"/>
                  </a:lnTo>
                  <a:lnTo>
                    <a:pt x="830" y="2272"/>
                  </a:lnTo>
                  <a:lnTo>
                    <a:pt x="850" y="2292"/>
                  </a:lnTo>
                  <a:lnTo>
                    <a:pt x="890" y="2292"/>
                  </a:lnTo>
                  <a:lnTo>
                    <a:pt x="870" y="2272"/>
                  </a:lnTo>
                  <a:lnTo>
                    <a:pt x="791" y="2233"/>
                  </a:lnTo>
                  <a:lnTo>
                    <a:pt x="811" y="2233"/>
                  </a:lnTo>
                  <a:lnTo>
                    <a:pt x="811" y="2213"/>
                  </a:lnTo>
                  <a:lnTo>
                    <a:pt x="771" y="2193"/>
                  </a:lnTo>
                  <a:lnTo>
                    <a:pt x="771" y="2174"/>
                  </a:lnTo>
                  <a:lnTo>
                    <a:pt x="811" y="2174"/>
                  </a:lnTo>
                  <a:lnTo>
                    <a:pt x="712" y="2154"/>
                  </a:lnTo>
                  <a:lnTo>
                    <a:pt x="712" y="2134"/>
                  </a:lnTo>
                  <a:lnTo>
                    <a:pt x="712" y="2114"/>
                  </a:lnTo>
                  <a:lnTo>
                    <a:pt x="751" y="2134"/>
                  </a:lnTo>
                  <a:lnTo>
                    <a:pt x="771" y="2154"/>
                  </a:lnTo>
                  <a:lnTo>
                    <a:pt x="771" y="2134"/>
                  </a:lnTo>
                  <a:lnTo>
                    <a:pt x="751" y="2114"/>
                  </a:lnTo>
                  <a:lnTo>
                    <a:pt x="672" y="2075"/>
                  </a:lnTo>
                  <a:lnTo>
                    <a:pt x="574" y="2055"/>
                  </a:lnTo>
                  <a:lnTo>
                    <a:pt x="534" y="2035"/>
                  </a:lnTo>
                  <a:lnTo>
                    <a:pt x="593" y="2035"/>
                  </a:lnTo>
                  <a:lnTo>
                    <a:pt x="751" y="2075"/>
                  </a:lnTo>
                  <a:lnTo>
                    <a:pt x="751" y="2075"/>
                  </a:lnTo>
                  <a:lnTo>
                    <a:pt x="712" y="2055"/>
                  </a:lnTo>
                  <a:lnTo>
                    <a:pt x="672" y="2016"/>
                  </a:lnTo>
                  <a:lnTo>
                    <a:pt x="771" y="2055"/>
                  </a:lnTo>
                  <a:lnTo>
                    <a:pt x="811" y="2095"/>
                  </a:lnTo>
                  <a:lnTo>
                    <a:pt x="791" y="2095"/>
                  </a:lnTo>
                  <a:lnTo>
                    <a:pt x="791" y="2114"/>
                  </a:lnTo>
                  <a:lnTo>
                    <a:pt x="850" y="2134"/>
                  </a:lnTo>
                  <a:lnTo>
                    <a:pt x="870" y="2174"/>
                  </a:lnTo>
                  <a:lnTo>
                    <a:pt x="929" y="2154"/>
                  </a:lnTo>
                  <a:lnTo>
                    <a:pt x="969" y="2174"/>
                  </a:lnTo>
                  <a:lnTo>
                    <a:pt x="949" y="2154"/>
                  </a:lnTo>
                  <a:lnTo>
                    <a:pt x="1008" y="2174"/>
                  </a:lnTo>
                  <a:lnTo>
                    <a:pt x="1067" y="2174"/>
                  </a:lnTo>
                  <a:lnTo>
                    <a:pt x="1067" y="2193"/>
                  </a:lnTo>
                  <a:lnTo>
                    <a:pt x="1087" y="2213"/>
                  </a:lnTo>
                  <a:lnTo>
                    <a:pt x="1107" y="2213"/>
                  </a:lnTo>
                  <a:lnTo>
                    <a:pt x="1127" y="2193"/>
                  </a:lnTo>
                  <a:lnTo>
                    <a:pt x="929" y="2114"/>
                  </a:lnTo>
                  <a:lnTo>
                    <a:pt x="909" y="2075"/>
                  </a:lnTo>
                  <a:lnTo>
                    <a:pt x="929" y="2075"/>
                  </a:lnTo>
                  <a:lnTo>
                    <a:pt x="969" y="2095"/>
                  </a:lnTo>
                  <a:lnTo>
                    <a:pt x="1048" y="2134"/>
                  </a:lnTo>
                  <a:lnTo>
                    <a:pt x="1048" y="2134"/>
                  </a:lnTo>
                  <a:lnTo>
                    <a:pt x="1028" y="2114"/>
                  </a:lnTo>
                  <a:lnTo>
                    <a:pt x="1048" y="2114"/>
                  </a:lnTo>
                  <a:lnTo>
                    <a:pt x="1008" y="2095"/>
                  </a:lnTo>
                  <a:lnTo>
                    <a:pt x="1028" y="2075"/>
                  </a:lnTo>
                  <a:lnTo>
                    <a:pt x="1107" y="2095"/>
                  </a:lnTo>
                  <a:lnTo>
                    <a:pt x="1127" y="2095"/>
                  </a:lnTo>
                  <a:lnTo>
                    <a:pt x="1107" y="2114"/>
                  </a:lnTo>
                  <a:lnTo>
                    <a:pt x="1146" y="2134"/>
                  </a:lnTo>
                  <a:lnTo>
                    <a:pt x="1127" y="2134"/>
                  </a:lnTo>
                  <a:lnTo>
                    <a:pt x="1186" y="2154"/>
                  </a:lnTo>
                  <a:lnTo>
                    <a:pt x="1206" y="2154"/>
                  </a:lnTo>
                  <a:lnTo>
                    <a:pt x="1206" y="2134"/>
                  </a:lnTo>
                  <a:lnTo>
                    <a:pt x="1186" y="2134"/>
                  </a:lnTo>
                  <a:lnTo>
                    <a:pt x="1186" y="2114"/>
                  </a:lnTo>
                  <a:lnTo>
                    <a:pt x="1265" y="2134"/>
                  </a:lnTo>
                  <a:lnTo>
                    <a:pt x="1285" y="2114"/>
                  </a:lnTo>
                  <a:lnTo>
                    <a:pt x="1304" y="2114"/>
                  </a:lnTo>
                  <a:lnTo>
                    <a:pt x="1285" y="2095"/>
                  </a:lnTo>
                  <a:lnTo>
                    <a:pt x="1304" y="2095"/>
                  </a:lnTo>
                  <a:lnTo>
                    <a:pt x="1285" y="2075"/>
                  </a:lnTo>
                  <a:lnTo>
                    <a:pt x="1245" y="2055"/>
                  </a:lnTo>
                  <a:lnTo>
                    <a:pt x="1146" y="2016"/>
                  </a:lnTo>
                  <a:lnTo>
                    <a:pt x="1146" y="2016"/>
                  </a:lnTo>
                  <a:lnTo>
                    <a:pt x="1265" y="2055"/>
                  </a:lnTo>
                  <a:lnTo>
                    <a:pt x="1245" y="2035"/>
                  </a:lnTo>
                  <a:lnTo>
                    <a:pt x="1304" y="2035"/>
                  </a:lnTo>
                  <a:lnTo>
                    <a:pt x="1245" y="2016"/>
                  </a:lnTo>
                  <a:lnTo>
                    <a:pt x="1206" y="1996"/>
                  </a:lnTo>
                  <a:lnTo>
                    <a:pt x="1127" y="1976"/>
                  </a:lnTo>
                  <a:lnTo>
                    <a:pt x="1127" y="1956"/>
                  </a:lnTo>
                  <a:lnTo>
                    <a:pt x="1186" y="1976"/>
                  </a:lnTo>
                  <a:lnTo>
                    <a:pt x="1206" y="1996"/>
                  </a:lnTo>
                  <a:lnTo>
                    <a:pt x="1225" y="1996"/>
                  </a:lnTo>
                  <a:lnTo>
                    <a:pt x="1265" y="1976"/>
                  </a:lnTo>
                  <a:lnTo>
                    <a:pt x="1324" y="1976"/>
                  </a:lnTo>
                  <a:lnTo>
                    <a:pt x="1265" y="1956"/>
                  </a:lnTo>
                  <a:lnTo>
                    <a:pt x="1206" y="1917"/>
                  </a:lnTo>
                  <a:lnTo>
                    <a:pt x="1225" y="1937"/>
                  </a:lnTo>
                  <a:lnTo>
                    <a:pt x="1225" y="1937"/>
                  </a:lnTo>
                  <a:lnTo>
                    <a:pt x="1146" y="1897"/>
                  </a:lnTo>
                  <a:lnTo>
                    <a:pt x="1245" y="1897"/>
                  </a:lnTo>
                  <a:lnTo>
                    <a:pt x="1265" y="1917"/>
                  </a:lnTo>
                  <a:lnTo>
                    <a:pt x="1285" y="1937"/>
                  </a:lnTo>
                  <a:lnTo>
                    <a:pt x="1304" y="1937"/>
                  </a:lnTo>
                  <a:lnTo>
                    <a:pt x="1304" y="1917"/>
                  </a:lnTo>
                  <a:lnTo>
                    <a:pt x="1285" y="1897"/>
                  </a:lnTo>
                  <a:lnTo>
                    <a:pt x="1324" y="1877"/>
                  </a:lnTo>
                  <a:lnTo>
                    <a:pt x="1285" y="1838"/>
                  </a:lnTo>
                  <a:lnTo>
                    <a:pt x="1285" y="1818"/>
                  </a:lnTo>
                  <a:lnTo>
                    <a:pt x="1166" y="1779"/>
                  </a:lnTo>
                  <a:lnTo>
                    <a:pt x="1206" y="1779"/>
                  </a:lnTo>
                  <a:lnTo>
                    <a:pt x="1245" y="1798"/>
                  </a:lnTo>
                  <a:lnTo>
                    <a:pt x="1344" y="1818"/>
                  </a:lnTo>
                  <a:lnTo>
                    <a:pt x="1285" y="1779"/>
                  </a:lnTo>
                  <a:lnTo>
                    <a:pt x="1344" y="1798"/>
                  </a:lnTo>
                  <a:lnTo>
                    <a:pt x="1344" y="1779"/>
                  </a:lnTo>
                  <a:lnTo>
                    <a:pt x="1304" y="1739"/>
                  </a:lnTo>
                  <a:lnTo>
                    <a:pt x="1265" y="1700"/>
                  </a:lnTo>
                  <a:lnTo>
                    <a:pt x="1245" y="1680"/>
                  </a:lnTo>
                  <a:lnTo>
                    <a:pt x="1344" y="1719"/>
                  </a:lnTo>
                  <a:lnTo>
                    <a:pt x="1364" y="1739"/>
                  </a:lnTo>
                  <a:lnTo>
                    <a:pt x="1383" y="1739"/>
                  </a:lnTo>
                  <a:lnTo>
                    <a:pt x="1383" y="1719"/>
                  </a:lnTo>
                  <a:lnTo>
                    <a:pt x="1403" y="1719"/>
                  </a:lnTo>
                  <a:lnTo>
                    <a:pt x="1403" y="1700"/>
                  </a:lnTo>
                  <a:lnTo>
                    <a:pt x="1364" y="1680"/>
                  </a:lnTo>
                  <a:lnTo>
                    <a:pt x="1304" y="1660"/>
                  </a:lnTo>
                  <a:lnTo>
                    <a:pt x="1364" y="1660"/>
                  </a:lnTo>
                  <a:lnTo>
                    <a:pt x="1324" y="1640"/>
                  </a:lnTo>
                  <a:lnTo>
                    <a:pt x="1304" y="1640"/>
                  </a:lnTo>
                  <a:lnTo>
                    <a:pt x="1285" y="1601"/>
                  </a:lnTo>
                  <a:lnTo>
                    <a:pt x="1344" y="1621"/>
                  </a:lnTo>
                  <a:lnTo>
                    <a:pt x="1285" y="1581"/>
                  </a:lnTo>
                  <a:lnTo>
                    <a:pt x="1206" y="1561"/>
                  </a:lnTo>
                  <a:lnTo>
                    <a:pt x="1166" y="1561"/>
                  </a:lnTo>
                  <a:lnTo>
                    <a:pt x="1186" y="1581"/>
                  </a:lnTo>
                  <a:lnTo>
                    <a:pt x="1186" y="1601"/>
                  </a:lnTo>
                  <a:lnTo>
                    <a:pt x="1127" y="1601"/>
                  </a:lnTo>
                  <a:lnTo>
                    <a:pt x="1067" y="1581"/>
                  </a:lnTo>
                  <a:lnTo>
                    <a:pt x="1107" y="1581"/>
                  </a:lnTo>
                  <a:lnTo>
                    <a:pt x="1048" y="1561"/>
                  </a:lnTo>
                  <a:lnTo>
                    <a:pt x="1028" y="1561"/>
                  </a:lnTo>
                  <a:lnTo>
                    <a:pt x="949" y="1522"/>
                  </a:lnTo>
                  <a:lnTo>
                    <a:pt x="909" y="1482"/>
                  </a:lnTo>
                  <a:lnTo>
                    <a:pt x="909" y="1482"/>
                  </a:lnTo>
                  <a:lnTo>
                    <a:pt x="988" y="1522"/>
                  </a:lnTo>
                  <a:lnTo>
                    <a:pt x="1033" y="1537"/>
                  </a:lnTo>
                  <a:lnTo>
                    <a:pt x="1033" y="1537"/>
                  </a:lnTo>
                  <a:lnTo>
                    <a:pt x="1048" y="1522"/>
                  </a:lnTo>
                  <a:lnTo>
                    <a:pt x="1127" y="1561"/>
                  </a:lnTo>
                  <a:lnTo>
                    <a:pt x="1067" y="1522"/>
                  </a:lnTo>
                  <a:lnTo>
                    <a:pt x="988" y="1502"/>
                  </a:lnTo>
                  <a:lnTo>
                    <a:pt x="929" y="1482"/>
                  </a:lnTo>
                  <a:lnTo>
                    <a:pt x="1008" y="1482"/>
                  </a:lnTo>
                  <a:lnTo>
                    <a:pt x="988" y="1463"/>
                  </a:lnTo>
                  <a:lnTo>
                    <a:pt x="969" y="1443"/>
                  </a:lnTo>
                  <a:lnTo>
                    <a:pt x="969" y="1443"/>
                  </a:lnTo>
                  <a:lnTo>
                    <a:pt x="1028" y="1463"/>
                  </a:lnTo>
                  <a:lnTo>
                    <a:pt x="1008" y="1463"/>
                  </a:lnTo>
                  <a:lnTo>
                    <a:pt x="1048" y="1482"/>
                  </a:lnTo>
                  <a:lnTo>
                    <a:pt x="1087" y="1502"/>
                  </a:lnTo>
                  <a:lnTo>
                    <a:pt x="1146" y="1522"/>
                  </a:lnTo>
                  <a:lnTo>
                    <a:pt x="1206" y="1542"/>
                  </a:lnTo>
                  <a:lnTo>
                    <a:pt x="1324" y="1581"/>
                  </a:lnTo>
                  <a:lnTo>
                    <a:pt x="1364" y="1581"/>
                  </a:lnTo>
                  <a:lnTo>
                    <a:pt x="1324" y="1542"/>
                  </a:lnTo>
                  <a:lnTo>
                    <a:pt x="1344" y="1542"/>
                  </a:lnTo>
                  <a:lnTo>
                    <a:pt x="1344" y="1522"/>
                  </a:lnTo>
                  <a:lnTo>
                    <a:pt x="1364" y="1522"/>
                  </a:lnTo>
                  <a:lnTo>
                    <a:pt x="1364" y="1502"/>
                  </a:lnTo>
                  <a:lnTo>
                    <a:pt x="1324" y="1463"/>
                  </a:lnTo>
                  <a:lnTo>
                    <a:pt x="1403" y="1463"/>
                  </a:lnTo>
                  <a:lnTo>
                    <a:pt x="1403" y="1443"/>
                  </a:lnTo>
                  <a:lnTo>
                    <a:pt x="1364" y="1403"/>
                  </a:lnTo>
                  <a:lnTo>
                    <a:pt x="1324" y="1364"/>
                  </a:lnTo>
                  <a:lnTo>
                    <a:pt x="1324" y="1344"/>
                  </a:lnTo>
                  <a:lnTo>
                    <a:pt x="1383" y="1344"/>
                  </a:lnTo>
                  <a:lnTo>
                    <a:pt x="1344" y="1324"/>
                  </a:lnTo>
                  <a:lnTo>
                    <a:pt x="1403" y="1324"/>
                  </a:lnTo>
                  <a:lnTo>
                    <a:pt x="1383" y="1305"/>
                  </a:lnTo>
                  <a:lnTo>
                    <a:pt x="1364" y="1285"/>
                  </a:lnTo>
                  <a:lnTo>
                    <a:pt x="1423" y="1285"/>
                  </a:lnTo>
                  <a:lnTo>
                    <a:pt x="1423" y="1265"/>
                  </a:lnTo>
                  <a:lnTo>
                    <a:pt x="1383" y="1245"/>
                  </a:lnTo>
                  <a:lnTo>
                    <a:pt x="1324" y="1206"/>
                  </a:lnTo>
                  <a:lnTo>
                    <a:pt x="1324" y="1206"/>
                  </a:lnTo>
                  <a:lnTo>
                    <a:pt x="1423" y="1245"/>
                  </a:lnTo>
                  <a:lnTo>
                    <a:pt x="1423" y="1245"/>
                  </a:lnTo>
                  <a:lnTo>
                    <a:pt x="1403" y="1147"/>
                  </a:lnTo>
                  <a:lnTo>
                    <a:pt x="1383" y="1068"/>
                  </a:lnTo>
                  <a:lnTo>
                    <a:pt x="1403" y="1068"/>
                  </a:lnTo>
                  <a:lnTo>
                    <a:pt x="1403" y="1048"/>
                  </a:lnTo>
                  <a:lnTo>
                    <a:pt x="1383" y="1008"/>
                  </a:lnTo>
                  <a:lnTo>
                    <a:pt x="1344" y="969"/>
                  </a:lnTo>
                  <a:lnTo>
                    <a:pt x="1344" y="949"/>
                  </a:lnTo>
                  <a:lnTo>
                    <a:pt x="1364" y="949"/>
                  </a:lnTo>
                  <a:lnTo>
                    <a:pt x="1324" y="929"/>
                  </a:lnTo>
                  <a:lnTo>
                    <a:pt x="1265" y="890"/>
                  </a:lnTo>
                  <a:lnTo>
                    <a:pt x="1146" y="870"/>
                  </a:lnTo>
                  <a:lnTo>
                    <a:pt x="1127" y="850"/>
                  </a:lnTo>
                  <a:lnTo>
                    <a:pt x="1166" y="850"/>
                  </a:lnTo>
                  <a:lnTo>
                    <a:pt x="1225" y="870"/>
                  </a:lnTo>
                  <a:lnTo>
                    <a:pt x="1324" y="890"/>
                  </a:lnTo>
                  <a:lnTo>
                    <a:pt x="1403" y="929"/>
                  </a:lnTo>
                  <a:lnTo>
                    <a:pt x="1344" y="870"/>
                  </a:lnTo>
                  <a:lnTo>
                    <a:pt x="1344" y="850"/>
                  </a:lnTo>
                  <a:lnTo>
                    <a:pt x="1383" y="850"/>
                  </a:lnTo>
                  <a:lnTo>
                    <a:pt x="1383" y="870"/>
                  </a:lnTo>
                  <a:lnTo>
                    <a:pt x="1403" y="870"/>
                  </a:lnTo>
                  <a:lnTo>
                    <a:pt x="1383" y="850"/>
                  </a:lnTo>
                  <a:lnTo>
                    <a:pt x="1403" y="850"/>
                  </a:lnTo>
                  <a:lnTo>
                    <a:pt x="1423" y="870"/>
                  </a:lnTo>
                  <a:lnTo>
                    <a:pt x="142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811"/>
                  </a:lnTo>
                  <a:lnTo>
                    <a:pt x="1383" y="811"/>
                  </a:lnTo>
                  <a:lnTo>
                    <a:pt x="1324" y="771"/>
                  </a:lnTo>
                  <a:lnTo>
                    <a:pt x="1403" y="791"/>
                  </a:lnTo>
                  <a:lnTo>
                    <a:pt x="1403" y="791"/>
                  </a:lnTo>
                  <a:lnTo>
                    <a:pt x="1344" y="771"/>
                  </a:lnTo>
                  <a:lnTo>
                    <a:pt x="1344" y="752"/>
                  </a:lnTo>
                  <a:lnTo>
                    <a:pt x="1423" y="752"/>
                  </a:lnTo>
                  <a:lnTo>
                    <a:pt x="1403" y="732"/>
                  </a:lnTo>
                  <a:lnTo>
                    <a:pt x="1383" y="712"/>
                  </a:lnTo>
                  <a:lnTo>
                    <a:pt x="1383" y="712"/>
                  </a:lnTo>
                  <a:lnTo>
                    <a:pt x="1443" y="732"/>
                  </a:lnTo>
                  <a:lnTo>
                    <a:pt x="1462" y="692"/>
                  </a:lnTo>
                  <a:lnTo>
                    <a:pt x="1462" y="673"/>
                  </a:lnTo>
                  <a:lnTo>
                    <a:pt x="1502" y="653"/>
                  </a:lnTo>
                  <a:lnTo>
                    <a:pt x="1482" y="633"/>
                  </a:lnTo>
                  <a:lnTo>
                    <a:pt x="1423" y="593"/>
                  </a:lnTo>
                  <a:lnTo>
                    <a:pt x="1403" y="593"/>
                  </a:lnTo>
                  <a:lnTo>
                    <a:pt x="1344" y="574"/>
                  </a:lnTo>
                  <a:lnTo>
                    <a:pt x="1324" y="554"/>
                  </a:lnTo>
                  <a:lnTo>
                    <a:pt x="1304" y="534"/>
                  </a:lnTo>
                  <a:lnTo>
                    <a:pt x="1304" y="534"/>
                  </a:lnTo>
                  <a:lnTo>
                    <a:pt x="1364" y="554"/>
                  </a:lnTo>
                  <a:lnTo>
                    <a:pt x="1383" y="554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43" y="534"/>
                  </a:lnTo>
                  <a:lnTo>
                    <a:pt x="1482" y="554"/>
                  </a:lnTo>
                  <a:lnTo>
                    <a:pt x="1482" y="554"/>
                  </a:lnTo>
                  <a:lnTo>
                    <a:pt x="1462" y="534"/>
                  </a:lnTo>
                  <a:lnTo>
                    <a:pt x="1423" y="495"/>
                  </a:lnTo>
                  <a:lnTo>
                    <a:pt x="1462" y="514"/>
                  </a:lnTo>
                  <a:lnTo>
                    <a:pt x="1502" y="514"/>
                  </a:lnTo>
                  <a:lnTo>
                    <a:pt x="1502" y="495"/>
                  </a:lnTo>
                  <a:lnTo>
                    <a:pt x="1462" y="475"/>
                  </a:lnTo>
                  <a:lnTo>
                    <a:pt x="1383" y="455"/>
                  </a:lnTo>
                  <a:lnTo>
                    <a:pt x="1403" y="455"/>
                  </a:lnTo>
                  <a:lnTo>
                    <a:pt x="1383" y="435"/>
                  </a:lnTo>
                  <a:lnTo>
                    <a:pt x="1383" y="435"/>
                  </a:lnTo>
                  <a:lnTo>
                    <a:pt x="1482" y="475"/>
                  </a:lnTo>
                  <a:lnTo>
                    <a:pt x="1423" y="435"/>
                  </a:lnTo>
                  <a:lnTo>
                    <a:pt x="1383" y="416"/>
                  </a:lnTo>
                  <a:lnTo>
                    <a:pt x="1403" y="416"/>
                  </a:lnTo>
                  <a:lnTo>
                    <a:pt x="1383" y="396"/>
                  </a:lnTo>
                  <a:lnTo>
                    <a:pt x="1403" y="396"/>
                  </a:lnTo>
                  <a:lnTo>
                    <a:pt x="1344" y="376"/>
                  </a:lnTo>
                  <a:lnTo>
                    <a:pt x="1304" y="337"/>
                  </a:lnTo>
                  <a:lnTo>
                    <a:pt x="1364" y="337"/>
                  </a:lnTo>
                  <a:lnTo>
                    <a:pt x="1443" y="356"/>
                  </a:lnTo>
                  <a:lnTo>
                    <a:pt x="1443" y="376"/>
                  </a:lnTo>
                  <a:lnTo>
                    <a:pt x="1522" y="376"/>
                  </a:lnTo>
                  <a:lnTo>
                    <a:pt x="1541" y="356"/>
                  </a:lnTo>
                  <a:lnTo>
                    <a:pt x="1541" y="317"/>
                  </a:lnTo>
                  <a:lnTo>
                    <a:pt x="1522" y="297"/>
                  </a:lnTo>
                  <a:lnTo>
                    <a:pt x="1522" y="277"/>
                  </a:lnTo>
                  <a:lnTo>
                    <a:pt x="1502" y="258"/>
                  </a:lnTo>
                  <a:lnTo>
                    <a:pt x="1443" y="218"/>
                  </a:lnTo>
                  <a:lnTo>
                    <a:pt x="1502" y="238"/>
                  </a:lnTo>
                  <a:lnTo>
                    <a:pt x="1561" y="218"/>
                  </a:lnTo>
                  <a:lnTo>
                    <a:pt x="1561" y="198"/>
                  </a:lnTo>
                  <a:lnTo>
                    <a:pt x="1581" y="179"/>
                  </a:lnTo>
                  <a:lnTo>
                    <a:pt x="1561" y="139"/>
                  </a:lnTo>
                  <a:lnTo>
                    <a:pt x="1541" y="119"/>
                  </a:lnTo>
                  <a:lnTo>
                    <a:pt x="1581" y="119"/>
                  </a:lnTo>
                  <a:lnTo>
                    <a:pt x="1522" y="80"/>
                  </a:lnTo>
                  <a:lnTo>
                    <a:pt x="1502" y="60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20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20"/>
            <p:cNvSpPr/>
            <p:nvPr/>
          </p:nvSpPr>
          <p:spPr>
            <a:xfrm>
              <a:off x="-1699275" y="3344525"/>
              <a:ext cx="25" cy="500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20"/>
            <p:cNvSpPr/>
            <p:nvPr/>
          </p:nvSpPr>
          <p:spPr>
            <a:xfrm>
              <a:off x="-1610900" y="33149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20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20"/>
            <p:cNvSpPr/>
            <p:nvPr/>
          </p:nvSpPr>
          <p:spPr>
            <a:xfrm>
              <a:off x="-1607450" y="3317850"/>
              <a:ext cx="1525" cy="5450"/>
            </a:xfrm>
            <a:custGeom>
              <a:rect b="b" l="l" r="r" t="t"/>
              <a:pathLst>
                <a:path extrusionOk="0" h="218" w="61">
                  <a:moveTo>
                    <a:pt x="60" y="1"/>
                  </a:moveTo>
                  <a:lnTo>
                    <a:pt x="40" y="20"/>
                  </a:lnTo>
                  <a:lnTo>
                    <a:pt x="40" y="80"/>
                  </a:lnTo>
                  <a:lnTo>
                    <a:pt x="1" y="218"/>
                  </a:lnTo>
                  <a:lnTo>
                    <a:pt x="40" y="11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20"/>
            <p:cNvSpPr/>
            <p:nvPr/>
          </p:nvSpPr>
          <p:spPr>
            <a:xfrm>
              <a:off x="-1602000" y="3297600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20"/>
            <p:cNvSpPr/>
            <p:nvPr/>
          </p:nvSpPr>
          <p:spPr>
            <a:xfrm>
              <a:off x="-1612375" y="3293150"/>
              <a:ext cx="39525" cy="35600"/>
            </a:xfrm>
            <a:custGeom>
              <a:rect b="b" l="l" r="r" t="t"/>
              <a:pathLst>
                <a:path extrusionOk="0" h="1424" w="1581">
                  <a:moveTo>
                    <a:pt x="929" y="60"/>
                  </a:moveTo>
                  <a:lnTo>
                    <a:pt x="909" y="100"/>
                  </a:lnTo>
                  <a:lnTo>
                    <a:pt x="929" y="80"/>
                  </a:lnTo>
                  <a:lnTo>
                    <a:pt x="929" y="60"/>
                  </a:lnTo>
                  <a:close/>
                  <a:moveTo>
                    <a:pt x="376" y="100"/>
                  </a:moveTo>
                  <a:lnTo>
                    <a:pt x="376" y="100"/>
                  </a:lnTo>
                  <a:lnTo>
                    <a:pt x="376" y="100"/>
                  </a:lnTo>
                  <a:close/>
                  <a:moveTo>
                    <a:pt x="870" y="100"/>
                  </a:moveTo>
                  <a:lnTo>
                    <a:pt x="870" y="100"/>
                  </a:lnTo>
                  <a:lnTo>
                    <a:pt x="870" y="100"/>
                  </a:lnTo>
                  <a:close/>
                  <a:moveTo>
                    <a:pt x="474" y="119"/>
                  </a:moveTo>
                  <a:lnTo>
                    <a:pt x="474" y="119"/>
                  </a:lnTo>
                  <a:lnTo>
                    <a:pt x="474" y="119"/>
                  </a:lnTo>
                  <a:close/>
                  <a:moveTo>
                    <a:pt x="415" y="119"/>
                  </a:moveTo>
                  <a:lnTo>
                    <a:pt x="395" y="15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415" y="119"/>
                  </a:lnTo>
                  <a:close/>
                  <a:moveTo>
                    <a:pt x="771" y="139"/>
                  </a:moveTo>
                  <a:lnTo>
                    <a:pt x="751" y="179"/>
                  </a:lnTo>
                  <a:lnTo>
                    <a:pt x="756" y="184"/>
                  </a:lnTo>
                  <a:lnTo>
                    <a:pt x="771" y="139"/>
                  </a:lnTo>
                  <a:close/>
                  <a:moveTo>
                    <a:pt x="633" y="100"/>
                  </a:moveTo>
                  <a:lnTo>
                    <a:pt x="593" y="159"/>
                  </a:lnTo>
                  <a:lnTo>
                    <a:pt x="573" y="218"/>
                  </a:lnTo>
                  <a:lnTo>
                    <a:pt x="534" y="317"/>
                  </a:lnTo>
                  <a:lnTo>
                    <a:pt x="534" y="337"/>
                  </a:lnTo>
                  <a:lnTo>
                    <a:pt x="553" y="337"/>
                  </a:lnTo>
                  <a:lnTo>
                    <a:pt x="573" y="297"/>
                  </a:lnTo>
                  <a:lnTo>
                    <a:pt x="573" y="317"/>
                  </a:lnTo>
                  <a:lnTo>
                    <a:pt x="613" y="198"/>
                  </a:lnTo>
                  <a:lnTo>
                    <a:pt x="633" y="100"/>
                  </a:lnTo>
                  <a:close/>
                  <a:moveTo>
                    <a:pt x="672" y="297"/>
                  </a:moveTo>
                  <a:lnTo>
                    <a:pt x="672" y="337"/>
                  </a:lnTo>
                  <a:lnTo>
                    <a:pt x="692" y="297"/>
                  </a:lnTo>
                  <a:close/>
                  <a:moveTo>
                    <a:pt x="316" y="277"/>
                  </a:moveTo>
                  <a:lnTo>
                    <a:pt x="316" y="317"/>
                  </a:lnTo>
                  <a:lnTo>
                    <a:pt x="316" y="337"/>
                  </a:lnTo>
                  <a:lnTo>
                    <a:pt x="297" y="376"/>
                  </a:lnTo>
                  <a:lnTo>
                    <a:pt x="316" y="277"/>
                  </a:lnTo>
                  <a:close/>
                  <a:moveTo>
                    <a:pt x="158" y="831"/>
                  </a:moveTo>
                  <a:lnTo>
                    <a:pt x="152" y="850"/>
                  </a:lnTo>
                  <a:lnTo>
                    <a:pt x="158" y="850"/>
                  </a:lnTo>
                  <a:lnTo>
                    <a:pt x="158" y="831"/>
                  </a:lnTo>
                  <a:close/>
                  <a:moveTo>
                    <a:pt x="139" y="850"/>
                  </a:moveTo>
                  <a:lnTo>
                    <a:pt x="139" y="890"/>
                  </a:lnTo>
                  <a:lnTo>
                    <a:pt x="152" y="850"/>
                  </a:lnTo>
                  <a:close/>
                  <a:moveTo>
                    <a:pt x="277" y="870"/>
                  </a:moveTo>
                  <a:lnTo>
                    <a:pt x="257" y="890"/>
                  </a:lnTo>
                  <a:lnTo>
                    <a:pt x="277" y="890"/>
                  </a:lnTo>
                  <a:lnTo>
                    <a:pt x="277" y="870"/>
                  </a:lnTo>
                  <a:close/>
                  <a:moveTo>
                    <a:pt x="139" y="890"/>
                  </a:moveTo>
                  <a:lnTo>
                    <a:pt x="132" y="916"/>
                  </a:lnTo>
                  <a:lnTo>
                    <a:pt x="132" y="916"/>
                  </a:lnTo>
                  <a:lnTo>
                    <a:pt x="139" y="910"/>
                  </a:lnTo>
                  <a:lnTo>
                    <a:pt x="139" y="890"/>
                  </a:lnTo>
                  <a:close/>
                  <a:moveTo>
                    <a:pt x="830" y="989"/>
                  </a:moveTo>
                  <a:lnTo>
                    <a:pt x="810" y="1008"/>
                  </a:lnTo>
                  <a:lnTo>
                    <a:pt x="830" y="1008"/>
                  </a:lnTo>
                  <a:lnTo>
                    <a:pt x="830" y="989"/>
                  </a:lnTo>
                  <a:close/>
                  <a:moveTo>
                    <a:pt x="744" y="1324"/>
                  </a:moveTo>
                  <a:lnTo>
                    <a:pt x="731" y="1364"/>
                  </a:lnTo>
                  <a:lnTo>
                    <a:pt x="751" y="1324"/>
                  </a:lnTo>
                  <a:close/>
                  <a:moveTo>
                    <a:pt x="771" y="1384"/>
                  </a:moveTo>
                  <a:lnTo>
                    <a:pt x="771" y="1384"/>
                  </a:lnTo>
                  <a:lnTo>
                    <a:pt x="771" y="1384"/>
                  </a:lnTo>
                  <a:close/>
                  <a:moveTo>
                    <a:pt x="1028" y="1384"/>
                  </a:moveTo>
                  <a:lnTo>
                    <a:pt x="1028" y="1384"/>
                  </a:lnTo>
                  <a:lnTo>
                    <a:pt x="1028" y="1384"/>
                  </a:lnTo>
                  <a:close/>
                  <a:moveTo>
                    <a:pt x="810" y="1"/>
                  </a:moveTo>
                  <a:lnTo>
                    <a:pt x="791" y="100"/>
                  </a:lnTo>
                  <a:lnTo>
                    <a:pt x="771" y="198"/>
                  </a:lnTo>
                  <a:lnTo>
                    <a:pt x="756" y="184"/>
                  </a:lnTo>
                  <a:lnTo>
                    <a:pt x="751" y="198"/>
                  </a:lnTo>
                  <a:lnTo>
                    <a:pt x="712" y="218"/>
                  </a:lnTo>
                  <a:lnTo>
                    <a:pt x="692" y="277"/>
                  </a:lnTo>
                  <a:lnTo>
                    <a:pt x="692" y="356"/>
                  </a:lnTo>
                  <a:lnTo>
                    <a:pt x="672" y="376"/>
                  </a:lnTo>
                  <a:lnTo>
                    <a:pt x="672" y="396"/>
                  </a:lnTo>
                  <a:lnTo>
                    <a:pt x="672" y="435"/>
                  </a:lnTo>
                  <a:lnTo>
                    <a:pt x="652" y="435"/>
                  </a:lnTo>
                  <a:lnTo>
                    <a:pt x="672" y="376"/>
                  </a:lnTo>
                  <a:lnTo>
                    <a:pt x="652" y="356"/>
                  </a:lnTo>
                  <a:lnTo>
                    <a:pt x="633" y="376"/>
                  </a:lnTo>
                  <a:lnTo>
                    <a:pt x="652" y="317"/>
                  </a:lnTo>
                  <a:lnTo>
                    <a:pt x="652" y="297"/>
                  </a:lnTo>
                  <a:lnTo>
                    <a:pt x="672" y="297"/>
                  </a:lnTo>
                  <a:lnTo>
                    <a:pt x="672" y="277"/>
                  </a:lnTo>
                  <a:lnTo>
                    <a:pt x="672" y="218"/>
                  </a:lnTo>
                  <a:lnTo>
                    <a:pt x="652" y="277"/>
                  </a:lnTo>
                  <a:lnTo>
                    <a:pt x="652" y="218"/>
                  </a:lnTo>
                  <a:lnTo>
                    <a:pt x="633" y="198"/>
                  </a:lnTo>
                  <a:lnTo>
                    <a:pt x="613" y="198"/>
                  </a:lnTo>
                  <a:lnTo>
                    <a:pt x="613" y="238"/>
                  </a:lnTo>
                  <a:lnTo>
                    <a:pt x="593" y="337"/>
                  </a:lnTo>
                  <a:lnTo>
                    <a:pt x="573" y="376"/>
                  </a:lnTo>
                  <a:lnTo>
                    <a:pt x="573" y="396"/>
                  </a:lnTo>
                  <a:lnTo>
                    <a:pt x="573" y="435"/>
                  </a:lnTo>
                  <a:lnTo>
                    <a:pt x="593" y="455"/>
                  </a:lnTo>
                  <a:lnTo>
                    <a:pt x="573" y="534"/>
                  </a:lnTo>
                  <a:lnTo>
                    <a:pt x="553" y="613"/>
                  </a:lnTo>
                  <a:lnTo>
                    <a:pt x="514" y="712"/>
                  </a:lnTo>
                  <a:lnTo>
                    <a:pt x="514" y="712"/>
                  </a:lnTo>
                  <a:lnTo>
                    <a:pt x="534" y="594"/>
                  </a:lnTo>
                  <a:lnTo>
                    <a:pt x="514" y="574"/>
                  </a:lnTo>
                  <a:lnTo>
                    <a:pt x="494" y="594"/>
                  </a:lnTo>
                  <a:lnTo>
                    <a:pt x="494" y="633"/>
                  </a:lnTo>
                  <a:lnTo>
                    <a:pt x="514" y="633"/>
                  </a:lnTo>
                  <a:lnTo>
                    <a:pt x="494" y="673"/>
                  </a:lnTo>
                  <a:lnTo>
                    <a:pt x="474" y="712"/>
                  </a:lnTo>
                  <a:lnTo>
                    <a:pt x="455" y="791"/>
                  </a:lnTo>
                  <a:lnTo>
                    <a:pt x="455" y="752"/>
                  </a:lnTo>
                  <a:lnTo>
                    <a:pt x="455" y="692"/>
                  </a:lnTo>
                  <a:lnTo>
                    <a:pt x="455" y="673"/>
                  </a:lnTo>
                  <a:lnTo>
                    <a:pt x="474" y="534"/>
                  </a:lnTo>
                  <a:lnTo>
                    <a:pt x="474" y="554"/>
                  </a:lnTo>
                  <a:lnTo>
                    <a:pt x="514" y="337"/>
                  </a:lnTo>
                  <a:lnTo>
                    <a:pt x="494" y="317"/>
                  </a:lnTo>
                  <a:lnTo>
                    <a:pt x="474" y="317"/>
                  </a:lnTo>
                  <a:lnTo>
                    <a:pt x="494" y="179"/>
                  </a:lnTo>
                  <a:lnTo>
                    <a:pt x="474" y="198"/>
                  </a:lnTo>
                  <a:lnTo>
                    <a:pt x="474" y="179"/>
                  </a:lnTo>
                  <a:lnTo>
                    <a:pt x="474" y="119"/>
                  </a:lnTo>
                  <a:lnTo>
                    <a:pt x="455" y="179"/>
                  </a:lnTo>
                  <a:lnTo>
                    <a:pt x="455" y="258"/>
                  </a:lnTo>
                  <a:lnTo>
                    <a:pt x="435" y="238"/>
                  </a:lnTo>
                  <a:lnTo>
                    <a:pt x="435" y="258"/>
                  </a:lnTo>
                  <a:lnTo>
                    <a:pt x="435" y="277"/>
                  </a:lnTo>
                  <a:lnTo>
                    <a:pt x="455" y="317"/>
                  </a:lnTo>
                  <a:lnTo>
                    <a:pt x="435" y="416"/>
                  </a:lnTo>
                  <a:lnTo>
                    <a:pt x="435" y="435"/>
                  </a:lnTo>
                  <a:lnTo>
                    <a:pt x="435" y="475"/>
                  </a:lnTo>
                  <a:lnTo>
                    <a:pt x="417" y="475"/>
                  </a:lnTo>
                  <a:lnTo>
                    <a:pt x="435" y="317"/>
                  </a:lnTo>
                  <a:lnTo>
                    <a:pt x="415" y="337"/>
                  </a:lnTo>
                  <a:lnTo>
                    <a:pt x="415" y="297"/>
                  </a:lnTo>
                  <a:lnTo>
                    <a:pt x="415" y="258"/>
                  </a:lnTo>
                  <a:lnTo>
                    <a:pt x="415" y="238"/>
                  </a:lnTo>
                  <a:lnTo>
                    <a:pt x="415" y="198"/>
                  </a:lnTo>
                  <a:lnTo>
                    <a:pt x="415" y="17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76" y="218"/>
                  </a:lnTo>
                  <a:lnTo>
                    <a:pt x="376" y="159"/>
                  </a:lnTo>
                  <a:lnTo>
                    <a:pt x="376" y="100"/>
                  </a:lnTo>
                  <a:lnTo>
                    <a:pt x="356" y="159"/>
                  </a:lnTo>
                  <a:lnTo>
                    <a:pt x="356" y="179"/>
                  </a:lnTo>
                  <a:lnTo>
                    <a:pt x="336" y="198"/>
                  </a:lnTo>
                  <a:lnTo>
                    <a:pt x="326" y="228"/>
                  </a:lnTo>
                  <a:lnTo>
                    <a:pt x="336" y="179"/>
                  </a:lnTo>
                  <a:lnTo>
                    <a:pt x="316" y="198"/>
                  </a:lnTo>
                  <a:lnTo>
                    <a:pt x="316" y="179"/>
                  </a:lnTo>
                  <a:lnTo>
                    <a:pt x="297" y="238"/>
                  </a:lnTo>
                  <a:lnTo>
                    <a:pt x="297" y="297"/>
                  </a:lnTo>
                  <a:lnTo>
                    <a:pt x="277" y="317"/>
                  </a:lnTo>
                  <a:lnTo>
                    <a:pt x="277" y="297"/>
                  </a:lnTo>
                  <a:lnTo>
                    <a:pt x="257" y="337"/>
                  </a:lnTo>
                  <a:lnTo>
                    <a:pt x="257" y="376"/>
                  </a:lnTo>
                  <a:lnTo>
                    <a:pt x="237" y="455"/>
                  </a:lnTo>
                  <a:lnTo>
                    <a:pt x="237" y="396"/>
                  </a:lnTo>
                  <a:lnTo>
                    <a:pt x="237" y="317"/>
                  </a:lnTo>
                  <a:lnTo>
                    <a:pt x="257" y="297"/>
                  </a:lnTo>
                  <a:lnTo>
                    <a:pt x="237" y="297"/>
                  </a:lnTo>
                  <a:lnTo>
                    <a:pt x="237" y="179"/>
                  </a:lnTo>
                  <a:lnTo>
                    <a:pt x="218" y="198"/>
                  </a:lnTo>
                  <a:lnTo>
                    <a:pt x="218" y="218"/>
                  </a:lnTo>
                  <a:lnTo>
                    <a:pt x="218" y="238"/>
                  </a:lnTo>
                  <a:lnTo>
                    <a:pt x="218" y="258"/>
                  </a:lnTo>
                  <a:lnTo>
                    <a:pt x="178" y="396"/>
                  </a:lnTo>
                  <a:lnTo>
                    <a:pt x="198" y="376"/>
                  </a:lnTo>
                  <a:lnTo>
                    <a:pt x="218" y="317"/>
                  </a:lnTo>
                  <a:lnTo>
                    <a:pt x="198" y="396"/>
                  </a:lnTo>
                  <a:lnTo>
                    <a:pt x="178" y="455"/>
                  </a:lnTo>
                  <a:lnTo>
                    <a:pt x="158" y="514"/>
                  </a:lnTo>
                  <a:lnTo>
                    <a:pt x="158" y="554"/>
                  </a:lnTo>
                  <a:lnTo>
                    <a:pt x="178" y="534"/>
                  </a:lnTo>
                  <a:lnTo>
                    <a:pt x="198" y="435"/>
                  </a:lnTo>
                  <a:lnTo>
                    <a:pt x="218" y="396"/>
                  </a:lnTo>
                  <a:lnTo>
                    <a:pt x="198" y="455"/>
                  </a:lnTo>
                  <a:lnTo>
                    <a:pt x="218" y="475"/>
                  </a:lnTo>
                  <a:lnTo>
                    <a:pt x="218" y="495"/>
                  </a:lnTo>
                  <a:lnTo>
                    <a:pt x="237" y="554"/>
                  </a:lnTo>
                  <a:lnTo>
                    <a:pt x="237" y="475"/>
                  </a:lnTo>
                  <a:lnTo>
                    <a:pt x="257" y="396"/>
                  </a:lnTo>
                  <a:lnTo>
                    <a:pt x="277" y="376"/>
                  </a:lnTo>
                  <a:lnTo>
                    <a:pt x="277" y="396"/>
                  </a:lnTo>
                  <a:lnTo>
                    <a:pt x="277" y="435"/>
                  </a:lnTo>
                  <a:lnTo>
                    <a:pt x="257" y="475"/>
                  </a:lnTo>
                  <a:lnTo>
                    <a:pt x="237" y="574"/>
                  </a:lnTo>
                  <a:lnTo>
                    <a:pt x="198" y="692"/>
                  </a:lnTo>
                  <a:lnTo>
                    <a:pt x="178" y="771"/>
                  </a:lnTo>
                  <a:lnTo>
                    <a:pt x="158" y="850"/>
                  </a:lnTo>
                  <a:lnTo>
                    <a:pt x="158" y="890"/>
                  </a:lnTo>
                  <a:lnTo>
                    <a:pt x="158" y="910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2" y="916"/>
                  </a:lnTo>
                  <a:lnTo>
                    <a:pt x="132" y="916"/>
                  </a:lnTo>
                  <a:lnTo>
                    <a:pt x="119" y="929"/>
                  </a:lnTo>
                  <a:lnTo>
                    <a:pt x="119" y="910"/>
                  </a:lnTo>
                  <a:lnTo>
                    <a:pt x="139" y="732"/>
                  </a:lnTo>
                  <a:lnTo>
                    <a:pt x="158" y="574"/>
                  </a:lnTo>
                  <a:lnTo>
                    <a:pt x="139" y="554"/>
                  </a:lnTo>
                  <a:lnTo>
                    <a:pt x="139" y="574"/>
                  </a:lnTo>
                  <a:lnTo>
                    <a:pt x="119" y="594"/>
                  </a:lnTo>
                  <a:lnTo>
                    <a:pt x="119" y="594"/>
                  </a:lnTo>
                  <a:lnTo>
                    <a:pt x="158" y="396"/>
                  </a:lnTo>
                  <a:lnTo>
                    <a:pt x="139" y="435"/>
                  </a:lnTo>
                  <a:lnTo>
                    <a:pt x="119" y="495"/>
                  </a:lnTo>
                  <a:lnTo>
                    <a:pt x="119" y="455"/>
                  </a:lnTo>
                  <a:lnTo>
                    <a:pt x="99" y="514"/>
                  </a:lnTo>
                  <a:lnTo>
                    <a:pt x="99" y="495"/>
                  </a:lnTo>
                  <a:lnTo>
                    <a:pt x="79" y="594"/>
                  </a:lnTo>
                  <a:lnTo>
                    <a:pt x="79" y="613"/>
                  </a:lnTo>
                  <a:lnTo>
                    <a:pt x="99" y="594"/>
                  </a:lnTo>
                  <a:lnTo>
                    <a:pt x="79" y="653"/>
                  </a:lnTo>
                  <a:lnTo>
                    <a:pt x="79" y="752"/>
                  </a:lnTo>
                  <a:lnTo>
                    <a:pt x="79" y="771"/>
                  </a:lnTo>
                  <a:lnTo>
                    <a:pt x="60" y="791"/>
                  </a:lnTo>
                  <a:lnTo>
                    <a:pt x="79" y="791"/>
                  </a:lnTo>
                  <a:lnTo>
                    <a:pt x="79" y="811"/>
                  </a:lnTo>
                  <a:lnTo>
                    <a:pt x="99" y="811"/>
                  </a:lnTo>
                  <a:lnTo>
                    <a:pt x="99" y="850"/>
                  </a:lnTo>
                  <a:lnTo>
                    <a:pt x="79" y="969"/>
                  </a:lnTo>
                  <a:lnTo>
                    <a:pt x="60" y="989"/>
                  </a:lnTo>
                  <a:lnTo>
                    <a:pt x="60" y="949"/>
                  </a:lnTo>
                  <a:lnTo>
                    <a:pt x="79" y="870"/>
                  </a:lnTo>
                  <a:lnTo>
                    <a:pt x="60" y="870"/>
                  </a:lnTo>
                  <a:lnTo>
                    <a:pt x="60" y="910"/>
                  </a:lnTo>
                  <a:lnTo>
                    <a:pt x="60" y="929"/>
                  </a:lnTo>
                  <a:lnTo>
                    <a:pt x="40" y="1008"/>
                  </a:lnTo>
                  <a:lnTo>
                    <a:pt x="20" y="1008"/>
                  </a:lnTo>
                  <a:lnTo>
                    <a:pt x="20" y="1028"/>
                  </a:lnTo>
                  <a:lnTo>
                    <a:pt x="0" y="1107"/>
                  </a:lnTo>
                  <a:lnTo>
                    <a:pt x="0" y="1186"/>
                  </a:lnTo>
                  <a:lnTo>
                    <a:pt x="20" y="1087"/>
                  </a:lnTo>
                  <a:lnTo>
                    <a:pt x="20" y="1107"/>
                  </a:lnTo>
                  <a:lnTo>
                    <a:pt x="20" y="1186"/>
                  </a:lnTo>
                  <a:lnTo>
                    <a:pt x="40" y="1147"/>
                  </a:lnTo>
                  <a:lnTo>
                    <a:pt x="40" y="1166"/>
                  </a:lnTo>
                  <a:lnTo>
                    <a:pt x="60" y="1127"/>
                  </a:lnTo>
                  <a:lnTo>
                    <a:pt x="60" y="1087"/>
                  </a:lnTo>
                  <a:lnTo>
                    <a:pt x="79" y="1087"/>
                  </a:lnTo>
                  <a:lnTo>
                    <a:pt x="79" y="1107"/>
                  </a:lnTo>
                  <a:lnTo>
                    <a:pt x="99" y="1068"/>
                  </a:lnTo>
                  <a:lnTo>
                    <a:pt x="99" y="1107"/>
                  </a:lnTo>
                  <a:lnTo>
                    <a:pt x="119" y="1048"/>
                  </a:lnTo>
                  <a:lnTo>
                    <a:pt x="119" y="1068"/>
                  </a:lnTo>
                  <a:lnTo>
                    <a:pt x="139" y="969"/>
                  </a:lnTo>
                  <a:lnTo>
                    <a:pt x="158" y="929"/>
                  </a:lnTo>
                  <a:lnTo>
                    <a:pt x="178" y="929"/>
                  </a:lnTo>
                  <a:lnTo>
                    <a:pt x="158" y="969"/>
                  </a:lnTo>
                  <a:lnTo>
                    <a:pt x="158" y="989"/>
                  </a:lnTo>
                  <a:lnTo>
                    <a:pt x="139" y="1028"/>
                  </a:lnTo>
                  <a:lnTo>
                    <a:pt x="139" y="1068"/>
                  </a:lnTo>
                  <a:lnTo>
                    <a:pt x="158" y="1028"/>
                  </a:lnTo>
                  <a:lnTo>
                    <a:pt x="158" y="1008"/>
                  </a:lnTo>
                  <a:lnTo>
                    <a:pt x="198" y="929"/>
                  </a:lnTo>
                  <a:lnTo>
                    <a:pt x="218" y="910"/>
                  </a:lnTo>
                  <a:lnTo>
                    <a:pt x="237" y="890"/>
                  </a:lnTo>
                  <a:lnTo>
                    <a:pt x="237" y="929"/>
                  </a:lnTo>
                  <a:lnTo>
                    <a:pt x="257" y="831"/>
                  </a:lnTo>
                  <a:lnTo>
                    <a:pt x="277" y="811"/>
                  </a:lnTo>
                  <a:lnTo>
                    <a:pt x="277" y="870"/>
                  </a:lnTo>
                  <a:lnTo>
                    <a:pt x="316" y="791"/>
                  </a:lnTo>
                  <a:lnTo>
                    <a:pt x="316" y="692"/>
                  </a:lnTo>
                  <a:lnTo>
                    <a:pt x="336" y="653"/>
                  </a:lnTo>
                  <a:lnTo>
                    <a:pt x="336" y="673"/>
                  </a:lnTo>
                  <a:lnTo>
                    <a:pt x="336" y="712"/>
                  </a:lnTo>
                  <a:lnTo>
                    <a:pt x="316" y="850"/>
                  </a:lnTo>
                  <a:lnTo>
                    <a:pt x="356" y="771"/>
                  </a:lnTo>
                  <a:lnTo>
                    <a:pt x="336" y="870"/>
                  </a:lnTo>
                  <a:lnTo>
                    <a:pt x="316" y="929"/>
                  </a:lnTo>
                  <a:lnTo>
                    <a:pt x="316" y="890"/>
                  </a:lnTo>
                  <a:lnTo>
                    <a:pt x="297" y="910"/>
                  </a:lnTo>
                  <a:lnTo>
                    <a:pt x="297" y="929"/>
                  </a:lnTo>
                  <a:lnTo>
                    <a:pt x="277" y="929"/>
                  </a:lnTo>
                  <a:lnTo>
                    <a:pt x="277" y="949"/>
                  </a:lnTo>
                  <a:lnTo>
                    <a:pt x="257" y="989"/>
                  </a:lnTo>
                  <a:lnTo>
                    <a:pt x="257" y="1048"/>
                  </a:lnTo>
                  <a:lnTo>
                    <a:pt x="257" y="1087"/>
                  </a:lnTo>
                  <a:lnTo>
                    <a:pt x="277" y="1068"/>
                  </a:lnTo>
                  <a:lnTo>
                    <a:pt x="277" y="1127"/>
                  </a:lnTo>
                  <a:lnTo>
                    <a:pt x="257" y="1186"/>
                  </a:lnTo>
                  <a:lnTo>
                    <a:pt x="237" y="1186"/>
                  </a:lnTo>
                  <a:lnTo>
                    <a:pt x="237" y="1226"/>
                  </a:lnTo>
                  <a:lnTo>
                    <a:pt x="237" y="1245"/>
                  </a:lnTo>
                  <a:lnTo>
                    <a:pt x="257" y="1245"/>
                  </a:lnTo>
                  <a:lnTo>
                    <a:pt x="297" y="1028"/>
                  </a:lnTo>
                  <a:lnTo>
                    <a:pt x="316" y="1008"/>
                  </a:lnTo>
                  <a:lnTo>
                    <a:pt x="336" y="1028"/>
                  </a:lnTo>
                  <a:lnTo>
                    <a:pt x="316" y="1068"/>
                  </a:lnTo>
                  <a:lnTo>
                    <a:pt x="297" y="1166"/>
                  </a:lnTo>
                  <a:lnTo>
                    <a:pt x="316" y="1127"/>
                  </a:lnTo>
                  <a:lnTo>
                    <a:pt x="316" y="1107"/>
                  </a:lnTo>
                  <a:lnTo>
                    <a:pt x="336" y="1127"/>
                  </a:lnTo>
                  <a:lnTo>
                    <a:pt x="336" y="1226"/>
                  </a:lnTo>
                  <a:lnTo>
                    <a:pt x="316" y="1226"/>
                  </a:lnTo>
                  <a:lnTo>
                    <a:pt x="316" y="1265"/>
                  </a:lnTo>
                  <a:lnTo>
                    <a:pt x="297" y="1245"/>
                  </a:lnTo>
                  <a:lnTo>
                    <a:pt x="297" y="1305"/>
                  </a:lnTo>
                  <a:lnTo>
                    <a:pt x="316" y="1305"/>
                  </a:lnTo>
                  <a:lnTo>
                    <a:pt x="316" y="1384"/>
                  </a:lnTo>
                  <a:lnTo>
                    <a:pt x="336" y="1403"/>
                  </a:lnTo>
                  <a:lnTo>
                    <a:pt x="356" y="1384"/>
                  </a:lnTo>
                  <a:lnTo>
                    <a:pt x="376" y="1324"/>
                  </a:lnTo>
                  <a:lnTo>
                    <a:pt x="395" y="1245"/>
                  </a:lnTo>
                  <a:lnTo>
                    <a:pt x="376" y="1344"/>
                  </a:lnTo>
                  <a:lnTo>
                    <a:pt x="395" y="1344"/>
                  </a:lnTo>
                  <a:lnTo>
                    <a:pt x="395" y="1403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35" y="1305"/>
                  </a:lnTo>
                  <a:lnTo>
                    <a:pt x="415" y="1324"/>
                  </a:lnTo>
                  <a:lnTo>
                    <a:pt x="415" y="1285"/>
                  </a:lnTo>
                  <a:lnTo>
                    <a:pt x="435" y="1206"/>
                  </a:lnTo>
                  <a:lnTo>
                    <a:pt x="455" y="1206"/>
                  </a:lnTo>
                  <a:lnTo>
                    <a:pt x="435" y="1265"/>
                  </a:lnTo>
                  <a:lnTo>
                    <a:pt x="435" y="1305"/>
                  </a:lnTo>
                  <a:lnTo>
                    <a:pt x="435" y="1344"/>
                  </a:lnTo>
                  <a:lnTo>
                    <a:pt x="435" y="1403"/>
                  </a:lnTo>
                  <a:lnTo>
                    <a:pt x="474" y="1344"/>
                  </a:lnTo>
                  <a:lnTo>
                    <a:pt x="494" y="1265"/>
                  </a:lnTo>
                  <a:lnTo>
                    <a:pt x="474" y="1305"/>
                  </a:lnTo>
                  <a:lnTo>
                    <a:pt x="494" y="1226"/>
                  </a:lnTo>
                  <a:lnTo>
                    <a:pt x="494" y="1265"/>
                  </a:lnTo>
                  <a:lnTo>
                    <a:pt x="514" y="1305"/>
                  </a:lnTo>
                  <a:lnTo>
                    <a:pt x="494" y="1344"/>
                  </a:lnTo>
                  <a:lnTo>
                    <a:pt x="494" y="1324"/>
                  </a:lnTo>
                  <a:lnTo>
                    <a:pt x="474" y="1364"/>
                  </a:lnTo>
                  <a:lnTo>
                    <a:pt x="474" y="1403"/>
                  </a:lnTo>
                  <a:lnTo>
                    <a:pt x="494" y="1364"/>
                  </a:lnTo>
                  <a:lnTo>
                    <a:pt x="514" y="1344"/>
                  </a:lnTo>
                  <a:lnTo>
                    <a:pt x="514" y="1364"/>
                  </a:lnTo>
                  <a:lnTo>
                    <a:pt x="514" y="1384"/>
                  </a:lnTo>
                  <a:lnTo>
                    <a:pt x="534" y="1403"/>
                  </a:lnTo>
                  <a:lnTo>
                    <a:pt x="553" y="1344"/>
                  </a:lnTo>
                  <a:lnTo>
                    <a:pt x="573" y="1344"/>
                  </a:lnTo>
                  <a:lnTo>
                    <a:pt x="593" y="1206"/>
                  </a:lnTo>
                  <a:lnTo>
                    <a:pt x="593" y="1305"/>
                  </a:lnTo>
                  <a:lnTo>
                    <a:pt x="573" y="1384"/>
                  </a:lnTo>
                  <a:lnTo>
                    <a:pt x="593" y="1344"/>
                  </a:lnTo>
                  <a:lnTo>
                    <a:pt x="593" y="1384"/>
                  </a:lnTo>
                  <a:lnTo>
                    <a:pt x="613" y="1403"/>
                  </a:lnTo>
                  <a:lnTo>
                    <a:pt x="613" y="1384"/>
                  </a:lnTo>
                  <a:lnTo>
                    <a:pt x="633" y="1344"/>
                  </a:lnTo>
                  <a:lnTo>
                    <a:pt x="652" y="1305"/>
                  </a:lnTo>
                  <a:lnTo>
                    <a:pt x="692" y="1285"/>
                  </a:lnTo>
                  <a:lnTo>
                    <a:pt x="652" y="1364"/>
                  </a:lnTo>
                  <a:lnTo>
                    <a:pt x="633" y="1403"/>
                  </a:lnTo>
                  <a:lnTo>
                    <a:pt x="652" y="1423"/>
                  </a:lnTo>
                  <a:lnTo>
                    <a:pt x="672" y="1423"/>
                  </a:lnTo>
                  <a:lnTo>
                    <a:pt x="692" y="1403"/>
                  </a:lnTo>
                  <a:lnTo>
                    <a:pt x="692" y="1324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692" y="1384"/>
                  </a:lnTo>
                  <a:lnTo>
                    <a:pt x="692" y="1384"/>
                  </a:lnTo>
                  <a:lnTo>
                    <a:pt x="731" y="1324"/>
                  </a:lnTo>
                  <a:lnTo>
                    <a:pt x="744" y="1324"/>
                  </a:lnTo>
                  <a:lnTo>
                    <a:pt x="751" y="1305"/>
                  </a:lnTo>
                  <a:lnTo>
                    <a:pt x="771" y="1226"/>
                  </a:lnTo>
                  <a:lnTo>
                    <a:pt x="771" y="1166"/>
                  </a:lnTo>
                  <a:lnTo>
                    <a:pt x="751" y="1206"/>
                  </a:lnTo>
                  <a:lnTo>
                    <a:pt x="731" y="1206"/>
                  </a:lnTo>
                  <a:lnTo>
                    <a:pt x="731" y="1147"/>
                  </a:lnTo>
                  <a:lnTo>
                    <a:pt x="751" y="1087"/>
                  </a:lnTo>
                  <a:lnTo>
                    <a:pt x="751" y="1048"/>
                  </a:lnTo>
                  <a:lnTo>
                    <a:pt x="791" y="949"/>
                  </a:lnTo>
                  <a:lnTo>
                    <a:pt x="810" y="929"/>
                  </a:lnTo>
                  <a:lnTo>
                    <a:pt x="791" y="1008"/>
                  </a:lnTo>
                  <a:lnTo>
                    <a:pt x="771" y="1068"/>
                  </a:lnTo>
                  <a:lnTo>
                    <a:pt x="791" y="1048"/>
                  </a:lnTo>
                  <a:lnTo>
                    <a:pt x="771" y="1147"/>
                  </a:lnTo>
                  <a:lnTo>
                    <a:pt x="791" y="1068"/>
                  </a:lnTo>
                  <a:lnTo>
                    <a:pt x="810" y="989"/>
                  </a:lnTo>
                  <a:lnTo>
                    <a:pt x="810" y="949"/>
                  </a:lnTo>
                  <a:lnTo>
                    <a:pt x="830" y="989"/>
                  </a:lnTo>
                  <a:lnTo>
                    <a:pt x="850" y="969"/>
                  </a:lnTo>
                  <a:lnTo>
                    <a:pt x="850" y="1028"/>
                  </a:lnTo>
                  <a:lnTo>
                    <a:pt x="830" y="1008"/>
                  </a:lnTo>
                  <a:lnTo>
                    <a:pt x="830" y="1048"/>
                  </a:lnTo>
                  <a:lnTo>
                    <a:pt x="810" y="1107"/>
                  </a:lnTo>
                  <a:lnTo>
                    <a:pt x="810" y="1166"/>
                  </a:lnTo>
                  <a:lnTo>
                    <a:pt x="791" y="1226"/>
                  </a:lnTo>
                  <a:lnTo>
                    <a:pt x="771" y="1344"/>
                  </a:lnTo>
                  <a:lnTo>
                    <a:pt x="771" y="1384"/>
                  </a:lnTo>
                  <a:lnTo>
                    <a:pt x="791" y="1344"/>
                  </a:lnTo>
                  <a:lnTo>
                    <a:pt x="810" y="1344"/>
                  </a:lnTo>
                  <a:lnTo>
                    <a:pt x="830" y="1305"/>
                  </a:lnTo>
                  <a:lnTo>
                    <a:pt x="830" y="1364"/>
                  </a:lnTo>
                  <a:lnTo>
                    <a:pt x="850" y="1364"/>
                  </a:lnTo>
                  <a:lnTo>
                    <a:pt x="870" y="1324"/>
                  </a:lnTo>
                  <a:lnTo>
                    <a:pt x="870" y="1384"/>
                  </a:lnTo>
                  <a:lnTo>
                    <a:pt x="870" y="1403"/>
                  </a:lnTo>
                  <a:lnTo>
                    <a:pt x="889" y="1384"/>
                  </a:lnTo>
                  <a:lnTo>
                    <a:pt x="909" y="1344"/>
                  </a:lnTo>
                  <a:lnTo>
                    <a:pt x="949" y="1305"/>
                  </a:lnTo>
                  <a:lnTo>
                    <a:pt x="949" y="1285"/>
                  </a:lnTo>
                  <a:lnTo>
                    <a:pt x="968" y="1305"/>
                  </a:lnTo>
                  <a:lnTo>
                    <a:pt x="949" y="1344"/>
                  </a:lnTo>
                  <a:lnTo>
                    <a:pt x="968" y="1364"/>
                  </a:lnTo>
                  <a:lnTo>
                    <a:pt x="988" y="1305"/>
                  </a:lnTo>
                  <a:lnTo>
                    <a:pt x="988" y="1364"/>
                  </a:lnTo>
                  <a:lnTo>
                    <a:pt x="1008" y="1344"/>
                  </a:lnTo>
                  <a:lnTo>
                    <a:pt x="1008" y="1324"/>
                  </a:lnTo>
                  <a:lnTo>
                    <a:pt x="1028" y="1384"/>
                  </a:lnTo>
                  <a:lnTo>
                    <a:pt x="1047" y="1344"/>
                  </a:lnTo>
                  <a:lnTo>
                    <a:pt x="1067" y="1265"/>
                  </a:lnTo>
                  <a:lnTo>
                    <a:pt x="1047" y="1384"/>
                  </a:lnTo>
                  <a:lnTo>
                    <a:pt x="1126" y="1344"/>
                  </a:lnTo>
                  <a:lnTo>
                    <a:pt x="1205" y="1305"/>
                  </a:lnTo>
                  <a:lnTo>
                    <a:pt x="1186" y="1344"/>
                  </a:lnTo>
                  <a:lnTo>
                    <a:pt x="1205" y="1324"/>
                  </a:lnTo>
                  <a:lnTo>
                    <a:pt x="1245" y="1305"/>
                  </a:lnTo>
                  <a:lnTo>
                    <a:pt x="1265" y="1265"/>
                  </a:lnTo>
                  <a:lnTo>
                    <a:pt x="1284" y="1265"/>
                  </a:lnTo>
                  <a:lnTo>
                    <a:pt x="1304" y="1245"/>
                  </a:lnTo>
                  <a:lnTo>
                    <a:pt x="1324" y="1166"/>
                  </a:lnTo>
                  <a:lnTo>
                    <a:pt x="1324" y="1048"/>
                  </a:lnTo>
                  <a:lnTo>
                    <a:pt x="1344" y="1028"/>
                  </a:lnTo>
                  <a:lnTo>
                    <a:pt x="1344" y="1068"/>
                  </a:lnTo>
                  <a:lnTo>
                    <a:pt x="1344" y="1107"/>
                  </a:lnTo>
                  <a:lnTo>
                    <a:pt x="1344" y="1127"/>
                  </a:lnTo>
                  <a:lnTo>
                    <a:pt x="1324" y="1226"/>
                  </a:lnTo>
                  <a:lnTo>
                    <a:pt x="1304" y="1305"/>
                  </a:lnTo>
                  <a:lnTo>
                    <a:pt x="1344" y="1226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83" y="1265"/>
                  </a:lnTo>
                  <a:lnTo>
                    <a:pt x="1363" y="1305"/>
                  </a:lnTo>
                  <a:lnTo>
                    <a:pt x="1363" y="1285"/>
                  </a:lnTo>
                  <a:lnTo>
                    <a:pt x="1344" y="1285"/>
                  </a:lnTo>
                  <a:lnTo>
                    <a:pt x="1344" y="1305"/>
                  </a:lnTo>
                  <a:lnTo>
                    <a:pt x="1324" y="1344"/>
                  </a:lnTo>
                  <a:lnTo>
                    <a:pt x="1363" y="1324"/>
                  </a:lnTo>
                  <a:lnTo>
                    <a:pt x="1383" y="1324"/>
                  </a:lnTo>
                  <a:lnTo>
                    <a:pt x="1383" y="1285"/>
                  </a:lnTo>
                  <a:lnTo>
                    <a:pt x="1403" y="1245"/>
                  </a:lnTo>
                  <a:lnTo>
                    <a:pt x="1403" y="1265"/>
                  </a:lnTo>
                  <a:lnTo>
                    <a:pt x="1423" y="1206"/>
                  </a:lnTo>
                  <a:lnTo>
                    <a:pt x="1403" y="1285"/>
                  </a:lnTo>
                  <a:lnTo>
                    <a:pt x="1423" y="1226"/>
                  </a:lnTo>
                  <a:lnTo>
                    <a:pt x="1442" y="1226"/>
                  </a:lnTo>
                  <a:lnTo>
                    <a:pt x="1462" y="1245"/>
                  </a:lnTo>
                  <a:lnTo>
                    <a:pt x="1462" y="1285"/>
                  </a:lnTo>
                  <a:lnTo>
                    <a:pt x="1482" y="1265"/>
                  </a:lnTo>
                  <a:lnTo>
                    <a:pt x="1482" y="1305"/>
                  </a:lnTo>
                  <a:lnTo>
                    <a:pt x="1502" y="1324"/>
                  </a:lnTo>
                  <a:lnTo>
                    <a:pt x="1521" y="1324"/>
                  </a:lnTo>
                  <a:lnTo>
                    <a:pt x="1541" y="1364"/>
                  </a:lnTo>
                  <a:lnTo>
                    <a:pt x="1561" y="1324"/>
                  </a:lnTo>
                  <a:lnTo>
                    <a:pt x="1581" y="1285"/>
                  </a:lnTo>
                  <a:lnTo>
                    <a:pt x="1265" y="692"/>
                  </a:lnTo>
                  <a:lnTo>
                    <a:pt x="968" y="179"/>
                  </a:lnTo>
                  <a:lnTo>
                    <a:pt x="949" y="238"/>
                  </a:lnTo>
                  <a:lnTo>
                    <a:pt x="949" y="218"/>
                  </a:lnTo>
                  <a:lnTo>
                    <a:pt x="949" y="159"/>
                  </a:lnTo>
                  <a:lnTo>
                    <a:pt x="929" y="198"/>
                  </a:lnTo>
                  <a:lnTo>
                    <a:pt x="909" y="218"/>
                  </a:lnTo>
                  <a:lnTo>
                    <a:pt x="909" y="258"/>
                  </a:lnTo>
                  <a:lnTo>
                    <a:pt x="889" y="297"/>
                  </a:lnTo>
                  <a:lnTo>
                    <a:pt x="889" y="238"/>
                  </a:lnTo>
                  <a:lnTo>
                    <a:pt x="909" y="198"/>
                  </a:lnTo>
                  <a:lnTo>
                    <a:pt x="909" y="119"/>
                  </a:lnTo>
                  <a:lnTo>
                    <a:pt x="909" y="100"/>
                  </a:lnTo>
                  <a:lnTo>
                    <a:pt x="909" y="80"/>
                  </a:lnTo>
                  <a:lnTo>
                    <a:pt x="909" y="40"/>
                  </a:lnTo>
                  <a:lnTo>
                    <a:pt x="889" y="60"/>
                  </a:lnTo>
                  <a:lnTo>
                    <a:pt x="889" y="119"/>
                  </a:lnTo>
                  <a:lnTo>
                    <a:pt x="870" y="179"/>
                  </a:lnTo>
                  <a:lnTo>
                    <a:pt x="870" y="100"/>
                  </a:lnTo>
                  <a:lnTo>
                    <a:pt x="850" y="139"/>
                  </a:lnTo>
                  <a:lnTo>
                    <a:pt x="830" y="218"/>
                  </a:lnTo>
                  <a:lnTo>
                    <a:pt x="830" y="277"/>
                  </a:lnTo>
                  <a:lnTo>
                    <a:pt x="830" y="317"/>
                  </a:lnTo>
                  <a:lnTo>
                    <a:pt x="830" y="376"/>
                  </a:lnTo>
                  <a:lnTo>
                    <a:pt x="810" y="396"/>
                  </a:lnTo>
                  <a:lnTo>
                    <a:pt x="791" y="297"/>
                  </a:lnTo>
                  <a:lnTo>
                    <a:pt x="830" y="159"/>
                  </a:lnTo>
                  <a:lnTo>
                    <a:pt x="850" y="1"/>
                  </a:lnTo>
                  <a:lnTo>
                    <a:pt x="830" y="21"/>
                  </a:lnTo>
                  <a:lnTo>
                    <a:pt x="810" y="21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20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20"/>
            <p:cNvSpPr/>
            <p:nvPr/>
          </p:nvSpPr>
          <p:spPr>
            <a:xfrm>
              <a:off x="-1607450" y="32995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20"/>
            <p:cNvSpPr/>
            <p:nvPr/>
          </p:nvSpPr>
          <p:spPr>
            <a:xfrm>
              <a:off x="-1360550" y="3908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20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20"/>
            <p:cNvSpPr/>
            <p:nvPr/>
          </p:nvSpPr>
          <p:spPr>
            <a:xfrm>
              <a:off x="-1371900" y="3904975"/>
              <a:ext cx="19275" cy="6950"/>
            </a:xfrm>
            <a:custGeom>
              <a:rect b="b" l="l" r="r" t="t"/>
              <a:pathLst>
                <a:path extrusionOk="0" h="278" w="771">
                  <a:moveTo>
                    <a:pt x="672" y="1"/>
                  </a:moveTo>
                  <a:lnTo>
                    <a:pt x="593" y="21"/>
                  </a:lnTo>
                  <a:lnTo>
                    <a:pt x="613" y="21"/>
                  </a:lnTo>
                  <a:lnTo>
                    <a:pt x="672" y="1"/>
                  </a:lnTo>
                  <a:close/>
                  <a:moveTo>
                    <a:pt x="712" y="21"/>
                  </a:moveTo>
                  <a:lnTo>
                    <a:pt x="705" y="27"/>
                  </a:lnTo>
                  <a:lnTo>
                    <a:pt x="705" y="27"/>
                  </a:lnTo>
                  <a:lnTo>
                    <a:pt x="732" y="40"/>
                  </a:lnTo>
                  <a:lnTo>
                    <a:pt x="732" y="40"/>
                  </a:lnTo>
                  <a:lnTo>
                    <a:pt x="712" y="21"/>
                  </a:lnTo>
                  <a:close/>
                  <a:moveTo>
                    <a:pt x="613" y="1"/>
                  </a:moveTo>
                  <a:lnTo>
                    <a:pt x="514" y="21"/>
                  </a:lnTo>
                  <a:lnTo>
                    <a:pt x="475" y="40"/>
                  </a:lnTo>
                  <a:lnTo>
                    <a:pt x="514" y="40"/>
                  </a:lnTo>
                  <a:lnTo>
                    <a:pt x="593" y="21"/>
                  </a:lnTo>
                  <a:lnTo>
                    <a:pt x="613" y="1"/>
                  </a:lnTo>
                  <a:close/>
                  <a:moveTo>
                    <a:pt x="396" y="60"/>
                  </a:moveTo>
                  <a:lnTo>
                    <a:pt x="415" y="80"/>
                  </a:lnTo>
                  <a:lnTo>
                    <a:pt x="455" y="60"/>
                  </a:lnTo>
                  <a:close/>
                  <a:moveTo>
                    <a:pt x="613" y="100"/>
                  </a:moveTo>
                  <a:lnTo>
                    <a:pt x="593" y="119"/>
                  </a:lnTo>
                  <a:lnTo>
                    <a:pt x="613" y="119"/>
                  </a:lnTo>
                  <a:lnTo>
                    <a:pt x="613" y="100"/>
                  </a:lnTo>
                  <a:close/>
                  <a:moveTo>
                    <a:pt x="99" y="238"/>
                  </a:moveTo>
                  <a:lnTo>
                    <a:pt x="1" y="277"/>
                  </a:lnTo>
                  <a:lnTo>
                    <a:pt x="40" y="277"/>
                  </a:lnTo>
                  <a:lnTo>
                    <a:pt x="99" y="238"/>
                  </a:lnTo>
                  <a:close/>
                  <a:moveTo>
                    <a:pt x="692" y="21"/>
                  </a:moveTo>
                  <a:lnTo>
                    <a:pt x="652" y="40"/>
                  </a:lnTo>
                  <a:lnTo>
                    <a:pt x="514" y="40"/>
                  </a:lnTo>
                  <a:lnTo>
                    <a:pt x="455" y="60"/>
                  </a:lnTo>
                  <a:lnTo>
                    <a:pt x="494" y="60"/>
                  </a:lnTo>
                  <a:lnTo>
                    <a:pt x="455" y="80"/>
                  </a:lnTo>
                  <a:lnTo>
                    <a:pt x="475" y="80"/>
                  </a:lnTo>
                  <a:lnTo>
                    <a:pt x="297" y="139"/>
                  </a:lnTo>
                  <a:lnTo>
                    <a:pt x="159" y="198"/>
                  </a:lnTo>
                  <a:lnTo>
                    <a:pt x="198" y="218"/>
                  </a:lnTo>
                  <a:lnTo>
                    <a:pt x="99" y="238"/>
                  </a:lnTo>
                  <a:lnTo>
                    <a:pt x="80" y="277"/>
                  </a:lnTo>
                  <a:lnTo>
                    <a:pt x="99" y="277"/>
                  </a:lnTo>
                  <a:lnTo>
                    <a:pt x="119" y="258"/>
                  </a:lnTo>
                  <a:lnTo>
                    <a:pt x="198" y="258"/>
                  </a:lnTo>
                  <a:lnTo>
                    <a:pt x="218" y="238"/>
                  </a:lnTo>
                  <a:lnTo>
                    <a:pt x="198" y="238"/>
                  </a:lnTo>
                  <a:lnTo>
                    <a:pt x="257" y="218"/>
                  </a:lnTo>
                  <a:lnTo>
                    <a:pt x="356" y="179"/>
                  </a:lnTo>
                  <a:lnTo>
                    <a:pt x="396" y="179"/>
                  </a:lnTo>
                  <a:lnTo>
                    <a:pt x="396" y="159"/>
                  </a:lnTo>
                  <a:lnTo>
                    <a:pt x="356" y="159"/>
                  </a:lnTo>
                  <a:lnTo>
                    <a:pt x="396" y="139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80"/>
                  </a:lnTo>
                  <a:lnTo>
                    <a:pt x="554" y="100"/>
                  </a:lnTo>
                  <a:lnTo>
                    <a:pt x="534" y="100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494" y="119"/>
                  </a:lnTo>
                  <a:lnTo>
                    <a:pt x="514" y="119"/>
                  </a:lnTo>
                  <a:lnTo>
                    <a:pt x="593" y="100"/>
                  </a:lnTo>
                  <a:lnTo>
                    <a:pt x="613" y="100"/>
                  </a:lnTo>
                  <a:lnTo>
                    <a:pt x="692" y="80"/>
                  </a:lnTo>
                  <a:lnTo>
                    <a:pt x="692" y="60"/>
                  </a:lnTo>
                  <a:lnTo>
                    <a:pt x="771" y="40"/>
                  </a:lnTo>
                  <a:lnTo>
                    <a:pt x="692" y="40"/>
                  </a:lnTo>
                  <a:lnTo>
                    <a:pt x="705" y="27"/>
                  </a:lnTo>
                  <a:lnTo>
                    <a:pt x="705" y="27"/>
                  </a:lnTo>
                  <a:lnTo>
                    <a:pt x="692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20"/>
            <p:cNvSpPr/>
            <p:nvPr/>
          </p:nvSpPr>
          <p:spPr>
            <a:xfrm>
              <a:off x="-1388675" y="3898575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20"/>
            <p:cNvSpPr/>
            <p:nvPr/>
          </p:nvSpPr>
          <p:spPr>
            <a:xfrm>
              <a:off x="-1360050" y="3902525"/>
              <a:ext cx="2500" cy="500"/>
            </a:xfrm>
            <a:custGeom>
              <a:rect b="b" l="l" r="r" t="t"/>
              <a:pathLst>
                <a:path extrusionOk="0" h="20" w="100">
                  <a:moveTo>
                    <a:pt x="99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20"/>
            <p:cNvSpPr/>
            <p:nvPr/>
          </p:nvSpPr>
          <p:spPr>
            <a:xfrm>
              <a:off x="-1356600" y="3901525"/>
              <a:ext cx="2000" cy="525"/>
            </a:xfrm>
            <a:custGeom>
              <a:rect b="b" l="l" r="r" t="t"/>
              <a:pathLst>
                <a:path extrusionOk="0" h="21" w="80">
                  <a:moveTo>
                    <a:pt x="1" y="20"/>
                  </a:moveTo>
                  <a:lnTo>
                    <a:pt x="1" y="2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20"/>
            <p:cNvSpPr/>
            <p:nvPr/>
          </p:nvSpPr>
          <p:spPr>
            <a:xfrm>
              <a:off x="-1395600" y="3860050"/>
              <a:ext cx="43975" cy="52850"/>
            </a:xfrm>
            <a:custGeom>
              <a:rect b="b" l="l" r="r" t="t"/>
              <a:pathLst>
                <a:path extrusionOk="0" h="2114" w="1759">
                  <a:moveTo>
                    <a:pt x="1225" y="573"/>
                  </a:moveTo>
                  <a:lnTo>
                    <a:pt x="1225" y="593"/>
                  </a:lnTo>
                  <a:lnTo>
                    <a:pt x="1284" y="593"/>
                  </a:lnTo>
                  <a:lnTo>
                    <a:pt x="1245" y="573"/>
                  </a:lnTo>
                  <a:close/>
                  <a:moveTo>
                    <a:pt x="60" y="1126"/>
                  </a:moveTo>
                  <a:lnTo>
                    <a:pt x="60" y="1146"/>
                  </a:lnTo>
                  <a:lnTo>
                    <a:pt x="80" y="1126"/>
                  </a:lnTo>
                  <a:close/>
                  <a:moveTo>
                    <a:pt x="80" y="1146"/>
                  </a:moveTo>
                  <a:lnTo>
                    <a:pt x="1" y="1185"/>
                  </a:lnTo>
                  <a:lnTo>
                    <a:pt x="20" y="1185"/>
                  </a:lnTo>
                  <a:lnTo>
                    <a:pt x="1" y="1205"/>
                  </a:lnTo>
                  <a:lnTo>
                    <a:pt x="1" y="1225"/>
                  </a:lnTo>
                  <a:lnTo>
                    <a:pt x="20" y="1205"/>
                  </a:lnTo>
                  <a:lnTo>
                    <a:pt x="60" y="1185"/>
                  </a:lnTo>
                  <a:lnTo>
                    <a:pt x="60" y="1185"/>
                  </a:lnTo>
                  <a:lnTo>
                    <a:pt x="40" y="1205"/>
                  </a:lnTo>
                  <a:lnTo>
                    <a:pt x="139" y="1166"/>
                  </a:lnTo>
                  <a:lnTo>
                    <a:pt x="99" y="1166"/>
                  </a:lnTo>
                  <a:lnTo>
                    <a:pt x="119" y="1146"/>
                  </a:lnTo>
                  <a:close/>
                  <a:moveTo>
                    <a:pt x="1284" y="1205"/>
                  </a:moveTo>
                  <a:lnTo>
                    <a:pt x="1253" y="1213"/>
                  </a:lnTo>
                  <a:lnTo>
                    <a:pt x="1253" y="1213"/>
                  </a:lnTo>
                  <a:lnTo>
                    <a:pt x="1265" y="1225"/>
                  </a:lnTo>
                  <a:lnTo>
                    <a:pt x="1284" y="1205"/>
                  </a:lnTo>
                  <a:close/>
                  <a:moveTo>
                    <a:pt x="218" y="1264"/>
                  </a:moveTo>
                  <a:lnTo>
                    <a:pt x="198" y="1284"/>
                  </a:lnTo>
                  <a:lnTo>
                    <a:pt x="238" y="1264"/>
                  </a:lnTo>
                  <a:close/>
                  <a:moveTo>
                    <a:pt x="1620" y="1363"/>
                  </a:moveTo>
                  <a:lnTo>
                    <a:pt x="1581" y="138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40" y="1363"/>
                  </a:lnTo>
                  <a:close/>
                  <a:moveTo>
                    <a:pt x="1699" y="1403"/>
                  </a:moveTo>
                  <a:lnTo>
                    <a:pt x="1640" y="1423"/>
                  </a:lnTo>
                  <a:lnTo>
                    <a:pt x="1660" y="1423"/>
                  </a:lnTo>
                  <a:lnTo>
                    <a:pt x="1719" y="1403"/>
                  </a:lnTo>
                  <a:close/>
                  <a:moveTo>
                    <a:pt x="376" y="1423"/>
                  </a:moveTo>
                  <a:lnTo>
                    <a:pt x="356" y="1442"/>
                  </a:lnTo>
                  <a:lnTo>
                    <a:pt x="336" y="1442"/>
                  </a:lnTo>
                  <a:lnTo>
                    <a:pt x="376" y="1423"/>
                  </a:lnTo>
                  <a:close/>
                  <a:moveTo>
                    <a:pt x="336" y="1502"/>
                  </a:moveTo>
                  <a:lnTo>
                    <a:pt x="297" y="1521"/>
                  </a:lnTo>
                  <a:lnTo>
                    <a:pt x="317" y="1521"/>
                  </a:lnTo>
                  <a:lnTo>
                    <a:pt x="336" y="1502"/>
                  </a:lnTo>
                  <a:close/>
                  <a:moveTo>
                    <a:pt x="1541" y="1581"/>
                  </a:moveTo>
                  <a:lnTo>
                    <a:pt x="1541" y="1590"/>
                  </a:lnTo>
                  <a:lnTo>
                    <a:pt x="1541" y="1590"/>
                  </a:lnTo>
                  <a:lnTo>
                    <a:pt x="1561" y="1581"/>
                  </a:lnTo>
                  <a:close/>
                  <a:moveTo>
                    <a:pt x="613" y="1640"/>
                  </a:moveTo>
                  <a:lnTo>
                    <a:pt x="633" y="1660"/>
                  </a:lnTo>
                  <a:lnTo>
                    <a:pt x="652" y="1640"/>
                  </a:lnTo>
                  <a:close/>
                  <a:moveTo>
                    <a:pt x="1008" y="1640"/>
                  </a:moveTo>
                  <a:lnTo>
                    <a:pt x="949" y="1660"/>
                  </a:lnTo>
                  <a:lnTo>
                    <a:pt x="968" y="1660"/>
                  </a:lnTo>
                  <a:lnTo>
                    <a:pt x="968" y="1679"/>
                  </a:lnTo>
                  <a:lnTo>
                    <a:pt x="1008" y="1660"/>
                  </a:lnTo>
                  <a:lnTo>
                    <a:pt x="1008" y="1640"/>
                  </a:lnTo>
                  <a:close/>
                  <a:moveTo>
                    <a:pt x="1034" y="1923"/>
                  </a:moveTo>
                  <a:lnTo>
                    <a:pt x="968" y="1956"/>
                  </a:lnTo>
                  <a:lnTo>
                    <a:pt x="889" y="1976"/>
                  </a:lnTo>
                  <a:lnTo>
                    <a:pt x="909" y="1956"/>
                  </a:lnTo>
                  <a:lnTo>
                    <a:pt x="929" y="1936"/>
                  </a:lnTo>
                  <a:lnTo>
                    <a:pt x="968" y="1936"/>
                  </a:lnTo>
                  <a:lnTo>
                    <a:pt x="1034" y="1923"/>
                  </a:lnTo>
                  <a:close/>
                  <a:moveTo>
                    <a:pt x="830" y="2015"/>
                  </a:moveTo>
                  <a:lnTo>
                    <a:pt x="810" y="2035"/>
                  </a:lnTo>
                  <a:lnTo>
                    <a:pt x="830" y="2035"/>
                  </a:lnTo>
                  <a:lnTo>
                    <a:pt x="830" y="2015"/>
                  </a:lnTo>
                  <a:close/>
                  <a:moveTo>
                    <a:pt x="791" y="0"/>
                  </a:moveTo>
                  <a:lnTo>
                    <a:pt x="633" y="198"/>
                  </a:lnTo>
                  <a:lnTo>
                    <a:pt x="475" y="415"/>
                  </a:lnTo>
                  <a:lnTo>
                    <a:pt x="297" y="672"/>
                  </a:lnTo>
                  <a:lnTo>
                    <a:pt x="139" y="968"/>
                  </a:lnTo>
                  <a:lnTo>
                    <a:pt x="178" y="948"/>
                  </a:lnTo>
                  <a:lnTo>
                    <a:pt x="159" y="968"/>
                  </a:lnTo>
                  <a:lnTo>
                    <a:pt x="119" y="968"/>
                  </a:lnTo>
                  <a:lnTo>
                    <a:pt x="99" y="1008"/>
                  </a:lnTo>
                  <a:lnTo>
                    <a:pt x="159" y="1027"/>
                  </a:lnTo>
                  <a:lnTo>
                    <a:pt x="99" y="1047"/>
                  </a:lnTo>
                  <a:lnTo>
                    <a:pt x="40" y="1106"/>
                  </a:lnTo>
                  <a:lnTo>
                    <a:pt x="60" y="1126"/>
                  </a:lnTo>
                  <a:lnTo>
                    <a:pt x="99" y="1106"/>
                  </a:lnTo>
                  <a:lnTo>
                    <a:pt x="159" y="1087"/>
                  </a:lnTo>
                  <a:lnTo>
                    <a:pt x="198" y="1087"/>
                  </a:lnTo>
                  <a:lnTo>
                    <a:pt x="218" y="1106"/>
                  </a:lnTo>
                  <a:lnTo>
                    <a:pt x="238" y="1106"/>
                  </a:lnTo>
                  <a:lnTo>
                    <a:pt x="257" y="1087"/>
                  </a:lnTo>
                  <a:lnTo>
                    <a:pt x="277" y="1087"/>
                  </a:lnTo>
                  <a:lnTo>
                    <a:pt x="277" y="1106"/>
                  </a:lnTo>
                  <a:lnTo>
                    <a:pt x="218" y="1126"/>
                  </a:lnTo>
                  <a:lnTo>
                    <a:pt x="159" y="1146"/>
                  </a:lnTo>
                  <a:lnTo>
                    <a:pt x="198" y="1146"/>
                  </a:lnTo>
                  <a:lnTo>
                    <a:pt x="198" y="1166"/>
                  </a:lnTo>
                  <a:lnTo>
                    <a:pt x="178" y="1166"/>
                  </a:lnTo>
                  <a:lnTo>
                    <a:pt x="99" y="1205"/>
                  </a:lnTo>
                  <a:lnTo>
                    <a:pt x="178" y="1185"/>
                  </a:lnTo>
                  <a:lnTo>
                    <a:pt x="198" y="1185"/>
                  </a:lnTo>
                  <a:lnTo>
                    <a:pt x="159" y="1205"/>
                  </a:lnTo>
                  <a:lnTo>
                    <a:pt x="218" y="1205"/>
                  </a:lnTo>
                  <a:lnTo>
                    <a:pt x="277" y="1185"/>
                  </a:lnTo>
                  <a:lnTo>
                    <a:pt x="356" y="1166"/>
                  </a:lnTo>
                  <a:lnTo>
                    <a:pt x="356" y="1185"/>
                  </a:lnTo>
                  <a:lnTo>
                    <a:pt x="317" y="1205"/>
                  </a:lnTo>
                  <a:lnTo>
                    <a:pt x="356" y="1205"/>
                  </a:lnTo>
                  <a:lnTo>
                    <a:pt x="336" y="1225"/>
                  </a:lnTo>
                  <a:lnTo>
                    <a:pt x="297" y="1245"/>
                  </a:lnTo>
                  <a:lnTo>
                    <a:pt x="297" y="1225"/>
                  </a:lnTo>
                  <a:lnTo>
                    <a:pt x="257" y="1225"/>
                  </a:lnTo>
                  <a:lnTo>
                    <a:pt x="198" y="1245"/>
                  </a:lnTo>
                  <a:lnTo>
                    <a:pt x="178" y="1264"/>
                  </a:lnTo>
                  <a:lnTo>
                    <a:pt x="257" y="1245"/>
                  </a:lnTo>
                  <a:lnTo>
                    <a:pt x="238" y="1264"/>
                  </a:lnTo>
                  <a:lnTo>
                    <a:pt x="257" y="1264"/>
                  </a:lnTo>
                  <a:lnTo>
                    <a:pt x="139" y="1304"/>
                  </a:lnTo>
                  <a:lnTo>
                    <a:pt x="159" y="1304"/>
                  </a:lnTo>
                  <a:lnTo>
                    <a:pt x="139" y="1324"/>
                  </a:lnTo>
                  <a:lnTo>
                    <a:pt x="178" y="1304"/>
                  </a:lnTo>
                  <a:lnTo>
                    <a:pt x="238" y="1304"/>
                  </a:lnTo>
                  <a:lnTo>
                    <a:pt x="218" y="1324"/>
                  </a:lnTo>
                  <a:lnTo>
                    <a:pt x="198" y="1343"/>
                  </a:lnTo>
                  <a:lnTo>
                    <a:pt x="277" y="1324"/>
                  </a:lnTo>
                  <a:lnTo>
                    <a:pt x="238" y="1324"/>
                  </a:lnTo>
                  <a:lnTo>
                    <a:pt x="277" y="1304"/>
                  </a:lnTo>
                  <a:lnTo>
                    <a:pt x="317" y="1304"/>
                  </a:lnTo>
                  <a:lnTo>
                    <a:pt x="336" y="1324"/>
                  </a:lnTo>
                  <a:lnTo>
                    <a:pt x="376" y="1324"/>
                  </a:lnTo>
                  <a:lnTo>
                    <a:pt x="317" y="1343"/>
                  </a:lnTo>
                  <a:lnTo>
                    <a:pt x="238" y="1363"/>
                  </a:lnTo>
                  <a:lnTo>
                    <a:pt x="238" y="1343"/>
                  </a:lnTo>
                  <a:lnTo>
                    <a:pt x="218" y="1363"/>
                  </a:lnTo>
                  <a:lnTo>
                    <a:pt x="277" y="1383"/>
                  </a:lnTo>
                  <a:lnTo>
                    <a:pt x="257" y="1383"/>
                  </a:lnTo>
                  <a:lnTo>
                    <a:pt x="218" y="1423"/>
                  </a:lnTo>
                  <a:lnTo>
                    <a:pt x="257" y="1403"/>
                  </a:lnTo>
                  <a:lnTo>
                    <a:pt x="257" y="1423"/>
                  </a:lnTo>
                  <a:lnTo>
                    <a:pt x="336" y="1403"/>
                  </a:lnTo>
                  <a:lnTo>
                    <a:pt x="336" y="1403"/>
                  </a:lnTo>
                  <a:lnTo>
                    <a:pt x="277" y="1423"/>
                  </a:lnTo>
                  <a:lnTo>
                    <a:pt x="277" y="1442"/>
                  </a:lnTo>
                  <a:lnTo>
                    <a:pt x="238" y="1462"/>
                  </a:lnTo>
                  <a:lnTo>
                    <a:pt x="257" y="1462"/>
                  </a:lnTo>
                  <a:lnTo>
                    <a:pt x="297" y="1452"/>
                  </a:lnTo>
                  <a:lnTo>
                    <a:pt x="297" y="1452"/>
                  </a:lnTo>
                  <a:lnTo>
                    <a:pt x="297" y="1462"/>
                  </a:lnTo>
                  <a:lnTo>
                    <a:pt x="376" y="1462"/>
                  </a:lnTo>
                  <a:lnTo>
                    <a:pt x="396" y="1442"/>
                  </a:lnTo>
                  <a:lnTo>
                    <a:pt x="455" y="1423"/>
                  </a:lnTo>
                  <a:lnTo>
                    <a:pt x="435" y="1442"/>
                  </a:lnTo>
                  <a:lnTo>
                    <a:pt x="396" y="1462"/>
                  </a:lnTo>
                  <a:lnTo>
                    <a:pt x="494" y="1462"/>
                  </a:lnTo>
                  <a:lnTo>
                    <a:pt x="534" y="1442"/>
                  </a:lnTo>
                  <a:lnTo>
                    <a:pt x="475" y="1482"/>
                  </a:lnTo>
                  <a:lnTo>
                    <a:pt x="415" y="1482"/>
                  </a:lnTo>
                  <a:lnTo>
                    <a:pt x="356" y="1521"/>
                  </a:lnTo>
                  <a:lnTo>
                    <a:pt x="356" y="1541"/>
                  </a:lnTo>
                  <a:lnTo>
                    <a:pt x="317" y="1541"/>
                  </a:lnTo>
                  <a:lnTo>
                    <a:pt x="317" y="1561"/>
                  </a:lnTo>
                  <a:lnTo>
                    <a:pt x="435" y="1521"/>
                  </a:lnTo>
                  <a:lnTo>
                    <a:pt x="356" y="1561"/>
                  </a:lnTo>
                  <a:lnTo>
                    <a:pt x="396" y="1561"/>
                  </a:lnTo>
                  <a:lnTo>
                    <a:pt x="475" y="1541"/>
                  </a:lnTo>
                  <a:lnTo>
                    <a:pt x="534" y="1521"/>
                  </a:lnTo>
                  <a:lnTo>
                    <a:pt x="573" y="1521"/>
                  </a:lnTo>
                  <a:lnTo>
                    <a:pt x="613" y="1502"/>
                  </a:lnTo>
                  <a:lnTo>
                    <a:pt x="573" y="1502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13" y="1521"/>
                  </a:lnTo>
                  <a:lnTo>
                    <a:pt x="573" y="1541"/>
                  </a:lnTo>
                  <a:lnTo>
                    <a:pt x="435" y="1581"/>
                  </a:lnTo>
                  <a:lnTo>
                    <a:pt x="277" y="1620"/>
                  </a:lnTo>
                  <a:lnTo>
                    <a:pt x="317" y="1640"/>
                  </a:lnTo>
                  <a:lnTo>
                    <a:pt x="297" y="1660"/>
                  </a:lnTo>
                  <a:lnTo>
                    <a:pt x="396" y="1640"/>
                  </a:lnTo>
                  <a:lnTo>
                    <a:pt x="494" y="1600"/>
                  </a:lnTo>
                  <a:lnTo>
                    <a:pt x="494" y="1620"/>
                  </a:lnTo>
                  <a:lnTo>
                    <a:pt x="455" y="1620"/>
                  </a:lnTo>
                  <a:lnTo>
                    <a:pt x="514" y="1640"/>
                  </a:lnTo>
                  <a:lnTo>
                    <a:pt x="593" y="1640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712" y="1600"/>
                  </a:lnTo>
                  <a:lnTo>
                    <a:pt x="751" y="1600"/>
                  </a:lnTo>
                  <a:lnTo>
                    <a:pt x="692" y="1620"/>
                  </a:lnTo>
                  <a:lnTo>
                    <a:pt x="692" y="1640"/>
                  </a:lnTo>
                  <a:lnTo>
                    <a:pt x="712" y="1640"/>
                  </a:lnTo>
                  <a:lnTo>
                    <a:pt x="652" y="1660"/>
                  </a:lnTo>
                  <a:lnTo>
                    <a:pt x="613" y="1660"/>
                  </a:lnTo>
                  <a:lnTo>
                    <a:pt x="514" y="1699"/>
                  </a:lnTo>
                  <a:lnTo>
                    <a:pt x="554" y="1699"/>
                  </a:lnTo>
                  <a:lnTo>
                    <a:pt x="613" y="1679"/>
                  </a:lnTo>
                  <a:lnTo>
                    <a:pt x="554" y="1719"/>
                  </a:lnTo>
                  <a:lnTo>
                    <a:pt x="554" y="1739"/>
                  </a:lnTo>
                  <a:lnTo>
                    <a:pt x="455" y="1778"/>
                  </a:lnTo>
                  <a:lnTo>
                    <a:pt x="652" y="1778"/>
                  </a:lnTo>
                  <a:lnTo>
                    <a:pt x="692" y="1758"/>
                  </a:lnTo>
                  <a:lnTo>
                    <a:pt x="712" y="1758"/>
                  </a:lnTo>
                  <a:lnTo>
                    <a:pt x="712" y="1739"/>
                  </a:lnTo>
                  <a:lnTo>
                    <a:pt x="652" y="1739"/>
                  </a:lnTo>
                  <a:lnTo>
                    <a:pt x="692" y="1719"/>
                  </a:lnTo>
                  <a:lnTo>
                    <a:pt x="554" y="1758"/>
                  </a:lnTo>
                  <a:lnTo>
                    <a:pt x="573" y="1739"/>
                  </a:lnTo>
                  <a:lnTo>
                    <a:pt x="593" y="1719"/>
                  </a:lnTo>
                  <a:lnTo>
                    <a:pt x="692" y="1699"/>
                  </a:lnTo>
                  <a:lnTo>
                    <a:pt x="771" y="1699"/>
                  </a:lnTo>
                  <a:lnTo>
                    <a:pt x="791" y="1679"/>
                  </a:lnTo>
                  <a:lnTo>
                    <a:pt x="810" y="1660"/>
                  </a:lnTo>
                  <a:lnTo>
                    <a:pt x="889" y="1620"/>
                  </a:lnTo>
                  <a:lnTo>
                    <a:pt x="1028" y="1600"/>
                  </a:lnTo>
                  <a:lnTo>
                    <a:pt x="968" y="1620"/>
                  </a:lnTo>
                  <a:lnTo>
                    <a:pt x="1067" y="1620"/>
                  </a:lnTo>
                  <a:lnTo>
                    <a:pt x="1008" y="1640"/>
                  </a:lnTo>
                  <a:lnTo>
                    <a:pt x="1087" y="1640"/>
                  </a:lnTo>
                  <a:lnTo>
                    <a:pt x="1166" y="1620"/>
                  </a:lnTo>
                  <a:lnTo>
                    <a:pt x="1146" y="1640"/>
                  </a:lnTo>
                  <a:lnTo>
                    <a:pt x="1067" y="1679"/>
                  </a:lnTo>
                  <a:lnTo>
                    <a:pt x="909" y="1719"/>
                  </a:lnTo>
                  <a:lnTo>
                    <a:pt x="949" y="1719"/>
                  </a:lnTo>
                  <a:lnTo>
                    <a:pt x="731" y="1778"/>
                  </a:lnTo>
                  <a:lnTo>
                    <a:pt x="731" y="1798"/>
                  </a:lnTo>
                  <a:lnTo>
                    <a:pt x="731" y="1818"/>
                  </a:lnTo>
                  <a:lnTo>
                    <a:pt x="593" y="1877"/>
                  </a:lnTo>
                  <a:lnTo>
                    <a:pt x="613" y="1877"/>
                  </a:lnTo>
                  <a:lnTo>
                    <a:pt x="554" y="1916"/>
                  </a:lnTo>
                  <a:lnTo>
                    <a:pt x="613" y="1897"/>
                  </a:lnTo>
                  <a:lnTo>
                    <a:pt x="692" y="1857"/>
                  </a:lnTo>
                  <a:lnTo>
                    <a:pt x="672" y="1877"/>
                  </a:lnTo>
                  <a:lnTo>
                    <a:pt x="692" y="1877"/>
                  </a:lnTo>
                  <a:lnTo>
                    <a:pt x="712" y="1857"/>
                  </a:lnTo>
                  <a:lnTo>
                    <a:pt x="751" y="1837"/>
                  </a:lnTo>
                  <a:lnTo>
                    <a:pt x="850" y="1818"/>
                  </a:lnTo>
                  <a:lnTo>
                    <a:pt x="850" y="1798"/>
                  </a:lnTo>
                  <a:lnTo>
                    <a:pt x="889" y="1778"/>
                  </a:lnTo>
                  <a:lnTo>
                    <a:pt x="889" y="1798"/>
                  </a:lnTo>
                  <a:lnTo>
                    <a:pt x="909" y="1798"/>
                  </a:lnTo>
                  <a:lnTo>
                    <a:pt x="751" y="1857"/>
                  </a:lnTo>
                  <a:lnTo>
                    <a:pt x="791" y="1857"/>
                  </a:lnTo>
                  <a:lnTo>
                    <a:pt x="751" y="1877"/>
                  </a:lnTo>
                  <a:lnTo>
                    <a:pt x="712" y="1897"/>
                  </a:lnTo>
                  <a:lnTo>
                    <a:pt x="692" y="1897"/>
                  </a:lnTo>
                  <a:lnTo>
                    <a:pt x="672" y="1916"/>
                  </a:lnTo>
                  <a:lnTo>
                    <a:pt x="633" y="1916"/>
                  </a:lnTo>
                  <a:lnTo>
                    <a:pt x="613" y="1956"/>
                  </a:lnTo>
                  <a:lnTo>
                    <a:pt x="573" y="1956"/>
                  </a:lnTo>
                  <a:lnTo>
                    <a:pt x="573" y="1976"/>
                  </a:lnTo>
                  <a:lnTo>
                    <a:pt x="672" y="1956"/>
                  </a:lnTo>
                  <a:lnTo>
                    <a:pt x="672" y="1956"/>
                  </a:lnTo>
                  <a:lnTo>
                    <a:pt x="633" y="1976"/>
                  </a:lnTo>
                  <a:lnTo>
                    <a:pt x="573" y="2015"/>
                  </a:lnTo>
                  <a:lnTo>
                    <a:pt x="652" y="1976"/>
                  </a:lnTo>
                  <a:lnTo>
                    <a:pt x="652" y="1995"/>
                  </a:lnTo>
                  <a:lnTo>
                    <a:pt x="692" y="1976"/>
                  </a:lnTo>
                  <a:lnTo>
                    <a:pt x="751" y="1976"/>
                  </a:lnTo>
                  <a:lnTo>
                    <a:pt x="791" y="1956"/>
                  </a:lnTo>
                  <a:lnTo>
                    <a:pt x="850" y="1936"/>
                  </a:lnTo>
                  <a:lnTo>
                    <a:pt x="870" y="1936"/>
                  </a:lnTo>
                  <a:lnTo>
                    <a:pt x="870" y="1956"/>
                  </a:lnTo>
                  <a:lnTo>
                    <a:pt x="672" y="2015"/>
                  </a:lnTo>
                  <a:lnTo>
                    <a:pt x="692" y="2015"/>
                  </a:lnTo>
                  <a:lnTo>
                    <a:pt x="672" y="2035"/>
                  </a:lnTo>
                  <a:lnTo>
                    <a:pt x="731" y="2015"/>
                  </a:lnTo>
                  <a:lnTo>
                    <a:pt x="791" y="1995"/>
                  </a:lnTo>
                  <a:lnTo>
                    <a:pt x="810" y="1995"/>
                  </a:lnTo>
                  <a:lnTo>
                    <a:pt x="810" y="2015"/>
                  </a:lnTo>
                  <a:lnTo>
                    <a:pt x="850" y="1995"/>
                  </a:lnTo>
                  <a:lnTo>
                    <a:pt x="949" y="1976"/>
                  </a:lnTo>
                  <a:lnTo>
                    <a:pt x="909" y="1995"/>
                  </a:lnTo>
                  <a:lnTo>
                    <a:pt x="830" y="2035"/>
                  </a:lnTo>
                  <a:lnTo>
                    <a:pt x="712" y="2094"/>
                  </a:lnTo>
                  <a:lnTo>
                    <a:pt x="731" y="2094"/>
                  </a:lnTo>
                  <a:lnTo>
                    <a:pt x="731" y="2114"/>
                  </a:lnTo>
                  <a:lnTo>
                    <a:pt x="751" y="2094"/>
                  </a:lnTo>
                  <a:lnTo>
                    <a:pt x="791" y="2074"/>
                  </a:lnTo>
                  <a:lnTo>
                    <a:pt x="810" y="2074"/>
                  </a:lnTo>
                  <a:lnTo>
                    <a:pt x="929" y="2055"/>
                  </a:lnTo>
                  <a:lnTo>
                    <a:pt x="929" y="2035"/>
                  </a:lnTo>
                  <a:lnTo>
                    <a:pt x="909" y="2055"/>
                  </a:lnTo>
                  <a:lnTo>
                    <a:pt x="850" y="2055"/>
                  </a:lnTo>
                  <a:lnTo>
                    <a:pt x="909" y="2035"/>
                  </a:lnTo>
                  <a:lnTo>
                    <a:pt x="988" y="2015"/>
                  </a:lnTo>
                  <a:lnTo>
                    <a:pt x="1087" y="1995"/>
                  </a:lnTo>
                  <a:lnTo>
                    <a:pt x="1087" y="1976"/>
                  </a:lnTo>
                  <a:lnTo>
                    <a:pt x="1067" y="1995"/>
                  </a:lnTo>
                  <a:lnTo>
                    <a:pt x="968" y="2015"/>
                  </a:lnTo>
                  <a:lnTo>
                    <a:pt x="909" y="2015"/>
                  </a:lnTo>
                  <a:lnTo>
                    <a:pt x="988" y="1995"/>
                  </a:lnTo>
                  <a:lnTo>
                    <a:pt x="988" y="1976"/>
                  </a:lnTo>
                  <a:lnTo>
                    <a:pt x="1008" y="1956"/>
                  </a:lnTo>
                  <a:lnTo>
                    <a:pt x="1042" y="1921"/>
                  </a:lnTo>
                  <a:lnTo>
                    <a:pt x="1042" y="1921"/>
                  </a:lnTo>
                  <a:lnTo>
                    <a:pt x="1067" y="1916"/>
                  </a:lnTo>
                  <a:lnTo>
                    <a:pt x="1186" y="1877"/>
                  </a:lnTo>
                  <a:lnTo>
                    <a:pt x="1284" y="1877"/>
                  </a:lnTo>
                  <a:lnTo>
                    <a:pt x="1324" y="1857"/>
                  </a:lnTo>
                  <a:lnTo>
                    <a:pt x="1383" y="1837"/>
                  </a:lnTo>
                  <a:lnTo>
                    <a:pt x="1423" y="1818"/>
                  </a:lnTo>
                  <a:lnTo>
                    <a:pt x="1403" y="1818"/>
                  </a:lnTo>
                  <a:lnTo>
                    <a:pt x="1462" y="1798"/>
                  </a:lnTo>
                  <a:lnTo>
                    <a:pt x="1521" y="1798"/>
                  </a:lnTo>
                  <a:lnTo>
                    <a:pt x="1541" y="1778"/>
                  </a:lnTo>
                  <a:lnTo>
                    <a:pt x="1502" y="1778"/>
                  </a:lnTo>
                  <a:lnTo>
                    <a:pt x="1403" y="1798"/>
                  </a:lnTo>
                  <a:lnTo>
                    <a:pt x="1403" y="1778"/>
                  </a:lnTo>
                  <a:lnTo>
                    <a:pt x="1363" y="1778"/>
                  </a:lnTo>
                  <a:lnTo>
                    <a:pt x="1363" y="1758"/>
                  </a:lnTo>
                  <a:lnTo>
                    <a:pt x="1304" y="1778"/>
                  </a:lnTo>
                  <a:lnTo>
                    <a:pt x="1265" y="1758"/>
                  </a:lnTo>
                  <a:lnTo>
                    <a:pt x="1344" y="1758"/>
                  </a:lnTo>
                  <a:lnTo>
                    <a:pt x="1344" y="1739"/>
                  </a:lnTo>
                  <a:lnTo>
                    <a:pt x="1304" y="1739"/>
                  </a:lnTo>
                  <a:lnTo>
                    <a:pt x="1225" y="1758"/>
                  </a:lnTo>
                  <a:lnTo>
                    <a:pt x="1126" y="1798"/>
                  </a:lnTo>
                  <a:lnTo>
                    <a:pt x="1107" y="1798"/>
                  </a:lnTo>
                  <a:lnTo>
                    <a:pt x="1146" y="1778"/>
                  </a:lnTo>
                  <a:lnTo>
                    <a:pt x="1146" y="1758"/>
                  </a:lnTo>
                  <a:lnTo>
                    <a:pt x="1126" y="1758"/>
                  </a:lnTo>
                  <a:lnTo>
                    <a:pt x="1284" y="1719"/>
                  </a:lnTo>
                  <a:lnTo>
                    <a:pt x="1186" y="1719"/>
                  </a:lnTo>
                  <a:lnTo>
                    <a:pt x="1284" y="1699"/>
                  </a:lnTo>
                  <a:lnTo>
                    <a:pt x="1324" y="1699"/>
                  </a:lnTo>
                  <a:lnTo>
                    <a:pt x="1344" y="1719"/>
                  </a:lnTo>
                  <a:lnTo>
                    <a:pt x="1363" y="1719"/>
                  </a:lnTo>
                  <a:lnTo>
                    <a:pt x="1383" y="1699"/>
                  </a:lnTo>
                  <a:lnTo>
                    <a:pt x="1423" y="1719"/>
                  </a:lnTo>
                  <a:lnTo>
                    <a:pt x="1482" y="1679"/>
                  </a:lnTo>
                  <a:lnTo>
                    <a:pt x="1521" y="1660"/>
                  </a:lnTo>
                  <a:lnTo>
                    <a:pt x="1502" y="1660"/>
                  </a:lnTo>
                  <a:lnTo>
                    <a:pt x="1600" y="1620"/>
                  </a:lnTo>
                  <a:lnTo>
                    <a:pt x="1620" y="1620"/>
                  </a:lnTo>
                  <a:lnTo>
                    <a:pt x="1620" y="1640"/>
                  </a:lnTo>
                  <a:lnTo>
                    <a:pt x="1640" y="1620"/>
                  </a:lnTo>
                  <a:lnTo>
                    <a:pt x="1660" y="1620"/>
                  </a:lnTo>
                  <a:lnTo>
                    <a:pt x="1660" y="1600"/>
                  </a:lnTo>
                  <a:lnTo>
                    <a:pt x="1442" y="1640"/>
                  </a:lnTo>
                  <a:lnTo>
                    <a:pt x="1423" y="1640"/>
                  </a:lnTo>
                  <a:lnTo>
                    <a:pt x="1423" y="1620"/>
                  </a:lnTo>
                  <a:lnTo>
                    <a:pt x="1482" y="1620"/>
                  </a:lnTo>
                  <a:lnTo>
                    <a:pt x="1561" y="1600"/>
                  </a:lnTo>
                  <a:lnTo>
                    <a:pt x="1541" y="1600"/>
                  </a:lnTo>
                  <a:lnTo>
                    <a:pt x="1541" y="1590"/>
                  </a:lnTo>
                  <a:lnTo>
                    <a:pt x="1541" y="1590"/>
                  </a:lnTo>
                  <a:lnTo>
                    <a:pt x="1521" y="1600"/>
                  </a:lnTo>
                  <a:lnTo>
                    <a:pt x="1521" y="1581"/>
                  </a:lnTo>
                  <a:lnTo>
                    <a:pt x="1600" y="1541"/>
                  </a:lnTo>
                  <a:lnTo>
                    <a:pt x="1600" y="1561"/>
                  </a:lnTo>
                  <a:lnTo>
                    <a:pt x="1640" y="1541"/>
                  </a:lnTo>
                  <a:lnTo>
                    <a:pt x="1640" y="1561"/>
                  </a:lnTo>
                  <a:lnTo>
                    <a:pt x="1699" y="1541"/>
                  </a:lnTo>
                  <a:lnTo>
                    <a:pt x="1699" y="1521"/>
                  </a:lnTo>
                  <a:lnTo>
                    <a:pt x="1680" y="1521"/>
                  </a:lnTo>
                  <a:lnTo>
                    <a:pt x="1759" y="1502"/>
                  </a:lnTo>
                  <a:lnTo>
                    <a:pt x="1739" y="1482"/>
                  </a:lnTo>
                  <a:lnTo>
                    <a:pt x="1759" y="1462"/>
                  </a:lnTo>
                  <a:lnTo>
                    <a:pt x="1739" y="1442"/>
                  </a:lnTo>
                  <a:lnTo>
                    <a:pt x="1680" y="1462"/>
                  </a:lnTo>
                  <a:lnTo>
                    <a:pt x="1581" y="1462"/>
                  </a:lnTo>
                  <a:lnTo>
                    <a:pt x="1699" y="1442"/>
                  </a:lnTo>
                  <a:lnTo>
                    <a:pt x="1680" y="1442"/>
                  </a:lnTo>
                  <a:lnTo>
                    <a:pt x="1699" y="1423"/>
                  </a:lnTo>
                  <a:lnTo>
                    <a:pt x="1739" y="1403"/>
                  </a:lnTo>
                  <a:lnTo>
                    <a:pt x="1680" y="1423"/>
                  </a:lnTo>
                  <a:lnTo>
                    <a:pt x="1620" y="1442"/>
                  </a:lnTo>
                  <a:lnTo>
                    <a:pt x="1561" y="1462"/>
                  </a:lnTo>
                  <a:lnTo>
                    <a:pt x="1541" y="1442"/>
                  </a:lnTo>
                  <a:lnTo>
                    <a:pt x="1600" y="1423"/>
                  </a:lnTo>
                  <a:lnTo>
                    <a:pt x="1640" y="1423"/>
                  </a:lnTo>
                  <a:lnTo>
                    <a:pt x="1660" y="1383"/>
                  </a:lnTo>
                  <a:lnTo>
                    <a:pt x="1719" y="1363"/>
                  </a:lnTo>
                  <a:lnTo>
                    <a:pt x="1660" y="136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20" y="1383"/>
                  </a:lnTo>
                  <a:lnTo>
                    <a:pt x="1541" y="1403"/>
                  </a:lnTo>
                  <a:lnTo>
                    <a:pt x="1561" y="1363"/>
                  </a:lnTo>
                  <a:lnTo>
                    <a:pt x="1600" y="1343"/>
                  </a:lnTo>
                  <a:lnTo>
                    <a:pt x="1660" y="1343"/>
                  </a:lnTo>
                  <a:lnTo>
                    <a:pt x="1660" y="1324"/>
                  </a:lnTo>
                  <a:lnTo>
                    <a:pt x="1640" y="1324"/>
                  </a:lnTo>
                  <a:lnTo>
                    <a:pt x="1660" y="1304"/>
                  </a:lnTo>
                  <a:lnTo>
                    <a:pt x="1680" y="1284"/>
                  </a:lnTo>
                  <a:lnTo>
                    <a:pt x="1600" y="1304"/>
                  </a:lnTo>
                  <a:lnTo>
                    <a:pt x="1521" y="1324"/>
                  </a:lnTo>
                  <a:lnTo>
                    <a:pt x="1561" y="1304"/>
                  </a:lnTo>
                  <a:lnTo>
                    <a:pt x="1600" y="1304"/>
                  </a:lnTo>
                  <a:lnTo>
                    <a:pt x="1600" y="1284"/>
                  </a:lnTo>
                  <a:lnTo>
                    <a:pt x="1620" y="1284"/>
                  </a:lnTo>
                  <a:lnTo>
                    <a:pt x="1600" y="1264"/>
                  </a:lnTo>
                  <a:lnTo>
                    <a:pt x="1600" y="1264"/>
                  </a:lnTo>
                  <a:lnTo>
                    <a:pt x="1640" y="1245"/>
                  </a:lnTo>
                  <a:lnTo>
                    <a:pt x="1581" y="1245"/>
                  </a:lnTo>
                  <a:lnTo>
                    <a:pt x="1640" y="1225"/>
                  </a:lnTo>
                  <a:lnTo>
                    <a:pt x="1640" y="1205"/>
                  </a:lnTo>
                  <a:lnTo>
                    <a:pt x="1502" y="1205"/>
                  </a:lnTo>
                  <a:lnTo>
                    <a:pt x="1600" y="1185"/>
                  </a:lnTo>
                  <a:lnTo>
                    <a:pt x="1620" y="1185"/>
                  </a:lnTo>
                  <a:lnTo>
                    <a:pt x="1660" y="1166"/>
                  </a:lnTo>
                  <a:lnTo>
                    <a:pt x="1640" y="1166"/>
                  </a:lnTo>
                  <a:lnTo>
                    <a:pt x="1640" y="1146"/>
                  </a:lnTo>
                  <a:lnTo>
                    <a:pt x="1600" y="1146"/>
                  </a:lnTo>
                  <a:lnTo>
                    <a:pt x="1541" y="1166"/>
                  </a:lnTo>
                  <a:lnTo>
                    <a:pt x="1521" y="1166"/>
                  </a:lnTo>
                  <a:lnTo>
                    <a:pt x="1541" y="1146"/>
                  </a:lnTo>
                  <a:lnTo>
                    <a:pt x="1521" y="1146"/>
                  </a:lnTo>
                  <a:lnTo>
                    <a:pt x="1502" y="1126"/>
                  </a:lnTo>
                  <a:lnTo>
                    <a:pt x="1561" y="1106"/>
                  </a:lnTo>
                  <a:lnTo>
                    <a:pt x="1482" y="1126"/>
                  </a:lnTo>
                  <a:lnTo>
                    <a:pt x="1403" y="1146"/>
                  </a:lnTo>
                  <a:lnTo>
                    <a:pt x="1363" y="1166"/>
                  </a:lnTo>
                  <a:lnTo>
                    <a:pt x="1403" y="1185"/>
                  </a:lnTo>
                  <a:lnTo>
                    <a:pt x="1423" y="1185"/>
                  </a:lnTo>
                  <a:lnTo>
                    <a:pt x="1363" y="1205"/>
                  </a:lnTo>
                  <a:lnTo>
                    <a:pt x="1304" y="1225"/>
                  </a:lnTo>
                  <a:lnTo>
                    <a:pt x="1265" y="1225"/>
                  </a:lnTo>
                  <a:lnTo>
                    <a:pt x="1245" y="1245"/>
                  </a:lnTo>
                  <a:lnTo>
                    <a:pt x="1166" y="1264"/>
                  </a:lnTo>
                  <a:lnTo>
                    <a:pt x="1126" y="1245"/>
                  </a:lnTo>
                  <a:lnTo>
                    <a:pt x="1205" y="1225"/>
                  </a:lnTo>
                  <a:lnTo>
                    <a:pt x="1253" y="1213"/>
                  </a:lnTo>
                  <a:lnTo>
                    <a:pt x="1253" y="1213"/>
                  </a:lnTo>
                  <a:lnTo>
                    <a:pt x="1245" y="1205"/>
                  </a:lnTo>
                  <a:lnTo>
                    <a:pt x="1324" y="1185"/>
                  </a:lnTo>
                  <a:lnTo>
                    <a:pt x="1265" y="1185"/>
                  </a:lnTo>
                  <a:lnTo>
                    <a:pt x="1186" y="1225"/>
                  </a:lnTo>
                  <a:lnTo>
                    <a:pt x="1146" y="1225"/>
                  </a:lnTo>
                  <a:lnTo>
                    <a:pt x="1166" y="1205"/>
                  </a:lnTo>
                  <a:lnTo>
                    <a:pt x="1186" y="1205"/>
                  </a:lnTo>
                  <a:lnTo>
                    <a:pt x="1146" y="1185"/>
                  </a:lnTo>
                  <a:lnTo>
                    <a:pt x="1205" y="1166"/>
                  </a:lnTo>
                  <a:lnTo>
                    <a:pt x="1205" y="1166"/>
                  </a:lnTo>
                  <a:lnTo>
                    <a:pt x="1186" y="1185"/>
                  </a:lnTo>
                  <a:lnTo>
                    <a:pt x="1225" y="1185"/>
                  </a:lnTo>
                  <a:lnTo>
                    <a:pt x="1284" y="1166"/>
                  </a:lnTo>
                  <a:lnTo>
                    <a:pt x="1344" y="1146"/>
                  </a:lnTo>
                  <a:lnTo>
                    <a:pt x="1403" y="1126"/>
                  </a:lnTo>
                  <a:lnTo>
                    <a:pt x="1521" y="1106"/>
                  </a:lnTo>
                  <a:lnTo>
                    <a:pt x="1521" y="1087"/>
                  </a:lnTo>
                  <a:lnTo>
                    <a:pt x="1541" y="1067"/>
                  </a:lnTo>
                  <a:lnTo>
                    <a:pt x="1502" y="1067"/>
                  </a:lnTo>
                  <a:lnTo>
                    <a:pt x="1502" y="1047"/>
                  </a:lnTo>
                  <a:lnTo>
                    <a:pt x="1502" y="1027"/>
                  </a:lnTo>
                  <a:lnTo>
                    <a:pt x="1442" y="1027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462" y="968"/>
                  </a:lnTo>
                  <a:lnTo>
                    <a:pt x="1403" y="948"/>
                  </a:lnTo>
                  <a:lnTo>
                    <a:pt x="1383" y="948"/>
                  </a:lnTo>
                  <a:lnTo>
                    <a:pt x="1383" y="929"/>
                  </a:lnTo>
                  <a:lnTo>
                    <a:pt x="1442" y="929"/>
                  </a:lnTo>
                  <a:lnTo>
                    <a:pt x="1442" y="909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442" y="889"/>
                  </a:lnTo>
                  <a:lnTo>
                    <a:pt x="1403" y="889"/>
                  </a:lnTo>
                  <a:lnTo>
                    <a:pt x="1442" y="850"/>
                  </a:lnTo>
                  <a:lnTo>
                    <a:pt x="1403" y="850"/>
                  </a:lnTo>
                  <a:lnTo>
                    <a:pt x="1324" y="869"/>
                  </a:lnTo>
                  <a:lnTo>
                    <a:pt x="1423" y="830"/>
                  </a:lnTo>
                  <a:lnTo>
                    <a:pt x="1344" y="790"/>
                  </a:lnTo>
                  <a:lnTo>
                    <a:pt x="1304" y="731"/>
                  </a:lnTo>
                  <a:lnTo>
                    <a:pt x="1324" y="731"/>
                  </a:lnTo>
                  <a:lnTo>
                    <a:pt x="1304" y="711"/>
                  </a:lnTo>
                  <a:lnTo>
                    <a:pt x="1265" y="692"/>
                  </a:lnTo>
                  <a:lnTo>
                    <a:pt x="1225" y="692"/>
                  </a:lnTo>
                  <a:lnTo>
                    <a:pt x="1225" y="672"/>
                  </a:lnTo>
                  <a:lnTo>
                    <a:pt x="1186" y="672"/>
                  </a:lnTo>
                  <a:lnTo>
                    <a:pt x="1107" y="692"/>
                  </a:lnTo>
                  <a:lnTo>
                    <a:pt x="1008" y="731"/>
                  </a:lnTo>
                  <a:lnTo>
                    <a:pt x="988" y="731"/>
                  </a:lnTo>
                  <a:lnTo>
                    <a:pt x="1028" y="711"/>
                  </a:lnTo>
                  <a:lnTo>
                    <a:pt x="1067" y="692"/>
                  </a:lnTo>
                  <a:lnTo>
                    <a:pt x="1067" y="672"/>
                  </a:lnTo>
                  <a:lnTo>
                    <a:pt x="1166" y="652"/>
                  </a:lnTo>
                  <a:lnTo>
                    <a:pt x="1245" y="632"/>
                  </a:lnTo>
                  <a:lnTo>
                    <a:pt x="1166" y="632"/>
                  </a:lnTo>
                  <a:lnTo>
                    <a:pt x="1166" y="613"/>
                  </a:lnTo>
                  <a:lnTo>
                    <a:pt x="1166" y="593"/>
                  </a:lnTo>
                  <a:lnTo>
                    <a:pt x="1205" y="593"/>
                  </a:lnTo>
                  <a:lnTo>
                    <a:pt x="1225" y="573"/>
                  </a:lnTo>
                  <a:lnTo>
                    <a:pt x="1245" y="553"/>
                  </a:lnTo>
                  <a:lnTo>
                    <a:pt x="1245" y="553"/>
                  </a:lnTo>
                  <a:lnTo>
                    <a:pt x="1186" y="573"/>
                  </a:lnTo>
                  <a:lnTo>
                    <a:pt x="1107" y="573"/>
                  </a:lnTo>
                  <a:lnTo>
                    <a:pt x="1186" y="553"/>
                  </a:lnTo>
                  <a:lnTo>
                    <a:pt x="1107" y="553"/>
                  </a:lnTo>
                  <a:lnTo>
                    <a:pt x="1126" y="534"/>
                  </a:lnTo>
                  <a:lnTo>
                    <a:pt x="1186" y="494"/>
                  </a:lnTo>
                  <a:lnTo>
                    <a:pt x="1166" y="494"/>
                  </a:lnTo>
                  <a:lnTo>
                    <a:pt x="1166" y="455"/>
                  </a:lnTo>
                  <a:lnTo>
                    <a:pt x="1166" y="435"/>
                  </a:lnTo>
                  <a:lnTo>
                    <a:pt x="1186" y="415"/>
                  </a:lnTo>
                  <a:lnTo>
                    <a:pt x="1146" y="395"/>
                  </a:lnTo>
                  <a:lnTo>
                    <a:pt x="1087" y="395"/>
                  </a:lnTo>
                  <a:lnTo>
                    <a:pt x="1067" y="415"/>
                  </a:lnTo>
                  <a:lnTo>
                    <a:pt x="1008" y="435"/>
                  </a:lnTo>
                  <a:lnTo>
                    <a:pt x="968" y="435"/>
                  </a:lnTo>
                  <a:lnTo>
                    <a:pt x="1008" y="415"/>
                  </a:lnTo>
                  <a:lnTo>
                    <a:pt x="1047" y="395"/>
                  </a:lnTo>
                  <a:lnTo>
                    <a:pt x="1087" y="376"/>
                  </a:lnTo>
                  <a:lnTo>
                    <a:pt x="1087" y="356"/>
                  </a:lnTo>
                  <a:lnTo>
                    <a:pt x="1126" y="336"/>
                  </a:lnTo>
                  <a:lnTo>
                    <a:pt x="1107" y="336"/>
                  </a:lnTo>
                  <a:lnTo>
                    <a:pt x="1087" y="316"/>
                  </a:lnTo>
                  <a:lnTo>
                    <a:pt x="1126" y="316"/>
                  </a:lnTo>
                  <a:lnTo>
                    <a:pt x="1107" y="297"/>
                  </a:lnTo>
                  <a:lnTo>
                    <a:pt x="1067" y="316"/>
                  </a:lnTo>
                  <a:lnTo>
                    <a:pt x="988" y="316"/>
                  </a:lnTo>
                  <a:lnTo>
                    <a:pt x="1067" y="297"/>
                  </a:lnTo>
                  <a:lnTo>
                    <a:pt x="1008" y="297"/>
                  </a:lnTo>
                  <a:lnTo>
                    <a:pt x="968" y="316"/>
                  </a:lnTo>
                  <a:lnTo>
                    <a:pt x="988" y="297"/>
                  </a:lnTo>
                  <a:lnTo>
                    <a:pt x="850" y="297"/>
                  </a:lnTo>
                  <a:lnTo>
                    <a:pt x="909" y="277"/>
                  </a:lnTo>
                  <a:lnTo>
                    <a:pt x="889" y="277"/>
                  </a:lnTo>
                  <a:lnTo>
                    <a:pt x="988" y="237"/>
                  </a:lnTo>
                  <a:lnTo>
                    <a:pt x="988" y="257"/>
                  </a:lnTo>
                  <a:lnTo>
                    <a:pt x="968" y="257"/>
                  </a:lnTo>
                  <a:lnTo>
                    <a:pt x="949" y="277"/>
                  </a:lnTo>
                  <a:lnTo>
                    <a:pt x="968" y="277"/>
                  </a:lnTo>
                  <a:lnTo>
                    <a:pt x="1028" y="237"/>
                  </a:lnTo>
                  <a:lnTo>
                    <a:pt x="1067" y="218"/>
                  </a:lnTo>
                  <a:lnTo>
                    <a:pt x="1067" y="198"/>
                  </a:lnTo>
                  <a:lnTo>
                    <a:pt x="1047" y="178"/>
                  </a:lnTo>
                  <a:lnTo>
                    <a:pt x="1008" y="158"/>
                  </a:lnTo>
                  <a:lnTo>
                    <a:pt x="988" y="139"/>
                  </a:lnTo>
                  <a:lnTo>
                    <a:pt x="1028" y="99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988" y="40"/>
                  </a:lnTo>
                  <a:lnTo>
                    <a:pt x="929" y="40"/>
                  </a:lnTo>
                  <a:lnTo>
                    <a:pt x="988" y="20"/>
                  </a:lnTo>
                  <a:lnTo>
                    <a:pt x="870" y="20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20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20"/>
            <p:cNvSpPr/>
            <p:nvPr/>
          </p:nvSpPr>
          <p:spPr>
            <a:xfrm>
              <a:off x="-1375850" y="3911900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20"/>
            <p:cNvSpPr/>
            <p:nvPr/>
          </p:nvSpPr>
          <p:spPr>
            <a:xfrm>
              <a:off x="-1318575" y="4000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20"/>
            <p:cNvSpPr/>
            <p:nvPr/>
          </p:nvSpPr>
          <p:spPr>
            <a:xfrm>
              <a:off x="-1317575" y="399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20"/>
            <p:cNvSpPr/>
            <p:nvPr/>
          </p:nvSpPr>
          <p:spPr>
            <a:xfrm>
              <a:off x="-1323500" y="3961275"/>
              <a:ext cx="57300" cy="48900"/>
            </a:xfrm>
            <a:custGeom>
              <a:rect b="b" l="l" r="r" t="t"/>
              <a:pathLst>
                <a:path extrusionOk="0" h="1956" w="2292">
                  <a:moveTo>
                    <a:pt x="1699" y="60"/>
                  </a:moveTo>
                  <a:lnTo>
                    <a:pt x="1699" y="60"/>
                  </a:lnTo>
                  <a:lnTo>
                    <a:pt x="1699" y="60"/>
                  </a:lnTo>
                  <a:close/>
                  <a:moveTo>
                    <a:pt x="1758" y="1"/>
                  </a:moveTo>
                  <a:lnTo>
                    <a:pt x="1758" y="40"/>
                  </a:lnTo>
                  <a:lnTo>
                    <a:pt x="1778" y="60"/>
                  </a:lnTo>
                  <a:lnTo>
                    <a:pt x="1778" y="99"/>
                  </a:lnTo>
                  <a:lnTo>
                    <a:pt x="1798" y="99"/>
                  </a:lnTo>
                  <a:lnTo>
                    <a:pt x="1798" y="60"/>
                  </a:lnTo>
                  <a:lnTo>
                    <a:pt x="1778" y="40"/>
                  </a:lnTo>
                  <a:lnTo>
                    <a:pt x="1778" y="1"/>
                  </a:lnTo>
                  <a:close/>
                  <a:moveTo>
                    <a:pt x="929" y="218"/>
                  </a:moveTo>
                  <a:lnTo>
                    <a:pt x="948" y="257"/>
                  </a:lnTo>
                  <a:lnTo>
                    <a:pt x="948" y="297"/>
                  </a:lnTo>
                  <a:lnTo>
                    <a:pt x="929" y="277"/>
                  </a:lnTo>
                  <a:lnTo>
                    <a:pt x="968" y="376"/>
                  </a:lnTo>
                  <a:lnTo>
                    <a:pt x="968" y="336"/>
                  </a:lnTo>
                  <a:lnTo>
                    <a:pt x="988" y="356"/>
                  </a:lnTo>
                  <a:lnTo>
                    <a:pt x="988" y="317"/>
                  </a:lnTo>
                  <a:lnTo>
                    <a:pt x="948" y="238"/>
                  </a:lnTo>
                  <a:lnTo>
                    <a:pt x="929" y="218"/>
                  </a:lnTo>
                  <a:close/>
                  <a:moveTo>
                    <a:pt x="652" y="415"/>
                  </a:moveTo>
                  <a:lnTo>
                    <a:pt x="652" y="455"/>
                  </a:lnTo>
                  <a:lnTo>
                    <a:pt x="672" y="475"/>
                  </a:lnTo>
                  <a:lnTo>
                    <a:pt x="672" y="455"/>
                  </a:lnTo>
                  <a:lnTo>
                    <a:pt x="652" y="415"/>
                  </a:lnTo>
                  <a:close/>
                  <a:moveTo>
                    <a:pt x="593" y="494"/>
                  </a:moveTo>
                  <a:lnTo>
                    <a:pt x="593" y="514"/>
                  </a:lnTo>
                  <a:lnTo>
                    <a:pt x="613" y="534"/>
                  </a:lnTo>
                  <a:lnTo>
                    <a:pt x="613" y="534"/>
                  </a:lnTo>
                  <a:lnTo>
                    <a:pt x="593" y="494"/>
                  </a:lnTo>
                  <a:close/>
                  <a:moveTo>
                    <a:pt x="652" y="494"/>
                  </a:moveTo>
                  <a:lnTo>
                    <a:pt x="652" y="514"/>
                  </a:lnTo>
                  <a:lnTo>
                    <a:pt x="652" y="534"/>
                  </a:lnTo>
                  <a:lnTo>
                    <a:pt x="672" y="514"/>
                  </a:lnTo>
                  <a:lnTo>
                    <a:pt x="652" y="494"/>
                  </a:lnTo>
                  <a:close/>
                  <a:moveTo>
                    <a:pt x="139" y="751"/>
                  </a:moveTo>
                  <a:lnTo>
                    <a:pt x="139" y="771"/>
                  </a:lnTo>
                  <a:lnTo>
                    <a:pt x="158" y="771"/>
                  </a:lnTo>
                  <a:lnTo>
                    <a:pt x="139" y="751"/>
                  </a:lnTo>
                  <a:close/>
                  <a:moveTo>
                    <a:pt x="79" y="988"/>
                  </a:moveTo>
                  <a:lnTo>
                    <a:pt x="79" y="1008"/>
                  </a:lnTo>
                  <a:lnTo>
                    <a:pt x="99" y="1028"/>
                  </a:lnTo>
                  <a:lnTo>
                    <a:pt x="79" y="988"/>
                  </a:lnTo>
                  <a:close/>
                  <a:moveTo>
                    <a:pt x="2173" y="1047"/>
                  </a:moveTo>
                  <a:lnTo>
                    <a:pt x="2193" y="1087"/>
                  </a:lnTo>
                  <a:lnTo>
                    <a:pt x="2193" y="1047"/>
                  </a:lnTo>
                  <a:close/>
                  <a:moveTo>
                    <a:pt x="415" y="1146"/>
                  </a:moveTo>
                  <a:lnTo>
                    <a:pt x="415" y="1166"/>
                  </a:lnTo>
                  <a:lnTo>
                    <a:pt x="422" y="1166"/>
                  </a:lnTo>
                  <a:lnTo>
                    <a:pt x="415" y="1146"/>
                  </a:lnTo>
                  <a:close/>
                  <a:moveTo>
                    <a:pt x="435" y="1146"/>
                  </a:moveTo>
                  <a:lnTo>
                    <a:pt x="435" y="1166"/>
                  </a:lnTo>
                  <a:lnTo>
                    <a:pt x="422" y="1166"/>
                  </a:lnTo>
                  <a:lnTo>
                    <a:pt x="435" y="1205"/>
                  </a:lnTo>
                  <a:lnTo>
                    <a:pt x="450" y="1191"/>
                  </a:lnTo>
                  <a:lnTo>
                    <a:pt x="435" y="1146"/>
                  </a:lnTo>
                  <a:close/>
                  <a:moveTo>
                    <a:pt x="455" y="1186"/>
                  </a:moveTo>
                  <a:lnTo>
                    <a:pt x="450" y="1191"/>
                  </a:lnTo>
                  <a:lnTo>
                    <a:pt x="455" y="1205"/>
                  </a:lnTo>
                  <a:lnTo>
                    <a:pt x="455" y="1186"/>
                  </a:lnTo>
                  <a:close/>
                  <a:moveTo>
                    <a:pt x="455" y="1205"/>
                  </a:moveTo>
                  <a:lnTo>
                    <a:pt x="455" y="1205"/>
                  </a:lnTo>
                  <a:lnTo>
                    <a:pt x="455" y="1205"/>
                  </a:lnTo>
                  <a:close/>
                  <a:moveTo>
                    <a:pt x="107" y="1186"/>
                  </a:moveTo>
                  <a:lnTo>
                    <a:pt x="119" y="1245"/>
                  </a:lnTo>
                  <a:lnTo>
                    <a:pt x="139" y="1265"/>
                  </a:lnTo>
                  <a:lnTo>
                    <a:pt x="107" y="1186"/>
                  </a:lnTo>
                  <a:close/>
                  <a:moveTo>
                    <a:pt x="1660" y="1344"/>
                  </a:moveTo>
                  <a:lnTo>
                    <a:pt x="1660" y="1344"/>
                  </a:lnTo>
                  <a:lnTo>
                    <a:pt x="1660" y="1344"/>
                  </a:lnTo>
                  <a:close/>
                  <a:moveTo>
                    <a:pt x="845" y="1462"/>
                  </a:moveTo>
                  <a:lnTo>
                    <a:pt x="850" y="1482"/>
                  </a:lnTo>
                  <a:lnTo>
                    <a:pt x="869" y="1561"/>
                  </a:lnTo>
                  <a:lnTo>
                    <a:pt x="869" y="1561"/>
                  </a:lnTo>
                  <a:lnTo>
                    <a:pt x="850" y="1462"/>
                  </a:lnTo>
                  <a:close/>
                  <a:moveTo>
                    <a:pt x="198" y="1581"/>
                  </a:moveTo>
                  <a:lnTo>
                    <a:pt x="208" y="1600"/>
                  </a:lnTo>
                  <a:lnTo>
                    <a:pt x="198" y="1581"/>
                  </a:lnTo>
                  <a:close/>
                  <a:moveTo>
                    <a:pt x="208" y="1600"/>
                  </a:moveTo>
                  <a:lnTo>
                    <a:pt x="208" y="1600"/>
                  </a:lnTo>
                  <a:lnTo>
                    <a:pt x="208" y="1600"/>
                  </a:lnTo>
                  <a:close/>
                  <a:moveTo>
                    <a:pt x="208" y="1600"/>
                  </a:moveTo>
                  <a:lnTo>
                    <a:pt x="218" y="1620"/>
                  </a:lnTo>
                  <a:lnTo>
                    <a:pt x="208" y="1600"/>
                  </a:lnTo>
                  <a:close/>
                  <a:moveTo>
                    <a:pt x="316" y="1719"/>
                  </a:moveTo>
                  <a:lnTo>
                    <a:pt x="316" y="1739"/>
                  </a:lnTo>
                  <a:lnTo>
                    <a:pt x="336" y="1798"/>
                  </a:lnTo>
                  <a:lnTo>
                    <a:pt x="316" y="1719"/>
                  </a:lnTo>
                  <a:close/>
                  <a:moveTo>
                    <a:pt x="395" y="1600"/>
                  </a:moveTo>
                  <a:lnTo>
                    <a:pt x="395" y="1620"/>
                  </a:lnTo>
                  <a:lnTo>
                    <a:pt x="415" y="1699"/>
                  </a:lnTo>
                  <a:lnTo>
                    <a:pt x="435" y="1837"/>
                  </a:lnTo>
                  <a:lnTo>
                    <a:pt x="435" y="1739"/>
                  </a:lnTo>
                  <a:lnTo>
                    <a:pt x="395" y="1600"/>
                  </a:lnTo>
                  <a:close/>
                  <a:moveTo>
                    <a:pt x="711" y="1837"/>
                  </a:moveTo>
                  <a:lnTo>
                    <a:pt x="731" y="1857"/>
                  </a:lnTo>
                  <a:lnTo>
                    <a:pt x="731" y="1837"/>
                  </a:lnTo>
                  <a:close/>
                  <a:moveTo>
                    <a:pt x="60" y="1126"/>
                  </a:moveTo>
                  <a:lnTo>
                    <a:pt x="60" y="1166"/>
                  </a:lnTo>
                  <a:lnTo>
                    <a:pt x="79" y="1245"/>
                  </a:lnTo>
                  <a:lnTo>
                    <a:pt x="60" y="1205"/>
                  </a:lnTo>
                  <a:lnTo>
                    <a:pt x="60" y="1186"/>
                  </a:lnTo>
                  <a:lnTo>
                    <a:pt x="40" y="1186"/>
                  </a:lnTo>
                  <a:lnTo>
                    <a:pt x="40" y="1205"/>
                  </a:lnTo>
                  <a:lnTo>
                    <a:pt x="60" y="1245"/>
                  </a:lnTo>
                  <a:lnTo>
                    <a:pt x="79" y="1344"/>
                  </a:lnTo>
                  <a:lnTo>
                    <a:pt x="99" y="1344"/>
                  </a:lnTo>
                  <a:lnTo>
                    <a:pt x="99" y="1383"/>
                  </a:lnTo>
                  <a:lnTo>
                    <a:pt x="158" y="1482"/>
                  </a:lnTo>
                  <a:lnTo>
                    <a:pt x="158" y="1521"/>
                  </a:lnTo>
                  <a:lnTo>
                    <a:pt x="178" y="1521"/>
                  </a:lnTo>
                  <a:lnTo>
                    <a:pt x="178" y="1482"/>
                  </a:lnTo>
                  <a:lnTo>
                    <a:pt x="198" y="1541"/>
                  </a:lnTo>
                  <a:lnTo>
                    <a:pt x="198" y="1521"/>
                  </a:lnTo>
                  <a:lnTo>
                    <a:pt x="218" y="1581"/>
                  </a:lnTo>
                  <a:lnTo>
                    <a:pt x="218" y="1561"/>
                  </a:lnTo>
                  <a:lnTo>
                    <a:pt x="257" y="1679"/>
                  </a:lnTo>
                  <a:lnTo>
                    <a:pt x="237" y="1679"/>
                  </a:lnTo>
                  <a:lnTo>
                    <a:pt x="237" y="1660"/>
                  </a:lnTo>
                  <a:lnTo>
                    <a:pt x="218" y="1620"/>
                  </a:lnTo>
                  <a:lnTo>
                    <a:pt x="218" y="1620"/>
                  </a:lnTo>
                  <a:lnTo>
                    <a:pt x="218" y="1640"/>
                  </a:lnTo>
                  <a:lnTo>
                    <a:pt x="237" y="1719"/>
                  </a:lnTo>
                  <a:lnTo>
                    <a:pt x="237" y="1739"/>
                  </a:lnTo>
                  <a:lnTo>
                    <a:pt x="257" y="1818"/>
                  </a:lnTo>
                  <a:lnTo>
                    <a:pt x="297" y="1897"/>
                  </a:lnTo>
                  <a:lnTo>
                    <a:pt x="257" y="1798"/>
                  </a:lnTo>
                  <a:lnTo>
                    <a:pt x="257" y="1798"/>
                  </a:lnTo>
                  <a:lnTo>
                    <a:pt x="277" y="1818"/>
                  </a:lnTo>
                  <a:lnTo>
                    <a:pt x="297" y="1897"/>
                  </a:lnTo>
                  <a:lnTo>
                    <a:pt x="297" y="1818"/>
                  </a:lnTo>
                  <a:lnTo>
                    <a:pt x="316" y="1837"/>
                  </a:lnTo>
                  <a:lnTo>
                    <a:pt x="316" y="1818"/>
                  </a:lnTo>
                  <a:lnTo>
                    <a:pt x="297" y="1778"/>
                  </a:lnTo>
                  <a:lnTo>
                    <a:pt x="297" y="1739"/>
                  </a:lnTo>
                  <a:lnTo>
                    <a:pt x="277" y="1640"/>
                  </a:lnTo>
                  <a:lnTo>
                    <a:pt x="297" y="1719"/>
                  </a:lnTo>
                  <a:lnTo>
                    <a:pt x="316" y="1778"/>
                  </a:lnTo>
                  <a:lnTo>
                    <a:pt x="316" y="1758"/>
                  </a:lnTo>
                  <a:lnTo>
                    <a:pt x="297" y="1660"/>
                  </a:lnTo>
                  <a:lnTo>
                    <a:pt x="297" y="1600"/>
                  </a:lnTo>
                  <a:lnTo>
                    <a:pt x="277" y="1581"/>
                  </a:lnTo>
                  <a:lnTo>
                    <a:pt x="277" y="1620"/>
                  </a:lnTo>
                  <a:lnTo>
                    <a:pt x="277" y="1620"/>
                  </a:lnTo>
                  <a:lnTo>
                    <a:pt x="257" y="1581"/>
                  </a:lnTo>
                  <a:lnTo>
                    <a:pt x="257" y="1541"/>
                  </a:lnTo>
                  <a:lnTo>
                    <a:pt x="237" y="1541"/>
                  </a:lnTo>
                  <a:lnTo>
                    <a:pt x="257" y="1600"/>
                  </a:lnTo>
                  <a:lnTo>
                    <a:pt x="257" y="1600"/>
                  </a:lnTo>
                  <a:lnTo>
                    <a:pt x="178" y="1442"/>
                  </a:lnTo>
                  <a:lnTo>
                    <a:pt x="139" y="1284"/>
                  </a:lnTo>
                  <a:lnTo>
                    <a:pt x="119" y="1284"/>
                  </a:lnTo>
                  <a:lnTo>
                    <a:pt x="119" y="1324"/>
                  </a:lnTo>
                  <a:lnTo>
                    <a:pt x="60" y="1126"/>
                  </a:lnTo>
                  <a:close/>
                  <a:moveTo>
                    <a:pt x="297" y="1897"/>
                  </a:moveTo>
                  <a:lnTo>
                    <a:pt x="297" y="1897"/>
                  </a:lnTo>
                  <a:lnTo>
                    <a:pt x="297" y="1897"/>
                  </a:lnTo>
                  <a:close/>
                  <a:moveTo>
                    <a:pt x="652" y="1837"/>
                  </a:moveTo>
                  <a:lnTo>
                    <a:pt x="672" y="1916"/>
                  </a:lnTo>
                  <a:lnTo>
                    <a:pt x="657" y="1840"/>
                  </a:lnTo>
                  <a:lnTo>
                    <a:pt x="652" y="1837"/>
                  </a:lnTo>
                  <a:close/>
                  <a:moveTo>
                    <a:pt x="711" y="1916"/>
                  </a:moveTo>
                  <a:lnTo>
                    <a:pt x="711" y="1916"/>
                  </a:lnTo>
                  <a:lnTo>
                    <a:pt x="711" y="1916"/>
                  </a:lnTo>
                  <a:close/>
                  <a:moveTo>
                    <a:pt x="1482" y="1"/>
                  </a:moveTo>
                  <a:lnTo>
                    <a:pt x="1502" y="60"/>
                  </a:lnTo>
                  <a:lnTo>
                    <a:pt x="1502" y="80"/>
                  </a:lnTo>
                  <a:lnTo>
                    <a:pt x="1482" y="60"/>
                  </a:lnTo>
                  <a:lnTo>
                    <a:pt x="1482" y="20"/>
                  </a:lnTo>
                  <a:lnTo>
                    <a:pt x="1462" y="20"/>
                  </a:lnTo>
                  <a:lnTo>
                    <a:pt x="1442" y="80"/>
                  </a:lnTo>
                  <a:lnTo>
                    <a:pt x="1462" y="159"/>
                  </a:lnTo>
                  <a:lnTo>
                    <a:pt x="1462" y="178"/>
                  </a:lnTo>
                  <a:lnTo>
                    <a:pt x="1442" y="159"/>
                  </a:lnTo>
                  <a:lnTo>
                    <a:pt x="1442" y="198"/>
                  </a:lnTo>
                  <a:lnTo>
                    <a:pt x="1442" y="218"/>
                  </a:lnTo>
                  <a:lnTo>
                    <a:pt x="1423" y="198"/>
                  </a:lnTo>
                  <a:lnTo>
                    <a:pt x="1442" y="139"/>
                  </a:lnTo>
                  <a:lnTo>
                    <a:pt x="1423" y="99"/>
                  </a:lnTo>
                  <a:lnTo>
                    <a:pt x="1403" y="99"/>
                  </a:lnTo>
                  <a:lnTo>
                    <a:pt x="1403" y="80"/>
                  </a:lnTo>
                  <a:lnTo>
                    <a:pt x="1383" y="297"/>
                  </a:lnTo>
                  <a:lnTo>
                    <a:pt x="1403" y="415"/>
                  </a:lnTo>
                  <a:lnTo>
                    <a:pt x="1423" y="514"/>
                  </a:lnTo>
                  <a:lnTo>
                    <a:pt x="1403" y="475"/>
                  </a:lnTo>
                  <a:lnTo>
                    <a:pt x="1383" y="435"/>
                  </a:lnTo>
                  <a:lnTo>
                    <a:pt x="1363" y="356"/>
                  </a:lnTo>
                  <a:lnTo>
                    <a:pt x="1383" y="376"/>
                  </a:lnTo>
                  <a:lnTo>
                    <a:pt x="1344" y="218"/>
                  </a:lnTo>
                  <a:lnTo>
                    <a:pt x="1344" y="139"/>
                  </a:lnTo>
                  <a:lnTo>
                    <a:pt x="1324" y="40"/>
                  </a:lnTo>
                  <a:lnTo>
                    <a:pt x="1304" y="60"/>
                  </a:lnTo>
                  <a:lnTo>
                    <a:pt x="1284" y="80"/>
                  </a:lnTo>
                  <a:lnTo>
                    <a:pt x="1284" y="99"/>
                  </a:lnTo>
                  <a:lnTo>
                    <a:pt x="1265" y="80"/>
                  </a:lnTo>
                  <a:lnTo>
                    <a:pt x="1284" y="159"/>
                  </a:lnTo>
                  <a:lnTo>
                    <a:pt x="1284" y="159"/>
                  </a:lnTo>
                  <a:lnTo>
                    <a:pt x="1265" y="139"/>
                  </a:lnTo>
                  <a:lnTo>
                    <a:pt x="1245" y="80"/>
                  </a:lnTo>
                  <a:lnTo>
                    <a:pt x="1245" y="139"/>
                  </a:lnTo>
                  <a:lnTo>
                    <a:pt x="1245" y="218"/>
                  </a:lnTo>
                  <a:lnTo>
                    <a:pt x="1265" y="297"/>
                  </a:lnTo>
                  <a:lnTo>
                    <a:pt x="1265" y="336"/>
                  </a:lnTo>
                  <a:lnTo>
                    <a:pt x="1245" y="336"/>
                  </a:lnTo>
                  <a:lnTo>
                    <a:pt x="1245" y="297"/>
                  </a:lnTo>
                  <a:lnTo>
                    <a:pt x="1245" y="277"/>
                  </a:lnTo>
                  <a:lnTo>
                    <a:pt x="1225" y="317"/>
                  </a:lnTo>
                  <a:lnTo>
                    <a:pt x="1225" y="257"/>
                  </a:lnTo>
                  <a:lnTo>
                    <a:pt x="1225" y="238"/>
                  </a:lnTo>
                  <a:lnTo>
                    <a:pt x="1225" y="218"/>
                  </a:lnTo>
                  <a:lnTo>
                    <a:pt x="1205" y="238"/>
                  </a:lnTo>
                  <a:lnTo>
                    <a:pt x="1205" y="297"/>
                  </a:lnTo>
                  <a:lnTo>
                    <a:pt x="1185" y="297"/>
                  </a:lnTo>
                  <a:lnTo>
                    <a:pt x="1185" y="198"/>
                  </a:lnTo>
                  <a:lnTo>
                    <a:pt x="1185" y="159"/>
                  </a:lnTo>
                  <a:lnTo>
                    <a:pt x="1205" y="218"/>
                  </a:lnTo>
                  <a:lnTo>
                    <a:pt x="1185" y="139"/>
                  </a:lnTo>
                  <a:lnTo>
                    <a:pt x="1205" y="159"/>
                  </a:lnTo>
                  <a:lnTo>
                    <a:pt x="1225" y="159"/>
                  </a:lnTo>
                  <a:lnTo>
                    <a:pt x="1225" y="99"/>
                  </a:lnTo>
                  <a:lnTo>
                    <a:pt x="1225" y="80"/>
                  </a:lnTo>
                  <a:lnTo>
                    <a:pt x="1205" y="80"/>
                  </a:lnTo>
                  <a:lnTo>
                    <a:pt x="1185" y="99"/>
                  </a:lnTo>
                  <a:lnTo>
                    <a:pt x="1166" y="60"/>
                  </a:lnTo>
                  <a:lnTo>
                    <a:pt x="1166" y="159"/>
                  </a:lnTo>
                  <a:lnTo>
                    <a:pt x="1166" y="198"/>
                  </a:lnTo>
                  <a:lnTo>
                    <a:pt x="1146" y="159"/>
                  </a:lnTo>
                  <a:lnTo>
                    <a:pt x="1146" y="257"/>
                  </a:lnTo>
                  <a:lnTo>
                    <a:pt x="1146" y="297"/>
                  </a:lnTo>
                  <a:lnTo>
                    <a:pt x="1166" y="317"/>
                  </a:lnTo>
                  <a:lnTo>
                    <a:pt x="1166" y="356"/>
                  </a:lnTo>
                  <a:lnTo>
                    <a:pt x="1166" y="396"/>
                  </a:lnTo>
                  <a:lnTo>
                    <a:pt x="1146" y="356"/>
                  </a:lnTo>
                  <a:lnTo>
                    <a:pt x="1126" y="178"/>
                  </a:lnTo>
                  <a:lnTo>
                    <a:pt x="1126" y="159"/>
                  </a:lnTo>
                  <a:lnTo>
                    <a:pt x="1106" y="139"/>
                  </a:lnTo>
                  <a:lnTo>
                    <a:pt x="1106" y="139"/>
                  </a:lnTo>
                  <a:lnTo>
                    <a:pt x="1126" y="257"/>
                  </a:lnTo>
                  <a:lnTo>
                    <a:pt x="1126" y="336"/>
                  </a:lnTo>
                  <a:lnTo>
                    <a:pt x="1106" y="415"/>
                  </a:lnTo>
                  <a:lnTo>
                    <a:pt x="1087" y="336"/>
                  </a:lnTo>
                  <a:lnTo>
                    <a:pt x="1106" y="297"/>
                  </a:lnTo>
                  <a:lnTo>
                    <a:pt x="1106" y="238"/>
                  </a:lnTo>
                  <a:lnTo>
                    <a:pt x="1087" y="159"/>
                  </a:lnTo>
                  <a:lnTo>
                    <a:pt x="1087" y="198"/>
                  </a:lnTo>
                  <a:lnTo>
                    <a:pt x="1087" y="238"/>
                  </a:lnTo>
                  <a:lnTo>
                    <a:pt x="1067" y="198"/>
                  </a:lnTo>
                  <a:lnTo>
                    <a:pt x="1047" y="198"/>
                  </a:lnTo>
                  <a:lnTo>
                    <a:pt x="1047" y="238"/>
                  </a:lnTo>
                  <a:lnTo>
                    <a:pt x="1047" y="277"/>
                  </a:lnTo>
                  <a:lnTo>
                    <a:pt x="1027" y="277"/>
                  </a:lnTo>
                  <a:lnTo>
                    <a:pt x="1027" y="297"/>
                  </a:lnTo>
                  <a:lnTo>
                    <a:pt x="988" y="297"/>
                  </a:lnTo>
                  <a:lnTo>
                    <a:pt x="1008" y="336"/>
                  </a:lnTo>
                  <a:lnTo>
                    <a:pt x="1008" y="317"/>
                  </a:lnTo>
                  <a:lnTo>
                    <a:pt x="1027" y="336"/>
                  </a:lnTo>
                  <a:lnTo>
                    <a:pt x="1047" y="396"/>
                  </a:lnTo>
                  <a:lnTo>
                    <a:pt x="1027" y="435"/>
                  </a:lnTo>
                  <a:lnTo>
                    <a:pt x="1027" y="455"/>
                  </a:lnTo>
                  <a:lnTo>
                    <a:pt x="1008" y="475"/>
                  </a:lnTo>
                  <a:lnTo>
                    <a:pt x="1027" y="494"/>
                  </a:lnTo>
                  <a:lnTo>
                    <a:pt x="1008" y="534"/>
                  </a:lnTo>
                  <a:lnTo>
                    <a:pt x="988" y="455"/>
                  </a:lnTo>
                  <a:lnTo>
                    <a:pt x="968" y="475"/>
                  </a:lnTo>
                  <a:lnTo>
                    <a:pt x="968" y="455"/>
                  </a:lnTo>
                  <a:lnTo>
                    <a:pt x="948" y="455"/>
                  </a:lnTo>
                  <a:lnTo>
                    <a:pt x="948" y="415"/>
                  </a:lnTo>
                  <a:lnTo>
                    <a:pt x="929" y="376"/>
                  </a:lnTo>
                  <a:lnTo>
                    <a:pt x="909" y="396"/>
                  </a:lnTo>
                  <a:lnTo>
                    <a:pt x="909" y="455"/>
                  </a:lnTo>
                  <a:lnTo>
                    <a:pt x="929" y="514"/>
                  </a:lnTo>
                  <a:lnTo>
                    <a:pt x="948" y="573"/>
                  </a:lnTo>
                  <a:lnTo>
                    <a:pt x="929" y="573"/>
                  </a:lnTo>
                  <a:lnTo>
                    <a:pt x="929" y="593"/>
                  </a:lnTo>
                  <a:lnTo>
                    <a:pt x="909" y="593"/>
                  </a:lnTo>
                  <a:lnTo>
                    <a:pt x="889" y="554"/>
                  </a:lnTo>
                  <a:lnTo>
                    <a:pt x="869" y="534"/>
                  </a:lnTo>
                  <a:lnTo>
                    <a:pt x="889" y="514"/>
                  </a:lnTo>
                  <a:lnTo>
                    <a:pt x="889" y="494"/>
                  </a:lnTo>
                  <a:lnTo>
                    <a:pt x="869" y="435"/>
                  </a:lnTo>
                  <a:lnTo>
                    <a:pt x="869" y="455"/>
                  </a:lnTo>
                  <a:lnTo>
                    <a:pt x="850" y="415"/>
                  </a:lnTo>
                  <a:lnTo>
                    <a:pt x="850" y="455"/>
                  </a:lnTo>
                  <a:lnTo>
                    <a:pt x="850" y="475"/>
                  </a:lnTo>
                  <a:lnTo>
                    <a:pt x="830" y="356"/>
                  </a:lnTo>
                  <a:lnTo>
                    <a:pt x="830" y="376"/>
                  </a:lnTo>
                  <a:lnTo>
                    <a:pt x="810" y="376"/>
                  </a:lnTo>
                  <a:lnTo>
                    <a:pt x="810" y="396"/>
                  </a:lnTo>
                  <a:lnTo>
                    <a:pt x="810" y="415"/>
                  </a:lnTo>
                  <a:lnTo>
                    <a:pt x="830" y="396"/>
                  </a:lnTo>
                  <a:lnTo>
                    <a:pt x="830" y="435"/>
                  </a:lnTo>
                  <a:lnTo>
                    <a:pt x="810" y="435"/>
                  </a:lnTo>
                  <a:lnTo>
                    <a:pt x="790" y="415"/>
                  </a:lnTo>
                  <a:lnTo>
                    <a:pt x="790" y="475"/>
                  </a:lnTo>
                  <a:lnTo>
                    <a:pt x="810" y="455"/>
                  </a:lnTo>
                  <a:lnTo>
                    <a:pt x="810" y="494"/>
                  </a:lnTo>
                  <a:lnTo>
                    <a:pt x="810" y="514"/>
                  </a:lnTo>
                  <a:lnTo>
                    <a:pt x="790" y="534"/>
                  </a:lnTo>
                  <a:lnTo>
                    <a:pt x="790" y="554"/>
                  </a:lnTo>
                  <a:lnTo>
                    <a:pt x="771" y="593"/>
                  </a:lnTo>
                  <a:lnTo>
                    <a:pt x="771" y="534"/>
                  </a:lnTo>
                  <a:lnTo>
                    <a:pt x="751" y="455"/>
                  </a:lnTo>
                  <a:lnTo>
                    <a:pt x="771" y="455"/>
                  </a:lnTo>
                  <a:lnTo>
                    <a:pt x="771" y="435"/>
                  </a:lnTo>
                  <a:lnTo>
                    <a:pt x="751" y="435"/>
                  </a:lnTo>
                  <a:lnTo>
                    <a:pt x="731" y="494"/>
                  </a:lnTo>
                  <a:lnTo>
                    <a:pt x="731" y="475"/>
                  </a:lnTo>
                  <a:lnTo>
                    <a:pt x="711" y="415"/>
                  </a:lnTo>
                  <a:lnTo>
                    <a:pt x="692" y="376"/>
                  </a:lnTo>
                  <a:lnTo>
                    <a:pt x="672" y="376"/>
                  </a:lnTo>
                  <a:lnTo>
                    <a:pt x="711" y="455"/>
                  </a:lnTo>
                  <a:lnTo>
                    <a:pt x="692" y="475"/>
                  </a:lnTo>
                  <a:lnTo>
                    <a:pt x="711" y="534"/>
                  </a:lnTo>
                  <a:lnTo>
                    <a:pt x="692" y="494"/>
                  </a:lnTo>
                  <a:lnTo>
                    <a:pt x="672" y="475"/>
                  </a:lnTo>
                  <a:lnTo>
                    <a:pt x="672" y="573"/>
                  </a:lnTo>
                  <a:lnTo>
                    <a:pt x="652" y="534"/>
                  </a:lnTo>
                  <a:lnTo>
                    <a:pt x="652" y="573"/>
                  </a:lnTo>
                  <a:lnTo>
                    <a:pt x="672" y="613"/>
                  </a:lnTo>
                  <a:lnTo>
                    <a:pt x="672" y="652"/>
                  </a:lnTo>
                  <a:lnTo>
                    <a:pt x="652" y="633"/>
                  </a:lnTo>
                  <a:lnTo>
                    <a:pt x="632" y="573"/>
                  </a:lnTo>
                  <a:lnTo>
                    <a:pt x="632" y="633"/>
                  </a:lnTo>
                  <a:lnTo>
                    <a:pt x="632" y="652"/>
                  </a:lnTo>
                  <a:lnTo>
                    <a:pt x="652" y="692"/>
                  </a:lnTo>
                  <a:lnTo>
                    <a:pt x="652" y="731"/>
                  </a:lnTo>
                  <a:lnTo>
                    <a:pt x="613" y="672"/>
                  </a:lnTo>
                  <a:lnTo>
                    <a:pt x="613" y="633"/>
                  </a:lnTo>
                  <a:lnTo>
                    <a:pt x="593" y="573"/>
                  </a:lnTo>
                  <a:lnTo>
                    <a:pt x="593" y="554"/>
                  </a:lnTo>
                  <a:lnTo>
                    <a:pt x="573" y="554"/>
                  </a:lnTo>
                  <a:lnTo>
                    <a:pt x="573" y="494"/>
                  </a:lnTo>
                  <a:lnTo>
                    <a:pt x="553" y="514"/>
                  </a:lnTo>
                  <a:lnTo>
                    <a:pt x="573" y="573"/>
                  </a:lnTo>
                  <a:lnTo>
                    <a:pt x="573" y="633"/>
                  </a:lnTo>
                  <a:lnTo>
                    <a:pt x="553" y="554"/>
                  </a:lnTo>
                  <a:lnTo>
                    <a:pt x="534" y="573"/>
                  </a:lnTo>
                  <a:lnTo>
                    <a:pt x="553" y="593"/>
                  </a:lnTo>
                  <a:lnTo>
                    <a:pt x="573" y="672"/>
                  </a:lnTo>
                  <a:lnTo>
                    <a:pt x="593" y="731"/>
                  </a:lnTo>
                  <a:lnTo>
                    <a:pt x="593" y="771"/>
                  </a:lnTo>
                  <a:lnTo>
                    <a:pt x="613" y="830"/>
                  </a:lnTo>
                  <a:lnTo>
                    <a:pt x="613" y="850"/>
                  </a:lnTo>
                  <a:lnTo>
                    <a:pt x="553" y="771"/>
                  </a:lnTo>
                  <a:lnTo>
                    <a:pt x="534" y="633"/>
                  </a:lnTo>
                  <a:lnTo>
                    <a:pt x="494" y="475"/>
                  </a:lnTo>
                  <a:lnTo>
                    <a:pt x="474" y="514"/>
                  </a:lnTo>
                  <a:lnTo>
                    <a:pt x="455" y="494"/>
                  </a:lnTo>
                  <a:lnTo>
                    <a:pt x="474" y="593"/>
                  </a:lnTo>
                  <a:lnTo>
                    <a:pt x="494" y="692"/>
                  </a:lnTo>
                  <a:lnTo>
                    <a:pt x="474" y="672"/>
                  </a:lnTo>
                  <a:lnTo>
                    <a:pt x="474" y="692"/>
                  </a:lnTo>
                  <a:lnTo>
                    <a:pt x="455" y="731"/>
                  </a:lnTo>
                  <a:lnTo>
                    <a:pt x="474" y="791"/>
                  </a:lnTo>
                  <a:lnTo>
                    <a:pt x="494" y="870"/>
                  </a:lnTo>
                  <a:lnTo>
                    <a:pt x="494" y="889"/>
                  </a:lnTo>
                  <a:lnTo>
                    <a:pt x="494" y="949"/>
                  </a:lnTo>
                  <a:lnTo>
                    <a:pt x="474" y="889"/>
                  </a:lnTo>
                  <a:lnTo>
                    <a:pt x="455" y="870"/>
                  </a:lnTo>
                  <a:lnTo>
                    <a:pt x="455" y="909"/>
                  </a:lnTo>
                  <a:lnTo>
                    <a:pt x="435" y="850"/>
                  </a:lnTo>
                  <a:lnTo>
                    <a:pt x="455" y="830"/>
                  </a:lnTo>
                  <a:lnTo>
                    <a:pt x="455" y="810"/>
                  </a:lnTo>
                  <a:lnTo>
                    <a:pt x="435" y="791"/>
                  </a:lnTo>
                  <a:lnTo>
                    <a:pt x="395" y="692"/>
                  </a:lnTo>
                  <a:lnTo>
                    <a:pt x="415" y="751"/>
                  </a:lnTo>
                  <a:lnTo>
                    <a:pt x="415" y="810"/>
                  </a:lnTo>
                  <a:lnTo>
                    <a:pt x="395" y="751"/>
                  </a:lnTo>
                  <a:lnTo>
                    <a:pt x="356" y="751"/>
                  </a:lnTo>
                  <a:lnTo>
                    <a:pt x="316" y="652"/>
                  </a:lnTo>
                  <a:lnTo>
                    <a:pt x="316" y="731"/>
                  </a:lnTo>
                  <a:lnTo>
                    <a:pt x="316" y="791"/>
                  </a:lnTo>
                  <a:lnTo>
                    <a:pt x="336" y="830"/>
                  </a:lnTo>
                  <a:lnTo>
                    <a:pt x="336" y="889"/>
                  </a:lnTo>
                  <a:lnTo>
                    <a:pt x="356" y="909"/>
                  </a:lnTo>
                  <a:lnTo>
                    <a:pt x="356" y="870"/>
                  </a:lnTo>
                  <a:lnTo>
                    <a:pt x="356" y="830"/>
                  </a:lnTo>
                  <a:lnTo>
                    <a:pt x="376" y="870"/>
                  </a:lnTo>
                  <a:lnTo>
                    <a:pt x="356" y="751"/>
                  </a:lnTo>
                  <a:lnTo>
                    <a:pt x="376" y="791"/>
                  </a:lnTo>
                  <a:lnTo>
                    <a:pt x="395" y="889"/>
                  </a:lnTo>
                  <a:lnTo>
                    <a:pt x="395" y="929"/>
                  </a:lnTo>
                  <a:lnTo>
                    <a:pt x="395" y="949"/>
                  </a:lnTo>
                  <a:lnTo>
                    <a:pt x="415" y="988"/>
                  </a:lnTo>
                  <a:lnTo>
                    <a:pt x="435" y="988"/>
                  </a:lnTo>
                  <a:lnTo>
                    <a:pt x="474" y="1087"/>
                  </a:lnTo>
                  <a:lnTo>
                    <a:pt x="494" y="1225"/>
                  </a:lnTo>
                  <a:lnTo>
                    <a:pt x="474" y="1166"/>
                  </a:lnTo>
                  <a:lnTo>
                    <a:pt x="474" y="1265"/>
                  </a:lnTo>
                  <a:lnTo>
                    <a:pt x="455" y="1205"/>
                  </a:lnTo>
                  <a:lnTo>
                    <a:pt x="455" y="1245"/>
                  </a:lnTo>
                  <a:lnTo>
                    <a:pt x="455" y="1284"/>
                  </a:lnTo>
                  <a:lnTo>
                    <a:pt x="474" y="1344"/>
                  </a:lnTo>
                  <a:lnTo>
                    <a:pt x="474" y="1344"/>
                  </a:lnTo>
                  <a:lnTo>
                    <a:pt x="455" y="1324"/>
                  </a:lnTo>
                  <a:lnTo>
                    <a:pt x="435" y="1265"/>
                  </a:lnTo>
                  <a:lnTo>
                    <a:pt x="415" y="1245"/>
                  </a:lnTo>
                  <a:lnTo>
                    <a:pt x="376" y="1107"/>
                  </a:lnTo>
                  <a:lnTo>
                    <a:pt x="376" y="1146"/>
                  </a:lnTo>
                  <a:lnTo>
                    <a:pt x="336" y="929"/>
                  </a:lnTo>
                  <a:lnTo>
                    <a:pt x="297" y="909"/>
                  </a:lnTo>
                  <a:lnTo>
                    <a:pt x="277" y="929"/>
                  </a:lnTo>
                  <a:lnTo>
                    <a:pt x="297" y="1028"/>
                  </a:lnTo>
                  <a:lnTo>
                    <a:pt x="297" y="1047"/>
                  </a:lnTo>
                  <a:lnTo>
                    <a:pt x="316" y="1087"/>
                  </a:lnTo>
                  <a:lnTo>
                    <a:pt x="297" y="1087"/>
                  </a:lnTo>
                  <a:lnTo>
                    <a:pt x="297" y="1107"/>
                  </a:lnTo>
                  <a:lnTo>
                    <a:pt x="257" y="949"/>
                  </a:lnTo>
                  <a:lnTo>
                    <a:pt x="257" y="968"/>
                  </a:lnTo>
                  <a:lnTo>
                    <a:pt x="218" y="929"/>
                  </a:lnTo>
                  <a:lnTo>
                    <a:pt x="218" y="889"/>
                  </a:lnTo>
                  <a:lnTo>
                    <a:pt x="237" y="889"/>
                  </a:lnTo>
                  <a:lnTo>
                    <a:pt x="277" y="929"/>
                  </a:lnTo>
                  <a:lnTo>
                    <a:pt x="277" y="929"/>
                  </a:lnTo>
                  <a:lnTo>
                    <a:pt x="237" y="771"/>
                  </a:lnTo>
                  <a:lnTo>
                    <a:pt x="237" y="810"/>
                  </a:lnTo>
                  <a:lnTo>
                    <a:pt x="218" y="791"/>
                  </a:lnTo>
                  <a:lnTo>
                    <a:pt x="198" y="731"/>
                  </a:lnTo>
                  <a:lnTo>
                    <a:pt x="218" y="810"/>
                  </a:lnTo>
                  <a:lnTo>
                    <a:pt x="237" y="889"/>
                  </a:lnTo>
                  <a:lnTo>
                    <a:pt x="237" y="889"/>
                  </a:lnTo>
                  <a:lnTo>
                    <a:pt x="218" y="870"/>
                  </a:lnTo>
                  <a:lnTo>
                    <a:pt x="198" y="850"/>
                  </a:lnTo>
                  <a:lnTo>
                    <a:pt x="178" y="830"/>
                  </a:lnTo>
                  <a:lnTo>
                    <a:pt x="178" y="810"/>
                  </a:lnTo>
                  <a:lnTo>
                    <a:pt x="158" y="810"/>
                  </a:lnTo>
                  <a:lnTo>
                    <a:pt x="139" y="771"/>
                  </a:lnTo>
                  <a:lnTo>
                    <a:pt x="158" y="870"/>
                  </a:lnTo>
                  <a:lnTo>
                    <a:pt x="119" y="810"/>
                  </a:lnTo>
                  <a:lnTo>
                    <a:pt x="99" y="751"/>
                  </a:lnTo>
                  <a:lnTo>
                    <a:pt x="119" y="830"/>
                  </a:lnTo>
                  <a:lnTo>
                    <a:pt x="119" y="870"/>
                  </a:lnTo>
                  <a:lnTo>
                    <a:pt x="139" y="929"/>
                  </a:lnTo>
                  <a:lnTo>
                    <a:pt x="158" y="988"/>
                  </a:lnTo>
                  <a:lnTo>
                    <a:pt x="158" y="1008"/>
                  </a:lnTo>
                  <a:lnTo>
                    <a:pt x="178" y="1047"/>
                  </a:lnTo>
                  <a:lnTo>
                    <a:pt x="158" y="1047"/>
                  </a:lnTo>
                  <a:lnTo>
                    <a:pt x="99" y="850"/>
                  </a:lnTo>
                  <a:lnTo>
                    <a:pt x="99" y="870"/>
                  </a:lnTo>
                  <a:lnTo>
                    <a:pt x="79" y="870"/>
                  </a:lnTo>
                  <a:lnTo>
                    <a:pt x="99" y="929"/>
                  </a:lnTo>
                  <a:lnTo>
                    <a:pt x="119" y="968"/>
                  </a:lnTo>
                  <a:lnTo>
                    <a:pt x="119" y="988"/>
                  </a:lnTo>
                  <a:lnTo>
                    <a:pt x="99" y="988"/>
                  </a:lnTo>
                  <a:lnTo>
                    <a:pt x="119" y="1028"/>
                  </a:lnTo>
                  <a:lnTo>
                    <a:pt x="139" y="1146"/>
                  </a:lnTo>
                  <a:lnTo>
                    <a:pt x="119" y="1107"/>
                  </a:lnTo>
                  <a:lnTo>
                    <a:pt x="79" y="1008"/>
                  </a:lnTo>
                  <a:lnTo>
                    <a:pt x="20" y="889"/>
                  </a:lnTo>
                  <a:lnTo>
                    <a:pt x="20" y="909"/>
                  </a:lnTo>
                  <a:lnTo>
                    <a:pt x="0" y="909"/>
                  </a:lnTo>
                  <a:lnTo>
                    <a:pt x="20" y="929"/>
                  </a:lnTo>
                  <a:lnTo>
                    <a:pt x="40" y="968"/>
                  </a:lnTo>
                  <a:lnTo>
                    <a:pt x="40" y="988"/>
                  </a:lnTo>
                  <a:lnTo>
                    <a:pt x="79" y="1107"/>
                  </a:lnTo>
                  <a:lnTo>
                    <a:pt x="79" y="1097"/>
                  </a:lnTo>
                  <a:lnTo>
                    <a:pt x="99" y="1166"/>
                  </a:lnTo>
                  <a:lnTo>
                    <a:pt x="107" y="1186"/>
                  </a:lnTo>
                  <a:lnTo>
                    <a:pt x="107" y="1186"/>
                  </a:lnTo>
                  <a:lnTo>
                    <a:pt x="99" y="1146"/>
                  </a:lnTo>
                  <a:lnTo>
                    <a:pt x="99" y="110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158" y="1186"/>
                  </a:lnTo>
                  <a:lnTo>
                    <a:pt x="178" y="1225"/>
                  </a:lnTo>
                  <a:lnTo>
                    <a:pt x="158" y="1146"/>
                  </a:lnTo>
                  <a:lnTo>
                    <a:pt x="139" y="1067"/>
                  </a:lnTo>
                  <a:lnTo>
                    <a:pt x="158" y="1087"/>
                  </a:lnTo>
                  <a:lnTo>
                    <a:pt x="178" y="1126"/>
                  </a:lnTo>
                  <a:lnTo>
                    <a:pt x="178" y="1166"/>
                  </a:lnTo>
                  <a:lnTo>
                    <a:pt x="198" y="1245"/>
                  </a:lnTo>
                  <a:lnTo>
                    <a:pt x="237" y="1383"/>
                  </a:lnTo>
                  <a:lnTo>
                    <a:pt x="237" y="1462"/>
                  </a:lnTo>
                  <a:lnTo>
                    <a:pt x="257" y="1521"/>
                  </a:lnTo>
                  <a:lnTo>
                    <a:pt x="257" y="1502"/>
                  </a:lnTo>
                  <a:lnTo>
                    <a:pt x="297" y="1581"/>
                  </a:lnTo>
                  <a:lnTo>
                    <a:pt x="316" y="1620"/>
                  </a:lnTo>
                  <a:lnTo>
                    <a:pt x="316" y="1660"/>
                  </a:lnTo>
                  <a:lnTo>
                    <a:pt x="336" y="1699"/>
                  </a:lnTo>
                  <a:lnTo>
                    <a:pt x="336" y="1679"/>
                  </a:lnTo>
                  <a:lnTo>
                    <a:pt x="316" y="1581"/>
                  </a:lnTo>
                  <a:lnTo>
                    <a:pt x="336" y="1581"/>
                  </a:lnTo>
                  <a:lnTo>
                    <a:pt x="336" y="1561"/>
                  </a:lnTo>
                  <a:lnTo>
                    <a:pt x="336" y="1541"/>
                  </a:lnTo>
                  <a:lnTo>
                    <a:pt x="356" y="1561"/>
                  </a:lnTo>
                  <a:lnTo>
                    <a:pt x="336" y="1482"/>
                  </a:lnTo>
                  <a:lnTo>
                    <a:pt x="336" y="1462"/>
                  </a:lnTo>
                  <a:lnTo>
                    <a:pt x="336" y="1442"/>
                  </a:lnTo>
                  <a:lnTo>
                    <a:pt x="356" y="1521"/>
                  </a:lnTo>
                  <a:lnTo>
                    <a:pt x="376" y="1502"/>
                  </a:lnTo>
                  <a:lnTo>
                    <a:pt x="356" y="1403"/>
                  </a:lnTo>
                  <a:lnTo>
                    <a:pt x="316" y="1324"/>
                  </a:lnTo>
                  <a:lnTo>
                    <a:pt x="297" y="1265"/>
                  </a:lnTo>
                  <a:lnTo>
                    <a:pt x="316" y="1304"/>
                  </a:lnTo>
                  <a:lnTo>
                    <a:pt x="336" y="1324"/>
                  </a:lnTo>
                  <a:lnTo>
                    <a:pt x="395" y="1462"/>
                  </a:lnTo>
                  <a:lnTo>
                    <a:pt x="376" y="1363"/>
                  </a:lnTo>
                  <a:lnTo>
                    <a:pt x="415" y="1482"/>
                  </a:lnTo>
                  <a:lnTo>
                    <a:pt x="415" y="1541"/>
                  </a:lnTo>
                  <a:lnTo>
                    <a:pt x="395" y="1521"/>
                  </a:lnTo>
                  <a:lnTo>
                    <a:pt x="395" y="1541"/>
                  </a:lnTo>
                  <a:lnTo>
                    <a:pt x="376" y="1521"/>
                  </a:lnTo>
                  <a:lnTo>
                    <a:pt x="376" y="1521"/>
                  </a:lnTo>
                  <a:lnTo>
                    <a:pt x="395" y="1581"/>
                  </a:lnTo>
                  <a:lnTo>
                    <a:pt x="395" y="1600"/>
                  </a:lnTo>
                  <a:lnTo>
                    <a:pt x="435" y="1679"/>
                  </a:lnTo>
                  <a:lnTo>
                    <a:pt x="474" y="1798"/>
                  </a:lnTo>
                  <a:lnTo>
                    <a:pt x="474" y="1818"/>
                  </a:lnTo>
                  <a:lnTo>
                    <a:pt x="494" y="1837"/>
                  </a:lnTo>
                  <a:lnTo>
                    <a:pt x="455" y="1640"/>
                  </a:lnTo>
                  <a:lnTo>
                    <a:pt x="455" y="1600"/>
                  </a:lnTo>
                  <a:lnTo>
                    <a:pt x="474" y="1620"/>
                  </a:lnTo>
                  <a:lnTo>
                    <a:pt x="474" y="1660"/>
                  </a:lnTo>
                  <a:lnTo>
                    <a:pt x="494" y="1739"/>
                  </a:lnTo>
                  <a:lnTo>
                    <a:pt x="494" y="1719"/>
                  </a:lnTo>
                  <a:lnTo>
                    <a:pt x="514" y="1739"/>
                  </a:lnTo>
                  <a:lnTo>
                    <a:pt x="494" y="1699"/>
                  </a:lnTo>
                  <a:lnTo>
                    <a:pt x="514" y="1719"/>
                  </a:lnTo>
                  <a:lnTo>
                    <a:pt x="553" y="1778"/>
                  </a:lnTo>
                  <a:lnTo>
                    <a:pt x="553" y="1798"/>
                  </a:lnTo>
                  <a:lnTo>
                    <a:pt x="534" y="1778"/>
                  </a:lnTo>
                  <a:lnTo>
                    <a:pt x="534" y="1798"/>
                  </a:lnTo>
                  <a:lnTo>
                    <a:pt x="553" y="1837"/>
                  </a:lnTo>
                  <a:lnTo>
                    <a:pt x="534" y="1837"/>
                  </a:lnTo>
                  <a:lnTo>
                    <a:pt x="553" y="1877"/>
                  </a:lnTo>
                  <a:lnTo>
                    <a:pt x="573" y="1897"/>
                  </a:lnTo>
                  <a:lnTo>
                    <a:pt x="573" y="1857"/>
                  </a:lnTo>
                  <a:lnTo>
                    <a:pt x="593" y="1936"/>
                  </a:lnTo>
                  <a:lnTo>
                    <a:pt x="613" y="1936"/>
                  </a:lnTo>
                  <a:lnTo>
                    <a:pt x="613" y="1956"/>
                  </a:lnTo>
                  <a:lnTo>
                    <a:pt x="632" y="1956"/>
                  </a:lnTo>
                  <a:lnTo>
                    <a:pt x="632" y="1877"/>
                  </a:lnTo>
                  <a:lnTo>
                    <a:pt x="613" y="1778"/>
                  </a:lnTo>
                  <a:lnTo>
                    <a:pt x="652" y="1897"/>
                  </a:lnTo>
                  <a:lnTo>
                    <a:pt x="672" y="1936"/>
                  </a:lnTo>
                  <a:lnTo>
                    <a:pt x="632" y="1818"/>
                  </a:lnTo>
                  <a:lnTo>
                    <a:pt x="632" y="1739"/>
                  </a:lnTo>
                  <a:lnTo>
                    <a:pt x="652" y="1818"/>
                  </a:lnTo>
                  <a:lnTo>
                    <a:pt x="657" y="1840"/>
                  </a:lnTo>
                  <a:lnTo>
                    <a:pt x="692" y="1857"/>
                  </a:lnTo>
                  <a:lnTo>
                    <a:pt x="711" y="1916"/>
                  </a:lnTo>
                  <a:lnTo>
                    <a:pt x="711" y="1857"/>
                  </a:lnTo>
                  <a:lnTo>
                    <a:pt x="692" y="1778"/>
                  </a:lnTo>
                  <a:lnTo>
                    <a:pt x="692" y="1818"/>
                  </a:lnTo>
                  <a:lnTo>
                    <a:pt x="672" y="1739"/>
                  </a:lnTo>
                  <a:lnTo>
                    <a:pt x="672" y="1739"/>
                  </a:lnTo>
                  <a:lnTo>
                    <a:pt x="692" y="1758"/>
                  </a:lnTo>
                  <a:lnTo>
                    <a:pt x="711" y="1798"/>
                  </a:lnTo>
                  <a:lnTo>
                    <a:pt x="731" y="1837"/>
                  </a:lnTo>
                  <a:lnTo>
                    <a:pt x="751" y="1837"/>
                  </a:lnTo>
                  <a:lnTo>
                    <a:pt x="771" y="1877"/>
                  </a:lnTo>
                  <a:lnTo>
                    <a:pt x="771" y="1818"/>
                  </a:lnTo>
                  <a:lnTo>
                    <a:pt x="731" y="1739"/>
                  </a:lnTo>
                  <a:lnTo>
                    <a:pt x="731" y="1739"/>
                  </a:lnTo>
                  <a:lnTo>
                    <a:pt x="751" y="1758"/>
                  </a:lnTo>
                  <a:lnTo>
                    <a:pt x="771" y="1798"/>
                  </a:lnTo>
                  <a:lnTo>
                    <a:pt x="771" y="1818"/>
                  </a:lnTo>
                  <a:lnTo>
                    <a:pt x="790" y="1818"/>
                  </a:lnTo>
                  <a:lnTo>
                    <a:pt x="781" y="1783"/>
                  </a:lnTo>
                  <a:lnTo>
                    <a:pt x="781" y="1783"/>
                  </a:lnTo>
                  <a:lnTo>
                    <a:pt x="810" y="1857"/>
                  </a:lnTo>
                  <a:lnTo>
                    <a:pt x="810" y="1837"/>
                  </a:lnTo>
                  <a:lnTo>
                    <a:pt x="830" y="1857"/>
                  </a:lnTo>
                  <a:lnTo>
                    <a:pt x="830" y="1837"/>
                  </a:lnTo>
                  <a:lnTo>
                    <a:pt x="830" y="1798"/>
                  </a:lnTo>
                  <a:lnTo>
                    <a:pt x="830" y="1739"/>
                  </a:lnTo>
                  <a:lnTo>
                    <a:pt x="850" y="1719"/>
                  </a:lnTo>
                  <a:lnTo>
                    <a:pt x="869" y="1818"/>
                  </a:lnTo>
                  <a:lnTo>
                    <a:pt x="850" y="1837"/>
                  </a:lnTo>
                  <a:lnTo>
                    <a:pt x="869" y="1877"/>
                  </a:lnTo>
                  <a:lnTo>
                    <a:pt x="869" y="1857"/>
                  </a:lnTo>
                  <a:lnTo>
                    <a:pt x="889" y="1857"/>
                  </a:lnTo>
                  <a:lnTo>
                    <a:pt x="889" y="1837"/>
                  </a:lnTo>
                  <a:lnTo>
                    <a:pt x="869" y="1758"/>
                  </a:lnTo>
                  <a:lnTo>
                    <a:pt x="869" y="1739"/>
                  </a:lnTo>
                  <a:lnTo>
                    <a:pt x="889" y="1758"/>
                  </a:lnTo>
                  <a:lnTo>
                    <a:pt x="889" y="1739"/>
                  </a:lnTo>
                  <a:lnTo>
                    <a:pt x="909" y="1719"/>
                  </a:lnTo>
                  <a:lnTo>
                    <a:pt x="889" y="1620"/>
                  </a:lnTo>
                  <a:lnTo>
                    <a:pt x="889" y="1640"/>
                  </a:lnTo>
                  <a:lnTo>
                    <a:pt x="869" y="1581"/>
                  </a:lnTo>
                  <a:lnTo>
                    <a:pt x="869" y="1620"/>
                  </a:lnTo>
                  <a:lnTo>
                    <a:pt x="869" y="1640"/>
                  </a:lnTo>
                  <a:lnTo>
                    <a:pt x="830" y="1581"/>
                  </a:lnTo>
                  <a:lnTo>
                    <a:pt x="830" y="1541"/>
                  </a:lnTo>
                  <a:lnTo>
                    <a:pt x="810" y="1462"/>
                  </a:lnTo>
                  <a:lnTo>
                    <a:pt x="810" y="1383"/>
                  </a:lnTo>
                  <a:lnTo>
                    <a:pt x="810" y="1344"/>
                  </a:lnTo>
                  <a:lnTo>
                    <a:pt x="830" y="1423"/>
                  </a:lnTo>
                  <a:lnTo>
                    <a:pt x="830" y="1462"/>
                  </a:lnTo>
                  <a:lnTo>
                    <a:pt x="845" y="1462"/>
                  </a:lnTo>
                  <a:lnTo>
                    <a:pt x="830" y="1403"/>
                  </a:lnTo>
                  <a:lnTo>
                    <a:pt x="830" y="1363"/>
                  </a:lnTo>
                  <a:lnTo>
                    <a:pt x="850" y="1403"/>
                  </a:lnTo>
                  <a:lnTo>
                    <a:pt x="850" y="1363"/>
                  </a:lnTo>
                  <a:lnTo>
                    <a:pt x="869" y="1423"/>
                  </a:lnTo>
                  <a:lnTo>
                    <a:pt x="869" y="1462"/>
                  </a:lnTo>
                  <a:lnTo>
                    <a:pt x="869" y="1502"/>
                  </a:lnTo>
                  <a:lnTo>
                    <a:pt x="909" y="1620"/>
                  </a:lnTo>
                  <a:lnTo>
                    <a:pt x="929" y="1739"/>
                  </a:lnTo>
                  <a:lnTo>
                    <a:pt x="948" y="1778"/>
                  </a:lnTo>
                  <a:lnTo>
                    <a:pt x="948" y="1739"/>
                  </a:lnTo>
                  <a:lnTo>
                    <a:pt x="968" y="1739"/>
                  </a:lnTo>
                  <a:lnTo>
                    <a:pt x="968" y="1679"/>
                  </a:lnTo>
                  <a:lnTo>
                    <a:pt x="988" y="1739"/>
                  </a:lnTo>
                  <a:lnTo>
                    <a:pt x="1008" y="1679"/>
                  </a:lnTo>
                  <a:lnTo>
                    <a:pt x="1027" y="1758"/>
                  </a:lnTo>
                  <a:lnTo>
                    <a:pt x="1047" y="1758"/>
                  </a:lnTo>
                  <a:lnTo>
                    <a:pt x="1047" y="1699"/>
                  </a:lnTo>
                  <a:lnTo>
                    <a:pt x="1047" y="1640"/>
                  </a:lnTo>
                  <a:lnTo>
                    <a:pt x="1067" y="1640"/>
                  </a:lnTo>
                  <a:lnTo>
                    <a:pt x="1087" y="1679"/>
                  </a:lnTo>
                  <a:lnTo>
                    <a:pt x="1087" y="1640"/>
                  </a:lnTo>
                  <a:lnTo>
                    <a:pt x="1106" y="1699"/>
                  </a:lnTo>
                  <a:lnTo>
                    <a:pt x="1106" y="1679"/>
                  </a:lnTo>
                  <a:lnTo>
                    <a:pt x="1126" y="1640"/>
                  </a:lnTo>
                  <a:lnTo>
                    <a:pt x="1146" y="1699"/>
                  </a:lnTo>
                  <a:lnTo>
                    <a:pt x="1146" y="1660"/>
                  </a:lnTo>
                  <a:lnTo>
                    <a:pt x="1146" y="1581"/>
                  </a:lnTo>
                  <a:lnTo>
                    <a:pt x="1166" y="1679"/>
                  </a:lnTo>
                  <a:lnTo>
                    <a:pt x="1205" y="1620"/>
                  </a:lnTo>
                  <a:lnTo>
                    <a:pt x="1265" y="1581"/>
                  </a:lnTo>
                  <a:lnTo>
                    <a:pt x="1265" y="1600"/>
                  </a:lnTo>
                  <a:lnTo>
                    <a:pt x="1284" y="1581"/>
                  </a:lnTo>
                  <a:lnTo>
                    <a:pt x="1284" y="1541"/>
                  </a:lnTo>
                  <a:lnTo>
                    <a:pt x="1304" y="1502"/>
                  </a:lnTo>
                  <a:lnTo>
                    <a:pt x="1324" y="1502"/>
                  </a:lnTo>
                  <a:lnTo>
                    <a:pt x="1324" y="1462"/>
                  </a:lnTo>
                  <a:lnTo>
                    <a:pt x="1304" y="1403"/>
                  </a:lnTo>
                  <a:lnTo>
                    <a:pt x="1284" y="1284"/>
                  </a:lnTo>
                  <a:lnTo>
                    <a:pt x="1284" y="1265"/>
                  </a:lnTo>
                  <a:lnTo>
                    <a:pt x="1304" y="1304"/>
                  </a:lnTo>
                  <a:lnTo>
                    <a:pt x="1304" y="1344"/>
                  </a:lnTo>
                  <a:lnTo>
                    <a:pt x="1324" y="1363"/>
                  </a:lnTo>
                  <a:lnTo>
                    <a:pt x="1344" y="144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383" y="1521"/>
                  </a:lnTo>
                  <a:lnTo>
                    <a:pt x="1363" y="1581"/>
                  </a:lnTo>
                  <a:lnTo>
                    <a:pt x="1383" y="1541"/>
                  </a:lnTo>
                  <a:lnTo>
                    <a:pt x="1403" y="1541"/>
                  </a:lnTo>
                  <a:lnTo>
                    <a:pt x="1403" y="1482"/>
                  </a:lnTo>
                  <a:lnTo>
                    <a:pt x="1403" y="1462"/>
                  </a:lnTo>
                  <a:lnTo>
                    <a:pt x="1403" y="1403"/>
                  </a:lnTo>
                  <a:lnTo>
                    <a:pt x="1423" y="1502"/>
                  </a:lnTo>
                  <a:lnTo>
                    <a:pt x="1423" y="1442"/>
                  </a:lnTo>
                  <a:lnTo>
                    <a:pt x="1423" y="1423"/>
                  </a:lnTo>
                  <a:lnTo>
                    <a:pt x="1442" y="1423"/>
                  </a:lnTo>
                  <a:lnTo>
                    <a:pt x="1442" y="1442"/>
                  </a:lnTo>
                  <a:lnTo>
                    <a:pt x="1462" y="1502"/>
                  </a:lnTo>
                  <a:lnTo>
                    <a:pt x="1462" y="1462"/>
                  </a:lnTo>
                  <a:lnTo>
                    <a:pt x="1462" y="1442"/>
                  </a:lnTo>
                  <a:lnTo>
                    <a:pt x="1482" y="1482"/>
                  </a:lnTo>
                  <a:lnTo>
                    <a:pt x="1502" y="1502"/>
                  </a:lnTo>
                  <a:lnTo>
                    <a:pt x="1521" y="1502"/>
                  </a:lnTo>
                  <a:lnTo>
                    <a:pt x="1541" y="1521"/>
                  </a:lnTo>
                  <a:lnTo>
                    <a:pt x="1561" y="1482"/>
                  </a:lnTo>
                  <a:lnTo>
                    <a:pt x="1561" y="1423"/>
                  </a:lnTo>
                  <a:lnTo>
                    <a:pt x="1541" y="1403"/>
                  </a:lnTo>
                  <a:lnTo>
                    <a:pt x="1541" y="1344"/>
                  </a:lnTo>
                  <a:lnTo>
                    <a:pt x="1541" y="1324"/>
                  </a:lnTo>
                  <a:lnTo>
                    <a:pt x="1541" y="1304"/>
                  </a:lnTo>
                  <a:lnTo>
                    <a:pt x="1561" y="1344"/>
                  </a:lnTo>
                  <a:lnTo>
                    <a:pt x="1561" y="1383"/>
                  </a:lnTo>
                  <a:lnTo>
                    <a:pt x="1581" y="1423"/>
                  </a:lnTo>
                  <a:lnTo>
                    <a:pt x="1600" y="1423"/>
                  </a:lnTo>
                  <a:lnTo>
                    <a:pt x="1600" y="1462"/>
                  </a:lnTo>
                  <a:lnTo>
                    <a:pt x="1620" y="1442"/>
                  </a:lnTo>
                  <a:lnTo>
                    <a:pt x="1620" y="1482"/>
                  </a:lnTo>
                  <a:lnTo>
                    <a:pt x="1640" y="1462"/>
                  </a:lnTo>
                  <a:lnTo>
                    <a:pt x="1640" y="1423"/>
                  </a:lnTo>
                  <a:lnTo>
                    <a:pt x="1660" y="1324"/>
                  </a:lnTo>
                  <a:lnTo>
                    <a:pt x="1660" y="1344"/>
                  </a:lnTo>
                  <a:lnTo>
                    <a:pt x="1679" y="1265"/>
                  </a:lnTo>
                  <a:lnTo>
                    <a:pt x="1679" y="1205"/>
                  </a:lnTo>
                  <a:lnTo>
                    <a:pt x="1699" y="1265"/>
                  </a:lnTo>
                  <a:lnTo>
                    <a:pt x="1699" y="1324"/>
                  </a:lnTo>
                  <a:lnTo>
                    <a:pt x="1679" y="1324"/>
                  </a:lnTo>
                  <a:lnTo>
                    <a:pt x="1699" y="1403"/>
                  </a:lnTo>
                  <a:lnTo>
                    <a:pt x="1719" y="1423"/>
                  </a:lnTo>
                  <a:lnTo>
                    <a:pt x="1739" y="1442"/>
                  </a:lnTo>
                  <a:lnTo>
                    <a:pt x="1758" y="1423"/>
                  </a:lnTo>
                  <a:lnTo>
                    <a:pt x="1778" y="1403"/>
                  </a:lnTo>
                  <a:lnTo>
                    <a:pt x="1798" y="1383"/>
                  </a:lnTo>
                  <a:lnTo>
                    <a:pt x="1798" y="1363"/>
                  </a:lnTo>
                  <a:lnTo>
                    <a:pt x="1837" y="1423"/>
                  </a:lnTo>
                  <a:lnTo>
                    <a:pt x="1857" y="1403"/>
                  </a:lnTo>
                  <a:lnTo>
                    <a:pt x="1877" y="1403"/>
                  </a:lnTo>
                  <a:lnTo>
                    <a:pt x="1897" y="1344"/>
                  </a:lnTo>
                  <a:lnTo>
                    <a:pt x="1897" y="1403"/>
                  </a:lnTo>
                  <a:lnTo>
                    <a:pt x="1916" y="1304"/>
                  </a:lnTo>
                  <a:lnTo>
                    <a:pt x="1936" y="1265"/>
                  </a:lnTo>
                  <a:lnTo>
                    <a:pt x="1956" y="1225"/>
                  </a:lnTo>
                  <a:lnTo>
                    <a:pt x="1976" y="1186"/>
                  </a:lnTo>
                  <a:lnTo>
                    <a:pt x="1976" y="1205"/>
                  </a:lnTo>
                  <a:lnTo>
                    <a:pt x="1976" y="1245"/>
                  </a:lnTo>
                  <a:lnTo>
                    <a:pt x="1995" y="1265"/>
                  </a:lnTo>
                  <a:lnTo>
                    <a:pt x="1995" y="1166"/>
                  </a:lnTo>
                  <a:lnTo>
                    <a:pt x="1995" y="1107"/>
                  </a:lnTo>
                  <a:lnTo>
                    <a:pt x="1995" y="1067"/>
                  </a:lnTo>
                  <a:lnTo>
                    <a:pt x="2015" y="1047"/>
                  </a:lnTo>
                  <a:lnTo>
                    <a:pt x="2015" y="1067"/>
                  </a:lnTo>
                  <a:lnTo>
                    <a:pt x="2035" y="1008"/>
                  </a:lnTo>
                  <a:lnTo>
                    <a:pt x="2074" y="988"/>
                  </a:lnTo>
                  <a:lnTo>
                    <a:pt x="2114" y="968"/>
                  </a:lnTo>
                  <a:lnTo>
                    <a:pt x="2173" y="988"/>
                  </a:lnTo>
                  <a:lnTo>
                    <a:pt x="2153" y="1047"/>
                  </a:lnTo>
                  <a:lnTo>
                    <a:pt x="2173" y="1028"/>
                  </a:lnTo>
                  <a:lnTo>
                    <a:pt x="2193" y="1047"/>
                  </a:lnTo>
                  <a:lnTo>
                    <a:pt x="2193" y="1028"/>
                  </a:lnTo>
                  <a:lnTo>
                    <a:pt x="2213" y="1067"/>
                  </a:lnTo>
                  <a:lnTo>
                    <a:pt x="2213" y="1087"/>
                  </a:lnTo>
                  <a:lnTo>
                    <a:pt x="2232" y="1126"/>
                  </a:lnTo>
                  <a:lnTo>
                    <a:pt x="2252" y="1146"/>
                  </a:lnTo>
                  <a:lnTo>
                    <a:pt x="2252" y="1126"/>
                  </a:lnTo>
                  <a:lnTo>
                    <a:pt x="2292" y="1265"/>
                  </a:lnTo>
                  <a:lnTo>
                    <a:pt x="2292" y="1186"/>
                  </a:lnTo>
                  <a:lnTo>
                    <a:pt x="2292" y="1166"/>
                  </a:lnTo>
                  <a:lnTo>
                    <a:pt x="2292" y="1126"/>
                  </a:lnTo>
                  <a:lnTo>
                    <a:pt x="2292" y="1107"/>
                  </a:lnTo>
                  <a:lnTo>
                    <a:pt x="2292" y="929"/>
                  </a:lnTo>
                  <a:lnTo>
                    <a:pt x="2272" y="771"/>
                  </a:lnTo>
                  <a:lnTo>
                    <a:pt x="2252" y="771"/>
                  </a:lnTo>
                  <a:lnTo>
                    <a:pt x="2252" y="712"/>
                  </a:lnTo>
                  <a:lnTo>
                    <a:pt x="2252" y="652"/>
                  </a:lnTo>
                  <a:lnTo>
                    <a:pt x="2232" y="652"/>
                  </a:lnTo>
                  <a:lnTo>
                    <a:pt x="2232" y="672"/>
                  </a:lnTo>
                  <a:lnTo>
                    <a:pt x="2213" y="652"/>
                  </a:lnTo>
                  <a:lnTo>
                    <a:pt x="2193" y="593"/>
                  </a:lnTo>
                  <a:lnTo>
                    <a:pt x="2193" y="534"/>
                  </a:lnTo>
                  <a:lnTo>
                    <a:pt x="2193" y="514"/>
                  </a:lnTo>
                  <a:lnTo>
                    <a:pt x="2173" y="534"/>
                  </a:lnTo>
                  <a:lnTo>
                    <a:pt x="2173" y="554"/>
                  </a:lnTo>
                  <a:lnTo>
                    <a:pt x="2153" y="514"/>
                  </a:lnTo>
                  <a:lnTo>
                    <a:pt x="2153" y="475"/>
                  </a:lnTo>
                  <a:lnTo>
                    <a:pt x="2153" y="455"/>
                  </a:lnTo>
                  <a:lnTo>
                    <a:pt x="2134" y="415"/>
                  </a:lnTo>
                  <a:lnTo>
                    <a:pt x="2134" y="494"/>
                  </a:lnTo>
                  <a:lnTo>
                    <a:pt x="2134" y="554"/>
                  </a:lnTo>
                  <a:lnTo>
                    <a:pt x="2114" y="514"/>
                  </a:lnTo>
                  <a:lnTo>
                    <a:pt x="2134" y="435"/>
                  </a:lnTo>
                  <a:lnTo>
                    <a:pt x="2114" y="396"/>
                  </a:lnTo>
                  <a:lnTo>
                    <a:pt x="2094" y="396"/>
                  </a:lnTo>
                  <a:lnTo>
                    <a:pt x="2094" y="356"/>
                  </a:lnTo>
                  <a:lnTo>
                    <a:pt x="2074" y="297"/>
                  </a:lnTo>
                  <a:lnTo>
                    <a:pt x="2074" y="317"/>
                  </a:lnTo>
                  <a:lnTo>
                    <a:pt x="2074" y="356"/>
                  </a:lnTo>
                  <a:lnTo>
                    <a:pt x="2055" y="356"/>
                  </a:lnTo>
                  <a:lnTo>
                    <a:pt x="2055" y="336"/>
                  </a:lnTo>
                  <a:lnTo>
                    <a:pt x="2055" y="317"/>
                  </a:lnTo>
                  <a:lnTo>
                    <a:pt x="2035" y="297"/>
                  </a:lnTo>
                  <a:lnTo>
                    <a:pt x="2035" y="257"/>
                  </a:lnTo>
                  <a:lnTo>
                    <a:pt x="2015" y="218"/>
                  </a:lnTo>
                  <a:lnTo>
                    <a:pt x="2015" y="257"/>
                  </a:lnTo>
                  <a:lnTo>
                    <a:pt x="1995" y="257"/>
                  </a:lnTo>
                  <a:lnTo>
                    <a:pt x="1995" y="356"/>
                  </a:lnTo>
                  <a:lnTo>
                    <a:pt x="1995" y="415"/>
                  </a:lnTo>
                  <a:lnTo>
                    <a:pt x="1995" y="435"/>
                  </a:lnTo>
                  <a:lnTo>
                    <a:pt x="1976" y="336"/>
                  </a:lnTo>
                  <a:lnTo>
                    <a:pt x="1956" y="198"/>
                  </a:lnTo>
                  <a:lnTo>
                    <a:pt x="1956" y="218"/>
                  </a:lnTo>
                  <a:lnTo>
                    <a:pt x="1936" y="218"/>
                  </a:lnTo>
                  <a:lnTo>
                    <a:pt x="1936" y="178"/>
                  </a:lnTo>
                  <a:lnTo>
                    <a:pt x="1936" y="139"/>
                  </a:lnTo>
                  <a:lnTo>
                    <a:pt x="1916" y="99"/>
                  </a:lnTo>
                  <a:lnTo>
                    <a:pt x="1897" y="80"/>
                  </a:lnTo>
                  <a:lnTo>
                    <a:pt x="1897" y="159"/>
                  </a:lnTo>
                  <a:lnTo>
                    <a:pt x="1877" y="119"/>
                  </a:lnTo>
                  <a:lnTo>
                    <a:pt x="1877" y="99"/>
                  </a:lnTo>
                  <a:lnTo>
                    <a:pt x="1857" y="99"/>
                  </a:lnTo>
                  <a:lnTo>
                    <a:pt x="1837" y="60"/>
                  </a:lnTo>
                  <a:lnTo>
                    <a:pt x="1837" y="159"/>
                  </a:lnTo>
                  <a:lnTo>
                    <a:pt x="1818" y="119"/>
                  </a:lnTo>
                  <a:lnTo>
                    <a:pt x="1818" y="238"/>
                  </a:lnTo>
                  <a:lnTo>
                    <a:pt x="1798" y="178"/>
                  </a:lnTo>
                  <a:lnTo>
                    <a:pt x="1778" y="99"/>
                  </a:lnTo>
                  <a:lnTo>
                    <a:pt x="1778" y="119"/>
                  </a:lnTo>
                  <a:lnTo>
                    <a:pt x="1778" y="198"/>
                  </a:lnTo>
                  <a:lnTo>
                    <a:pt x="1758" y="297"/>
                  </a:lnTo>
                  <a:lnTo>
                    <a:pt x="1739" y="238"/>
                  </a:lnTo>
                  <a:lnTo>
                    <a:pt x="1739" y="159"/>
                  </a:lnTo>
                  <a:lnTo>
                    <a:pt x="1719" y="139"/>
                  </a:lnTo>
                  <a:lnTo>
                    <a:pt x="1699" y="60"/>
                  </a:lnTo>
                  <a:lnTo>
                    <a:pt x="1719" y="178"/>
                  </a:lnTo>
                  <a:lnTo>
                    <a:pt x="1699" y="178"/>
                  </a:lnTo>
                  <a:lnTo>
                    <a:pt x="1699" y="159"/>
                  </a:lnTo>
                  <a:lnTo>
                    <a:pt x="1679" y="99"/>
                  </a:lnTo>
                  <a:lnTo>
                    <a:pt x="1660" y="80"/>
                  </a:lnTo>
                  <a:lnTo>
                    <a:pt x="1640" y="60"/>
                  </a:lnTo>
                  <a:lnTo>
                    <a:pt x="1620" y="40"/>
                  </a:lnTo>
                  <a:lnTo>
                    <a:pt x="1620" y="60"/>
                  </a:lnTo>
                  <a:lnTo>
                    <a:pt x="1640" y="178"/>
                  </a:lnTo>
                  <a:lnTo>
                    <a:pt x="1640" y="238"/>
                  </a:lnTo>
                  <a:lnTo>
                    <a:pt x="1620" y="277"/>
                  </a:lnTo>
                  <a:lnTo>
                    <a:pt x="1640" y="297"/>
                  </a:lnTo>
                  <a:lnTo>
                    <a:pt x="1640" y="336"/>
                  </a:lnTo>
                  <a:lnTo>
                    <a:pt x="1620" y="297"/>
                  </a:lnTo>
                  <a:lnTo>
                    <a:pt x="1620" y="238"/>
                  </a:lnTo>
                  <a:lnTo>
                    <a:pt x="1600" y="257"/>
                  </a:lnTo>
                  <a:lnTo>
                    <a:pt x="1600" y="178"/>
                  </a:lnTo>
                  <a:lnTo>
                    <a:pt x="1581" y="139"/>
                  </a:lnTo>
                  <a:lnTo>
                    <a:pt x="1581" y="80"/>
                  </a:lnTo>
                  <a:lnTo>
                    <a:pt x="1561" y="99"/>
                  </a:lnTo>
                  <a:lnTo>
                    <a:pt x="1561" y="20"/>
                  </a:lnTo>
                  <a:lnTo>
                    <a:pt x="1541" y="40"/>
                  </a:lnTo>
                  <a:lnTo>
                    <a:pt x="1541" y="80"/>
                  </a:lnTo>
                  <a:lnTo>
                    <a:pt x="1521" y="2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20"/>
            <p:cNvSpPr/>
            <p:nvPr/>
          </p:nvSpPr>
          <p:spPr>
            <a:xfrm>
              <a:off x="-1317575" y="3999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20"/>
            <p:cNvSpPr/>
            <p:nvPr/>
          </p:nvSpPr>
          <p:spPr>
            <a:xfrm>
              <a:off x="-1297825" y="396720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20"/>
            <p:cNvSpPr/>
            <p:nvPr/>
          </p:nvSpPr>
          <p:spPr>
            <a:xfrm>
              <a:off x="-1322525" y="398597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20"/>
            <p:cNvSpPr/>
            <p:nvPr/>
          </p:nvSpPr>
          <p:spPr>
            <a:xfrm>
              <a:off x="-1189200" y="3983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20"/>
            <p:cNvSpPr/>
            <p:nvPr/>
          </p:nvSpPr>
          <p:spPr>
            <a:xfrm>
              <a:off x="-1161050" y="3983000"/>
              <a:ext cx="1025" cy="2500"/>
            </a:xfrm>
            <a:custGeom>
              <a:rect b="b" l="l" r="r" t="t"/>
              <a:pathLst>
                <a:path extrusionOk="0" h="100" w="41">
                  <a:moveTo>
                    <a:pt x="1" y="1"/>
                  </a:moveTo>
                  <a:lnTo>
                    <a:pt x="1" y="80"/>
                  </a:lnTo>
                  <a:lnTo>
                    <a:pt x="21" y="8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20"/>
            <p:cNvSpPr/>
            <p:nvPr/>
          </p:nvSpPr>
          <p:spPr>
            <a:xfrm>
              <a:off x="-1146725" y="3974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20"/>
            <p:cNvSpPr/>
            <p:nvPr/>
          </p:nvSpPr>
          <p:spPr>
            <a:xfrm>
              <a:off x="-1145250" y="39637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0"/>
                  </a:moveTo>
                  <a:lnTo>
                    <a:pt x="1" y="20"/>
                  </a:lnTo>
                  <a:lnTo>
                    <a:pt x="21" y="2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20"/>
            <p:cNvSpPr/>
            <p:nvPr/>
          </p:nvSpPr>
          <p:spPr>
            <a:xfrm>
              <a:off x="-1144750" y="3964250"/>
              <a:ext cx="4475" cy="5450"/>
            </a:xfrm>
            <a:custGeom>
              <a:rect b="b" l="l" r="r" t="t"/>
              <a:pathLst>
                <a:path extrusionOk="0" h="218" w="179">
                  <a:moveTo>
                    <a:pt x="40" y="79"/>
                  </a:moveTo>
                  <a:lnTo>
                    <a:pt x="40" y="99"/>
                  </a:lnTo>
                  <a:lnTo>
                    <a:pt x="53" y="112"/>
                  </a:lnTo>
                  <a:lnTo>
                    <a:pt x="40" y="79"/>
                  </a:lnTo>
                  <a:close/>
                  <a:moveTo>
                    <a:pt x="1" y="0"/>
                  </a:moveTo>
                  <a:lnTo>
                    <a:pt x="20" y="40"/>
                  </a:lnTo>
                  <a:lnTo>
                    <a:pt x="20" y="59"/>
                  </a:lnTo>
                  <a:lnTo>
                    <a:pt x="40" y="79"/>
                  </a:lnTo>
                  <a:lnTo>
                    <a:pt x="80" y="119"/>
                  </a:lnTo>
                  <a:lnTo>
                    <a:pt x="119" y="119"/>
                  </a:lnTo>
                  <a:lnTo>
                    <a:pt x="99" y="79"/>
                  </a:lnTo>
                  <a:lnTo>
                    <a:pt x="80" y="40"/>
                  </a:lnTo>
                  <a:lnTo>
                    <a:pt x="1" y="0"/>
                  </a:lnTo>
                  <a:close/>
                  <a:moveTo>
                    <a:pt x="53" y="112"/>
                  </a:moveTo>
                  <a:lnTo>
                    <a:pt x="80" y="178"/>
                  </a:lnTo>
                  <a:lnTo>
                    <a:pt x="80" y="138"/>
                  </a:lnTo>
                  <a:lnTo>
                    <a:pt x="60" y="119"/>
                  </a:lnTo>
                  <a:lnTo>
                    <a:pt x="53" y="112"/>
                  </a:lnTo>
                  <a:close/>
                  <a:moveTo>
                    <a:pt x="99" y="40"/>
                  </a:moveTo>
                  <a:lnTo>
                    <a:pt x="119" y="119"/>
                  </a:lnTo>
                  <a:lnTo>
                    <a:pt x="178" y="217"/>
                  </a:lnTo>
                  <a:lnTo>
                    <a:pt x="159" y="119"/>
                  </a:lnTo>
                  <a:lnTo>
                    <a:pt x="159" y="79"/>
                  </a:lnTo>
                  <a:lnTo>
                    <a:pt x="9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20"/>
            <p:cNvSpPr/>
            <p:nvPr/>
          </p:nvSpPr>
          <p:spPr>
            <a:xfrm>
              <a:off x="-1198075" y="3951400"/>
              <a:ext cx="54350" cy="41500"/>
            </a:xfrm>
            <a:custGeom>
              <a:rect b="b" l="l" r="r" t="t"/>
              <a:pathLst>
                <a:path extrusionOk="0" h="1660" w="2174">
                  <a:moveTo>
                    <a:pt x="1008" y="0"/>
                  </a:moveTo>
                  <a:lnTo>
                    <a:pt x="988" y="40"/>
                  </a:lnTo>
                  <a:lnTo>
                    <a:pt x="988" y="60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1008" y="0"/>
                  </a:lnTo>
                  <a:close/>
                  <a:moveTo>
                    <a:pt x="2035" y="850"/>
                  </a:moveTo>
                  <a:lnTo>
                    <a:pt x="2035" y="870"/>
                  </a:lnTo>
                  <a:lnTo>
                    <a:pt x="2055" y="909"/>
                  </a:lnTo>
                  <a:lnTo>
                    <a:pt x="2055" y="889"/>
                  </a:lnTo>
                  <a:lnTo>
                    <a:pt x="2074" y="889"/>
                  </a:lnTo>
                  <a:lnTo>
                    <a:pt x="2035" y="850"/>
                  </a:lnTo>
                  <a:close/>
                  <a:moveTo>
                    <a:pt x="2015" y="870"/>
                  </a:moveTo>
                  <a:lnTo>
                    <a:pt x="2015" y="889"/>
                  </a:lnTo>
                  <a:lnTo>
                    <a:pt x="1995" y="889"/>
                  </a:lnTo>
                  <a:lnTo>
                    <a:pt x="2035" y="929"/>
                  </a:lnTo>
                  <a:lnTo>
                    <a:pt x="2035" y="889"/>
                  </a:lnTo>
                  <a:lnTo>
                    <a:pt x="2015" y="870"/>
                  </a:lnTo>
                  <a:close/>
                  <a:moveTo>
                    <a:pt x="1837" y="988"/>
                  </a:moveTo>
                  <a:lnTo>
                    <a:pt x="1837" y="1008"/>
                  </a:lnTo>
                  <a:lnTo>
                    <a:pt x="1857" y="1008"/>
                  </a:lnTo>
                  <a:lnTo>
                    <a:pt x="1837" y="988"/>
                  </a:lnTo>
                  <a:close/>
                  <a:moveTo>
                    <a:pt x="1600" y="1028"/>
                  </a:moveTo>
                  <a:lnTo>
                    <a:pt x="1620" y="1087"/>
                  </a:lnTo>
                  <a:lnTo>
                    <a:pt x="1620" y="1067"/>
                  </a:lnTo>
                  <a:lnTo>
                    <a:pt x="1600" y="1028"/>
                  </a:lnTo>
                  <a:close/>
                  <a:moveTo>
                    <a:pt x="1640" y="1107"/>
                  </a:moveTo>
                  <a:lnTo>
                    <a:pt x="1640" y="1126"/>
                  </a:lnTo>
                  <a:lnTo>
                    <a:pt x="1640" y="1146"/>
                  </a:lnTo>
                  <a:lnTo>
                    <a:pt x="1620" y="1146"/>
                  </a:lnTo>
                  <a:lnTo>
                    <a:pt x="1620" y="1166"/>
                  </a:lnTo>
                  <a:lnTo>
                    <a:pt x="1660" y="1245"/>
                  </a:lnTo>
                  <a:lnTo>
                    <a:pt x="1660" y="1225"/>
                  </a:lnTo>
                  <a:lnTo>
                    <a:pt x="1679" y="1245"/>
                  </a:lnTo>
                  <a:lnTo>
                    <a:pt x="1699" y="1265"/>
                  </a:lnTo>
                  <a:lnTo>
                    <a:pt x="1699" y="1265"/>
                  </a:lnTo>
                  <a:lnTo>
                    <a:pt x="1679" y="1225"/>
                  </a:lnTo>
                  <a:lnTo>
                    <a:pt x="1679" y="1205"/>
                  </a:lnTo>
                  <a:lnTo>
                    <a:pt x="1640" y="1107"/>
                  </a:lnTo>
                  <a:close/>
                  <a:moveTo>
                    <a:pt x="1344" y="1265"/>
                  </a:moveTo>
                  <a:lnTo>
                    <a:pt x="1344" y="1265"/>
                  </a:lnTo>
                  <a:lnTo>
                    <a:pt x="1344" y="1265"/>
                  </a:lnTo>
                  <a:close/>
                  <a:moveTo>
                    <a:pt x="1482" y="1265"/>
                  </a:moveTo>
                  <a:lnTo>
                    <a:pt x="1482" y="1265"/>
                  </a:lnTo>
                  <a:lnTo>
                    <a:pt x="1482" y="1265"/>
                  </a:lnTo>
                  <a:close/>
                  <a:moveTo>
                    <a:pt x="1541" y="1363"/>
                  </a:moveTo>
                  <a:lnTo>
                    <a:pt x="1541" y="1363"/>
                  </a:lnTo>
                  <a:lnTo>
                    <a:pt x="1541" y="1363"/>
                  </a:lnTo>
                  <a:close/>
                  <a:moveTo>
                    <a:pt x="1383" y="1383"/>
                  </a:moveTo>
                  <a:lnTo>
                    <a:pt x="1403" y="1442"/>
                  </a:lnTo>
                  <a:lnTo>
                    <a:pt x="1442" y="1442"/>
                  </a:lnTo>
                  <a:lnTo>
                    <a:pt x="1462" y="1462"/>
                  </a:lnTo>
                  <a:lnTo>
                    <a:pt x="1462" y="1423"/>
                  </a:lnTo>
                  <a:lnTo>
                    <a:pt x="1442" y="1403"/>
                  </a:lnTo>
                  <a:lnTo>
                    <a:pt x="1423" y="1383"/>
                  </a:lnTo>
                  <a:lnTo>
                    <a:pt x="1423" y="1403"/>
                  </a:lnTo>
                  <a:lnTo>
                    <a:pt x="1403" y="1383"/>
                  </a:lnTo>
                  <a:close/>
                  <a:moveTo>
                    <a:pt x="1223" y="1482"/>
                  </a:moveTo>
                  <a:lnTo>
                    <a:pt x="1225" y="1502"/>
                  </a:lnTo>
                  <a:lnTo>
                    <a:pt x="1225" y="1482"/>
                  </a:lnTo>
                  <a:close/>
                  <a:moveTo>
                    <a:pt x="1080" y="1581"/>
                  </a:moveTo>
                  <a:lnTo>
                    <a:pt x="1087" y="1600"/>
                  </a:lnTo>
                  <a:lnTo>
                    <a:pt x="1087" y="1581"/>
                  </a:lnTo>
                  <a:close/>
                  <a:moveTo>
                    <a:pt x="1107" y="0"/>
                  </a:moveTo>
                  <a:lnTo>
                    <a:pt x="1107" y="40"/>
                  </a:lnTo>
                  <a:lnTo>
                    <a:pt x="1087" y="60"/>
                  </a:lnTo>
                  <a:lnTo>
                    <a:pt x="1087" y="99"/>
                  </a:lnTo>
                  <a:lnTo>
                    <a:pt x="1107" y="159"/>
                  </a:lnTo>
                  <a:lnTo>
                    <a:pt x="1146" y="277"/>
                  </a:lnTo>
                  <a:lnTo>
                    <a:pt x="1146" y="297"/>
                  </a:lnTo>
                  <a:lnTo>
                    <a:pt x="1126" y="257"/>
                  </a:lnTo>
                  <a:lnTo>
                    <a:pt x="1107" y="218"/>
                  </a:lnTo>
                  <a:lnTo>
                    <a:pt x="1087" y="218"/>
                  </a:lnTo>
                  <a:lnTo>
                    <a:pt x="1067" y="119"/>
                  </a:lnTo>
                  <a:lnTo>
                    <a:pt x="1047" y="40"/>
                  </a:lnTo>
                  <a:lnTo>
                    <a:pt x="1047" y="119"/>
                  </a:lnTo>
                  <a:lnTo>
                    <a:pt x="1027" y="119"/>
                  </a:lnTo>
                  <a:lnTo>
                    <a:pt x="1027" y="139"/>
                  </a:lnTo>
                  <a:lnTo>
                    <a:pt x="1008" y="119"/>
                  </a:lnTo>
                  <a:lnTo>
                    <a:pt x="988" y="79"/>
                  </a:lnTo>
                  <a:lnTo>
                    <a:pt x="988" y="60"/>
                  </a:lnTo>
                  <a:lnTo>
                    <a:pt x="968" y="60"/>
                  </a:lnTo>
                  <a:lnTo>
                    <a:pt x="988" y="99"/>
                  </a:lnTo>
                  <a:lnTo>
                    <a:pt x="988" y="139"/>
                  </a:lnTo>
                  <a:lnTo>
                    <a:pt x="988" y="198"/>
                  </a:lnTo>
                  <a:lnTo>
                    <a:pt x="948" y="99"/>
                  </a:lnTo>
                  <a:lnTo>
                    <a:pt x="968" y="159"/>
                  </a:lnTo>
                  <a:lnTo>
                    <a:pt x="968" y="178"/>
                  </a:lnTo>
                  <a:lnTo>
                    <a:pt x="948" y="178"/>
                  </a:lnTo>
                  <a:lnTo>
                    <a:pt x="929" y="159"/>
                  </a:lnTo>
                  <a:lnTo>
                    <a:pt x="909" y="119"/>
                  </a:lnTo>
                  <a:lnTo>
                    <a:pt x="909" y="139"/>
                  </a:lnTo>
                  <a:lnTo>
                    <a:pt x="909" y="178"/>
                  </a:lnTo>
                  <a:lnTo>
                    <a:pt x="889" y="119"/>
                  </a:lnTo>
                  <a:lnTo>
                    <a:pt x="830" y="119"/>
                  </a:lnTo>
                  <a:lnTo>
                    <a:pt x="810" y="99"/>
                  </a:lnTo>
                  <a:lnTo>
                    <a:pt x="810" y="159"/>
                  </a:lnTo>
                  <a:lnTo>
                    <a:pt x="810" y="218"/>
                  </a:lnTo>
                  <a:lnTo>
                    <a:pt x="810" y="238"/>
                  </a:lnTo>
                  <a:lnTo>
                    <a:pt x="850" y="277"/>
                  </a:lnTo>
                  <a:lnTo>
                    <a:pt x="850" y="317"/>
                  </a:lnTo>
                  <a:lnTo>
                    <a:pt x="830" y="336"/>
                  </a:lnTo>
                  <a:lnTo>
                    <a:pt x="810" y="297"/>
                  </a:lnTo>
                  <a:lnTo>
                    <a:pt x="810" y="257"/>
                  </a:lnTo>
                  <a:lnTo>
                    <a:pt x="790" y="218"/>
                  </a:lnTo>
                  <a:lnTo>
                    <a:pt x="771" y="218"/>
                  </a:lnTo>
                  <a:lnTo>
                    <a:pt x="751" y="178"/>
                  </a:lnTo>
                  <a:lnTo>
                    <a:pt x="731" y="218"/>
                  </a:lnTo>
                  <a:lnTo>
                    <a:pt x="711" y="178"/>
                  </a:lnTo>
                  <a:lnTo>
                    <a:pt x="711" y="198"/>
                  </a:lnTo>
                  <a:lnTo>
                    <a:pt x="711" y="238"/>
                  </a:lnTo>
                  <a:lnTo>
                    <a:pt x="731" y="317"/>
                  </a:lnTo>
                  <a:lnTo>
                    <a:pt x="692" y="238"/>
                  </a:lnTo>
                  <a:lnTo>
                    <a:pt x="711" y="336"/>
                  </a:lnTo>
                  <a:lnTo>
                    <a:pt x="692" y="317"/>
                  </a:lnTo>
                  <a:lnTo>
                    <a:pt x="692" y="356"/>
                  </a:lnTo>
                  <a:lnTo>
                    <a:pt x="692" y="396"/>
                  </a:lnTo>
                  <a:lnTo>
                    <a:pt x="711" y="455"/>
                  </a:lnTo>
                  <a:lnTo>
                    <a:pt x="692" y="415"/>
                  </a:lnTo>
                  <a:lnTo>
                    <a:pt x="672" y="396"/>
                  </a:lnTo>
                  <a:lnTo>
                    <a:pt x="632" y="317"/>
                  </a:lnTo>
                  <a:lnTo>
                    <a:pt x="652" y="317"/>
                  </a:lnTo>
                  <a:lnTo>
                    <a:pt x="652" y="336"/>
                  </a:lnTo>
                  <a:lnTo>
                    <a:pt x="672" y="356"/>
                  </a:lnTo>
                  <a:lnTo>
                    <a:pt x="672" y="336"/>
                  </a:lnTo>
                  <a:lnTo>
                    <a:pt x="632" y="277"/>
                  </a:lnTo>
                  <a:lnTo>
                    <a:pt x="613" y="257"/>
                  </a:lnTo>
                  <a:lnTo>
                    <a:pt x="573" y="257"/>
                  </a:lnTo>
                  <a:lnTo>
                    <a:pt x="553" y="297"/>
                  </a:lnTo>
                  <a:lnTo>
                    <a:pt x="534" y="317"/>
                  </a:lnTo>
                  <a:lnTo>
                    <a:pt x="553" y="396"/>
                  </a:lnTo>
                  <a:lnTo>
                    <a:pt x="553" y="396"/>
                  </a:lnTo>
                  <a:lnTo>
                    <a:pt x="534" y="336"/>
                  </a:lnTo>
                  <a:lnTo>
                    <a:pt x="474" y="297"/>
                  </a:lnTo>
                  <a:lnTo>
                    <a:pt x="455" y="297"/>
                  </a:lnTo>
                  <a:lnTo>
                    <a:pt x="435" y="317"/>
                  </a:lnTo>
                  <a:lnTo>
                    <a:pt x="435" y="336"/>
                  </a:lnTo>
                  <a:lnTo>
                    <a:pt x="435" y="376"/>
                  </a:lnTo>
                  <a:lnTo>
                    <a:pt x="395" y="336"/>
                  </a:lnTo>
                  <a:lnTo>
                    <a:pt x="395" y="336"/>
                  </a:lnTo>
                  <a:lnTo>
                    <a:pt x="415" y="415"/>
                  </a:lnTo>
                  <a:lnTo>
                    <a:pt x="395" y="475"/>
                  </a:lnTo>
                  <a:lnTo>
                    <a:pt x="395" y="514"/>
                  </a:lnTo>
                  <a:lnTo>
                    <a:pt x="415" y="633"/>
                  </a:lnTo>
                  <a:lnTo>
                    <a:pt x="395" y="573"/>
                  </a:lnTo>
                  <a:lnTo>
                    <a:pt x="376" y="514"/>
                  </a:lnTo>
                  <a:lnTo>
                    <a:pt x="376" y="554"/>
                  </a:lnTo>
                  <a:lnTo>
                    <a:pt x="376" y="573"/>
                  </a:lnTo>
                  <a:lnTo>
                    <a:pt x="356" y="554"/>
                  </a:lnTo>
                  <a:lnTo>
                    <a:pt x="356" y="514"/>
                  </a:lnTo>
                  <a:lnTo>
                    <a:pt x="336" y="494"/>
                  </a:lnTo>
                  <a:lnTo>
                    <a:pt x="336" y="514"/>
                  </a:lnTo>
                  <a:lnTo>
                    <a:pt x="316" y="494"/>
                  </a:lnTo>
                  <a:lnTo>
                    <a:pt x="356" y="593"/>
                  </a:lnTo>
                  <a:lnTo>
                    <a:pt x="356" y="652"/>
                  </a:lnTo>
                  <a:lnTo>
                    <a:pt x="356" y="692"/>
                  </a:lnTo>
                  <a:lnTo>
                    <a:pt x="336" y="751"/>
                  </a:lnTo>
                  <a:lnTo>
                    <a:pt x="297" y="791"/>
                  </a:lnTo>
                  <a:lnTo>
                    <a:pt x="237" y="810"/>
                  </a:lnTo>
                  <a:lnTo>
                    <a:pt x="198" y="810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58" y="771"/>
                  </a:lnTo>
                  <a:lnTo>
                    <a:pt x="158" y="751"/>
                  </a:lnTo>
                  <a:lnTo>
                    <a:pt x="139" y="731"/>
                  </a:lnTo>
                  <a:lnTo>
                    <a:pt x="139" y="771"/>
                  </a:lnTo>
                  <a:lnTo>
                    <a:pt x="139" y="791"/>
                  </a:lnTo>
                  <a:lnTo>
                    <a:pt x="119" y="751"/>
                  </a:lnTo>
                  <a:lnTo>
                    <a:pt x="99" y="731"/>
                  </a:lnTo>
                  <a:lnTo>
                    <a:pt x="79" y="712"/>
                  </a:lnTo>
                  <a:lnTo>
                    <a:pt x="60" y="692"/>
                  </a:lnTo>
                  <a:lnTo>
                    <a:pt x="60" y="712"/>
                  </a:lnTo>
                  <a:lnTo>
                    <a:pt x="20" y="652"/>
                  </a:lnTo>
                  <a:lnTo>
                    <a:pt x="0" y="593"/>
                  </a:lnTo>
                  <a:lnTo>
                    <a:pt x="0" y="672"/>
                  </a:lnTo>
                  <a:lnTo>
                    <a:pt x="20" y="672"/>
                  </a:lnTo>
                  <a:lnTo>
                    <a:pt x="20" y="712"/>
                  </a:lnTo>
                  <a:lnTo>
                    <a:pt x="20" y="751"/>
                  </a:lnTo>
                  <a:lnTo>
                    <a:pt x="79" y="909"/>
                  </a:lnTo>
                  <a:lnTo>
                    <a:pt x="139" y="1047"/>
                  </a:lnTo>
                  <a:lnTo>
                    <a:pt x="139" y="1067"/>
                  </a:lnTo>
                  <a:lnTo>
                    <a:pt x="158" y="1107"/>
                  </a:lnTo>
                  <a:lnTo>
                    <a:pt x="198" y="1146"/>
                  </a:lnTo>
                  <a:lnTo>
                    <a:pt x="198" y="1126"/>
                  </a:lnTo>
                  <a:lnTo>
                    <a:pt x="218" y="1146"/>
                  </a:lnTo>
                  <a:lnTo>
                    <a:pt x="237" y="1166"/>
                  </a:lnTo>
                  <a:lnTo>
                    <a:pt x="237" y="1146"/>
                  </a:lnTo>
                  <a:lnTo>
                    <a:pt x="257" y="1205"/>
                  </a:lnTo>
                  <a:lnTo>
                    <a:pt x="277" y="1265"/>
                  </a:lnTo>
                  <a:lnTo>
                    <a:pt x="297" y="1284"/>
                  </a:lnTo>
                  <a:lnTo>
                    <a:pt x="297" y="1265"/>
                  </a:lnTo>
                  <a:lnTo>
                    <a:pt x="297" y="1245"/>
                  </a:lnTo>
                  <a:lnTo>
                    <a:pt x="316" y="1265"/>
                  </a:lnTo>
                  <a:lnTo>
                    <a:pt x="336" y="1304"/>
                  </a:lnTo>
                  <a:lnTo>
                    <a:pt x="356" y="1324"/>
                  </a:lnTo>
                  <a:lnTo>
                    <a:pt x="336" y="1284"/>
                  </a:lnTo>
                  <a:lnTo>
                    <a:pt x="336" y="1265"/>
                  </a:lnTo>
                  <a:lnTo>
                    <a:pt x="356" y="1284"/>
                  </a:lnTo>
                  <a:lnTo>
                    <a:pt x="316" y="1205"/>
                  </a:lnTo>
                  <a:lnTo>
                    <a:pt x="316" y="1166"/>
                  </a:lnTo>
                  <a:lnTo>
                    <a:pt x="336" y="1225"/>
                  </a:lnTo>
                  <a:lnTo>
                    <a:pt x="356" y="1265"/>
                  </a:lnTo>
                  <a:lnTo>
                    <a:pt x="376" y="1344"/>
                  </a:lnTo>
                  <a:lnTo>
                    <a:pt x="395" y="1363"/>
                  </a:lnTo>
                  <a:lnTo>
                    <a:pt x="415" y="1363"/>
                  </a:lnTo>
                  <a:lnTo>
                    <a:pt x="415" y="1383"/>
                  </a:lnTo>
                  <a:lnTo>
                    <a:pt x="415" y="1403"/>
                  </a:lnTo>
                  <a:lnTo>
                    <a:pt x="455" y="1462"/>
                  </a:lnTo>
                  <a:lnTo>
                    <a:pt x="455" y="1442"/>
                  </a:lnTo>
                  <a:lnTo>
                    <a:pt x="455" y="1403"/>
                  </a:lnTo>
                  <a:lnTo>
                    <a:pt x="455" y="1383"/>
                  </a:lnTo>
                  <a:lnTo>
                    <a:pt x="474" y="1383"/>
                  </a:lnTo>
                  <a:lnTo>
                    <a:pt x="474" y="1423"/>
                  </a:lnTo>
                  <a:lnTo>
                    <a:pt x="494" y="1423"/>
                  </a:lnTo>
                  <a:lnTo>
                    <a:pt x="514" y="1482"/>
                  </a:lnTo>
                  <a:lnTo>
                    <a:pt x="553" y="1521"/>
                  </a:lnTo>
                  <a:lnTo>
                    <a:pt x="534" y="1482"/>
                  </a:lnTo>
                  <a:lnTo>
                    <a:pt x="553" y="1482"/>
                  </a:lnTo>
                  <a:lnTo>
                    <a:pt x="534" y="1423"/>
                  </a:lnTo>
                  <a:lnTo>
                    <a:pt x="573" y="1482"/>
                  </a:lnTo>
                  <a:lnTo>
                    <a:pt x="573" y="1482"/>
                  </a:lnTo>
                  <a:lnTo>
                    <a:pt x="534" y="1363"/>
                  </a:lnTo>
                  <a:lnTo>
                    <a:pt x="514" y="1324"/>
                  </a:lnTo>
                  <a:lnTo>
                    <a:pt x="514" y="1284"/>
                  </a:lnTo>
                  <a:lnTo>
                    <a:pt x="573" y="1403"/>
                  </a:lnTo>
                  <a:lnTo>
                    <a:pt x="593" y="1462"/>
                  </a:lnTo>
                  <a:lnTo>
                    <a:pt x="613" y="1502"/>
                  </a:lnTo>
                  <a:lnTo>
                    <a:pt x="632" y="1502"/>
                  </a:lnTo>
                  <a:lnTo>
                    <a:pt x="632" y="1521"/>
                  </a:lnTo>
                  <a:lnTo>
                    <a:pt x="652" y="1581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692" y="1541"/>
                  </a:lnTo>
                  <a:lnTo>
                    <a:pt x="711" y="1600"/>
                  </a:lnTo>
                  <a:lnTo>
                    <a:pt x="751" y="1600"/>
                  </a:lnTo>
                  <a:lnTo>
                    <a:pt x="751" y="1581"/>
                  </a:lnTo>
                  <a:lnTo>
                    <a:pt x="751" y="1541"/>
                  </a:lnTo>
                  <a:lnTo>
                    <a:pt x="771" y="1561"/>
                  </a:lnTo>
                  <a:lnTo>
                    <a:pt x="790" y="1620"/>
                  </a:lnTo>
                  <a:lnTo>
                    <a:pt x="771" y="1541"/>
                  </a:lnTo>
                  <a:lnTo>
                    <a:pt x="751" y="1442"/>
                  </a:lnTo>
                  <a:lnTo>
                    <a:pt x="790" y="1502"/>
                  </a:lnTo>
                  <a:lnTo>
                    <a:pt x="810" y="1581"/>
                  </a:lnTo>
                  <a:lnTo>
                    <a:pt x="810" y="1620"/>
                  </a:lnTo>
                  <a:lnTo>
                    <a:pt x="830" y="1620"/>
                  </a:lnTo>
                  <a:lnTo>
                    <a:pt x="814" y="1589"/>
                  </a:lnTo>
                  <a:lnTo>
                    <a:pt x="850" y="1660"/>
                  </a:lnTo>
                  <a:lnTo>
                    <a:pt x="869" y="1660"/>
                  </a:lnTo>
                  <a:lnTo>
                    <a:pt x="850" y="1600"/>
                  </a:lnTo>
                  <a:lnTo>
                    <a:pt x="830" y="1561"/>
                  </a:lnTo>
                  <a:lnTo>
                    <a:pt x="850" y="1640"/>
                  </a:lnTo>
                  <a:lnTo>
                    <a:pt x="850" y="1640"/>
                  </a:lnTo>
                  <a:lnTo>
                    <a:pt x="830" y="1600"/>
                  </a:lnTo>
                  <a:lnTo>
                    <a:pt x="810" y="1561"/>
                  </a:lnTo>
                  <a:lnTo>
                    <a:pt x="810" y="1521"/>
                  </a:lnTo>
                  <a:lnTo>
                    <a:pt x="810" y="1482"/>
                  </a:lnTo>
                  <a:lnTo>
                    <a:pt x="790" y="1383"/>
                  </a:lnTo>
                  <a:lnTo>
                    <a:pt x="830" y="1423"/>
                  </a:lnTo>
                  <a:lnTo>
                    <a:pt x="869" y="1541"/>
                  </a:lnTo>
                  <a:lnTo>
                    <a:pt x="869" y="1521"/>
                  </a:lnTo>
                  <a:lnTo>
                    <a:pt x="909" y="1561"/>
                  </a:lnTo>
                  <a:lnTo>
                    <a:pt x="869" y="1482"/>
                  </a:lnTo>
                  <a:lnTo>
                    <a:pt x="889" y="1462"/>
                  </a:lnTo>
                  <a:lnTo>
                    <a:pt x="889" y="1482"/>
                  </a:lnTo>
                  <a:lnTo>
                    <a:pt x="929" y="1561"/>
                  </a:lnTo>
                  <a:lnTo>
                    <a:pt x="948" y="1561"/>
                  </a:lnTo>
                  <a:lnTo>
                    <a:pt x="968" y="1581"/>
                  </a:lnTo>
                  <a:lnTo>
                    <a:pt x="988" y="1600"/>
                  </a:lnTo>
                  <a:lnTo>
                    <a:pt x="1008" y="1581"/>
                  </a:lnTo>
                  <a:lnTo>
                    <a:pt x="968" y="1502"/>
                  </a:lnTo>
                  <a:lnTo>
                    <a:pt x="988" y="1581"/>
                  </a:lnTo>
                  <a:lnTo>
                    <a:pt x="948" y="1462"/>
                  </a:lnTo>
                  <a:lnTo>
                    <a:pt x="934" y="1373"/>
                  </a:lnTo>
                  <a:lnTo>
                    <a:pt x="948" y="1403"/>
                  </a:lnTo>
                  <a:lnTo>
                    <a:pt x="948" y="1363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04"/>
                  </a:lnTo>
                  <a:lnTo>
                    <a:pt x="948" y="1344"/>
                  </a:lnTo>
                  <a:lnTo>
                    <a:pt x="968" y="1383"/>
                  </a:lnTo>
                  <a:lnTo>
                    <a:pt x="968" y="1363"/>
                  </a:lnTo>
                  <a:lnTo>
                    <a:pt x="968" y="1324"/>
                  </a:lnTo>
                  <a:lnTo>
                    <a:pt x="988" y="1363"/>
                  </a:lnTo>
                  <a:lnTo>
                    <a:pt x="1008" y="1442"/>
                  </a:lnTo>
                  <a:lnTo>
                    <a:pt x="1027" y="1482"/>
                  </a:lnTo>
                  <a:lnTo>
                    <a:pt x="1027" y="1541"/>
                  </a:lnTo>
                  <a:lnTo>
                    <a:pt x="1047" y="1521"/>
                  </a:lnTo>
                  <a:lnTo>
                    <a:pt x="1067" y="1600"/>
                  </a:lnTo>
                  <a:lnTo>
                    <a:pt x="1067" y="1581"/>
                  </a:lnTo>
                  <a:lnTo>
                    <a:pt x="1080" y="1581"/>
                  </a:lnTo>
                  <a:lnTo>
                    <a:pt x="1067" y="1541"/>
                  </a:lnTo>
                  <a:lnTo>
                    <a:pt x="1107" y="1581"/>
                  </a:lnTo>
                  <a:lnTo>
                    <a:pt x="1146" y="1581"/>
                  </a:lnTo>
                  <a:lnTo>
                    <a:pt x="1126" y="1541"/>
                  </a:lnTo>
                  <a:lnTo>
                    <a:pt x="1126" y="1521"/>
                  </a:lnTo>
                  <a:lnTo>
                    <a:pt x="1146" y="1541"/>
                  </a:lnTo>
                  <a:lnTo>
                    <a:pt x="1166" y="1561"/>
                  </a:lnTo>
                  <a:lnTo>
                    <a:pt x="1166" y="1521"/>
                  </a:lnTo>
                  <a:lnTo>
                    <a:pt x="1146" y="1442"/>
                  </a:lnTo>
                  <a:lnTo>
                    <a:pt x="1186" y="1482"/>
                  </a:lnTo>
                  <a:lnTo>
                    <a:pt x="1166" y="1403"/>
                  </a:lnTo>
                  <a:lnTo>
                    <a:pt x="1166" y="1383"/>
                  </a:lnTo>
                  <a:lnTo>
                    <a:pt x="1186" y="1383"/>
                  </a:lnTo>
                  <a:lnTo>
                    <a:pt x="1186" y="1462"/>
                  </a:lnTo>
                  <a:lnTo>
                    <a:pt x="1205" y="1482"/>
                  </a:lnTo>
                  <a:lnTo>
                    <a:pt x="1223" y="1482"/>
                  </a:lnTo>
                  <a:lnTo>
                    <a:pt x="1205" y="1284"/>
                  </a:lnTo>
                  <a:lnTo>
                    <a:pt x="1166" y="1186"/>
                  </a:lnTo>
                  <a:lnTo>
                    <a:pt x="1126" y="1067"/>
                  </a:lnTo>
                  <a:lnTo>
                    <a:pt x="1146" y="1107"/>
                  </a:lnTo>
                  <a:lnTo>
                    <a:pt x="1186" y="1146"/>
                  </a:lnTo>
                  <a:lnTo>
                    <a:pt x="1205" y="1205"/>
                  </a:lnTo>
                  <a:lnTo>
                    <a:pt x="1225" y="1265"/>
                  </a:lnTo>
                  <a:lnTo>
                    <a:pt x="1205" y="1225"/>
                  </a:lnTo>
                  <a:lnTo>
                    <a:pt x="1186" y="1205"/>
                  </a:lnTo>
                  <a:lnTo>
                    <a:pt x="1265" y="1344"/>
                  </a:lnTo>
                  <a:lnTo>
                    <a:pt x="1265" y="1403"/>
                  </a:lnTo>
                  <a:lnTo>
                    <a:pt x="1284" y="1442"/>
                  </a:lnTo>
                  <a:lnTo>
                    <a:pt x="1324" y="1521"/>
                  </a:lnTo>
                  <a:lnTo>
                    <a:pt x="1324" y="1502"/>
                  </a:lnTo>
                  <a:lnTo>
                    <a:pt x="1324" y="1482"/>
                  </a:lnTo>
                  <a:lnTo>
                    <a:pt x="1344" y="1502"/>
                  </a:lnTo>
                  <a:lnTo>
                    <a:pt x="1344" y="148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44" y="1403"/>
                  </a:lnTo>
                  <a:lnTo>
                    <a:pt x="1344" y="1403"/>
                  </a:lnTo>
                  <a:lnTo>
                    <a:pt x="1363" y="1423"/>
                  </a:lnTo>
                  <a:lnTo>
                    <a:pt x="1383" y="1462"/>
                  </a:lnTo>
                  <a:lnTo>
                    <a:pt x="1383" y="1423"/>
                  </a:lnTo>
                  <a:lnTo>
                    <a:pt x="1383" y="1403"/>
                  </a:lnTo>
                  <a:lnTo>
                    <a:pt x="1363" y="1344"/>
                  </a:lnTo>
                  <a:lnTo>
                    <a:pt x="1324" y="1245"/>
                  </a:lnTo>
                  <a:lnTo>
                    <a:pt x="1324" y="1205"/>
                  </a:lnTo>
                  <a:lnTo>
                    <a:pt x="1344" y="1205"/>
                  </a:lnTo>
                  <a:lnTo>
                    <a:pt x="1344" y="1245"/>
                  </a:lnTo>
                  <a:lnTo>
                    <a:pt x="1344" y="1265"/>
                  </a:lnTo>
                  <a:lnTo>
                    <a:pt x="1363" y="1225"/>
                  </a:lnTo>
                  <a:lnTo>
                    <a:pt x="1383" y="1284"/>
                  </a:lnTo>
                  <a:lnTo>
                    <a:pt x="1383" y="1304"/>
                  </a:lnTo>
                  <a:lnTo>
                    <a:pt x="1383" y="1324"/>
                  </a:lnTo>
                  <a:lnTo>
                    <a:pt x="1403" y="1304"/>
                  </a:lnTo>
                  <a:lnTo>
                    <a:pt x="1383" y="1225"/>
                  </a:lnTo>
                  <a:lnTo>
                    <a:pt x="1403" y="1225"/>
                  </a:lnTo>
                  <a:lnTo>
                    <a:pt x="1403" y="1245"/>
                  </a:lnTo>
                  <a:lnTo>
                    <a:pt x="1442" y="1344"/>
                  </a:lnTo>
                  <a:lnTo>
                    <a:pt x="1462" y="1423"/>
                  </a:lnTo>
                  <a:lnTo>
                    <a:pt x="1462" y="1363"/>
                  </a:lnTo>
                  <a:lnTo>
                    <a:pt x="1442" y="1304"/>
                  </a:lnTo>
                  <a:lnTo>
                    <a:pt x="1423" y="1245"/>
                  </a:lnTo>
                  <a:lnTo>
                    <a:pt x="1462" y="1324"/>
                  </a:lnTo>
                  <a:lnTo>
                    <a:pt x="1482" y="1363"/>
                  </a:lnTo>
                  <a:lnTo>
                    <a:pt x="1482" y="1363"/>
                  </a:lnTo>
                  <a:lnTo>
                    <a:pt x="1462" y="1284"/>
                  </a:lnTo>
                  <a:lnTo>
                    <a:pt x="1442" y="1205"/>
                  </a:lnTo>
                  <a:lnTo>
                    <a:pt x="1423" y="1166"/>
                  </a:lnTo>
                  <a:lnTo>
                    <a:pt x="1423" y="1126"/>
                  </a:lnTo>
                  <a:lnTo>
                    <a:pt x="1403" y="1087"/>
                  </a:lnTo>
                  <a:lnTo>
                    <a:pt x="1423" y="1107"/>
                  </a:lnTo>
                  <a:lnTo>
                    <a:pt x="1423" y="1126"/>
                  </a:lnTo>
                  <a:lnTo>
                    <a:pt x="1462" y="1166"/>
                  </a:lnTo>
                  <a:lnTo>
                    <a:pt x="1482" y="1265"/>
                  </a:lnTo>
                  <a:lnTo>
                    <a:pt x="1482" y="1186"/>
                  </a:lnTo>
                  <a:lnTo>
                    <a:pt x="1482" y="1107"/>
                  </a:lnTo>
                  <a:lnTo>
                    <a:pt x="1502" y="1166"/>
                  </a:lnTo>
                  <a:lnTo>
                    <a:pt x="1502" y="1225"/>
                  </a:lnTo>
                  <a:lnTo>
                    <a:pt x="1521" y="1265"/>
                  </a:lnTo>
                  <a:lnTo>
                    <a:pt x="1541" y="1363"/>
                  </a:lnTo>
                  <a:lnTo>
                    <a:pt x="1541" y="1304"/>
                  </a:lnTo>
                  <a:lnTo>
                    <a:pt x="1541" y="1284"/>
                  </a:lnTo>
                  <a:lnTo>
                    <a:pt x="1561" y="1304"/>
                  </a:lnTo>
                  <a:lnTo>
                    <a:pt x="1581" y="1265"/>
                  </a:lnTo>
                  <a:lnTo>
                    <a:pt x="1561" y="1245"/>
                  </a:lnTo>
                  <a:lnTo>
                    <a:pt x="1561" y="1225"/>
                  </a:lnTo>
                  <a:lnTo>
                    <a:pt x="1581" y="1225"/>
                  </a:lnTo>
                  <a:lnTo>
                    <a:pt x="1581" y="1205"/>
                  </a:lnTo>
                  <a:lnTo>
                    <a:pt x="1620" y="1205"/>
                  </a:lnTo>
                  <a:lnTo>
                    <a:pt x="1620" y="1186"/>
                  </a:lnTo>
                  <a:lnTo>
                    <a:pt x="1600" y="1166"/>
                  </a:lnTo>
                  <a:lnTo>
                    <a:pt x="1600" y="1186"/>
                  </a:lnTo>
                  <a:lnTo>
                    <a:pt x="1581" y="1166"/>
                  </a:lnTo>
                  <a:lnTo>
                    <a:pt x="1561" y="1107"/>
                  </a:lnTo>
                  <a:lnTo>
                    <a:pt x="1561" y="1067"/>
                  </a:lnTo>
                  <a:lnTo>
                    <a:pt x="1561" y="1028"/>
                  </a:lnTo>
                  <a:lnTo>
                    <a:pt x="1581" y="1028"/>
                  </a:lnTo>
                  <a:lnTo>
                    <a:pt x="1561" y="1008"/>
                  </a:lnTo>
                  <a:lnTo>
                    <a:pt x="1561" y="968"/>
                  </a:lnTo>
                  <a:lnTo>
                    <a:pt x="1581" y="968"/>
                  </a:lnTo>
                  <a:lnTo>
                    <a:pt x="1600" y="1028"/>
                  </a:lnTo>
                  <a:lnTo>
                    <a:pt x="1620" y="1008"/>
                  </a:lnTo>
                  <a:lnTo>
                    <a:pt x="1620" y="1047"/>
                  </a:lnTo>
                  <a:lnTo>
                    <a:pt x="1640" y="1067"/>
                  </a:lnTo>
                  <a:lnTo>
                    <a:pt x="1640" y="1047"/>
                  </a:lnTo>
                  <a:lnTo>
                    <a:pt x="1640" y="1028"/>
                  </a:lnTo>
                  <a:lnTo>
                    <a:pt x="1660" y="1067"/>
                  </a:lnTo>
                  <a:lnTo>
                    <a:pt x="1660" y="1047"/>
                  </a:lnTo>
                  <a:lnTo>
                    <a:pt x="1679" y="1087"/>
                  </a:lnTo>
                  <a:lnTo>
                    <a:pt x="1679" y="1067"/>
                  </a:lnTo>
                  <a:lnTo>
                    <a:pt x="1679" y="1028"/>
                  </a:lnTo>
                  <a:lnTo>
                    <a:pt x="1660" y="968"/>
                  </a:lnTo>
                  <a:lnTo>
                    <a:pt x="1640" y="909"/>
                  </a:lnTo>
                  <a:lnTo>
                    <a:pt x="1640" y="889"/>
                  </a:lnTo>
                  <a:lnTo>
                    <a:pt x="1660" y="889"/>
                  </a:lnTo>
                  <a:lnTo>
                    <a:pt x="1679" y="929"/>
                  </a:lnTo>
                  <a:lnTo>
                    <a:pt x="1679" y="889"/>
                  </a:lnTo>
                  <a:lnTo>
                    <a:pt x="1699" y="929"/>
                  </a:lnTo>
                  <a:lnTo>
                    <a:pt x="1699" y="909"/>
                  </a:lnTo>
                  <a:lnTo>
                    <a:pt x="1719" y="949"/>
                  </a:lnTo>
                  <a:lnTo>
                    <a:pt x="1699" y="968"/>
                  </a:lnTo>
                  <a:lnTo>
                    <a:pt x="1699" y="988"/>
                  </a:lnTo>
                  <a:lnTo>
                    <a:pt x="1719" y="1047"/>
                  </a:lnTo>
                  <a:lnTo>
                    <a:pt x="1739" y="1067"/>
                  </a:lnTo>
                  <a:lnTo>
                    <a:pt x="1719" y="988"/>
                  </a:lnTo>
                  <a:lnTo>
                    <a:pt x="1719" y="988"/>
                  </a:lnTo>
                  <a:lnTo>
                    <a:pt x="1739" y="1008"/>
                  </a:lnTo>
                  <a:lnTo>
                    <a:pt x="1758" y="1047"/>
                  </a:lnTo>
                  <a:lnTo>
                    <a:pt x="1758" y="1008"/>
                  </a:lnTo>
                  <a:lnTo>
                    <a:pt x="1758" y="988"/>
                  </a:lnTo>
                  <a:lnTo>
                    <a:pt x="1798" y="1087"/>
                  </a:lnTo>
                  <a:lnTo>
                    <a:pt x="1798" y="1067"/>
                  </a:lnTo>
                  <a:lnTo>
                    <a:pt x="1778" y="1028"/>
                  </a:lnTo>
                  <a:lnTo>
                    <a:pt x="1837" y="1028"/>
                  </a:lnTo>
                  <a:lnTo>
                    <a:pt x="1798" y="968"/>
                  </a:lnTo>
                  <a:lnTo>
                    <a:pt x="1798" y="988"/>
                  </a:lnTo>
                  <a:lnTo>
                    <a:pt x="1798" y="1008"/>
                  </a:lnTo>
                  <a:lnTo>
                    <a:pt x="1778" y="968"/>
                  </a:lnTo>
                  <a:lnTo>
                    <a:pt x="1778" y="929"/>
                  </a:lnTo>
                  <a:lnTo>
                    <a:pt x="1798" y="929"/>
                  </a:lnTo>
                  <a:lnTo>
                    <a:pt x="1818" y="909"/>
                  </a:lnTo>
                  <a:lnTo>
                    <a:pt x="1818" y="870"/>
                  </a:lnTo>
                  <a:lnTo>
                    <a:pt x="1837" y="909"/>
                  </a:lnTo>
                  <a:lnTo>
                    <a:pt x="1857" y="988"/>
                  </a:lnTo>
                  <a:lnTo>
                    <a:pt x="1857" y="949"/>
                  </a:lnTo>
                  <a:lnTo>
                    <a:pt x="1877" y="968"/>
                  </a:lnTo>
                  <a:lnTo>
                    <a:pt x="1916" y="1008"/>
                  </a:lnTo>
                  <a:lnTo>
                    <a:pt x="1936" y="1047"/>
                  </a:lnTo>
                  <a:lnTo>
                    <a:pt x="1936" y="1067"/>
                  </a:lnTo>
                  <a:lnTo>
                    <a:pt x="1956" y="1047"/>
                  </a:lnTo>
                  <a:lnTo>
                    <a:pt x="1916" y="968"/>
                  </a:lnTo>
                  <a:lnTo>
                    <a:pt x="1916" y="949"/>
                  </a:lnTo>
                  <a:lnTo>
                    <a:pt x="1936" y="949"/>
                  </a:lnTo>
                  <a:lnTo>
                    <a:pt x="1956" y="988"/>
                  </a:lnTo>
                  <a:lnTo>
                    <a:pt x="1976" y="1008"/>
                  </a:lnTo>
                  <a:lnTo>
                    <a:pt x="1976" y="1008"/>
                  </a:lnTo>
                  <a:lnTo>
                    <a:pt x="1956" y="968"/>
                  </a:lnTo>
                  <a:lnTo>
                    <a:pt x="1946" y="929"/>
                  </a:lnTo>
                  <a:lnTo>
                    <a:pt x="1956" y="929"/>
                  </a:lnTo>
                  <a:lnTo>
                    <a:pt x="1956" y="909"/>
                  </a:lnTo>
                  <a:lnTo>
                    <a:pt x="1956" y="889"/>
                  </a:lnTo>
                  <a:lnTo>
                    <a:pt x="1943" y="916"/>
                  </a:lnTo>
                  <a:lnTo>
                    <a:pt x="1936" y="889"/>
                  </a:lnTo>
                  <a:lnTo>
                    <a:pt x="1916" y="850"/>
                  </a:lnTo>
                  <a:lnTo>
                    <a:pt x="1916" y="850"/>
                  </a:lnTo>
                  <a:lnTo>
                    <a:pt x="1936" y="870"/>
                  </a:lnTo>
                  <a:lnTo>
                    <a:pt x="1936" y="850"/>
                  </a:lnTo>
                  <a:lnTo>
                    <a:pt x="1956" y="889"/>
                  </a:lnTo>
                  <a:lnTo>
                    <a:pt x="1956" y="850"/>
                  </a:lnTo>
                  <a:lnTo>
                    <a:pt x="1936" y="830"/>
                  </a:lnTo>
                  <a:lnTo>
                    <a:pt x="1916" y="771"/>
                  </a:lnTo>
                  <a:lnTo>
                    <a:pt x="1936" y="791"/>
                  </a:lnTo>
                  <a:lnTo>
                    <a:pt x="1956" y="830"/>
                  </a:lnTo>
                  <a:lnTo>
                    <a:pt x="1956" y="791"/>
                  </a:lnTo>
                  <a:lnTo>
                    <a:pt x="1956" y="771"/>
                  </a:lnTo>
                  <a:lnTo>
                    <a:pt x="1936" y="731"/>
                  </a:lnTo>
                  <a:lnTo>
                    <a:pt x="1936" y="692"/>
                  </a:lnTo>
                  <a:lnTo>
                    <a:pt x="1976" y="751"/>
                  </a:lnTo>
                  <a:lnTo>
                    <a:pt x="1995" y="791"/>
                  </a:lnTo>
                  <a:lnTo>
                    <a:pt x="2015" y="850"/>
                  </a:lnTo>
                  <a:lnTo>
                    <a:pt x="2015" y="870"/>
                  </a:lnTo>
                  <a:lnTo>
                    <a:pt x="2035" y="850"/>
                  </a:lnTo>
                  <a:lnTo>
                    <a:pt x="2015" y="791"/>
                  </a:lnTo>
                  <a:lnTo>
                    <a:pt x="2074" y="850"/>
                  </a:lnTo>
                  <a:lnTo>
                    <a:pt x="2055" y="810"/>
                  </a:lnTo>
                  <a:lnTo>
                    <a:pt x="2035" y="731"/>
                  </a:lnTo>
                  <a:lnTo>
                    <a:pt x="2015" y="692"/>
                  </a:lnTo>
                  <a:lnTo>
                    <a:pt x="1995" y="652"/>
                  </a:lnTo>
                  <a:lnTo>
                    <a:pt x="1976" y="593"/>
                  </a:lnTo>
                  <a:lnTo>
                    <a:pt x="1976" y="573"/>
                  </a:lnTo>
                  <a:lnTo>
                    <a:pt x="2035" y="652"/>
                  </a:lnTo>
                  <a:lnTo>
                    <a:pt x="2074" y="771"/>
                  </a:lnTo>
                  <a:lnTo>
                    <a:pt x="2134" y="929"/>
                  </a:lnTo>
                  <a:lnTo>
                    <a:pt x="2153" y="889"/>
                  </a:lnTo>
                  <a:lnTo>
                    <a:pt x="2173" y="889"/>
                  </a:lnTo>
                  <a:lnTo>
                    <a:pt x="2153" y="810"/>
                  </a:lnTo>
                  <a:lnTo>
                    <a:pt x="2114" y="712"/>
                  </a:lnTo>
                  <a:lnTo>
                    <a:pt x="2134" y="712"/>
                  </a:lnTo>
                  <a:lnTo>
                    <a:pt x="2134" y="692"/>
                  </a:lnTo>
                  <a:lnTo>
                    <a:pt x="2134" y="672"/>
                  </a:lnTo>
                  <a:lnTo>
                    <a:pt x="2153" y="672"/>
                  </a:lnTo>
                  <a:lnTo>
                    <a:pt x="2134" y="613"/>
                  </a:lnTo>
                  <a:lnTo>
                    <a:pt x="2094" y="534"/>
                  </a:lnTo>
                  <a:lnTo>
                    <a:pt x="2094" y="514"/>
                  </a:lnTo>
                  <a:lnTo>
                    <a:pt x="2094" y="494"/>
                  </a:lnTo>
                  <a:lnTo>
                    <a:pt x="2094" y="475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20"/>
            <p:cNvSpPr/>
            <p:nvPr/>
          </p:nvSpPr>
          <p:spPr>
            <a:xfrm>
              <a:off x="-1158575" y="3982025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1" y="0"/>
                  </a:moveTo>
                  <a:lnTo>
                    <a:pt x="1" y="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20"/>
            <p:cNvSpPr/>
            <p:nvPr/>
          </p:nvSpPr>
          <p:spPr>
            <a:xfrm>
              <a:off x="-1159550" y="4098050"/>
              <a:ext cx="500" cy="525"/>
            </a:xfrm>
            <a:custGeom>
              <a:rect b="b" l="l" r="r" t="t"/>
              <a:pathLst>
                <a:path extrusionOk="0" h="21" w="20">
                  <a:moveTo>
                    <a:pt x="0" y="21"/>
                  </a:move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20"/>
            <p:cNvSpPr/>
            <p:nvPr/>
          </p:nvSpPr>
          <p:spPr>
            <a:xfrm>
              <a:off x="-1161050" y="409707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100" y="0"/>
                  </a:moveTo>
                  <a:lnTo>
                    <a:pt x="60" y="2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80" y="2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20"/>
            <p:cNvSpPr/>
            <p:nvPr/>
          </p:nvSpPr>
          <p:spPr>
            <a:xfrm>
              <a:off x="-1159075" y="409657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20"/>
                  </a:lnTo>
                  <a:lnTo>
                    <a:pt x="4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20"/>
            <p:cNvSpPr/>
            <p:nvPr/>
          </p:nvSpPr>
          <p:spPr>
            <a:xfrm>
              <a:off x="-1164000" y="4095600"/>
              <a:ext cx="6450" cy="3475"/>
            </a:xfrm>
            <a:custGeom>
              <a:rect b="b" l="l" r="r" t="t"/>
              <a:pathLst>
                <a:path extrusionOk="0" h="139" w="258">
                  <a:moveTo>
                    <a:pt x="257" y="0"/>
                  </a:moveTo>
                  <a:lnTo>
                    <a:pt x="198" y="20"/>
                  </a:lnTo>
                  <a:lnTo>
                    <a:pt x="158" y="40"/>
                  </a:lnTo>
                  <a:lnTo>
                    <a:pt x="237" y="40"/>
                  </a:lnTo>
                  <a:lnTo>
                    <a:pt x="257" y="0"/>
                  </a:lnTo>
                  <a:close/>
                  <a:moveTo>
                    <a:pt x="79" y="40"/>
                  </a:moveTo>
                  <a:lnTo>
                    <a:pt x="0" y="99"/>
                  </a:lnTo>
                  <a:lnTo>
                    <a:pt x="20" y="99"/>
                  </a:lnTo>
                  <a:lnTo>
                    <a:pt x="0" y="138"/>
                  </a:lnTo>
                  <a:lnTo>
                    <a:pt x="40" y="99"/>
                  </a:lnTo>
                  <a:lnTo>
                    <a:pt x="79" y="99"/>
                  </a:lnTo>
                  <a:lnTo>
                    <a:pt x="60" y="119"/>
                  </a:lnTo>
                  <a:lnTo>
                    <a:pt x="139" y="59"/>
                  </a:lnTo>
                  <a:lnTo>
                    <a:pt x="99" y="59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20"/>
            <p:cNvSpPr/>
            <p:nvPr/>
          </p:nvSpPr>
          <p:spPr>
            <a:xfrm>
              <a:off x="-1174375" y="4056575"/>
              <a:ext cx="31625" cy="40025"/>
            </a:xfrm>
            <a:custGeom>
              <a:rect b="b" l="l" r="r" t="t"/>
              <a:pathLst>
                <a:path extrusionOk="0" h="1601" w="1265">
                  <a:moveTo>
                    <a:pt x="1028" y="149"/>
                  </a:moveTo>
                  <a:lnTo>
                    <a:pt x="1028" y="159"/>
                  </a:lnTo>
                  <a:lnTo>
                    <a:pt x="1047" y="159"/>
                  </a:lnTo>
                  <a:lnTo>
                    <a:pt x="1028" y="149"/>
                  </a:lnTo>
                  <a:close/>
                  <a:moveTo>
                    <a:pt x="60" y="573"/>
                  </a:moveTo>
                  <a:lnTo>
                    <a:pt x="40" y="593"/>
                  </a:lnTo>
                  <a:lnTo>
                    <a:pt x="60" y="593"/>
                  </a:lnTo>
                  <a:lnTo>
                    <a:pt x="50" y="603"/>
                  </a:lnTo>
                  <a:lnTo>
                    <a:pt x="50" y="603"/>
                  </a:lnTo>
                  <a:lnTo>
                    <a:pt x="99" y="593"/>
                  </a:lnTo>
                  <a:lnTo>
                    <a:pt x="99" y="573"/>
                  </a:lnTo>
                  <a:close/>
                  <a:moveTo>
                    <a:pt x="50" y="603"/>
                  </a:moveTo>
                  <a:lnTo>
                    <a:pt x="0" y="613"/>
                  </a:lnTo>
                  <a:lnTo>
                    <a:pt x="20" y="613"/>
                  </a:lnTo>
                  <a:lnTo>
                    <a:pt x="0" y="633"/>
                  </a:lnTo>
                  <a:lnTo>
                    <a:pt x="60" y="613"/>
                  </a:lnTo>
                  <a:lnTo>
                    <a:pt x="40" y="613"/>
                  </a:lnTo>
                  <a:lnTo>
                    <a:pt x="50" y="603"/>
                  </a:lnTo>
                  <a:close/>
                  <a:moveTo>
                    <a:pt x="336" y="1344"/>
                  </a:moveTo>
                  <a:lnTo>
                    <a:pt x="257" y="1383"/>
                  </a:lnTo>
                  <a:lnTo>
                    <a:pt x="277" y="1383"/>
                  </a:lnTo>
                  <a:lnTo>
                    <a:pt x="317" y="1364"/>
                  </a:lnTo>
                  <a:lnTo>
                    <a:pt x="336" y="1344"/>
                  </a:lnTo>
                  <a:close/>
                  <a:moveTo>
                    <a:pt x="791" y="1"/>
                  </a:moveTo>
                  <a:lnTo>
                    <a:pt x="791" y="20"/>
                  </a:lnTo>
                  <a:lnTo>
                    <a:pt x="652" y="20"/>
                  </a:lnTo>
                  <a:lnTo>
                    <a:pt x="692" y="40"/>
                  </a:lnTo>
                  <a:lnTo>
                    <a:pt x="672" y="40"/>
                  </a:lnTo>
                  <a:lnTo>
                    <a:pt x="652" y="60"/>
                  </a:lnTo>
                  <a:lnTo>
                    <a:pt x="534" y="60"/>
                  </a:lnTo>
                  <a:lnTo>
                    <a:pt x="514" y="80"/>
                  </a:lnTo>
                  <a:lnTo>
                    <a:pt x="534" y="80"/>
                  </a:lnTo>
                  <a:lnTo>
                    <a:pt x="554" y="99"/>
                  </a:lnTo>
                  <a:lnTo>
                    <a:pt x="534" y="11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415" y="119"/>
                  </a:lnTo>
                  <a:lnTo>
                    <a:pt x="514" y="139"/>
                  </a:lnTo>
                  <a:lnTo>
                    <a:pt x="573" y="139"/>
                  </a:lnTo>
                  <a:lnTo>
                    <a:pt x="554" y="159"/>
                  </a:lnTo>
                  <a:lnTo>
                    <a:pt x="514" y="159"/>
                  </a:lnTo>
                  <a:lnTo>
                    <a:pt x="435" y="139"/>
                  </a:lnTo>
                  <a:lnTo>
                    <a:pt x="415" y="159"/>
                  </a:lnTo>
                  <a:lnTo>
                    <a:pt x="396" y="178"/>
                  </a:lnTo>
                  <a:lnTo>
                    <a:pt x="297" y="178"/>
                  </a:lnTo>
                  <a:lnTo>
                    <a:pt x="317" y="198"/>
                  </a:lnTo>
                  <a:lnTo>
                    <a:pt x="356" y="218"/>
                  </a:lnTo>
                  <a:lnTo>
                    <a:pt x="336" y="218"/>
                  </a:lnTo>
                  <a:lnTo>
                    <a:pt x="336" y="238"/>
                  </a:lnTo>
                  <a:lnTo>
                    <a:pt x="297" y="238"/>
                  </a:lnTo>
                  <a:lnTo>
                    <a:pt x="317" y="257"/>
                  </a:lnTo>
                  <a:lnTo>
                    <a:pt x="238" y="257"/>
                  </a:lnTo>
                  <a:lnTo>
                    <a:pt x="218" y="277"/>
                  </a:lnTo>
                  <a:lnTo>
                    <a:pt x="257" y="277"/>
                  </a:lnTo>
                  <a:lnTo>
                    <a:pt x="257" y="297"/>
                  </a:lnTo>
                  <a:lnTo>
                    <a:pt x="317" y="297"/>
                  </a:lnTo>
                  <a:lnTo>
                    <a:pt x="238" y="317"/>
                  </a:lnTo>
                  <a:lnTo>
                    <a:pt x="435" y="317"/>
                  </a:lnTo>
                  <a:lnTo>
                    <a:pt x="396" y="336"/>
                  </a:lnTo>
                  <a:lnTo>
                    <a:pt x="198" y="336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218" y="376"/>
                  </a:lnTo>
                  <a:lnTo>
                    <a:pt x="139" y="376"/>
                  </a:lnTo>
                  <a:lnTo>
                    <a:pt x="139" y="396"/>
                  </a:lnTo>
                  <a:lnTo>
                    <a:pt x="99" y="415"/>
                  </a:lnTo>
                  <a:lnTo>
                    <a:pt x="79" y="415"/>
                  </a:lnTo>
                  <a:lnTo>
                    <a:pt x="159" y="435"/>
                  </a:lnTo>
                  <a:lnTo>
                    <a:pt x="119" y="455"/>
                  </a:lnTo>
                  <a:lnTo>
                    <a:pt x="99" y="455"/>
                  </a:lnTo>
                  <a:lnTo>
                    <a:pt x="99" y="475"/>
                  </a:lnTo>
                  <a:lnTo>
                    <a:pt x="79" y="494"/>
                  </a:lnTo>
                  <a:lnTo>
                    <a:pt x="99" y="494"/>
                  </a:lnTo>
                  <a:lnTo>
                    <a:pt x="60" y="514"/>
                  </a:lnTo>
                  <a:lnTo>
                    <a:pt x="119" y="514"/>
                  </a:lnTo>
                  <a:lnTo>
                    <a:pt x="119" y="534"/>
                  </a:lnTo>
                  <a:lnTo>
                    <a:pt x="99" y="534"/>
                  </a:lnTo>
                  <a:lnTo>
                    <a:pt x="60" y="554"/>
                  </a:lnTo>
                  <a:lnTo>
                    <a:pt x="238" y="554"/>
                  </a:lnTo>
                  <a:lnTo>
                    <a:pt x="178" y="573"/>
                  </a:lnTo>
                  <a:lnTo>
                    <a:pt x="99" y="593"/>
                  </a:lnTo>
                  <a:lnTo>
                    <a:pt x="119" y="593"/>
                  </a:lnTo>
                  <a:lnTo>
                    <a:pt x="159" y="613"/>
                  </a:lnTo>
                  <a:lnTo>
                    <a:pt x="297" y="613"/>
                  </a:lnTo>
                  <a:lnTo>
                    <a:pt x="257" y="633"/>
                  </a:lnTo>
                  <a:lnTo>
                    <a:pt x="198" y="653"/>
                  </a:lnTo>
                  <a:lnTo>
                    <a:pt x="139" y="653"/>
                  </a:lnTo>
                  <a:lnTo>
                    <a:pt x="159" y="672"/>
                  </a:lnTo>
                  <a:lnTo>
                    <a:pt x="79" y="712"/>
                  </a:lnTo>
                  <a:lnTo>
                    <a:pt x="178" y="692"/>
                  </a:lnTo>
                  <a:lnTo>
                    <a:pt x="198" y="692"/>
                  </a:lnTo>
                  <a:lnTo>
                    <a:pt x="178" y="712"/>
                  </a:lnTo>
                  <a:lnTo>
                    <a:pt x="99" y="732"/>
                  </a:lnTo>
                  <a:lnTo>
                    <a:pt x="99" y="751"/>
                  </a:lnTo>
                  <a:lnTo>
                    <a:pt x="79" y="791"/>
                  </a:lnTo>
                  <a:lnTo>
                    <a:pt x="60" y="811"/>
                  </a:lnTo>
                  <a:lnTo>
                    <a:pt x="79" y="830"/>
                  </a:lnTo>
                  <a:lnTo>
                    <a:pt x="139" y="801"/>
                  </a:lnTo>
                  <a:lnTo>
                    <a:pt x="139" y="801"/>
                  </a:lnTo>
                  <a:lnTo>
                    <a:pt x="198" y="791"/>
                  </a:lnTo>
                  <a:lnTo>
                    <a:pt x="317" y="771"/>
                  </a:lnTo>
                  <a:lnTo>
                    <a:pt x="297" y="791"/>
                  </a:lnTo>
                  <a:lnTo>
                    <a:pt x="257" y="791"/>
                  </a:lnTo>
                  <a:lnTo>
                    <a:pt x="297" y="811"/>
                  </a:lnTo>
                  <a:lnTo>
                    <a:pt x="317" y="791"/>
                  </a:lnTo>
                  <a:lnTo>
                    <a:pt x="356" y="791"/>
                  </a:lnTo>
                  <a:lnTo>
                    <a:pt x="317" y="811"/>
                  </a:lnTo>
                  <a:lnTo>
                    <a:pt x="257" y="830"/>
                  </a:lnTo>
                  <a:lnTo>
                    <a:pt x="336" y="830"/>
                  </a:lnTo>
                  <a:lnTo>
                    <a:pt x="297" y="850"/>
                  </a:lnTo>
                  <a:lnTo>
                    <a:pt x="198" y="850"/>
                  </a:lnTo>
                  <a:lnTo>
                    <a:pt x="159" y="870"/>
                  </a:lnTo>
                  <a:lnTo>
                    <a:pt x="119" y="870"/>
                  </a:lnTo>
                  <a:lnTo>
                    <a:pt x="119" y="890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60" y="929"/>
                  </a:lnTo>
                  <a:lnTo>
                    <a:pt x="119" y="929"/>
                  </a:lnTo>
                  <a:lnTo>
                    <a:pt x="60" y="969"/>
                  </a:lnTo>
                  <a:lnTo>
                    <a:pt x="60" y="1008"/>
                  </a:lnTo>
                  <a:lnTo>
                    <a:pt x="99" y="988"/>
                  </a:lnTo>
                  <a:lnTo>
                    <a:pt x="139" y="988"/>
                  </a:lnTo>
                  <a:lnTo>
                    <a:pt x="99" y="1008"/>
                  </a:lnTo>
                  <a:lnTo>
                    <a:pt x="79" y="1028"/>
                  </a:lnTo>
                  <a:lnTo>
                    <a:pt x="60" y="1028"/>
                  </a:lnTo>
                  <a:lnTo>
                    <a:pt x="79" y="1048"/>
                  </a:lnTo>
                  <a:lnTo>
                    <a:pt x="119" y="1048"/>
                  </a:lnTo>
                  <a:lnTo>
                    <a:pt x="218" y="1028"/>
                  </a:lnTo>
                  <a:lnTo>
                    <a:pt x="218" y="1048"/>
                  </a:lnTo>
                  <a:lnTo>
                    <a:pt x="178" y="1067"/>
                  </a:lnTo>
                  <a:lnTo>
                    <a:pt x="238" y="1048"/>
                  </a:lnTo>
                  <a:lnTo>
                    <a:pt x="277" y="1067"/>
                  </a:lnTo>
                  <a:lnTo>
                    <a:pt x="198" y="1067"/>
                  </a:lnTo>
                  <a:lnTo>
                    <a:pt x="159" y="1087"/>
                  </a:lnTo>
                  <a:lnTo>
                    <a:pt x="159" y="1107"/>
                  </a:lnTo>
                  <a:lnTo>
                    <a:pt x="159" y="1127"/>
                  </a:lnTo>
                  <a:lnTo>
                    <a:pt x="356" y="1107"/>
                  </a:lnTo>
                  <a:lnTo>
                    <a:pt x="475" y="1067"/>
                  </a:lnTo>
                  <a:lnTo>
                    <a:pt x="593" y="1048"/>
                  </a:lnTo>
                  <a:lnTo>
                    <a:pt x="593" y="1048"/>
                  </a:lnTo>
                  <a:lnTo>
                    <a:pt x="534" y="1087"/>
                  </a:lnTo>
                  <a:lnTo>
                    <a:pt x="514" y="1107"/>
                  </a:lnTo>
                  <a:lnTo>
                    <a:pt x="435" y="1127"/>
                  </a:lnTo>
                  <a:lnTo>
                    <a:pt x="396" y="1146"/>
                  </a:lnTo>
                  <a:lnTo>
                    <a:pt x="376" y="1146"/>
                  </a:lnTo>
                  <a:lnTo>
                    <a:pt x="435" y="1127"/>
                  </a:lnTo>
                  <a:lnTo>
                    <a:pt x="435" y="1107"/>
                  </a:lnTo>
                  <a:lnTo>
                    <a:pt x="297" y="1186"/>
                  </a:lnTo>
                  <a:lnTo>
                    <a:pt x="257" y="1186"/>
                  </a:lnTo>
                  <a:lnTo>
                    <a:pt x="297" y="1166"/>
                  </a:lnTo>
                  <a:lnTo>
                    <a:pt x="297" y="1166"/>
                  </a:lnTo>
                  <a:lnTo>
                    <a:pt x="238" y="1186"/>
                  </a:lnTo>
                  <a:lnTo>
                    <a:pt x="218" y="1186"/>
                  </a:lnTo>
                  <a:lnTo>
                    <a:pt x="119" y="1225"/>
                  </a:lnTo>
                  <a:lnTo>
                    <a:pt x="139" y="1245"/>
                  </a:lnTo>
                  <a:lnTo>
                    <a:pt x="159" y="1245"/>
                  </a:lnTo>
                  <a:lnTo>
                    <a:pt x="139" y="1265"/>
                  </a:lnTo>
                  <a:lnTo>
                    <a:pt x="198" y="1265"/>
                  </a:lnTo>
                  <a:lnTo>
                    <a:pt x="178" y="1285"/>
                  </a:lnTo>
                  <a:lnTo>
                    <a:pt x="257" y="1265"/>
                  </a:lnTo>
                  <a:lnTo>
                    <a:pt x="238" y="1285"/>
                  </a:lnTo>
                  <a:lnTo>
                    <a:pt x="198" y="1304"/>
                  </a:lnTo>
                  <a:lnTo>
                    <a:pt x="238" y="1304"/>
                  </a:lnTo>
                  <a:lnTo>
                    <a:pt x="238" y="1324"/>
                  </a:lnTo>
                  <a:lnTo>
                    <a:pt x="317" y="1285"/>
                  </a:lnTo>
                  <a:lnTo>
                    <a:pt x="415" y="1265"/>
                  </a:lnTo>
                  <a:lnTo>
                    <a:pt x="435" y="1265"/>
                  </a:lnTo>
                  <a:lnTo>
                    <a:pt x="455" y="1285"/>
                  </a:lnTo>
                  <a:lnTo>
                    <a:pt x="376" y="1285"/>
                  </a:lnTo>
                  <a:lnTo>
                    <a:pt x="435" y="1304"/>
                  </a:lnTo>
                  <a:lnTo>
                    <a:pt x="376" y="1324"/>
                  </a:lnTo>
                  <a:lnTo>
                    <a:pt x="356" y="1324"/>
                  </a:lnTo>
                  <a:lnTo>
                    <a:pt x="336" y="1344"/>
                  </a:lnTo>
                  <a:lnTo>
                    <a:pt x="356" y="1344"/>
                  </a:lnTo>
                  <a:lnTo>
                    <a:pt x="435" y="1324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17" y="1383"/>
                  </a:lnTo>
                  <a:lnTo>
                    <a:pt x="238" y="1403"/>
                  </a:lnTo>
                  <a:lnTo>
                    <a:pt x="257" y="1383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277" y="1344"/>
                  </a:lnTo>
                  <a:lnTo>
                    <a:pt x="277" y="1324"/>
                  </a:lnTo>
                  <a:lnTo>
                    <a:pt x="218" y="1324"/>
                  </a:lnTo>
                  <a:lnTo>
                    <a:pt x="198" y="1364"/>
                  </a:lnTo>
                  <a:lnTo>
                    <a:pt x="218" y="1383"/>
                  </a:lnTo>
                  <a:lnTo>
                    <a:pt x="178" y="1403"/>
                  </a:lnTo>
                  <a:lnTo>
                    <a:pt x="297" y="1423"/>
                  </a:lnTo>
                  <a:lnTo>
                    <a:pt x="356" y="1383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36" y="1403"/>
                  </a:lnTo>
                  <a:lnTo>
                    <a:pt x="297" y="1443"/>
                  </a:lnTo>
                  <a:lnTo>
                    <a:pt x="376" y="1423"/>
                  </a:lnTo>
                  <a:lnTo>
                    <a:pt x="455" y="1403"/>
                  </a:lnTo>
                  <a:lnTo>
                    <a:pt x="475" y="1383"/>
                  </a:lnTo>
                  <a:lnTo>
                    <a:pt x="534" y="1364"/>
                  </a:lnTo>
                  <a:lnTo>
                    <a:pt x="573" y="1364"/>
                  </a:lnTo>
                  <a:lnTo>
                    <a:pt x="554" y="1383"/>
                  </a:lnTo>
                  <a:lnTo>
                    <a:pt x="534" y="1383"/>
                  </a:lnTo>
                  <a:lnTo>
                    <a:pt x="514" y="1403"/>
                  </a:lnTo>
                  <a:lnTo>
                    <a:pt x="494" y="1423"/>
                  </a:lnTo>
                  <a:lnTo>
                    <a:pt x="317" y="1443"/>
                  </a:lnTo>
                  <a:lnTo>
                    <a:pt x="297" y="1462"/>
                  </a:lnTo>
                  <a:lnTo>
                    <a:pt x="317" y="1462"/>
                  </a:lnTo>
                  <a:lnTo>
                    <a:pt x="297" y="1482"/>
                  </a:lnTo>
                  <a:lnTo>
                    <a:pt x="297" y="1482"/>
                  </a:lnTo>
                  <a:lnTo>
                    <a:pt x="356" y="1462"/>
                  </a:lnTo>
                  <a:lnTo>
                    <a:pt x="396" y="1443"/>
                  </a:lnTo>
                  <a:lnTo>
                    <a:pt x="554" y="1443"/>
                  </a:lnTo>
                  <a:lnTo>
                    <a:pt x="494" y="1462"/>
                  </a:lnTo>
                  <a:lnTo>
                    <a:pt x="435" y="1482"/>
                  </a:lnTo>
                  <a:lnTo>
                    <a:pt x="396" y="1482"/>
                  </a:lnTo>
                  <a:lnTo>
                    <a:pt x="297" y="1522"/>
                  </a:lnTo>
                  <a:lnTo>
                    <a:pt x="356" y="1502"/>
                  </a:lnTo>
                  <a:lnTo>
                    <a:pt x="376" y="1502"/>
                  </a:lnTo>
                  <a:lnTo>
                    <a:pt x="356" y="1522"/>
                  </a:lnTo>
                  <a:lnTo>
                    <a:pt x="356" y="1541"/>
                  </a:lnTo>
                  <a:lnTo>
                    <a:pt x="396" y="1561"/>
                  </a:lnTo>
                  <a:lnTo>
                    <a:pt x="435" y="1541"/>
                  </a:lnTo>
                  <a:lnTo>
                    <a:pt x="455" y="1541"/>
                  </a:lnTo>
                  <a:lnTo>
                    <a:pt x="435" y="1561"/>
                  </a:lnTo>
                  <a:lnTo>
                    <a:pt x="455" y="1561"/>
                  </a:lnTo>
                  <a:lnTo>
                    <a:pt x="455" y="1581"/>
                  </a:lnTo>
                  <a:lnTo>
                    <a:pt x="475" y="1581"/>
                  </a:lnTo>
                  <a:lnTo>
                    <a:pt x="514" y="1561"/>
                  </a:lnTo>
                  <a:lnTo>
                    <a:pt x="554" y="1522"/>
                  </a:lnTo>
                  <a:lnTo>
                    <a:pt x="613" y="1541"/>
                  </a:lnTo>
                  <a:lnTo>
                    <a:pt x="692" y="1541"/>
                  </a:lnTo>
                  <a:lnTo>
                    <a:pt x="830" y="1304"/>
                  </a:lnTo>
                  <a:lnTo>
                    <a:pt x="968" y="1048"/>
                  </a:lnTo>
                  <a:lnTo>
                    <a:pt x="1245" y="396"/>
                  </a:lnTo>
                  <a:lnTo>
                    <a:pt x="1107" y="396"/>
                  </a:lnTo>
                  <a:lnTo>
                    <a:pt x="1166" y="376"/>
                  </a:lnTo>
                  <a:lnTo>
                    <a:pt x="1186" y="376"/>
                  </a:lnTo>
                  <a:lnTo>
                    <a:pt x="1166" y="356"/>
                  </a:lnTo>
                  <a:lnTo>
                    <a:pt x="1245" y="356"/>
                  </a:lnTo>
                  <a:lnTo>
                    <a:pt x="1245" y="336"/>
                  </a:lnTo>
                  <a:lnTo>
                    <a:pt x="1067" y="336"/>
                  </a:lnTo>
                  <a:lnTo>
                    <a:pt x="1047" y="317"/>
                  </a:lnTo>
                  <a:lnTo>
                    <a:pt x="1067" y="317"/>
                  </a:lnTo>
                  <a:lnTo>
                    <a:pt x="1008" y="277"/>
                  </a:lnTo>
                  <a:lnTo>
                    <a:pt x="988" y="238"/>
                  </a:lnTo>
                  <a:lnTo>
                    <a:pt x="968" y="198"/>
                  </a:lnTo>
                  <a:lnTo>
                    <a:pt x="1008" y="139"/>
                  </a:lnTo>
                  <a:lnTo>
                    <a:pt x="1028" y="149"/>
                  </a:lnTo>
                  <a:lnTo>
                    <a:pt x="1028" y="149"/>
                  </a:lnTo>
                  <a:lnTo>
                    <a:pt x="1028" y="139"/>
                  </a:lnTo>
                  <a:lnTo>
                    <a:pt x="1067" y="139"/>
                  </a:lnTo>
                  <a:lnTo>
                    <a:pt x="1087" y="119"/>
                  </a:lnTo>
                  <a:lnTo>
                    <a:pt x="1047" y="119"/>
                  </a:lnTo>
                  <a:lnTo>
                    <a:pt x="1087" y="99"/>
                  </a:lnTo>
                  <a:lnTo>
                    <a:pt x="1087" y="119"/>
                  </a:lnTo>
                  <a:lnTo>
                    <a:pt x="1107" y="99"/>
                  </a:lnTo>
                  <a:lnTo>
                    <a:pt x="1126" y="80"/>
                  </a:lnTo>
                  <a:lnTo>
                    <a:pt x="1146" y="80"/>
                  </a:lnTo>
                  <a:lnTo>
                    <a:pt x="1146" y="60"/>
                  </a:lnTo>
                  <a:lnTo>
                    <a:pt x="1265" y="60"/>
                  </a:lnTo>
                  <a:lnTo>
                    <a:pt x="1205" y="40"/>
                  </a:lnTo>
                  <a:lnTo>
                    <a:pt x="1146" y="40"/>
                  </a:lnTo>
                  <a:lnTo>
                    <a:pt x="1126" y="20"/>
                  </a:lnTo>
                  <a:lnTo>
                    <a:pt x="968" y="1"/>
                  </a:lnTo>
                  <a:close/>
                  <a:moveTo>
                    <a:pt x="475" y="1581"/>
                  </a:moveTo>
                  <a:lnTo>
                    <a:pt x="475" y="1601"/>
                  </a:lnTo>
                  <a:lnTo>
                    <a:pt x="514" y="1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20"/>
            <p:cNvSpPr/>
            <p:nvPr/>
          </p:nvSpPr>
          <p:spPr>
            <a:xfrm>
              <a:off x="-1164000" y="40956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20" y="0"/>
                  </a:moveTo>
                  <a:lnTo>
                    <a:pt x="2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20"/>
            <p:cNvSpPr/>
            <p:nvPr/>
          </p:nvSpPr>
          <p:spPr>
            <a:xfrm>
              <a:off x="-1395600" y="4100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20"/>
            <p:cNvSpPr/>
            <p:nvPr/>
          </p:nvSpPr>
          <p:spPr>
            <a:xfrm>
              <a:off x="-1397075" y="40990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20"/>
            <p:cNvSpPr/>
            <p:nvPr/>
          </p:nvSpPr>
          <p:spPr>
            <a:xfrm>
              <a:off x="-1435600" y="4052125"/>
              <a:ext cx="48425" cy="55350"/>
            </a:xfrm>
            <a:custGeom>
              <a:rect b="b" l="l" r="r" t="t"/>
              <a:pathLst>
                <a:path extrusionOk="0" h="2214" w="1937">
                  <a:moveTo>
                    <a:pt x="652" y="80"/>
                  </a:moveTo>
                  <a:lnTo>
                    <a:pt x="692" y="100"/>
                  </a:lnTo>
                  <a:lnTo>
                    <a:pt x="633" y="80"/>
                  </a:lnTo>
                  <a:close/>
                  <a:moveTo>
                    <a:pt x="1403" y="712"/>
                  </a:moveTo>
                  <a:lnTo>
                    <a:pt x="1403" y="732"/>
                  </a:lnTo>
                  <a:lnTo>
                    <a:pt x="1304" y="732"/>
                  </a:lnTo>
                  <a:lnTo>
                    <a:pt x="1344" y="712"/>
                  </a:lnTo>
                  <a:close/>
                  <a:moveTo>
                    <a:pt x="336" y="831"/>
                  </a:moveTo>
                  <a:lnTo>
                    <a:pt x="277" y="850"/>
                  </a:lnTo>
                  <a:lnTo>
                    <a:pt x="356" y="831"/>
                  </a:lnTo>
                  <a:close/>
                  <a:moveTo>
                    <a:pt x="218" y="969"/>
                  </a:moveTo>
                  <a:lnTo>
                    <a:pt x="198" y="989"/>
                  </a:lnTo>
                  <a:lnTo>
                    <a:pt x="238" y="989"/>
                  </a:lnTo>
                  <a:lnTo>
                    <a:pt x="218" y="969"/>
                  </a:lnTo>
                  <a:close/>
                  <a:moveTo>
                    <a:pt x="80" y="969"/>
                  </a:moveTo>
                  <a:lnTo>
                    <a:pt x="60" y="989"/>
                  </a:lnTo>
                  <a:lnTo>
                    <a:pt x="60" y="1008"/>
                  </a:lnTo>
                  <a:lnTo>
                    <a:pt x="40" y="1028"/>
                  </a:lnTo>
                  <a:lnTo>
                    <a:pt x="139" y="1048"/>
                  </a:lnTo>
                  <a:lnTo>
                    <a:pt x="198" y="1028"/>
                  </a:lnTo>
                  <a:lnTo>
                    <a:pt x="80" y="1028"/>
                  </a:lnTo>
                  <a:lnTo>
                    <a:pt x="99" y="1008"/>
                  </a:lnTo>
                  <a:lnTo>
                    <a:pt x="119" y="1008"/>
                  </a:lnTo>
                  <a:lnTo>
                    <a:pt x="99" y="989"/>
                  </a:lnTo>
                  <a:lnTo>
                    <a:pt x="139" y="989"/>
                  </a:lnTo>
                  <a:lnTo>
                    <a:pt x="139" y="969"/>
                  </a:lnTo>
                  <a:close/>
                  <a:moveTo>
                    <a:pt x="1778" y="1265"/>
                  </a:moveTo>
                  <a:lnTo>
                    <a:pt x="1719" y="1285"/>
                  </a:lnTo>
                  <a:lnTo>
                    <a:pt x="1739" y="1285"/>
                  </a:lnTo>
                  <a:lnTo>
                    <a:pt x="1778" y="1265"/>
                  </a:lnTo>
                  <a:close/>
                  <a:moveTo>
                    <a:pt x="376" y="1285"/>
                  </a:moveTo>
                  <a:lnTo>
                    <a:pt x="317" y="1305"/>
                  </a:lnTo>
                  <a:lnTo>
                    <a:pt x="317" y="1305"/>
                  </a:lnTo>
                  <a:lnTo>
                    <a:pt x="396" y="1285"/>
                  </a:lnTo>
                  <a:close/>
                  <a:moveTo>
                    <a:pt x="297" y="1245"/>
                  </a:moveTo>
                  <a:lnTo>
                    <a:pt x="198" y="1265"/>
                  </a:lnTo>
                  <a:lnTo>
                    <a:pt x="218" y="1265"/>
                  </a:lnTo>
                  <a:lnTo>
                    <a:pt x="218" y="1285"/>
                  </a:lnTo>
                  <a:lnTo>
                    <a:pt x="198" y="1305"/>
                  </a:lnTo>
                  <a:lnTo>
                    <a:pt x="198" y="1305"/>
                  </a:lnTo>
                  <a:lnTo>
                    <a:pt x="238" y="1285"/>
                  </a:lnTo>
                  <a:lnTo>
                    <a:pt x="336" y="1265"/>
                  </a:lnTo>
                  <a:lnTo>
                    <a:pt x="317" y="1265"/>
                  </a:lnTo>
                  <a:lnTo>
                    <a:pt x="336" y="1245"/>
                  </a:lnTo>
                  <a:close/>
                  <a:moveTo>
                    <a:pt x="1522" y="1324"/>
                  </a:moveTo>
                  <a:lnTo>
                    <a:pt x="1443" y="1344"/>
                  </a:lnTo>
                  <a:lnTo>
                    <a:pt x="1443" y="1349"/>
                  </a:lnTo>
                  <a:lnTo>
                    <a:pt x="1443" y="1349"/>
                  </a:lnTo>
                  <a:lnTo>
                    <a:pt x="1462" y="1344"/>
                  </a:lnTo>
                  <a:lnTo>
                    <a:pt x="1522" y="1324"/>
                  </a:lnTo>
                  <a:close/>
                  <a:moveTo>
                    <a:pt x="1482" y="1344"/>
                  </a:moveTo>
                  <a:lnTo>
                    <a:pt x="1443" y="1354"/>
                  </a:lnTo>
                  <a:lnTo>
                    <a:pt x="1443" y="1354"/>
                  </a:lnTo>
                  <a:lnTo>
                    <a:pt x="1443" y="1364"/>
                  </a:lnTo>
                  <a:lnTo>
                    <a:pt x="1482" y="1344"/>
                  </a:lnTo>
                  <a:close/>
                  <a:moveTo>
                    <a:pt x="1443" y="1349"/>
                  </a:moveTo>
                  <a:lnTo>
                    <a:pt x="1383" y="1364"/>
                  </a:lnTo>
                  <a:lnTo>
                    <a:pt x="1324" y="1384"/>
                  </a:lnTo>
                  <a:lnTo>
                    <a:pt x="1324" y="1384"/>
                  </a:lnTo>
                  <a:lnTo>
                    <a:pt x="1403" y="1364"/>
                  </a:lnTo>
                  <a:lnTo>
                    <a:pt x="1443" y="1354"/>
                  </a:lnTo>
                  <a:lnTo>
                    <a:pt x="1443" y="1354"/>
                  </a:lnTo>
                  <a:lnTo>
                    <a:pt x="1443" y="1349"/>
                  </a:lnTo>
                  <a:close/>
                  <a:moveTo>
                    <a:pt x="1798" y="1423"/>
                  </a:moveTo>
                  <a:lnTo>
                    <a:pt x="1786" y="1435"/>
                  </a:lnTo>
                  <a:lnTo>
                    <a:pt x="1786" y="1435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23"/>
                  </a:lnTo>
                  <a:close/>
                  <a:moveTo>
                    <a:pt x="1786" y="1435"/>
                  </a:moveTo>
                  <a:lnTo>
                    <a:pt x="1759" y="1443"/>
                  </a:lnTo>
                  <a:lnTo>
                    <a:pt x="1778" y="1443"/>
                  </a:lnTo>
                  <a:lnTo>
                    <a:pt x="1786" y="1435"/>
                  </a:lnTo>
                  <a:close/>
                  <a:moveTo>
                    <a:pt x="415" y="1443"/>
                  </a:moveTo>
                  <a:lnTo>
                    <a:pt x="396" y="1463"/>
                  </a:lnTo>
                  <a:lnTo>
                    <a:pt x="396" y="1463"/>
                  </a:lnTo>
                  <a:lnTo>
                    <a:pt x="455" y="1443"/>
                  </a:lnTo>
                  <a:close/>
                  <a:moveTo>
                    <a:pt x="1877" y="1443"/>
                  </a:moveTo>
                  <a:lnTo>
                    <a:pt x="1824" y="1456"/>
                  </a:lnTo>
                  <a:lnTo>
                    <a:pt x="1824" y="1456"/>
                  </a:lnTo>
                  <a:lnTo>
                    <a:pt x="1818" y="1463"/>
                  </a:lnTo>
                  <a:lnTo>
                    <a:pt x="1818" y="1463"/>
                  </a:lnTo>
                  <a:lnTo>
                    <a:pt x="1877" y="1443"/>
                  </a:lnTo>
                  <a:close/>
                  <a:moveTo>
                    <a:pt x="415" y="1463"/>
                  </a:moveTo>
                  <a:lnTo>
                    <a:pt x="415" y="1482"/>
                  </a:lnTo>
                  <a:lnTo>
                    <a:pt x="435" y="1489"/>
                  </a:lnTo>
                  <a:lnTo>
                    <a:pt x="435" y="1489"/>
                  </a:lnTo>
                  <a:lnTo>
                    <a:pt x="435" y="1482"/>
                  </a:lnTo>
                  <a:lnTo>
                    <a:pt x="435" y="1463"/>
                  </a:lnTo>
                  <a:close/>
                  <a:moveTo>
                    <a:pt x="435" y="1489"/>
                  </a:moveTo>
                  <a:lnTo>
                    <a:pt x="435" y="150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35" y="1489"/>
                  </a:lnTo>
                  <a:close/>
                  <a:moveTo>
                    <a:pt x="514" y="1640"/>
                  </a:moveTo>
                  <a:lnTo>
                    <a:pt x="475" y="1660"/>
                  </a:lnTo>
                  <a:lnTo>
                    <a:pt x="514" y="1660"/>
                  </a:lnTo>
                  <a:lnTo>
                    <a:pt x="514" y="1640"/>
                  </a:lnTo>
                  <a:close/>
                  <a:moveTo>
                    <a:pt x="1818" y="1640"/>
                  </a:moveTo>
                  <a:lnTo>
                    <a:pt x="1778" y="1660"/>
                  </a:lnTo>
                  <a:lnTo>
                    <a:pt x="1818" y="1640"/>
                  </a:lnTo>
                  <a:close/>
                  <a:moveTo>
                    <a:pt x="1620" y="1719"/>
                  </a:moveTo>
                  <a:lnTo>
                    <a:pt x="1601" y="1739"/>
                  </a:lnTo>
                  <a:lnTo>
                    <a:pt x="1601" y="1739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19"/>
                  </a:lnTo>
                  <a:close/>
                  <a:moveTo>
                    <a:pt x="1778" y="1660"/>
                  </a:moveTo>
                  <a:lnTo>
                    <a:pt x="1739" y="1680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39"/>
                  </a:lnTo>
                  <a:lnTo>
                    <a:pt x="1699" y="1700"/>
                  </a:lnTo>
                  <a:lnTo>
                    <a:pt x="1778" y="1660"/>
                  </a:lnTo>
                  <a:close/>
                  <a:moveTo>
                    <a:pt x="850" y="1846"/>
                  </a:moveTo>
                  <a:lnTo>
                    <a:pt x="771" y="1877"/>
                  </a:lnTo>
                  <a:lnTo>
                    <a:pt x="791" y="1858"/>
                  </a:lnTo>
                  <a:lnTo>
                    <a:pt x="850" y="1846"/>
                  </a:lnTo>
                  <a:close/>
                  <a:moveTo>
                    <a:pt x="1581" y="1897"/>
                  </a:moveTo>
                  <a:lnTo>
                    <a:pt x="1561" y="1907"/>
                  </a:lnTo>
                  <a:lnTo>
                    <a:pt x="1561" y="1907"/>
                  </a:lnTo>
                  <a:lnTo>
                    <a:pt x="1561" y="1917"/>
                  </a:lnTo>
                  <a:lnTo>
                    <a:pt x="1581" y="1897"/>
                  </a:lnTo>
                  <a:close/>
                  <a:moveTo>
                    <a:pt x="1660" y="1858"/>
                  </a:moveTo>
                  <a:lnTo>
                    <a:pt x="1581" y="1897"/>
                  </a:lnTo>
                  <a:lnTo>
                    <a:pt x="1601" y="1917"/>
                  </a:lnTo>
                  <a:lnTo>
                    <a:pt x="1640" y="1897"/>
                  </a:lnTo>
                  <a:lnTo>
                    <a:pt x="1660" y="1877"/>
                  </a:lnTo>
                  <a:lnTo>
                    <a:pt x="1699" y="1858"/>
                  </a:lnTo>
                  <a:close/>
                  <a:moveTo>
                    <a:pt x="1522" y="1956"/>
                  </a:moveTo>
                  <a:lnTo>
                    <a:pt x="1502" y="1976"/>
                  </a:lnTo>
                  <a:lnTo>
                    <a:pt x="1522" y="1976"/>
                  </a:lnTo>
                  <a:lnTo>
                    <a:pt x="1541" y="1956"/>
                  </a:lnTo>
                  <a:close/>
                  <a:moveTo>
                    <a:pt x="731" y="1"/>
                  </a:moveTo>
                  <a:lnTo>
                    <a:pt x="771" y="21"/>
                  </a:lnTo>
                  <a:lnTo>
                    <a:pt x="731" y="21"/>
                  </a:lnTo>
                  <a:lnTo>
                    <a:pt x="751" y="40"/>
                  </a:lnTo>
                  <a:lnTo>
                    <a:pt x="692" y="21"/>
                  </a:lnTo>
                  <a:lnTo>
                    <a:pt x="593" y="21"/>
                  </a:lnTo>
                  <a:lnTo>
                    <a:pt x="613" y="40"/>
                  </a:lnTo>
                  <a:lnTo>
                    <a:pt x="633" y="40"/>
                  </a:lnTo>
                  <a:lnTo>
                    <a:pt x="613" y="60"/>
                  </a:lnTo>
                  <a:lnTo>
                    <a:pt x="554" y="40"/>
                  </a:lnTo>
                  <a:lnTo>
                    <a:pt x="573" y="60"/>
                  </a:lnTo>
                  <a:lnTo>
                    <a:pt x="562" y="72"/>
                  </a:lnTo>
                  <a:lnTo>
                    <a:pt x="562" y="72"/>
                  </a:lnTo>
                  <a:lnTo>
                    <a:pt x="514" y="60"/>
                  </a:lnTo>
                  <a:lnTo>
                    <a:pt x="475" y="80"/>
                  </a:lnTo>
                  <a:lnTo>
                    <a:pt x="475" y="100"/>
                  </a:lnTo>
                  <a:lnTo>
                    <a:pt x="455" y="80"/>
                  </a:lnTo>
                  <a:lnTo>
                    <a:pt x="376" y="80"/>
                  </a:lnTo>
                  <a:lnTo>
                    <a:pt x="376" y="100"/>
                  </a:lnTo>
                  <a:lnTo>
                    <a:pt x="415" y="100"/>
                  </a:lnTo>
                  <a:lnTo>
                    <a:pt x="435" y="119"/>
                  </a:lnTo>
                  <a:lnTo>
                    <a:pt x="376" y="119"/>
                  </a:lnTo>
                  <a:lnTo>
                    <a:pt x="376" y="139"/>
                  </a:lnTo>
                  <a:lnTo>
                    <a:pt x="317" y="139"/>
                  </a:lnTo>
                  <a:lnTo>
                    <a:pt x="317" y="159"/>
                  </a:lnTo>
                  <a:lnTo>
                    <a:pt x="376" y="179"/>
                  </a:lnTo>
                  <a:lnTo>
                    <a:pt x="297" y="179"/>
                  </a:lnTo>
                  <a:lnTo>
                    <a:pt x="415" y="198"/>
                  </a:lnTo>
                  <a:lnTo>
                    <a:pt x="317" y="198"/>
                  </a:lnTo>
                  <a:lnTo>
                    <a:pt x="277" y="21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39" y="238"/>
                  </a:lnTo>
                  <a:lnTo>
                    <a:pt x="198" y="258"/>
                  </a:lnTo>
                  <a:lnTo>
                    <a:pt x="119" y="258"/>
                  </a:lnTo>
                  <a:lnTo>
                    <a:pt x="139" y="277"/>
                  </a:lnTo>
                  <a:lnTo>
                    <a:pt x="119" y="297"/>
                  </a:lnTo>
                  <a:lnTo>
                    <a:pt x="139" y="297"/>
                  </a:lnTo>
                  <a:lnTo>
                    <a:pt x="178" y="317"/>
                  </a:lnTo>
                  <a:lnTo>
                    <a:pt x="159" y="317"/>
                  </a:lnTo>
                  <a:lnTo>
                    <a:pt x="80" y="337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119" y="376"/>
                  </a:lnTo>
                  <a:lnTo>
                    <a:pt x="119" y="376"/>
                  </a:lnTo>
                  <a:lnTo>
                    <a:pt x="139" y="356"/>
                  </a:lnTo>
                  <a:lnTo>
                    <a:pt x="119" y="356"/>
                  </a:lnTo>
                  <a:lnTo>
                    <a:pt x="20" y="376"/>
                  </a:lnTo>
                  <a:lnTo>
                    <a:pt x="40" y="376"/>
                  </a:lnTo>
                  <a:lnTo>
                    <a:pt x="20" y="396"/>
                  </a:lnTo>
                  <a:lnTo>
                    <a:pt x="139" y="396"/>
                  </a:lnTo>
                  <a:lnTo>
                    <a:pt x="60" y="376"/>
                  </a:lnTo>
                  <a:lnTo>
                    <a:pt x="178" y="376"/>
                  </a:lnTo>
                  <a:lnTo>
                    <a:pt x="218" y="396"/>
                  </a:lnTo>
                  <a:lnTo>
                    <a:pt x="317" y="416"/>
                  </a:lnTo>
                  <a:lnTo>
                    <a:pt x="257" y="435"/>
                  </a:lnTo>
                  <a:lnTo>
                    <a:pt x="139" y="416"/>
                  </a:lnTo>
                  <a:lnTo>
                    <a:pt x="178" y="435"/>
                  </a:lnTo>
                  <a:lnTo>
                    <a:pt x="159" y="435"/>
                  </a:lnTo>
                  <a:lnTo>
                    <a:pt x="80" y="455"/>
                  </a:lnTo>
                  <a:lnTo>
                    <a:pt x="198" y="455"/>
                  </a:lnTo>
                  <a:lnTo>
                    <a:pt x="178" y="475"/>
                  </a:lnTo>
                  <a:lnTo>
                    <a:pt x="99" y="475"/>
                  </a:lnTo>
                  <a:lnTo>
                    <a:pt x="99" y="495"/>
                  </a:lnTo>
                  <a:lnTo>
                    <a:pt x="60" y="514"/>
                  </a:lnTo>
                  <a:lnTo>
                    <a:pt x="40" y="534"/>
                  </a:lnTo>
                  <a:lnTo>
                    <a:pt x="60" y="554"/>
                  </a:lnTo>
                  <a:lnTo>
                    <a:pt x="139" y="534"/>
                  </a:lnTo>
                  <a:lnTo>
                    <a:pt x="297" y="534"/>
                  </a:lnTo>
                  <a:lnTo>
                    <a:pt x="277" y="554"/>
                  </a:lnTo>
                  <a:lnTo>
                    <a:pt x="336" y="554"/>
                  </a:lnTo>
                  <a:lnTo>
                    <a:pt x="297" y="574"/>
                  </a:lnTo>
                  <a:lnTo>
                    <a:pt x="257" y="574"/>
                  </a:lnTo>
                  <a:lnTo>
                    <a:pt x="317" y="593"/>
                  </a:lnTo>
                  <a:lnTo>
                    <a:pt x="257" y="593"/>
                  </a:lnTo>
                  <a:lnTo>
                    <a:pt x="178" y="574"/>
                  </a:lnTo>
                  <a:lnTo>
                    <a:pt x="139" y="593"/>
                  </a:lnTo>
                  <a:lnTo>
                    <a:pt x="20" y="593"/>
                  </a:lnTo>
                  <a:lnTo>
                    <a:pt x="20" y="613"/>
                  </a:lnTo>
                  <a:lnTo>
                    <a:pt x="1" y="613"/>
                  </a:lnTo>
                  <a:lnTo>
                    <a:pt x="80" y="633"/>
                  </a:lnTo>
                  <a:lnTo>
                    <a:pt x="20" y="653"/>
                  </a:lnTo>
                  <a:lnTo>
                    <a:pt x="1" y="672"/>
                  </a:lnTo>
                  <a:lnTo>
                    <a:pt x="80" y="672"/>
                  </a:lnTo>
                  <a:lnTo>
                    <a:pt x="60" y="692"/>
                  </a:lnTo>
                  <a:lnTo>
                    <a:pt x="1" y="692"/>
                  </a:lnTo>
                  <a:lnTo>
                    <a:pt x="20" y="712"/>
                  </a:lnTo>
                  <a:lnTo>
                    <a:pt x="60" y="732"/>
                  </a:lnTo>
                  <a:lnTo>
                    <a:pt x="99" y="732"/>
                  </a:lnTo>
                  <a:lnTo>
                    <a:pt x="178" y="751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19" y="751"/>
                  </a:lnTo>
                  <a:lnTo>
                    <a:pt x="80" y="751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277" y="811"/>
                  </a:lnTo>
                  <a:lnTo>
                    <a:pt x="455" y="811"/>
                  </a:lnTo>
                  <a:lnTo>
                    <a:pt x="415" y="831"/>
                  </a:lnTo>
                  <a:lnTo>
                    <a:pt x="336" y="850"/>
                  </a:lnTo>
                  <a:lnTo>
                    <a:pt x="277" y="850"/>
                  </a:lnTo>
                  <a:lnTo>
                    <a:pt x="198" y="870"/>
                  </a:lnTo>
                  <a:lnTo>
                    <a:pt x="139" y="850"/>
                  </a:lnTo>
                  <a:lnTo>
                    <a:pt x="119" y="850"/>
                  </a:lnTo>
                  <a:lnTo>
                    <a:pt x="20" y="870"/>
                  </a:lnTo>
                  <a:lnTo>
                    <a:pt x="80" y="870"/>
                  </a:lnTo>
                  <a:lnTo>
                    <a:pt x="40" y="890"/>
                  </a:lnTo>
                  <a:lnTo>
                    <a:pt x="60" y="910"/>
                  </a:lnTo>
                  <a:lnTo>
                    <a:pt x="80" y="910"/>
                  </a:lnTo>
                  <a:lnTo>
                    <a:pt x="60" y="929"/>
                  </a:lnTo>
                  <a:lnTo>
                    <a:pt x="139" y="910"/>
                  </a:lnTo>
                  <a:lnTo>
                    <a:pt x="139" y="929"/>
                  </a:lnTo>
                  <a:lnTo>
                    <a:pt x="119" y="929"/>
                  </a:lnTo>
                  <a:lnTo>
                    <a:pt x="60" y="949"/>
                  </a:lnTo>
                  <a:lnTo>
                    <a:pt x="317" y="949"/>
                  </a:lnTo>
                  <a:lnTo>
                    <a:pt x="317" y="969"/>
                  </a:lnTo>
                  <a:lnTo>
                    <a:pt x="277" y="969"/>
                  </a:lnTo>
                  <a:lnTo>
                    <a:pt x="297" y="989"/>
                  </a:lnTo>
                  <a:lnTo>
                    <a:pt x="277" y="1008"/>
                  </a:lnTo>
                  <a:lnTo>
                    <a:pt x="257" y="1028"/>
                  </a:lnTo>
                  <a:lnTo>
                    <a:pt x="277" y="1028"/>
                  </a:lnTo>
                  <a:lnTo>
                    <a:pt x="178" y="1048"/>
                  </a:lnTo>
                  <a:lnTo>
                    <a:pt x="139" y="1068"/>
                  </a:lnTo>
                  <a:lnTo>
                    <a:pt x="297" y="1068"/>
                  </a:lnTo>
                  <a:lnTo>
                    <a:pt x="336" y="1048"/>
                  </a:lnTo>
                  <a:lnTo>
                    <a:pt x="396" y="1048"/>
                  </a:lnTo>
                  <a:lnTo>
                    <a:pt x="376" y="1068"/>
                  </a:lnTo>
                  <a:lnTo>
                    <a:pt x="336" y="1087"/>
                  </a:lnTo>
                  <a:lnTo>
                    <a:pt x="159" y="1068"/>
                  </a:lnTo>
                  <a:lnTo>
                    <a:pt x="139" y="1087"/>
                  </a:lnTo>
                  <a:lnTo>
                    <a:pt x="119" y="1107"/>
                  </a:lnTo>
                  <a:lnTo>
                    <a:pt x="218" y="1087"/>
                  </a:lnTo>
                  <a:lnTo>
                    <a:pt x="317" y="1107"/>
                  </a:lnTo>
                  <a:lnTo>
                    <a:pt x="396" y="1127"/>
                  </a:lnTo>
                  <a:lnTo>
                    <a:pt x="178" y="1127"/>
                  </a:lnTo>
                  <a:lnTo>
                    <a:pt x="198" y="1147"/>
                  </a:lnTo>
                  <a:lnTo>
                    <a:pt x="178" y="1147"/>
                  </a:lnTo>
                  <a:lnTo>
                    <a:pt x="178" y="1166"/>
                  </a:lnTo>
                  <a:lnTo>
                    <a:pt x="198" y="1186"/>
                  </a:lnTo>
                  <a:lnTo>
                    <a:pt x="238" y="1166"/>
                  </a:lnTo>
                  <a:lnTo>
                    <a:pt x="257" y="1166"/>
                  </a:lnTo>
                  <a:lnTo>
                    <a:pt x="238" y="1186"/>
                  </a:lnTo>
                  <a:lnTo>
                    <a:pt x="257" y="1186"/>
                  </a:lnTo>
                  <a:lnTo>
                    <a:pt x="238" y="1206"/>
                  </a:lnTo>
                  <a:lnTo>
                    <a:pt x="257" y="1206"/>
                  </a:lnTo>
                  <a:lnTo>
                    <a:pt x="257" y="1226"/>
                  </a:lnTo>
                  <a:lnTo>
                    <a:pt x="297" y="1226"/>
                  </a:lnTo>
                  <a:lnTo>
                    <a:pt x="277" y="1206"/>
                  </a:lnTo>
                  <a:lnTo>
                    <a:pt x="317" y="1206"/>
                  </a:lnTo>
                  <a:lnTo>
                    <a:pt x="356" y="1186"/>
                  </a:lnTo>
                  <a:lnTo>
                    <a:pt x="415" y="1206"/>
                  </a:lnTo>
                  <a:lnTo>
                    <a:pt x="435" y="1206"/>
                  </a:lnTo>
                  <a:lnTo>
                    <a:pt x="455" y="1226"/>
                  </a:lnTo>
                  <a:lnTo>
                    <a:pt x="475" y="1206"/>
                  </a:lnTo>
                  <a:lnTo>
                    <a:pt x="494" y="1206"/>
                  </a:lnTo>
                  <a:lnTo>
                    <a:pt x="494" y="1226"/>
                  </a:lnTo>
                  <a:lnTo>
                    <a:pt x="435" y="1245"/>
                  </a:lnTo>
                  <a:lnTo>
                    <a:pt x="455" y="1265"/>
                  </a:lnTo>
                  <a:lnTo>
                    <a:pt x="435" y="1265"/>
                  </a:lnTo>
                  <a:lnTo>
                    <a:pt x="435" y="1285"/>
                  </a:lnTo>
                  <a:lnTo>
                    <a:pt x="396" y="1285"/>
                  </a:lnTo>
                  <a:lnTo>
                    <a:pt x="336" y="1305"/>
                  </a:lnTo>
                  <a:lnTo>
                    <a:pt x="356" y="1305"/>
                  </a:lnTo>
                  <a:lnTo>
                    <a:pt x="376" y="1324"/>
                  </a:lnTo>
                  <a:lnTo>
                    <a:pt x="415" y="1324"/>
                  </a:lnTo>
                  <a:lnTo>
                    <a:pt x="475" y="1305"/>
                  </a:lnTo>
                  <a:lnTo>
                    <a:pt x="554" y="1285"/>
                  </a:lnTo>
                  <a:lnTo>
                    <a:pt x="554" y="1305"/>
                  </a:lnTo>
                  <a:lnTo>
                    <a:pt x="573" y="1305"/>
                  </a:lnTo>
                  <a:lnTo>
                    <a:pt x="554" y="1324"/>
                  </a:lnTo>
                  <a:lnTo>
                    <a:pt x="573" y="1324"/>
                  </a:lnTo>
                  <a:lnTo>
                    <a:pt x="534" y="1344"/>
                  </a:lnTo>
                  <a:lnTo>
                    <a:pt x="494" y="1364"/>
                  </a:lnTo>
                  <a:lnTo>
                    <a:pt x="494" y="1344"/>
                  </a:lnTo>
                  <a:lnTo>
                    <a:pt x="475" y="1344"/>
                  </a:lnTo>
                  <a:lnTo>
                    <a:pt x="396" y="1364"/>
                  </a:lnTo>
                  <a:lnTo>
                    <a:pt x="376" y="1364"/>
                  </a:lnTo>
                  <a:lnTo>
                    <a:pt x="317" y="1384"/>
                  </a:lnTo>
                  <a:lnTo>
                    <a:pt x="376" y="1384"/>
                  </a:lnTo>
                  <a:lnTo>
                    <a:pt x="415" y="1374"/>
                  </a:lnTo>
                  <a:lnTo>
                    <a:pt x="396" y="1384"/>
                  </a:lnTo>
                  <a:lnTo>
                    <a:pt x="455" y="1384"/>
                  </a:lnTo>
                  <a:lnTo>
                    <a:pt x="336" y="1423"/>
                  </a:lnTo>
                  <a:lnTo>
                    <a:pt x="376" y="1423"/>
                  </a:lnTo>
                  <a:lnTo>
                    <a:pt x="415" y="1403"/>
                  </a:lnTo>
                  <a:lnTo>
                    <a:pt x="415" y="1423"/>
                  </a:lnTo>
                  <a:lnTo>
                    <a:pt x="396" y="1423"/>
                  </a:lnTo>
                  <a:lnTo>
                    <a:pt x="396" y="1443"/>
                  </a:lnTo>
                  <a:lnTo>
                    <a:pt x="415" y="1443"/>
                  </a:lnTo>
                  <a:lnTo>
                    <a:pt x="475" y="1423"/>
                  </a:lnTo>
                  <a:lnTo>
                    <a:pt x="494" y="1423"/>
                  </a:lnTo>
                  <a:lnTo>
                    <a:pt x="514" y="1443"/>
                  </a:lnTo>
                  <a:lnTo>
                    <a:pt x="554" y="1463"/>
                  </a:lnTo>
                  <a:lnTo>
                    <a:pt x="514" y="148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75" y="1502"/>
                  </a:lnTo>
                  <a:lnTo>
                    <a:pt x="455" y="1522"/>
                  </a:lnTo>
                  <a:lnTo>
                    <a:pt x="396" y="1542"/>
                  </a:lnTo>
                  <a:lnTo>
                    <a:pt x="356" y="1561"/>
                  </a:lnTo>
                  <a:lnTo>
                    <a:pt x="435" y="1542"/>
                  </a:lnTo>
                  <a:lnTo>
                    <a:pt x="455" y="1542"/>
                  </a:lnTo>
                  <a:lnTo>
                    <a:pt x="455" y="1561"/>
                  </a:lnTo>
                  <a:lnTo>
                    <a:pt x="475" y="1542"/>
                  </a:lnTo>
                  <a:lnTo>
                    <a:pt x="514" y="1542"/>
                  </a:lnTo>
                  <a:lnTo>
                    <a:pt x="475" y="1561"/>
                  </a:lnTo>
                  <a:lnTo>
                    <a:pt x="435" y="1581"/>
                  </a:lnTo>
                  <a:lnTo>
                    <a:pt x="415" y="1601"/>
                  </a:lnTo>
                  <a:lnTo>
                    <a:pt x="435" y="1601"/>
                  </a:lnTo>
                  <a:lnTo>
                    <a:pt x="455" y="1581"/>
                  </a:lnTo>
                  <a:lnTo>
                    <a:pt x="554" y="1565"/>
                  </a:lnTo>
                  <a:lnTo>
                    <a:pt x="554" y="1581"/>
                  </a:lnTo>
                  <a:lnTo>
                    <a:pt x="593" y="1581"/>
                  </a:lnTo>
                  <a:lnTo>
                    <a:pt x="633" y="1561"/>
                  </a:lnTo>
                  <a:lnTo>
                    <a:pt x="613" y="1581"/>
                  </a:lnTo>
                  <a:lnTo>
                    <a:pt x="554" y="1601"/>
                  </a:lnTo>
                  <a:lnTo>
                    <a:pt x="633" y="1601"/>
                  </a:lnTo>
                  <a:lnTo>
                    <a:pt x="672" y="1581"/>
                  </a:lnTo>
                  <a:lnTo>
                    <a:pt x="731" y="1581"/>
                  </a:lnTo>
                  <a:lnTo>
                    <a:pt x="652" y="1621"/>
                  </a:lnTo>
                  <a:lnTo>
                    <a:pt x="613" y="1621"/>
                  </a:lnTo>
                  <a:lnTo>
                    <a:pt x="554" y="1660"/>
                  </a:lnTo>
                  <a:lnTo>
                    <a:pt x="534" y="1660"/>
                  </a:lnTo>
                  <a:lnTo>
                    <a:pt x="475" y="1680"/>
                  </a:lnTo>
                  <a:lnTo>
                    <a:pt x="514" y="1680"/>
                  </a:lnTo>
                  <a:lnTo>
                    <a:pt x="514" y="1700"/>
                  </a:lnTo>
                  <a:lnTo>
                    <a:pt x="554" y="1680"/>
                  </a:lnTo>
                  <a:lnTo>
                    <a:pt x="613" y="1660"/>
                  </a:lnTo>
                  <a:lnTo>
                    <a:pt x="554" y="1700"/>
                  </a:lnTo>
                  <a:lnTo>
                    <a:pt x="593" y="1700"/>
                  </a:lnTo>
                  <a:lnTo>
                    <a:pt x="672" y="1680"/>
                  </a:lnTo>
                  <a:lnTo>
                    <a:pt x="712" y="1640"/>
                  </a:lnTo>
                  <a:lnTo>
                    <a:pt x="771" y="1640"/>
                  </a:lnTo>
                  <a:lnTo>
                    <a:pt x="810" y="1621"/>
                  </a:lnTo>
                  <a:lnTo>
                    <a:pt x="850" y="1621"/>
                  </a:lnTo>
                  <a:lnTo>
                    <a:pt x="751" y="1680"/>
                  </a:lnTo>
                  <a:lnTo>
                    <a:pt x="633" y="1719"/>
                  </a:lnTo>
                  <a:lnTo>
                    <a:pt x="475" y="1759"/>
                  </a:lnTo>
                  <a:lnTo>
                    <a:pt x="514" y="1779"/>
                  </a:lnTo>
                  <a:lnTo>
                    <a:pt x="494" y="1798"/>
                  </a:lnTo>
                  <a:lnTo>
                    <a:pt x="573" y="1779"/>
                  </a:lnTo>
                  <a:lnTo>
                    <a:pt x="692" y="1739"/>
                  </a:lnTo>
                  <a:lnTo>
                    <a:pt x="672" y="1759"/>
                  </a:lnTo>
                  <a:lnTo>
                    <a:pt x="633" y="1759"/>
                  </a:lnTo>
                  <a:lnTo>
                    <a:pt x="692" y="1779"/>
                  </a:lnTo>
                  <a:lnTo>
                    <a:pt x="731" y="1779"/>
                  </a:lnTo>
                  <a:lnTo>
                    <a:pt x="791" y="1759"/>
                  </a:lnTo>
                  <a:lnTo>
                    <a:pt x="870" y="1739"/>
                  </a:lnTo>
                  <a:lnTo>
                    <a:pt x="890" y="1739"/>
                  </a:lnTo>
                  <a:lnTo>
                    <a:pt x="949" y="1719"/>
                  </a:lnTo>
                  <a:lnTo>
                    <a:pt x="949" y="1739"/>
                  </a:lnTo>
                  <a:lnTo>
                    <a:pt x="890" y="1759"/>
                  </a:lnTo>
                  <a:lnTo>
                    <a:pt x="909" y="1759"/>
                  </a:lnTo>
                  <a:lnTo>
                    <a:pt x="850" y="1779"/>
                  </a:lnTo>
                  <a:lnTo>
                    <a:pt x="810" y="1779"/>
                  </a:lnTo>
                  <a:lnTo>
                    <a:pt x="791" y="1798"/>
                  </a:lnTo>
                  <a:lnTo>
                    <a:pt x="751" y="1818"/>
                  </a:lnTo>
                  <a:lnTo>
                    <a:pt x="751" y="1818"/>
                  </a:lnTo>
                  <a:lnTo>
                    <a:pt x="810" y="1798"/>
                  </a:lnTo>
                  <a:lnTo>
                    <a:pt x="810" y="1798"/>
                  </a:lnTo>
                  <a:lnTo>
                    <a:pt x="751" y="1838"/>
                  </a:lnTo>
                  <a:lnTo>
                    <a:pt x="751" y="1858"/>
                  </a:lnTo>
                  <a:lnTo>
                    <a:pt x="751" y="1877"/>
                  </a:lnTo>
                  <a:lnTo>
                    <a:pt x="672" y="1937"/>
                  </a:lnTo>
                  <a:lnTo>
                    <a:pt x="672" y="1937"/>
                  </a:lnTo>
                  <a:lnTo>
                    <a:pt x="751" y="1917"/>
                  </a:lnTo>
                  <a:lnTo>
                    <a:pt x="791" y="1917"/>
                  </a:lnTo>
                  <a:lnTo>
                    <a:pt x="850" y="1897"/>
                  </a:lnTo>
                  <a:lnTo>
                    <a:pt x="909" y="1877"/>
                  </a:lnTo>
                  <a:lnTo>
                    <a:pt x="909" y="1858"/>
                  </a:lnTo>
                  <a:lnTo>
                    <a:pt x="870" y="1877"/>
                  </a:lnTo>
                  <a:lnTo>
                    <a:pt x="850" y="1877"/>
                  </a:lnTo>
                  <a:lnTo>
                    <a:pt x="868" y="1842"/>
                  </a:lnTo>
                  <a:lnTo>
                    <a:pt x="868" y="1842"/>
                  </a:lnTo>
                  <a:lnTo>
                    <a:pt x="890" y="1838"/>
                  </a:lnTo>
                  <a:lnTo>
                    <a:pt x="929" y="1818"/>
                  </a:lnTo>
                  <a:lnTo>
                    <a:pt x="949" y="1818"/>
                  </a:lnTo>
                  <a:lnTo>
                    <a:pt x="988" y="1798"/>
                  </a:lnTo>
                  <a:lnTo>
                    <a:pt x="988" y="1779"/>
                  </a:lnTo>
                  <a:lnTo>
                    <a:pt x="1087" y="1739"/>
                  </a:lnTo>
                  <a:lnTo>
                    <a:pt x="1225" y="1700"/>
                  </a:lnTo>
                  <a:lnTo>
                    <a:pt x="1225" y="1700"/>
                  </a:lnTo>
                  <a:lnTo>
                    <a:pt x="1166" y="1719"/>
                  </a:lnTo>
                  <a:lnTo>
                    <a:pt x="1245" y="1700"/>
                  </a:lnTo>
                  <a:lnTo>
                    <a:pt x="1146" y="1759"/>
                  </a:lnTo>
                  <a:lnTo>
                    <a:pt x="1166" y="1759"/>
                  </a:lnTo>
                  <a:lnTo>
                    <a:pt x="1166" y="1779"/>
                  </a:lnTo>
                  <a:lnTo>
                    <a:pt x="1206" y="1759"/>
                  </a:lnTo>
                  <a:lnTo>
                    <a:pt x="1186" y="1739"/>
                  </a:lnTo>
                  <a:lnTo>
                    <a:pt x="1225" y="1719"/>
                  </a:lnTo>
                  <a:lnTo>
                    <a:pt x="1225" y="1739"/>
                  </a:lnTo>
                  <a:lnTo>
                    <a:pt x="1265" y="1719"/>
                  </a:lnTo>
                  <a:lnTo>
                    <a:pt x="1344" y="1700"/>
                  </a:lnTo>
                  <a:lnTo>
                    <a:pt x="1344" y="1700"/>
                  </a:lnTo>
                  <a:lnTo>
                    <a:pt x="1324" y="1719"/>
                  </a:lnTo>
                  <a:lnTo>
                    <a:pt x="1245" y="1759"/>
                  </a:lnTo>
                  <a:lnTo>
                    <a:pt x="1107" y="1818"/>
                  </a:lnTo>
                  <a:lnTo>
                    <a:pt x="1146" y="1818"/>
                  </a:lnTo>
                  <a:lnTo>
                    <a:pt x="949" y="1877"/>
                  </a:lnTo>
                  <a:lnTo>
                    <a:pt x="929" y="1917"/>
                  </a:lnTo>
                  <a:lnTo>
                    <a:pt x="929" y="1937"/>
                  </a:lnTo>
                  <a:lnTo>
                    <a:pt x="810" y="1996"/>
                  </a:lnTo>
                  <a:lnTo>
                    <a:pt x="830" y="1996"/>
                  </a:lnTo>
                  <a:lnTo>
                    <a:pt x="830" y="2016"/>
                  </a:lnTo>
                  <a:lnTo>
                    <a:pt x="909" y="1996"/>
                  </a:lnTo>
                  <a:lnTo>
                    <a:pt x="909" y="1976"/>
                  </a:lnTo>
                  <a:lnTo>
                    <a:pt x="949" y="1956"/>
                  </a:lnTo>
                  <a:lnTo>
                    <a:pt x="1048" y="1917"/>
                  </a:lnTo>
                  <a:lnTo>
                    <a:pt x="1048" y="1897"/>
                  </a:lnTo>
                  <a:lnTo>
                    <a:pt x="1107" y="1897"/>
                  </a:lnTo>
                  <a:lnTo>
                    <a:pt x="969" y="1956"/>
                  </a:lnTo>
                  <a:lnTo>
                    <a:pt x="988" y="1956"/>
                  </a:lnTo>
                  <a:lnTo>
                    <a:pt x="969" y="1996"/>
                  </a:lnTo>
                  <a:lnTo>
                    <a:pt x="929" y="2016"/>
                  </a:lnTo>
                  <a:lnTo>
                    <a:pt x="890" y="2016"/>
                  </a:lnTo>
                  <a:lnTo>
                    <a:pt x="890" y="2035"/>
                  </a:lnTo>
                  <a:lnTo>
                    <a:pt x="870" y="2035"/>
                  </a:lnTo>
                  <a:lnTo>
                    <a:pt x="850" y="2055"/>
                  </a:lnTo>
                  <a:lnTo>
                    <a:pt x="850" y="2075"/>
                  </a:lnTo>
                  <a:lnTo>
                    <a:pt x="810" y="2095"/>
                  </a:lnTo>
                  <a:lnTo>
                    <a:pt x="909" y="2075"/>
                  </a:lnTo>
                  <a:lnTo>
                    <a:pt x="850" y="2114"/>
                  </a:lnTo>
                  <a:lnTo>
                    <a:pt x="791" y="2154"/>
                  </a:lnTo>
                  <a:lnTo>
                    <a:pt x="791" y="2154"/>
                  </a:lnTo>
                  <a:lnTo>
                    <a:pt x="870" y="2114"/>
                  </a:lnTo>
                  <a:lnTo>
                    <a:pt x="890" y="2114"/>
                  </a:lnTo>
                  <a:lnTo>
                    <a:pt x="909" y="2095"/>
                  </a:lnTo>
                  <a:lnTo>
                    <a:pt x="969" y="2075"/>
                  </a:lnTo>
                  <a:lnTo>
                    <a:pt x="1028" y="2055"/>
                  </a:lnTo>
                  <a:lnTo>
                    <a:pt x="1048" y="2055"/>
                  </a:lnTo>
                  <a:lnTo>
                    <a:pt x="890" y="2134"/>
                  </a:lnTo>
                  <a:lnTo>
                    <a:pt x="929" y="2134"/>
                  </a:lnTo>
                  <a:lnTo>
                    <a:pt x="909" y="2154"/>
                  </a:lnTo>
                  <a:lnTo>
                    <a:pt x="909" y="2154"/>
                  </a:lnTo>
                  <a:lnTo>
                    <a:pt x="969" y="2114"/>
                  </a:lnTo>
                  <a:lnTo>
                    <a:pt x="1028" y="2095"/>
                  </a:lnTo>
                  <a:lnTo>
                    <a:pt x="1067" y="2095"/>
                  </a:lnTo>
                  <a:lnTo>
                    <a:pt x="1166" y="2035"/>
                  </a:lnTo>
                  <a:lnTo>
                    <a:pt x="1146" y="2075"/>
                  </a:lnTo>
                  <a:lnTo>
                    <a:pt x="1048" y="2114"/>
                  </a:lnTo>
                  <a:lnTo>
                    <a:pt x="1067" y="2114"/>
                  </a:lnTo>
                  <a:lnTo>
                    <a:pt x="1028" y="2134"/>
                  </a:lnTo>
                  <a:lnTo>
                    <a:pt x="1048" y="2134"/>
                  </a:lnTo>
                  <a:lnTo>
                    <a:pt x="949" y="2213"/>
                  </a:lnTo>
                  <a:lnTo>
                    <a:pt x="988" y="2193"/>
                  </a:lnTo>
                  <a:lnTo>
                    <a:pt x="969" y="2213"/>
                  </a:lnTo>
                  <a:lnTo>
                    <a:pt x="988" y="2213"/>
                  </a:lnTo>
                  <a:lnTo>
                    <a:pt x="1028" y="2174"/>
                  </a:lnTo>
                  <a:lnTo>
                    <a:pt x="1048" y="2174"/>
                  </a:lnTo>
                  <a:lnTo>
                    <a:pt x="1097" y="2144"/>
                  </a:lnTo>
                  <a:lnTo>
                    <a:pt x="1097" y="2144"/>
                  </a:lnTo>
                  <a:lnTo>
                    <a:pt x="1087" y="2154"/>
                  </a:lnTo>
                  <a:lnTo>
                    <a:pt x="1206" y="2075"/>
                  </a:lnTo>
                  <a:lnTo>
                    <a:pt x="1304" y="2035"/>
                  </a:lnTo>
                  <a:lnTo>
                    <a:pt x="1285" y="2035"/>
                  </a:lnTo>
                  <a:lnTo>
                    <a:pt x="1186" y="2075"/>
                  </a:lnTo>
                  <a:lnTo>
                    <a:pt x="1146" y="2095"/>
                  </a:lnTo>
                  <a:lnTo>
                    <a:pt x="1206" y="2055"/>
                  </a:lnTo>
                  <a:lnTo>
                    <a:pt x="1225" y="2035"/>
                  </a:lnTo>
                  <a:lnTo>
                    <a:pt x="1265" y="1996"/>
                  </a:lnTo>
                  <a:lnTo>
                    <a:pt x="1186" y="2016"/>
                  </a:lnTo>
                  <a:lnTo>
                    <a:pt x="1133" y="2042"/>
                  </a:lnTo>
                  <a:lnTo>
                    <a:pt x="1133" y="2042"/>
                  </a:lnTo>
                  <a:lnTo>
                    <a:pt x="1146" y="2016"/>
                  </a:lnTo>
                  <a:lnTo>
                    <a:pt x="1186" y="2016"/>
                  </a:lnTo>
                  <a:lnTo>
                    <a:pt x="1265" y="1976"/>
                  </a:lnTo>
                  <a:lnTo>
                    <a:pt x="1383" y="1917"/>
                  </a:lnTo>
                  <a:lnTo>
                    <a:pt x="1482" y="1897"/>
                  </a:lnTo>
                  <a:lnTo>
                    <a:pt x="1541" y="1877"/>
                  </a:lnTo>
                  <a:lnTo>
                    <a:pt x="1561" y="1877"/>
                  </a:lnTo>
                  <a:lnTo>
                    <a:pt x="1601" y="1858"/>
                  </a:lnTo>
                  <a:lnTo>
                    <a:pt x="1640" y="1838"/>
                  </a:lnTo>
                  <a:lnTo>
                    <a:pt x="1640" y="1838"/>
                  </a:lnTo>
                  <a:lnTo>
                    <a:pt x="1620" y="1858"/>
                  </a:lnTo>
                  <a:lnTo>
                    <a:pt x="1601" y="1858"/>
                  </a:lnTo>
                  <a:lnTo>
                    <a:pt x="1462" y="1956"/>
                  </a:lnTo>
                  <a:lnTo>
                    <a:pt x="1324" y="2035"/>
                  </a:lnTo>
                  <a:lnTo>
                    <a:pt x="1364" y="2035"/>
                  </a:lnTo>
                  <a:lnTo>
                    <a:pt x="1186" y="2134"/>
                  </a:lnTo>
                  <a:lnTo>
                    <a:pt x="1225" y="2114"/>
                  </a:lnTo>
                  <a:lnTo>
                    <a:pt x="1285" y="2095"/>
                  </a:lnTo>
                  <a:lnTo>
                    <a:pt x="1245" y="2114"/>
                  </a:lnTo>
                  <a:lnTo>
                    <a:pt x="1225" y="2114"/>
                  </a:lnTo>
                  <a:lnTo>
                    <a:pt x="1225" y="2134"/>
                  </a:lnTo>
                  <a:lnTo>
                    <a:pt x="1245" y="2134"/>
                  </a:lnTo>
                  <a:lnTo>
                    <a:pt x="1304" y="2114"/>
                  </a:lnTo>
                  <a:lnTo>
                    <a:pt x="1285" y="2114"/>
                  </a:lnTo>
                  <a:lnTo>
                    <a:pt x="1383" y="2075"/>
                  </a:lnTo>
                  <a:lnTo>
                    <a:pt x="1364" y="2075"/>
                  </a:lnTo>
                  <a:lnTo>
                    <a:pt x="1383" y="2055"/>
                  </a:lnTo>
                  <a:lnTo>
                    <a:pt x="1364" y="2055"/>
                  </a:lnTo>
                  <a:lnTo>
                    <a:pt x="1423" y="2035"/>
                  </a:lnTo>
                  <a:lnTo>
                    <a:pt x="1522" y="1956"/>
                  </a:lnTo>
                  <a:lnTo>
                    <a:pt x="1561" y="1937"/>
                  </a:lnTo>
                  <a:lnTo>
                    <a:pt x="1541" y="1917"/>
                  </a:lnTo>
                  <a:lnTo>
                    <a:pt x="1561" y="1907"/>
                  </a:lnTo>
                  <a:lnTo>
                    <a:pt x="1561" y="1907"/>
                  </a:lnTo>
                  <a:lnTo>
                    <a:pt x="1561" y="1897"/>
                  </a:lnTo>
                  <a:lnTo>
                    <a:pt x="1680" y="1838"/>
                  </a:lnTo>
                  <a:lnTo>
                    <a:pt x="1699" y="1858"/>
                  </a:lnTo>
                  <a:lnTo>
                    <a:pt x="1739" y="1838"/>
                  </a:lnTo>
                  <a:lnTo>
                    <a:pt x="1818" y="1798"/>
                  </a:lnTo>
                  <a:lnTo>
                    <a:pt x="1877" y="1759"/>
                  </a:lnTo>
                  <a:lnTo>
                    <a:pt x="1818" y="1779"/>
                  </a:lnTo>
                  <a:lnTo>
                    <a:pt x="1857" y="1759"/>
                  </a:lnTo>
                  <a:lnTo>
                    <a:pt x="1818" y="1759"/>
                  </a:lnTo>
                  <a:lnTo>
                    <a:pt x="1778" y="1779"/>
                  </a:lnTo>
                  <a:lnTo>
                    <a:pt x="1739" y="1798"/>
                  </a:lnTo>
                  <a:lnTo>
                    <a:pt x="1640" y="1818"/>
                  </a:lnTo>
                  <a:lnTo>
                    <a:pt x="1640" y="1818"/>
                  </a:lnTo>
                  <a:lnTo>
                    <a:pt x="1778" y="1779"/>
                  </a:lnTo>
                  <a:lnTo>
                    <a:pt x="1798" y="1759"/>
                  </a:lnTo>
                  <a:lnTo>
                    <a:pt x="1778" y="1759"/>
                  </a:lnTo>
                  <a:lnTo>
                    <a:pt x="1719" y="1779"/>
                  </a:lnTo>
                  <a:lnTo>
                    <a:pt x="1739" y="1759"/>
                  </a:lnTo>
                  <a:lnTo>
                    <a:pt x="1660" y="1798"/>
                  </a:lnTo>
                  <a:lnTo>
                    <a:pt x="1601" y="1818"/>
                  </a:lnTo>
                  <a:lnTo>
                    <a:pt x="1601" y="1838"/>
                  </a:lnTo>
                  <a:lnTo>
                    <a:pt x="1620" y="1818"/>
                  </a:lnTo>
                  <a:lnTo>
                    <a:pt x="1660" y="1818"/>
                  </a:lnTo>
                  <a:lnTo>
                    <a:pt x="1581" y="1858"/>
                  </a:lnTo>
                  <a:lnTo>
                    <a:pt x="1522" y="1877"/>
                  </a:lnTo>
                  <a:lnTo>
                    <a:pt x="1581" y="1838"/>
                  </a:lnTo>
                  <a:lnTo>
                    <a:pt x="1601" y="1818"/>
                  </a:lnTo>
                  <a:lnTo>
                    <a:pt x="1581" y="1818"/>
                  </a:lnTo>
                  <a:lnTo>
                    <a:pt x="1640" y="1798"/>
                  </a:lnTo>
                  <a:lnTo>
                    <a:pt x="1660" y="1798"/>
                  </a:lnTo>
                  <a:lnTo>
                    <a:pt x="1739" y="1739"/>
                  </a:lnTo>
                  <a:lnTo>
                    <a:pt x="1680" y="1759"/>
                  </a:lnTo>
                  <a:lnTo>
                    <a:pt x="1660" y="1779"/>
                  </a:lnTo>
                  <a:lnTo>
                    <a:pt x="1680" y="1779"/>
                  </a:lnTo>
                  <a:lnTo>
                    <a:pt x="1581" y="1798"/>
                  </a:lnTo>
                  <a:lnTo>
                    <a:pt x="1541" y="1798"/>
                  </a:lnTo>
                  <a:lnTo>
                    <a:pt x="1561" y="1779"/>
                  </a:lnTo>
                  <a:lnTo>
                    <a:pt x="1482" y="1818"/>
                  </a:lnTo>
                  <a:lnTo>
                    <a:pt x="1462" y="1798"/>
                  </a:lnTo>
                  <a:lnTo>
                    <a:pt x="1522" y="1779"/>
                  </a:lnTo>
                  <a:lnTo>
                    <a:pt x="1502" y="1779"/>
                  </a:lnTo>
                  <a:lnTo>
                    <a:pt x="1403" y="1798"/>
                  </a:lnTo>
                  <a:lnTo>
                    <a:pt x="1324" y="1858"/>
                  </a:lnTo>
                  <a:lnTo>
                    <a:pt x="1285" y="1877"/>
                  </a:lnTo>
                  <a:lnTo>
                    <a:pt x="1285" y="1877"/>
                  </a:lnTo>
                  <a:lnTo>
                    <a:pt x="1304" y="1858"/>
                  </a:lnTo>
                  <a:lnTo>
                    <a:pt x="1344" y="1838"/>
                  </a:lnTo>
                  <a:lnTo>
                    <a:pt x="1344" y="1818"/>
                  </a:lnTo>
                  <a:lnTo>
                    <a:pt x="1324" y="1818"/>
                  </a:lnTo>
                  <a:lnTo>
                    <a:pt x="1462" y="1759"/>
                  </a:lnTo>
                  <a:lnTo>
                    <a:pt x="1383" y="1779"/>
                  </a:lnTo>
                  <a:lnTo>
                    <a:pt x="1383" y="1779"/>
                  </a:lnTo>
                  <a:lnTo>
                    <a:pt x="1482" y="1739"/>
                  </a:lnTo>
                  <a:lnTo>
                    <a:pt x="1522" y="1719"/>
                  </a:lnTo>
                  <a:lnTo>
                    <a:pt x="1502" y="1739"/>
                  </a:lnTo>
                  <a:lnTo>
                    <a:pt x="1541" y="1739"/>
                  </a:lnTo>
                  <a:lnTo>
                    <a:pt x="1522" y="1759"/>
                  </a:lnTo>
                  <a:lnTo>
                    <a:pt x="1581" y="1739"/>
                  </a:lnTo>
                  <a:lnTo>
                    <a:pt x="1601" y="1739"/>
                  </a:lnTo>
                  <a:lnTo>
                    <a:pt x="1660" y="1680"/>
                  </a:lnTo>
                  <a:lnTo>
                    <a:pt x="1778" y="1621"/>
                  </a:lnTo>
                  <a:lnTo>
                    <a:pt x="1818" y="1621"/>
                  </a:lnTo>
                  <a:lnTo>
                    <a:pt x="1818" y="1601"/>
                  </a:lnTo>
                  <a:lnTo>
                    <a:pt x="1620" y="1680"/>
                  </a:lnTo>
                  <a:lnTo>
                    <a:pt x="1601" y="1680"/>
                  </a:lnTo>
                  <a:lnTo>
                    <a:pt x="1601" y="1660"/>
                  </a:lnTo>
                  <a:lnTo>
                    <a:pt x="1739" y="1621"/>
                  </a:lnTo>
                  <a:lnTo>
                    <a:pt x="1699" y="1621"/>
                  </a:lnTo>
                  <a:lnTo>
                    <a:pt x="1719" y="1601"/>
                  </a:lnTo>
                  <a:lnTo>
                    <a:pt x="1719" y="1601"/>
                  </a:lnTo>
                  <a:lnTo>
                    <a:pt x="1680" y="1621"/>
                  </a:lnTo>
                  <a:lnTo>
                    <a:pt x="1699" y="1601"/>
                  </a:lnTo>
                  <a:lnTo>
                    <a:pt x="1759" y="1561"/>
                  </a:lnTo>
                  <a:lnTo>
                    <a:pt x="1778" y="1561"/>
                  </a:lnTo>
                  <a:lnTo>
                    <a:pt x="1759" y="1581"/>
                  </a:lnTo>
                  <a:lnTo>
                    <a:pt x="1778" y="1581"/>
                  </a:lnTo>
                  <a:lnTo>
                    <a:pt x="1818" y="1561"/>
                  </a:lnTo>
                  <a:lnTo>
                    <a:pt x="1857" y="1542"/>
                  </a:lnTo>
                  <a:lnTo>
                    <a:pt x="1857" y="1532"/>
                  </a:lnTo>
                  <a:lnTo>
                    <a:pt x="1857" y="1532"/>
                  </a:lnTo>
                  <a:lnTo>
                    <a:pt x="1917" y="1502"/>
                  </a:lnTo>
                  <a:lnTo>
                    <a:pt x="1897" y="1502"/>
                  </a:lnTo>
                  <a:lnTo>
                    <a:pt x="1917" y="1482"/>
                  </a:lnTo>
                  <a:lnTo>
                    <a:pt x="1936" y="1463"/>
                  </a:lnTo>
                  <a:lnTo>
                    <a:pt x="1917" y="1463"/>
                  </a:lnTo>
                  <a:lnTo>
                    <a:pt x="1857" y="1482"/>
                  </a:lnTo>
                  <a:lnTo>
                    <a:pt x="1759" y="1502"/>
                  </a:lnTo>
                  <a:lnTo>
                    <a:pt x="1857" y="1463"/>
                  </a:lnTo>
                  <a:lnTo>
                    <a:pt x="1897" y="1443"/>
                  </a:lnTo>
                  <a:lnTo>
                    <a:pt x="1798" y="1482"/>
                  </a:lnTo>
                  <a:lnTo>
                    <a:pt x="1719" y="1502"/>
                  </a:lnTo>
                  <a:lnTo>
                    <a:pt x="1719" y="1502"/>
                  </a:lnTo>
                  <a:lnTo>
                    <a:pt x="1798" y="1463"/>
                  </a:lnTo>
                  <a:lnTo>
                    <a:pt x="1824" y="1456"/>
                  </a:lnTo>
                  <a:lnTo>
                    <a:pt x="1824" y="1456"/>
                  </a:lnTo>
                  <a:lnTo>
                    <a:pt x="1838" y="1443"/>
                  </a:lnTo>
                  <a:lnTo>
                    <a:pt x="1897" y="1403"/>
                  </a:lnTo>
                  <a:lnTo>
                    <a:pt x="1897" y="1403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43"/>
                  </a:lnTo>
                  <a:lnTo>
                    <a:pt x="1719" y="1463"/>
                  </a:lnTo>
                  <a:lnTo>
                    <a:pt x="1739" y="1443"/>
                  </a:lnTo>
                  <a:lnTo>
                    <a:pt x="1778" y="1423"/>
                  </a:lnTo>
                  <a:lnTo>
                    <a:pt x="1818" y="1403"/>
                  </a:lnTo>
                  <a:lnTo>
                    <a:pt x="1818" y="1403"/>
                  </a:lnTo>
                  <a:lnTo>
                    <a:pt x="1798" y="1423"/>
                  </a:lnTo>
                  <a:lnTo>
                    <a:pt x="1877" y="1403"/>
                  </a:lnTo>
                  <a:lnTo>
                    <a:pt x="1818" y="1403"/>
                  </a:lnTo>
                  <a:lnTo>
                    <a:pt x="1818" y="1384"/>
                  </a:lnTo>
                  <a:lnTo>
                    <a:pt x="1838" y="1384"/>
                  </a:lnTo>
                  <a:lnTo>
                    <a:pt x="1838" y="1364"/>
                  </a:lnTo>
                  <a:lnTo>
                    <a:pt x="1778" y="1384"/>
                  </a:lnTo>
                  <a:lnTo>
                    <a:pt x="1699" y="1423"/>
                  </a:lnTo>
                  <a:lnTo>
                    <a:pt x="1759" y="1384"/>
                  </a:lnTo>
                  <a:lnTo>
                    <a:pt x="1778" y="1384"/>
                  </a:lnTo>
                  <a:lnTo>
                    <a:pt x="1798" y="1364"/>
                  </a:lnTo>
                  <a:lnTo>
                    <a:pt x="1778" y="1364"/>
                  </a:lnTo>
                  <a:lnTo>
                    <a:pt x="1818" y="1344"/>
                  </a:lnTo>
                  <a:lnTo>
                    <a:pt x="1759" y="1344"/>
                  </a:lnTo>
                  <a:lnTo>
                    <a:pt x="1818" y="1324"/>
                  </a:lnTo>
                  <a:lnTo>
                    <a:pt x="1680" y="1324"/>
                  </a:lnTo>
                  <a:lnTo>
                    <a:pt x="1778" y="1305"/>
                  </a:lnTo>
                  <a:lnTo>
                    <a:pt x="1818" y="1305"/>
                  </a:lnTo>
                  <a:lnTo>
                    <a:pt x="1838" y="1285"/>
                  </a:lnTo>
                  <a:lnTo>
                    <a:pt x="1818" y="1285"/>
                  </a:lnTo>
                  <a:lnTo>
                    <a:pt x="1838" y="1265"/>
                  </a:lnTo>
                  <a:lnTo>
                    <a:pt x="1719" y="1305"/>
                  </a:lnTo>
                  <a:lnTo>
                    <a:pt x="1719" y="1285"/>
                  </a:lnTo>
                  <a:lnTo>
                    <a:pt x="1699" y="1285"/>
                  </a:lnTo>
                  <a:lnTo>
                    <a:pt x="1739" y="1265"/>
                  </a:lnTo>
                  <a:lnTo>
                    <a:pt x="1680" y="1265"/>
                  </a:lnTo>
                  <a:lnTo>
                    <a:pt x="1601" y="1305"/>
                  </a:lnTo>
                  <a:lnTo>
                    <a:pt x="1601" y="1285"/>
                  </a:lnTo>
                  <a:lnTo>
                    <a:pt x="1561" y="1305"/>
                  </a:lnTo>
                  <a:lnTo>
                    <a:pt x="1581" y="1324"/>
                  </a:lnTo>
                  <a:lnTo>
                    <a:pt x="1601" y="1324"/>
                  </a:lnTo>
                  <a:lnTo>
                    <a:pt x="1561" y="1344"/>
                  </a:lnTo>
                  <a:lnTo>
                    <a:pt x="1482" y="1364"/>
                  </a:lnTo>
                  <a:lnTo>
                    <a:pt x="1443" y="1384"/>
                  </a:lnTo>
                  <a:lnTo>
                    <a:pt x="1364" y="1403"/>
                  </a:lnTo>
                  <a:lnTo>
                    <a:pt x="1324" y="1384"/>
                  </a:lnTo>
                  <a:lnTo>
                    <a:pt x="1344" y="1364"/>
                  </a:lnTo>
                  <a:lnTo>
                    <a:pt x="1364" y="1344"/>
                  </a:lnTo>
                  <a:lnTo>
                    <a:pt x="1344" y="1344"/>
                  </a:lnTo>
                  <a:lnTo>
                    <a:pt x="1403" y="1324"/>
                  </a:lnTo>
                  <a:lnTo>
                    <a:pt x="1482" y="1324"/>
                  </a:lnTo>
                  <a:lnTo>
                    <a:pt x="1601" y="1285"/>
                  </a:lnTo>
                  <a:lnTo>
                    <a:pt x="1719" y="1245"/>
                  </a:lnTo>
                  <a:lnTo>
                    <a:pt x="1699" y="1245"/>
                  </a:lnTo>
                  <a:lnTo>
                    <a:pt x="1739" y="1226"/>
                  </a:lnTo>
                  <a:lnTo>
                    <a:pt x="1660" y="1226"/>
                  </a:lnTo>
                  <a:lnTo>
                    <a:pt x="1719" y="1206"/>
                  </a:lnTo>
                  <a:lnTo>
                    <a:pt x="1699" y="1186"/>
                  </a:lnTo>
                  <a:lnTo>
                    <a:pt x="1660" y="1186"/>
                  </a:lnTo>
                  <a:lnTo>
                    <a:pt x="1719" y="1166"/>
                  </a:lnTo>
                  <a:lnTo>
                    <a:pt x="1719" y="1147"/>
                  </a:lnTo>
                  <a:lnTo>
                    <a:pt x="1601" y="1147"/>
                  </a:lnTo>
                  <a:lnTo>
                    <a:pt x="1601" y="1127"/>
                  </a:lnTo>
                  <a:lnTo>
                    <a:pt x="1620" y="1127"/>
                  </a:lnTo>
                  <a:lnTo>
                    <a:pt x="1660" y="1107"/>
                  </a:lnTo>
                  <a:lnTo>
                    <a:pt x="1620" y="1107"/>
                  </a:lnTo>
                  <a:lnTo>
                    <a:pt x="1680" y="1068"/>
                  </a:lnTo>
                  <a:lnTo>
                    <a:pt x="1620" y="1068"/>
                  </a:lnTo>
                  <a:lnTo>
                    <a:pt x="1541" y="1087"/>
                  </a:lnTo>
                  <a:lnTo>
                    <a:pt x="1541" y="1087"/>
                  </a:lnTo>
                  <a:lnTo>
                    <a:pt x="1660" y="1048"/>
                  </a:lnTo>
                  <a:lnTo>
                    <a:pt x="1601" y="1028"/>
                  </a:lnTo>
                  <a:lnTo>
                    <a:pt x="1561" y="989"/>
                  </a:lnTo>
                  <a:lnTo>
                    <a:pt x="1581" y="989"/>
                  </a:lnTo>
                  <a:lnTo>
                    <a:pt x="1561" y="969"/>
                  </a:lnTo>
                  <a:lnTo>
                    <a:pt x="1522" y="949"/>
                  </a:lnTo>
                  <a:lnTo>
                    <a:pt x="1482" y="949"/>
                  </a:lnTo>
                  <a:lnTo>
                    <a:pt x="1482" y="929"/>
                  </a:lnTo>
                  <a:lnTo>
                    <a:pt x="1383" y="929"/>
                  </a:lnTo>
                  <a:lnTo>
                    <a:pt x="1265" y="969"/>
                  </a:lnTo>
                  <a:lnTo>
                    <a:pt x="1245" y="949"/>
                  </a:lnTo>
                  <a:lnTo>
                    <a:pt x="1285" y="949"/>
                  </a:lnTo>
                  <a:lnTo>
                    <a:pt x="1344" y="929"/>
                  </a:lnTo>
                  <a:lnTo>
                    <a:pt x="1423" y="910"/>
                  </a:lnTo>
                  <a:lnTo>
                    <a:pt x="1443" y="910"/>
                  </a:lnTo>
                  <a:lnTo>
                    <a:pt x="1443" y="890"/>
                  </a:lnTo>
                  <a:lnTo>
                    <a:pt x="1462" y="870"/>
                  </a:lnTo>
                  <a:lnTo>
                    <a:pt x="1482" y="870"/>
                  </a:lnTo>
                  <a:lnTo>
                    <a:pt x="1482" y="890"/>
                  </a:lnTo>
                  <a:lnTo>
                    <a:pt x="1561" y="890"/>
                  </a:lnTo>
                  <a:lnTo>
                    <a:pt x="1522" y="870"/>
                  </a:lnTo>
                  <a:lnTo>
                    <a:pt x="1522" y="850"/>
                  </a:lnTo>
                  <a:lnTo>
                    <a:pt x="1423" y="850"/>
                  </a:lnTo>
                  <a:lnTo>
                    <a:pt x="1403" y="831"/>
                  </a:lnTo>
                  <a:lnTo>
                    <a:pt x="1482" y="811"/>
                  </a:lnTo>
                  <a:lnTo>
                    <a:pt x="1443" y="811"/>
                  </a:lnTo>
                  <a:lnTo>
                    <a:pt x="1423" y="791"/>
                  </a:lnTo>
                  <a:lnTo>
                    <a:pt x="1482" y="791"/>
                  </a:lnTo>
                  <a:lnTo>
                    <a:pt x="1482" y="771"/>
                  </a:lnTo>
                  <a:lnTo>
                    <a:pt x="1482" y="751"/>
                  </a:lnTo>
                  <a:lnTo>
                    <a:pt x="1522" y="751"/>
                  </a:lnTo>
                  <a:lnTo>
                    <a:pt x="1482" y="732"/>
                  </a:lnTo>
                  <a:lnTo>
                    <a:pt x="1403" y="712"/>
                  </a:lnTo>
                  <a:lnTo>
                    <a:pt x="1423" y="712"/>
                  </a:lnTo>
                  <a:lnTo>
                    <a:pt x="1423" y="692"/>
                  </a:lnTo>
                  <a:lnTo>
                    <a:pt x="1462" y="692"/>
                  </a:lnTo>
                  <a:lnTo>
                    <a:pt x="1443" y="672"/>
                  </a:lnTo>
                  <a:lnTo>
                    <a:pt x="1482" y="672"/>
                  </a:lnTo>
                  <a:lnTo>
                    <a:pt x="1462" y="653"/>
                  </a:lnTo>
                  <a:lnTo>
                    <a:pt x="1423" y="653"/>
                  </a:lnTo>
                  <a:lnTo>
                    <a:pt x="1324" y="633"/>
                  </a:lnTo>
                  <a:lnTo>
                    <a:pt x="1344" y="633"/>
                  </a:lnTo>
                  <a:lnTo>
                    <a:pt x="1324" y="613"/>
                  </a:lnTo>
                  <a:lnTo>
                    <a:pt x="1225" y="613"/>
                  </a:lnTo>
                  <a:lnTo>
                    <a:pt x="1265" y="593"/>
                  </a:lnTo>
                  <a:lnTo>
                    <a:pt x="1324" y="593"/>
                  </a:lnTo>
                  <a:lnTo>
                    <a:pt x="1324" y="613"/>
                  </a:lnTo>
                  <a:lnTo>
                    <a:pt x="1403" y="593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23" y="534"/>
                  </a:lnTo>
                  <a:lnTo>
                    <a:pt x="1403" y="514"/>
                  </a:lnTo>
                  <a:lnTo>
                    <a:pt x="1383" y="514"/>
                  </a:lnTo>
                  <a:lnTo>
                    <a:pt x="1443" y="495"/>
                  </a:lnTo>
                  <a:lnTo>
                    <a:pt x="1443" y="475"/>
                  </a:lnTo>
                  <a:lnTo>
                    <a:pt x="1443" y="455"/>
                  </a:lnTo>
                  <a:lnTo>
                    <a:pt x="1423" y="435"/>
                  </a:lnTo>
                  <a:lnTo>
                    <a:pt x="1383" y="435"/>
                  </a:lnTo>
                  <a:lnTo>
                    <a:pt x="1443" y="416"/>
                  </a:lnTo>
                  <a:lnTo>
                    <a:pt x="1344" y="416"/>
                  </a:lnTo>
                  <a:lnTo>
                    <a:pt x="1304" y="376"/>
                  </a:lnTo>
                  <a:lnTo>
                    <a:pt x="1265" y="356"/>
                  </a:lnTo>
                  <a:lnTo>
                    <a:pt x="1146" y="337"/>
                  </a:lnTo>
                  <a:lnTo>
                    <a:pt x="1206" y="337"/>
                  </a:lnTo>
                  <a:lnTo>
                    <a:pt x="1265" y="356"/>
                  </a:lnTo>
                  <a:lnTo>
                    <a:pt x="1225" y="337"/>
                  </a:lnTo>
                  <a:lnTo>
                    <a:pt x="1285" y="337"/>
                  </a:lnTo>
                  <a:lnTo>
                    <a:pt x="1304" y="317"/>
                  </a:lnTo>
                  <a:lnTo>
                    <a:pt x="1206" y="317"/>
                  </a:lnTo>
                  <a:lnTo>
                    <a:pt x="1146" y="297"/>
                  </a:lnTo>
                  <a:lnTo>
                    <a:pt x="1107" y="297"/>
                  </a:lnTo>
                  <a:lnTo>
                    <a:pt x="1107" y="277"/>
                  </a:lnTo>
                  <a:lnTo>
                    <a:pt x="1107" y="277"/>
                  </a:lnTo>
                  <a:lnTo>
                    <a:pt x="1067" y="238"/>
                  </a:lnTo>
                  <a:lnTo>
                    <a:pt x="1048" y="198"/>
                  </a:lnTo>
                  <a:lnTo>
                    <a:pt x="1048" y="159"/>
                  </a:lnTo>
                  <a:lnTo>
                    <a:pt x="1067" y="139"/>
                  </a:lnTo>
                  <a:lnTo>
                    <a:pt x="1107" y="139"/>
                  </a:lnTo>
                  <a:lnTo>
                    <a:pt x="1127" y="119"/>
                  </a:lnTo>
                  <a:lnTo>
                    <a:pt x="1107" y="100"/>
                  </a:lnTo>
                  <a:lnTo>
                    <a:pt x="1206" y="100"/>
                  </a:lnTo>
                  <a:lnTo>
                    <a:pt x="1225" y="80"/>
                  </a:lnTo>
                  <a:lnTo>
                    <a:pt x="1344" y="80"/>
                  </a:lnTo>
                  <a:lnTo>
                    <a:pt x="1265" y="60"/>
                  </a:lnTo>
                  <a:lnTo>
                    <a:pt x="1225" y="40"/>
                  </a:lnTo>
                  <a:lnTo>
                    <a:pt x="1206" y="40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20"/>
            <p:cNvSpPr/>
            <p:nvPr/>
          </p:nvSpPr>
          <p:spPr>
            <a:xfrm>
              <a:off x="-1397075" y="40990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0" y="0"/>
                  </a:moveTo>
                  <a:lnTo>
                    <a:pt x="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20"/>
            <p:cNvSpPr/>
            <p:nvPr/>
          </p:nvSpPr>
          <p:spPr>
            <a:xfrm>
              <a:off x="-1430175" y="40822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20"/>
            <p:cNvSpPr/>
            <p:nvPr/>
          </p:nvSpPr>
          <p:spPr>
            <a:xfrm>
              <a:off x="-1409425" y="4106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20"/>
            <p:cNvSpPr/>
            <p:nvPr/>
          </p:nvSpPr>
          <p:spPr>
            <a:xfrm>
              <a:off x="-1243500" y="413657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20"/>
            <p:cNvSpPr/>
            <p:nvPr/>
          </p:nvSpPr>
          <p:spPr>
            <a:xfrm>
              <a:off x="-1245000" y="4137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20"/>
            <p:cNvSpPr/>
            <p:nvPr/>
          </p:nvSpPr>
          <p:spPr>
            <a:xfrm>
              <a:off x="-1295850" y="4123725"/>
              <a:ext cx="53850" cy="43975"/>
            </a:xfrm>
            <a:custGeom>
              <a:rect b="b" l="l" r="r" t="t"/>
              <a:pathLst>
                <a:path extrusionOk="0" h="1759" w="2154">
                  <a:moveTo>
                    <a:pt x="1699" y="100"/>
                  </a:moveTo>
                  <a:lnTo>
                    <a:pt x="1699" y="139"/>
                  </a:lnTo>
                  <a:lnTo>
                    <a:pt x="1709" y="100"/>
                  </a:lnTo>
                  <a:close/>
                  <a:moveTo>
                    <a:pt x="1976" y="179"/>
                  </a:moveTo>
                  <a:lnTo>
                    <a:pt x="1956" y="278"/>
                  </a:lnTo>
                  <a:lnTo>
                    <a:pt x="1943" y="370"/>
                  </a:lnTo>
                  <a:lnTo>
                    <a:pt x="1956" y="317"/>
                  </a:lnTo>
                  <a:lnTo>
                    <a:pt x="1976" y="179"/>
                  </a:lnTo>
                  <a:close/>
                  <a:moveTo>
                    <a:pt x="1943" y="370"/>
                  </a:moveTo>
                  <a:lnTo>
                    <a:pt x="1936" y="396"/>
                  </a:lnTo>
                  <a:lnTo>
                    <a:pt x="1936" y="416"/>
                  </a:lnTo>
                  <a:lnTo>
                    <a:pt x="1943" y="370"/>
                  </a:lnTo>
                  <a:close/>
                  <a:moveTo>
                    <a:pt x="2045" y="455"/>
                  </a:moveTo>
                  <a:lnTo>
                    <a:pt x="2035" y="475"/>
                  </a:lnTo>
                  <a:lnTo>
                    <a:pt x="2035" y="495"/>
                  </a:lnTo>
                  <a:lnTo>
                    <a:pt x="2045" y="455"/>
                  </a:lnTo>
                  <a:close/>
                  <a:moveTo>
                    <a:pt x="2035" y="495"/>
                  </a:moveTo>
                  <a:lnTo>
                    <a:pt x="2022" y="534"/>
                  </a:lnTo>
                  <a:lnTo>
                    <a:pt x="2035" y="534"/>
                  </a:lnTo>
                  <a:lnTo>
                    <a:pt x="2035" y="495"/>
                  </a:lnTo>
                  <a:close/>
                  <a:moveTo>
                    <a:pt x="2134" y="198"/>
                  </a:moveTo>
                  <a:lnTo>
                    <a:pt x="2114" y="258"/>
                  </a:lnTo>
                  <a:lnTo>
                    <a:pt x="2114" y="238"/>
                  </a:lnTo>
                  <a:lnTo>
                    <a:pt x="2114" y="218"/>
                  </a:lnTo>
                  <a:lnTo>
                    <a:pt x="2094" y="258"/>
                  </a:lnTo>
                  <a:lnTo>
                    <a:pt x="2094" y="297"/>
                  </a:lnTo>
                  <a:lnTo>
                    <a:pt x="2074" y="337"/>
                  </a:lnTo>
                  <a:lnTo>
                    <a:pt x="2074" y="297"/>
                  </a:lnTo>
                  <a:lnTo>
                    <a:pt x="2074" y="278"/>
                  </a:lnTo>
                  <a:lnTo>
                    <a:pt x="2055" y="337"/>
                  </a:lnTo>
                  <a:lnTo>
                    <a:pt x="2055" y="317"/>
                  </a:lnTo>
                  <a:lnTo>
                    <a:pt x="2035" y="396"/>
                  </a:lnTo>
                  <a:lnTo>
                    <a:pt x="2015" y="455"/>
                  </a:lnTo>
                  <a:lnTo>
                    <a:pt x="2035" y="475"/>
                  </a:lnTo>
                  <a:lnTo>
                    <a:pt x="2035" y="455"/>
                  </a:lnTo>
                  <a:lnTo>
                    <a:pt x="2055" y="416"/>
                  </a:lnTo>
                  <a:lnTo>
                    <a:pt x="2045" y="455"/>
                  </a:lnTo>
                  <a:lnTo>
                    <a:pt x="2055" y="436"/>
                  </a:lnTo>
                  <a:lnTo>
                    <a:pt x="2055" y="475"/>
                  </a:lnTo>
                  <a:lnTo>
                    <a:pt x="2055" y="653"/>
                  </a:lnTo>
                  <a:lnTo>
                    <a:pt x="2035" y="811"/>
                  </a:lnTo>
                  <a:lnTo>
                    <a:pt x="2055" y="791"/>
                  </a:lnTo>
                  <a:lnTo>
                    <a:pt x="2042" y="923"/>
                  </a:lnTo>
                  <a:lnTo>
                    <a:pt x="2042" y="923"/>
                  </a:lnTo>
                  <a:lnTo>
                    <a:pt x="2055" y="870"/>
                  </a:lnTo>
                  <a:lnTo>
                    <a:pt x="2055" y="910"/>
                  </a:lnTo>
                  <a:lnTo>
                    <a:pt x="2055" y="929"/>
                  </a:lnTo>
                  <a:lnTo>
                    <a:pt x="2074" y="870"/>
                  </a:lnTo>
                  <a:lnTo>
                    <a:pt x="2074" y="890"/>
                  </a:lnTo>
                  <a:lnTo>
                    <a:pt x="2094" y="791"/>
                  </a:lnTo>
                  <a:lnTo>
                    <a:pt x="2094" y="771"/>
                  </a:lnTo>
                  <a:lnTo>
                    <a:pt x="2074" y="791"/>
                  </a:lnTo>
                  <a:lnTo>
                    <a:pt x="2094" y="732"/>
                  </a:lnTo>
                  <a:lnTo>
                    <a:pt x="2094" y="613"/>
                  </a:lnTo>
                  <a:lnTo>
                    <a:pt x="2094" y="594"/>
                  </a:lnTo>
                  <a:lnTo>
                    <a:pt x="2094" y="574"/>
                  </a:lnTo>
                  <a:lnTo>
                    <a:pt x="2074" y="613"/>
                  </a:lnTo>
                  <a:lnTo>
                    <a:pt x="2074" y="574"/>
                  </a:lnTo>
                  <a:lnTo>
                    <a:pt x="2074" y="554"/>
                  </a:lnTo>
                  <a:lnTo>
                    <a:pt x="2074" y="534"/>
                  </a:lnTo>
                  <a:lnTo>
                    <a:pt x="2094" y="416"/>
                  </a:lnTo>
                  <a:lnTo>
                    <a:pt x="2114" y="396"/>
                  </a:lnTo>
                  <a:lnTo>
                    <a:pt x="2094" y="436"/>
                  </a:lnTo>
                  <a:lnTo>
                    <a:pt x="2094" y="515"/>
                  </a:lnTo>
                  <a:lnTo>
                    <a:pt x="2114" y="475"/>
                  </a:lnTo>
                  <a:lnTo>
                    <a:pt x="2114" y="455"/>
                  </a:lnTo>
                  <a:lnTo>
                    <a:pt x="2134" y="376"/>
                  </a:lnTo>
                  <a:lnTo>
                    <a:pt x="2134" y="357"/>
                  </a:lnTo>
                  <a:lnTo>
                    <a:pt x="2153" y="278"/>
                  </a:lnTo>
                  <a:lnTo>
                    <a:pt x="2153" y="198"/>
                  </a:lnTo>
                  <a:lnTo>
                    <a:pt x="2134" y="278"/>
                  </a:lnTo>
                  <a:lnTo>
                    <a:pt x="2134" y="258"/>
                  </a:lnTo>
                  <a:lnTo>
                    <a:pt x="2134" y="198"/>
                  </a:lnTo>
                  <a:close/>
                  <a:moveTo>
                    <a:pt x="1815" y="935"/>
                  </a:moveTo>
                  <a:lnTo>
                    <a:pt x="1810" y="981"/>
                  </a:lnTo>
                  <a:lnTo>
                    <a:pt x="1798" y="969"/>
                  </a:lnTo>
                  <a:lnTo>
                    <a:pt x="1815" y="935"/>
                  </a:lnTo>
                  <a:close/>
                  <a:moveTo>
                    <a:pt x="2042" y="923"/>
                  </a:moveTo>
                  <a:lnTo>
                    <a:pt x="2035" y="949"/>
                  </a:lnTo>
                  <a:lnTo>
                    <a:pt x="2035" y="989"/>
                  </a:lnTo>
                  <a:lnTo>
                    <a:pt x="2042" y="923"/>
                  </a:lnTo>
                  <a:close/>
                  <a:moveTo>
                    <a:pt x="1947" y="898"/>
                  </a:moveTo>
                  <a:lnTo>
                    <a:pt x="1936" y="989"/>
                  </a:lnTo>
                  <a:lnTo>
                    <a:pt x="1936" y="949"/>
                  </a:lnTo>
                  <a:lnTo>
                    <a:pt x="1936" y="910"/>
                  </a:lnTo>
                  <a:lnTo>
                    <a:pt x="1947" y="898"/>
                  </a:lnTo>
                  <a:close/>
                  <a:moveTo>
                    <a:pt x="2035" y="989"/>
                  </a:moveTo>
                  <a:lnTo>
                    <a:pt x="2035" y="989"/>
                  </a:lnTo>
                  <a:lnTo>
                    <a:pt x="2035" y="989"/>
                  </a:lnTo>
                  <a:close/>
                  <a:moveTo>
                    <a:pt x="1995" y="989"/>
                  </a:moveTo>
                  <a:lnTo>
                    <a:pt x="1988" y="1044"/>
                  </a:lnTo>
                  <a:lnTo>
                    <a:pt x="1995" y="1028"/>
                  </a:lnTo>
                  <a:lnTo>
                    <a:pt x="1995" y="989"/>
                  </a:lnTo>
                  <a:close/>
                  <a:moveTo>
                    <a:pt x="1620" y="1127"/>
                  </a:moveTo>
                  <a:lnTo>
                    <a:pt x="1620" y="114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20" y="1127"/>
                  </a:lnTo>
                  <a:close/>
                  <a:moveTo>
                    <a:pt x="1818" y="1127"/>
                  </a:moveTo>
                  <a:lnTo>
                    <a:pt x="1808" y="1137"/>
                  </a:lnTo>
                  <a:lnTo>
                    <a:pt x="1818" y="1147"/>
                  </a:lnTo>
                  <a:lnTo>
                    <a:pt x="1818" y="1127"/>
                  </a:lnTo>
                  <a:close/>
                  <a:moveTo>
                    <a:pt x="1995" y="1166"/>
                  </a:moveTo>
                  <a:lnTo>
                    <a:pt x="1976" y="1186"/>
                  </a:lnTo>
                  <a:lnTo>
                    <a:pt x="1976" y="1206"/>
                  </a:lnTo>
                  <a:lnTo>
                    <a:pt x="1995" y="1166"/>
                  </a:lnTo>
                  <a:close/>
                  <a:moveTo>
                    <a:pt x="1857" y="1226"/>
                  </a:moveTo>
                  <a:lnTo>
                    <a:pt x="1857" y="1226"/>
                  </a:lnTo>
                  <a:lnTo>
                    <a:pt x="1857" y="1226"/>
                  </a:lnTo>
                  <a:close/>
                  <a:moveTo>
                    <a:pt x="1719" y="1087"/>
                  </a:moveTo>
                  <a:lnTo>
                    <a:pt x="1699" y="1107"/>
                  </a:lnTo>
                  <a:lnTo>
                    <a:pt x="1679" y="1226"/>
                  </a:lnTo>
                  <a:lnTo>
                    <a:pt x="1679" y="1324"/>
                  </a:lnTo>
                  <a:lnTo>
                    <a:pt x="1699" y="1245"/>
                  </a:lnTo>
                  <a:lnTo>
                    <a:pt x="1719" y="1206"/>
                  </a:lnTo>
                  <a:lnTo>
                    <a:pt x="1719" y="1087"/>
                  </a:lnTo>
                  <a:close/>
                  <a:moveTo>
                    <a:pt x="1482" y="1344"/>
                  </a:moveTo>
                  <a:lnTo>
                    <a:pt x="1482" y="1344"/>
                  </a:lnTo>
                  <a:lnTo>
                    <a:pt x="1482" y="1344"/>
                  </a:lnTo>
                  <a:close/>
                  <a:moveTo>
                    <a:pt x="277" y="1285"/>
                  </a:moveTo>
                  <a:lnTo>
                    <a:pt x="277" y="1305"/>
                  </a:lnTo>
                  <a:lnTo>
                    <a:pt x="277" y="1324"/>
                  </a:lnTo>
                  <a:lnTo>
                    <a:pt x="297" y="1384"/>
                  </a:lnTo>
                  <a:lnTo>
                    <a:pt x="277" y="1285"/>
                  </a:lnTo>
                  <a:close/>
                  <a:moveTo>
                    <a:pt x="1344" y="1364"/>
                  </a:moveTo>
                  <a:lnTo>
                    <a:pt x="1330" y="1403"/>
                  </a:lnTo>
                  <a:lnTo>
                    <a:pt x="1344" y="1403"/>
                  </a:lnTo>
                  <a:lnTo>
                    <a:pt x="1344" y="1364"/>
                  </a:lnTo>
                  <a:close/>
                  <a:moveTo>
                    <a:pt x="1442" y="1364"/>
                  </a:moveTo>
                  <a:lnTo>
                    <a:pt x="1462" y="1403"/>
                  </a:lnTo>
                  <a:lnTo>
                    <a:pt x="1462" y="1384"/>
                  </a:lnTo>
                  <a:lnTo>
                    <a:pt x="1442" y="1364"/>
                  </a:lnTo>
                  <a:close/>
                  <a:moveTo>
                    <a:pt x="1304" y="1403"/>
                  </a:moveTo>
                  <a:lnTo>
                    <a:pt x="1324" y="1423"/>
                  </a:lnTo>
                  <a:lnTo>
                    <a:pt x="1330" y="1403"/>
                  </a:lnTo>
                  <a:close/>
                  <a:moveTo>
                    <a:pt x="1482" y="1344"/>
                  </a:moveTo>
                  <a:lnTo>
                    <a:pt x="1462" y="1423"/>
                  </a:lnTo>
                  <a:lnTo>
                    <a:pt x="1482" y="1403"/>
                  </a:lnTo>
                  <a:lnTo>
                    <a:pt x="1482" y="1384"/>
                  </a:lnTo>
                  <a:lnTo>
                    <a:pt x="1482" y="1344"/>
                  </a:lnTo>
                  <a:close/>
                  <a:moveTo>
                    <a:pt x="1265" y="1443"/>
                  </a:moveTo>
                  <a:lnTo>
                    <a:pt x="1265" y="1463"/>
                  </a:lnTo>
                  <a:lnTo>
                    <a:pt x="1284" y="1482"/>
                  </a:lnTo>
                  <a:lnTo>
                    <a:pt x="1265" y="1443"/>
                  </a:lnTo>
                  <a:close/>
                  <a:moveTo>
                    <a:pt x="988" y="1522"/>
                  </a:moveTo>
                  <a:lnTo>
                    <a:pt x="968" y="1542"/>
                  </a:lnTo>
                  <a:lnTo>
                    <a:pt x="988" y="1561"/>
                  </a:lnTo>
                  <a:lnTo>
                    <a:pt x="988" y="1542"/>
                  </a:lnTo>
                  <a:lnTo>
                    <a:pt x="988" y="1522"/>
                  </a:lnTo>
                  <a:close/>
                  <a:moveTo>
                    <a:pt x="1166" y="1423"/>
                  </a:moveTo>
                  <a:lnTo>
                    <a:pt x="1146" y="1443"/>
                  </a:lnTo>
                  <a:lnTo>
                    <a:pt x="1146" y="1482"/>
                  </a:lnTo>
                  <a:lnTo>
                    <a:pt x="1166" y="1581"/>
                  </a:lnTo>
                  <a:lnTo>
                    <a:pt x="1186" y="1601"/>
                  </a:lnTo>
                  <a:lnTo>
                    <a:pt x="1186" y="1601"/>
                  </a:lnTo>
                  <a:lnTo>
                    <a:pt x="1166" y="1561"/>
                  </a:lnTo>
                  <a:lnTo>
                    <a:pt x="1166" y="1522"/>
                  </a:lnTo>
                  <a:lnTo>
                    <a:pt x="1186" y="1542"/>
                  </a:lnTo>
                  <a:lnTo>
                    <a:pt x="1166" y="1443"/>
                  </a:lnTo>
                  <a:lnTo>
                    <a:pt x="1166" y="1423"/>
                  </a:lnTo>
                  <a:close/>
                  <a:moveTo>
                    <a:pt x="949" y="1423"/>
                  </a:moveTo>
                  <a:lnTo>
                    <a:pt x="968" y="1443"/>
                  </a:lnTo>
                  <a:lnTo>
                    <a:pt x="968" y="1463"/>
                  </a:lnTo>
                  <a:lnTo>
                    <a:pt x="988" y="1522"/>
                  </a:lnTo>
                  <a:lnTo>
                    <a:pt x="988" y="1463"/>
                  </a:lnTo>
                  <a:lnTo>
                    <a:pt x="1008" y="1502"/>
                  </a:lnTo>
                  <a:lnTo>
                    <a:pt x="1008" y="1621"/>
                  </a:lnTo>
                  <a:lnTo>
                    <a:pt x="988" y="1561"/>
                  </a:lnTo>
                  <a:lnTo>
                    <a:pt x="988" y="1561"/>
                  </a:lnTo>
                  <a:lnTo>
                    <a:pt x="1008" y="1640"/>
                  </a:lnTo>
                  <a:lnTo>
                    <a:pt x="988" y="1621"/>
                  </a:lnTo>
                  <a:lnTo>
                    <a:pt x="968" y="1621"/>
                  </a:lnTo>
                  <a:lnTo>
                    <a:pt x="968" y="1640"/>
                  </a:lnTo>
                  <a:lnTo>
                    <a:pt x="949" y="1463"/>
                  </a:lnTo>
                  <a:lnTo>
                    <a:pt x="949" y="1423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1521" y="1"/>
                  </a:moveTo>
                  <a:lnTo>
                    <a:pt x="1502" y="40"/>
                  </a:lnTo>
                  <a:lnTo>
                    <a:pt x="1482" y="119"/>
                  </a:lnTo>
                  <a:lnTo>
                    <a:pt x="1462" y="119"/>
                  </a:lnTo>
                  <a:lnTo>
                    <a:pt x="1462" y="80"/>
                  </a:lnTo>
                  <a:lnTo>
                    <a:pt x="1442" y="139"/>
                  </a:lnTo>
                  <a:lnTo>
                    <a:pt x="1442" y="218"/>
                  </a:lnTo>
                  <a:lnTo>
                    <a:pt x="1462" y="278"/>
                  </a:lnTo>
                  <a:lnTo>
                    <a:pt x="1462" y="238"/>
                  </a:lnTo>
                  <a:lnTo>
                    <a:pt x="1482" y="218"/>
                  </a:lnTo>
                  <a:lnTo>
                    <a:pt x="1482" y="278"/>
                  </a:lnTo>
                  <a:lnTo>
                    <a:pt x="1482" y="357"/>
                  </a:lnTo>
                  <a:lnTo>
                    <a:pt x="1482" y="396"/>
                  </a:lnTo>
                  <a:lnTo>
                    <a:pt x="1482" y="495"/>
                  </a:lnTo>
                  <a:lnTo>
                    <a:pt x="1462" y="515"/>
                  </a:lnTo>
                  <a:lnTo>
                    <a:pt x="1462" y="436"/>
                  </a:lnTo>
                  <a:lnTo>
                    <a:pt x="1462" y="396"/>
                  </a:lnTo>
                  <a:lnTo>
                    <a:pt x="1462" y="297"/>
                  </a:lnTo>
                  <a:lnTo>
                    <a:pt x="1442" y="376"/>
                  </a:lnTo>
                  <a:lnTo>
                    <a:pt x="1442" y="436"/>
                  </a:lnTo>
                  <a:lnTo>
                    <a:pt x="1423" y="436"/>
                  </a:lnTo>
                  <a:lnTo>
                    <a:pt x="1423" y="455"/>
                  </a:lnTo>
                  <a:lnTo>
                    <a:pt x="1423" y="495"/>
                  </a:lnTo>
                  <a:lnTo>
                    <a:pt x="1403" y="416"/>
                  </a:lnTo>
                  <a:lnTo>
                    <a:pt x="1423" y="436"/>
                  </a:lnTo>
                  <a:lnTo>
                    <a:pt x="1423" y="396"/>
                  </a:lnTo>
                  <a:lnTo>
                    <a:pt x="1423" y="357"/>
                  </a:lnTo>
                  <a:lnTo>
                    <a:pt x="1423" y="297"/>
                  </a:lnTo>
                  <a:lnTo>
                    <a:pt x="1423" y="218"/>
                  </a:lnTo>
                  <a:lnTo>
                    <a:pt x="1442" y="100"/>
                  </a:lnTo>
                  <a:lnTo>
                    <a:pt x="1423" y="100"/>
                  </a:lnTo>
                  <a:lnTo>
                    <a:pt x="1423" y="60"/>
                  </a:lnTo>
                  <a:lnTo>
                    <a:pt x="1403" y="100"/>
                  </a:lnTo>
                  <a:lnTo>
                    <a:pt x="1383" y="159"/>
                  </a:lnTo>
                  <a:lnTo>
                    <a:pt x="1383" y="100"/>
                  </a:lnTo>
                  <a:lnTo>
                    <a:pt x="1363" y="100"/>
                  </a:lnTo>
                  <a:lnTo>
                    <a:pt x="1344" y="139"/>
                  </a:lnTo>
                  <a:lnTo>
                    <a:pt x="1344" y="80"/>
                  </a:lnTo>
                  <a:lnTo>
                    <a:pt x="1324" y="60"/>
                  </a:lnTo>
                  <a:lnTo>
                    <a:pt x="1324" y="80"/>
                  </a:lnTo>
                  <a:lnTo>
                    <a:pt x="1304" y="119"/>
                  </a:lnTo>
                  <a:lnTo>
                    <a:pt x="1284" y="179"/>
                  </a:lnTo>
                  <a:lnTo>
                    <a:pt x="1265" y="179"/>
                  </a:lnTo>
                  <a:lnTo>
                    <a:pt x="1265" y="139"/>
                  </a:lnTo>
                  <a:lnTo>
                    <a:pt x="1245" y="119"/>
                  </a:lnTo>
                  <a:lnTo>
                    <a:pt x="1245" y="159"/>
                  </a:lnTo>
                  <a:lnTo>
                    <a:pt x="1225" y="119"/>
                  </a:lnTo>
                  <a:lnTo>
                    <a:pt x="1225" y="139"/>
                  </a:lnTo>
                  <a:lnTo>
                    <a:pt x="1205" y="159"/>
                  </a:lnTo>
                  <a:lnTo>
                    <a:pt x="1205" y="100"/>
                  </a:lnTo>
                  <a:lnTo>
                    <a:pt x="1186" y="100"/>
                  </a:lnTo>
                  <a:lnTo>
                    <a:pt x="1186" y="139"/>
                  </a:lnTo>
                  <a:lnTo>
                    <a:pt x="1166" y="218"/>
                  </a:lnTo>
                  <a:lnTo>
                    <a:pt x="1166" y="119"/>
                  </a:lnTo>
                  <a:lnTo>
                    <a:pt x="1107" y="179"/>
                  </a:lnTo>
                  <a:lnTo>
                    <a:pt x="1047" y="218"/>
                  </a:lnTo>
                  <a:lnTo>
                    <a:pt x="1047" y="179"/>
                  </a:lnTo>
                  <a:lnTo>
                    <a:pt x="1028" y="198"/>
                  </a:lnTo>
                  <a:lnTo>
                    <a:pt x="1008" y="238"/>
                  </a:lnTo>
                  <a:lnTo>
                    <a:pt x="988" y="278"/>
                  </a:lnTo>
                  <a:lnTo>
                    <a:pt x="968" y="317"/>
                  </a:lnTo>
                  <a:lnTo>
                    <a:pt x="968" y="376"/>
                  </a:lnTo>
                  <a:lnTo>
                    <a:pt x="988" y="495"/>
                  </a:lnTo>
                  <a:lnTo>
                    <a:pt x="988" y="515"/>
                  </a:lnTo>
                  <a:lnTo>
                    <a:pt x="968" y="475"/>
                  </a:lnTo>
                  <a:lnTo>
                    <a:pt x="968" y="436"/>
                  </a:lnTo>
                  <a:lnTo>
                    <a:pt x="968" y="416"/>
                  </a:lnTo>
                  <a:lnTo>
                    <a:pt x="949" y="317"/>
                  </a:lnTo>
                  <a:lnTo>
                    <a:pt x="929" y="297"/>
                  </a:lnTo>
                  <a:lnTo>
                    <a:pt x="929" y="317"/>
                  </a:lnTo>
                  <a:lnTo>
                    <a:pt x="909" y="317"/>
                  </a:lnTo>
                  <a:lnTo>
                    <a:pt x="909" y="297"/>
                  </a:lnTo>
                  <a:lnTo>
                    <a:pt x="909" y="258"/>
                  </a:lnTo>
                  <a:lnTo>
                    <a:pt x="929" y="238"/>
                  </a:lnTo>
                  <a:lnTo>
                    <a:pt x="929" y="198"/>
                  </a:lnTo>
                  <a:lnTo>
                    <a:pt x="909" y="238"/>
                  </a:lnTo>
                  <a:lnTo>
                    <a:pt x="889" y="238"/>
                  </a:lnTo>
                  <a:lnTo>
                    <a:pt x="889" y="278"/>
                  </a:lnTo>
                  <a:lnTo>
                    <a:pt x="889" y="297"/>
                  </a:lnTo>
                  <a:lnTo>
                    <a:pt x="870" y="376"/>
                  </a:lnTo>
                  <a:lnTo>
                    <a:pt x="870" y="357"/>
                  </a:lnTo>
                  <a:lnTo>
                    <a:pt x="850" y="357"/>
                  </a:lnTo>
                  <a:lnTo>
                    <a:pt x="830" y="337"/>
                  </a:lnTo>
                  <a:lnTo>
                    <a:pt x="830" y="278"/>
                  </a:lnTo>
                  <a:lnTo>
                    <a:pt x="810" y="297"/>
                  </a:lnTo>
                  <a:lnTo>
                    <a:pt x="810" y="278"/>
                  </a:lnTo>
                  <a:lnTo>
                    <a:pt x="771" y="278"/>
                  </a:lnTo>
                  <a:lnTo>
                    <a:pt x="751" y="258"/>
                  </a:lnTo>
                  <a:lnTo>
                    <a:pt x="751" y="238"/>
                  </a:lnTo>
                  <a:lnTo>
                    <a:pt x="731" y="278"/>
                  </a:lnTo>
                  <a:lnTo>
                    <a:pt x="712" y="357"/>
                  </a:lnTo>
                  <a:lnTo>
                    <a:pt x="731" y="357"/>
                  </a:lnTo>
                  <a:lnTo>
                    <a:pt x="731" y="416"/>
                  </a:lnTo>
                  <a:lnTo>
                    <a:pt x="731" y="455"/>
                  </a:lnTo>
                  <a:lnTo>
                    <a:pt x="712" y="416"/>
                  </a:lnTo>
                  <a:lnTo>
                    <a:pt x="712" y="376"/>
                  </a:lnTo>
                  <a:lnTo>
                    <a:pt x="692" y="337"/>
                  </a:lnTo>
                  <a:lnTo>
                    <a:pt x="672" y="297"/>
                  </a:lnTo>
                  <a:lnTo>
                    <a:pt x="672" y="317"/>
                  </a:lnTo>
                  <a:lnTo>
                    <a:pt x="652" y="376"/>
                  </a:lnTo>
                  <a:lnTo>
                    <a:pt x="652" y="337"/>
                  </a:lnTo>
                  <a:lnTo>
                    <a:pt x="652" y="297"/>
                  </a:lnTo>
                  <a:lnTo>
                    <a:pt x="633" y="278"/>
                  </a:lnTo>
                  <a:lnTo>
                    <a:pt x="633" y="297"/>
                  </a:lnTo>
                  <a:lnTo>
                    <a:pt x="633" y="337"/>
                  </a:lnTo>
                  <a:lnTo>
                    <a:pt x="613" y="455"/>
                  </a:lnTo>
                  <a:lnTo>
                    <a:pt x="613" y="495"/>
                  </a:lnTo>
                  <a:lnTo>
                    <a:pt x="593" y="554"/>
                  </a:lnTo>
                  <a:lnTo>
                    <a:pt x="593" y="495"/>
                  </a:lnTo>
                  <a:lnTo>
                    <a:pt x="573" y="475"/>
                  </a:lnTo>
                  <a:lnTo>
                    <a:pt x="573" y="436"/>
                  </a:lnTo>
                  <a:lnTo>
                    <a:pt x="593" y="455"/>
                  </a:lnTo>
                  <a:lnTo>
                    <a:pt x="593" y="436"/>
                  </a:lnTo>
                  <a:lnTo>
                    <a:pt x="573" y="357"/>
                  </a:lnTo>
                  <a:lnTo>
                    <a:pt x="554" y="337"/>
                  </a:lnTo>
                  <a:lnTo>
                    <a:pt x="514" y="337"/>
                  </a:lnTo>
                  <a:lnTo>
                    <a:pt x="494" y="376"/>
                  </a:lnTo>
                  <a:lnTo>
                    <a:pt x="475" y="376"/>
                  </a:lnTo>
                  <a:lnTo>
                    <a:pt x="475" y="396"/>
                  </a:lnTo>
                  <a:lnTo>
                    <a:pt x="435" y="357"/>
                  </a:lnTo>
                  <a:lnTo>
                    <a:pt x="396" y="357"/>
                  </a:lnTo>
                  <a:lnTo>
                    <a:pt x="376" y="376"/>
                  </a:lnTo>
                  <a:lnTo>
                    <a:pt x="376" y="416"/>
                  </a:lnTo>
                  <a:lnTo>
                    <a:pt x="356" y="376"/>
                  </a:lnTo>
                  <a:lnTo>
                    <a:pt x="356" y="455"/>
                  </a:lnTo>
                  <a:lnTo>
                    <a:pt x="336" y="515"/>
                  </a:lnTo>
                  <a:lnTo>
                    <a:pt x="336" y="554"/>
                  </a:lnTo>
                  <a:lnTo>
                    <a:pt x="336" y="673"/>
                  </a:lnTo>
                  <a:lnTo>
                    <a:pt x="317" y="613"/>
                  </a:lnTo>
                  <a:lnTo>
                    <a:pt x="297" y="594"/>
                  </a:lnTo>
                  <a:lnTo>
                    <a:pt x="297" y="534"/>
                  </a:lnTo>
                  <a:lnTo>
                    <a:pt x="277" y="515"/>
                  </a:lnTo>
                  <a:lnTo>
                    <a:pt x="277" y="534"/>
                  </a:lnTo>
                  <a:lnTo>
                    <a:pt x="297" y="613"/>
                  </a:lnTo>
                  <a:lnTo>
                    <a:pt x="297" y="673"/>
                  </a:lnTo>
                  <a:lnTo>
                    <a:pt x="297" y="692"/>
                  </a:lnTo>
                  <a:lnTo>
                    <a:pt x="297" y="712"/>
                  </a:lnTo>
                  <a:lnTo>
                    <a:pt x="257" y="771"/>
                  </a:lnTo>
                  <a:lnTo>
                    <a:pt x="238" y="811"/>
                  </a:lnTo>
                  <a:lnTo>
                    <a:pt x="198" y="831"/>
                  </a:lnTo>
                  <a:lnTo>
                    <a:pt x="159" y="811"/>
                  </a:lnTo>
                  <a:lnTo>
                    <a:pt x="159" y="791"/>
                  </a:lnTo>
                  <a:lnTo>
                    <a:pt x="139" y="791"/>
                  </a:lnTo>
                  <a:lnTo>
                    <a:pt x="139" y="771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119" y="791"/>
                  </a:lnTo>
                  <a:lnTo>
                    <a:pt x="99" y="752"/>
                  </a:lnTo>
                  <a:lnTo>
                    <a:pt x="99" y="732"/>
                  </a:lnTo>
                  <a:lnTo>
                    <a:pt x="79" y="732"/>
                  </a:lnTo>
                  <a:lnTo>
                    <a:pt x="60" y="712"/>
                  </a:lnTo>
                  <a:lnTo>
                    <a:pt x="60" y="692"/>
                  </a:lnTo>
                  <a:lnTo>
                    <a:pt x="40" y="712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20" y="712"/>
                  </a:lnTo>
                  <a:lnTo>
                    <a:pt x="20" y="732"/>
                  </a:lnTo>
                  <a:lnTo>
                    <a:pt x="60" y="890"/>
                  </a:lnTo>
                  <a:lnTo>
                    <a:pt x="119" y="1048"/>
                  </a:lnTo>
                  <a:lnTo>
                    <a:pt x="139" y="1107"/>
                  </a:lnTo>
                  <a:lnTo>
                    <a:pt x="178" y="1166"/>
                  </a:lnTo>
                  <a:lnTo>
                    <a:pt x="159" y="1127"/>
                  </a:lnTo>
                  <a:lnTo>
                    <a:pt x="159" y="1127"/>
                  </a:lnTo>
                  <a:lnTo>
                    <a:pt x="178" y="1147"/>
                  </a:lnTo>
                  <a:lnTo>
                    <a:pt x="198" y="1186"/>
                  </a:lnTo>
                  <a:lnTo>
                    <a:pt x="198" y="1147"/>
                  </a:lnTo>
                  <a:lnTo>
                    <a:pt x="218" y="1206"/>
                  </a:lnTo>
                  <a:lnTo>
                    <a:pt x="238" y="1285"/>
                  </a:lnTo>
                  <a:lnTo>
                    <a:pt x="238" y="1265"/>
                  </a:lnTo>
                  <a:lnTo>
                    <a:pt x="238" y="1245"/>
                  </a:lnTo>
                  <a:lnTo>
                    <a:pt x="257" y="1285"/>
                  </a:lnTo>
                  <a:lnTo>
                    <a:pt x="257" y="1324"/>
                  </a:lnTo>
                  <a:lnTo>
                    <a:pt x="277" y="1305"/>
                  </a:lnTo>
                  <a:lnTo>
                    <a:pt x="257" y="1226"/>
                  </a:lnTo>
                  <a:lnTo>
                    <a:pt x="257" y="1186"/>
                  </a:lnTo>
                  <a:lnTo>
                    <a:pt x="277" y="1226"/>
                  </a:lnTo>
                  <a:lnTo>
                    <a:pt x="297" y="1285"/>
                  </a:lnTo>
                  <a:lnTo>
                    <a:pt x="297" y="1364"/>
                  </a:lnTo>
                  <a:lnTo>
                    <a:pt x="317" y="1384"/>
                  </a:lnTo>
                  <a:lnTo>
                    <a:pt x="336" y="1384"/>
                  </a:lnTo>
                  <a:lnTo>
                    <a:pt x="336" y="1423"/>
                  </a:lnTo>
                  <a:lnTo>
                    <a:pt x="356" y="1482"/>
                  </a:lnTo>
                  <a:lnTo>
                    <a:pt x="356" y="1443"/>
                  </a:lnTo>
                  <a:lnTo>
                    <a:pt x="356" y="1423"/>
                  </a:lnTo>
                  <a:lnTo>
                    <a:pt x="376" y="1443"/>
                  </a:lnTo>
                  <a:lnTo>
                    <a:pt x="376" y="1463"/>
                  </a:lnTo>
                  <a:lnTo>
                    <a:pt x="396" y="1522"/>
                  </a:lnTo>
                  <a:lnTo>
                    <a:pt x="415" y="1561"/>
                  </a:lnTo>
                  <a:lnTo>
                    <a:pt x="415" y="1522"/>
                  </a:lnTo>
                  <a:lnTo>
                    <a:pt x="415" y="1463"/>
                  </a:lnTo>
                  <a:lnTo>
                    <a:pt x="435" y="1522"/>
                  </a:lnTo>
                  <a:lnTo>
                    <a:pt x="415" y="1423"/>
                  </a:lnTo>
                  <a:lnTo>
                    <a:pt x="396" y="1344"/>
                  </a:lnTo>
                  <a:lnTo>
                    <a:pt x="435" y="1443"/>
                  </a:lnTo>
                  <a:lnTo>
                    <a:pt x="455" y="1561"/>
                  </a:lnTo>
                  <a:lnTo>
                    <a:pt x="455" y="1502"/>
                  </a:lnTo>
                  <a:lnTo>
                    <a:pt x="475" y="1542"/>
                  </a:lnTo>
                  <a:lnTo>
                    <a:pt x="475" y="1581"/>
                  </a:lnTo>
                  <a:lnTo>
                    <a:pt x="494" y="1640"/>
                  </a:lnTo>
                  <a:lnTo>
                    <a:pt x="494" y="1621"/>
                  </a:lnTo>
                  <a:lnTo>
                    <a:pt x="514" y="1660"/>
                  </a:lnTo>
                  <a:lnTo>
                    <a:pt x="514" y="1621"/>
                  </a:lnTo>
                  <a:lnTo>
                    <a:pt x="534" y="1700"/>
                  </a:lnTo>
                  <a:lnTo>
                    <a:pt x="534" y="1660"/>
                  </a:lnTo>
                  <a:lnTo>
                    <a:pt x="554" y="1680"/>
                  </a:lnTo>
                  <a:lnTo>
                    <a:pt x="554" y="1660"/>
                  </a:lnTo>
                  <a:lnTo>
                    <a:pt x="573" y="1700"/>
                  </a:lnTo>
                  <a:lnTo>
                    <a:pt x="573" y="1700"/>
                  </a:lnTo>
                  <a:lnTo>
                    <a:pt x="554" y="1621"/>
                  </a:lnTo>
                  <a:lnTo>
                    <a:pt x="573" y="1640"/>
                  </a:lnTo>
                  <a:lnTo>
                    <a:pt x="593" y="1700"/>
                  </a:lnTo>
                  <a:lnTo>
                    <a:pt x="554" y="1522"/>
                  </a:lnTo>
                  <a:lnTo>
                    <a:pt x="573" y="1581"/>
                  </a:lnTo>
                  <a:lnTo>
                    <a:pt x="593" y="1660"/>
                  </a:lnTo>
                  <a:lnTo>
                    <a:pt x="613" y="1759"/>
                  </a:lnTo>
                  <a:lnTo>
                    <a:pt x="613" y="1739"/>
                  </a:lnTo>
                  <a:lnTo>
                    <a:pt x="633" y="1759"/>
                  </a:lnTo>
                  <a:lnTo>
                    <a:pt x="633" y="1759"/>
                  </a:lnTo>
                  <a:lnTo>
                    <a:pt x="613" y="1660"/>
                  </a:lnTo>
                  <a:lnTo>
                    <a:pt x="613" y="1700"/>
                  </a:lnTo>
                  <a:lnTo>
                    <a:pt x="593" y="1640"/>
                  </a:lnTo>
                  <a:lnTo>
                    <a:pt x="593" y="1561"/>
                  </a:lnTo>
                  <a:lnTo>
                    <a:pt x="593" y="1463"/>
                  </a:lnTo>
                  <a:lnTo>
                    <a:pt x="613" y="1522"/>
                  </a:lnTo>
                  <a:lnTo>
                    <a:pt x="633" y="1640"/>
                  </a:lnTo>
                  <a:lnTo>
                    <a:pt x="633" y="1621"/>
                  </a:lnTo>
                  <a:lnTo>
                    <a:pt x="652" y="1700"/>
                  </a:lnTo>
                  <a:lnTo>
                    <a:pt x="633" y="1601"/>
                  </a:lnTo>
                  <a:lnTo>
                    <a:pt x="652" y="1581"/>
                  </a:lnTo>
                  <a:lnTo>
                    <a:pt x="652" y="1601"/>
                  </a:lnTo>
                  <a:lnTo>
                    <a:pt x="672" y="1660"/>
                  </a:lnTo>
                  <a:lnTo>
                    <a:pt x="672" y="1680"/>
                  </a:lnTo>
                  <a:lnTo>
                    <a:pt x="692" y="1700"/>
                  </a:lnTo>
                  <a:lnTo>
                    <a:pt x="712" y="1719"/>
                  </a:lnTo>
                  <a:lnTo>
                    <a:pt x="712" y="1700"/>
                  </a:lnTo>
                  <a:lnTo>
                    <a:pt x="672" y="1463"/>
                  </a:lnTo>
                  <a:lnTo>
                    <a:pt x="692" y="1482"/>
                  </a:lnTo>
                  <a:lnTo>
                    <a:pt x="692" y="1463"/>
                  </a:lnTo>
                  <a:lnTo>
                    <a:pt x="712" y="1522"/>
                  </a:lnTo>
                  <a:lnTo>
                    <a:pt x="712" y="1581"/>
                  </a:lnTo>
                  <a:lnTo>
                    <a:pt x="731" y="1680"/>
                  </a:lnTo>
                  <a:lnTo>
                    <a:pt x="751" y="1660"/>
                  </a:lnTo>
                  <a:lnTo>
                    <a:pt x="751" y="1739"/>
                  </a:lnTo>
                  <a:lnTo>
                    <a:pt x="771" y="1739"/>
                  </a:lnTo>
                  <a:lnTo>
                    <a:pt x="771" y="1680"/>
                  </a:lnTo>
                  <a:lnTo>
                    <a:pt x="791" y="1739"/>
                  </a:lnTo>
                  <a:lnTo>
                    <a:pt x="810" y="1759"/>
                  </a:lnTo>
                  <a:lnTo>
                    <a:pt x="810" y="1759"/>
                  </a:lnTo>
                  <a:lnTo>
                    <a:pt x="791" y="1700"/>
                  </a:lnTo>
                  <a:lnTo>
                    <a:pt x="791" y="1680"/>
                  </a:lnTo>
                  <a:lnTo>
                    <a:pt x="810" y="1700"/>
                  </a:lnTo>
                  <a:lnTo>
                    <a:pt x="810" y="1739"/>
                  </a:lnTo>
                  <a:lnTo>
                    <a:pt x="830" y="1739"/>
                  </a:lnTo>
                  <a:lnTo>
                    <a:pt x="830" y="1700"/>
                  </a:lnTo>
                  <a:lnTo>
                    <a:pt x="810" y="1601"/>
                  </a:lnTo>
                  <a:lnTo>
                    <a:pt x="830" y="1601"/>
                  </a:lnTo>
                  <a:lnTo>
                    <a:pt x="830" y="1621"/>
                  </a:lnTo>
                  <a:lnTo>
                    <a:pt x="850" y="1680"/>
                  </a:lnTo>
                  <a:lnTo>
                    <a:pt x="850" y="1660"/>
                  </a:lnTo>
                  <a:lnTo>
                    <a:pt x="870" y="1680"/>
                  </a:lnTo>
                  <a:lnTo>
                    <a:pt x="870" y="1463"/>
                  </a:lnTo>
                  <a:lnTo>
                    <a:pt x="830" y="1245"/>
                  </a:lnTo>
                  <a:lnTo>
                    <a:pt x="850" y="1285"/>
                  </a:lnTo>
                  <a:lnTo>
                    <a:pt x="870" y="1324"/>
                  </a:lnTo>
                  <a:lnTo>
                    <a:pt x="889" y="1403"/>
                  </a:lnTo>
                  <a:lnTo>
                    <a:pt x="889" y="1463"/>
                  </a:lnTo>
                  <a:lnTo>
                    <a:pt x="870" y="1403"/>
                  </a:lnTo>
                  <a:lnTo>
                    <a:pt x="909" y="1542"/>
                  </a:lnTo>
                  <a:lnTo>
                    <a:pt x="909" y="1601"/>
                  </a:lnTo>
                  <a:lnTo>
                    <a:pt x="889" y="1561"/>
                  </a:lnTo>
                  <a:lnTo>
                    <a:pt x="909" y="1640"/>
                  </a:lnTo>
                  <a:lnTo>
                    <a:pt x="909" y="1719"/>
                  </a:lnTo>
                  <a:lnTo>
                    <a:pt x="929" y="1719"/>
                  </a:lnTo>
                  <a:lnTo>
                    <a:pt x="929" y="1700"/>
                  </a:lnTo>
                  <a:lnTo>
                    <a:pt x="949" y="1680"/>
                  </a:lnTo>
                  <a:lnTo>
                    <a:pt x="949" y="1640"/>
                  </a:lnTo>
                  <a:lnTo>
                    <a:pt x="968" y="1680"/>
                  </a:lnTo>
                  <a:lnTo>
                    <a:pt x="988" y="1700"/>
                  </a:lnTo>
                  <a:lnTo>
                    <a:pt x="1008" y="1700"/>
                  </a:lnTo>
                  <a:lnTo>
                    <a:pt x="1008" y="1719"/>
                  </a:lnTo>
                  <a:lnTo>
                    <a:pt x="1028" y="1621"/>
                  </a:lnTo>
                  <a:lnTo>
                    <a:pt x="1008" y="1482"/>
                  </a:lnTo>
                  <a:lnTo>
                    <a:pt x="1028" y="1581"/>
                  </a:lnTo>
                  <a:lnTo>
                    <a:pt x="1047" y="1621"/>
                  </a:lnTo>
                  <a:lnTo>
                    <a:pt x="1028" y="1542"/>
                  </a:lnTo>
                  <a:lnTo>
                    <a:pt x="1028" y="1463"/>
                  </a:lnTo>
                  <a:lnTo>
                    <a:pt x="1028" y="1423"/>
                  </a:lnTo>
                  <a:lnTo>
                    <a:pt x="1028" y="1384"/>
                  </a:lnTo>
                  <a:lnTo>
                    <a:pt x="1047" y="1423"/>
                  </a:lnTo>
                  <a:lnTo>
                    <a:pt x="1047" y="1443"/>
                  </a:lnTo>
                  <a:lnTo>
                    <a:pt x="1067" y="1384"/>
                  </a:lnTo>
                  <a:lnTo>
                    <a:pt x="1067" y="1502"/>
                  </a:lnTo>
                  <a:lnTo>
                    <a:pt x="1067" y="1640"/>
                  </a:lnTo>
                  <a:lnTo>
                    <a:pt x="1087" y="1561"/>
                  </a:lnTo>
                  <a:lnTo>
                    <a:pt x="1087" y="1601"/>
                  </a:lnTo>
                  <a:lnTo>
                    <a:pt x="1107" y="1581"/>
                  </a:lnTo>
                  <a:lnTo>
                    <a:pt x="1107" y="1542"/>
                  </a:lnTo>
                  <a:lnTo>
                    <a:pt x="1126" y="1522"/>
                  </a:lnTo>
                  <a:lnTo>
                    <a:pt x="1146" y="1502"/>
                  </a:lnTo>
                  <a:lnTo>
                    <a:pt x="1126" y="1482"/>
                  </a:lnTo>
                  <a:lnTo>
                    <a:pt x="1126" y="1403"/>
                  </a:lnTo>
                  <a:lnTo>
                    <a:pt x="1126" y="1364"/>
                  </a:lnTo>
                  <a:lnTo>
                    <a:pt x="1146" y="1324"/>
                  </a:lnTo>
                  <a:lnTo>
                    <a:pt x="1146" y="1305"/>
                  </a:lnTo>
                  <a:lnTo>
                    <a:pt x="1146" y="1285"/>
                  </a:lnTo>
                  <a:lnTo>
                    <a:pt x="1166" y="1344"/>
                  </a:lnTo>
                  <a:lnTo>
                    <a:pt x="1166" y="1384"/>
                  </a:lnTo>
                  <a:lnTo>
                    <a:pt x="1186" y="1364"/>
                  </a:lnTo>
                  <a:lnTo>
                    <a:pt x="1186" y="1403"/>
                  </a:lnTo>
                  <a:lnTo>
                    <a:pt x="1186" y="1423"/>
                  </a:lnTo>
                  <a:lnTo>
                    <a:pt x="1205" y="1384"/>
                  </a:lnTo>
                  <a:lnTo>
                    <a:pt x="1205" y="1364"/>
                  </a:lnTo>
                  <a:lnTo>
                    <a:pt x="1205" y="1305"/>
                  </a:lnTo>
                  <a:lnTo>
                    <a:pt x="1205" y="1245"/>
                  </a:lnTo>
                  <a:lnTo>
                    <a:pt x="1225" y="1226"/>
                  </a:lnTo>
                  <a:lnTo>
                    <a:pt x="1245" y="1285"/>
                  </a:lnTo>
                  <a:lnTo>
                    <a:pt x="1245" y="1324"/>
                  </a:lnTo>
                  <a:lnTo>
                    <a:pt x="1245" y="1364"/>
                  </a:lnTo>
                  <a:lnTo>
                    <a:pt x="1265" y="1423"/>
                  </a:lnTo>
                  <a:lnTo>
                    <a:pt x="1265" y="1443"/>
                  </a:lnTo>
                  <a:lnTo>
                    <a:pt x="1284" y="1403"/>
                  </a:lnTo>
                  <a:lnTo>
                    <a:pt x="1284" y="1423"/>
                  </a:lnTo>
                  <a:lnTo>
                    <a:pt x="1304" y="1423"/>
                  </a:lnTo>
                  <a:lnTo>
                    <a:pt x="1304" y="1403"/>
                  </a:lnTo>
                  <a:lnTo>
                    <a:pt x="1284" y="1344"/>
                  </a:lnTo>
                  <a:lnTo>
                    <a:pt x="1304" y="1324"/>
                  </a:lnTo>
                  <a:lnTo>
                    <a:pt x="1324" y="1305"/>
                  </a:lnTo>
                  <a:lnTo>
                    <a:pt x="1324" y="1265"/>
                  </a:lnTo>
                  <a:lnTo>
                    <a:pt x="1344" y="1324"/>
                  </a:lnTo>
                  <a:lnTo>
                    <a:pt x="1344" y="1364"/>
                  </a:lnTo>
                  <a:lnTo>
                    <a:pt x="1363" y="1443"/>
                  </a:lnTo>
                  <a:lnTo>
                    <a:pt x="1363" y="1403"/>
                  </a:lnTo>
                  <a:lnTo>
                    <a:pt x="1383" y="1403"/>
                  </a:lnTo>
                  <a:lnTo>
                    <a:pt x="1383" y="1423"/>
                  </a:lnTo>
                  <a:lnTo>
                    <a:pt x="1403" y="1463"/>
                  </a:lnTo>
                  <a:lnTo>
                    <a:pt x="1403" y="1423"/>
                  </a:lnTo>
                  <a:lnTo>
                    <a:pt x="1403" y="1403"/>
                  </a:lnTo>
                  <a:lnTo>
                    <a:pt x="1403" y="1364"/>
                  </a:lnTo>
                  <a:lnTo>
                    <a:pt x="1423" y="1305"/>
                  </a:lnTo>
                  <a:lnTo>
                    <a:pt x="1403" y="1344"/>
                  </a:lnTo>
                  <a:lnTo>
                    <a:pt x="1403" y="1305"/>
                  </a:lnTo>
                  <a:lnTo>
                    <a:pt x="1423" y="1305"/>
                  </a:lnTo>
                  <a:lnTo>
                    <a:pt x="1423" y="1245"/>
                  </a:lnTo>
                  <a:lnTo>
                    <a:pt x="1442" y="1324"/>
                  </a:lnTo>
                  <a:lnTo>
                    <a:pt x="1442" y="1245"/>
                  </a:lnTo>
                  <a:lnTo>
                    <a:pt x="1442" y="1226"/>
                  </a:lnTo>
                  <a:lnTo>
                    <a:pt x="1462" y="1147"/>
                  </a:lnTo>
                  <a:lnTo>
                    <a:pt x="1462" y="1226"/>
                  </a:lnTo>
                  <a:lnTo>
                    <a:pt x="1462" y="1265"/>
                  </a:lnTo>
                  <a:lnTo>
                    <a:pt x="1462" y="1324"/>
                  </a:lnTo>
                  <a:lnTo>
                    <a:pt x="1462" y="1344"/>
                  </a:lnTo>
                  <a:lnTo>
                    <a:pt x="1482" y="1344"/>
                  </a:lnTo>
                  <a:lnTo>
                    <a:pt x="1482" y="1265"/>
                  </a:lnTo>
                  <a:lnTo>
                    <a:pt x="1502" y="1344"/>
                  </a:lnTo>
                  <a:lnTo>
                    <a:pt x="1502" y="1305"/>
                  </a:lnTo>
                  <a:lnTo>
                    <a:pt x="1502" y="1226"/>
                  </a:lnTo>
                  <a:lnTo>
                    <a:pt x="1502" y="1166"/>
                  </a:lnTo>
                  <a:lnTo>
                    <a:pt x="1502" y="1127"/>
                  </a:lnTo>
                  <a:lnTo>
                    <a:pt x="1502" y="1068"/>
                  </a:lnTo>
                  <a:lnTo>
                    <a:pt x="1521" y="1048"/>
                  </a:lnTo>
                  <a:lnTo>
                    <a:pt x="1521" y="1147"/>
                  </a:lnTo>
                  <a:lnTo>
                    <a:pt x="1521" y="1285"/>
                  </a:lnTo>
                  <a:lnTo>
                    <a:pt x="1521" y="1443"/>
                  </a:lnTo>
                  <a:lnTo>
                    <a:pt x="1541" y="1423"/>
                  </a:lnTo>
                  <a:lnTo>
                    <a:pt x="1541" y="1443"/>
                  </a:lnTo>
                  <a:lnTo>
                    <a:pt x="1561" y="1344"/>
                  </a:lnTo>
                  <a:lnTo>
                    <a:pt x="1561" y="1285"/>
                  </a:lnTo>
                  <a:lnTo>
                    <a:pt x="1581" y="1245"/>
                  </a:lnTo>
                  <a:lnTo>
                    <a:pt x="1600" y="1206"/>
                  </a:lnTo>
                  <a:lnTo>
                    <a:pt x="1600" y="1068"/>
                  </a:lnTo>
                  <a:lnTo>
                    <a:pt x="1620" y="1048"/>
                  </a:lnTo>
                  <a:lnTo>
                    <a:pt x="1620" y="989"/>
                  </a:lnTo>
                  <a:lnTo>
                    <a:pt x="1640" y="989"/>
                  </a:lnTo>
                  <a:lnTo>
                    <a:pt x="1620" y="1048"/>
                  </a:lnTo>
                  <a:lnTo>
                    <a:pt x="1640" y="1068"/>
                  </a:lnTo>
                  <a:lnTo>
                    <a:pt x="1640" y="108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40" y="1147"/>
                  </a:lnTo>
                  <a:lnTo>
                    <a:pt x="1660" y="1206"/>
                  </a:lnTo>
                  <a:lnTo>
                    <a:pt x="1679" y="1226"/>
                  </a:lnTo>
                  <a:lnTo>
                    <a:pt x="1679" y="1186"/>
                  </a:lnTo>
                  <a:lnTo>
                    <a:pt x="1679" y="1087"/>
                  </a:lnTo>
                  <a:lnTo>
                    <a:pt x="1699" y="1008"/>
                  </a:lnTo>
                  <a:lnTo>
                    <a:pt x="1699" y="969"/>
                  </a:lnTo>
                  <a:lnTo>
                    <a:pt x="1679" y="969"/>
                  </a:lnTo>
                  <a:lnTo>
                    <a:pt x="1679" y="870"/>
                  </a:lnTo>
                  <a:lnTo>
                    <a:pt x="1699" y="732"/>
                  </a:lnTo>
                  <a:lnTo>
                    <a:pt x="1699" y="791"/>
                  </a:lnTo>
                  <a:lnTo>
                    <a:pt x="1719" y="712"/>
                  </a:lnTo>
                  <a:lnTo>
                    <a:pt x="1719" y="831"/>
                  </a:lnTo>
                  <a:lnTo>
                    <a:pt x="1739" y="831"/>
                  </a:lnTo>
                  <a:lnTo>
                    <a:pt x="1739" y="850"/>
                  </a:lnTo>
                  <a:lnTo>
                    <a:pt x="1758" y="831"/>
                  </a:lnTo>
                  <a:lnTo>
                    <a:pt x="1739" y="771"/>
                  </a:lnTo>
                  <a:lnTo>
                    <a:pt x="1739" y="732"/>
                  </a:lnTo>
                  <a:lnTo>
                    <a:pt x="1758" y="732"/>
                  </a:lnTo>
                  <a:lnTo>
                    <a:pt x="1758" y="692"/>
                  </a:lnTo>
                  <a:lnTo>
                    <a:pt x="1758" y="613"/>
                  </a:lnTo>
                  <a:lnTo>
                    <a:pt x="1778" y="653"/>
                  </a:lnTo>
                  <a:lnTo>
                    <a:pt x="1778" y="732"/>
                  </a:lnTo>
                  <a:lnTo>
                    <a:pt x="1758" y="870"/>
                  </a:lnTo>
                  <a:lnTo>
                    <a:pt x="1758" y="870"/>
                  </a:lnTo>
                  <a:lnTo>
                    <a:pt x="1778" y="850"/>
                  </a:lnTo>
                  <a:lnTo>
                    <a:pt x="1778" y="850"/>
                  </a:lnTo>
                  <a:lnTo>
                    <a:pt x="1739" y="1068"/>
                  </a:lnTo>
                  <a:lnTo>
                    <a:pt x="1758" y="1087"/>
                  </a:lnTo>
                  <a:lnTo>
                    <a:pt x="1778" y="1087"/>
                  </a:lnTo>
                  <a:lnTo>
                    <a:pt x="1778" y="1226"/>
                  </a:lnTo>
                  <a:lnTo>
                    <a:pt x="1798" y="1285"/>
                  </a:lnTo>
                  <a:lnTo>
                    <a:pt x="1798" y="1226"/>
                  </a:lnTo>
                  <a:lnTo>
                    <a:pt x="1798" y="1147"/>
                  </a:lnTo>
                  <a:lnTo>
                    <a:pt x="1808" y="1137"/>
                  </a:lnTo>
                  <a:lnTo>
                    <a:pt x="1798" y="1127"/>
                  </a:lnTo>
                  <a:lnTo>
                    <a:pt x="1798" y="1087"/>
                  </a:lnTo>
                  <a:lnTo>
                    <a:pt x="1818" y="1048"/>
                  </a:lnTo>
                  <a:lnTo>
                    <a:pt x="1837" y="1107"/>
                  </a:lnTo>
                  <a:lnTo>
                    <a:pt x="1818" y="1166"/>
                  </a:lnTo>
                  <a:lnTo>
                    <a:pt x="1818" y="1206"/>
                  </a:lnTo>
                  <a:lnTo>
                    <a:pt x="1818" y="1226"/>
                  </a:lnTo>
                  <a:lnTo>
                    <a:pt x="1837" y="1245"/>
                  </a:lnTo>
                  <a:lnTo>
                    <a:pt x="1837" y="1285"/>
                  </a:lnTo>
                  <a:lnTo>
                    <a:pt x="1857" y="1186"/>
                  </a:lnTo>
                  <a:lnTo>
                    <a:pt x="1857" y="1226"/>
                  </a:lnTo>
                  <a:lnTo>
                    <a:pt x="1877" y="1186"/>
                  </a:lnTo>
                  <a:lnTo>
                    <a:pt x="1897" y="1127"/>
                  </a:lnTo>
                  <a:lnTo>
                    <a:pt x="1897" y="1087"/>
                  </a:lnTo>
                  <a:lnTo>
                    <a:pt x="1897" y="1048"/>
                  </a:lnTo>
                  <a:lnTo>
                    <a:pt x="1916" y="1008"/>
                  </a:lnTo>
                  <a:lnTo>
                    <a:pt x="1897" y="1226"/>
                  </a:lnTo>
                  <a:lnTo>
                    <a:pt x="1916" y="1087"/>
                  </a:lnTo>
                  <a:lnTo>
                    <a:pt x="1936" y="1087"/>
                  </a:lnTo>
                  <a:lnTo>
                    <a:pt x="1936" y="1048"/>
                  </a:lnTo>
                  <a:lnTo>
                    <a:pt x="1956" y="949"/>
                  </a:lnTo>
                  <a:lnTo>
                    <a:pt x="1976" y="989"/>
                  </a:lnTo>
                  <a:lnTo>
                    <a:pt x="1956" y="1087"/>
                  </a:lnTo>
                  <a:lnTo>
                    <a:pt x="1956" y="1107"/>
                  </a:lnTo>
                  <a:lnTo>
                    <a:pt x="1976" y="1087"/>
                  </a:lnTo>
                  <a:lnTo>
                    <a:pt x="1956" y="1206"/>
                  </a:lnTo>
                  <a:lnTo>
                    <a:pt x="1976" y="1186"/>
                  </a:lnTo>
                  <a:lnTo>
                    <a:pt x="1976" y="1147"/>
                  </a:lnTo>
                  <a:lnTo>
                    <a:pt x="1976" y="1127"/>
                  </a:lnTo>
                  <a:lnTo>
                    <a:pt x="1988" y="1044"/>
                  </a:lnTo>
                  <a:lnTo>
                    <a:pt x="1976" y="1068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76" y="989"/>
                  </a:lnTo>
                  <a:lnTo>
                    <a:pt x="1976" y="989"/>
                  </a:lnTo>
                  <a:lnTo>
                    <a:pt x="1995" y="929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95" y="949"/>
                  </a:lnTo>
                  <a:lnTo>
                    <a:pt x="2015" y="850"/>
                  </a:lnTo>
                  <a:lnTo>
                    <a:pt x="2015" y="831"/>
                  </a:lnTo>
                  <a:lnTo>
                    <a:pt x="1995" y="929"/>
                  </a:lnTo>
                  <a:lnTo>
                    <a:pt x="1976" y="890"/>
                  </a:lnTo>
                  <a:lnTo>
                    <a:pt x="1956" y="831"/>
                  </a:lnTo>
                  <a:lnTo>
                    <a:pt x="1976" y="692"/>
                  </a:lnTo>
                  <a:lnTo>
                    <a:pt x="2015" y="613"/>
                  </a:lnTo>
                  <a:lnTo>
                    <a:pt x="2015" y="554"/>
                  </a:lnTo>
                  <a:lnTo>
                    <a:pt x="2022" y="534"/>
                  </a:lnTo>
                  <a:lnTo>
                    <a:pt x="2015" y="534"/>
                  </a:lnTo>
                  <a:lnTo>
                    <a:pt x="2015" y="475"/>
                  </a:lnTo>
                  <a:lnTo>
                    <a:pt x="2015" y="455"/>
                  </a:lnTo>
                  <a:lnTo>
                    <a:pt x="1995" y="475"/>
                  </a:lnTo>
                  <a:lnTo>
                    <a:pt x="2015" y="416"/>
                  </a:lnTo>
                  <a:lnTo>
                    <a:pt x="2015" y="396"/>
                  </a:lnTo>
                  <a:lnTo>
                    <a:pt x="2035" y="357"/>
                  </a:lnTo>
                  <a:lnTo>
                    <a:pt x="2035" y="317"/>
                  </a:lnTo>
                  <a:lnTo>
                    <a:pt x="2015" y="357"/>
                  </a:lnTo>
                  <a:lnTo>
                    <a:pt x="2015" y="376"/>
                  </a:lnTo>
                  <a:lnTo>
                    <a:pt x="1995" y="455"/>
                  </a:lnTo>
                  <a:lnTo>
                    <a:pt x="1976" y="455"/>
                  </a:lnTo>
                  <a:lnTo>
                    <a:pt x="1956" y="475"/>
                  </a:lnTo>
                  <a:lnTo>
                    <a:pt x="1956" y="455"/>
                  </a:lnTo>
                  <a:lnTo>
                    <a:pt x="1936" y="554"/>
                  </a:lnTo>
                  <a:lnTo>
                    <a:pt x="1916" y="574"/>
                  </a:lnTo>
                  <a:lnTo>
                    <a:pt x="1936" y="495"/>
                  </a:lnTo>
                  <a:lnTo>
                    <a:pt x="1916" y="495"/>
                  </a:lnTo>
                  <a:lnTo>
                    <a:pt x="1916" y="515"/>
                  </a:lnTo>
                  <a:lnTo>
                    <a:pt x="1877" y="613"/>
                  </a:lnTo>
                  <a:lnTo>
                    <a:pt x="1897" y="712"/>
                  </a:lnTo>
                  <a:lnTo>
                    <a:pt x="1877" y="752"/>
                  </a:lnTo>
                  <a:lnTo>
                    <a:pt x="1877" y="732"/>
                  </a:lnTo>
                  <a:lnTo>
                    <a:pt x="1877" y="692"/>
                  </a:lnTo>
                  <a:lnTo>
                    <a:pt x="1877" y="534"/>
                  </a:lnTo>
                  <a:lnTo>
                    <a:pt x="1857" y="633"/>
                  </a:lnTo>
                  <a:lnTo>
                    <a:pt x="1857" y="515"/>
                  </a:lnTo>
                  <a:lnTo>
                    <a:pt x="1877" y="475"/>
                  </a:lnTo>
                  <a:lnTo>
                    <a:pt x="1897" y="495"/>
                  </a:lnTo>
                  <a:lnTo>
                    <a:pt x="1897" y="475"/>
                  </a:lnTo>
                  <a:lnTo>
                    <a:pt x="1916" y="475"/>
                  </a:lnTo>
                  <a:lnTo>
                    <a:pt x="1916" y="436"/>
                  </a:lnTo>
                  <a:lnTo>
                    <a:pt x="1936" y="416"/>
                  </a:lnTo>
                  <a:lnTo>
                    <a:pt x="1916" y="337"/>
                  </a:lnTo>
                  <a:lnTo>
                    <a:pt x="1916" y="317"/>
                  </a:lnTo>
                  <a:lnTo>
                    <a:pt x="1916" y="198"/>
                  </a:lnTo>
                  <a:lnTo>
                    <a:pt x="1936" y="198"/>
                  </a:lnTo>
                  <a:lnTo>
                    <a:pt x="1936" y="179"/>
                  </a:lnTo>
                  <a:lnTo>
                    <a:pt x="1936" y="159"/>
                  </a:lnTo>
                  <a:lnTo>
                    <a:pt x="1916" y="159"/>
                  </a:lnTo>
                  <a:lnTo>
                    <a:pt x="1877" y="357"/>
                  </a:lnTo>
                  <a:lnTo>
                    <a:pt x="1877" y="396"/>
                  </a:lnTo>
                  <a:lnTo>
                    <a:pt x="1857" y="376"/>
                  </a:lnTo>
                  <a:lnTo>
                    <a:pt x="1877" y="317"/>
                  </a:lnTo>
                  <a:lnTo>
                    <a:pt x="1877" y="238"/>
                  </a:lnTo>
                  <a:lnTo>
                    <a:pt x="1857" y="278"/>
                  </a:lnTo>
                  <a:lnTo>
                    <a:pt x="1857" y="258"/>
                  </a:lnTo>
                  <a:lnTo>
                    <a:pt x="1837" y="179"/>
                  </a:lnTo>
                  <a:lnTo>
                    <a:pt x="1877" y="179"/>
                  </a:lnTo>
                  <a:lnTo>
                    <a:pt x="1877" y="139"/>
                  </a:lnTo>
                  <a:lnTo>
                    <a:pt x="1877" y="100"/>
                  </a:lnTo>
                  <a:lnTo>
                    <a:pt x="1857" y="100"/>
                  </a:lnTo>
                  <a:lnTo>
                    <a:pt x="1857" y="21"/>
                  </a:lnTo>
                  <a:lnTo>
                    <a:pt x="1837" y="1"/>
                  </a:lnTo>
                  <a:lnTo>
                    <a:pt x="1818" y="21"/>
                  </a:lnTo>
                  <a:lnTo>
                    <a:pt x="1798" y="60"/>
                  </a:lnTo>
                  <a:lnTo>
                    <a:pt x="1778" y="60"/>
                  </a:lnTo>
                  <a:lnTo>
                    <a:pt x="1778" y="119"/>
                  </a:lnTo>
                  <a:lnTo>
                    <a:pt x="1758" y="198"/>
                  </a:lnTo>
                  <a:lnTo>
                    <a:pt x="1739" y="198"/>
                  </a:lnTo>
                  <a:lnTo>
                    <a:pt x="1758" y="100"/>
                  </a:lnTo>
                  <a:lnTo>
                    <a:pt x="1739" y="60"/>
                  </a:lnTo>
                  <a:lnTo>
                    <a:pt x="1739" y="1"/>
                  </a:lnTo>
                  <a:lnTo>
                    <a:pt x="1719" y="60"/>
                  </a:lnTo>
                  <a:lnTo>
                    <a:pt x="1709" y="100"/>
                  </a:lnTo>
                  <a:lnTo>
                    <a:pt x="1719" y="100"/>
                  </a:lnTo>
                  <a:lnTo>
                    <a:pt x="1699" y="179"/>
                  </a:lnTo>
                  <a:lnTo>
                    <a:pt x="1699" y="159"/>
                  </a:lnTo>
                  <a:lnTo>
                    <a:pt x="1679" y="100"/>
                  </a:lnTo>
                  <a:lnTo>
                    <a:pt x="1699" y="80"/>
                  </a:lnTo>
                  <a:lnTo>
                    <a:pt x="1699" y="60"/>
                  </a:lnTo>
                  <a:lnTo>
                    <a:pt x="1699" y="40"/>
                  </a:lnTo>
                  <a:lnTo>
                    <a:pt x="1679" y="40"/>
                  </a:lnTo>
                  <a:lnTo>
                    <a:pt x="1679" y="60"/>
                  </a:lnTo>
                  <a:lnTo>
                    <a:pt x="1660" y="60"/>
                  </a:lnTo>
                  <a:lnTo>
                    <a:pt x="1660" y="40"/>
                  </a:lnTo>
                  <a:lnTo>
                    <a:pt x="1660" y="21"/>
                  </a:lnTo>
                  <a:lnTo>
                    <a:pt x="1640" y="80"/>
                  </a:lnTo>
                  <a:lnTo>
                    <a:pt x="1620" y="80"/>
                  </a:lnTo>
                  <a:lnTo>
                    <a:pt x="1600" y="218"/>
                  </a:lnTo>
                  <a:lnTo>
                    <a:pt x="1600" y="119"/>
                  </a:lnTo>
                  <a:lnTo>
                    <a:pt x="1600" y="80"/>
                  </a:lnTo>
                  <a:lnTo>
                    <a:pt x="1581" y="40"/>
                  </a:lnTo>
                  <a:lnTo>
                    <a:pt x="1561" y="80"/>
                  </a:lnTo>
                  <a:lnTo>
                    <a:pt x="1541" y="119"/>
                  </a:lnTo>
                  <a:lnTo>
                    <a:pt x="1521" y="159"/>
                  </a:lnTo>
                  <a:lnTo>
                    <a:pt x="1541" y="60"/>
                  </a:lnTo>
                  <a:lnTo>
                    <a:pt x="1541" y="21"/>
                  </a:lnTo>
                  <a:lnTo>
                    <a:pt x="1541" y="1"/>
                  </a:lnTo>
                  <a:lnTo>
                    <a:pt x="1521" y="21"/>
                  </a:lnTo>
                  <a:lnTo>
                    <a:pt x="1521" y="1"/>
                  </a:lnTo>
                  <a:close/>
                  <a:moveTo>
                    <a:pt x="613" y="1759"/>
                  </a:moveTo>
                  <a:lnTo>
                    <a:pt x="613" y="1759"/>
                  </a:lnTo>
                  <a:lnTo>
                    <a:pt x="613" y="17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20"/>
            <p:cNvSpPr/>
            <p:nvPr/>
          </p:nvSpPr>
          <p:spPr>
            <a:xfrm>
              <a:off x="-1245000" y="41370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20"/>
            <p:cNvSpPr/>
            <p:nvPr/>
          </p:nvSpPr>
          <p:spPr>
            <a:xfrm>
              <a:off x="-1267700" y="41622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20"/>
            <p:cNvSpPr/>
            <p:nvPr/>
          </p:nvSpPr>
          <p:spPr>
            <a:xfrm>
              <a:off x="-1246475" y="41514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20"/>
            <p:cNvSpPr/>
            <p:nvPr/>
          </p:nvSpPr>
          <p:spPr>
            <a:xfrm>
              <a:off x="-1245000" y="4279275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20"/>
            <p:cNvSpPr/>
            <p:nvPr/>
          </p:nvSpPr>
          <p:spPr>
            <a:xfrm>
              <a:off x="-1226225" y="4308925"/>
              <a:ext cx="525" cy="0"/>
            </a:xfrm>
            <a:custGeom>
              <a:rect b="b" l="l" r="r" t="t"/>
              <a:pathLst>
                <a:path extrusionOk="0" h="0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3" name="Google Shape;5413;p20"/>
          <p:cNvGrpSpPr/>
          <p:nvPr/>
        </p:nvGrpSpPr>
        <p:grpSpPr>
          <a:xfrm>
            <a:off x="8430775" y="1189730"/>
            <a:ext cx="679382" cy="871990"/>
            <a:chOff x="8619938" y="2813305"/>
            <a:chExt cx="679382" cy="871990"/>
          </a:xfrm>
        </p:grpSpPr>
        <p:sp>
          <p:nvSpPr>
            <p:cNvPr id="5414" name="Google Shape;5414;p20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20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20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20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20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20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20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20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20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20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20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20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20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20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20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20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20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20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20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20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20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20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20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20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20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20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20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20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42" name="Google Shape;5442;p20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5443" name="Google Shape;5443;p20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" name="Google Shape;5444;p20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_1">
    <p:spTree>
      <p:nvGrpSpPr>
        <p:cNvPr id="5445" name="Shape 5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46" name="Google Shape;5446;p21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5447" name="Google Shape;5447;p21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21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21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21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21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21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21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21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21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21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21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21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21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21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21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21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21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21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21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21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21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21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21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21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21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21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21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21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21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21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21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21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21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21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21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21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21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21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21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21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21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21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21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21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21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21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21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21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21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21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21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21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21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21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21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21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21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21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21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21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21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21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21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21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21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21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21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21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21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21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21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21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21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21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21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21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21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21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21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21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21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21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21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21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21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21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21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21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21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21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21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21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21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21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21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21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21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21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21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21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21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21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21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21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21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21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21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21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21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21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21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21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21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21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21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21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21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64" name="Google Shape;5564;p21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5" name="Google Shape;5565;p21"/>
          <p:cNvSpPr txBox="1"/>
          <p:nvPr>
            <p:ph type="title"/>
          </p:nvPr>
        </p:nvSpPr>
        <p:spPr>
          <a:xfrm>
            <a:off x="788914" y="1437174"/>
            <a:ext cx="4427700" cy="1445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5566" name="Google Shape;5566;p21"/>
          <p:cNvSpPr txBox="1"/>
          <p:nvPr>
            <p:ph idx="1" type="subTitle"/>
          </p:nvPr>
        </p:nvSpPr>
        <p:spPr>
          <a:xfrm>
            <a:off x="789823" y="2974926"/>
            <a:ext cx="44259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67" name="Google Shape;5567;p21"/>
          <p:cNvSpPr/>
          <p:nvPr>
            <p:ph idx="2" type="pic"/>
          </p:nvPr>
        </p:nvSpPr>
        <p:spPr>
          <a:xfrm>
            <a:off x="5528486" y="1158450"/>
            <a:ext cx="2826600" cy="2826600"/>
          </a:xfrm>
          <a:prstGeom prst="roundRect">
            <a:avLst>
              <a:gd fmla="val 16667" name="adj"/>
            </a:avLst>
          </a:prstGeom>
          <a:noFill/>
          <a:ln cap="flat" cmpd="sng" w="7620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  <a:effectLst>
            <a:outerShdw rotWithShape="0" algn="bl" dir="5400000" dist="95250">
              <a:srgbClr val="000000">
                <a:alpha val="20000"/>
              </a:srgbClr>
            </a:outerShdw>
          </a:effectLst>
        </p:spPr>
      </p:sp>
      <p:grpSp>
        <p:nvGrpSpPr>
          <p:cNvPr id="5568" name="Google Shape;5568;p21"/>
          <p:cNvGrpSpPr/>
          <p:nvPr/>
        </p:nvGrpSpPr>
        <p:grpSpPr>
          <a:xfrm rot="-10481891">
            <a:off x="-118671" y="4294507"/>
            <a:ext cx="898145" cy="766754"/>
            <a:chOff x="-252625" y="2918525"/>
            <a:chExt cx="898165" cy="766770"/>
          </a:xfrm>
        </p:grpSpPr>
        <p:sp>
          <p:nvSpPr>
            <p:cNvPr id="5569" name="Google Shape;5569;p21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21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21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21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21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21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21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21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21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21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21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21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21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21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21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21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21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21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21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21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21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21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21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21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21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21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21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21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21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21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21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21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21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21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21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21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5" name="Google Shape;5605;p21"/>
          <p:cNvGrpSpPr/>
          <p:nvPr/>
        </p:nvGrpSpPr>
        <p:grpSpPr>
          <a:xfrm>
            <a:off x="6962250" y="4541913"/>
            <a:ext cx="925639" cy="688028"/>
            <a:chOff x="8588925" y="2091476"/>
            <a:chExt cx="925639" cy="688028"/>
          </a:xfrm>
        </p:grpSpPr>
        <p:sp>
          <p:nvSpPr>
            <p:cNvPr id="5606" name="Google Shape;5606;p21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21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21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21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21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21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21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21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21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21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21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21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21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21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21"/>
          <p:cNvGrpSpPr/>
          <p:nvPr/>
        </p:nvGrpSpPr>
        <p:grpSpPr>
          <a:xfrm>
            <a:off x="8009088" y="-269659"/>
            <a:ext cx="1363145" cy="1433258"/>
            <a:chOff x="8529150" y="-173700"/>
            <a:chExt cx="1669089" cy="1754724"/>
          </a:xfrm>
        </p:grpSpPr>
        <p:sp>
          <p:nvSpPr>
            <p:cNvPr id="5621" name="Google Shape;5621;p21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21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21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21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21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21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21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21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21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21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21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21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21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21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21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21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21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21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21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21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21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21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21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21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21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21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21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21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21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21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21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21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21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21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21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21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21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21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21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21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21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21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3" name="Google Shape;5663;p21"/>
          <p:cNvGrpSpPr/>
          <p:nvPr/>
        </p:nvGrpSpPr>
        <p:grpSpPr>
          <a:xfrm>
            <a:off x="-314833" y="-441745"/>
            <a:ext cx="1646313" cy="1753805"/>
            <a:chOff x="-2092800" y="-1252032"/>
            <a:chExt cx="1956171" cy="2083646"/>
          </a:xfrm>
        </p:grpSpPr>
        <p:sp>
          <p:nvSpPr>
            <p:cNvPr id="5664" name="Google Shape;5664;p21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21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21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21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21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21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21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21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21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21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21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21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21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21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21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21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21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21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21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21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21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21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21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21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21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21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21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21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21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21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21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21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21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21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21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21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21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21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21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21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21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21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21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21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21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21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21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21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21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3" name="Google Shape;5713;p21"/>
          <p:cNvGrpSpPr/>
          <p:nvPr/>
        </p:nvGrpSpPr>
        <p:grpSpPr>
          <a:xfrm>
            <a:off x="8042790" y="3923975"/>
            <a:ext cx="1294621" cy="1350901"/>
            <a:chOff x="8465725" y="2863051"/>
            <a:chExt cx="1956212" cy="2041561"/>
          </a:xfrm>
        </p:grpSpPr>
        <p:sp>
          <p:nvSpPr>
            <p:cNvPr id="5714" name="Google Shape;5714;p21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21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21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21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21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21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21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21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21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21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21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21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21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21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21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21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21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21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21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21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21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21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21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21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21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21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21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21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21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21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21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21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21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21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21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21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21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21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21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21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21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21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21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21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14_2">
    <p:spTree>
      <p:nvGrpSpPr>
        <p:cNvPr id="5758" name="Shape 5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59" name="Google Shape;5759;p22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5760" name="Google Shape;5760;p22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22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22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22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22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22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22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22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22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22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22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22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22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22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22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22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22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22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22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22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22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22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22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22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22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22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22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22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22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22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22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22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22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22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22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22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22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22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22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22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22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22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22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22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22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22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22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22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22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22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22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22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22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22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22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22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22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22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22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22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22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22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22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22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22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22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22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22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22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22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22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22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22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22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22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22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22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22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22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22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22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22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22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22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22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22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22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22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22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22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22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22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22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22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22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22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22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22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22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22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22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22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22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22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22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22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22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22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22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22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22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22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22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22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22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22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22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7" name="Google Shape;5877;p22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8" name="Google Shape;5878;p22"/>
          <p:cNvSpPr txBox="1"/>
          <p:nvPr>
            <p:ph idx="1" type="subTitle"/>
          </p:nvPr>
        </p:nvSpPr>
        <p:spPr>
          <a:xfrm>
            <a:off x="4641399" y="1439850"/>
            <a:ext cx="3571200" cy="243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879" name="Google Shape;5879;p22"/>
          <p:cNvSpPr txBox="1"/>
          <p:nvPr>
            <p:ph idx="2" type="subTitle"/>
          </p:nvPr>
        </p:nvSpPr>
        <p:spPr>
          <a:xfrm>
            <a:off x="931401" y="1439850"/>
            <a:ext cx="3571800" cy="243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880" name="Google Shape;5880;p22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5881" name="Google Shape;5881;p22"/>
          <p:cNvGrpSpPr/>
          <p:nvPr/>
        </p:nvGrpSpPr>
        <p:grpSpPr>
          <a:xfrm>
            <a:off x="-184950" y="749275"/>
            <a:ext cx="898165" cy="766770"/>
            <a:chOff x="-252625" y="2918525"/>
            <a:chExt cx="898165" cy="766770"/>
          </a:xfrm>
        </p:grpSpPr>
        <p:sp>
          <p:nvSpPr>
            <p:cNvPr id="5882" name="Google Shape;5882;p22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22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22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22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22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22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22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22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22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22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22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22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22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22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22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22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22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22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22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22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22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22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22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22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22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22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22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22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22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22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22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22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22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22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22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22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8" name="Google Shape;5918;p22"/>
          <p:cNvGrpSpPr/>
          <p:nvPr/>
        </p:nvGrpSpPr>
        <p:grpSpPr>
          <a:xfrm>
            <a:off x="4082300" y="4599413"/>
            <a:ext cx="925639" cy="688028"/>
            <a:chOff x="8588925" y="2091476"/>
            <a:chExt cx="925639" cy="688028"/>
          </a:xfrm>
        </p:grpSpPr>
        <p:sp>
          <p:nvSpPr>
            <p:cNvPr id="5919" name="Google Shape;5919;p22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22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22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22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22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22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22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22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22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22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22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22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22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22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3" name="Google Shape;5933;p22"/>
          <p:cNvGrpSpPr/>
          <p:nvPr/>
        </p:nvGrpSpPr>
        <p:grpSpPr>
          <a:xfrm rot="2099625">
            <a:off x="8529932" y="2530048"/>
            <a:ext cx="1363242" cy="1433141"/>
            <a:chOff x="8529150" y="-173700"/>
            <a:chExt cx="1669089" cy="1754724"/>
          </a:xfrm>
        </p:grpSpPr>
        <p:sp>
          <p:nvSpPr>
            <p:cNvPr id="5934" name="Google Shape;5934;p22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22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22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22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22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22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22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22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22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22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22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22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22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22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22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22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22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22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22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22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22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22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22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22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22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22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22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22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22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22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22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22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22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22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22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22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22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22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22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22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22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22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26">
    <p:spTree>
      <p:nvGrpSpPr>
        <p:cNvPr id="5976" name="Shape 5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77" name="Google Shape;5977;p23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5978" name="Google Shape;5978;p23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23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23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2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2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23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23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2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2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23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23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2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2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23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23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2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2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23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23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2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2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23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23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2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2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23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23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2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2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23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23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2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2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23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23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2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2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23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23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2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2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23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23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2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2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23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23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2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2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23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23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2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2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23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23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2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2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23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23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2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2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23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23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2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2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23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23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2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2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23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23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2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2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23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23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2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2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23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23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2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2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23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23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2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2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23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23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2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2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23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23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2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2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23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23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2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2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23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23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2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2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23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23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2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2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23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23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2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2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23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23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2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2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23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23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2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2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5" name="Google Shape;6095;p23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6" name="Google Shape;6096;p23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097" name="Google Shape;6097;p23"/>
          <p:cNvSpPr txBox="1"/>
          <p:nvPr>
            <p:ph idx="1" type="subTitle"/>
          </p:nvPr>
        </p:nvSpPr>
        <p:spPr>
          <a:xfrm>
            <a:off x="4608562" y="982650"/>
            <a:ext cx="3815400" cy="361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●"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9pPr>
          </a:lstStyle>
          <a:p/>
        </p:txBody>
      </p:sp>
      <p:sp>
        <p:nvSpPr>
          <p:cNvPr id="6098" name="Google Shape;6098;p23"/>
          <p:cNvSpPr txBox="1"/>
          <p:nvPr>
            <p:ph idx="2" type="subTitle"/>
          </p:nvPr>
        </p:nvSpPr>
        <p:spPr>
          <a:xfrm>
            <a:off x="720038" y="982650"/>
            <a:ext cx="3816000" cy="361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●"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9pPr>
          </a:lstStyle>
          <a:p/>
        </p:txBody>
      </p:sp>
      <p:grpSp>
        <p:nvGrpSpPr>
          <p:cNvPr id="6099" name="Google Shape;6099;p23"/>
          <p:cNvGrpSpPr/>
          <p:nvPr/>
        </p:nvGrpSpPr>
        <p:grpSpPr>
          <a:xfrm>
            <a:off x="1795825" y="4599425"/>
            <a:ext cx="898165" cy="766770"/>
            <a:chOff x="-252625" y="2918525"/>
            <a:chExt cx="898165" cy="766770"/>
          </a:xfrm>
        </p:grpSpPr>
        <p:sp>
          <p:nvSpPr>
            <p:cNvPr id="6100" name="Google Shape;6100;p23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23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23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23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23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23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23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23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23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23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23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23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23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23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23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23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23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23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23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23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23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23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23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23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23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23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23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23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23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23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23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23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23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23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23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23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6" name="Google Shape;6136;p23"/>
          <p:cNvGrpSpPr/>
          <p:nvPr/>
        </p:nvGrpSpPr>
        <p:grpSpPr>
          <a:xfrm rot="6417267">
            <a:off x="-212396" y="1479732"/>
            <a:ext cx="925603" cy="688001"/>
            <a:chOff x="8588925" y="2091476"/>
            <a:chExt cx="925639" cy="688028"/>
          </a:xfrm>
        </p:grpSpPr>
        <p:sp>
          <p:nvSpPr>
            <p:cNvPr id="6137" name="Google Shape;6137;p23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23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23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23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23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23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23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23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23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23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23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23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23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23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1" name="Google Shape;6151;p23"/>
          <p:cNvGrpSpPr/>
          <p:nvPr/>
        </p:nvGrpSpPr>
        <p:grpSpPr>
          <a:xfrm rot="6417267">
            <a:off x="8330079" y="4013532"/>
            <a:ext cx="925603" cy="688001"/>
            <a:chOff x="8588925" y="2091476"/>
            <a:chExt cx="925639" cy="688028"/>
          </a:xfrm>
        </p:grpSpPr>
        <p:sp>
          <p:nvSpPr>
            <p:cNvPr id="6152" name="Google Shape;6152;p23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23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23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23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23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23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23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23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23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23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23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23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23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23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6" name="Google Shape;6166;p23"/>
          <p:cNvGrpSpPr/>
          <p:nvPr/>
        </p:nvGrpSpPr>
        <p:grpSpPr>
          <a:xfrm rot="6127006">
            <a:off x="8317854" y="49716"/>
            <a:ext cx="1047234" cy="979578"/>
            <a:chOff x="-252624" y="1601574"/>
            <a:chExt cx="1047258" cy="979600"/>
          </a:xfrm>
        </p:grpSpPr>
        <p:sp>
          <p:nvSpPr>
            <p:cNvPr id="6167" name="Google Shape;6167;p23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23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23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23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23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23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23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23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23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23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23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23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23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4_1">
    <p:spTree>
      <p:nvGrpSpPr>
        <p:cNvPr id="6180" name="Shape 6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81" name="Google Shape;6181;p24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6182" name="Google Shape;6182;p24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24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24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2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2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24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24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2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2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24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24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2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2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24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24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2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2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24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24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2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2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24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24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2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2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24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24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2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2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24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24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2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2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24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24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2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2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24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24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2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2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24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24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2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2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24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24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2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2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24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24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2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2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24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24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2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2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24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24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2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2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24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24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2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2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24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24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2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2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24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24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2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2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24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24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2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2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24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24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2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2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24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24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2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2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24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24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2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2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24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24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2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2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24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24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2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2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24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24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2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2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24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24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2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2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24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24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2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2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24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24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2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2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24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24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2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2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9" name="Google Shape;6299;p24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0" name="Google Shape;6300;p24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301" name="Google Shape;6301;p24"/>
          <p:cNvSpPr txBox="1"/>
          <p:nvPr>
            <p:ph idx="1" type="subTitle"/>
          </p:nvPr>
        </p:nvSpPr>
        <p:spPr>
          <a:xfrm>
            <a:off x="720004" y="2822700"/>
            <a:ext cx="25017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6302" name="Google Shape;6302;p24"/>
          <p:cNvSpPr txBox="1"/>
          <p:nvPr>
            <p:ph idx="2" type="subTitle"/>
          </p:nvPr>
        </p:nvSpPr>
        <p:spPr>
          <a:xfrm>
            <a:off x="3319275" y="2822700"/>
            <a:ext cx="25017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6303" name="Google Shape;6303;p24"/>
          <p:cNvSpPr txBox="1"/>
          <p:nvPr>
            <p:ph idx="3" type="subTitle"/>
          </p:nvPr>
        </p:nvSpPr>
        <p:spPr>
          <a:xfrm>
            <a:off x="5920421" y="2822700"/>
            <a:ext cx="25017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6304" name="Google Shape;6304;p24"/>
          <p:cNvSpPr txBox="1"/>
          <p:nvPr>
            <p:ph idx="4" type="title"/>
          </p:nvPr>
        </p:nvSpPr>
        <p:spPr>
          <a:xfrm>
            <a:off x="719929" y="2603244"/>
            <a:ext cx="25056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305" name="Google Shape;6305;p24"/>
          <p:cNvSpPr txBox="1"/>
          <p:nvPr>
            <p:ph idx="5" type="title"/>
          </p:nvPr>
        </p:nvSpPr>
        <p:spPr>
          <a:xfrm>
            <a:off x="3319200" y="2603244"/>
            <a:ext cx="25056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306" name="Google Shape;6306;p24"/>
          <p:cNvSpPr txBox="1"/>
          <p:nvPr>
            <p:ph idx="6" type="title"/>
          </p:nvPr>
        </p:nvSpPr>
        <p:spPr>
          <a:xfrm>
            <a:off x="5918471" y="2603244"/>
            <a:ext cx="25056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6307" name="Google Shape;6307;p24"/>
          <p:cNvGrpSpPr/>
          <p:nvPr/>
        </p:nvGrpSpPr>
        <p:grpSpPr>
          <a:xfrm rot="941329">
            <a:off x="8365223" y="4250258"/>
            <a:ext cx="1047209" cy="979555"/>
            <a:chOff x="-252624" y="1601574"/>
            <a:chExt cx="1047258" cy="979600"/>
          </a:xfrm>
        </p:grpSpPr>
        <p:sp>
          <p:nvSpPr>
            <p:cNvPr id="6308" name="Google Shape;6308;p24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24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24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24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24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24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24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24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24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24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24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24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24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1" name="Google Shape;6321;p24"/>
          <p:cNvGrpSpPr/>
          <p:nvPr/>
        </p:nvGrpSpPr>
        <p:grpSpPr>
          <a:xfrm>
            <a:off x="8426050" y="765563"/>
            <a:ext cx="925639" cy="688028"/>
            <a:chOff x="8588925" y="2091476"/>
            <a:chExt cx="925639" cy="688028"/>
          </a:xfrm>
        </p:grpSpPr>
        <p:sp>
          <p:nvSpPr>
            <p:cNvPr id="6322" name="Google Shape;6322;p24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24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24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24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24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24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24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24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24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24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24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24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24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24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6" name="Google Shape;6336;p24"/>
          <p:cNvGrpSpPr/>
          <p:nvPr/>
        </p:nvGrpSpPr>
        <p:grpSpPr>
          <a:xfrm>
            <a:off x="0" y="4101055"/>
            <a:ext cx="679382" cy="871990"/>
            <a:chOff x="8619938" y="2813305"/>
            <a:chExt cx="679382" cy="871990"/>
          </a:xfrm>
        </p:grpSpPr>
        <p:sp>
          <p:nvSpPr>
            <p:cNvPr id="6337" name="Google Shape;6337;p24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24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24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24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24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24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24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24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24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24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24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24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24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24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24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24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24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24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24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24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24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24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24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24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24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24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24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24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65" name="Google Shape;6365;p24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6366" name="Google Shape;6366;p24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7" name="Google Shape;6367;p24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6368" name="Shape 6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69" name="Google Shape;6369;p25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6370" name="Google Shape;6370;p25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25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25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25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25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25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25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25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25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25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25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25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25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25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25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25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25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25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25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25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25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25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25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25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25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25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25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25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25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25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25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25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25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25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25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25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25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25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25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25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25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25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25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25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25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25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25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25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25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25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25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25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25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25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25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25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25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25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25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25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25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25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25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25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25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25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25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25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25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25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25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25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25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25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25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25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25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25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25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25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25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25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25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25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25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25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25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25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25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25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25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25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25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25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25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25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25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25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25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25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25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25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25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25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25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25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25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25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25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25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25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25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25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25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25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25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25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7" name="Google Shape;6487;p25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8" name="Google Shape;6488;p25"/>
          <p:cNvSpPr txBox="1"/>
          <p:nvPr>
            <p:ph type="title"/>
          </p:nvPr>
        </p:nvSpPr>
        <p:spPr>
          <a:xfrm>
            <a:off x="2365778" y="1552266"/>
            <a:ext cx="1978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489" name="Google Shape;6489;p25"/>
          <p:cNvSpPr txBox="1"/>
          <p:nvPr>
            <p:ph idx="1" type="subTitle"/>
          </p:nvPr>
        </p:nvSpPr>
        <p:spPr>
          <a:xfrm>
            <a:off x="2365778" y="1763686"/>
            <a:ext cx="1978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490" name="Google Shape;6490;p25"/>
          <p:cNvSpPr txBox="1"/>
          <p:nvPr>
            <p:ph idx="2" type="title"/>
          </p:nvPr>
        </p:nvSpPr>
        <p:spPr>
          <a:xfrm>
            <a:off x="5721659" y="1552266"/>
            <a:ext cx="1978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491" name="Google Shape;6491;p25"/>
          <p:cNvSpPr txBox="1"/>
          <p:nvPr>
            <p:ph idx="3" type="subTitle"/>
          </p:nvPr>
        </p:nvSpPr>
        <p:spPr>
          <a:xfrm>
            <a:off x="5721659" y="1763686"/>
            <a:ext cx="1978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492" name="Google Shape;6492;p25"/>
          <p:cNvSpPr txBox="1"/>
          <p:nvPr>
            <p:ph idx="4" type="title"/>
          </p:nvPr>
        </p:nvSpPr>
        <p:spPr>
          <a:xfrm>
            <a:off x="2365778" y="3077506"/>
            <a:ext cx="1975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493" name="Google Shape;6493;p25"/>
          <p:cNvSpPr txBox="1"/>
          <p:nvPr>
            <p:ph idx="5" type="subTitle"/>
          </p:nvPr>
        </p:nvSpPr>
        <p:spPr>
          <a:xfrm>
            <a:off x="2365778" y="3288925"/>
            <a:ext cx="1978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494" name="Google Shape;6494;p25"/>
          <p:cNvSpPr txBox="1"/>
          <p:nvPr>
            <p:ph idx="6" type="title"/>
          </p:nvPr>
        </p:nvSpPr>
        <p:spPr>
          <a:xfrm>
            <a:off x="5721659" y="3077506"/>
            <a:ext cx="1978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495" name="Google Shape;6495;p25"/>
          <p:cNvSpPr txBox="1"/>
          <p:nvPr>
            <p:ph idx="7" type="subTitle"/>
          </p:nvPr>
        </p:nvSpPr>
        <p:spPr>
          <a:xfrm>
            <a:off x="5721659" y="3288925"/>
            <a:ext cx="1978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496" name="Google Shape;6496;p25"/>
          <p:cNvSpPr txBox="1"/>
          <p:nvPr>
            <p:ph idx="8"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6497" name="Google Shape;6497;p25"/>
          <p:cNvGrpSpPr/>
          <p:nvPr/>
        </p:nvGrpSpPr>
        <p:grpSpPr>
          <a:xfrm>
            <a:off x="8497450" y="713375"/>
            <a:ext cx="898165" cy="766770"/>
            <a:chOff x="-252625" y="2918525"/>
            <a:chExt cx="898165" cy="766770"/>
          </a:xfrm>
        </p:grpSpPr>
        <p:sp>
          <p:nvSpPr>
            <p:cNvPr id="6498" name="Google Shape;6498;p25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25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25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25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25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25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25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25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25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25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25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25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25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25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25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25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25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25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25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25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25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25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25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25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25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25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25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25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25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25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25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25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25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25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25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25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25"/>
          <p:cNvGrpSpPr/>
          <p:nvPr/>
        </p:nvGrpSpPr>
        <p:grpSpPr>
          <a:xfrm flipH="1" rot="-1282427">
            <a:off x="-345303" y="4000189"/>
            <a:ext cx="1294657" cy="1350951"/>
            <a:chOff x="8465725" y="2863051"/>
            <a:chExt cx="1956212" cy="2041561"/>
          </a:xfrm>
        </p:grpSpPr>
        <p:sp>
          <p:nvSpPr>
            <p:cNvPr id="6535" name="Google Shape;6535;p25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25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25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25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25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25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25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25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25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25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25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25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25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25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25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25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25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25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25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25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25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25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25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25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25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25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25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25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25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25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25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25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25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25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25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25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25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25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25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25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25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25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25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25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9" name="Google Shape;6579;p25"/>
          <p:cNvGrpSpPr/>
          <p:nvPr/>
        </p:nvGrpSpPr>
        <p:grpSpPr>
          <a:xfrm>
            <a:off x="-314825" y="1642175"/>
            <a:ext cx="898165" cy="766770"/>
            <a:chOff x="-252625" y="2918525"/>
            <a:chExt cx="898165" cy="766770"/>
          </a:xfrm>
        </p:grpSpPr>
        <p:sp>
          <p:nvSpPr>
            <p:cNvPr id="6580" name="Google Shape;6580;p25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25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25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25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25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25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25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25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25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25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25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25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25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25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25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25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25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25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25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25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25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25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25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25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25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25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25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25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25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25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25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25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25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25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25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25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6" name="Google Shape;6616;p25"/>
          <p:cNvGrpSpPr/>
          <p:nvPr/>
        </p:nvGrpSpPr>
        <p:grpSpPr>
          <a:xfrm>
            <a:off x="8178000" y="4356788"/>
            <a:ext cx="925639" cy="688028"/>
            <a:chOff x="8588925" y="2091476"/>
            <a:chExt cx="925639" cy="688028"/>
          </a:xfrm>
        </p:grpSpPr>
        <p:sp>
          <p:nvSpPr>
            <p:cNvPr id="6617" name="Google Shape;6617;p25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25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25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25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25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25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25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25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25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25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25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25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25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25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5_1">
    <p:spTree>
      <p:nvGrpSpPr>
        <p:cNvPr id="6631" name="Shape 6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32" name="Google Shape;6632;p26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6633" name="Google Shape;6633;p26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26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26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26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26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26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26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26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26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26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26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26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26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26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26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26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26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26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26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26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26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26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26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26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26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26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26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26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26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26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26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26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26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26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26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26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26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26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26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26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26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26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26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26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26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26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26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26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26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26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26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26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26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26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26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26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26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26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26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26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26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26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26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26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26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26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26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26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26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26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26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26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26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26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26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26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26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26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26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26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26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26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26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26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26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26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26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26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26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26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26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26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26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26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26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26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26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26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26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26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26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26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26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26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26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26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26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26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26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26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26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26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26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26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26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26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26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0" name="Google Shape;6750;p26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1" name="Google Shape;6751;p26"/>
          <p:cNvSpPr txBox="1"/>
          <p:nvPr>
            <p:ph type="title"/>
          </p:nvPr>
        </p:nvSpPr>
        <p:spPr>
          <a:xfrm>
            <a:off x="2119715" y="1971872"/>
            <a:ext cx="21039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52" name="Google Shape;6752;p26"/>
          <p:cNvSpPr txBox="1"/>
          <p:nvPr>
            <p:ph idx="1" type="subTitle"/>
          </p:nvPr>
        </p:nvSpPr>
        <p:spPr>
          <a:xfrm>
            <a:off x="2119715" y="2201880"/>
            <a:ext cx="2103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53" name="Google Shape;6753;p26"/>
          <p:cNvSpPr txBox="1"/>
          <p:nvPr>
            <p:ph idx="2" type="title"/>
          </p:nvPr>
        </p:nvSpPr>
        <p:spPr>
          <a:xfrm>
            <a:off x="4920385" y="1971872"/>
            <a:ext cx="21039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54" name="Google Shape;6754;p26"/>
          <p:cNvSpPr txBox="1"/>
          <p:nvPr>
            <p:ph idx="3" type="subTitle"/>
          </p:nvPr>
        </p:nvSpPr>
        <p:spPr>
          <a:xfrm>
            <a:off x="4920385" y="2201880"/>
            <a:ext cx="2103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55" name="Google Shape;6755;p26"/>
          <p:cNvSpPr txBox="1"/>
          <p:nvPr>
            <p:ph idx="4" type="title"/>
          </p:nvPr>
        </p:nvSpPr>
        <p:spPr>
          <a:xfrm>
            <a:off x="721491" y="3801918"/>
            <a:ext cx="21009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56" name="Google Shape;6756;p26"/>
          <p:cNvSpPr txBox="1"/>
          <p:nvPr>
            <p:ph idx="5" type="subTitle"/>
          </p:nvPr>
        </p:nvSpPr>
        <p:spPr>
          <a:xfrm>
            <a:off x="719991" y="4031926"/>
            <a:ext cx="2103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57" name="Google Shape;6757;p26"/>
          <p:cNvSpPr txBox="1"/>
          <p:nvPr>
            <p:ph idx="6" type="title"/>
          </p:nvPr>
        </p:nvSpPr>
        <p:spPr>
          <a:xfrm>
            <a:off x="3519569" y="3801918"/>
            <a:ext cx="21039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58" name="Google Shape;6758;p26"/>
          <p:cNvSpPr txBox="1"/>
          <p:nvPr>
            <p:ph idx="7" type="subTitle"/>
          </p:nvPr>
        </p:nvSpPr>
        <p:spPr>
          <a:xfrm>
            <a:off x="3519569" y="4031926"/>
            <a:ext cx="2103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59" name="Google Shape;6759;p26"/>
          <p:cNvSpPr txBox="1"/>
          <p:nvPr>
            <p:ph idx="8"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760" name="Google Shape;6760;p26"/>
          <p:cNvSpPr txBox="1"/>
          <p:nvPr>
            <p:ph idx="9" type="title"/>
          </p:nvPr>
        </p:nvSpPr>
        <p:spPr>
          <a:xfrm>
            <a:off x="6320109" y="3801918"/>
            <a:ext cx="21039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61" name="Google Shape;6761;p26"/>
          <p:cNvSpPr txBox="1"/>
          <p:nvPr>
            <p:ph idx="13" type="subTitle"/>
          </p:nvPr>
        </p:nvSpPr>
        <p:spPr>
          <a:xfrm>
            <a:off x="6320109" y="4031926"/>
            <a:ext cx="2103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762" name="Google Shape;6762;p26"/>
          <p:cNvGrpSpPr/>
          <p:nvPr/>
        </p:nvGrpSpPr>
        <p:grpSpPr>
          <a:xfrm rot="5575744">
            <a:off x="8379998" y="2747748"/>
            <a:ext cx="925645" cy="688032"/>
            <a:chOff x="8588925" y="2091476"/>
            <a:chExt cx="925639" cy="688028"/>
          </a:xfrm>
        </p:grpSpPr>
        <p:sp>
          <p:nvSpPr>
            <p:cNvPr id="6763" name="Google Shape;6763;p26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26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26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26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26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26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26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26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26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26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26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26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26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26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7" name="Google Shape;6777;p26"/>
          <p:cNvGrpSpPr/>
          <p:nvPr/>
        </p:nvGrpSpPr>
        <p:grpSpPr>
          <a:xfrm rot="-3856990">
            <a:off x="-261341" y="1401919"/>
            <a:ext cx="1047200" cy="979546"/>
            <a:chOff x="-252624" y="1601574"/>
            <a:chExt cx="1047258" cy="979600"/>
          </a:xfrm>
        </p:grpSpPr>
        <p:sp>
          <p:nvSpPr>
            <p:cNvPr id="6778" name="Google Shape;6778;p26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26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26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26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26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26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26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26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26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26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26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26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26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6791" name="Shape 6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92" name="Google Shape;6792;p27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6793" name="Google Shape;6793;p27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27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27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27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27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27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27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27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27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27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27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27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27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27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27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27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27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27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27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27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27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27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27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27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27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27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27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27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27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27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27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27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27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27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27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27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27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27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27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27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27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27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27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27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27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27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27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27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27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27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27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27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27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27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27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27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27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27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27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27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27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27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27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27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27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27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27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27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27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27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27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27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27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27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27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27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27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27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27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27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27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27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27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27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27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27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27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27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27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27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27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27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27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27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27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27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27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27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27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27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27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27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27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27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27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27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27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27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27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27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27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27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27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27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27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27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27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0" name="Google Shape;6910;p27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1" name="Google Shape;6911;p27"/>
          <p:cNvSpPr txBox="1"/>
          <p:nvPr>
            <p:ph type="title"/>
          </p:nvPr>
        </p:nvSpPr>
        <p:spPr>
          <a:xfrm>
            <a:off x="2259472" y="1298980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9pPr>
          </a:lstStyle>
          <a:p/>
        </p:txBody>
      </p:sp>
      <p:sp>
        <p:nvSpPr>
          <p:cNvPr id="6912" name="Google Shape;6912;p27"/>
          <p:cNvSpPr txBox="1"/>
          <p:nvPr>
            <p:ph idx="1" type="subTitle"/>
          </p:nvPr>
        </p:nvSpPr>
        <p:spPr>
          <a:xfrm>
            <a:off x="2259472" y="1508019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13" name="Google Shape;6913;p27"/>
          <p:cNvSpPr txBox="1"/>
          <p:nvPr>
            <p:ph idx="2" type="title"/>
          </p:nvPr>
        </p:nvSpPr>
        <p:spPr>
          <a:xfrm>
            <a:off x="5811147" y="1298980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9pPr>
          </a:lstStyle>
          <a:p/>
        </p:txBody>
      </p:sp>
      <p:sp>
        <p:nvSpPr>
          <p:cNvPr id="6914" name="Google Shape;6914;p27"/>
          <p:cNvSpPr txBox="1"/>
          <p:nvPr>
            <p:ph idx="3" type="subTitle"/>
          </p:nvPr>
        </p:nvSpPr>
        <p:spPr>
          <a:xfrm>
            <a:off x="5811147" y="1508019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15" name="Google Shape;6915;p27"/>
          <p:cNvSpPr txBox="1"/>
          <p:nvPr>
            <p:ph idx="4" type="title"/>
          </p:nvPr>
        </p:nvSpPr>
        <p:spPr>
          <a:xfrm>
            <a:off x="2259472" y="2471310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9pPr>
          </a:lstStyle>
          <a:p/>
        </p:txBody>
      </p:sp>
      <p:sp>
        <p:nvSpPr>
          <p:cNvPr id="6916" name="Google Shape;6916;p27"/>
          <p:cNvSpPr txBox="1"/>
          <p:nvPr>
            <p:ph idx="5" type="subTitle"/>
          </p:nvPr>
        </p:nvSpPr>
        <p:spPr>
          <a:xfrm>
            <a:off x="2259472" y="2680348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17" name="Google Shape;6917;p27"/>
          <p:cNvSpPr txBox="1"/>
          <p:nvPr>
            <p:ph idx="6" type="title"/>
          </p:nvPr>
        </p:nvSpPr>
        <p:spPr>
          <a:xfrm>
            <a:off x="5811147" y="2471310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9pPr>
          </a:lstStyle>
          <a:p/>
        </p:txBody>
      </p:sp>
      <p:sp>
        <p:nvSpPr>
          <p:cNvPr id="6918" name="Google Shape;6918;p27"/>
          <p:cNvSpPr txBox="1"/>
          <p:nvPr>
            <p:ph idx="7" type="subTitle"/>
          </p:nvPr>
        </p:nvSpPr>
        <p:spPr>
          <a:xfrm>
            <a:off x="5811147" y="2680348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19" name="Google Shape;6919;p27"/>
          <p:cNvSpPr txBox="1"/>
          <p:nvPr>
            <p:ph idx="8" type="title"/>
          </p:nvPr>
        </p:nvSpPr>
        <p:spPr>
          <a:xfrm>
            <a:off x="5811147" y="3650884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9pPr>
          </a:lstStyle>
          <a:p/>
        </p:txBody>
      </p:sp>
      <p:sp>
        <p:nvSpPr>
          <p:cNvPr id="6920" name="Google Shape;6920;p27"/>
          <p:cNvSpPr txBox="1"/>
          <p:nvPr>
            <p:ph idx="9" type="subTitle"/>
          </p:nvPr>
        </p:nvSpPr>
        <p:spPr>
          <a:xfrm>
            <a:off x="5811147" y="3859922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21" name="Google Shape;6921;p27"/>
          <p:cNvSpPr txBox="1"/>
          <p:nvPr>
            <p:ph idx="13" type="title"/>
          </p:nvPr>
        </p:nvSpPr>
        <p:spPr>
          <a:xfrm>
            <a:off x="2259472" y="3650884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9pPr>
          </a:lstStyle>
          <a:p/>
        </p:txBody>
      </p:sp>
      <p:sp>
        <p:nvSpPr>
          <p:cNvPr id="6922" name="Google Shape;6922;p27"/>
          <p:cNvSpPr txBox="1"/>
          <p:nvPr>
            <p:ph idx="14" type="subTitle"/>
          </p:nvPr>
        </p:nvSpPr>
        <p:spPr>
          <a:xfrm>
            <a:off x="2259472" y="3859922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23" name="Google Shape;6923;p27"/>
          <p:cNvSpPr txBox="1"/>
          <p:nvPr>
            <p:ph idx="15"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6924" name="Google Shape;6924;p27"/>
          <p:cNvGrpSpPr/>
          <p:nvPr/>
        </p:nvGrpSpPr>
        <p:grpSpPr>
          <a:xfrm rot="-1727288">
            <a:off x="-697552" y="3798756"/>
            <a:ext cx="1646350" cy="1753736"/>
            <a:chOff x="-2092800" y="-1252032"/>
            <a:chExt cx="1956171" cy="2083646"/>
          </a:xfrm>
        </p:grpSpPr>
        <p:sp>
          <p:nvSpPr>
            <p:cNvPr id="6925" name="Google Shape;6925;p27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27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27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27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27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27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27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27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27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27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27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27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27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27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27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27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27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27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27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27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27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27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27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27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27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27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27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27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27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27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27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27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27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27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27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27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27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27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27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27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27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27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27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27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27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27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27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27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27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4" name="Google Shape;6974;p27"/>
          <p:cNvGrpSpPr/>
          <p:nvPr/>
        </p:nvGrpSpPr>
        <p:grpSpPr>
          <a:xfrm rot="5180166">
            <a:off x="8422634" y="-17248"/>
            <a:ext cx="1047199" cy="979545"/>
            <a:chOff x="-252624" y="1601574"/>
            <a:chExt cx="1047258" cy="979600"/>
          </a:xfrm>
        </p:grpSpPr>
        <p:sp>
          <p:nvSpPr>
            <p:cNvPr id="6975" name="Google Shape;6975;p27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27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27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27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27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27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27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27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27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27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27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27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27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1">
  <p:cSld name="CUSTOM_7_1">
    <p:spTree>
      <p:nvGrpSpPr>
        <p:cNvPr id="6988" name="Shape 6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89" name="Google Shape;6989;p28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6990" name="Google Shape;6990;p28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28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28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28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28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28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28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28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28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28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28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28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28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28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28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28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28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28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28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28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28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28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28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28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28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28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28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28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28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28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28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28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28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28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28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28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28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28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28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28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28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28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28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28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28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28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28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28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28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28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28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28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28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28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28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28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28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28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28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28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28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28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28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28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28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28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28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28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28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28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28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28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28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28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28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28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28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28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28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28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28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28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28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28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28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28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28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28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28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28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28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28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28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28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28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28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28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28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28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28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28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28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28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28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28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28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28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28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28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28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28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28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28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28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28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28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28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7" name="Google Shape;7107;p28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8" name="Google Shape;7108;p28"/>
          <p:cNvSpPr txBox="1"/>
          <p:nvPr>
            <p:ph type="title"/>
          </p:nvPr>
        </p:nvSpPr>
        <p:spPr>
          <a:xfrm>
            <a:off x="1023437" y="2006021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09" name="Google Shape;7109;p28"/>
          <p:cNvSpPr txBox="1"/>
          <p:nvPr>
            <p:ph idx="1" type="subTitle"/>
          </p:nvPr>
        </p:nvSpPr>
        <p:spPr>
          <a:xfrm>
            <a:off x="1023437" y="2235730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10" name="Google Shape;7110;p28"/>
          <p:cNvSpPr txBox="1"/>
          <p:nvPr>
            <p:ph idx="2" type="title"/>
          </p:nvPr>
        </p:nvSpPr>
        <p:spPr>
          <a:xfrm>
            <a:off x="3579000" y="2006021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11" name="Google Shape;7111;p28"/>
          <p:cNvSpPr txBox="1"/>
          <p:nvPr>
            <p:ph idx="3" type="subTitle"/>
          </p:nvPr>
        </p:nvSpPr>
        <p:spPr>
          <a:xfrm>
            <a:off x="3579000" y="2235730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12" name="Google Shape;7112;p28"/>
          <p:cNvSpPr txBox="1"/>
          <p:nvPr>
            <p:ph idx="4" type="title"/>
          </p:nvPr>
        </p:nvSpPr>
        <p:spPr>
          <a:xfrm>
            <a:off x="1023437" y="3790939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13" name="Google Shape;7113;p28"/>
          <p:cNvSpPr txBox="1"/>
          <p:nvPr>
            <p:ph idx="5" type="subTitle"/>
          </p:nvPr>
        </p:nvSpPr>
        <p:spPr>
          <a:xfrm>
            <a:off x="1023437" y="4021375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14" name="Google Shape;7114;p28"/>
          <p:cNvSpPr txBox="1"/>
          <p:nvPr>
            <p:ph idx="6" type="title"/>
          </p:nvPr>
        </p:nvSpPr>
        <p:spPr>
          <a:xfrm>
            <a:off x="3579000" y="3790939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15" name="Google Shape;7115;p28"/>
          <p:cNvSpPr txBox="1"/>
          <p:nvPr>
            <p:ph idx="7" type="subTitle"/>
          </p:nvPr>
        </p:nvSpPr>
        <p:spPr>
          <a:xfrm>
            <a:off x="3579000" y="4021375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16" name="Google Shape;7116;p28"/>
          <p:cNvSpPr txBox="1"/>
          <p:nvPr>
            <p:ph idx="8" type="title"/>
          </p:nvPr>
        </p:nvSpPr>
        <p:spPr>
          <a:xfrm>
            <a:off x="6134563" y="2006021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17" name="Google Shape;7117;p28"/>
          <p:cNvSpPr txBox="1"/>
          <p:nvPr>
            <p:ph idx="9" type="subTitle"/>
          </p:nvPr>
        </p:nvSpPr>
        <p:spPr>
          <a:xfrm>
            <a:off x="6134563" y="2235730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18" name="Google Shape;7118;p28"/>
          <p:cNvSpPr txBox="1"/>
          <p:nvPr>
            <p:ph idx="13" type="title"/>
          </p:nvPr>
        </p:nvSpPr>
        <p:spPr>
          <a:xfrm>
            <a:off x="6134563" y="3790939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19" name="Google Shape;7119;p28"/>
          <p:cNvSpPr txBox="1"/>
          <p:nvPr>
            <p:ph idx="14" type="subTitle"/>
          </p:nvPr>
        </p:nvSpPr>
        <p:spPr>
          <a:xfrm>
            <a:off x="6134563" y="4021375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20" name="Google Shape;7120;p28"/>
          <p:cNvSpPr txBox="1"/>
          <p:nvPr>
            <p:ph idx="15"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7121" name="Google Shape;7121;p28"/>
          <p:cNvGrpSpPr/>
          <p:nvPr/>
        </p:nvGrpSpPr>
        <p:grpSpPr>
          <a:xfrm>
            <a:off x="8582675" y="3119675"/>
            <a:ext cx="898165" cy="766770"/>
            <a:chOff x="-252625" y="2918525"/>
            <a:chExt cx="898165" cy="766770"/>
          </a:xfrm>
        </p:grpSpPr>
        <p:sp>
          <p:nvSpPr>
            <p:cNvPr id="7122" name="Google Shape;7122;p28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28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28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28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28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28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28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28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28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28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28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28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28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28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28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28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28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28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28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28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28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28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28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28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28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28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28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28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28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28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28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28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28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28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28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28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8" name="Google Shape;7158;p28"/>
          <p:cNvGrpSpPr/>
          <p:nvPr/>
        </p:nvGrpSpPr>
        <p:grpSpPr>
          <a:xfrm>
            <a:off x="8582675" y="1937605"/>
            <a:ext cx="679382" cy="871990"/>
            <a:chOff x="8619938" y="2813305"/>
            <a:chExt cx="679382" cy="871990"/>
          </a:xfrm>
        </p:grpSpPr>
        <p:sp>
          <p:nvSpPr>
            <p:cNvPr id="7159" name="Google Shape;7159;p28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28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28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28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28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28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28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28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28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28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28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28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28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28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28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28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28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28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28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28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28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28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28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28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28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28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28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28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87" name="Google Shape;7187;p28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7188" name="Google Shape;7188;p28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9" name="Google Shape;7189;p28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190" name="Google Shape;7190;p28"/>
          <p:cNvGrpSpPr/>
          <p:nvPr/>
        </p:nvGrpSpPr>
        <p:grpSpPr>
          <a:xfrm>
            <a:off x="-281375" y="3159051"/>
            <a:ext cx="925639" cy="688028"/>
            <a:chOff x="8588925" y="2091476"/>
            <a:chExt cx="925639" cy="688028"/>
          </a:xfrm>
        </p:grpSpPr>
        <p:sp>
          <p:nvSpPr>
            <p:cNvPr id="7191" name="Google Shape;7191;p28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28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28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28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28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28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28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28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28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28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28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28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28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28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5" name="Google Shape;7205;p28"/>
          <p:cNvGrpSpPr/>
          <p:nvPr/>
        </p:nvGrpSpPr>
        <p:grpSpPr>
          <a:xfrm>
            <a:off x="-350587" y="4150200"/>
            <a:ext cx="898165" cy="766770"/>
            <a:chOff x="-252625" y="2918525"/>
            <a:chExt cx="898165" cy="766770"/>
          </a:xfrm>
        </p:grpSpPr>
        <p:sp>
          <p:nvSpPr>
            <p:cNvPr id="7206" name="Google Shape;7206;p28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28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28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28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28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28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28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28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28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28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28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28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28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28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28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28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28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28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28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28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28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28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28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28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28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28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28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28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28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28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28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28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28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28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28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28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7242" name="Shape 7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43" name="Google Shape;7243;p29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7244" name="Google Shape;7244;p29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29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29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29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29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29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29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29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29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29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29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29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29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29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29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29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29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29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29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29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29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29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29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29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29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29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29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29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29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29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29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29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29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29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29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29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29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29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29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29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29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29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29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29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29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29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29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29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29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29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29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29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29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29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29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29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29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29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29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29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29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29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29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29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29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29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29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29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29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29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29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29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29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29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29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29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29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29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29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29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29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29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29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29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29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29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29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29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29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29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29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29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29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29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29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29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29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29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29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29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29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29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29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29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29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29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29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29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29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29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29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29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29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29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29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29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29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1" name="Google Shape;7361;p29"/>
          <p:cNvSpPr txBox="1"/>
          <p:nvPr>
            <p:ph idx="1" type="subTitle"/>
          </p:nvPr>
        </p:nvSpPr>
        <p:spPr>
          <a:xfrm>
            <a:off x="2472600" y="1379255"/>
            <a:ext cx="4198800" cy="365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7362" name="Google Shape;7362;p29"/>
          <p:cNvSpPr txBox="1"/>
          <p:nvPr>
            <p:ph idx="2" type="subTitle"/>
          </p:nvPr>
        </p:nvSpPr>
        <p:spPr>
          <a:xfrm>
            <a:off x="2472600" y="2751025"/>
            <a:ext cx="4198800" cy="365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7363" name="Google Shape;7363;p29"/>
          <p:cNvSpPr txBox="1"/>
          <p:nvPr>
            <p:ph idx="3" type="subTitle"/>
          </p:nvPr>
        </p:nvSpPr>
        <p:spPr>
          <a:xfrm>
            <a:off x="2472600" y="4117074"/>
            <a:ext cx="4198800" cy="365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7364" name="Google Shape;7364;p29"/>
          <p:cNvSpPr txBox="1"/>
          <p:nvPr>
            <p:ph hasCustomPrompt="1" type="title"/>
          </p:nvPr>
        </p:nvSpPr>
        <p:spPr>
          <a:xfrm>
            <a:off x="2472600" y="660726"/>
            <a:ext cx="4198800" cy="640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365" name="Google Shape;7365;p29"/>
          <p:cNvSpPr txBox="1"/>
          <p:nvPr>
            <p:ph hasCustomPrompt="1" idx="4" type="title"/>
          </p:nvPr>
        </p:nvSpPr>
        <p:spPr>
          <a:xfrm>
            <a:off x="2472600" y="2031549"/>
            <a:ext cx="4198800" cy="640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366" name="Google Shape;7366;p29"/>
          <p:cNvSpPr txBox="1"/>
          <p:nvPr>
            <p:ph hasCustomPrompt="1" idx="5" type="title"/>
          </p:nvPr>
        </p:nvSpPr>
        <p:spPr>
          <a:xfrm>
            <a:off x="2472600" y="3397598"/>
            <a:ext cx="4198800" cy="640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grpSp>
        <p:nvGrpSpPr>
          <p:cNvPr id="7367" name="Google Shape;7367;p29"/>
          <p:cNvGrpSpPr/>
          <p:nvPr/>
        </p:nvGrpSpPr>
        <p:grpSpPr>
          <a:xfrm flipH="1">
            <a:off x="-262192" y="-269659"/>
            <a:ext cx="1363145" cy="1433258"/>
            <a:chOff x="8529150" y="-173700"/>
            <a:chExt cx="1669089" cy="1754724"/>
          </a:xfrm>
        </p:grpSpPr>
        <p:sp>
          <p:nvSpPr>
            <p:cNvPr id="7368" name="Google Shape;7368;p29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29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29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29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29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29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29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29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29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29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29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29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29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29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29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29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29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29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29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29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29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29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29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29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29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29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29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29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29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29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29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29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29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29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29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29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29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29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29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29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29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29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0" name="Google Shape;7410;p29"/>
          <p:cNvGrpSpPr/>
          <p:nvPr/>
        </p:nvGrpSpPr>
        <p:grpSpPr>
          <a:xfrm flipH="1">
            <a:off x="-340873" y="3413813"/>
            <a:ext cx="925639" cy="688028"/>
            <a:chOff x="8588925" y="2091476"/>
            <a:chExt cx="925639" cy="688028"/>
          </a:xfrm>
        </p:grpSpPr>
        <p:sp>
          <p:nvSpPr>
            <p:cNvPr id="7411" name="Google Shape;7411;p29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29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29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29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29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29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29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29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29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29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29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29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29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29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29"/>
          <p:cNvGrpSpPr/>
          <p:nvPr/>
        </p:nvGrpSpPr>
        <p:grpSpPr>
          <a:xfrm flipH="1">
            <a:off x="8526702" y="1642175"/>
            <a:ext cx="898165" cy="766770"/>
            <a:chOff x="-252625" y="2918525"/>
            <a:chExt cx="898165" cy="766770"/>
          </a:xfrm>
        </p:grpSpPr>
        <p:sp>
          <p:nvSpPr>
            <p:cNvPr id="7426" name="Google Shape;7426;p29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29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29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29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29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29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29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29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29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29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29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29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29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29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29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29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29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29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29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29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29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29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29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29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29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29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29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29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29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29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29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29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29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29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29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29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29"/>
          <p:cNvGrpSpPr/>
          <p:nvPr/>
        </p:nvGrpSpPr>
        <p:grpSpPr>
          <a:xfrm flipH="1">
            <a:off x="-227370" y="3923975"/>
            <a:ext cx="1294621" cy="1350901"/>
            <a:chOff x="8465725" y="2863051"/>
            <a:chExt cx="1956212" cy="2041561"/>
          </a:xfrm>
        </p:grpSpPr>
        <p:sp>
          <p:nvSpPr>
            <p:cNvPr id="7463" name="Google Shape;7463;p29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29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29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29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29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29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29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29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29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29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29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29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29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29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29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29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29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29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29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29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29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29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29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29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29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29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29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29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29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29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29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29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29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29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29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29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29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29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29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29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29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29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29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29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7" name="Google Shape;7507;p29"/>
          <p:cNvGrpSpPr/>
          <p:nvPr/>
        </p:nvGrpSpPr>
        <p:grpSpPr>
          <a:xfrm flipH="1">
            <a:off x="7778562" y="-441745"/>
            <a:ext cx="1646313" cy="1753805"/>
            <a:chOff x="-2092800" y="-1252032"/>
            <a:chExt cx="1956171" cy="2083646"/>
          </a:xfrm>
        </p:grpSpPr>
        <p:sp>
          <p:nvSpPr>
            <p:cNvPr id="7508" name="Google Shape;7508;p29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29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29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29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29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29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29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29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29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29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29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29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29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29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29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29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29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29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29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29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29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29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29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29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29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29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29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29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29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29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29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29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29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29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29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29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29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29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29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29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29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29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29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29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29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29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29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29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29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29"/>
          <p:cNvGrpSpPr/>
          <p:nvPr/>
        </p:nvGrpSpPr>
        <p:grpSpPr>
          <a:xfrm flipH="1">
            <a:off x="-18265" y="1260505"/>
            <a:ext cx="679382" cy="871990"/>
            <a:chOff x="8619938" y="2813305"/>
            <a:chExt cx="679382" cy="871990"/>
          </a:xfrm>
        </p:grpSpPr>
        <p:sp>
          <p:nvSpPr>
            <p:cNvPr id="7558" name="Google Shape;7558;p29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29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29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29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29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29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29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29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29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29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29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29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29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29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29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29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29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29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29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29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29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29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29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29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29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29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29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29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86" name="Google Shape;7586;p29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7587" name="Google Shape;7587;p29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8" name="Google Shape;7588;p29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589" name="Google Shape;7589;p29"/>
          <p:cNvGrpSpPr/>
          <p:nvPr/>
        </p:nvGrpSpPr>
        <p:grpSpPr>
          <a:xfrm flipH="1">
            <a:off x="7477155" y="3921240"/>
            <a:ext cx="1973759" cy="1718179"/>
            <a:chOff x="-1914575" y="2967750"/>
            <a:chExt cx="1540675" cy="1341175"/>
          </a:xfrm>
        </p:grpSpPr>
        <p:sp>
          <p:nvSpPr>
            <p:cNvPr id="7590" name="Google Shape;7590;p29"/>
            <p:cNvSpPr/>
            <p:nvPr/>
          </p:nvSpPr>
          <p:spPr>
            <a:xfrm>
              <a:off x="-484050" y="3675375"/>
              <a:ext cx="53850" cy="59775"/>
            </a:xfrm>
            <a:custGeom>
              <a:rect b="b" l="l" r="r" t="t"/>
              <a:pathLst>
                <a:path extrusionOk="0" h="2391" w="2154">
                  <a:moveTo>
                    <a:pt x="1186" y="0"/>
                  </a:moveTo>
                  <a:lnTo>
                    <a:pt x="1048" y="20"/>
                  </a:lnTo>
                  <a:lnTo>
                    <a:pt x="890" y="59"/>
                  </a:lnTo>
                  <a:lnTo>
                    <a:pt x="712" y="119"/>
                  </a:lnTo>
                  <a:lnTo>
                    <a:pt x="534" y="217"/>
                  </a:lnTo>
                  <a:lnTo>
                    <a:pt x="356" y="356"/>
                  </a:lnTo>
                  <a:lnTo>
                    <a:pt x="258" y="435"/>
                  </a:lnTo>
                  <a:lnTo>
                    <a:pt x="179" y="533"/>
                  </a:lnTo>
                  <a:lnTo>
                    <a:pt x="119" y="632"/>
                  </a:lnTo>
                  <a:lnTo>
                    <a:pt x="60" y="751"/>
                  </a:lnTo>
                  <a:lnTo>
                    <a:pt x="40" y="889"/>
                  </a:lnTo>
                  <a:lnTo>
                    <a:pt x="1" y="1007"/>
                  </a:lnTo>
                  <a:lnTo>
                    <a:pt x="1" y="1146"/>
                  </a:lnTo>
                  <a:lnTo>
                    <a:pt x="1" y="1264"/>
                  </a:lnTo>
                  <a:lnTo>
                    <a:pt x="21" y="1402"/>
                  </a:lnTo>
                  <a:lnTo>
                    <a:pt x="60" y="1521"/>
                  </a:lnTo>
                  <a:lnTo>
                    <a:pt x="119" y="1639"/>
                  </a:lnTo>
                  <a:lnTo>
                    <a:pt x="179" y="1758"/>
                  </a:lnTo>
                  <a:lnTo>
                    <a:pt x="258" y="1857"/>
                  </a:lnTo>
                  <a:lnTo>
                    <a:pt x="356" y="1956"/>
                  </a:lnTo>
                  <a:lnTo>
                    <a:pt x="475" y="2054"/>
                  </a:lnTo>
                  <a:lnTo>
                    <a:pt x="593" y="2133"/>
                  </a:lnTo>
                  <a:lnTo>
                    <a:pt x="732" y="2212"/>
                  </a:lnTo>
                  <a:lnTo>
                    <a:pt x="890" y="2272"/>
                  </a:lnTo>
                  <a:lnTo>
                    <a:pt x="1048" y="2331"/>
                  </a:lnTo>
                  <a:lnTo>
                    <a:pt x="1225" y="2370"/>
                  </a:lnTo>
                  <a:lnTo>
                    <a:pt x="1403" y="2390"/>
                  </a:lnTo>
                  <a:lnTo>
                    <a:pt x="1561" y="2370"/>
                  </a:lnTo>
                  <a:lnTo>
                    <a:pt x="1680" y="2331"/>
                  </a:lnTo>
                  <a:lnTo>
                    <a:pt x="1798" y="2272"/>
                  </a:lnTo>
                  <a:lnTo>
                    <a:pt x="1897" y="2193"/>
                  </a:lnTo>
                  <a:lnTo>
                    <a:pt x="1956" y="2094"/>
                  </a:lnTo>
                  <a:lnTo>
                    <a:pt x="2016" y="1995"/>
                  </a:lnTo>
                  <a:lnTo>
                    <a:pt x="2075" y="1877"/>
                  </a:lnTo>
                  <a:lnTo>
                    <a:pt x="2134" y="1659"/>
                  </a:lnTo>
                  <a:lnTo>
                    <a:pt x="2154" y="1462"/>
                  </a:lnTo>
                  <a:lnTo>
                    <a:pt x="2154" y="1264"/>
                  </a:lnTo>
                  <a:lnTo>
                    <a:pt x="2035" y="1304"/>
                  </a:lnTo>
                  <a:lnTo>
                    <a:pt x="1897" y="1323"/>
                  </a:lnTo>
                  <a:lnTo>
                    <a:pt x="1739" y="1343"/>
                  </a:lnTo>
                  <a:lnTo>
                    <a:pt x="1561" y="1363"/>
                  </a:lnTo>
                  <a:lnTo>
                    <a:pt x="1383" y="1323"/>
                  </a:lnTo>
                  <a:lnTo>
                    <a:pt x="1304" y="1304"/>
                  </a:lnTo>
                  <a:lnTo>
                    <a:pt x="1225" y="1244"/>
                  </a:lnTo>
                  <a:lnTo>
                    <a:pt x="1146" y="1205"/>
                  </a:lnTo>
                  <a:lnTo>
                    <a:pt x="1087" y="1126"/>
                  </a:lnTo>
                  <a:lnTo>
                    <a:pt x="1048" y="1047"/>
                  </a:lnTo>
                  <a:lnTo>
                    <a:pt x="1008" y="968"/>
                  </a:lnTo>
                  <a:lnTo>
                    <a:pt x="988" y="770"/>
                  </a:lnTo>
                  <a:lnTo>
                    <a:pt x="988" y="593"/>
                  </a:lnTo>
                  <a:lnTo>
                    <a:pt x="1028" y="395"/>
                  </a:lnTo>
                  <a:lnTo>
                    <a:pt x="1067" y="237"/>
                  </a:lnTo>
                  <a:lnTo>
                    <a:pt x="1127" y="119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29"/>
            <p:cNvSpPr/>
            <p:nvPr/>
          </p:nvSpPr>
          <p:spPr>
            <a:xfrm>
              <a:off x="-1182275" y="2967750"/>
              <a:ext cx="808375" cy="740725"/>
            </a:xfrm>
            <a:custGeom>
              <a:rect b="b" l="l" r="r" t="t"/>
              <a:pathLst>
                <a:path extrusionOk="0" h="29629" w="32335">
                  <a:moveTo>
                    <a:pt x="2706" y="0"/>
                  </a:moveTo>
                  <a:lnTo>
                    <a:pt x="2529" y="20"/>
                  </a:lnTo>
                  <a:lnTo>
                    <a:pt x="2331" y="40"/>
                  </a:lnTo>
                  <a:lnTo>
                    <a:pt x="1956" y="139"/>
                  </a:lnTo>
                  <a:lnTo>
                    <a:pt x="1581" y="277"/>
                  </a:lnTo>
                  <a:lnTo>
                    <a:pt x="1245" y="395"/>
                  </a:lnTo>
                  <a:lnTo>
                    <a:pt x="968" y="514"/>
                  </a:lnTo>
                  <a:lnTo>
                    <a:pt x="731" y="632"/>
                  </a:lnTo>
                  <a:lnTo>
                    <a:pt x="0" y="7309"/>
                  </a:lnTo>
                  <a:lnTo>
                    <a:pt x="4958" y="10943"/>
                  </a:lnTo>
                  <a:lnTo>
                    <a:pt x="10034" y="14637"/>
                  </a:lnTo>
                  <a:lnTo>
                    <a:pt x="15881" y="18844"/>
                  </a:lnTo>
                  <a:lnTo>
                    <a:pt x="18864" y="20957"/>
                  </a:lnTo>
                  <a:lnTo>
                    <a:pt x="21767" y="23012"/>
                  </a:lnTo>
                  <a:lnTo>
                    <a:pt x="24473" y="24888"/>
                  </a:lnTo>
                  <a:lnTo>
                    <a:pt x="26922" y="26547"/>
                  </a:lnTo>
                  <a:lnTo>
                    <a:pt x="28009" y="27278"/>
                  </a:lnTo>
                  <a:lnTo>
                    <a:pt x="29016" y="27930"/>
                  </a:lnTo>
                  <a:lnTo>
                    <a:pt x="29885" y="28483"/>
                  </a:lnTo>
                  <a:lnTo>
                    <a:pt x="30636" y="28937"/>
                  </a:lnTo>
                  <a:lnTo>
                    <a:pt x="31248" y="29293"/>
                  </a:lnTo>
                  <a:lnTo>
                    <a:pt x="31722" y="29530"/>
                  </a:lnTo>
                  <a:lnTo>
                    <a:pt x="31900" y="29589"/>
                  </a:lnTo>
                  <a:lnTo>
                    <a:pt x="32038" y="29628"/>
                  </a:lnTo>
                  <a:lnTo>
                    <a:pt x="32157" y="29628"/>
                  </a:lnTo>
                  <a:lnTo>
                    <a:pt x="32176" y="29609"/>
                  </a:lnTo>
                  <a:lnTo>
                    <a:pt x="32256" y="29411"/>
                  </a:lnTo>
                  <a:lnTo>
                    <a:pt x="32295" y="29194"/>
                  </a:lnTo>
                  <a:lnTo>
                    <a:pt x="32335" y="28996"/>
                  </a:lnTo>
                  <a:lnTo>
                    <a:pt x="32335" y="28799"/>
                  </a:lnTo>
                  <a:lnTo>
                    <a:pt x="32315" y="28582"/>
                  </a:lnTo>
                  <a:lnTo>
                    <a:pt x="32256" y="28384"/>
                  </a:lnTo>
                  <a:lnTo>
                    <a:pt x="32196" y="28187"/>
                  </a:lnTo>
                  <a:lnTo>
                    <a:pt x="32137" y="27969"/>
                  </a:lnTo>
                  <a:lnTo>
                    <a:pt x="32038" y="27792"/>
                  </a:lnTo>
                  <a:lnTo>
                    <a:pt x="31939" y="27594"/>
                  </a:lnTo>
                  <a:lnTo>
                    <a:pt x="31722" y="27238"/>
                  </a:lnTo>
                  <a:lnTo>
                    <a:pt x="31485" y="26942"/>
                  </a:lnTo>
                  <a:lnTo>
                    <a:pt x="31248" y="26685"/>
                  </a:lnTo>
                  <a:lnTo>
                    <a:pt x="31090" y="26547"/>
                  </a:lnTo>
                  <a:lnTo>
                    <a:pt x="30833" y="26369"/>
                  </a:lnTo>
                  <a:lnTo>
                    <a:pt x="30162" y="25915"/>
                  </a:lnTo>
                  <a:lnTo>
                    <a:pt x="29293" y="25362"/>
                  </a:lnTo>
                  <a:lnTo>
                    <a:pt x="28364" y="24809"/>
                  </a:lnTo>
                  <a:lnTo>
                    <a:pt x="26685" y="23802"/>
                  </a:lnTo>
                  <a:lnTo>
                    <a:pt x="25935" y="23367"/>
                  </a:lnTo>
                  <a:lnTo>
                    <a:pt x="26824" y="21096"/>
                  </a:lnTo>
                  <a:lnTo>
                    <a:pt x="27614" y="19061"/>
                  </a:lnTo>
                  <a:lnTo>
                    <a:pt x="28364" y="17185"/>
                  </a:lnTo>
                  <a:lnTo>
                    <a:pt x="28443" y="16967"/>
                  </a:lnTo>
                  <a:lnTo>
                    <a:pt x="28483" y="16770"/>
                  </a:lnTo>
                  <a:lnTo>
                    <a:pt x="28503" y="16572"/>
                  </a:lnTo>
                  <a:lnTo>
                    <a:pt x="28503" y="16355"/>
                  </a:lnTo>
                  <a:lnTo>
                    <a:pt x="28463" y="16158"/>
                  </a:lnTo>
                  <a:lnTo>
                    <a:pt x="28424" y="15960"/>
                  </a:lnTo>
                  <a:lnTo>
                    <a:pt x="28364" y="15762"/>
                  </a:lnTo>
                  <a:lnTo>
                    <a:pt x="28266" y="15545"/>
                  </a:lnTo>
                  <a:lnTo>
                    <a:pt x="28167" y="15348"/>
                  </a:lnTo>
                  <a:lnTo>
                    <a:pt x="28048" y="15150"/>
                  </a:lnTo>
                  <a:lnTo>
                    <a:pt x="27910" y="14972"/>
                  </a:lnTo>
                  <a:lnTo>
                    <a:pt x="27752" y="14775"/>
                  </a:lnTo>
                  <a:lnTo>
                    <a:pt x="27416" y="14400"/>
                  </a:lnTo>
                  <a:lnTo>
                    <a:pt x="27041" y="14024"/>
                  </a:lnTo>
                  <a:lnTo>
                    <a:pt x="26626" y="13689"/>
                  </a:lnTo>
                  <a:lnTo>
                    <a:pt x="26192" y="13353"/>
                  </a:lnTo>
                  <a:lnTo>
                    <a:pt x="25737" y="13037"/>
                  </a:lnTo>
                  <a:lnTo>
                    <a:pt x="25283" y="12740"/>
                  </a:lnTo>
                  <a:lnTo>
                    <a:pt x="24848" y="12464"/>
                  </a:lnTo>
                  <a:lnTo>
                    <a:pt x="24394" y="12207"/>
                  </a:lnTo>
                  <a:lnTo>
                    <a:pt x="23604" y="11773"/>
                  </a:lnTo>
                  <a:lnTo>
                    <a:pt x="23071" y="11476"/>
                  </a:lnTo>
                  <a:lnTo>
                    <a:pt x="22202" y="10982"/>
                  </a:lnTo>
                  <a:lnTo>
                    <a:pt x="19693" y="9541"/>
                  </a:lnTo>
                  <a:lnTo>
                    <a:pt x="12899" y="5570"/>
                  </a:lnTo>
                  <a:lnTo>
                    <a:pt x="9383" y="3536"/>
                  </a:lnTo>
                  <a:lnTo>
                    <a:pt x="6301" y="1778"/>
                  </a:lnTo>
                  <a:lnTo>
                    <a:pt x="5057" y="1067"/>
                  </a:lnTo>
                  <a:lnTo>
                    <a:pt x="4050" y="514"/>
                  </a:lnTo>
                  <a:lnTo>
                    <a:pt x="3358" y="158"/>
                  </a:lnTo>
                  <a:lnTo>
                    <a:pt x="3141" y="60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29"/>
            <p:cNvSpPr/>
            <p:nvPr/>
          </p:nvSpPr>
          <p:spPr>
            <a:xfrm>
              <a:off x="-1370425" y="2977625"/>
              <a:ext cx="991100" cy="806900"/>
            </a:xfrm>
            <a:custGeom>
              <a:rect b="b" l="l" r="r" t="t"/>
              <a:pathLst>
                <a:path extrusionOk="0" h="32276" w="39644">
                  <a:moveTo>
                    <a:pt x="36858" y="28068"/>
                  </a:moveTo>
                  <a:lnTo>
                    <a:pt x="36977" y="28108"/>
                  </a:lnTo>
                  <a:lnTo>
                    <a:pt x="37075" y="28147"/>
                  </a:lnTo>
                  <a:lnTo>
                    <a:pt x="37174" y="28206"/>
                  </a:lnTo>
                  <a:lnTo>
                    <a:pt x="37273" y="28266"/>
                  </a:lnTo>
                  <a:lnTo>
                    <a:pt x="37352" y="28345"/>
                  </a:lnTo>
                  <a:lnTo>
                    <a:pt x="37431" y="28424"/>
                  </a:lnTo>
                  <a:lnTo>
                    <a:pt x="37490" y="28522"/>
                  </a:lnTo>
                  <a:lnTo>
                    <a:pt x="37530" y="28621"/>
                  </a:lnTo>
                  <a:lnTo>
                    <a:pt x="37550" y="28740"/>
                  </a:lnTo>
                  <a:lnTo>
                    <a:pt x="37569" y="28957"/>
                  </a:lnTo>
                  <a:lnTo>
                    <a:pt x="37550" y="29154"/>
                  </a:lnTo>
                  <a:lnTo>
                    <a:pt x="37490" y="29332"/>
                  </a:lnTo>
                  <a:lnTo>
                    <a:pt x="37411" y="29510"/>
                  </a:lnTo>
                  <a:lnTo>
                    <a:pt x="37313" y="29648"/>
                  </a:lnTo>
                  <a:lnTo>
                    <a:pt x="37194" y="29747"/>
                  </a:lnTo>
                  <a:lnTo>
                    <a:pt x="37056" y="29826"/>
                  </a:lnTo>
                  <a:lnTo>
                    <a:pt x="36898" y="29866"/>
                  </a:lnTo>
                  <a:lnTo>
                    <a:pt x="36759" y="29885"/>
                  </a:lnTo>
                  <a:lnTo>
                    <a:pt x="36621" y="29866"/>
                  </a:lnTo>
                  <a:lnTo>
                    <a:pt x="36483" y="29826"/>
                  </a:lnTo>
                  <a:lnTo>
                    <a:pt x="36384" y="29806"/>
                  </a:lnTo>
                  <a:lnTo>
                    <a:pt x="36226" y="29727"/>
                  </a:lnTo>
                  <a:lnTo>
                    <a:pt x="36167" y="29688"/>
                  </a:lnTo>
                  <a:lnTo>
                    <a:pt x="36048" y="29569"/>
                  </a:lnTo>
                  <a:lnTo>
                    <a:pt x="35950" y="29431"/>
                  </a:lnTo>
                  <a:lnTo>
                    <a:pt x="35851" y="29273"/>
                  </a:lnTo>
                  <a:lnTo>
                    <a:pt x="35811" y="29174"/>
                  </a:lnTo>
                  <a:lnTo>
                    <a:pt x="35792" y="29056"/>
                  </a:lnTo>
                  <a:lnTo>
                    <a:pt x="35772" y="28957"/>
                  </a:lnTo>
                  <a:lnTo>
                    <a:pt x="35772" y="28838"/>
                  </a:lnTo>
                  <a:lnTo>
                    <a:pt x="35792" y="28720"/>
                  </a:lnTo>
                  <a:lnTo>
                    <a:pt x="35831" y="28601"/>
                  </a:lnTo>
                  <a:lnTo>
                    <a:pt x="35910" y="28483"/>
                  </a:lnTo>
                  <a:lnTo>
                    <a:pt x="36009" y="28364"/>
                  </a:lnTo>
                  <a:lnTo>
                    <a:pt x="36127" y="28266"/>
                  </a:lnTo>
                  <a:lnTo>
                    <a:pt x="36246" y="28187"/>
                  </a:lnTo>
                  <a:lnTo>
                    <a:pt x="36364" y="28127"/>
                  </a:lnTo>
                  <a:lnTo>
                    <a:pt x="36483" y="28088"/>
                  </a:lnTo>
                  <a:lnTo>
                    <a:pt x="36601" y="28068"/>
                  </a:lnTo>
                  <a:close/>
                  <a:moveTo>
                    <a:pt x="8949" y="0"/>
                  </a:moveTo>
                  <a:lnTo>
                    <a:pt x="8731" y="40"/>
                  </a:lnTo>
                  <a:lnTo>
                    <a:pt x="8514" y="99"/>
                  </a:lnTo>
                  <a:lnTo>
                    <a:pt x="8317" y="178"/>
                  </a:lnTo>
                  <a:lnTo>
                    <a:pt x="8119" y="277"/>
                  </a:lnTo>
                  <a:lnTo>
                    <a:pt x="7902" y="395"/>
                  </a:lnTo>
                  <a:lnTo>
                    <a:pt x="7704" y="553"/>
                  </a:lnTo>
                  <a:lnTo>
                    <a:pt x="7487" y="771"/>
                  </a:lnTo>
                  <a:lnTo>
                    <a:pt x="7210" y="1106"/>
                  </a:lnTo>
                  <a:lnTo>
                    <a:pt x="6894" y="1502"/>
                  </a:lnTo>
                  <a:lnTo>
                    <a:pt x="6559" y="1995"/>
                  </a:lnTo>
                  <a:lnTo>
                    <a:pt x="5808" y="3121"/>
                  </a:lnTo>
                  <a:lnTo>
                    <a:pt x="5038" y="4346"/>
                  </a:lnTo>
                  <a:lnTo>
                    <a:pt x="4307" y="5511"/>
                  </a:lnTo>
                  <a:lnTo>
                    <a:pt x="3695" y="6519"/>
                  </a:lnTo>
                  <a:lnTo>
                    <a:pt x="3122" y="7486"/>
                  </a:lnTo>
                  <a:lnTo>
                    <a:pt x="2964" y="7802"/>
                  </a:lnTo>
                  <a:lnTo>
                    <a:pt x="2529" y="8672"/>
                  </a:lnTo>
                  <a:lnTo>
                    <a:pt x="1956" y="9916"/>
                  </a:lnTo>
                  <a:lnTo>
                    <a:pt x="1621" y="10627"/>
                  </a:lnTo>
                  <a:lnTo>
                    <a:pt x="1305" y="11378"/>
                  </a:lnTo>
                  <a:lnTo>
                    <a:pt x="989" y="12148"/>
                  </a:lnTo>
                  <a:lnTo>
                    <a:pt x="692" y="12918"/>
                  </a:lnTo>
                  <a:lnTo>
                    <a:pt x="435" y="13669"/>
                  </a:lnTo>
                  <a:lnTo>
                    <a:pt x="238" y="14360"/>
                  </a:lnTo>
                  <a:lnTo>
                    <a:pt x="159" y="14676"/>
                  </a:lnTo>
                  <a:lnTo>
                    <a:pt x="80" y="14992"/>
                  </a:lnTo>
                  <a:lnTo>
                    <a:pt x="40" y="15288"/>
                  </a:lnTo>
                  <a:lnTo>
                    <a:pt x="21" y="15545"/>
                  </a:lnTo>
                  <a:lnTo>
                    <a:pt x="1" y="15782"/>
                  </a:lnTo>
                  <a:lnTo>
                    <a:pt x="21" y="16000"/>
                  </a:lnTo>
                  <a:lnTo>
                    <a:pt x="80" y="16177"/>
                  </a:lnTo>
                  <a:lnTo>
                    <a:pt x="139" y="16316"/>
                  </a:lnTo>
                  <a:lnTo>
                    <a:pt x="277" y="16474"/>
                  </a:lnTo>
                  <a:lnTo>
                    <a:pt x="495" y="16671"/>
                  </a:lnTo>
                  <a:lnTo>
                    <a:pt x="791" y="16928"/>
                  </a:lnTo>
                  <a:lnTo>
                    <a:pt x="1186" y="17224"/>
                  </a:lnTo>
                  <a:lnTo>
                    <a:pt x="2154" y="17935"/>
                  </a:lnTo>
                  <a:lnTo>
                    <a:pt x="3398" y="18785"/>
                  </a:lnTo>
                  <a:lnTo>
                    <a:pt x="4820" y="19733"/>
                  </a:lnTo>
                  <a:lnTo>
                    <a:pt x="6401" y="20760"/>
                  </a:lnTo>
                  <a:lnTo>
                    <a:pt x="9837" y="22952"/>
                  </a:lnTo>
                  <a:lnTo>
                    <a:pt x="13314" y="25125"/>
                  </a:lnTo>
                  <a:lnTo>
                    <a:pt x="16494" y="27080"/>
                  </a:lnTo>
                  <a:lnTo>
                    <a:pt x="20385" y="29490"/>
                  </a:lnTo>
                  <a:lnTo>
                    <a:pt x="21175" y="29984"/>
                  </a:lnTo>
                  <a:lnTo>
                    <a:pt x="22024" y="30537"/>
                  </a:lnTo>
                  <a:lnTo>
                    <a:pt x="22894" y="31070"/>
                  </a:lnTo>
                  <a:lnTo>
                    <a:pt x="23328" y="31327"/>
                  </a:lnTo>
                  <a:lnTo>
                    <a:pt x="23743" y="31564"/>
                  </a:lnTo>
                  <a:lnTo>
                    <a:pt x="24177" y="31762"/>
                  </a:lnTo>
                  <a:lnTo>
                    <a:pt x="24592" y="31939"/>
                  </a:lnTo>
                  <a:lnTo>
                    <a:pt x="25007" y="32098"/>
                  </a:lnTo>
                  <a:lnTo>
                    <a:pt x="25402" y="32196"/>
                  </a:lnTo>
                  <a:lnTo>
                    <a:pt x="25777" y="32256"/>
                  </a:lnTo>
                  <a:lnTo>
                    <a:pt x="25955" y="32275"/>
                  </a:lnTo>
                  <a:lnTo>
                    <a:pt x="26133" y="32275"/>
                  </a:lnTo>
                  <a:lnTo>
                    <a:pt x="26311" y="32256"/>
                  </a:lnTo>
                  <a:lnTo>
                    <a:pt x="26469" y="32216"/>
                  </a:lnTo>
                  <a:lnTo>
                    <a:pt x="26627" y="32177"/>
                  </a:lnTo>
                  <a:lnTo>
                    <a:pt x="26785" y="32117"/>
                  </a:lnTo>
                  <a:lnTo>
                    <a:pt x="26943" y="32019"/>
                  </a:lnTo>
                  <a:lnTo>
                    <a:pt x="27081" y="31939"/>
                  </a:lnTo>
                  <a:lnTo>
                    <a:pt x="27397" y="31702"/>
                  </a:lnTo>
                  <a:lnTo>
                    <a:pt x="27713" y="31406"/>
                  </a:lnTo>
                  <a:lnTo>
                    <a:pt x="28029" y="31070"/>
                  </a:lnTo>
                  <a:lnTo>
                    <a:pt x="28345" y="30715"/>
                  </a:lnTo>
                  <a:lnTo>
                    <a:pt x="28641" y="30320"/>
                  </a:lnTo>
                  <a:lnTo>
                    <a:pt x="28938" y="29925"/>
                  </a:lnTo>
                  <a:lnTo>
                    <a:pt x="29214" y="29530"/>
                  </a:lnTo>
                  <a:lnTo>
                    <a:pt x="29708" y="28779"/>
                  </a:lnTo>
                  <a:lnTo>
                    <a:pt x="30103" y="28127"/>
                  </a:lnTo>
                  <a:lnTo>
                    <a:pt x="30459" y="27515"/>
                  </a:lnTo>
                  <a:lnTo>
                    <a:pt x="32750" y="29194"/>
                  </a:lnTo>
                  <a:lnTo>
                    <a:pt x="34468" y="30438"/>
                  </a:lnTo>
                  <a:lnTo>
                    <a:pt x="35535" y="31189"/>
                  </a:lnTo>
                  <a:lnTo>
                    <a:pt x="35792" y="31367"/>
                  </a:lnTo>
                  <a:lnTo>
                    <a:pt x="36127" y="31525"/>
                  </a:lnTo>
                  <a:lnTo>
                    <a:pt x="36285" y="31604"/>
                  </a:lnTo>
                  <a:lnTo>
                    <a:pt x="36483" y="31663"/>
                  </a:lnTo>
                  <a:lnTo>
                    <a:pt x="36680" y="31702"/>
                  </a:lnTo>
                  <a:lnTo>
                    <a:pt x="36878" y="31742"/>
                  </a:lnTo>
                  <a:lnTo>
                    <a:pt x="37075" y="31762"/>
                  </a:lnTo>
                  <a:lnTo>
                    <a:pt x="37510" y="31762"/>
                  </a:lnTo>
                  <a:lnTo>
                    <a:pt x="37727" y="31702"/>
                  </a:lnTo>
                  <a:lnTo>
                    <a:pt x="37945" y="31643"/>
                  </a:lnTo>
                  <a:lnTo>
                    <a:pt x="38162" y="31544"/>
                  </a:lnTo>
                  <a:lnTo>
                    <a:pt x="38379" y="31426"/>
                  </a:lnTo>
                  <a:lnTo>
                    <a:pt x="38596" y="31268"/>
                  </a:lnTo>
                  <a:lnTo>
                    <a:pt x="38794" y="31090"/>
                  </a:lnTo>
                  <a:lnTo>
                    <a:pt x="38972" y="30893"/>
                  </a:lnTo>
                  <a:lnTo>
                    <a:pt x="39130" y="30675"/>
                  </a:lnTo>
                  <a:lnTo>
                    <a:pt x="39248" y="30438"/>
                  </a:lnTo>
                  <a:lnTo>
                    <a:pt x="39367" y="30201"/>
                  </a:lnTo>
                  <a:lnTo>
                    <a:pt x="39465" y="29964"/>
                  </a:lnTo>
                  <a:lnTo>
                    <a:pt x="39525" y="29708"/>
                  </a:lnTo>
                  <a:lnTo>
                    <a:pt x="39584" y="29470"/>
                  </a:lnTo>
                  <a:lnTo>
                    <a:pt x="39623" y="29214"/>
                  </a:lnTo>
                  <a:lnTo>
                    <a:pt x="39643" y="28977"/>
                  </a:lnTo>
                  <a:lnTo>
                    <a:pt x="39643" y="28759"/>
                  </a:lnTo>
                  <a:lnTo>
                    <a:pt x="39623" y="28542"/>
                  </a:lnTo>
                  <a:lnTo>
                    <a:pt x="39604" y="28345"/>
                  </a:lnTo>
                  <a:lnTo>
                    <a:pt x="39564" y="28167"/>
                  </a:lnTo>
                  <a:lnTo>
                    <a:pt x="39525" y="28009"/>
                  </a:lnTo>
                  <a:lnTo>
                    <a:pt x="39446" y="27871"/>
                  </a:lnTo>
                  <a:lnTo>
                    <a:pt x="39406" y="27811"/>
                  </a:lnTo>
                  <a:lnTo>
                    <a:pt x="39327" y="27713"/>
                  </a:lnTo>
                  <a:lnTo>
                    <a:pt x="39070" y="27515"/>
                  </a:lnTo>
                  <a:lnTo>
                    <a:pt x="38735" y="27258"/>
                  </a:lnTo>
                  <a:lnTo>
                    <a:pt x="38300" y="26942"/>
                  </a:lnTo>
                  <a:lnTo>
                    <a:pt x="37273" y="26271"/>
                  </a:lnTo>
                  <a:lnTo>
                    <a:pt x="36127" y="25560"/>
                  </a:lnTo>
                  <a:lnTo>
                    <a:pt x="35002" y="24868"/>
                  </a:lnTo>
                  <a:lnTo>
                    <a:pt x="34034" y="24276"/>
                  </a:lnTo>
                  <a:lnTo>
                    <a:pt x="33086" y="23723"/>
                  </a:lnTo>
                  <a:lnTo>
                    <a:pt x="33441" y="23051"/>
                  </a:lnTo>
                  <a:lnTo>
                    <a:pt x="34231" y="21451"/>
                  </a:lnTo>
                  <a:lnTo>
                    <a:pt x="34685" y="20464"/>
                  </a:lnTo>
                  <a:lnTo>
                    <a:pt x="35120" y="19476"/>
                  </a:lnTo>
                  <a:lnTo>
                    <a:pt x="35515" y="18548"/>
                  </a:lnTo>
                  <a:lnTo>
                    <a:pt x="35673" y="18113"/>
                  </a:lnTo>
                  <a:lnTo>
                    <a:pt x="35811" y="17738"/>
                  </a:lnTo>
                  <a:lnTo>
                    <a:pt x="35890" y="17382"/>
                  </a:lnTo>
                  <a:lnTo>
                    <a:pt x="35930" y="17066"/>
                  </a:lnTo>
                  <a:lnTo>
                    <a:pt x="35930" y="16750"/>
                  </a:lnTo>
                  <a:lnTo>
                    <a:pt x="35890" y="16474"/>
                  </a:lnTo>
                  <a:lnTo>
                    <a:pt x="35831" y="16217"/>
                  </a:lnTo>
                  <a:lnTo>
                    <a:pt x="35732" y="15960"/>
                  </a:lnTo>
                  <a:lnTo>
                    <a:pt x="35594" y="15723"/>
                  </a:lnTo>
                  <a:lnTo>
                    <a:pt x="35456" y="15506"/>
                  </a:lnTo>
                  <a:lnTo>
                    <a:pt x="35278" y="15308"/>
                  </a:lnTo>
                  <a:lnTo>
                    <a:pt x="35081" y="15111"/>
                  </a:lnTo>
                  <a:lnTo>
                    <a:pt x="34883" y="14933"/>
                  </a:lnTo>
                  <a:lnTo>
                    <a:pt x="34666" y="14755"/>
                  </a:lnTo>
                  <a:lnTo>
                    <a:pt x="34231" y="14439"/>
                  </a:lnTo>
                  <a:lnTo>
                    <a:pt x="33797" y="14143"/>
                  </a:lnTo>
                  <a:lnTo>
                    <a:pt x="32592" y="13373"/>
                  </a:lnTo>
                  <a:lnTo>
                    <a:pt x="30103" y="11812"/>
                  </a:lnTo>
                  <a:lnTo>
                    <a:pt x="26745" y="9758"/>
                  </a:lnTo>
                  <a:lnTo>
                    <a:pt x="22953" y="7427"/>
                  </a:lnTo>
                  <a:lnTo>
                    <a:pt x="19141" y="5096"/>
                  </a:lnTo>
                  <a:lnTo>
                    <a:pt x="15704" y="3042"/>
                  </a:lnTo>
                  <a:lnTo>
                    <a:pt x="13077" y="1482"/>
                  </a:lnTo>
                  <a:lnTo>
                    <a:pt x="12188" y="988"/>
                  </a:lnTo>
                  <a:lnTo>
                    <a:pt x="11655" y="711"/>
                  </a:lnTo>
                  <a:lnTo>
                    <a:pt x="11003" y="435"/>
                  </a:lnTo>
                  <a:lnTo>
                    <a:pt x="10430" y="218"/>
                  </a:lnTo>
                  <a:lnTo>
                    <a:pt x="10153" y="139"/>
                  </a:lnTo>
                  <a:lnTo>
                    <a:pt x="9897" y="79"/>
                  </a:lnTo>
                  <a:lnTo>
                    <a:pt x="9640" y="20"/>
                  </a:lnTo>
                  <a:lnTo>
                    <a:pt x="94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29"/>
            <p:cNvSpPr/>
            <p:nvPr/>
          </p:nvSpPr>
          <p:spPr>
            <a:xfrm>
              <a:off x="-1246975" y="3112925"/>
              <a:ext cx="4975" cy="3475"/>
            </a:xfrm>
            <a:custGeom>
              <a:rect b="b" l="l" r="r" t="t"/>
              <a:pathLst>
                <a:path extrusionOk="0" h="139" w="199">
                  <a:moveTo>
                    <a:pt x="198" y="0"/>
                  </a:moveTo>
                  <a:lnTo>
                    <a:pt x="1" y="139"/>
                  </a:lnTo>
                  <a:lnTo>
                    <a:pt x="1" y="139"/>
                  </a:lnTo>
                  <a:lnTo>
                    <a:pt x="80" y="99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29"/>
            <p:cNvSpPr/>
            <p:nvPr/>
          </p:nvSpPr>
          <p:spPr>
            <a:xfrm>
              <a:off x="-1235125" y="3112925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29"/>
            <p:cNvSpPr/>
            <p:nvPr/>
          </p:nvSpPr>
          <p:spPr>
            <a:xfrm>
              <a:off x="-905750" y="3252175"/>
              <a:ext cx="3975" cy="1025"/>
            </a:xfrm>
            <a:custGeom>
              <a:rect b="b" l="l" r="r" t="t"/>
              <a:pathLst>
                <a:path extrusionOk="0" h="41" w="159">
                  <a:moveTo>
                    <a:pt x="1" y="1"/>
                  </a:moveTo>
                  <a:lnTo>
                    <a:pt x="99" y="40"/>
                  </a:lnTo>
                  <a:lnTo>
                    <a:pt x="159" y="40"/>
                  </a:lnTo>
                  <a:lnTo>
                    <a:pt x="6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29"/>
            <p:cNvSpPr/>
            <p:nvPr/>
          </p:nvSpPr>
          <p:spPr>
            <a:xfrm>
              <a:off x="-582300" y="3332175"/>
              <a:ext cx="1000" cy="525"/>
            </a:xfrm>
            <a:custGeom>
              <a:rect b="b" l="l" r="r" t="t"/>
              <a:pathLst>
                <a:path extrusionOk="0" h="21" w="40">
                  <a:moveTo>
                    <a:pt x="0" y="0"/>
                  </a:move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29"/>
            <p:cNvSpPr/>
            <p:nvPr/>
          </p:nvSpPr>
          <p:spPr>
            <a:xfrm>
              <a:off x="-1286950" y="3160825"/>
              <a:ext cx="2000" cy="2500"/>
            </a:xfrm>
            <a:custGeom>
              <a:rect b="b" l="l" r="r" t="t"/>
              <a:pathLst>
                <a:path extrusionOk="0" h="100" w="80">
                  <a:moveTo>
                    <a:pt x="59" y="0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79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29"/>
            <p:cNvSpPr/>
            <p:nvPr/>
          </p:nvSpPr>
          <p:spPr>
            <a:xfrm>
              <a:off x="-968950" y="3215150"/>
              <a:ext cx="1000" cy="500"/>
            </a:xfrm>
            <a:custGeom>
              <a:rect b="b" l="l" r="r" t="t"/>
              <a:pathLst>
                <a:path extrusionOk="0" h="20" w="40">
                  <a:moveTo>
                    <a:pt x="40" y="0"/>
                  </a:moveTo>
                  <a:lnTo>
                    <a:pt x="4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29"/>
            <p:cNvSpPr/>
            <p:nvPr/>
          </p:nvSpPr>
          <p:spPr>
            <a:xfrm>
              <a:off x="-1299300" y="3366250"/>
              <a:ext cx="1500" cy="2000"/>
            </a:xfrm>
            <a:custGeom>
              <a:rect b="b" l="l" r="r" t="t"/>
              <a:pathLst>
                <a:path extrusionOk="0" h="80" w="60">
                  <a:moveTo>
                    <a:pt x="59" y="79"/>
                  </a:moveTo>
                  <a:lnTo>
                    <a:pt x="59" y="7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" y="79"/>
                  </a:lnTo>
                  <a:lnTo>
                    <a:pt x="59" y="79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29"/>
            <p:cNvSpPr/>
            <p:nvPr/>
          </p:nvSpPr>
          <p:spPr>
            <a:xfrm>
              <a:off x="-621825" y="3419575"/>
              <a:ext cx="1525" cy="525"/>
            </a:xfrm>
            <a:custGeom>
              <a:rect b="b" l="l" r="r" t="t"/>
              <a:pathLst>
                <a:path extrusionOk="0" h="21" w="61">
                  <a:moveTo>
                    <a:pt x="60" y="0"/>
                  </a:moveTo>
                  <a:lnTo>
                    <a:pt x="6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29"/>
            <p:cNvSpPr/>
            <p:nvPr/>
          </p:nvSpPr>
          <p:spPr>
            <a:xfrm>
              <a:off x="-1302275" y="316575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29"/>
            <p:cNvSpPr/>
            <p:nvPr/>
          </p:nvSpPr>
          <p:spPr>
            <a:xfrm>
              <a:off x="-1336825" y="3072925"/>
              <a:ext cx="793050" cy="646900"/>
            </a:xfrm>
            <a:custGeom>
              <a:rect b="b" l="l" r="r" t="t"/>
              <a:pathLst>
                <a:path extrusionOk="0" h="25876" w="31722">
                  <a:moveTo>
                    <a:pt x="3773" y="889"/>
                  </a:moveTo>
                  <a:lnTo>
                    <a:pt x="3733" y="909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889"/>
                  </a:lnTo>
                  <a:close/>
                  <a:moveTo>
                    <a:pt x="13115" y="3971"/>
                  </a:moveTo>
                  <a:lnTo>
                    <a:pt x="13115" y="3971"/>
                  </a:lnTo>
                  <a:lnTo>
                    <a:pt x="13115" y="3971"/>
                  </a:lnTo>
                  <a:close/>
                  <a:moveTo>
                    <a:pt x="13115" y="3971"/>
                  </a:moveTo>
                  <a:lnTo>
                    <a:pt x="13135" y="3990"/>
                  </a:lnTo>
                  <a:lnTo>
                    <a:pt x="13135" y="3990"/>
                  </a:lnTo>
                  <a:lnTo>
                    <a:pt x="13115" y="3971"/>
                  </a:lnTo>
                  <a:close/>
                  <a:moveTo>
                    <a:pt x="0" y="7566"/>
                  </a:moveTo>
                  <a:lnTo>
                    <a:pt x="20" y="7803"/>
                  </a:lnTo>
                  <a:lnTo>
                    <a:pt x="79" y="7980"/>
                  </a:lnTo>
                  <a:lnTo>
                    <a:pt x="158" y="8119"/>
                  </a:lnTo>
                  <a:lnTo>
                    <a:pt x="237" y="8217"/>
                  </a:lnTo>
                  <a:lnTo>
                    <a:pt x="395" y="8375"/>
                  </a:lnTo>
                  <a:lnTo>
                    <a:pt x="564" y="8525"/>
                  </a:lnTo>
                  <a:lnTo>
                    <a:pt x="564" y="8525"/>
                  </a:lnTo>
                  <a:lnTo>
                    <a:pt x="553" y="8494"/>
                  </a:lnTo>
                  <a:lnTo>
                    <a:pt x="454" y="8237"/>
                  </a:lnTo>
                  <a:lnTo>
                    <a:pt x="494" y="8237"/>
                  </a:lnTo>
                  <a:lnTo>
                    <a:pt x="296" y="8079"/>
                  </a:lnTo>
                  <a:lnTo>
                    <a:pt x="316" y="8277"/>
                  </a:lnTo>
                  <a:lnTo>
                    <a:pt x="217" y="8138"/>
                  </a:lnTo>
                  <a:lnTo>
                    <a:pt x="119" y="7941"/>
                  </a:lnTo>
                  <a:lnTo>
                    <a:pt x="20" y="7724"/>
                  </a:lnTo>
                  <a:lnTo>
                    <a:pt x="0" y="7566"/>
                  </a:lnTo>
                  <a:close/>
                  <a:moveTo>
                    <a:pt x="564" y="8525"/>
                  </a:moveTo>
                  <a:lnTo>
                    <a:pt x="576" y="8562"/>
                  </a:lnTo>
                  <a:lnTo>
                    <a:pt x="573" y="8533"/>
                  </a:lnTo>
                  <a:lnTo>
                    <a:pt x="564" y="8525"/>
                  </a:lnTo>
                  <a:close/>
                  <a:moveTo>
                    <a:pt x="4800" y="13432"/>
                  </a:moveTo>
                  <a:lnTo>
                    <a:pt x="4820" y="13452"/>
                  </a:lnTo>
                  <a:lnTo>
                    <a:pt x="4820" y="13447"/>
                  </a:lnTo>
                  <a:lnTo>
                    <a:pt x="4800" y="13432"/>
                  </a:lnTo>
                  <a:close/>
                  <a:moveTo>
                    <a:pt x="29253" y="16000"/>
                  </a:moveTo>
                  <a:lnTo>
                    <a:pt x="29253" y="16059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53" y="16000"/>
                  </a:lnTo>
                  <a:close/>
                  <a:moveTo>
                    <a:pt x="9501" y="988"/>
                  </a:moveTo>
                  <a:lnTo>
                    <a:pt x="9481" y="1028"/>
                  </a:lnTo>
                  <a:lnTo>
                    <a:pt x="9422" y="1067"/>
                  </a:lnTo>
                  <a:lnTo>
                    <a:pt x="9303" y="1087"/>
                  </a:lnTo>
                  <a:lnTo>
                    <a:pt x="9481" y="1126"/>
                  </a:lnTo>
                  <a:lnTo>
                    <a:pt x="9600" y="1186"/>
                  </a:lnTo>
                  <a:lnTo>
                    <a:pt x="9639" y="1205"/>
                  </a:lnTo>
                  <a:lnTo>
                    <a:pt x="9659" y="1245"/>
                  </a:lnTo>
                  <a:lnTo>
                    <a:pt x="9442" y="1265"/>
                  </a:lnTo>
                  <a:lnTo>
                    <a:pt x="9343" y="1284"/>
                  </a:lnTo>
                  <a:lnTo>
                    <a:pt x="9244" y="1324"/>
                  </a:lnTo>
                  <a:lnTo>
                    <a:pt x="9442" y="1383"/>
                  </a:lnTo>
                  <a:lnTo>
                    <a:pt x="9442" y="1403"/>
                  </a:lnTo>
                  <a:lnTo>
                    <a:pt x="9442" y="1423"/>
                  </a:lnTo>
                  <a:lnTo>
                    <a:pt x="9422" y="1442"/>
                  </a:lnTo>
                  <a:lnTo>
                    <a:pt x="9402" y="1462"/>
                  </a:lnTo>
                  <a:lnTo>
                    <a:pt x="9422" y="1502"/>
                  </a:lnTo>
                  <a:lnTo>
                    <a:pt x="9461" y="1541"/>
                  </a:lnTo>
                  <a:lnTo>
                    <a:pt x="9461" y="1482"/>
                  </a:lnTo>
                  <a:lnTo>
                    <a:pt x="9521" y="1462"/>
                  </a:lnTo>
                  <a:lnTo>
                    <a:pt x="9679" y="1462"/>
                  </a:lnTo>
                  <a:lnTo>
                    <a:pt x="9876" y="1521"/>
                  </a:lnTo>
                  <a:lnTo>
                    <a:pt x="10093" y="1561"/>
                  </a:lnTo>
                  <a:lnTo>
                    <a:pt x="10074" y="1581"/>
                  </a:lnTo>
                  <a:lnTo>
                    <a:pt x="10054" y="1600"/>
                  </a:lnTo>
                  <a:lnTo>
                    <a:pt x="9995" y="1600"/>
                  </a:lnTo>
                  <a:lnTo>
                    <a:pt x="9916" y="1581"/>
                  </a:lnTo>
                  <a:lnTo>
                    <a:pt x="9837" y="1581"/>
                  </a:lnTo>
                  <a:lnTo>
                    <a:pt x="9975" y="1719"/>
                  </a:lnTo>
                  <a:lnTo>
                    <a:pt x="10093" y="1798"/>
                  </a:lnTo>
                  <a:lnTo>
                    <a:pt x="10232" y="1837"/>
                  </a:lnTo>
                  <a:lnTo>
                    <a:pt x="10350" y="1857"/>
                  </a:lnTo>
                  <a:lnTo>
                    <a:pt x="10508" y="1877"/>
                  </a:lnTo>
                  <a:lnTo>
                    <a:pt x="10666" y="1897"/>
                  </a:lnTo>
                  <a:lnTo>
                    <a:pt x="10844" y="1936"/>
                  </a:lnTo>
                  <a:lnTo>
                    <a:pt x="11022" y="2035"/>
                  </a:lnTo>
                  <a:lnTo>
                    <a:pt x="10883" y="2035"/>
                  </a:lnTo>
                  <a:lnTo>
                    <a:pt x="10982" y="2055"/>
                  </a:lnTo>
                  <a:lnTo>
                    <a:pt x="11061" y="2114"/>
                  </a:lnTo>
                  <a:lnTo>
                    <a:pt x="11199" y="2213"/>
                  </a:lnTo>
                  <a:lnTo>
                    <a:pt x="11318" y="2312"/>
                  </a:lnTo>
                  <a:lnTo>
                    <a:pt x="11377" y="2331"/>
                  </a:lnTo>
                  <a:lnTo>
                    <a:pt x="11456" y="2331"/>
                  </a:lnTo>
                  <a:lnTo>
                    <a:pt x="11496" y="2391"/>
                  </a:lnTo>
                  <a:lnTo>
                    <a:pt x="11535" y="2450"/>
                  </a:lnTo>
                  <a:lnTo>
                    <a:pt x="11535" y="2529"/>
                  </a:lnTo>
                  <a:lnTo>
                    <a:pt x="11535" y="2588"/>
                  </a:lnTo>
                  <a:lnTo>
                    <a:pt x="11555" y="2628"/>
                  </a:lnTo>
                  <a:lnTo>
                    <a:pt x="11614" y="2687"/>
                  </a:lnTo>
                  <a:lnTo>
                    <a:pt x="11713" y="2766"/>
                  </a:lnTo>
                  <a:lnTo>
                    <a:pt x="11713" y="2726"/>
                  </a:lnTo>
                  <a:lnTo>
                    <a:pt x="11733" y="2707"/>
                  </a:lnTo>
                  <a:lnTo>
                    <a:pt x="11772" y="2707"/>
                  </a:lnTo>
                  <a:lnTo>
                    <a:pt x="11832" y="2746"/>
                  </a:lnTo>
                  <a:lnTo>
                    <a:pt x="11911" y="2805"/>
                  </a:lnTo>
                  <a:lnTo>
                    <a:pt x="11990" y="2865"/>
                  </a:lnTo>
                  <a:lnTo>
                    <a:pt x="12069" y="2904"/>
                  </a:lnTo>
                  <a:lnTo>
                    <a:pt x="12148" y="2924"/>
                  </a:lnTo>
                  <a:lnTo>
                    <a:pt x="12167" y="2924"/>
                  </a:lnTo>
                  <a:lnTo>
                    <a:pt x="12207" y="2904"/>
                  </a:lnTo>
                  <a:lnTo>
                    <a:pt x="12365" y="3200"/>
                  </a:lnTo>
                  <a:lnTo>
                    <a:pt x="12444" y="3200"/>
                  </a:lnTo>
                  <a:lnTo>
                    <a:pt x="12523" y="3181"/>
                  </a:lnTo>
                  <a:lnTo>
                    <a:pt x="12622" y="3102"/>
                  </a:lnTo>
                  <a:lnTo>
                    <a:pt x="12661" y="3062"/>
                  </a:lnTo>
                  <a:lnTo>
                    <a:pt x="12740" y="3062"/>
                  </a:lnTo>
                  <a:lnTo>
                    <a:pt x="12839" y="3102"/>
                  </a:lnTo>
                  <a:lnTo>
                    <a:pt x="12977" y="3220"/>
                  </a:lnTo>
                  <a:lnTo>
                    <a:pt x="13056" y="3339"/>
                  </a:lnTo>
                  <a:lnTo>
                    <a:pt x="13076" y="3398"/>
                  </a:lnTo>
                  <a:lnTo>
                    <a:pt x="13076" y="3437"/>
                  </a:lnTo>
                  <a:lnTo>
                    <a:pt x="13056" y="3457"/>
                  </a:lnTo>
                  <a:lnTo>
                    <a:pt x="13036" y="3497"/>
                  </a:lnTo>
                  <a:lnTo>
                    <a:pt x="12977" y="3516"/>
                  </a:lnTo>
                  <a:lnTo>
                    <a:pt x="12898" y="3556"/>
                  </a:lnTo>
                  <a:lnTo>
                    <a:pt x="12839" y="3595"/>
                  </a:lnTo>
                  <a:lnTo>
                    <a:pt x="12819" y="3615"/>
                  </a:lnTo>
                  <a:lnTo>
                    <a:pt x="12819" y="3655"/>
                  </a:lnTo>
                  <a:lnTo>
                    <a:pt x="12819" y="3694"/>
                  </a:lnTo>
                  <a:lnTo>
                    <a:pt x="12839" y="3734"/>
                  </a:lnTo>
                  <a:lnTo>
                    <a:pt x="13017" y="3753"/>
                  </a:lnTo>
                  <a:lnTo>
                    <a:pt x="13135" y="3990"/>
                  </a:lnTo>
                  <a:lnTo>
                    <a:pt x="13214" y="4069"/>
                  </a:lnTo>
                  <a:lnTo>
                    <a:pt x="13333" y="4168"/>
                  </a:lnTo>
                  <a:lnTo>
                    <a:pt x="13412" y="4287"/>
                  </a:lnTo>
                  <a:lnTo>
                    <a:pt x="13412" y="4326"/>
                  </a:lnTo>
                  <a:lnTo>
                    <a:pt x="13412" y="4346"/>
                  </a:lnTo>
                  <a:lnTo>
                    <a:pt x="13352" y="4346"/>
                  </a:lnTo>
                  <a:lnTo>
                    <a:pt x="13293" y="4306"/>
                  </a:lnTo>
                  <a:lnTo>
                    <a:pt x="13214" y="4267"/>
                  </a:lnTo>
                  <a:lnTo>
                    <a:pt x="13175" y="4247"/>
                  </a:lnTo>
                  <a:lnTo>
                    <a:pt x="13214" y="4287"/>
                  </a:lnTo>
                  <a:lnTo>
                    <a:pt x="13273" y="4326"/>
                  </a:lnTo>
                  <a:lnTo>
                    <a:pt x="13392" y="4464"/>
                  </a:lnTo>
                  <a:lnTo>
                    <a:pt x="13668" y="4820"/>
                  </a:lnTo>
                  <a:lnTo>
                    <a:pt x="13826" y="4978"/>
                  </a:lnTo>
                  <a:lnTo>
                    <a:pt x="14004" y="5136"/>
                  </a:lnTo>
                  <a:lnTo>
                    <a:pt x="14103" y="5195"/>
                  </a:lnTo>
                  <a:lnTo>
                    <a:pt x="14202" y="5235"/>
                  </a:lnTo>
                  <a:lnTo>
                    <a:pt x="14281" y="5255"/>
                  </a:lnTo>
                  <a:lnTo>
                    <a:pt x="14380" y="5255"/>
                  </a:lnTo>
                  <a:lnTo>
                    <a:pt x="14518" y="5373"/>
                  </a:lnTo>
                  <a:lnTo>
                    <a:pt x="14656" y="5511"/>
                  </a:lnTo>
                  <a:lnTo>
                    <a:pt x="14755" y="5610"/>
                  </a:lnTo>
                  <a:lnTo>
                    <a:pt x="14775" y="5650"/>
                  </a:lnTo>
                  <a:lnTo>
                    <a:pt x="14755" y="5689"/>
                  </a:lnTo>
                  <a:lnTo>
                    <a:pt x="14854" y="5689"/>
                  </a:lnTo>
                  <a:lnTo>
                    <a:pt x="14972" y="5748"/>
                  </a:lnTo>
                  <a:lnTo>
                    <a:pt x="15249" y="5887"/>
                  </a:lnTo>
                  <a:lnTo>
                    <a:pt x="15505" y="6045"/>
                  </a:lnTo>
                  <a:lnTo>
                    <a:pt x="15624" y="6104"/>
                  </a:lnTo>
                  <a:lnTo>
                    <a:pt x="15742" y="6124"/>
                  </a:lnTo>
                  <a:lnTo>
                    <a:pt x="15723" y="6143"/>
                  </a:lnTo>
                  <a:lnTo>
                    <a:pt x="15742" y="6183"/>
                  </a:lnTo>
                  <a:lnTo>
                    <a:pt x="15802" y="6242"/>
                  </a:lnTo>
                  <a:lnTo>
                    <a:pt x="15900" y="6321"/>
                  </a:lnTo>
                  <a:lnTo>
                    <a:pt x="16019" y="6361"/>
                  </a:lnTo>
                  <a:lnTo>
                    <a:pt x="15960" y="6321"/>
                  </a:lnTo>
                  <a:lnTo>
                    <a:pt x="15940" y="6282"/>
                  </a:lnTo>
                  <a:lnTo>
                    <a:pt x="15940" y="6262"/>
                  </a:lnTo>
                  <a:lnTo>
                    <a:pt x="15960" y="6242"/>
                  </a:lnTo>
                  <a:lnTo>
                    <a:pt x="16039" y="6222"/>
                  </a:lnTo>
                  <a:lnTo>
                    <a:pt x="16157" y="6203"/>
                  </a:lnTo>
                  <a:lnTo>
                    <a:pt x="16216" y="6282"/>
                  </a:lnTo>
                  <a:lnTo>
                    <a:pt x="16315" y="6341"/>
                  </a:lnTo>
                  <a:lnTo>
                    <a:pt x="16513" y="6459"/>
                  </a:lnTo>
                  <a:lnTo>
                    <a:pt x="16612" y="6519"/>
                  </a:lnTo>
                  <a:lnTo>
                    <a:pt x="16691" y="6578"/>
                  </a:lnTo>
                  <a:lnTo>
                    <a:pt x="16750" y="6637"/>
                  </a:lnTo>
                  <a:lnTo>
                    <a:pt x="16750" y="6716"/>
                  </a:lnTo>
                  <a:lnTo>
                    <a:pt x="16849" y="6716"/>
                  </a:lnTo>
                  <a:lnTo>
                    <a:pt x="16908" y="6696"/>
                  </a:lnTo>
                  <a:lnTo>
                    <a:pt x="16967" y="6677"/>
                  </a:lnTo>
                  <a:lnTo>
                    <a:pt x="16987" y="6637"/>
                  </a:lnTo>
                  <a:lnTo>
                    <a:pt x="17046" y="6578"/>
                  </a:lnTo>
                  <a:lnTo>
                    <a:pt x="17105" y="6499"/>
                  </a:lnTo>
                  <a:lnTo>
                    <a:pt x="17165" y="6558"/>
                  </a:lnTo>
                  <a:lnTo>
                    <a:pt x="17224" y="6637"/>
                  </a:lnTo>
                  <a:lnTo>
                    <a:pt x="17382" y="6775"/>
                  </a:lnTo>
                  <a:lnTo>
                    <a:pt x="17441" y="6854"/>
                  </a:lnTo>
                  <a:lnTo>
                    <a:pt x="17500" y="6933"/>
                  </a:lnTo>
                  <a:lnTo>
                    <a:pt x="17500" y="6993"/>
                  </a:lnTo>
                  <a:lnTo>
                    <a:pt x="17481" y="7013"/>
                  </a:lnTo>
                  <a:lnTo>
                    <a:pt x="17461" y="7032"/>
                  </a:lnTo>
                  <a:lnTo>
                    <a:pt x="17362" y="6953"/>
                  </a:lnTo>
                  <a:lnTo>
                    <a:pt x="17244" y="6874"/>
                  </a:lnTo>
                  <a:lnTo>
                    <a:pt x="17184" y="6854"/>
                  </a:lnTo>
                  <a:lnTo>
                    <a:pt x="17125" y="6854"/>
                  </a:lnTo>
                  <a:lnTo>
                    <a:pt x="17105" y="6914"/>
                  </a:lnTo>
                  <a:lnTo>
                    <a:pt x="17184" y="6993"/>
                  </a:lnTo>
                  <a:lnTo>
                    <a:pt x="17244" y="6993"/>
                  </a:lnTo>
                  <a:lnTo>
                    <a:pt x="17303" y="6973"/>
                  </a:lnTo>
                  <a:lnTo>
                    <a:pt x="17342" y="6973"/>
                  </a:lnTo>
                  <a:lnTo>
                    <a:pt x="17402" y="7013"/>
                  </a:lnTo>
                  <a:lnTo>
                    <a:pt x="17402" y="7052"/>
                  </a:lnTo>
                  <a:lnTo>
                    <a:pt x="17421" y="7111"/>
                  </a:lnTo>
                  <a:lnTo>
                    <a:pt x="17421" y="7171"/>
                  </a:lnTo>
                  <a:lnTo>
                    <a:pt x="17421" y="7210"/>
                  </a:lnTo>
                  <a:lnTo>
                    <a:pt x="17402" y="7210"/>
                  </a:lnTo>
                  <a:lnTo>
                    <a:pt x="17619" y="7348"/>
                  </a:lnTo>
                  <a:lnTo>
                    <a:pt x="17876" y="7566"/>
                  </a:lnTo>
                  <a:lnTo>
                    <a:pt x="17816" y="7467"/>
                  </a:lnTo>
                  <a:lnTo>
                    <a:pt x="17797" y="7427"/>
                  </a:lnTo>
                  <a:lnTo>
                    <a:pt x="17895" y="7427"/>
                  </a:lnTo>
                  <a:lnTo>
                    <a:pt x="18014" y="7447"/>
                  </a:lnTo>
                  <a:lnTo>
                    <a:pt x="18034" y="7447"/>
                  </a:lnTo>
                  <a:lnTo>
                    <a:pt x="18034" y="7427"/>
                  </a:lnTo>
                  <a:lnTo>
                    <a:pt x="18014" y="7388"/>
                  </a:lnTo>
                  <a:lnTo>
                    <a:pt x="17639" y="7309"/>
                  </a:lnTo>
                  <a:lnTo>
                    <a:pt x="17560" y="7250"/>
                  </a:lnTo>
                  <a:lnTo>
                    <a:pt x="17500" y="7210"/>
                  </a:lnTo>
                  <a:lnTo>
                    <a:pt x="17500" y="7171"/>
                  </a:lnTo>
                  <a:lnTo>
                    <a:pt x="17520" y="7151"/>
                  </a:lnTo>
                  <a:lnTo>
                    <a:pt x="17560" y="7111"/>
                  </a:lnTo>
                  <a:lnTo>
                    <a:pt x="17560" y="7092"/>
                  </a:lnTo>
                  <a:lnTo>
                    <a:pt x="17560" y="7052"/>
                  </a:lnTo>
                  <a:lnTo>
                    <a:pt x="17737" y="7151"/>
                  </a:lnTo>
                  <a:lnTo>
                    <a:pt x="17895" y="7210"/>
                  </a:lnTo>
                  <a:lnTo>
                    <a:pt x="18034" y="7250"/>
                  </a:lnTo>
                  <a:lnTo>
                    <a:pt x="18152" y="7269"/>
                  </a:lnTo>
                  <a:lnTo>
                    <a:pt x="18429" y="7329"/>
                  </a:lnTo>
                  <a:lnTo>
                    <a:pt x="18606" y="7368"/>
                  </a:lnTo>
                  <a:lnTo>
                    <a:pt x="18843" y="7467"/>
                  </a:lnTo>
                  <a:lnTo>
                    <a:pt x="19081" y="7645"/>
                  </a:lnTo>
                  <a:lnTo>
                    <a:pt x="19278" y="7783"/>
                  </a:lnTo>
                  <a:lnTo>
                    <a:pt x="19179" y="7743"/>
                  </a:lnTo>
                  <a:lnTo>
                    <a:pt x="19120" y="7743"/>
                  </a:lnTo>
                  <a:lnTo>
                    <a:pt x="19081" y="7763"/>
                  </a:lnTo>
                  <a:lnTo>
                    <a:pt x="19041" y="7803"/>
                  </a:lnTo>
                  <a:lnTo>
                    <a:pt x="19041" y="7842"/>
                  </a:lnTo>
                  <a:lnTo>
                    <a:pt x="19041" y="7882"/>
                  </a:lnTo>
                  <a:lnTo>
                    <a:pt x="19081" y="7921"/>
                  </a:lnTo>
                  <a:lnTo>
                    <a:pt x="19120" y="7961"/>
                  </a:lnTo>
                  <a:lnTo>
                    <a:pt x="19298" y="8000"/>
                  </a:lnTo>
                  <a:lnTo>
                    <a:pt x="19436" y="8040"/>
                  </a:lnTo>
                  <a:lnTo>
                    <a:pt x="19594" y="8099"/>
                  </a:lnTo>
                  <a:lnTo>
                    <a:pt x="19713" y="8178"/>
                  </a:lnTo>
                  <a:lnTo>
                    <a:pt x="19950" y="8336"/>
                  </a:lnTo>
                  <a:lnTo>
                    <a:pt x="20068" y="8415"/>
                  </a:lnTo>
                  <a:lnTo>
                    <a:pt x="20206" y="8474"/>
                  </a:lnTo>
                  <a:lnTo>
                    <a:pt x="20206" y="8474"/>
                  </a:lnTo>
                  <a:lnTo>
                    <a:pt x="20108" y="8415"/>
                  </a:lnTo>
                  <a:lnTo>
                    <a:pt x="20068" y="8375"/>
                  </a:lnTo>
                  <a:lnTo>
                    <a:pt x="20048" y="8356"/>
                  </a:lnTo>
                  <a:lnTo>
                    <a:pt x="20048" y="8316"/>
                  </a:lnTo>
                  <a:lnTo>
                    <a:pt x="20088" y="8296"/>
                  </a:lnTo>
                  <a:lnTo>
                    <a:pt x="20127" y="8277"/>
                  </a:lnTo>
                  <a:lnTo>
                    <a:pt x="20226" y="8257"/>
                  </a:lnTo>
                  <a:lnTo>
                    <a:pt x="20443" y="8277"/>
                  </a:lnTo>
                  <a:lnTo>
                    <a:pt x="20562" y="8296"/>
                  </a:lnTo>
                  <a:lnTo>
                    <a:pt x="20621" y="8316"/>
                  </a:lnTo>
                  <a:lnTo>
                    <a:pt x="20641" y="8356"/>
                  </a:lnTo>
                  <a:lnTo>
                    <a:pt x="20641" y="8435"/>
                  </a:lnTo>
                  <a:lnTo>
                    <a:pt x="20680" y="8474"/>
                  </a:lnTo>
                  <a:lnTo>
                    <a:pt x="20740" y="8533"/>
                  </a:lnTo>
                  <a:lnTo>
                    <a:pt x="21115" y="8612"/>
                  </a:lnTo>
                  <a:lnTo>
                    <a:pt x="21411" y="8691"/>
                  </a:lnTo>
                  <a:lnTo>
                    <a:pt x="21984" y="8869"/>
                  </a:lnTo>
                  <a:lnTo>
                    <a:pt x="22241" y="8948"/>
                  </a:lnTo>
                  <a:lnTo>
                    <a:pt x="22498" y="9007"/>
                  </a:lnTo>
                  <a:lnTo>
                    <a:pt x="22774" y="9047"/>
                  </a:lnTo>
                  <a:lnTo>
                    <a:pt x="23051" y="9067"/>
                  </a:lnTo>
                  <a:lnTo>
                    <a:pt x="23051" y="9067"/>
                  </a:lnTo>
                  <a:lnTo>
                    <a:pt x="22735" y="8830"/>
                  </a:lnTo>
                  <a:lnTo>
                    <a:pt x="22577" y="8968"/>
                  </a:lnTo>
                  <a:lnTo>
                    <a:pt x="22517" y="8909"/>
                  </a:lnTo>
                  <a:lnTo>
                    <a:pt x="22498" y="8849"/>
                  </a:lnTo>
                  <a:lnTo>
                    <a:pt x="22517" y="8770"/>
                  </a:lnTo>
                  <a:lnTo>
                    <a:pt x="22557" y="8731"/>
                  </a:lnTo>
                  <a:lnTo>
                    <a:pt x="22636" y="8672"/>
                  </a:lnTo>
                  <a:lnTo>
                    <a:pt x="22715" y="8612"/>
                  </a:lnTo>
                  <a:lnTo>
                    <a:pt x="22873" y="8553"/>
                  </a:lnTo>
                  <a:lnTo>
                    <a:pt x="22912" y="8573"/>
                  </a:lnTo>
                  <a:lnTo>
                    <a:pt x="22972" y="8593"/>
                  </a:lnTo>
                  <a:lnTo>
                    <a:pt x="23110" y="8632"/>
                  </a:lnTo>
                  <a:lnTo>
                    <a:pt x="23209" y="8691"/>
                  </a:lnTo>
                  <a:lnTo>
                    <a:pt x="23228" y="8711"/>
                  </a:lnTo>
                  <a:lnTo>
                    <a:pt x="23169" y="8731"/>
                  </a:lnTo>
                  <a:lnTo>
                    <a:pt x="23643" y="8731"/>
                  </a:lnTo>
                  <a:lnTo>
                    <a:pt x="23604" y="8711"/>
                  </a:lnTo>
                  <a:lnTo>
                    <a:pt x="23564" y="8691"/>
                  </a:lnTo>
                  <a:lnTo>
                    <a:pt x="23465" y="8652"/>
                  </a:lnTo>
                  <a:lnTo>
                    <a:pt x="23446" y="8632"/>
                  </a:lnTo>
                  <a:lnTo>
                    <a:pt x="23426" y="8612"/>
                  </a:lnTo>
                  <a:lnTo>
                    <a:pt x="23446" y="8612"/>
                  </a:lnTo>
                  <a:lnTo>
                    <a:pt x="23505" y="8593"/>
                  </a:lnTo>
                  <a:lnTo>
                    <a:pt x="23663" y="8652"/>
                  </a:lnTo>
                  <a:lnTo>
                    <a:pt x="23821" y="8731"/>
                  </a:lnTo>
                  <a:lnTo>
                    <a:pt x="23880" y="8770"/>
                  </a:lnTo>
                  <a:lnTo>
                    <a:pt x="23900" y="8790"/>
                  </a:lnTo>
                  <a:lnTo>
                    <a:pt x="23880" y="8810"/>
                  </a:lnTo>
                  <a:lnTo>
                    <a:pt x="23801" y="8830"/>
                  </a:lnTo>
                  <a:lnTo>
                    <a:pt x="23979" y="8869"/>
                  </a:lnTo>
                  <a:lnTo>
                    <a:pt x="24236" y="8869"/>
                  </a:lnTo>
                  <a:lnTo>
                    <a:pt x="24295" y="8849"/>
                  </a:lnTo>
                  <a:lnTo>
                    <a:pt x="24315" y="8830"/>
                  </a:lnTo>
                  <a:lnTo>
                    <a:pt x="24315" y="8790"/>
                  </a:lnTo>
                  <a:lnTo>
                    <a:pt x="24433" y="8810"/>
                  </a:lnTo>
                  <a:lnTo>
                    <a:pt x="24473" y="8849"/>
                  </a:lnTo>
                  <a:lnTo>
                    <a:pt x="24453" y="8869"/>
                  </a:lnTo>
                  <a:lnTo>
                    <a:pt x="24394" y="8909"/>
                  </a:lnTo>
                  <a:lnTo>
                    <a:pt x="24236" y="8968"/>
                  </a:lnTo>
                  <a:lnTo>
                    <a:pt x="24058" y="9007"/>
                  </a:lnTo>
                  <a:lnTo>
                    <a:pt x="24157" y="9047"/>
                  </a:lnTo>
                  <a:lnTo>
                    <a:pt x="24216" y="9067"/>
                  </a:lnTo>
                  <a:lnTo>
                    <a:pt x="24256" y="9106"/>
                  </a:lnTo>
                  <a:lnTo>
                    <a:pt x="24275" y="9146"/>
                  </a:lnTo>
                  <a:lnTo>
                    <a:pt x="24275" y="9185"/>
                  </a:lnTo>
                  <a:lnTo>
                    <a:pt x="24256" y="9205"/>
                  </a:lnTo>
                  <a:lnTo>
                    <a:pt x="24196" y="9244"/>
                  </a:lnTo>
                  <a:lnTo>
                    <a:pt x="24611" y="9304"/>
                  </a:lnTo>
                  <a:lnTo>
                    <a:pt x="24552" y="9323"/>
                  </a:lnTo>
                  <a:lnTo>
                    <a:pt x="24512" y="9363"/>
                  </a:lnTo>
                  <a:lnTo>
                    <a:pt x="24453" y="9403"/>
                  </a:lnTo>
                  <a:lnTo>
                    <a:pt x="24394" y="9422"/>
                  </a:lnTo>
                  <a:lnTo>
                    <a:pt x="24493" y="9462"/>
                  </a:lnTo>
                  <a:lnTo>
                    <a:pt x="24769" y="9462"/>
                  </a:lnTo>
                  <a:lnTo>
                    <a:pt x="24848" y="9482"/>
                  </a:lnTo>
                  <a:lnTo>
                    <a:pt x="24927" y="9482"/>
                  </a:lnTo>
                  <a:lnTo>
                    <a:pt x="24986" y="9521"/>
                  </a:lnTo>
                  <a:lnTo>
                    <a:pt x="25065" y="9580"/>
                  </a:lnTo>
                  <a:lnTo>
                    <a:pt x="25184" y="9462"/>
                  </a:lnTo>
                  <a:lnTo>
                    <a:pt x="25539" y="9620"/>
                  </a:lnTo>
                  <a:lnTo>
                    <a:pt x="25757" y="9719"/>
                  </a:lnTo>
                  <a:lnTo>
                    <a:pt x="26231" y="9936"/>
                  </a:lnTo>
                  <a:lnTo>
                    <a:pt x="26191" y="9817"/>
                  </a:lnTo>
                  <a:lnTo>
                    <a:pt x="26330" y="9817"/>
                  </a:lnTo>
                  <a:lnTo>
                    <a:pt x="26409" y="9857"/>
                  </a:lnTo>
                  <a:lnTo>
                    <a:pt x="26468" y="9916"/>
                  </a:lnTo>
                  <a:lnTo>
                    <a:pt x="26507" y="9975"/>
                  </a:lnTo>
                  <a:lnTo>
                    <a:pt x="26547" y="10035"/>
                  </a:lnTo>
                  <a:lnTo>
                    <a:pt x="26586" y="10114"/>
                  </a:lnTo>
                  <a:lnTo>
                    <a:pt x="26665" y="10173"/>
                  </a:lnTo>
                  <a:lnTo>
                    <a:pt x="26784" y="10252"/>
                  </a:lnTo>
                  <a:lnTo>
                    <a:pt x="26942" y="10311"/>
                  </a:lnTo>
                  <a:lnTo>
                    <a:pt x="27060" y="10351"/>
                  </a:lnTo>
                  <a:lnTo>
                    <a:pt x="27120" y="10370"/>
                  </a:lnTo>
                  <a:lnTo>
                    <a:pt x="27159" y="10351"/>
                  </a:lnTo>
                  <a:lnTo>
                    <a:pt x="27199" y="10331"/>
                  </a:lnTo>
                  <a:lnTo>
                    <a:pt x="27238" y="10291"/>
                  </a:lnTo>
                  <a:lnTo>
                    <a:pt x="27317" y="10351"/>
                  </a:lnTo>
                  <a:lnTo>
                    <a:pt x="27337" y="10410"/>
                  </a:lnTo>
                  <a:lnTo>
                    <a:pt x="27337" y="10469"/>
                  </a:lnTo>
                  <a:lnTo>
                    <a:pt x="27317" y="10528"/>
                  </a:lnTo>
                  <a:lnTo>
                    <a:pt x="27436" y="10548"/>
                  </a:lnTo>
                  <a:lnTo>
                    <a:pt x="27554" y="10607"/>
                  </a:lnTo>
                  <a:lnTo>
                    <a:pt x="27613" y="10667"/>
                  </a:lnTo>
                  <a:lnTo>
                    <a:pt x="27633" y="10706"/>
                  </a:lnTo>
                  <a:lnTo>
                    <a:pt x="27653" y="10765"/>
                  </a:lnTo>
                  <a:lnTo>
                    <a:pt x="27653" y="10825"/>
                  </a:lnTo>
                  <a:lnTo>
                    <a:pt x="27436" y="10647"/>
                  </a:lnTo>
                  <a:lnTo>
                    <a:pt x="27416" y="10686"/>
                  </a:lnTo>
                  <a:lnTo>
                    <a:pt x="27396" y="10726"/>
                  </a:lnTo>
                  <a:lnTo>
                    <a:pt x="27436" y="10825"/>
                  </a:lnTo>
                  <a:lnTo>
                    <a:pt x="27475" y="10923"/>
                  </a:lnTo>
                  <a:lnTo>
                    <a:pt x="27475" y="10963"/>
                  </a:lnTo>
                  <a:lnTo>
                    <a:pt x="27455" y="11002"/>
                  </a:lnTo>
                  <a:lnTo>
                    <a:pt x="27495" y="11042"/>
                  </a:lnTo>
                  <a:lnTo>
                    <a:pt x="27515" y="11101"/>
                  </a:lnTo>
                  <a:lnTo>
                    <a:pt x="27574" y="11200"/>
                  </a:lnTo>
                  <a:lnTo>
                    <a:pt x="27613" y="11338"/>
                  </a:lnTo>
                  <a:lnTo>
                    <a:pt x="27673" y="11595"/>
                  </a:lnTo>
                  <a:lnTo>
                    <a:pt x="27771" y="11852"/>
                  </a:lnTo>
                  <a:lnTo>
                    <a:pt x="27870" y="12089"/>
                  </a:lnTo>
                  <a:lnTo>
                    <a:pt x="28008" y="12326"/>
                  </a:lnTo>
                  <a:lnTo>
                    <a:pt x="28166" y="12523"/>
                  </a:lnTo>
                  <a:lnTo>
                    <a:pt x="28324" y="12681"/>
                  </a:lnTo>
                  <a:lnTo>
                    <a:pt x="28305" y="12583"/>
                  </a:lnTo>
                  <a:lnTo>
                    <a:pt x="28344" y="12523"/>
                  </a:lnTo>
                  <a:lnTo>
                    <a:pt x="28384" y="12484"/>
                  </a:lnTo>
                  <a:lnTo>
                    <a:pt x="28443" y="12464"/>
                  </a:lnTo>
                  <a:lnTo>
                    <a:pt x="28542" y="12484"/>
                  </a:lnTo>
                  <a:lnTo>
                    <a:pt x="28641" y="12543"/>
                  </a:lnTo>
                  <a:lnTo>
                    <a:pt x="28917" y="12721"/>
                  </a:lnTo>
                  <a:lnTo>
                    <a:pt x="28897" y="12721"/>
                  </a:lnTo>
                  <a:lnTo>
                    <a:pt x="28897" y="12741"/>
                  </a:lnTo>
                  <a:lnTo>
                    <a:pt x="28917" y="12820"/>
                  </a:lnTo>
                  <a:lnTo>
                    <a:pt x="29055" y="13017"/>
                  </a:lnTo>
                  <a:lnTo>
                    <a:pt x="29194" y="13195"/>
                  </a:lnTo>
                  <a:lnTo>
                    <a:pt x="29253" y="13274"/>
                  </a:lnTo>
                  <a:lnTo>
                    <a:pt x="29273" y="13353"/>
                  </a:lnTo>
                  <a:lnTo>
                    <a:pt x="29233" y="13373"/>
                  </a:lnTo>
                  <a:lnTo>
                    <a:pt x="29213" y="13412"/>
                  </a:lnTo>
                  <a:lnTo>
                    <a:pt x="29194" y="13511"/>
                  </a:lnTo>
                  <a:lnTo>
                    <a:pt x="29174" y="13550"/>
                  </a:lnTo>
                  <a:lnTo>
                    <a:pt x="29154" y="13570"/>
                  </a:lnTo>
                  <a:lnTo>
                    <a:pt x="29115" y="13570"/>
                  </a:lnTo>
                  <a:lnTo>
                    <a:pt x="29055" y="13531"/>
                  </a:lnTo>
                  <a:lnTo>
                    <a:pt x="29075" y="13373"/>
                  </a:lnTo>
                  <a:lnTo>
                    <a:pt x="29055" y="13333"/>
                  </a:lnTo>
                  <a:lnTo>
                    <a:pt x="29036" y="13294"/>
                  </a:lnTo>
                  <a:lnTo>
                    <a:pt x="29016" y="13254"/>
                  </a:lnTo>
                  <a:lnTo>
                    <a:pt x="28957" y="13215"/>
                  </a:lnTo>
                  <a:lnTo>
                    <a:pt x="28976" y="13353"/>
                  </a:lnTo>
                  <a:lnTo>
                    <a:pt x="29016" y="13511"/>
                  </a:lnTo>
                  <a:lnTo>
                    <a:pt x="29016" y="13570"/>
                  </a:lnTo>
                  <a:lnTo>
                    <a:pt x="29016" y="13629"/>
                  </a:lnTo>
                  <a:lnTo>
                    <a:pt x="28996" y="13728"/>
                  </a:lnTo>
                  <a:lnTo>
                    <a:pt x="28858" y="13728"/>
                  </a:lnTo>
                  <a:lnTo>
                    <a:pt x="28838" y="13708"/>
                  </a:lnTo>
                  <a:lnTo>
                    <a:pt x="28897" y="13689"/>
                  </a:lnTo>
                  <a:lnTo>
                    <a:pt x="28937" y="13649"/>
                  </a:lnTo>
                  <a:lnTo>
                    <a:pt x="28838" y="13610"/>
                  </a:lnTo>
                  <a:lnTo>
                    <a:pt x="28779" y="13610"/>
                  </a:lnTo>
                  <a:lnTo>
                    <a:pt x="28759" y="13629"/>
                  </a:lnTo>
                  <a:lnTo>
                    <a:pt x="28759" y="13649"/>
                  </a:lnTo>
                  <a:lnTo>
                    <a:pt x="28739" y="13708"/>
                  </a:lnTo>
                  <a:lnTo>
                    <a:pt x="28739" y="13748"/>
                  </a:lnTo>
                  <a:lnTo>
                    <a:pt x="28720" y="13807"/>
                  </a:lnTo>
                  <a:lnTo>
                    <a:pt x="28660" y="13866"/>
                  </a:lnTo>
                  <a:lnTo>
                    <a:pt x="28680" y="13866"/>
                  </a:lnTo>
                  <a:lnTo>
                    <a:pt x="28700" y="13886"/>
                  </a:lnTo>
                  <a:lnTo>
                    <a:pt x="28720" y="13886"/>
                  </a:lnTo>
                  <a:lnTo>
                    <a:pt x="28759" y="13847"/>
                  </a:lnTo>
                  <a:lnTo>
                    <a:pt x="28720" y="13906"/>
                  </a:lnTo>
                  <a:lnTo>
                    <a:pt x="28720" y="13965"/>
                  </a:lnTo>
                  <a:lnTo>
                    <a:pt x="28739" y="14024"/>
                  </a:lnTo>
                  <a:lnTo>
                    <a:pt x="28799" y="14104"/>
                  </a:lnTo>
                  <a:lnTo>
                    <a:pt x="28838" y="14202"/>
                  </a:lnTo>
                  <a:lnTo>
                    <a:pt x="28878" y="14321"/>
                  </a:lnTo>
                  <a:lnTo>
                    <a:pt x="28878" y="14439"/>
                  </a:lnTo>
                  <a:lnTo>
                    <a:pt x="28858" y="14499"/>
                  </a:lnTo>
                  <a:lnTo>
                    <a:pt x="28838" y="14558"/>
                  </a:lnTo>
                  <a:lnTo>
                    <a:pt x="28858" y="14538"/>
                  </a:lnTo>
                  <a:lnTo>
                    <a:pt x="28897" y="14499"/>
                  </a:lnTo>
                  <a:lnTo>
                    <a:pt x="28957" y="14499"/>
                  </a:lnTo>
                  <a:lnTo>
                    <a:pt x="28976" y="14538"/>
                  </a:lnTo>
                  <a:lnTo>
                    <a:pt x="28996" y="14578"/>
                  </a:lnTo>
                  <a:lnTo>
                    <a:pt x="29016" y="14696"/>
                  </a:lnTo>
                  <a:lnTo>
                    <a:pt x="29016" y="14775"/>
                  </a:lnTo>
                  <a:lnTo>
                    <a:pt x="28996" y="14834"/>
                  </a:lnTo>
                  <a:lnTo>
                    <a:pt x="28976" y="14874"/>
                  </a:lnTo>
                  <a:lnTo>
                    <a:pt x="28917" y="14953"/>
                  </a:lnTo>
                  <a:lnTo>
                    <a:pt x="28878" y="15032"/>
                  </a:lnTo>
                  <a:lnTo>
                    <a:pt x="28897" y="15091"/>
                  </a:lnTo>
                  <a:lnTo>
                    <a:pt x="28937" y="15170"/>
                  </a:lnTo>
                  <a:lnTo>
                    <a:pt x="28957" y="15368"/>
                  </a:lnTo>
                  <a:lnTo>
                    <a:pt x="28976" y="15545"/>
                  </a:lnTo>
                  <a:lnTo>
                    <a:pt x="28976" y="15585"/>
                  </a:lnTo>
                  <a:lnTo>
                    <a:pt x="28996" y="15644"/>
                  </a:lnTo>
                  <a:lnTo>
                    <a:pt x="29036" y="15664"/>
                  </a:lnTo>
                  <a:lnTo>
                    <a:pt x="29075" y="15624"/>
                  </a:lnTo>
                  <a:lnTo>
                    <a:pt x="29134" y="15605"/>
                  </a:lnTo>
                  <a:lnTo>
                    <a:pt x="29174" y="15565"/>
                  </a:lnTo>
                  <a:lnTo>
                    <a:pt x="29233" y="15565"/>
                  </a:lnTo>
                  <a:lnTo>
                    <a:pt x="29273" y="15585"/>
                  </a:lnTo>
                  <a:lnTo>
                    <a:pt x="29312" y="15664"/>
                  </a:lnTo>
                  <a:lnTo>
                    <a:pt x="29371" y="15763"/>
                  </a:lnTo>
                  <a:lnTo>
                    <a:pt x="29391" y="15842"/>
                  </a:lnTo>
                  <a:lnTo>
                    <a:pt x="29391" y="15940"/>
                  </a:lnTo>
                  <a:lnTo>
                    <a:pt x="29391" y="16039"/>
                  </a:lnTo>
                  <a:lnTo>
                    <a:pt x="29371" y="16237"/>
                  </a:lnTo>
                  <a:lnTo>
                    <a:pt x="29371" y="16335"/>
                  </a:lnTo>
                  <a:lnTo>
                    <a:pt x="29371" y="16434"/>
                  </a:lnTo>
                  <a:lnTo>
                    <a:pt x="29332" y="16494"/>
                  </a:lnTo>
                  <a:lnTo>
                    <a:pt x="29312" y="16513"/>
                  </a:lnTo>
                  <a:lnTo>
                    <a:pt x="29292" y="16494"/>
                  </a:lnTo>
                  <a:lnTo>
                    <a:pt x="29292" y="16454"/>
                  </a:lnTo>
                  <a:lnTo>
                    <a:pt x="29273" y="16375"/>
                  </a:lnTo>
                  <a:lnTo>
                    <a:pt x="29273" y="16158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73" y="16415"/>
                  </a:lnTo>
                  <a:lnTo>
                    <a:pt x="29273" y="16849"/>
                  </a:lnTo>
                  <a:lnTo>
                    <a:pt x="29233" y="16908"/>
                  </a:lnTo>
                  <a:lnTo>
                    <a:pt x="29213" y="16928"/>
                  </a:lnTo>
                  <a:lnTo>
                    <a:pt x="29174" y="16908"/>
                  </a:lnTo>
                  <a:lnTo>
                    <a:pt x="29154" y="16849"/>
                  </a:lnTo>
                  <a:lnTo>
                    <a:pt x="29154" y="16671"/>
                  </a:lnTo>
                  <a:lnTo>
                    <a:pt x="29154" y="16474"/>
                  </a:lnTo>
                  <a:lnTo>
                    <a:pt x="29115" y="16612"/>
                  </a:lnTo>
                  <a:lnTo>
                    <a:pt x="29095" y="16731"/>
                  </a:lnTo>
                  <a:lnTo>
                    <a:pt x="29095" y="16869"/>
                  </a:lnTo>
                  <a:lnTo>
                    <a:pt x="29095" y="16987"/>
                  </a:lnTo>
                  <a:lnTo>
                    <a:pt x="29115" y="17106"/>
                  </a:lnTo>
                  <a:lnTo>
                    <a:pt x="29134" y="17205"/>
                  </a:lnTo>
                  <a:lnTo>
                    <a:pt x="29174" y="17303"/>
                  </a:lnTo>
                  <a:lnTo>
                    <a:pt x="29213" y="17343"/>
                  </a:lnTo>
                  <a:lnTo>
                    <a:pt x="29174" y="17481"/>
                  </a:lnTo>
                  <a:lnTo>
                    <a:pt x="29154" y="17600"/>
                  </a:lnTo>
                  <a:lnTo>
                    <a:pt x="29134" y="17718"/>
                  </a:lnTo>
                  <a:lnTo>
                    <a:pt x="29075" y="17856"/>
                  </a:lnTo>
                  <a:lnTo>
                    <a:pt x="29055" y="17777"/>
                  </a:lnTo>
                  <a:lnTo>
                    <a:pt x="29016" y="17718"/>
                  </a:lnTo>
                  <a:lnTo>
                    <a:pt x="28917" y="17619"/>
                  </a:lnTo>
                  <a:lnTo>
                    <a:pt x="28878" y="17560"/>
                  </a:lnTo>
                  <a:lnTo>
                    <a:pt x="28838" y="17501"/>
                  </a:lnTo>
                  <a:lnTo>
                    <a:pt x="28799" y="17422"/>
                  </a:lnTo>
                  <a:lnTo>
                    <a:pt x="28799" y="17323"/>
                  </a:lnTo>
                  <a:lnTo>
                    <a:pt x="28818" y="17185"/>
                  </a:lnTo>
                  <a:lnTo>
                    <a:pt x="28858" y="17145"/>
                  </a:lnTo>
                  <a:lnTo>
                    <a:pt x="28878" y="17145"/>
                  </a:lnTo>
                  <a:lnTo>
                    <a:pt x="28917" y="17185"/>
                  </a:lnTo>
                  <a:lnTo>
                    <a:pt x="28937" y="17224"/>
                  </a:lnTo>
                  <a:lnTo>
                    <a:pt x="28976" y="17244"/>
                  </a:lnTo>
                  <a:lnTo>
                    <a:pt x="28996" y="17244"/>
                  </a:lnTo>
                  <a:lnTo>
                    <a:pt x="29016" y="17224"/>
                  </a:lnTo>
                  <a:lnTo>
                    <a:pt x="29036" y="17106"/>
                  </a:lnTo>
                  <a:lnTo>
                    <a:pt x="28897" y="17066"/>
                  </a:lnTo>
                  <a:lnTo>
                    <a:pt x="28937" y="16987"/>
                  </a:lnTo>
                  <a:lnTo>
                    <a:pt x="28937" y="16928"/>
                  </a:lnTo>
                  <a:lnTo>
                    <a:pt x="28937" y="16810"/>
                  </a:lnTo>
                  <a:lnTo>
                    <a:pt x="28917" y="16671"/>
                  </a:lnTo>
                  <a:lnTo>
                    <a:pt x="28917" y="16533"/>
                  </a:lnTo>
                  <a:lnTo>
                    <a:pt x="28937" y="16494"/>
                  </a:lnTo>
                  <a:lnTo>
                    <a:pt x="28957" y="16513"/>
                  </a:lnTo>
                  <a:lnTo>
                    <a:pt x="28976" y="16632"/>
                  </a:lnTo>
                  <a:lnTo>
                    <a:pt x="29016" y="16158"/>
                  </a:lnTo>
                  <a:lnTo>
                    <a:pt x="29016" y="16039"/>
                  </a:lnTo>
                  <a:lnTo>
                    <a:pt x="28996" y="15940"/>
                  </a:lnTo>
                  <a:lnTo>
                    <a:pt x="28957" y="15822"/>
                  </a:lnTo>
                  <a:lnTo>
                    <a:pt x="28917" y="15723"/>
                  </a:lnTo>
                  <a:lnTo>
                    <a:pt x="28878" y="15921"/>
                  </a:lnTo>
                  <a:lnTo>
                    <a:pt x="28858" y="16118"/>
                  </a:lnTo>
                  <a:lnTo>
                    <a:pt x="28838" y="16533"/>
                  </a:lnTo>
                  <a:lnTo>
                    <a:pt x="28838" y="16711"/>
                  </a:lnTo>
                  <a:lnTo>
                    <a:pt x="28818" y="16889"/>
                  </a:lnTo>
                  <a:lnTo>
                    <a:pt x="28779" y="17027"/>
                  </a:lnTo>
                  <a:lnTo>
                    <a:pt x="28759" y="17066"/>
                  </a:lnTo>
                  <a:lnTo>
                    <a:pt x="28720" y="17106"/>
                  </a:lnTo>
                  <a:lnTo>
                    <a:pt x="28759" y="17580"/>
                  </a:lnTo>
                  <a:lnTo>
                    <a:pt x="28779" y="18054"/>
                  </a:lnTo>
                  <a:lnTo>
                    <a:pt x="28799" y="18034"/>
                  </a:lnTo>
                  <a:lnTo>
                    <a:pt x="28838" y="18014"/>
                  </a:lnTo>
                  <a:lnTo>
                    <a:pt x="28917" y="17955"/>
                  </a:lnTo>
                  <a:lnTo>
                    <a:pt x="28957" y="17935"/>
                  </a:lnTo>
                  <a:lnTo>
                    <a:pt x="28996" y="17935"/>
                  </a:lnTo>
                  <a:lnTo>
                    <a:pt x="29036" y="17955"/>
                  </a:lnTo>
                  <a:lnTo>
                    <a:pt x="29055" y="18034"/>
                  </a:lnTo>
                  <a:lnTo>
                    <a:pt x="28976" y="18074"/>
                  </a:lnTo>
                  <a:lnTo>
                    <a:pt x="28917" y="18133"/>
                  </a:lnTo>
                  <a:lnTo>
                    <a:pt x="28818" y="18271"/>
                  </a:lnTo>
                  <a:lnTo>
                    <a:pt x="28700" y="18469"/>
                  </a:lnTo>
                  <a:lnTo>
                    <a:pt x="28621" y="18686"/>
                  </a:lnTo>
                  <a:lnTo>
                    <a:pt x="28660" y="18686"/>
                  </a:lnTo>
                  <a:lnTo>
                    <a:pt x="28680" y="18706"/>
                  </a:lnTo>
                  <a:lnTo>
                    <a:pt x="28720" y="18745"/>
                  </a:lnTo>
                  <a:lnTo>
                    <a:pt x="28720" y="18844"/>
                  </a:lnTo>
                  <a:lnTo>
                    <a:pt x="28720" y="18943"/>
                  </a:lnTo>
                  <a:lnTo>
                    <a:pt x="28720" y="19042"/>
                  </a:lnTo>
                  <a:lnTo>
                    <a:pt x="28720" y="19121"/>
                  </a:lnTo>
                  <a:lnTo>
                    <a:pt x="28759" y="19160"/>
                  </a:lnTo>
                  <a:lnTo>
                    <a:pt x="28799" y="19160"/>
                  </a:lnTo>
                  <a:lnTo>
                    <a:pt x="28799" y="19081"/>
                  </a:lnTo>
                  <a:lnTo>
                    <a:pt x="28818" y="19042"/>
                  </a:lnTo>
                  <a:lnTo>
                    <a:pt x="28838" y="19002"/>
                  </a:lnTo>
                  <a:lnTo>
                    <a:pt x="28858" y="18963"/>
                  </a:lnTo>
                  <a:lnTo>
                    <a:pt x="28917" y="18923"/>
                  </a:lnTo>
                  <a:lnTo>
                    <a:pt x="28957" y="18903"/>
                  </a:lnTo>
                  <a:lnTo>
                    <a:pt x="28937" y="19022"/>
                  </a:lnTo>
                  <a:lnTo>
                    <a:pt x="28937" y="19081"/>
                  </a:lnTo>
                  <a:lnTo>
                    <a:pt x="28957" y="19101"/>
                  </a:lnTo>
                  <a:lnTo>
                    <a:pt x="28996" y="19101"/>
                  </a:lnTo>
                  <a:lnTo>
                    <a:pt x="29055" y="19121"/>
                  </a:lnTo>
                  <a:lnTo>
                    <a:pt x="29055" y="19140"/>
                  </a:lnTo>
                  <a:lnTo>
                    <a:pt x="29055" y="19200"/>
                  </a:lnTo>
                  <a:lnTo>
                    <a:pt x="28976" y="19358"/>
                  </a:lnTo>
                  <a:lnTo>
                    <a:pt x="28937" y="19437"/>
                  </a:lnTo>
                  <a:lnTo>
                    <a:pt x="28897" y="19476"/>
                  </a:lnTo>
                  <a:lnTo>
                    <a:pt x="28878" y="19456"/>
                  </a:lnTo>
                  <a:lnTo>
                    <a:pt x="28858" y="19456"/>
                  </a:lnTo>
                  <a:lnTo>
                    <a:pt x="28818" y="19476"/>
                  </a:lnTo>
                  <a:lnTo>
                    <a:pt x="28759" y="19535"/>
                  </a:lnTo>
                  <a:lnTo>
                    <a:pt x="28680" y="19693"/>
                  </a:lnTo>
                  <a:lnTo>
                    <a:pt x="28641" y="19338"/>
                  </a:lnTo>
                  <a:lnTo>
                    <a:pt x="28621" y="19101"/>
                  </a:lnTo>
                  <a:lnTo>
                    <a:pt x="28621" y="18844"/>
                  </a:lnTo>
                  <a:lnTo>
                    <a:pt x="28581" y="18844"/>
                  </a:lnTo>
                  <a:lnTo>
                    <a:pt x="28561" y="18884"/>
                  </a:lnTo>
                  <a:lnTo>
                    <a:pt x="28522" y="19002"/>
                  </a:lnTo>
                  <a:lnTo>
                    <a:pt x="28482" y="19160"/>
                  </a:lnTo>
                  <a:lnTo>
                    <a:pt x="28443" y="19219"/>
                  </a:lnTo>
                  <a:lnTo>
                    <a:pt x="28482" y="19219"/>
                  </a:lnTo>
                  <a:lnTo>
                    <a:pt x="28502" y="19239"/>
                  </a:lnTo>
                  <a:lnTo>
                    <a:pt x="28522" y="19279"/>
                  </a:lnTo>
                  <a:lnTo>
                    <a:pt x="28561" y="19338"/>
                  </a:lnTo>
                  <a:lnTo>
                    <a:pt x="28581" y="19338"/>
                  </a:lnTo>
                  <a:lnTo>
                    <a:pt x="28601" y="19298"/>
                  </a:lnTo>
                  <a:lnTo>
                    <a:pt x="28542" y="19693"/>
                  </a:lnTo>
                  <a:lnTo>
                    <a:pt x="28463" y="20088"/>
                  </a:lnTo>
                  <a:lnTo>
                    <a:pt x="28403" y="20306"/>
                  </a:lnTo>
                  <a:lnTo>
                    <a:pt x="28344" y="20503"/>
                  </a:lnTo>
                  <a:lnTo>
                    <a:pt x="28265" y="20720"/>
                  </a:lnTo>
                  <a:lnTo>
                    <a:pt x="28166" y="20918"/>
                  </a:lnTo>
                  <a:lnTo>
                    <a:pt x="28127" y="20859"/>
                  </a:lnTo>
                  <a:lnTo>
                    <a:pt x="28127" y="20799"/>
                  </a:lnTo>
                  <a:lnTo>
                    <a:pt x="28127" y="20661"/>
                  </a:lnTo>
                  <a:lnTo>
                    <a:pt x="28206" y="20365"/>
                  </a:lnTo>
                  <a:lnTo>
                    <a:pt x="28226" y="20207"/>
                  </a:lnTo>
                  <a:lnTo>
                    <a:pt x="28245" y="20088"/>
                  </a:lnTo>
                  <a:lnTo>
                    <a:pt x="28226" y="20029"/>
                  </a:lnTo>
                  <a:lnTo>
                    <a:pt x="28186" y="19990"/>
                  </a:lnTo>
                  <a:lnTo>
                    <a:pt x="28147" y="19970"/>
                  </a:lnTo>
                  <a:lnTo>
                    <a:pt x="28087" y="19970"/>
                  </a:lnTo>
                  <a:lnTo>
                    <a:pt x="28048" y="20148"/>
                  </a:lnTo>
                  <a:lnTo>
                    <a:pt x="28048" y="20266"/>
                  </a:lnTo>
                  <a:lnTo>
                    <a:pt x="28048" y="20365"/>
                  </a:lnTo>
                  <a:lnTo>
                    <a:pt x="28028" y="20404"/>
                  </a:lnTo>
                  <a:lnTo>
                    <a:pt x="27989" y="20483"/>
                  </a:lnTo>
                  <a:lnTo>
                    <a:pt x="27910" y="20523"/>
                  </a:lnTo>
                  <a:lnTo>
                    <a:pt x="27831" y="20602"/>
                  </a:lnTo>
                  <a:lnTo>
                    <a:pt x="27771" y="20701"/>
                  </a:lnTo>
                  <a:lnTo>
                    <a:pt x="27692" y="20799"/>
                  </a:lnTo>
                  <a:lnTo>
                    <a:pt x="27554" y="21056"/>
                  </a:lnTo>
                  <a:lnTo>
                    <a:pt x="27475" y="21175"/>
                  </a:lnTo>
                  <a:lnTo>
                    <a:pt x="27396" y="21293"/>
                  </a:lnTo>
                  <a:lnTo>
                    <a:pt x="27554" y="21214"/>
                  </a:lnTo>
                  <a:lnTo>
                    <a:pt x="27534" y="21274"/>
                  </a:lnTo>
                  <a:lnTo>
                    <a:pt x="27495" y="21333"/>
                  </a:lnTo>
                  <a:lnTo>
                    <a:pt x="27396" y="21451"/>
                  </a:lnTo>
                  <a:lnTo>
                    <a:pt x="27179" y="21649"/>
                  </a:lnTo>
                  <a:lnTo>
                    <a:pt x="27179" y="21590"/>
                  </a:lnTo>
                  <a:lnTo>
                    <a:pt x="27100" y="21748"/>
                  </a:lnTo>
                  <a:lnTo>
                    <a:pt x="27060" y="21748"/>
                  </a:lnTo>
                  <a:lnTo>
                    <a:pt x="27021" y="21807"/>
                  </a:lnTo>
                  <a:lnTo>
                    <a:pt x="26962" y="21886"/>
                  </a:lnTo>
                  <a:lnTo>
                    <a:pt x="26764" y="22064"/>
                  </a:lnTo>
                  <a:lnTo>
                    <a:pt x="26547" y="22222"/>
                  </a:lnTo>
                  <a:lnTo>
                    <a:pt x="26349" y="22399"/>
                  </a:lnTo>
                  <a:lnTo>
                    <a:pt x="26369" y="22419"/>
                  </a:lnTo>
                  <a:lnTo>
                    <a:pt x="26409" y="22399"/>
                  </a:lnTo>
                  <a:lnTo>
                    <a:pt x="26527" y="22320"/>
                  </a:lnTo>
                  <a:lnTo>
                    <a:pt x="26646" y="22202"/>
                  </a:lnTo>
                  <a:lnTo>
                    <a:pt x="26764" y="22103"/>
                  </a:lnTo>
                  <a:lnTo>
                    <a:pt x="26942" y="22044"/>
                  </a:lnTo>
                  <a:lnTo>
                    <a:pt x="26981" y="22024"/>
                  </a:lnTo>
                  <a:lnTo>
                    <a:pt x="27021" y="22044"/>
                  </a:lnTo>
                  <a:lnTo>
                    <a:pt x="27041" y="22064"/>
                  </a:lnTo>
                  <a:lnTo>
                    <a:pt x="27041" y="22103"/>
                  </a:lnTo>
                  <a:lnTo>
                    <a:pt x="26804" y="22320"/>
                  </a:lnTo>
                  <a:lnTo>
                    <a:pt x="26606" y="22538"/>
                  </a:lnTo>
                  <a:lnTo>
                    <a:pt x="26389" y="22755"/>
                  </a:lnTo>
                  <a:lnTo>
                    <a:pt x="26251" y="22854"/>
                  </a:lnTo>
                  <a:lnTo>
                    <a:pt x="26092" y="22952"/>
                  </a:lnTo>
                  <a:lnTo>
                    <a:pt x="26092" y="22952"/>
                  </a:lnTo>
                  <a:lnTo>
                    <a:pt x="26251" y="22913"/>
                  </a:lnTo>
                  <a:lnTo>
                    <a:pt x="26211" y="22972"/>
                  </a:lnTo>
                  <a:lnTo>
                    <a:pt x="26152" y="23012"/>
                  </a:lnTo>
                  <a:lnTo>
                    <a:pt x="26033" y="23091"/>
                  </a:lnTo>
                  <a:lnTo>
                    <a:pt x="25717" y="23229"/>
                  </a:lnTo>
                  <a:lnTo>
                    <a:pt x="25599" y="23249"/>
                  </a:lnTo>
                  <a:lnTo>
                    <a:pt x="25579" y="23229"/>
                  </a:lnTo>
                  <a:lnTo>
                    <a:pt x="25559" y="23209"/>
                  </a:lnTo>
                  <a:lnTo>
                    <a:pt x="25579" y="23170"/>
                  </a:lnTo>
                  <a:lnTo>
                    <a:pt x="25638" y="23110"/>
                  </a:lnTo>
                  <a:lnTo>
                    <a:pt x="25717" y="23012"/>
                  </a:lnTo>
                  <a:lnTo>
                    <a:pt x="25737" y="22992"/>
                  </a:lnTo>
                  <a:lnTo>
                    <a:pt x="25717" y="22972"/>
                  </a:lnTo>
                  <a:lnTo>
                    <a:pt x="25658" y="22972"/>
                  </a:lnTo>
                  <a:lnTo>
                    <a:pt x="25717" y="22913"/>
                  </a:lnTo>
                  <a:lnTo>
                    <a:pt x="25776" y="22873"/>
                  </a:lnTo>
                  <a:lnTo>
                    <a:pt x="25895" y="22794"/>
                  </a:lnTo>
                  <a:lnTo>
                    <a:pt x="25954" y="22755"/>
                  </a:lnTo>
                  <a:lnTo>
                    <a:pt x="26013" y="22715"/>
                  </a:lnTo>
                  <a:lnTo>
                    <a:pt x="26033" y="22676"/>
                  </a:lnTo>
                  <a:lnTo>
                    <a:pt x="26033" y="22617"/>
                  </a:lnTo>
                  <a:lnTo>
                    <a:pt x="25875" y="22597"/>
                  </a:lnTo>
                  <a:lnTo>
                    <a:pt x="25717" y="22577"/>
                  </a:lnTo>
                  <a:lnTo>
                    <a:pt x="25678" y="22636"/>
                  </a:lnTo>
                  <a:lnTo>
                    <a:pt x="25599" y="22676"/>
                  </a:lnTo>
                  <a:lnTo>
                    <a:pt x="25441" y="22715"/>
                  </a:lnTo>
                  <a:lnTo>
                    <a:pt x="25302" y="22735"/>
                  </a:lnTo>
                  <a:lnTo>
                    <a:pt x="25243" y="22735"/>
                  </a:lnTo>
                  <a:lnTo>
                    <a:pt x="25184" y="22755"/>
                  </a:lnTo>
                  <a:lnTo>
                    <a:pt x="25362" y="22794"/>
                  </a:lnTo>
                  <a:lnTo>
                    <a:pt x="25362" y="22834"/>
                  </a:lnTo>
                  <a:lnTo>
                    <a:pt x="25342" y="22873"/>
                  </a:lnTo>
                  <a:lnTo>
                    <a:pt x="25322" y="22873"/>
                  </a:lnTo>
                  <a:lnTo>
                    <a:pt x="25283" y="22893"/>
                  </a:lnTo>
                  <a:lnTo>
                    <a:pt x="25144" y="22873"/>
                  </a:lnTo>
                  <a:lnTo>
                    <a:pt x="25302" y="23051"/>
                  </a:lnTo>
                  <a:lnTo>
                    <a:pt x="25381" y="23031"/>
                  </a:lnTo>
                  <a:lnTo>
                    <a:pt x="25460" y="22992"/>
                  </a:lnTo>
                  <a:lnTo>
                    <a:pt x="25579" y="22893"/>
                  </a:lnTo>
                  <a:lnTo>
                    <a:pt x="25618" y="22854"/>
                  </a:lnTo>
                  <a:lnTo>
                    <a:pt x="25678" y="22814"/>
                  </a:lnTo>
                  <a:lnTo>
                    <a:pt x="25737" y="22794"/>
                  </a:lnTo>
                  <a:lnTo>
                    <a:pt x="25816" y="22794"/>
                  </a:lnTo>
                  <a:lnTo>
                    <a:pt x="25618" y="22952"/>
                  </a:lnTo>
                  <a:lnTo>
                    <a:pt x="25520" y="23091"/>
                  </a:lnTo>
                  <a:lnTo>
                    <a:pt x="25460" y="23150"/>
                  </a:lnTo>
                  <a:lnTo>
                    <a:pt x="25381" y="23209"/>
                  </a:lnTo>
                  <a:lnTo>
                    <a:pt x="25283" y="23268"/>
                  </a:lnTo>
                  <a:lnTo>
                    <a:pt x="25105" y="23328"/>
                  </a:lnTo>
                  <a:lnTo>
                    <a:pt x="25105" y="23308"/>
                  </a:lnTo>
                  <a:lnTo>
                    <a:pt x="25105" y="23288"/>
                  </a:lnTo>
                  <a:lnTo>
                    <a:pt x="25144" y="23268"/>
                  </a:lnTo>
                  <a:lnTo>
                    <a:pt x="25204" y="23249"/>
                  </a:lnTo>
                  <a:lnTo>
                    <a:pt x="25243" y="23189"/>
                  </a:lnTo>
                  <a:lnTo>
                    <a:pt x="25243" y="23189"/>
                  </a:lnTo>
                  <a:lnTo>
                    <a:pt x="25164" y="23209"/>
                  </a:lnTo>
                  <a:lnTo>
                    <a:pt x="25105" y="23229"/>
                  </a:lnTo>
                  <a:lnTo>
                    <a:pt x="24967" y="23288"/>
                  </a:lnTo>
                  <a:lnTo>
                    <a:pt x="24888" y="23328"/>
                  </a:lnTo>
                  <a:lnTo>
                    <a:pt x="24809" y="23367"/>
                  </a:lnTo>
                  <a:lnTo>
                    <a:pt x="24730" y="23387"/>
                  </a:lnTo>
                  <a:lnTo>
                    <a:pt x="24611" y="23387"/>
                  </a:lnTo>
                  <a:lnTo>
                    <a:pt x="24749" y="23328"/>
                  </a:lnTo>
                  <a:lnTo>
                    <a:pt x="24848" y="23249"/>
                  </a:lnTo>
                  <a:lnTo>
                    <a:pt x="24868" y="23209"/>
                  </a:lnTo>
                  <a:lnTo>
                    <a:pt x="24868" y="23170"/>
                  </a:lnTo>
                  <a:lnTo>
                    <a:pt x="24848" y="23130"/>
                  </a:lnTo>
                  <a:lnTo>
                    <a:pt x="24789" y="23110"/>
                  </a:lnTo>
                  <a:lnTo>
                    <a:pt x="24670" y="23288"/>
                  </a:lnTo>
                  <a:lnTo>
                    <a:pt x="24591" y="23288"/>
                  </a:lnTo>
                  <a:lnTo>
                    <a:pt x="24572" y="23249"/>
                  </a:lnTo>
                  <a:lnTo>
                    <a:pt x="24552" y="23229"/>
                  </a:lnTo>
                  <a:lnTo>
                    <a:pt x="24473" y="23229"/>
                  </a:lnTo>
                  <a:lnTo>
                    <a:pt x="24453" y="23249"/>
                  </a:lnTo>
                  <a:lnTo>
                    <a:pt x="24453" y="23308"/>
                  </a:lnTo>
                  <a:lnTo>
                    <a:pt x="24453" y="23328"/>
                  </a:lnTo>
                  <a:lnTo>
                    <a:pt x="24433" y="23347"/>
                  </a:lnTo>
                  <a:lnTo>
                    <a:pt x="24394" y="23367"/>
                  </a:lnTo>
                  <a:lnTo>
                    <a:pt x="24295" y="23367"/>
                  </a:lnTo>
                  <a:lnTo>
                    <a:pt x="24216" y="23328"/>
                  </a:lnTo>
                  <a:lnTo>
                    <a:pt x="24196" y="23308"/>
                  </a:lnTo>
                  <a:lnTo>
                    <a:pt x="24196" y="23288"/>
                  </a:lnTo>
                  <a:lnTo>
                    <a:pt x="24038" y="23288"/>
                  </a:lnTo>
                  <a:lnTo>
                    <a:pt x="23979" y="23308"/>
                  </a:lnTo>
                  <a:lnTo>
                    <a:pt x="23900" y="23347"/>
                  </a:lnTo>
                  <a:lnTo>
                    <a:pt x="23841" y="23387"/>
                  </a:lnTo>
                  <a:lnTo>
                    <a:pt x="23742" y="23407"/>
                  </a:lnTo>
                  <a:lnTo>
                    <a:pt x="23841" y="23407"/>
                  </a:lnTo>
                  <a:lnTo>
                    <a:pt x="23900" y="23446"/>
                  </a:lnTo>
                  <a:lnTo>
                    <a:pt x="23940" y="23486"/>
                  </a:lnTo>
                  <a:lnTo>
                    <a:pt x="23959" y="23525"/>
                  </a:lnTo>
                  <a:lnTo>
                    <a:pt x="23940" y="23585"/>
                  </a:lnTo>
                  <a:lnTo>
                    <a:pt x="23900" y="23624"/>
                  </a:lnTo>
                  <a:lnTo>
                    <a:pt x="23821" y="23644"/>
                  </a:lnTo>
                  <a:lnTo>
                    <a:pt x="23722" y="23664"/>
                  </a:lnTo>
                  <a:lnTo>
                    <a:pt x="23169" y="23604"/>
                  </a:lnTo>
                  <a:lnTo>
                    <a:pt x="23051" y="23565"/>
                  </a:lnTo>
                  <a:lnTo>
                    <a:pt x="22952" y="23525"/>
                  </a:lnTo>
                  <a:lnTo>
                    <a:pt x="22853" y="23466"/>
                  </a:lnTo>
                  <a:lnTo>
                    <a:pt x="22754" y="23367"/>
                  </a:lnTo>
                  <a:lnTo>
                    <a:pt x="22537" y="23387"/>
                  </a:lnTo>
                  <a:lnTo>
                    <a:pt x="22577" y="23367"/>
                  </a:lnTo>
                  <a:lnTo>
                    <a:pt x="22577" y="23328"/>
                  </a:lnTo>
                  <a:lnTo>
                    <a:pt x="22478" y="23268"/>
                  </a:lnTo>
                  <a:lnTo>
                    <a:pt x="22320" y="23209"/>
                  </a:lnTo>
                  <a:lnTo>
                    <a:pt x="22201" y="23150"/>
                  </a:lnTo>
                  <a:lnTo>
                    <a:pt x="22221" y="23130"/>
                  </a:lnTo>
                  <a:lnTo>
                    <a:pt x="22300" y="23130"/>
                  </a:lnTo>
                  <a:lnTo>
                    <a:pt x="22517" y="23209"/>
                  </a:lnTo>
                  <a:lnTo>
                    <a:pt x="22636" y="23229"/>
                  </a:lnTo>
                  <a:lnTo>
                    <a:pt x="22735" y="23249"/>
                  </a:lnTo>
                  <a:lnTo>
                    <a:pt x="22833" y="23229"/>
                  </a:lnTo>
                  <a:lnTo>
                    <a:pt x="22853" y="23189"/>
                  </a:lnTo>
                  <a:lnTo>
                    <a:pt x="22873" y="23150"/>
                  </a:lnTo>
                  <a:lnTo>
                    <a:pt x="22754" y="23091"/>
                  </a:lnTo>
                  <a:lnTo>
                    <a:pt x="22754" y="23051"/>
                  </a:lnTo>
                  <a:lnTo>
                    <a:pt x="22754" y="23031"/>
                  </a:lnTo>
                  <a:lnTo>
                    <a:pt x="22794" y="22992"/>
                  </a:lnTo>
                  <a:lnTo>
                    <a:pt x="22873" y="22972"/>
                  </a:lnTo>
                  <a:lnTo>
                    <a:pt x="22794" y="22952"/>
                  </a:lnTo>
                  <a:lnTo>
                    <a:pt x="22735" y="22952"/>
                  </a:lnTo>
                  <a:lnTo>
                    <a:pt x="22695" y="22992"/>
                  </a:lnTo>
                  <a:lnTo>
                    <a:pt x="22675" y="23012"/>
                  </a:lnTo>
                  <a:lnTo>
                    <a:pt x="22636" y="23110"/>
                  </a:lnTo>
                  <a:lnTo>
                    <a:pt x="22596" y="23130"/>
                  </a:lnTo>
                  <a:lnTo>
                    <a:pt x="22557" y="23170"/>
                  </a:lnTo>
                  <a:lnTo>
                    <a:pt x="22537" y="23130"/>
                  </a:lnTo>
                  <a:lnTo>
                    <a:pt x="22498" y="23091"/>
                  </a:lnTo>
                  <a:lnTo>
                    <a:pt x="22379" y="23012"/>
                  </a:lnTo>
                  <a:lnTo>
                    <a:pt x="22320" y="22972"/>
                  </a:lnTo>
                  <a:lnTo>
                    <a:pt x="22280" y="22933"/>
                  </a:lnTo>
                  <a:lnTo>
                    <a:pt x="22280" y="22893"/>
                  </a:lnTo>
                  <a:lnTo>
                    <a:pt x="22340" y="22873"/>
                  </a:lnTo>
                  <a:lnTo>
                    <a:pt x="22261" y="22834"/>
                  </a:lnTo>
                  <a:lnTo>
                    <a:pt x="22201" y="22814"/>
                  </a:lnTo>
                  <a:lnTo>
                    <a:pt x="21964" y="22814"/>
                  </a:lnTo>
                  <a:lnTo>
                    <a:pt x="21925" y="22794"/>
                  </a:lnTo>
                  <a:lnTo>
                    <a:pt x="21866" y="22755"/>
                  </a:lnTo>
                  <a:lnTo>
                    <a:pt x="21964" y="22676"/>
                  </a:lnTo>
                  <a:lnTo>
                    <a:pt x="22004" y="22636"/>
                  </a:lnTo>
                  <a:lnTo>
                    <a:pt x="22043" y="22577"/>
                  </a:lnTo>
                  <a:lnTo>
                    <a:pt x="21984" y="22577"/>
                  </a:lnTo>
                  <a:lnTo>
                    <a:pt x="21925" y="22518"/>
                  </a:lnTo>
                  <a:lnTo>
                    <a:pt x="21826" y="22399"/>
                  </a:lnTo>
                  <a:lnTo>
                    <a:pt x="21826" y="22419"/>
                  </a:lnTo>
                  <a:lnTo>
                    <a:pt x="21806" y="22439"/>
                  </a:lnTo>
                  <a:lnTo>
                    <a:pt x="21767" y="22459"/>
                  </a:lnTo>
                  <a:lnTo>
                    <a:pt x="21767" y="22478"/>
                  </a:lnTo>
                  <a:lnTo>
                    <a:pt x="21767" y="22498"/>
                  </a:lnTo>
                  <a:lnTo>
                    <a:pt x="21866" y="22538"/>
                  </a:lnTo>
                  <a:lnTo>
                    <a:pt x="21806" y="22557"/>
                  </a:lnTo>
                  <a:lnTo>
                    <a:pt x="21747" y="22538"/>
                  </a:lnTo>
                  <a:lnTo>
                    <a:pt x="21609" y="22439"/>
                  </a:lnTo>
                  <a:lnTo>
                    <a:pt x="21510" y="22340"/>
                  </a:lnTo>
                  <a:lnTo>
                    <a:pt x="21451" y="22320"/>
                  </a:lnTo>
                  <a:lnTo>
                    <a:pt x="21431" y="22320"/>
                  </a:lnTo>
                  <a:lnTo>
                    <a:pt x="21431" y="22281"/>
                  </a:lnTo>
                  <a:lnTo>
                    <a:pt x="21411" y="22222"/>
                  </a:lnTo>
                  <a:lnTo>
                    <a:pt x="21372" y="22162"/>
                  </a:lnTo>
                  <a:lnTo>
                    <a:pt x="21313" y="22083"/>
                  </a:lnTo>
                  <a:lnTo>
                    <a:pt x="21174" y="21945"/>
                  </a:lnTo>
                  <a:lnTo>
                    <a:pt x="21115" y="21866"/>
                  </a:lnTo>
                  <a:lnTo>
                    <a:pt x="21095" y="21787"/>
                  </a:lnTo>
                  <a:lnTo>
                    <a:pt x="21016" y="21846"/>
                  </a:lnTo>
                  <a:lnTo>
                    <a:pt x="21016" y="21886"/>
                  </a:lnTo>
                  <a:lnTo>
                    <a:pt x="21016" y="21906"/>
                  </a:lnTo>
                  <a:lnTo>
                    <a:pt x="21056" y="21965"/>
                  </a:lnTo>
                  <a:lnTo>
                    <a:pt x="21135" y="22004"/>
                  </a:lnTo>
                  <a:lnTo>
                    <a:pt x="21194" y="22044"/>
                  </a:lnTo>
                  <a:lnTo>
                    <a:pt x="21253" y="22103"/>
                  </a:lnTo>
                  <a:lnTo>
                    <a:pt x="21273" y="22123"/>
                  </a:lnTo>
                  <a:lnTo>
                    <a:pt x="21273" y="22162"/>
                  </a:lnTo>
                  <a:lnTo>
                    <a:pt x="21273" y="22202"/>
                  </a:lnTo>
                  <a:lnTo>
                    <a:pt x="21253" y="22241"/>
                  </a:lnTo>
                  <a:lnTo>
                    <a:pt x="21135" y="22162"/>
                  </a:lnTo>
                  <a:lnTo>
                    <a:pt x="21036" y="22064"/>
                  </a:lnTo>
                  <a:lnTo>
                    <a:pt x="20917" y="21925"/>
                  </a:lnTo>
                  <a:lnTo>
                    <a:pt x="20858" y="21846"/>
                  </a:lnTo>
                  <a:lnTo>
                    <a:pt x="20819" y="21767"/>
                  </a:lnTo>
                  <a:lnTo>
                    <a:pt x="20700" y="21590"/>
                  </a:lnTo>
                  <a:lnTo>
                    <a:pt x="20700" y="21570"/>
                  </a:lnTo>
                  <a:lnTo>
                    <a:pt x="20680" y="21530"/>
                  </a:lnTo>
                  <a:lnTo>
                    <a:pt x="20641" y="21432"/>
                  </a:lnTo>
                  <a:lnTo>
                    <a:pt x="20582" y="21254"/>
                  </a:lnTo>
                  <a:lnTo>
                    <a:pt x="20522" y="21096"/>
                  </a:lnTo>
                  <a:lnTo>
                    <a:pt x="20463" y="20918"/>
                  </a:lnTo>
                  <a:lnTo>
                    <a:pt x="20404" y="20740"/>
                  </a:lnTo>
                  <a:lnTo>
                    <a:pt x="20345" y="20562"/>
                  </a:lnTo>
                  <a:lnTo>
                    <a:pt x="20325" y="20306"/>
                  </a:lnTo>
                  <a:lnTo>
                    <a:pt x="20345" y="20167"/>
                  </a:lnTo>
                  <a:lnTo>
                    <a:pt x="20364" y="20128"/>
                  </a:lnTo>
                  <a:lnTo>
                    <a:pt x="20384" y="20148"/>
                  </a:lnTo>
                  <a:lnTo>
                    <a:pt x="20463" y="20227"/>
                  </a:lnTo>
                  <a:lnTo>
                    <a:pt x="20503" y="20227"/>
                  </a:lnTo>
                  <a:lnTo>
                    <a:pt x="20522" y="20207"/>
                  </a:lnTo>
                  <a:lnTo>
                    <a:pt x="20542" y="20167"/>
                  </a:lnTo>
                  <a:lnTo>
                    <a:pt x="20661" y="20681"/>
                  </a:lnTo>
                  <a:lnTo>
                    <a:pt x="20700" y="20898"/>
                  </a:lnTo>
                  <a:lnTo>
                    <a:pt x="20740" y="21056"/>
                  </a:lnTo>
                  <a:lnTo>
                    <a:pt x="20819" y="21392"/>
                  </a:lnTo>
                  <a:lnTo>
                    <a:pt x="20858" y="21530"/>
                  </a:lnTo>
                  <a:lnTo>
                    <a:pt x="20898" y="21570"/>
                  </a:lnTo>
                  <a:lnTo>
                    <a:pt x="20937" y="21609"/>
                  </a:lnTo>
                  <a:lnTo>
                    <a:pt x="20898" y="21511"/>
                  </a:lnTo>
                  <a:lnTo>
                    <a:pt x="20878" y="21471"/>
                  </a:lnTo>
                  <a:lnTo>
                    <a:pt x="20858" y="21432"/>
                  </a:lnTo>
                  <a:lnTo>
                    <a:pt x="20838" y="21293"/>
                  </a:lnTo>
                  <a:lnTo>
                    <a:pt x="20759" y="21036"/>
                  </a:lnTo>
                  <a:lnTo>
                    <a:pt x="20720" y="20918"/>
                  </a:lnTo>
                  <a:lnTo>
                    <a:pt x="20700" y="20760"/>
                  </a:lnTo>
                  <a:lnTo>
                    <a:pt x="20562" y="20167"/>
                  </a:lnTo>
                  <a:lnTo>
                    <a:pt x="20463" y="19674"/>
                  </a:lnTo>
                  <a:lnTo>
                    <a:pt x="20364" y="19674"/>
                  </a:lnTo>
                  <a:lnTo>
                    <a:pt x="20246" y="19693"/>
                  </a:lnTo>
                  <a:lnTo>
                    <a:pt x="20068" y="19753"/>
                  </a:lnTo>
                  <a:lnTo>
                    <a:pt x="19792" y="19772"/>
                  </a:lnTo>
                  <a:lnTo>
                    <a:pt x="19594" y="19753"/>
                  </a:lnTo>
                  <a:lnTo>
                    <a:pt x="19416" y="19713"/>
                  </a:lnTo>
                  <a:lnTo>
                    <a:pt x="19239" y="19674"/>
                  </a:lnTo>
                  <a:lnTo>
                    <a:pt x="19041" y="19634"/>
                  </a:lnTo>
                  <a:lnTo>
                    <a:pt x="18824" y="19595"/>
                  </a:lnTo>
                  <a:lnTo>
                    <a:pt x="18527" y="19575"/>
                  </a:lnTo>
                  <a:lnTo>
                    <a:pt x="18448" y="19595"/>
                  </a:lnTo>
                  <a:lnTo>
                    <a:pt x="18409" y="19575"/>
                  </a:lnTo>
                  <a:lnTo>
                    <a:pt x="18310" y="19595"/>
                  </a:lnTo>
                  <a:lnTo>
                    <a:pt x="18350" y="19654"/>
                  </a:lnTo>
                  <a:lnTo>
                    <a:pt x="18369" y="19713"/>
                  </a:lnTo>
                  <a:lnTo>
                    <a:pt x="18429" y="19753"/>
                  </a:lnTo>
                  <a:lnTo>
                    <a:pt x="18606" y="19772"/>
                  </a:lnTo>
                  <a:lnTo>
                    <a:pt x="18508" y="19792"/>
                  </a:lnTo>
                  <a:lnTo>
                    <a:pt x="18409" y="19792"/>
                  </a:lnTo>
                  <a:lnTo>
                    <a:pt x="18290" y="19772"/>
                  </a:lnTo>
                  <a:lnTo>
                    <a:pt x="18053" y="19753"/>
                  </a:lnTo>
                  <a:lnTo>
                    <a:pt x="18034" y="19772"/>
                  </a:lnTo>
                  <a:lnTo>
                    <a:pt x="18034" y="19792"/>
                  </a:lnTo>
                  <a:lnTo>
                    <a:pt x="18093" y="19832"/>
                  </a:lnTo>
                  <a:lnTo>
                    <a:pt x="18132" y="19851"/>
                  </a:lnTo>
                  <a:lnTo>
                    <a:pt x="18132" y="19871"/>
                  </a:lnTo>
                  <a:lnTo>
                    <a:pt x="18113" y="19891"/>
                  </a:lnTo>
                  <a:lnTo>
                    <a:pt x="18053" y="19891"/>
                  </a:lnTo>
                  <a:lnTo>
                    <a:pt x="17915" y="19851"/>
                  </a:lnTo>
                  <a:lnTo>
                    <a:pt x="17856" y="19812"/>
                  </a:lnTo>
                  <a:lnTo>
                    <a:pt x="17856" y="19792"/>
                  </a:lnTo>
                  <a:lnTo>
                    <a:pt x="17856" y="19753"/>
                  </a:lnTo>
                  <a:lnTo>
                    <a:pt x="17737" y="19753"/>
                  </a:lnTo>
                  <a:lnTo>
                    <a:pt x="17619" y="19713"/>
                  </a:lnTo>
                  <a:lnTo>
                    <a:pt x="17540" y="19674"/>
                  </a:lnTo>
                  <a:lnTo>
                    <a:pt x="17500" y="19614"/>
                  </a:lnTo>
                  <a:lnTo>
                    <a:pt x="17441" y="19575"/>
                  </a:lnTo>
                  <a:lnTo>
                    <a:pt x="17382" y="19535"/>
                  </a:lnTo>
                  <a:lnTo>
                    <a:pt x="17283" y="19535"/>
                  </a:lnTo>
                  <a:lnTo>
                    <a:pt x="17125" y="19555"/>
                  </a:lnTo>
                  <a:lnTo>
                    <a:pt x="17165" y="19575"/>
                  </a:lnTo>
                  <a:lnTo>
                    <a:pt x="17224" y="19595"/>
                  </a:lnTo>
                  <a:lnTo>
                    <a:pt x="17283" y="19595"/>
                  </a:lnTo>
                  <a:lnTo>
                    <a:pt x="17362" y="19634"/>
                  </a:lnTo>
                  <a:lnTo>
                    <a:pt x="17362" y="19654"/>
                  </a:lnTo>
                  <a:lnTo>
                    <a:pt x="17342" y="19693"/>
                  </a:lnTo>
                  <a:lnTo>
                    <a:pt x="17303" y="19713"/>
                  </a:lnTo>
                  <a:lnTo>
                    <a:pt x="17244" y="19753"/>
                  </a:lnTo>
                  <a:lnTo>
                    <a:pt x="17086" y="19772"/>
                  </a:lnTo>
                  <a:lnTo>
                    <a:pt x="16908" y="19772"/>
                  </a:lnTo>
                  <a:lnTo>
                    <a:pt x="16928" y="19753"/>
                  </a:lnTo>
                  <a:lnTo>
                    <a:pt x="16908" y="19733"/>
                  </a:lnTo>
                  <a:lnTo>
                    <a:pt x="16849" y="19693"/>
                  </a:lnTo>
                  <a:lnTo>
                    <a:pt x="16730" y="19674"/>
                  </a:lnTo>
                  <a:lnTo>
                    <a:pt x="16631" y="19634"/>
                  </a:lnTo>
                  <a:lnTo>
                    <a:pt x="16631" y="19595"/>
                  </a:lnTo>
                  <a:lnTo>
                    <a:pt x="16651" y="19575"/>
                  </a:lnTo>
                  <a:lnTo>
                    <a:pt x="16789" y="19614"/>
                  </a:lnTo>
                  <a:lnTo>
                    <a:pt x="16947" y="19654"/>
                  </a:lnTo>
                  <a:lnTo>
                    <a:pt x="17007" y="19654"/>
                  </a:lnTo>
                  <a:lnTo>
                    <a:pt x="17066" y="19634"/>
                  </a:lnTo>
                  <a:lnTo>
                    <a:pt x="16710" y="19516"/>
                  </a:lnTo>
                  <a:lnTo>
                    <a:pt x="16770" y="19555"/>
                  </a:lnTo>
                  <a:lnTo>
                    <a:pt x="16335" y="19535"/>
                  </a:lnTo>
                  <a:lnTo>
                    <a:pt x="16335" y="19535"/>
                  </a:lnTo>
                  <a:lnTo>
                    <a:pt x="16414" y="19555"/>
                  </a:lnTo>
                  <a:lnTo>
                    <a:pt x="16473" y="19595"/>
                  </a:lnTo>
                  <a:lnTo>
                    <a:pt x="16473" y="19614"/>
                  </a:lnTo>
                  <a:lnTo>
                    <a:pt x="16473" y="19654"/>
                  </a:lnTo>
                  <a:lnTo>
                    <a:pt x="16434" y="19674"/>
                  </a:lnTo>
                  <a:lnTo>
                    <a:pt x="16394" y="19693"/>
                  </a:lnTo>
                  <a:lnTo>
                    <a:pt x="16276" y="19693"/>
                  </a:lnTo>
                  <a:lnTo>
                    <a:pt x="16078" y="19595"/>
                  </a:lnTo>
                  <a:lnTo>
                    <a:pt x="15920" y="19476"/>
                  </a:lnTo>
                  <a:lnTo>
                    <a:pt x="15861" y="19437"/>
                  </a:lnTo>
                  <a:lnTo>
                    <a:pt x="15841" y="19377"/>
                  </a:lnTo>
                  <a:lnTo>
                    <a:pt x="15821" y="19338"/>
                  </a:lnTo>
                  <a:lnTo>
                    <a:pt x="15841" y="19279"/>
                  </a:lnTo>
                  <a:lnTo>
                    <a:pt x="15841" y="19279"/>
                  </a:lnTo>
                  <a:lnTo>
                    <a:pt x="15802" y="19318"/>
                  </a:lnTo>
                  <a:lnTo>
                    <a:pt x="15663" y="19318"/>
                  </a:lnTo>
                  <a:lnTo>
                    <a:pt x="15565" y="19279"/>
                  </a:lnTo>
                  <a:lnTo>
                    <a:pt x="15367" y="19200"/>
                  </a:lnTo>
                  <a:lnTo>
                    <a:pt x="15170" y="19101"/>
                  </a:lnTo>
                  <a:lnTo>
                    <a:pt x="15170" y="19101"/>
                  </a:lnTo>
                  <a:lnTo>
                    <a:pt x="15249" y="19160"/>
                  </a:lnTo>
                  <a:lnTo>
                    <a:pt x="15268" y="19219"/>
                  </a:lnTo>
                  <a:lnTo>
                    <a:pt x="15268" y="19239"/>
                  </a:lnTo>
                  <a:lnTo>
                    <a:pt x="15150" y="19239"/>
                  </a:lnTo>
                  <a:lnTo>
                    <a:pt x="15051" y="19219"/>
                  </a:lnTo>
                  <a:lnTo>
                    <a:pt x="14913" y="19042"/>
                  </a:lnTo>
                  <a:lnTo>
                    <a:pt x="14775" y="18864"/>
                  </a:lnTo>
                  <a:lnTo>
                    <a:pt x="14873" y="18923"/>
                  </a:lnTo>
                  <a:lnTo>
                    <a:pt x="14952" y="18923"/>
                  </a:lnTo>
                  <a:lnTo>
                    <a:pt x="14952" y="18903"/>
                  </a:lnTo>
                  <a:lnTo>
                    <a:pt x="14933" y="18864"/>
                  </a:lnTo>
                  <a:lnTo>
                    <a:pt x="14873" y="18745"/>
                  </a:lnTo>
                  <a:lnTo>
                    <a:pt x="14873" y="18706"/>
                  </a:lnTo>
                  <a:lnTo>
                    <a:pt x="14893" y="18686"/>
                  </a:lnTo>
                  <a:lnTo>
                    <a:pt x="15051" y="18686"/>
                  </a:lnTo>
                  <a:lnTo>
                    <a:pt x="15110" y="18725"/>
                  </a:lnTo>
                  <a:lnTo>
                    <a:pt x="15189" y="18765"/>
                  </a:lnTo>
                  <a:lnTo>
                    <a:pt x="15466" y="18982"/>
                  </a:lnTo>
                  <a:lnTo>
                    <a:pt x="15367" y="18844"/>
                  </a:lnTo>
                  <a:lnTo>
                    <a:pt x="15249" y="18765"/>
                  </a:lnTo>
                  <a:lnTo>
                    <a:pt x="15150" y="18706"/>
                  </a:lnTo>
                  <a:lnTo>
                    <a:pt x="15031" y="18666"/>
                  </a:lnTo>
                  <a:lnTo>
                    <a:pt x="14913" y="18627"/>
                  </a:lnTo>
                  <a:lnTo>
                    <a:pt x="14814" y="18587"/>
                  </a:lnTo>
                  <a:lnTo>
                    <a:pt x="14696" y="18508"/>
                  </a:lnTo>
                  <a:lnTo>
                    <a:pt x="14656" y="18469"/>
                  </a:lnTo>
                  <a:lnTo>
                    <a:pt x="14617" y="18409"/>
                  </a:lnTo>
                  <a:lnTo>
                    <a:pt x="14656" y="18370"/>
                  </a:lnTo>
                  <a:lnTo>
                    <a:pt x="14696" y="18350"/>
                  </a:lnTo>
                  <a:lnTo>
                    <a:pt x="14775" y="18370"/>
                  </a:lnTo>
                  <a:lnTo>
                    <a:pt x="14854" y="18429"/>
                  </a:lnTo>
                  <a:lnTo>
                    <a:pt x="14834" y="18409"/>
                  </a:lnTo>
                  <a:lnTo>
                    <a:pt x="14794" y="18370"/>
                  </a:lnTo>
                  <a:lnTo>
                    <a:pt x="14656" y="18311"/>
                  </a:lnTo>
                  <a:lnTo>
                    <a:pt x="14498" y="18212"/>
                  </a:lnTo>
                  <a:lnTo>
                    <a:pt x="14419" y="18153"/>
                  </a:lnTo>
                  <a:lnTo>
                    <a:pt x="14360" y="18054"/>
                  </a:lnTo>
                  <a:lnTo>
                    <a:pt x="14360" y="18133"/>
                  </a:lnTo>
                  <a:lnTo>
                    <a:pt x="14360" y="18212"/>
                  </a:lnTo>
                  <a:lnTo>
                    <a:pt x="14340" y="18251"/>
                  </a:lnTo>
                  <a:lnTo>
                    <a:pt x="14301" y="18251"/>
                  </a:lnTo>
                  <a:lnTo>
                    <a:pt x="14241" y="18232"/>
                  </a:lnTo>
                  <a:lnTo>
                    <a:pt x="14162" y="18192"/>
                  </a:lnTo>
                  <a:lnTo>
                    <a:pt x="14064" y="17975"/>
                  </a:lnTo>
                  <a:lnTo>
                    <a:pt x="13925" y="17758"/>
                  </a:lnTo>
                  <a:lnTo>
                    <a:pt x="13787" y="17639"/>
                  </a:lnTo>
                  <a:lnTo>
                    <a:pt x="13668" y="17560"/>
                  </a:lnTo>
                  <a:lnTo>
                    <a:pt x="13550" y="17560"/>
                  </a:lnTo>
                  <a:lnTo>
                    <a:pt x="13491" y="17580"/>
                  </a:lnTo>
                  <a:lnTo>
                    <a:pt x="13313" y="17580"/>
                  </a:lnTo>
                  <a:lnTo>
                    <a:pt x="13155" y="17521"/>
                  </a:lnTo>
                  <a:lnTo>
                    <a:pt x="13293" y="17659"/>
                  </a:lnTo>
                  <a:lnTo>
                    <a:pt x="13412" y="17797"/>
                  </a:lnTo>
                  <a:lnTo>
                    <a:pt x="13372" y="17817"/>
                  </a:lnTo>
                  <a:lnTo>
                    <a:pt x="13333" y="17817"/>
                  </a:lnTo>
                  <a:lnTo>
                    <a:pt x="13254" y="17777"/>
                  </a:lnTo>
                  <a:lnTo>
                    <a:pt x="13056" y="17679"/>
                  </a:lnTo>
                  <a:lnTo>
                    <a:pt x="12938" y="17639"/>
                  </a:lnTo>
                  <a:lnTo>
                    <a:pt x="12859" y="17600"/>
                  </a:lnTo>
                  <a:lnTo>
                    <a:pt x="12760" y="17600"/>
                  </a:lnTo>
                  <a:lnTo>
                    <a:pt x="12740" y="17639"/>
                  </a:lnTo>
                  <a:lnTo>
                    <a:pt x="12918" y="17698"/>
                  </a:lnTo>
                  <a:lnTo>
                    <a:pt x="13096" y="17738"/>
                  </a:lnTo>
                  <a:lnTo>
                    <a:pt x="13273" y="17817"/>
                  </a:lnTo>
                  <a:lnTo>
                    <a:pt x="13372" y="17856"/>
                  </a:lnTo>
                  <a:lnTo>
                    <a:pt x="13451" y="17935"/>
                  </a:lnTo>
                  <a:lnTo>
                    <a:pt x="13431" y="17995"/>
                  </a:lnTo>
                  <a:lnTo>
                    <a:pt x="13392" y="17995"/>
                  </a:lnTo>
                  <a:lnTo>
                    <a:pt x="13333" y="17975"/>
                  </a:lnTo>
                  <a:lnTo>
                    <a:pt x="13234" y="17916"/>
                  </a:lnTo>
                  <a:lnTo>
                    <a:pt x="13036" y="17837"/>
                  </a:lnTo>
                  <a:lnTo>
                    <a:pt x="12957" y="17797"/>
                  </a:lnTo>
                  <a:lnTo>
                    <a:pt x="12878" y="17797"/>
                  </a:lnTo>
                  <a:lnTo>
                    <a:pt x="12582" y="17619"/>
                  </a:lnTo>
                  <a:lnTo>
                    <a:pt x="12424" y="17540"/>
                  </a:lnTo>
                  <a:lnTo>
                    <a:pt x="12108" y="17323"/>
                  </a:lnTo>
                  <a:lnTo>
                    <a:pt x="12128" y="17284"/>
                  </a:lnTo>
                  <a:lnTo>
                    <a:pt x="12167" y="17244"/>
                  </a:lnTo>
                  <a:lnTo>
                    <a:pt x="12246" y="17205"/>
                  </a:lnTo>
                  <a:lnTo>
                    <a:pt x="12365" y="17165"/>
                  </a:lnTo>
                  <a:lnTo>
                    <a:pt x="12503" y="17145"/>
                  </a:lnTo>
                  <a:lnTo>
                    <a:pt x="12641" y="17126"/>
                  </a:lnTo>
                  <a:lnTo>
                    <a:pt x="12760" y="17086"/>
                  </a:lnTo>
                  <a:lnTo>
                    <a:pt x="12799" y="17066"/>
                  </a:lnTo>
                  <a:lnTo>
                    <a:pt x="12859" y="17027"/>
                  </a:lnTo>
                  <a:lnTo>
                    <a:pt x="12878" y="16987"/>
                  </a:lnTo>
                  <a:lnTo>
                    <a:pt x="12878" y="16928"/>
                  </a:lnTo>
                  <a:lnTo>
                    <a:pt x="12424" y="16810"/>
                  </a:lnTo>
                  <a:lnTo>
                    <a:pt x="12029" y="16731"/>
                  </a:lnTo>
                  <a:lnTo>
                    <a:pt x="11891" y="16671"/>
                  </a:lnTo>
                  <a:lnTo>
                    <a:pt x="11753" y="16612"/>
                  </a:lnTo>
                  <a:lnTo>
                    <a:pt x="11634" y="16533"/>
                  </a:lnTo>
                  <a:lnTo>
                    <a:pt x="11535" y="16454"/>
                  </a:lnTo>
                  <a:lnTo>
                    <a:pt x="11417" y="16434"/>
                  </a:lnTo>
                  <a:lnTo>
                    <a:pt x="11318" y="16415"/>
                  </a:lnTo>
                  <a:lnTo>
                    <a:pt x="11239" y="16434"/>
                  </a:lnTo>
                  <a:lnTo>
                    <a:pt x="11180" y="16454"/>
                  </a:lnTo>
                  <a:lnTo>
                    <a:pt x="11140" y="16494"/>
                  </a:lnTo>
                  <a:lnTo>
                    <a:pt x="11101" y="16553"/>
                  </a:lnTo>
                  <a:lnTo>
                    <a:pt x="11081" y="16652"/>
                  </a:lnTo>
                  <a:lnTo>
                    <a:pt x="10982" y="16612"/>
                  </a:lnTo>
                  <a:lnTo>
                    <a:pt x="10903" y="16553"/>
                  </a:lnTo>
                  <a:lnTo>
                    <a:pt x="10785" y="16434"/>
                  </a:lnTo>
                  <a:lnTo>
                    <a:pt x="10785" y="16434"/>
                  </a:lnTo>
                  <a:lnTo>
                    <a:pt x="10982" y="16474"/>
                  </a:lnTo>
                  <a:lnTo>
                    <a:pt x="10666" y="16335"/>
                  </a:lnTo>
                  <a:lnTo>
                    <a:pt x="10370" y="16177"/>
                  </a:lnTo>
                  <a:lnTo>
                    <a:pt x="10074" y="16000"/>
                  </a:lnTo>
                  <a:lnTo>
                    <a:pt x="9738" y="15763"/>
                  </a:lnTo>
                  <a:lnTo>
                    <a:pt x="9639" y="15723"/>
                  </a:lnTo>
                  <a:lnTo>
                    <a:pt x="9560" y="15703"/>
                  </a:lnTo>
                  <a:lnTo>
                    <a:pt x="9521" y="15723"/>
                  </a:lnTo>
                  <a:lnTo>
                    <a:pt x="9481" y="15743"/>
                  </a:lnTo>
                  <a:lnTo>
                    <a:pt x="9461" y="15782"/>
                  </a:lnTo>
                  <a:lnTo>
                    <a:pt x="9461" y="15822"/>
                  </a:lnTo>
                  <a:lnTo>
                    <a:pt x="9461" y="15940"/>
                  </a:lnTo>
                  <a:lnTo>
                    <a:pt x="9145" y="15743"/>
                  </a:lnTo>
                  <a:lnTo>
                    <a:pt x="9185" y="15802"/>
                  </a:lnTo>
                  <a:lnTo>
                    <a:pt x="9106" y="15822"/>
                  </a:lnTo>
                  <a:lnTo>
                    <a:pt x="9046" y="15802"/>
                  </a:lnTo>
                  <a:lnTo>
                    <a:pt x="8967" y="15782"/>
                  </a:lnTo>
                  <a:lnTo>
                    <a:pt x="8888" y="15723"/>
                  </a:lnTo>
                  <a:lnTo>
                    <a:pt x="8730" y="15624"/>
                  </a:lnTo>
                  <a:lnTo>
                    <a:pt x="8592" y="15506"/>
                  </a:lnTo>
                  <a:lnTo>
                    <a:pt x="8592" y="15486"/>
                  </a:lnTo>
                  <a:lnTo>
                    <a:pt x="8770" y="15486"/>
                  </a:lnTo>
                  <a:lnTo>
                    <a:pt x="8632" y="15348"/>
                  </a:lnTo>
                  <a:lnTo>
                    <a:pt x="8474" y="15249"/>
                  </a:lnTo>
                  <a:lnTo>
                    <a:pt x="8296" y="15150"/>
                  </a:lnTo>
                  <a:lnTo>
                    <a:pt x="8158" y="15091"/>
                  </a:lnTo>
                  <a:lnTo>
                    <a:pt x="8217" y="15052"/>
                  </a:lnTo>
                  <a:lnTo>
                    <a:pt x="8375" y="15052"/>
                  </a:lnTo>
                  <a:lnTo>
                    <a:pt x="8434" y="15091"/>
                  </a:lnTo>
                  <a:lnTo>
                    <a:pt x="8513" y="15131"/>
                  </a:lnTo>
                  <a:lnTo>
                    <a:pt x="8592" y="15190"/>
                  </a:lnTo>
                  <a:lnTo>
                    <a:pt x="8592" y="15210"/>
                  </a:lnTo>
                  <a:lnTo>
                    <a:pt x="8592" y="15249"/>
                  </a:lnTo>
                  <a:lnTo>
                    <a:pt x="8987" y="15427"/>
                  </a:lnTo>
                  <a:lnTo>
                    <a:pt x="8829" y="15348"/>
                  </a:lnTo>
                  <a:lnTo>
                    <a:pt x="8711" y="15249"/>
                  </a:lnTo>
                  <a:lnTo>
                    <a:pt x="8592" y="15150"/>
                  </a:lnTo>
                  <a:lnTo>
                    <a:pt x="8533" y="15071"/>
                  </a:lnTo>
                  <a:lnTo>
                    <a:pt x="8474" y="14973"/>
                  </a:lnTo>
                  <a:lnTo>
                    <a:pt x="8454" y="14894"/>
                  </a:lnTo>
                  <a:lnTo>
                    <a:pt x="8454" y="14834"/>
                  </a:lnTo>
                  <a:lnTo>
                    <a:pt x="8474" y="14775"/>
                  </a:lnTo>
                  <a:lnTo>
                    <a:pt x="8355" y="14736"/>
                  </a:lnTo>
                  <a:lnTo>
                    <a:pt x="8316" y="14736"/>
                  </a:lnTo>
                  <a:lnTo>
                    <a:pt x="8316" y="14795"/>
                  </a:lnTo>
                  <a:lnTo>
                    <a:pt x="8355" y="14854"/>
                  </a:lnTo>
                  <a:lnTo>
                    <a:pt x="8395" y="14894"/>
                  </a:lnTo>
                  <a:lnTo>
                    <a:pt x="8395" y="14933"/>
                  </a:lnTo>
                  <a:lnTo>
                    <a:pt x="8335" y="14933"/>
                  </a:lnTo>
                  <a:lnTo>
                    <a:pt x="8197" y="14854"/>
                  </a:lnTo>
                  <a:lnTo>
                    <a:pt x="8098" y="14736"/>
                  </a:lnTo>
                  <a:lnTo>
                    <a:pt x="8000" y="14617"/>
                  </a:lnTo>
                  <a:lnTo>
                    <a:pt x="7782" y="14439"/>
                  </a:lnTo>
                  <a:lnTo>
                    <a:pt x="7565" y="14281"/>
                  </a:lnTo>
                  <a:lnTo>
                    <a:pt x="7348" y="14143"/>
                  </a:lnTo>
                  <a:lnTo>
                    <a:pt x="7150" y="14005"/>
                  </a:lnTo>
                  <a:lnTo>
                    <a:pt x="6992" y="13866"/>
                  </a:lnTo>
                  <a:lnTo>
                    <a:pt x="6933" y="13787"/>
                  </a:lnTo>
                  <a:lnTo>
                    <a:pt x="6874" y="13708"/>
                  </a:lnTo>
                  <a:lnTo>
                    <a:pt x="6834" y="13610"/>
                  </a:lnTo>
                  <a:lnTo>
                    <a:pt x="6795" y="13491"/>
                  </a:lnTo>
                  <a:lnTo>
                    <a:pt x="6538" y="13412"/>
                  </a:lnTo>
                  <a:lnTo>
                    <a:pt x="6222" y="13294"/>
                  </a:lnTo>
                  <a:lnTo>
                    <a:pt x="5906" y="13136"/>
                  </a:lnTo>
                  <a:lnTo>
                    <a:pt x="5748" y="13037"/>
                  </a:lnTo>
                  <a:lnTo>
                    <a:pt x="5570" y="12938"/>
                  </a:lnTo>
                  <a:lnTo>
                    <a:pt x="5550" y="12958"/>
                  </a:lnTo>
                  <a:lnTo>
                    <a:pt x="5491" y="12958"/>
                  </a:lnTo>
                  <a:lnTo>
                    <a:pt x="5373" y="12899"/>
                  </a:lnTo>
                  <a:lnTo>
                    <a:pt x="5313" y="12879"/>
                  </a:lnTo>
                  <a:lnTo>
                    <a:pt x="5274" y="12859"/>
                  </a:lnTo>
                  <a:lnTo>
                    <a:pt x="5234" y="12859"/>
                  </a:lnTo>
                  <a:lnTo>
                    <a:pt x="5195" y="12899"/>
                  </a:lnTo>
                  <a:lnTo>
                    <a:pt x="5254" y="12978"/>
                  </a:lnTo>
                  <a:lnTo>
                    <a:pt x="5333" y="13057"/>
                  </a:lnTo>
                  <a:lnTo>
                    <a:pt x="5471" y="13175"/>
                  </a:lnTo>
                  <a:lnTo>
                    <a:pt x="5649" y="13254"/>
                  </a:lnTo>
                  <a:lnTo>
                    <a:pt x="5807" y="13333"/>
                  </a:lnTo>
                  <a:lnTo>
                    <a:pt x="5985" y="13412"/>
                  </a:lnTo>
                  <a:lnTo>
                    <a:pt x="6123" y="13491"/>
                  </a:lnTo>
                  <a:lnTo>
                    <a:pt x="6242" y="13590"/>
                  </a:lnTo>
                  <a:lnTo>
                    <a:pt x="6301" y="13669"/>
                  </a:lnTo>
                  <a:lnTo>
                    <a:pt x="6340" y="13748"/>
                  </a:lnTo>
                  <a:lnTo>
                    <a:pt x="6419" y="13768"/>
                  </a:lnTo>
                  <a:lnTo>
                    <a:pt x="6538" y="13768"/>
                  </a:lnTo>
                  <a:lnTo>
                    <a:pt x="6558" y="13748"/>
                  </a:lnTo>
                  <a:lnTo>
                    <a:pt x="6637" y="13708"/>
                  </a:lnTo>
                  <a:lnTo>
                    <a:pt x="6657" y="13689"/>
                  </a:lnTo>
                  <a:lnTo>
                    <a:pt x="6696" y="13689"/>
                  </a:lnTo>
                  <a:lnTo>
                    <a:pt x="6834" y="13768"/>
                  </a:lnTo>
                  <a:lnTo>
                    <a:pt x="6933" y="13866"/>
                  </a:lnTo>
                  <a:lnTo>
                    <a:pt x="7012" y="13945"/>
                  </a:lnTo>
                  <a:lnTo>
                    <a:pt x="7012" y="13985"/>
                  </a:lnTo>
                  <a:lnTo>
                    <a:pt x="7012" y="14005"/>
                  </a:lnTo>
                  <a:lnTo>
                    <a:pt x="6874" y="13965"/>
                  </a:lnTo>
                  <a:lnTo>
                    <a:pt x="6775" y="13945"/>
                  </a:lnTo>
                  <a:lnTo>
                    <a:pt x="6696" y="13965"/>
                  </a:lnTo>
                  <a:lnTo>
                    <a:pt x="6637" y="13985"/>
                  </a:lnTo>
                  <a:lnTo>
                    <a:pt x="6577" y="14005"/>
                  </a:lnTo>
                  <a:lnTo>
                    <a:pt x="6498" y="13985"/>
                  </a:lnTo>
                  <a:lnTo>
                    <a:pt x="6380" y="13945"/>
                  </a:lnTo>
                  <a:lnTo>
                    <a:pt x="6202" y="13847"/>
                  </a:lnTo>
                  <a:lnTo>
                    <a:pt x="6222" y="13906"/>
                  </a:lnTo>
                  <a:lnTo>
                    <a:pt x="6281" y="13965"/>
                  </a:lnTo>
                  <a:lnTo>
                    <a:pt x="6459" y="14123"/>
                  </a:lnTo>
                  <a:lnTo>
                    <a:pt x="6657" y="14262"/>
                  </a:lnTo>
                  <a:lnTo>
                    <a:pt x="6834" y="14400"/>
                  </a:lnTo>
                  <a:lnTo>
                    <a:pt x="6775" y="14420"/>
                  </a:lnTo>
                  <a:lnTo>
                    <a:pt x="6775" y="14479"/>
                  </a:lnTo>
                  <a:lnTo>
                    <a:pt x="6795" y="14538"/>
                  </a:lnTo>
                  <a:lnTo>
                    <a:pt x="6854" y="14637"/>
                  </a:lnTo>
                  <a:lnTo>
                    <a:pt x="6676" y="14617"/>
                  </a:lnTo>
                  <a:lnTo>
                    <a:pt x="6479" y="14558"/>
                  </a:lnTo>
                  <a:lnTo>
                    <a:pt x="6281" y="14499"/>
                  </a:lnTo>
                  <a:lnTo>
                    <a:pt x="6103" y="14459"/>
                  </a:lnTo>
                  <a:lnTo>
                    <a:pt x="6123" y="14459"/>
                  </a:lnTo>
                  <a:lnTo>
                    <a:pt x="6143" y="14439"/>
                  </a:lnTo>
                  <a:lnTo>
                    <a:pt x="6143" y="14400"/>
                  </a:lnTo>
                  <a:lnTo>
                    <a:pt x="6143" y="14380"/>
                  </a:lnTo>
                  <a:lnTo>
                    <a:pt x="6143" y="14360"/>
                  </a:lnTo>
                  <a:lnTo>
                    <a:pt x="6163" y="14360"/>
                  </a:lnTo>
                  <a:lnTo>
                    <a:pt x="5511" y="14123"/>
                  </a:lnTo>
                  <a:lnTo>
                    <a:pt x="5452" y="14005"/>
                  </a:lnTo>
                  <a:lnTo>
                    <a:pt x="5432" y="13906"/>
                  </a:lnTo>
                  <a:lnTo>
                    <a:pt x="5432" y="13886"/>
                  </a:lnTo>
                  <a:lnTo>
                    <a:pt x="5471" y="13847"/>
                  </a:lnTo>
                  <a:lnTo>
                    <a:pt x="5531" y="13847"/>
                  </a:lnTo>
                  <a:lnTo>
                    <a:pt x="5412" y="13748"/>
                  </a:lnTo>
                  <a:lnTo>
                    <a:pt x="5294" y="13649"/>
                  </a:lnTo>
                  <a:lnTo>
                    <a:pt x="5017" y="13471"/>
                  </a:lnTo>
                  <a:lnTo>
                    <a:pt x="4899" y="13392"/>
                  </a:lnTo>
                  <a:lnTo>
                    <a:pt x="4820" y="13313"/>
                  </a:lnTo>
                  <a:lnTo>
                    <a:pt x="4780" y="13254"/>
                  </a:lnTo>
                  <a:lnTo>
                    <a:pt x="4780" y="13215"/>
                  </a:lnTo>
                  <a:lnTo>
                    <a:pt x="4780" y="13195"/>
                  </a:lnTo>
                  <a:lnTo>
                    <a:pt x="4681" y="13116"/>
                  </a:lnTo>
                  <a:lnTo>
                    <a:pt x="4622" y="13096"/>
                  </a:lnTo>
                  <a:lnTo>
                    <a:pt x="4622" y="13136"/>
                  </a:lnTo>
                  <a:lnTo>
                    <a:pt x="4662" y="13195"/>
                  </a:lnTo>
                  <a:lnTo>
                    <a:pt x="4760" y="13333"/>
                  </a:lnTo>
                  <a:lnTo>
                    <a:pt x="4820" y="13392"/>
                  </a:lnTo>
                  <a:lnTo>
                    <a:pt x="4820" y="13447"/>
                  </a:lnTo>
                  <a:lnTo>
                    <a:pt x="5195" y="13728"/>
                  </a:lnTo>
                  <a:lnTo>
                    <a:pt x="5175" y="13748"/>
                  </a:lnTo>
                  <a:lnTo>
                    <a:pt x="5155" y="13768"/>
                  </a:lnTo>
                  <a:lnTo>
                    <a:pt x="5116" y="13768"/>
                  </a:lnTo>
                  <a:lnTo>
                    <a:pt x="5096" y="13748"/>
                  </a:lnTo>
                  <a:lnTo>
                    <a:pt x="5017" y="13689"/>
                  </a:lnTo>
                  <a:lnTo>
                    <a:pt x="4938" y="13629"/>
                  </a:lnTo>
                  <a:lnTo>
                    <a:pt x="4839" y="13531"/>
                  </a:lnTo>
                  <a:lnTo>
                    <a:pt x="4741" y="13471"/>
                  </a:lnTo>
                  <a:lnTo>
                    <a:pt x="4662" y="13432"/>
                  </a:lnTo>
                  <a:lnTo>
                    <a:pt x="4622" y="13432"/>
                  </a:lnTo>
                  <a:lnTo>
                    <a:pt x="4583" y="13452"/>
                  </a:lnTo>
                  <a:lnTo>
                    <a:pt x="4523" y="13491"/>
                  </a:lnTo>
                  <a:lnTo>
                    <a:pt x="4405" y="13491"/>
                  </a:lnTo>
                  <a:lnTo>
                    <a:pt x="4365" y="13471"/>
                  </a:lnTo>
                  <a:lnTo>
                    <a:pt x="4267" y="13373"/>
                  </a:lnTo>
                  <a:lnTo>
                    <a:pt x="4187" y="13234"/>
                  </a:lnTo>
                  <a:lnTo>
                    <a:pt x="4010" y="12938"/>
                  </a:lnTo>
                  <a:lnTo>
                    <a:pt x="3911" y="12800"/>
                  </a:lnTo>
                  <a:lnTo>
                    <a:pt x="3871" y="12741"/>
                  </a:lnTo>
                  <a:lnTo>
                    <a:pt x="3812" y="12701"/>
                  </a:lnTo>
                  <a:lnTo>
                    <a:pt x="4306" y="12741"/>
                  </a:lnTo>
                  <a:lnTo>
                    <a:pt x="4010" y="12563"/>
                  </a:lnTo>
                  <a:lnTo>
                    <a:pt x="4168" y="12563"/>
                  </a:lnTo>
                  <a:lnTo>
                    <a:pt x="4306" y="12543"/>
                  </a:lnTo>
                  <a:lnTo>
                    <a:pt x="4464" y="12523"/>
                  </a:lnTo>
                  <a:lnTo>
                    <a:pt x="4563" y="12543"/>
                  </a:lnTo>
                  <a:lnTo>
                    <a:pt x="4681" y="12563"/>
                  </a:lnTo>
                  <a:lnTo>
                    <a:pt x="4681" y="12563"/>
                  </a:lnTo>
                  <a:lnTo>
                    <a:pt x="4405" y="12306"/>
                  </a:lnTo>
                  <a:lnTo>
                    <a:pt x="4128" y="12010"/>
                  </a:lnTo>
                  <a:lnTo>
                    <a:pt x="3871" y="11733"/>
                  </a:lnTo>
                  <a:lnTo>
                    <a:pt x="3674" y="11536"/>
                  </a:lnTo>
                  <a:lnTo>
                    <a:pt x="3674" y="11437"/>
                  </a:lnTo>
                  <a:lnTo>
                    <a:pt x="3713" y="11358"/>
                  </a:lnTo>
                  <a:lnTo>
                    <a:pt x="3753" y="11299"/>
                  </a:lnTo>
                  <a:lnTo>
                    <a:pt x="3832" y="11259"/>
                  </a:lnTo>
                  <a:lnTo>
                    <a:pt x="3674" y="11160"/>
                  </a:lnTo>
                  <a:lnTo>
                    <a:pt x="3575" y="11062"/>
                  </a:lnTo>
                  <a:lnTo>
                    <a:pt x="3496" y="10943"/>
                  </a:lnTo>
                  <a:lnTo>
                    <a:pt x="3437" y="10825"/>
                  </a:lnTo>
                  <a:lnTo>
                    <a:pt x="3358" y="10588"/>
                  </a:lnTo>
                  <a:lnTo>
                    <a:pt x="3318" y="10469"/>
                  </a:lnTo>
                  <a:lnTo>
                    <a:pt x="3239" y="10351"/>
                  </a:lnTo>
                  <a:lnTo>
                    <a:pt x="3160" y="10272"/>
                  </a:lnTo>
                  <a:lnTo>
                    <a:pt x="3141" y="10272"/>
                  </a:lnTo>
                  <a:lnTo>
                    <a:pt x="3121" y="10291"/>
                  </a:lnTo>
                  <a:lnTo>
                    <a:pt x="3121" y="10351"/>
                  </a:lnTo>
                  <a:lnTo>
                    <a:pt x="3141" y="10430"/>
                  </a:lnTo>
                  <a:lnTo>
                    <a:pt x="3160" y="10528"/>
                  </a:lnTo>
                  <a:lnTo>
                    <a:pt x="3160" y="10588"/>
                  </a:lnTo>
                  <a:lnTo>
                    <a:pt x="3160" y="10607"/>
                  </a:lnTo>
                  <a:lnTo>
                    <a:pt x="3141" y="10627"/>
                  </a:lnTo>
                  <a:lnTo>
                    <a:pt x="3101" y="10627"/>
                  </a:lnTo>
                  <a:lnTo>
                    <a:pt x="3062" y="10607"/>
                  </a:lnTo>
                  <a:lnTo>
                    <a:pt x="3062" y="10548"/>
                  </a:lnTo>
                  <a:lnTo>
                    <a:pt x="3022" y="10489"/>
                  </a:lnTo>
                  <a:lnTo>
                    <a:pt x="2963" y="10390"/>
                  </a:lnTo>
                  <a:lnTo>
                    <a:pt x="2805" y="10212"/>
                  </a:lnTo>
                  <a:lnTo>
                    <a:pt x="2844" y="10272"/>
                  </a:lnTo>
                  <a:lnTo>
                    <a:pt x="2884" y="10331"/>
                  </a:lnTo>
                  <a:lnTo>
                    <a:pt x="2983" y="10528"/>
                  </a:lnTo>
                  <a:lnTo>
                    <a:pt x="3220" y="11002"/>
                  </a:lnTo>
                  <a:lnTo>
                    <a:pt x="3220" y="11002"/>
                  </a:lnTo>
                  <a:lnTo>
                    <a:pt x="3160" y="10943"/>
                  </a:lnTo>
                  <a:lnTo>
                    <a:pt x="3121" y="10904"/>
                  </a:lnTo>
                  <a:lnTo>
                    <a:pt x="3081" y="10884"/>
                  </a:lnTo>
                  <a:lnTo>
                    <a:pt x="3042" y="10884"/>
                  </a:lnTo>
                  <a:lnTo>
                    <a:pt x="2963" y="10904"/>
                  </a:lnTo>
                  <a:lnTo>
                    <a:pt x="2884" y="10904"/>
                  </a:lnTo>
                  <a:lnTo>
                    <a:pt x="3101" y="11239"/>
                  </a:lnTo>
                  <a:lnTo>
                    <a:pt x="3042" y="11239"/>
                  </a:lnTo>
                  <a:lnTo>
                    <a:pt x="2983" y="11220"/>
                  </a:lnTo>
                  <a:lnTo>
                    <a:pt x="2923" y="11160"/>
                  </a:lnTo>
                  <a:lnTo>
                    <a:pt x="2864" y="11062"/>
                  </a:lnTo>
                  <a:lnTo>
                    <a:pt x="2746" y="10884"/>
                  </a:lnTo>
                  <a:lnTo>
                    <a:pt x="2686" y="10805"/>
                  </a:lnTo>
                  <a:lnTo>
                    <a:pt x="2627" y="10746"/>
                  </a:lnTo>
                  <a:lnTo>
                    <a:pt x="2726" y="10746"/>
                  </a:lnTo>
                  <a:lnTo>
                    <a:pt x="2805" y="10726"/>
                  </a:lnTo>
                  <a:lnTo>
                    <a:pt x="2864" y="10706"/>
                  </a:lnTo>
                  <a:lnTo>
                    <a:pt x="2983" y="10706"/>
                  </a:lnTo>
                  <a:lnTo>
                    <a:pt x="2805" y="10489"/>
                  </a:lnTo>
                  <a:lnTo>
                    <a:pt x="2627" y="10252"/>
                  </a:lnTo>
                  <a:lnTo>
                    <a:pt x="2568" y="10114"/>
                  </a:lnTo>
                  <a:lnTo>
                    <a:pt x="2509" y="9975"/>
                  </a:lnTo>
                  <a:lnTo>
                    <a:pt x="2469" y="9857"/>
                  </a:lnTo>
                  <a:lnTo>
                    <a:pt x="2449" y="9738"/>
                  </a:lnTo>
                  <a:lnTo>
                    <a:pt x="2449" y="9679"/>
                  </a:lnTo>
                  <a:lnTo>
                    <a:pt x="2469" y="9679"/>
                  </a:lnTo>
                  <a:lnTo>
                    <a:pt x="2528" y="9719"/>
                  </a:lnTo>
                  <a:lnTo>
                    <a:pt x="2588" y="9798"/>
                  </a:lnTo>
                  <a:lnTo>
                    <a:pt x="2667" y="9877"/>
                  </a:lnTo>
                  <a:lnTo>
                    <a:pt x="2667" y="9837"/>
                  </a:lnTo>
                  <a:lnTo>
                    <a:pt x="2667" y="9778"/>
                  </a:lnTo>
                  <a:lnTo>
                    <a:pt x="2588" y="9679"/>
                  </a:lnTo>
                  <a:lnTo>
                    <a:pt x="2528" y="9600"/>
                  </a:lnTo>
                  <a:lnTo>
                    <a:pt x="2528" y="9541"/>
                  </a:lnTo>
                  <a:lnTo>
                    <a:pt x="2548" y="9501"/>
                  </a:lnTo>
                  <a:lnTo>
                    <a:pt x="2588" y="9501"/>
                  </a:lnTo>
                  <a:lnTo>
                    <a:pt x="2607" y="9521"/>
                  </a:lnTo>
                  <a:lnTo>
                    <a:pt x="2647" y="9600"/>
                  </a:lnTo>
                  <a:lnTo>
                    <a:pt x="2686" y="9679"/>
                  </a:lnTo>
                  <a:lnTo>
                    <a:pt x="2726" y="9758"/>
                  </a:lnTo>
                  <a:lnTo>
                    <a:pt x="2627" y="9541"/>
                  </a:lnTo>
                  <a:lnTo>
                    <a:pt x="2548" y="9323"/>
                  </a:lnTo>
                  <a:lnTo>
                    <a:pt x="2469" y="9106"/>
                  </a:lnTo>
                  <a:lnTo>
                    <a:pt x="2410" y="8889"/>
                  </a:lnTo>
                  <a:lnTo>
                    <a:pt x="2430" y="8889"/>
                  </a:lnTo>
                  <a:lnTo>
                    <a:pt x="2449" y="8909"/>
                  </a:lnTo>
                  <a:lnTo>
                    <a:pt x="2509" y="8988"/>
                  </a:lnTo>
                  <a:lnTo>
                    <a:pt x="2548" y="9106"/>
                  </a:lnTo>
                  <a:lnTo>
                    <a:pt x="2588" y="9205"/>
                  </a:lnTo>
                  <a:lnTo>
                    <a:pt x="2548" y="9027"/>
                  </a:lnTo>
                  <a:lnTo>
                    <a:pt x="2469" y="8849"/>
                  </a:lnTo>
                  <a:lnTo>
                    <a:pt x="2351" y="8691"/>
                  </a:lnTo>
                  <a:lnTo>
                    <a:pt x="2153" y="8514"/>
                  </a:lnTo>
                  <a:lnTo>
                    <a:pt x="2153" y="8277"/>
                  </a:lnTo>
                  <a:lnTo>
                    <a:pt x="2173" y="8059"/>
                  </a:lnTo>
                  <a:lnTo>
                    <a:pt x="2193" y="7980"/>
                  </a:lnTo>
                  <a:lnTo>
                    <a:pt x="2232" y="7941"/>
                  </a:lnTo>
                  <a:lnTo>
                    <a:pt x="2272" y="7901"/>
                  </a:lnTo>
                  <a:lnTo>
                    <a:pt x="2311" y="7921"/>
                  </a:lnTo>
                  <a:lnTo>
                    <a:pt x="2252" y="7862"/>
                  </a:lnTo>
                  <a:lnTo>
                    <a:pt x="2212" y="7862"/>
                  </a:lnTo>
                  <a:lnTo>
                    <a:pt x="2173" y="7882"/>
                  </a:lnTo>
                  <a:lnTo>
                    <a:pt x="2133" y="7901"/>
                  </a:lnTo>
                  <a:lnTo>
                    <a:pt x="2114" y="7763"/>
                  </a:lnTo>
                  <a:lnTo>
                    <a:pt x="2094" y="7664"/>
                  </a:lnTo>
                  <a:lnTo>
                    <a:pt x="2054" y="7566"/>
                  </a:lnTo>
                  <a:lnTo>
                    <a:pt x="2015" y="7506"/>
                  </a:lnTo>
                  <a:lnTo>
                    <a:pt x="1916" y="7368"/>
                  </a:lnTo>
                  <a:lnTo>
                    <a:pt x="1896" y="7289"/>
                  </a:lnTo>
                  <a:lnTo>
                    <a:pt x="1896" y="7210"/>
                  </a:lnTo>
                  <a:lnTo>
                    <a:pt x="1758" y="7408"/>
                  </a:lnTo>
                  <a:lnTo>
                    <a:pt x="1798" y="7269"/>
                  </a:lnTo>
                  <a:lnTo>
                    <a:pt x="1798" y="7190"/>
                  </a:lnTo>
                  <a:lnTo>
                    <a:pt x="1758" y="7171"/>
                  </a:lnTo>
                  <a:lnTo>
                    <a:pt x="1718" y="7151"/>
                  </a:lnTo>
                  <a:lnTo>
                    <a:pt x="1679" y="7131"/>
                  </a:lnTo>
                  <a:lnTo>
                    <a:pt x="1659" y="7092"/>
                  </a:lnTo>
                  <a:lnTo>
                    <a:pt x="1639" y="7032"/>
                  </a:lnTo>
                  <a:lnTo>
                    <a:pt x="1679" y="6914"/>
                  </a:lnTo>
                  <a:lnTo>
                    <a:pt x="1778" y="6953"/>
                  </a:lnTo>
                  <a:lnTo>
                    <a:pt x="1877" y="6973"/>
                  </a:lnTo>
                  <a:lnTo>
                    <a:pt x="1975" y="6953"/>
                  </a:lnTo>
                  <a:lnTo>
                    <a:pt x="2094" y="6933"/>
                  </a:lnTo>
                  <a:lnTo>
                    <a:pt x="2054" y="6894"/>
                  </a:lnTo>
                  <a:lnTo>
                    <a:pt x="2035" y="6854"/>
                  </a:lnTo>
                  <a:lnTo>
                    <a:pt x="2054" y="6756"/>
                  </a:lnTo>
                  <a:lnTo>
                    <a:pt x="2094" y="6637"/>
                  </a:lnTo>
                  <a:lnTo>
                    <a:pt x="2133" y="6519"/>
                  </a:lnTo>
                  <a:lnTo>
                    <a:pt x="2094" y="6519"/>
                  </a:lnTo>
                  <a:lnTo>
                    <a:pt x="2074" y="6499"/>
                  </a:lnTo>
                  <a:lnTo>
                    <a:pt x="2035" y="6380"/>
                  </a:lnTo>
                  <a:lnTo>
                    <a:pt x="2035" y="6341"/>
                  </a:lnTo>
                  <a:lnTo>
                    <a:pt x="1995" y="6321"/>
                  </a:lnTo>
                  <a:lnTo>
                    <a:pt x="1975" y="6321"/>
                  </a:lnTo>
                  <a:lnTo>
                    <a:pt x="1916" y="6380"/>
                  </a:lnTo>
                  <a:lnTo>
                    <a:pt x="1916" y="6242"/>
                  </a:lnTo>
                  <a:lnTo>
                    <a:pt x="1936" y="6124"/>
                  </a:lnTo>
                  <a:lnTo>
                    <a:pt x="2015" y="5946"/>
                  </a:lnTo>
                  <a:lnTo>
                    <a:pt x="2074" y="5768"/>
                  </a:lnTo>
                  <a:lnTo>
                    <a:pt x="2094" y="5689"/>
                  </a:lnTo>
                  <a:lnTo>
                    <a:pt x="2094" y="5571"/>
                  </a:lnTo>
                  <a:lnTo>
                    <a:pt x="2054" y="5590"/>
                  </a:lnTo>
                  <a:lnTo>
                    <a:pt x="2035" y="5571"/>
                  </a:lnTo>
                  <a:lnTo>
                    <a:pt x="2035" y="5452"/>
                  </a:lnTo>
                  <a:lnTo>
                    <a:pt x="2035" y="5334"/>
                  </a:lnTo>
                  <a:lnTo>
                    <a:pt x="1995" y="5294"/>
                  </a:lnTo>
                  <a:lnTo>
                    <a:pt x="1956" y="5314"/>
                  </a:lnTo>
                  <a:lnTo>
                    <a:pt x="2035" y="5195"/>
                  </a:lnTo>
                  <a:lnTo>
                    <a:pt x="2094" y="5077"/>
                  </a:lnTo>
                  <a:lnTo>
                    <a:pt x="2173" y="4998"/>
                  </a:lnTo>
                  <a:lnTo>
                    <a:pt x="2252" y="4939"/>
                  </a:lnTo>
                  <a:lnTo>
                    <a:pt x="2311" y="4919"/>
                  </a:lnTo>
                  <a:lnTo>
                    <a:pt x="2370" y="4899"/>
                  </a:lnTo>
                  <a:lnTo>
                    <a:pt x="2430" y="4919"/>
                  </a:lnTo>
                  <a:lnTo>
                    <a:pt x="2449" y="4958"/>
                  </a:lnTo>
                  <a:lnTo>
                    <a:pt x="2331" y="5136"/>
                  </a:lnTo>
                  <a:lnTo>
                    <a:pt x="2311" y="5215"/>
                  </a:lnTo>
                  <a:lnTo>
                    <a:pt x="2311" y="5255"/>
                  </a:lnTo>
                  <a:lnTo>
                    <a:pt x="2351" y="5255"/>
                  </a:lnTo>
                  <a:lnTo>
                    <a:pt x="2489" y="4958"/>
                  </a:lnTo>
                  <a:lnTo>
                    <a:pt x="2647" y="4662"/>
                  </a:lnTo>
                  <a:lnTo>
                    <a:pt x="2864" y="4484"/>
                  </a:lnTo>
                  <a:lnTo>
                    <a:pt x="2983" y="4425"/>
                  </a:lnTo>
                  <a:lnTo>
                    <a:pt x="3081" y="4425"/>
                  </a:lnTo>
                  <a:lnTo>
                    <a:pt x="3101" y="4326"/>
                  </a:lnTo>
                  <a:lnTo>
                    <a:pt x="3141" y="4247"/>
                  </a:lnTo>
                  <a:lnTo>
                    <a:pt x="3220" y="4148"/>
                  </a:lnTo>
                  <a:lnTo>
                    <a:pt x="3299" y="4069"/>
                  </a:lnTo>
                  <a:lnTo>
                    <a:pt x="3378" y="3990"/>
                  </a:lnTo>
                  <a:lnTo>
                    <a:pt x="3437" y="3911"/>
                  </a:lnTo>
                  <a:lnTo>
                    <a:pt x="3476" y="3832"/>
                  </a:lnTo>
                  <a:lnTo>
                    <a:pt x="3476" y="3734"/>
                  </a:lnTo>
                  <a:lnTo>
                    <a:pt x="3457" y="3813"/>
                  </a:lnTo>
                  <a:lnTo>
                    <a:pt x="3417" y="3892"/>
                  </a:lnTo>
                  <a:lnTo>
                    <a:pt x="3378" y="3951"/>
                  </a:lnTo>
                  <a:lnTo>
                    <a:pt x="3318" y="3990"/>
                  </a:lnTo>
                  <a:lnTo>
                    <a:pt x="3220" y="4050"/>
                  </a:lnTo>
                  <a:lnTo>
                    <a:pt x="3141" y="4089"/>
                  </a:lnTo>
                  <a:lnTo>
                    <a:pt x="3180" y="3990"/>
                  </a:lnTo>
                  <a:lnTo>
                    <a:pt x="3141" y="4030"/>
                  </a:lnTo>
                  <a:lnTo>
                    <a:pt x="3101" y="3635"/>
                  </a:lnTo>
                  <a:lnTo>
                    <a:pt x="3042" y="3694"/>
                  </a:lnTo>
                  <a:lnTo>
                    <a:pt x="3002" y="3734"/>
                  </a:lnTo>
                  <a:lnTo>
                    <a:pt x="3002" y="3773"/>
                  </a:lnTo>
                  <a:lnTo>
                    <a:pt x="3022" y="3813"/>
                  </a:lnTo>
                  <a:lnTo>
                    <a:pt x="3042" y="3872"/>
                  </a:lnTo>
                  <a:lnTo>
                    <a:pt x="3062" y="3931"/>
                  </a:lnTo>
                  <a:lnTo>
                    <a:pt x="3022" y="4010"/>
                  </a:lnTo>
                  <a:lnTo>
                    <a:pt x="2963" y="4109"/>
                  </a:lnTo>
                  <a:lnTo>
                    <a:pt x="2904" y="4129"/>
                  </a:lnTo>
                  <a:lnTo>
                    <a:pt x="2864" y="4129"/>
                  </a:lnTo>
                  <a:lnTo>
                    <a:pt x="2825" y="4089"/>
                  </a:lnTo>
                  <a:lnTo>
                    <a:pt x="2825" y="4050"/>
                  </a:lnTo>
                  <a:lnTo>
                    <a:pt x="2825" y="3911"/>
                  </a:lnTo>
                  <a:lnTo>
                    <a:pt x="2864" y="3753"/>
                  </a:lnTo>
                  <a:lnTo>
                    <a:pt x="2904" y="3615"/>
                  </a:lnTo>
                  <a:lnTo>
                    <a:pt x="2923" y="3497"/>
                  </a:lnTo>
                  <a:lnTo>
                    <a:pt x="2923" y="3457"/>
                  </a:lnTo>
                  <a:lnTo>
                    <a:pt x="2904" y="3437"/>
                  </a:lnTo>
                  <a:lnTo>
                    <a:pt x="2864" y="3437"/>
                  </a:lnTo>
                  <a:lnTo>
                    <a:pt x="2805" y="3457"/>
                  </a:lnTo>
                  <a:lnTo>
                    <a:pt x="2746" y="3536"/>
                  </a:lnTo>
                  <a:lnTo>
                    <a:pt x="2706" y="3595"/>
                  </a:lnTo>
                  <a:lnTo>
                    <a:pt x="2686" y="3655"/>
                  </a:lnTo>
                  <a:lnTo>
                    <a:pt x="2686" y="3714"/>
                  </a:lnTo>
                  <a:lnTo>
                    <a:pt x="2726" y="3852"/>
                  </a:lnTo>
                  <a:lnTo>
                    <a:pt x="2726" y="3931"/>
                  </a:lnTo>
                  <a:lnTo>
                    <a:pt x="2706" y="4010"/>
                  </a:lnTo>
                  <a:lnTo>
                    <a:pt x="2706" y="4010"/>
                  </a:lnTo>
                  <a:lnTo>
                    <a:pt x="2746" y="3971"/>
                  </a:lnTo>
                  <a:lnTo>
                    <a:pt x="2746" y="3971"/>
                  </a:lnTo>
                  <a:lnTo>
                    <a:pt x="2528" y="4504"/>
                  </a:lnTo>
                  <a:lnTo>
                    <a:pt x="2489" y="4484"/>
                  </a:lnTo>
                  <a:lnTo>
                    <a:pt x="2489" y="4464"/>
                  </a:lnTo>
                  <a:lnTo>
                    <a:pt x="2469" y="4385"/>
                  </a:lnTo>
                  <a:lnTo>
                    <a:pt x="2469" y="4287"/>
                  </a:lnTo>
                  <a:lnTo>
                    <a:pt x="2232" y="4662"/>
                  </a:lnTo>
                  <a:lnTo>
                    <a:pt x="2035" y="4919"/>
                  </a:lnTo>
                  <a:lnTo>
                    <a:pt x="1837" y="5195"/>
                  </a:lnTo>
                  <a:lnTo>
                    <a:pt x="1718" y="5393"/>
                  </a:lnTo>
                  <a:lnTo>
                    <a:pt x="1600" y="5610"/>
                  </a:lnTo>
                  <a:lnTo>
                    <a:pt x="1679" y="5590"/>
                  </a:lnTo>
                  <a:lnTo>
                    <a:pt x="1778" y="5590"/>
                  </a:lnTo>
                  <a:lnTo>
                    <a:pt x="1837" y="5630"/>
                  </a:lnTo>
                  <a:lnTo>
                    <a:pt x="1857" y="5669"/>
                  </a:lnTo>
                  <a:lnTo>
                    <a:pt x="1877" y="5748"/>
                  </a:lnTo>
                  <a:lnTo>
                    <a:pt x="1857" y="5847"/>
                  </a:lnTo>
                  <a:lnTo>
                    <a:pt x="1857" y="5926"/>
                  </a:lnTo>
                  <a:lnTo>
                    <a:pt x="1837" y="5985"/>
                  </a:lnTo>
                  <a:lnTo>
                    <a:pt x="1758" y="6064"/>
                  </a:lnTo>
                  <a:lnTo>
                    <a:pt x="1699" y="6143"/>
                  </a:lnTo>
                  <a:lnTo>
                    <a:pt x="1659" y="6203"/>
                  </a:lnTo>
                  <a:lnTo>
                    <a:pt x="1639" y="6262"/>
                  </a:lnTo>
                  <a:lnTo>
                    <a:pt x="1620" y="6163"/>
                  </a:lnTo>
                  <a:lnTo>
                    <a:pt x="1600" y="6064"/>
                  </a:lnTo>
                  <a:lnTo>
                    <a:pt x="1600" y="6025"/>
                  </a:lnTo>
                  <a:lnTo>
                    <a:pt x="1600" y="5966"/>
                  </a:lnTo>
                  <a:lnTo>
                    <a:pt x="1620" y="5926"/>
                  </a:lnTo>
                  <a:lnTo>
                    <a:pt x="1679" y="5867"/>
                  </a:lnTo>
                  <a:lnTo>
                    <a:pt x="1501" y="5827"/>
                  </a:lnTo>
                  <a:lnTo>
                    <a:pt x="1501" y="5630"/>
                  </a:lnTo>
                  <a:lnTo>
                    <a:pt x="1462" y="5492"/>
                  </a:lnTo>
                  <a:lnTo>
                    <a:pt x="1422" y="5294"/>
                  </a:lnTo>
                  <a:lnTo>
                    <a:pt x="1402" y="5195"/>
                  </a:lnTo>
                  <a:lnTo>
                    <a:pt x="1402" y="5077"/>
                  </a:lnTo>
                  <a:lnTo>
                    <a:pt x="1442" y="4899"/>
                  </a:lnTo>
                  <a:lnTo>
                    <a:pt x="1541" y="4642"/>
                  </a:lnTo>
                  <a:lnTo>
                    <a:pt x="1521" y="4603"/>
                  </a:lnTo>
                  <a:lnTo>
                    <a:pt x="1521" y="4504"/>
                  </a:lnTo>
                  <a:lnTo>
                    <a:pt x="1560" y="4385"/>
                  </a:lnTo>
                  <a:lnTo>
                    <a:pt x="1620" y="4247"/>
                  </a:lnTo>
                  <a:lnTo>
                    <a:pt x="1758" y="3951"/>
                  </a:lnTo>
                  <a:lnTo>
                    <a:pt x="1857" y="3793"/>
                  </a:lnTo>
                  <a:lnTo>
                    <a:pt x="1956" y="3655"/>
                  </a:lnTo>
                  <a:lnTo>
                    <a:pt x="1758" y="3773"/>
                  </a:lnTo>
                  <a:lnTo>
                    <a:pt x="1758" y="3773"/>
                  </a:lnTo>
                  <a:lnTo>
                    <a:pt x="1778" y="3635"/>
                  </a:lnTo>
                  <a:lnTo>
                    <a:pt x="1817" y="3556"/>
                  </a:lnTo>
                  <a:lnTo>
                    <a:pt x="1857" y="3536"/>
                  </a:lnTo>
                  <a:lnTo>
                    <a:pt x="1896" y="3516"/>
                  </a:lnTo>
                  <a:lnTo>
                    <a:pt x="1936" y="3516"/>
                  </a:lnTo>
                  <a:lnTo>
                    <a:pt x="1995" y="3477"/>
                  </a:lnTo>
                  <a:lnTo>
                    <a:pt x="2054" y="3378"/>
                  </a:lnTo>
                  <a:lnTo>
                    <a:pt x="2133" y="3200"/>
                  </a:lnTo>
                  <a:lnTo>
                    <a:pt x="2390" y="3141"/>
                  </a:lnTo>
                  <a:lnTo>
                    <a:pt x="2528" y="3121"/>
                  </a:lnTo>
                  <a:lnTo>
                    <a:pt x="2647" y="3102"/>
                  </a:lnTo>
                  <a:lnTo>
                    <a:pt x="2765" y="3102"/>
                  </a:lnTo>
                  <a:lnTo>
                    <a:pt x="2844" y="3141"/>
                  </a:lnTo>
                  <a:lnTo>
                    <a:pt x="2864" y="3181"/>
                  </a:lnTo>
                  <a:lnTo>
                    <a:pt x="2884" y="3220"/>
                  </a:lnTo>
                  <a:lnTo>
                    <a:pt x="2884" y="3260"/>
                  </a:lnTo>
                  <a:lnTo>
                    <a:pt x="2884" y="3319"/>
                  </a:lnTo>
                  <a:lnTo>
                    <a:pt x="2983" y="3220"/>
                  </a:lnTo>
                  <a:lnTo>
                    <a:pt x="3062" y="3141"/>
                  </a:lnTo>
                  <a:lnTo>
                    <a:pt x="3180" y="2963"/>
                  </a:lnTo>
                  <a:lnTo>
                    <a:pt x="3279" y="2786"/>
                  </a:lnTo>
                  <a:lnTo>
                    <a:pt x="3437" y="2608"/>
                  </a:lnTo>
                  <a:lnTo>
                    <a:pt x="3516" y="2608"/>
                  </a:lnTo>
                  <a:lnTo>
                    <a:pt x="3575" y="2628"/>
                  </a:lnTo>
                  <a:lnTo>
                    <a:pt x="3595" y="2667"/>
                  </a:lnTo>
                  <a:lnTo>
                    <a:pt x="3595" y="2726"/>
                  </a:lnTo>
                  <a:lnTo>
                    <a:pt x="3595" y="2825"/>
                  </a:lnTo>
                  <a:lnTo>
                    <a:pt x="3615" y="2884"/>
                  </a:lnTo>
                  <a:lnTo>
                    <a:pt x="3654" y="2924"/>
                  </a:lnTo>
                  <a:lnTo>
                    <a:pt x="3792" y="2786"/>
                  </a:lnTo>
                  <a:lnTo>
                    <a:pt x="3871" y="2647"/>
                  </a:lnTo>
                  <a:lnTo>
                    <a:pt x="3891" y="2588"/>
                  </a:lnTo>
                  <a:lnTo>
                    <a:pt x="3891" y="2529"/>
                  </a:lnTo>
                  <a:lnTo>
                    <a:pt x="3871" y="2509"/>
                  </a:lnTo>
                  <a:lnTo>
                    <a:pt x="3812" y="2509"/>
                  </a:lnTo>
                  <a:lnTo>
                    <a:pt x="4029" y="2391"/>
                  </a:lnTo>
                  <a:lnTo>
                    <a:pt x="4247" y="2292"/>
                  </a:lnTo>
                  <a:lnTo>
                    <a:pt x="4227" y="2312"/>
                  </a:lnTo>
                  <a:lnTo>
                    <a:pt x="4187" y="2351"/>
                  </a:lnTo>
                  <a:lnTo>
                    <a:pt x="4069" y="2450"/>
                  </a:lnTo>
                  <a:lnTo>
                    <a:pt x="4207" y="2351"/>
                  </a:lnTo>
                  <a:lnTo>
                    <a:pt x="4365" y="2232"/>
                  </a:lnTo>
                  <a:lnTo>
                    <a:pt x="4484" y="2094"/>
                  </a:lnTo>
                  <a:lnTo>
                    <a:pt x="4563" y="1995"/>
                  </a:lnTo>
                  <a:lnTo>
                    <a:pt x="4484" y="2055"/>
                  </a:lnTo>
                  <a:lnTo>
                    <a:pt x="4425" y="2094"/>
                  </a:lnTo>
                  <a:lnTo>
                    <a:pt x="4385" y="2114"/>
                  </a:lnTo>
                  <a:lnTo>
                    <a:pt x="4523" y="1976"/>
                  </a:lnTo>
                  <a:lnTo>
                    <a:pt x="4662" y="1857"/>
                  </a:lnTo>
                  <a:lnTo>
                    <a:pt x="4839" y="1699"/>
                  </a:lnTo>
                  <a:lnTo>
                    <a:pt x="5037" y="1699"/>
                  </a:lnTo>
                  <a:lnTo>
                    <a:pt x="5175" y="1660"/>
                  </a:lnTo>
                  <a:lnTo>
                    <a:pt x="5313" y="1620"/>
                  </a:lnTo>
                  <a:lnTo>
                    <a:pt x="5412" y="1541"/>
                  </a:lnTo>
                  <a:lnTo>
                    <a:pt x="5531" y="1502"/>
                  </a:lnTo>
                  <a:lnTo>
                    <a:pt x="5629" y="1482"/>
                  </a:lnTo>
                  <a:lnTo>
                    <a:pt x="5708" y="1482"/>
                  </a:lnTo>
                  <a:lnTo>
                    <a:pt x="5807" y="1502"/>
                  </a:lnTo>
                  <a:lnTo>
                    <a:pt x="5926" y="1482"/>
                  </a:lnTo>
                  <a:lnTo>
                    <a:pt x="6044" y="1462"/>
                  </a:lnTo>
                  <a:lnTo>
                    <a:pt x="6163" y="1403"/>
                  </a:lnTo>
                  <a:lnTo>
                    <a:pt x="6202" y="1344"/>
                  </a:lnTo>
                  <a:lnTo>
                    <a:pt x="6242" y="1304"/>
                  </a:lnTo>
                  <a:lnTo>
                    <a:pt x="6340" y="1245"/>
                  </a:lnTo>
                  <a:lnTo>
                    <a:pt x="6459" y="1205"/>
                  </a:lnTo>
                  <a:lnTo>
                    <a:pt x="6577" y="1186"/>
                  </a:lnTo>
                  <a:lnTo>
                    <a:pt x="6736" y="1166"/>
                  </a:lnTo>
                  <a:lnTo>
                    <a:pt x="6874" y="1146"/>
                  </a:lnTo>
                  <a:lnTo>
                    <a:pt x="7012" y="1087"/>
                  </a:lnTo>
                  <a:lnTo>
                    <a:pt x="7131" y="988"/>
                  </a:lnTo>
                  <a:lnTo>
                    <a:pt x="7111" y="1028"/>
                  </a:lnTo>
                  <a:lnTo>
                    <a:pt x="7111" y="1067"/>
                  </a:lnTo>
                  <a:lnTo>
                    <a:pt x="7131" y="1067"/>
                  </a:lnTo>
                  <a:lnTo>
                    <a:pt x="7150" y="1087"/>
                  </a:lnTo>
                  <a:lnTo>
                    <a:pt x="7210" y="1087"/>
                  </a:lnTo>
                  <a:lnTo>
                    <a:pt x="7289" y="1107"/>
                  </a:lnTo>
                  <a:lnTo>
                    <a:pt x="7407" y="1107"/>
                  </a:lnTo>
                  <a:lnTo>
                    <a:pt x="7407" y="1126"/>
                  </a:lnTo>
                  <a:lnTo>
                    <a:pt x="7407" y="1166"/>
                  </a:lnTo>
                  <a:lnTo>
                    <a:pt x="7328" y="1225"/>
                  </a:lnTo>
                  <a:lnTo>
                    <a:pt x="7407" y="1245"/>
                  </a:lnTo>
                  <a:lnTo>
                    <a:pt x="7526" y="1225"/>
                  </a:lnTo>
                  <a:lnTo>
                    <a:pt x="7842" y="1146"/>
                  </a:lnTo>
                  <a:lnTo>
                    <a:pt x="8000" y="1087"/>
                  </a:lnTo>
                  <a:lnTo>
                    <a:pt x="8177" y="1067"/>
                  </a:lnTo>
                  <a:lnTo>
                    <a:pt x="8335" y="1067"/>
                  </a:lnTo>
                  <a:lnTo>
                    <a:pt x="8454" y="1107"/>
                  </a:lnTo>
                  <a:lnTo>
                    <a:pt x="8414" y="1166"/>
                  </a:lnTo>
                  <a:lnTo>
                    <a:pt x="8395" y="1186"/>
                  </a:lnTo>
                  <a:lnTo>
                    <a:pt x="8355" y="1205"/>
                  </a:lnTo>
                  <a:lnTo>
                    <a:pt x="8493" y="1186"/>
                  </a:lnTo>
                  <a:lnTo>
                    <a:pt x="8572" y="1186"/>
                  </a:lnTo>
                  <a:lnTo>
                    <a:pt x="8651" y="1205"/>
                  </a:lnTo>
                  <a:lnTo>
                    <a:pt x="8691" y="1225"/>
                  </a:lnTo>
                  <a:lnTo>
                    <a:pt x="8790" y="1284"/>
                  </a:lnTo>
                  <a:lnTo>
                    <a:pt x="8849" y="1324"/>
                  </a:lnTo>
                  <a:lnTo>
                    <a:pt x="8948" y="1324"/>
                  </a:lnTo>
                  <a:lnTo>
                    <a:pt x="8948" y="1166"/>
                  </a:lnTo>
                  <a:lnTo>
                    <a:pt x="8987" y="1146"/>
                  </a:lnTo>
                  <a:lnTo>
                    <a:pt x="9027" y="1146"/>
                  </a:lnTo>
                  <a:lnTo>
                    <a:pt x="9086" y="1186"/>
                  </a:lnTo>
                  <a:lnTo>
                    <a:pt x="9145" y="1205"/>
                  </a:lnTo>
                  <a:lnTo>
                    <a:pt x="9165" y="1225"/>
                  </a:lnTo>
                  <a:lnTo>
                    <a:pt x="9205" y="1225"/>
                  </a:lnTo>
                  <a:lnTo>
                    <a:pt x="9126" y="1186"/>
                  </a:lnTo>
                  <a:lnTo>
                    <a:pt x="9066" y="1146"/>
                  </a:lnTo>
                  <a:lnTo>
                    <a:pt x="9027" y="1087"/>
                  </a:lnTo>
                  <a:lnTo>
                    <a:pt x="9027" y="1047"/>
                  </a:lnTo>
                  <a:lnTo>
                    <a:pt x="9046" y="1028"/>
                  </a:lnTo>
                  <a:lnTo>
                    <a:pt x="9284" y="988"/>
                  </a:lnTo>
                  <a:close/>
                  <a:moveTo>
                    <a:pt x="8197" y="1"/>
                  </a:moveTo>
                  <a:lnTo>
                    <a:pt x="8079" y="20"/>
                  </a:lnTo>
                  <a:lnTo>
                    <a:pt x="7960" y="60"/>
                  </a:lnTo>
                  <a:lnTo>
                    <a:pt x="7861" y="99"/>
                  </a:lnTo>
                  <a:lnTo>
                    <a:pt x="7743" y="139"/>
                  </a:lnTo>
                  <a:lnTo>
                    <a:pt x="7624" y="139"/>
                  </a:lnTo>
                  <a:lnTo>
                    <a:pt x="7466" y="99"/>
                  </a:lnTo>
                  <a:lnTo>
                    <a:pt x="7545" y="60"/>
                  </a:lnTo>
                  <a:lnTo>
                    <a:pt x="7071" y="139"/>
                  </a:lnTo>
                  <a:lnTo>
                    <a:pt x="6637" y="178"/>
                  </a:lnTo>
                  <a:lnTo>
                    <a:pt x="6439" y="238"/>
                  </a:lnTo>
                  <a:lnTo>
                    <a:pt x="6222" y="297"/>
                  </a:lnTo>
                  <a:lnTo>
                    <a:pt x="6005" y="376"/>
                  </a:lnTo>
                  <a:lnTo>
                    <a:pt x="5787" y="514"/>
                  </a:lnTo>
                  <a:lnTo>
                    <a:pt x="5491" y="613"/>
                  </a:lnTo>
                  <a:lnTo>
                    <a:pt x="5294" y="652"/>
                  </a:lnTo>
                  <a:lnTo>
                    <a:pt x="5116" y="672"/>
                  </a:lnTo>
                  <a:lnTo>
                    <a:pt x="4879" y="731"/>
                  </a:lnTo>
                  <a:lnTo>
                    <a:pt x="4800" y="810"/>
                  </a:lnTo>
                  <a:lnTo>
                    <a:pt x="4721" y="889"/>
                  </a:lnTo>
                  <a:lnTo>
                    <a:pt x="4622" y="1028"/>
                  </a:lnTo>
                  <a:lnTo>
                    <a:pt x="4583" y="1126"/>
                  </a:lnTo>
                  <a:lnTo>
                    <a:pt x="4563" y="1166"/>
                  </a:lnTo>
                  <a:lnTo>
                    <a:pt x="4701" y="1087"/>
                  </a:lnTo>
                  <a:lnTo>
                    <a:pt x="4760" y="1087"/>
                  </a:lnTo>
                  <a:lnTo>
                    <a:pt x="4760" y="1126"/>
                  </a:lnTo>
                  <a:lnTo>
                    <a:pt x="4721" y="1166"/>
                  </a:lnTo>
                  <a:lnTo>
                    <a:pt x="4662" y="1245"/>
                  </a:lnTo>
                  <a:lnTo>
                    <a:pt x="4504" y="1403"/>
                  </a:lnTo>
                  <a:lnTo>
                    <a:pt x="4365" y="1581"/>
                  </a:lnTo>
                  <a:lnTo>
                    <a:pt x="4464" y="1581"/>
                  </a:lnTo>
                  <a:lnTo>
                    <a:pt x="4543" y="1620"/>
                  </a:lnTo>
                  <a:lnTo>
                    <a:pt x="4721" y="1679"/>
                  </a:lnTo>
                  <a:lnTo>
                    <a:pt x="4820" y="1699"/>
                  </a:lnTo>
                  <a:lnTo>
                    <a:pt x="4741" y="1739"/>
                  </a:lnTo>
                  <a:lnTo>
                    <a:pt x="4681" y="1778"/>
                  </a:lnTo>
                  <a:lnTo>
                    <a:pt x="4543" y="1798"/>
                  </a:lnTo>
                  <a:lnTo>
                    <a:pt x="4484" y="1818"/>
                  </a:lnTo>
                  <a:lnTo>
                    <a:pt x="4405" y="1837"/>
                  </a:lnTo>
                  <a:lnTo>
                    <a:pt x="4326" y="1877"/>
                  </a:lnTo>
                  <a:lnTo>
                    <a:pt x="4247" y="1956"/>
                  </a:lnTo>
                  <a:lnTo>
                    <a:pt x="4247" y="1916"/>
                  </a:lnTo>
                  <a:lnTo>
                    <a:pt x="4267" y="1857"/>
                  </a:lnTo>
                  <a:lnTo>
                    <a:pt x="4326" y="1778"/>
                  </a:lnTo>
                  <a:lnTo>
                    <a:pt x="4425" y="1739"/>
                  </a:lnTo>
                  <a:lnTo>
                    <a:pt x="4306" y="1739"/>
                  </a:lnTo>
                  <a:lnTo>
                    <a:pt x="4207" y="1778"/>
                  </a:lnTo>
                  <a:lnTo>
                    <a:pt x="4010" y="1837"/>
                  </a:lnTo>
                  <a:lnTo>
                    <a:pt x="3852" y="1897"/>
                  </a:lnTo>
                  <a:lnTo>
                    <a:pt x="3773" y="1916"/>
                  </a:lnTo>
                  <a:lnTo>
                    <a:pt x="3713" y="1916"/>
                  </a:lnTo>
                  <a:lnTo>
                    <a:pt x="3792" y="1877"/>
                  </a:lnTo>
                  <a:lnTo>
                    <a:pt x="3871" y="1837"/>
                  </a:lnTo>
                  <a:lnTo>
                    <a:pt x="3970" y="1739"/>
                  </a:lnTo>
                  <a:lnTo>
                    <a:pt x="4029" y="1660"/>
                  </a:lnTo>
                  <a:lnTo>
                    <a:pt x="4069" y="1600"/>
                  </a:lnTo>
                  <a:lnTo>
                    <a:pt x="3891" y="1699"/>
                  </a:lnTo>
                  <a:lnTo>
                    <a:pt x="3694" y="1837"/>
                  </a:lnTo>
                  <a:lnTo>
                    <a:pt x="3536" y="1995"/>
                  </a:lnTo>
                  <a:lnTo>
                    <a:pt x="3437" y="2114"/>
                  </a:lnTo>
                  <a:lnTo>
                    <a:pt x="3358" y="2114"/>
                  </a:lnTo>
                  <a:lnTo>
                    <a:pt x="3259" y="2153"/>
                  </a:lnTo>
                  <a:lnTo>
                    <a:pt x="3160" y="2232"/>
                  </a:lnTo>
                  <a:lnTo>
                    <a:pt x="3081" y="2331"/>
                  </a:lnTo>
                  <a:lnTo>
                    <a:pt x="3002" y="2410"/>
                  </a:lnTo>
                  <a:lnTo>
                    <a:pt x="2943" y="2470"/>
                  </a:lnTo>
                  <a:lnTo>
                    <a:pt x="2904" y="2489"/>
                  </a:lnTo>
                  <a:lnTo>
                    <a:pt x="2904" y="2470"/>
                  </a:lnTo>
                  <a:lnTo>
                    <a:pt x="2884" y="2391"/>
                  </a:lnTo>
                  <a:lnTo>
                    <a:pt x="2884" y="2430"/>
                  </a:lnTo>
                  <a:lnTo>
                    <a:pt x="2864" y="2470"/>
                  </a:lnTo>
                  <a:lnTo>
                    <a:pt x="2785" y="2588"/>
                  </a:lnTo>
                  <a:lnTo>
                    <a:pt x="2686" y="2707"/>
                  </a:lnTo>
                  <a:lnTo>
                    <a:pt x="2568" y="2805"/>
                  </a:lnTo>
                  <a:lnTo>
                    <a:pt x="2548" y="2766"/>
                  </a:lnTo>
                  <a:lnTo>
                    <a:pt x="2568" y="2707"/>
                  </a:lnTo>
                  <a:lnTo>
                    <a:pt x="2627" y="2529"/>
                  </a:lnTo>
                  <a:lnTo>
                    <a:pt x="2726" y="2351"/>
                  </a:lnTo>
                  <a:lnTo>
                    <a:pt x="2805" y="2173"/>
                  </a:lnTo>
                  <a:lnTo>
                    <a:pt x="2963" y="1976"/>
                  </a:lnTo>
                  <a:lnTo>
                    <a:pt x="3062" y="1897"/>
                  </a:lnTo>
                  <a:lnTo>
                    <a:pt x="3081" y="1877"/>
                  </a:lnTo>
                  <a:lnTo>
                    <a:pt x="3101" y="1897"/>
                  </a:lnTo>
                  <a:lnTo>
                    <a:pt x="3081" y="1956"/>
                  </a:lnTo>
                  <a:lnTo>
                    <a:pt x="3042" y="2134"/>
                  </a:lnTo>
                  <a:lnTo>
                    <a:pt x="3042" y="2193"/>
                  </a:lnTo>
                  <a:lnTo>
                    <a:pt x="3101" y="2193"/>
                  </a:lnTo>
                  <a:lnTo>
                    <a:pt x="3338" y="1956"/>
                  </a:lnTo>
                  <a:lnTo>
                    <a:pt x="3595" y="1739"/>
                  </a:lnTo>
                  <a:lnTo>
                    <a:pt x="3575" y="1739"/>
                  </a:lnTo>
                  <a:lnTo>
                    <a:pt x="3575" y="1699"/>
                  </a:lnTo>
                  <a:lnTo>
                    <a:pt x="3595" y="1640"/>
                  </a:lnTo>
                  <a:lnTo>
                    <a:pt x="3595" y="1620"/>
                  </a:lnTo>
                  <a:lnTo>
                    <a:pt x="3555" y="1620"/>
                  </a:lnTo>
                  <a:lnTo>
                    <a:pt x="3496" y="1660"/>
                  </a:lnTo>
                  <a:lnTo>
                    <a:pt x="3378" y="1739"/>
                  </a:lnTo>
                  <a:lnTo>
                    <a:pt x="3417" y="1640"/>
                  </a:lnTo>
                  <a:lnTo>
                    <a:pt x="3476" y="1541"/>
                  </a:lnTo>
                  <a:lnTo>
                    <a:pt x="3575" y="1442"/>
                  </a:lnTo>
                  <a:lnTo>
                    <a:pt x="3674" y="1344"/>
                  </a:lnTo>
                  <a:lnTo>
                    <a:pt x="3792" y="1265"/>
                  </a:lnTo>
                  <a:lnTo>
                    <a:pt x="3931" y="1186"/>
                  </a:lnTo>
                  <a:lnTo>
                    <a:pt x="4069" y="1107"/>
                  </a:lnTo>
                  <a:lnTo>
                    <a:pt x="4207" y="1067"/>
                  </a:lnTo>
                  <a:lnTo>
                    <a:pt x="4227" y="1047"/>
                  </a:lnTo>
                  <a:lnTo>
                    <a:pt x="4207" y="1047"/>
                  </a:lnTo>
                  <a:lnTo>
                    <a:pt x="4128" y="1067"/>
                  </a:lnTo>
                  <a:lnTo>
                    <a:pt x="3931" y="1146"/>
                  </a:lnTo>
                  <a:lnTo>
                    <a:pt x="4010" y="1028"/>
                  </a:lnTo>
                  <a:lnTo>
                    <a:pt x="4069" y="889"/>
                  </a:lnTo>
                  <a:lnTo>
                    <a:pt x="4069" y="830"/>
                  </a:lnTo>
                  <a:lnTo>
                    <a:pt x="4049" y="810"/>
                  </a:lnTo>
                  <a:lnTo>
                    <a:pt x="4029" y="810"/>
                  </a:lnTo>
                  <a:lnTo>
                    <a:pt x="3911" y="830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909"/>
                  </a:lnTo>
                  <a:lnTo>
                    <a:pt x="3713" y="988"/>
                  </a:lnTo>
                  <a:lnTo>
                    <a:pt x="3694" y="1028"/>
                  </a:lnTo>
                  <a:lnTo>
                    <a:pt x="3694" y="1047"/>
                  </a:lnTo>
                  <a:lnTo>
                    <a:pt x="3733" y="1067"/>
                  </a:lnTo>
                  <a:lnTo>
                    <a:pt x="3832" y="1047"/>
                  </a:lnTo>
                  <a:lnTo>
                    <a:pt x="3615" y="1166"/>
                  </a:lnTo>
                  <a:lnTo>
                    <a:pt x="3358" y="1304"/>
                  </a:lnTo>
                  <a:lnTo>
                    <a:pt x="3259" y="1344"/>
                  </a:lnTo>
                  <a:lnTo>
                    <a:pt x="3180" y="1363"/>
                  </a:lnTo>
                  <a:lnTo>
                    <a:pt x="3160" y="1344"/>
                  </a:lnTo>
                  <a:lnTo>
                    <a:pt x="3141" y="1324"/>
                  </a:lnTo>
                  <a:lnTo>
                    <a:pt x="3160" y="1265"/>
                  </a:lnTo>
                  <a:lnTo>
                    <a:pt x="2963" y="1462"/>
                  </a:lnTo>
                  <a:lnTo>
                    <a:pt x="2765" y="1699"/>
                  </a:lnTo>
                  <a:lnTo>
                    <a:pt x="2449" y="2114"/>
                  </a:lnTo>
                  <a:lnTo>
                    <a:pt x="2430" y="2094"/>
                  </a:lnTo>
                  <a:lnTo>
                    <a:pt x="2430" y="2074"/>
                  </a:lnTo>
                  <a:lnTo>
                    <a:pt x="2469" y="1995"/>
                  </a:lnTo>
                  <a:lnTo>
                    <a:pt x="2548" y="1916"/>
                  </a:lnTo>
                  <a:lnTo>
                    <a:pt x="2607" y="1818"/>
                  </a:lnTo>
                  <a:lnTo>
                    <a:pt x="2351" y="2134"/>
                  </a:lnTo>
                  <a:lnTo>
                    <a:pt x="2114" y="2450"/>
                  </a:lnTo>
                  <a:lnTo>
                    <a:pt x="2331" y="2351"/>
                  </a:lnTo>
                  <a:lnTo>
                    <a:pt x="2193" y="2509"/>
                  </a:lnTo>
                  <a:lnTo>
                    <a:pt x="2094" y="2647"/>
                  </a:lnTo>
                  <a:lnTo>
                    <a:pt x="2015" y="2805"/>
                  </a:lnTo>
                  <a:lnTo>
                    <a:pt x="1956" y="2963"/>
                  </a:lnTo>
                  <a:lnTo>
                    <a:pt x="1857" y="3279"/>
                  </a:lnTo>
                  <a:lnTo>
                    <a:pt x="1817" y="3418"/>
                  </a:lnTo>
                  <a:lnTo>
                    <a:pt x="1758" y="3576"/>
                  </a:lnTo>
                  <a:lnTo>
                    <a:pt x="1718" y="3516"/>
                  </a:lnTo>
                  <a:lnTo>
                    <a:pt x="1718" y="3437"/>
                  </a:lnTo>
                  <a:lnTo>
                    <a:pt x="1738" y="3358"/>
                  </a:lnTo>
                  <a:lnTo>
                    <a:pt x="1758" y="3260"/>
                  </a:lnTo>
                  <a:lnTo>
                    <a:pt x="1936" y="2845"/>
                  </a:lnTo>
                  <a:lnTo>
                    <a:pt x="1837" y="2884"/>
                  </a:lnTo>
                  <a:lnTo>
                    <a:pt x="1778" y="2924"/>
                  </a:lnTo>
                  <a:lnTo>
                    <a:pt x="1758" y="2983"/>
                  </a:lnTo>
                  <a:lnTo>
                    <a:pt x="1758" y="3042"/>
                  </a:lnTo>
                  <a:lnTo>
                    <a:pt x="1758" y="3102"/>
                  </a:lnTo>
                  <a:lnTo>
                    <a:pt x="1738" y="3181"/>
                  </a:lnTo>
                  <a:lnTo>
                    <a:pt x="1718" y="3279"/>
                  </a:lnTo>
                  <a:lnTo>
                    <a:pt x="1639" y="3398"/>
                  </a:lnTo>
                  <a:lnTo>
                    <a:pt x="1600" y="3418"/>
                  </a:lnTo>
                  <a:lnTo>
                    <a:pt x="1560" y="3418"/>
                  </a:lnTo>
                  <a:lnTo>
                    <a:pt x="1521" y="3398"/>
                  </a:lnTo>
                  <a:lnTo>
                    <a:pt x="1501" y="3378"/>
                  </a:lnTo>
                  <a:lnTo>
                    <a:pt x="1442" y="3753"/>
                  </a:lnTo>
                  <a:lnTo>
                    <a:pt x="1402" y="3773"/>
                  </a:lnTo>
                  <a:lnTo>
                    <a:pt x="1383" y="3773"/>
                  </a:lnTo>
                  <a:lnTo>
                    <a:pt x="1383" y="3734"/>
                  </a:lnTo>
                  <a:lnTo>
                    <a:pt x="1343" y="3911"/>
                  </a:lnTo>
                  <a:lnTo>
                    <a:pt x="1343" y="4010"/>
                  </a:lnTo>
                  <a:lnTo>
                    <a:pt x="1363" y="4050"/>
                  </a:lnTo>
                  <a:lnTo>
                    <a:pt x="1383" y="4089"/>
                  </a:lnTo>
                  <a:lnTo>
                    <a:pt x="1402" y="4129"/>
                  </a:lnTo>
                  <a:lnTo>
                    <a:pt x="1383" y="4208"/>
                  </a:lnTo>
                  <a:lnTo>
                    <a:pt x="1343" y="4346"/>
                  </a:lnTo>
                  <a:lnTo>
                    <a:pt x="1264" y="4563"/>
                  </a:lnTo>
                  <a:lnTo>
                    <a:pt x="1343" y="4445"/>
                  </a:lnTo>
                  <a:lnTo>
                    <a:pt x="1402" y="4326"/>
                  </a:lnTo>
                  <a:lnTo>
                    <a:pt x="1442" y="4247"/>
                  </a:lnTo>
                  <a:lnTo>
                    <a:pt x="1442" y="4168"/>
                  </a:lnTo>
                  <a:lnTo>
                    <a:pt x="1481" y="4010"/>
                  </a:lnTo>
                  <a:lnTo>
                    <a:pt x="1521" y="3911"/>
                  </a:lnTo>
                  <a:lnTo>
                    <a:pt x="1580" y="3793"/>
                  </a:lnTo>
                  <a:lnTo>
                    <a:pt x="1659" y="3793"/>
                  </a:lnTo>
                  <a:lnTo>
                    <a:pt x="1659" y="3832"/>
                  </a:lnTo>
                  <a:lnTo>
                    <a:pt x="1659" y="3911"/>
                  </a:lnTo>
                  <a:lnTo>
                    <a:pt x="1639" y="4030"/>
                  </a:lnTo>
                  <a:lnTo>
                    <a:pt x="1560" y="4267"/>
                  </a:lnTo>
                  <a:lnTo>
                    <a:pt x="1541" y="4366"/>
                  </a:lnTo>
                  <a:lnTo>
                    <a:pt x="1541" y="4445"/>
                  </a:lnTo>
                  <a:lnTo>
                    <a:pt x="1442" y="4563"/>
                  </a:lnTo>
                  <a:lnTo>
                    <a:pt x="1363" y="4642"/>
                  </a:lnTo>
                  <a:lnTo>
                    <a:pt x="1205" y="4761"/>
                  </a:lnTo>
                  <a:lnTo>
                    <a:pt x="1126" y="4840"/>
                  </a:lnTo>
                  <a:lnTo>
                    <a:pt x="1067" y="4939"/>
                  </a:lnTo>
                  <a:lnTo>
                    <a:pt x="1007" y="5057"/>
                  </a:lnTo>
                  <a:lnTo>
                    <a:pt x="968" y="5235"/>
                  </a:lnTo>
                  <a:lnTo>
                    <a:pt x="988" y="5136"/>
                  </a:lnTo>
                  <a:lnTo>
                    <a:pt x="988" y="5057"/>
                  </a:lnTo>
                  <a:lnTo>
                    <a:pt x="948" y="4998"/>
                  </a:lnTo>
                  <a:lnTo>
                    <a:pt x="948" y="4978"/>
                  </a:lnTo>
                  <a:lnTo>
                    <a:pt x="948" y="4919"/>
                  </a:lnTo>
                  <a:lnTo>
                    <a:pt x="1047" y="4682"/>
                  </a:lnTo>
                  <a:lnTo>
                    <a:pt x="1047" y="4603"/>
                  </a:lnTo>
                  <a:lnTo>
                    <a:pt x="1047" y="4563"/>
                  </a:lnTo>
                  <a:lnTo>
                    <a:pt x="1027" y="4583"/>
                  </a:lnTo>
                  <a:lnTo>
                    <a:pt x="988" y="4622"/>
                  </a:lnTo>
                  <a:lnTo>
                    <a:pt x="889" y="4741"/>
                  </a:lnTo>
                  <a:lnTo>
                    <a:pt x="849" y="4781"/>
                  </a:lnTo>
                  <a:lnTo>
                    <a:pt x="790" y="4800"/>
                  </a:lnTo>
                  <a:lnTo>
                    <a:pt x="790" y="4840"/>
                  </a:lnTo>
                  <a:lnTo>
                    <a:pt x="810" y="4860"/>
                  </a:lnTo>
                  <a:lnTo>
                    <a:pt x="869" y="4899"/>
                  </a:lnTo>
                  <a:lnTo>
                    <a:pt x="889" y="4919"/>
                  </a:lnTo>
                  <a:lnTo>
                    <a:pt x="889" y="4958"/>
                  </a:lnTo>
                  <a:lnTo>
                    <a:pt x="869" y="5037"/>
                  </a:lnTo>
                  <a:lnTo>
                    <a:pt x="810" y="5136"/>
                  </a:lnTo>
                  <a:lnTo>
                    <a:pt x="790" y="5116"/>
                  </a:lnTo>
                  <a:lnTo>
                    <a:pt x="770" y="5452"/>
                  </a:lnTo>
                  <a:lnTo>
                    <a:pt x="751" y="5788"/>
                  </a:lnTo>
                  <a:lnTo>
                    <a:pt x="711" y="5906"/>
                  </a:lnTo>
                  <a:lnTo>
                    <a:pt x="672" y="6025"/>
                  </a:lnTo>
                  <a:lnTo>
                    <a:pt x="632" y="6262"/>
                  </a:lnTo>
                  <a:lnTo>
                    <a:pt x="612" y="6499"/>
                  </a:lnTo>
                  <a:lnTo>
                    <a:pt x="612" y="6756"/>
                  </a:lnTo>
                  <a:lnTo>
                    <a:pt x="612" y="6993"/>
                  </a:lnTo>
                  <a:lnTo>
                    <a:pt x="612" y="7210"/>
                  </a:lnTo>
                  <a:lnTo>
                    <a:pt x="593" y="7388"/>
                  </a:lnTo>
                  <a:lnTo>
                    <a:pt x="553" y="7566"/>
                  </a:lnTo>
                  <a:lnTo>
                    <a:pt x="711" y="7467"/>
                  </a:lnTo>
                  <a:lnTo>
                    <a:pt x="751" y="7763"/>
                  </a:lnTo>
                  <a:lnTo>
                    <a:pt x="790" y="8079"/>
                  </a:lnTo>
                  <a:lnTo>
                    <a:pt x="849" y="8356"/>
                  </a:lnTo>
                  <a:lnTo>
                    <a:pt x="909" y="8593"/>
                  </a:lnTo>
                  <a:lnTo>
                    <a:pt x="909" y="8593"/>
                  </a:lnTo>
                  <a:lnTo>
                    <a:pt x="869" y="8553"/>
                  </a:lnTo>
                  <a:lnTo>
                    <a:pt x="849" y="8533"/>
                  </a:lnTo>
                  <a:lnTo>
                    <a:pt x="770" y="8395"/>
                  </a:lnTo>
                  <a:lnTo>
                    <a:pt x="731" y="8237"/>
                  </a:lnTo>
                  <a:lnTo>
                    <a:pt x="672" y="8059"/>
                  </a:lnTo>
                  <a:lnTo>
                    <a:pt x="711" y="8296"/>
                  </a:lnTo>
                  <a:lnTo>
                    <a:pt x="751" y="8533"/>
                  </a:lnTo>
                  <a:lnTo>
                    <a:pt x="830" y="8751"/>
                  </a:lnTo>
                  <a:lnTo>
                    <a:pt x="909" y="8948"/>
                  </a:lnTo>
                  <a:lnTo>
                    <a:pt x="988" y="9126"/>
                  </a:lnTo>
                  <a:lnTo>
                    <a:pt x="1086" y="9304"/>
                  </a:lnTo>
                  <a:lnTo>
                    <a:pt x="1205" y="9462"/>
                  </a:lnTo>
                  <a:lnTo>
                    <a:pt x="1304" y="9600"/>
                  </a:lnTo>
                  <a:lnTo>
                    <a:pt x="1304" y="9383"/>
                  </a:lnTo>
                  <a:lnTo>
                    <a:pt x="1304" y="9244"/>
                  </a:lnTo>
                  <a:lnTo>
                    <a:pt x="1284" y="8928"/>
                  </a:lnTo>
                  <a:lnTo>
                    <a:pt x="1383" y="9027"/>
                  </a:lnTo>
                  <a:lnTo>
                    <a:pt x="1442" y="9146"/>
                  </a:lnTo>
                  <a:lnTo>
                    <a:pt x="1462" y="9244"/>
                  </a:lnTo>
                  <a:lnTo>
                    <a:pt x="1462" y="9343"/>
                  </a:lnTo>
                  <a:lnTo>
                    <a:pt x="1462" y="9442"/>
                  </a:lnTo>
                  <a:lnTo>
                    <a:pt x="1462" y="9580"/>
                  </a:lnTo>
                  <a:lnTo>
                    <a:pt x="1521" y="9699"/>
                  </a:lnTo>
                  <a:lnTo>
                    <a:pt x="1600" y="9857"/>
                  </a:lnTo>
                  <a:lnTo>
                    <a:pt x="1560" y="9877"/>
                  </a:lnTo>
                  <a:lnTo>
                    <a:pt x="1442" y="9877"/>
                  </a:lnTo>
                  <a:lnTo>
                    <a:pt x="1402" y="9857"/>
                  </a:lnTo>
                  <a:lnTo>
                    <a:pt x="1383" y="9877"/>
                  </a:lnTo>
                  <a:lnTo>
                    <a:pt x="1343" y="9896"/>
                  </a:lnTo>
                  <a:lnTo>
                    <a:pt x="1304" y="9956"/>
                  </a:lnTo>
                  <a:lnTo>
                    <a:pt x="1442" y="10094"/>
                  </a:lnTo>
                  <a:lnTo>
                    <a:pt x="1580" y="10272"/>
                  </a:lnTo>
                  <a:lnTo>
                    <a:pt x="1718" y="10469"/>
                  </a:lnTo>
                  <a:lnTo>
                    <a:pt x="1778" y="10548"/>
                  </a:lnTo>
                  <a:lnTo>
                    <a:pt x="1857" y="10607"/>
                  </a:lnTo>
                  <a:lnTo>
                    <a:pt x="1817" y="10667"/>
                  </a:lnTo>
                  <a:lnTo>
                    <a:pt x="1778" y="10686"/>
                  </a:lnTo>
                  <a:lnTo>
                    <a:pt x="1699" y="10686"/>
                  </a:lnTo>
                  <a:lnTo>
                    <a:pt x="1639" y="10667"/>
                  </a:lnTo>
                  <a:lnTo>
                    <a:pt x="1541" y="10588"/>
                  </a:lnTo>
                  <a:lnTo>
                    <a:pt x="1462" y="10489"/>
                  </a:lnTo>
                  <a:lnTo>
                    <a:pt x="1363" y="10351"/>
                  </a:lnTo>
                  <a:lnTo>
                    <a:pt x="1264" y="10193"/>
                  </a:lnTo>
                  <a:lnTo>
                    <a:pt x="1244" y="10035"/>
                  </a:lnTo>
                  <a:lnTo>
                    <a:pt x="1185" y="9877"/>
                  </a:lnTo>
                  <a:lnTo>
                    <a:pt x="1027" y="9600"/>
                  </a:lnTo>
                  <a:lnTo>
                    <a:pt x="948" y="9442"/>
                  </a:lnTo>
                  <a:lnTo>
                    <a:pt x="889" y="9304"/>
                  </a:lnTo>
                  <a:lnTo>
                    <a:pt x="849" y="9165"/>
                  </a:lnTo>
                  <a:lnTo>
                    <a:pt x="849" y="9027"/>
                  </a:lnTo>
                  <a:lnTo>
                    <a:pt x="810" y="9264"/>
                  </a:lnTo>
                  <a:lnTo>
                    <a:pt x="711" y="8988"/>
                  </a:lnTo>
                  <a:lnTo>
                    <a:pt x="632" y="8731"/>
                  </a:lnTo>
                  <a:lnTo>
                    <a:pt x="576" y="8562"/>
                  </a:lnTo>
                  <a:lnTo>
                    <a:pt x="593" y="8731"/>
                  </a:lnTo>
                  <a:lnTo>
                    <a:pt x="593" y="8909"/>
                  </a:lnTo>
                  <a:lnTo>
                    <a:pt x="593" y="9205"/>
                  </a:lnTo>
                  <a:lnTo>
                    <a:pt x="593" y="9343"/>
                  </a:lnTo>
                  <a:lnTo>
                    <a:pt x="612" y="9462"/>
                  </a:lnTo>
                  <a:lnTo>
                    <a:pt x="652" y="9580"/>
                  </a:lnTo>
                  <a:lnTo>
                    <a:pt x="731" y="9699"/>
                  </a:lnTo>
                  <a:lnTo>
                    <a:pt x="711" y="9738"/>
                  </a:lnTo>
                  <a:lnTo>
                    <a:pt x="691" y="9778"/>
                  </a:lnTo>
                  <a:lnTo>
                    <a:pt x="672" y="9896"/>
                  </a:lnTo>
                  <a:lnTo>
                    <a:pt x="652" y="9936"/>
                  </a:lnTo>
                  <a:lnTo>
                    <a:pt x="632" y="9956"/>
                  </a:lnTo>
                  <a:lnTo>
                    <a:pt x="593" y="9936"/>
                  </a:lnTo>
                  <a:lnTo>
                    <a:pt x="533" y="9877"/>
                  </a:lnTo>
                  <a:lnTo>
                    <a:pt x="454" y="9679"/>
                  </a:lnTo>
                  <a:lnTo>
                    <a:pt x="395" y="9501"/>
                  </a:lnTo>
                  <a:lnTo>
                    <a:pt x="356" y="9383"/>
                  </a:lnTo>
                  <a:lnTo>
                    <a:pt x="336" y="9363"/>
                  </a:lnTo>
                  <a:lnTo>
                    <a:pt x="296" y="9343"/>
                  </a:lnTo>
                  <a:lnTo>
                    <a:pt x="336" y="9521"/>
                  </a:lnTo>
                  <a:lnTo>
                    <a:pt x="356" y="9640"/>
                  </a:lnTo>
                  <a:lnTo>
                    <a:pt x="395" y="9798"/>
                  </a:lnTo>
                  <a:lnTo>
                    <a:pt x="494" y="10054"/>
                  </a:lnTo>
                  <a:lnTo>
                    <a:pt x="573" y="10074"/>
                  </a:lnTo>
                  <a:lnTo>
                    <a:pt x="652" y="10133"/>
                  </a:lnTo>
                  <a:lnTo>
                    <a:pt x="830" y="10272"/>
                  </a:lnTo>
                  <a:lnTo>
                    <a:pt x="1244" y="10627"/>
                  </a:lnTo>
                  <a:lnTo>
                    <a:pt x="1422" y="10864"/>
                  </a:lnTo>
                  <a:lnTo>
                    <a:pt x="1600" y="11101"/>
                  </a:lnTo>
                  <a:lnTo>
                    <a:pt x="1738" y="11358"/>
                  </a:lnTo>
                  <a:lnTo>
                    <a:pt x="1857" y="11575"/>
                  </a:lnTo>
                  <a:lnTo>
                    <a:pt x="1679" y="11378"/>
                  </a:lnTo>
                  <a:lnTo>
                    <a:pt x="1501" y="11220"/>
                  </a:lnTo>
                  <a:lnTo>
                    <a:pt x="1422" y="11180"/>
                  </a:lnTo>
                  <a:lnTo>
                    <a:pt x="1363" y="11141"/>
                  </a:lnTo>
                  <a:lnTo>
                    <a:pt x="1304" y="11141"/>
                  </a:lnTo>
                  <a:lnTo>
                    <a:pt x="1284" y="11180"/>
                  </a:lnTo>
                  <a:lnTo>
                    <a:pt x="1363" y="11239"/>
                  </a:lnTo>
                  <a:lnTo>
                    <a:pt x="1422" y="11338"/>
                  </a:lnTo>
                  <a:lnTo>
                    <a:pt x="1541" y="11536"/>
                  </a:lnTo>
                  <a:lnTo>
                    <a:pt x="1580" y="11615"/>
                  </a:lnTo>
                  <a:lnTo>
                    <a:pt x="1620" y="11674"/>
                  </a:lnTo>
                  <a:lnTo>
                    <a:pt x="1639" y="11694"/>
                  </a:lnTo>
                  <a:lnTo>
                    <a:pt x="1659" y="11694"/>
                  </a:lnTo>
                  <a:lnTo>
                    <a:pt x="1699" y="11654"/>
                  </a:lnTo>
                  <a:lnTo>
                    <a:pt x="1896" y="11951"/>
                  </a:lnTo>
                  <a:lnTo>
                    <a:pt x="2114" y="12267"/>
                  </a:lnTo>
                  <a:lnTo>
                    <a:pt x="2212" y="12405"/>
                  </a:lnTo>
                  <a:lnTo>
                    <a:pt x="2272" y="12523"/>
                  </a:lnTo>
                  <a:lnTo>
                    <a:pt x="2311" y="12642"/>
                  </a:lnTo>
                  <a:lnTo>
                    <a:pt x="2311" y="12681"/>
                  </a:lnTo>
                  <a:lnTo>
                    <a:pt x="2291" y="12721"/>
                  </a:lnTo>
                  <a:lnTo>
                    <a:pt x="2173" y="12602"/>
                  </a:lnTo>
                  <a:lnTo>
                    <a:pt x="2074" y="12504"/>
                  </a:lnTo>
                  <a:lnTo>
                    <a:pt x="1896" y="12267"/>
                  </a:lnTo>
                  <a:lnTo>
                    <a:pt x="1738" y="12030"/>
                  </a:lnTo>
                  <a:lnTo>
                    <a:pt x="1659" y="11911"/>
                  </a:lnTo>
                  <a:lnTo>
                    <a:pt x="1560" y="11812"/>
                  </a:lnTo>
                  <a:lnTo>
                    <a:pt x="1600" y="11872"/>
                  </a:lnTo>
                  <a:lnTo>
                    <a:pt x="1620" y="11931"/>
                  </a:lnTo>
                  <a:lnTo>
                    <a:pt x="1600" y="11970"/>
                  </a:lnTo>
                  <a:lnTo>
                    <a:pt x="1560" y="11970"/>
                  </a:lnTo>
                  <a:lnTo>
                    <a:pt x="1284" y="11536"/>
                  </a:lnTo>
                  <a:lnTo>
                    <a:pt x="1284" y="11536"/>
                  </a:lnTo>
                  <a:lnTo>
                    <a:pt x="1402" y="11891"/>
                  </a:lnTo>
                  <a:lnTo>
                    <a:pt x="1481" y="12049"/>
                  </a:lnTo>
                  <a:lnTo>
                    <a:pt x="1659" y="12286"/>
                  </a:lnTo>
                  <a:lnTo>
                    <a:pt x="1659" y="12227"/>
                  </a:lnTo>
                  <a:lnTo>
                    <a:pt x="1659" y="12207"/>
                  </a:lnTo>
                  <a:lnTo>
                    <a:pt x="1679" y="12207"/>
                  </a:lnTo>
                  <a:lnTo>
                    <a:pt x="1936" y="12523"/>
                  </a:lnTo>
                  <a:lnTo>
                    <a:pt x="1817" y="12642"/>
                  </a:lnTo>
                  <a:lnTo>
                    <a:pt x="1936" y="12760"/>
                  </a:lnTo>
                  <a:lnTo>
                    <a:pt x="2054" y="12899"/>
                  </a:lnTo>
                  <a:lnTo>
                    <a:pt x="2331" y="13254"/>
                  </a:lnTo>
                  <a:lnTo>
                    <a:pt x="2489" y="13452"/>
                  </a:lnTo>
                  <a:lnTo>
                    <a:pt x="2647" y="13629"/>
                  </a:lnTo>
                  <a:lnTo>
                    <a:pt x="2844" y="13787"/>
                  </a:lnTo>
                  <a:lnTo>
                    <a:pt x="3042" y="13945"/>
                  </a:lnTo>
                  <a:lnTo>
                    <a:pt x="3042" y="13945"/>
                  </a:lnTo>
                  <a:lnTo>
                    <a:pt x="2983" y="13926"/>
                  </a:lnTo>
                  <a:lnTo>
                    <a:pt x="2983" y="13926"/>
                  </a:lnTo>
                  <a:lnTo>
                    <a:pt x="3121" y="14044"/>
                  </a:lnTo>
                  <a:lnTo>
                    <a:pt x="3239" y="14123"/>
                  </a:lnTo>
                  <a:lnTo>
                    <a:pt x="3378" y="14163"/>
                  </a:lnTo>
                  <a:lnTo>
                    <a:pt x="3496" y="14183"/>
                  </a:lnTo>
                  <a:lnTo>
                    <a:pt x="3634" y="14202"/>
                  </a:lnTo>
                  <a:lnTo>
                    <a:pt x="3753" y="14242"/>
                  </a:lnTo>
                  <a:lnTo>
                    <a:pt x="3911" y="14301"/>
                  </a:lnTo>
                  <a:lnTo>
                    <a:pt x="4069" y="14400"/>
                  </a:lnTo>
                  <a:lnTo>
                    <a:pt x="3970" y="14380"/>
                  </a:lnTo>
                  <a:lnTo>
                    <a:pt x="3950" y="14400"/>
                  </a:lnTo>
                  <a:lnTo>
                    <a:pt x="3911" y="14420"/>
                  </a:lnTo>
                  <a:lnTo>
                    <a:pt x="3891" y="14479"/>
                  </a:lnTo>
                  <a:lnTo>
                    <a:pt x="3871" y="14538"/>
                  </a:lnTo>
                  <a:lnTo>
                    <a:pt x="3970" y="14578"/>
                  </a:lnTo>
                  <a:lnTo>
                    <a:pt x="4049" y="14637"/>
                  </a:lnTo>
                  <a:lnTo>
                    <a:pt x="4168" y="14755"/>
                  </a:lnTo>
                  <a:lnTo>
                    <a:pt x="4247" y="14894"/>
                  </a:lnTo>
                  <a:lnTo>
                    <a:pt x="4385" y="15052"/>
                  </a:lnTo>
                  <a:lnTo>
                    <a:pt x="4326" y="14973"/>
                  </a:lnTo>
                  <a:lnTo>
                    <a:pt x="4346" y="14933"/>
                  </a:lnTo>
                  <a:lnTo>
                    <a:pt x="4365" y="14913"/>
                  </a:lnTo>
                  <a:lnTo>
                    <a:pt x="4523" y="14913"/>
                  </a:lnTo>
                  <a:lnTo>
                    <a:pt x="4543" y="14894"/>
                  </a:lnTo>
                  <a:lnTo>
                    <a:pt x="4504" y="14854"/>
                  </a:lnTo>
                  <a:lnTo>
                    <a:pt x="4523" y="14815"/>
                  </a:lnTo>
                  <a:lnTo>
                    <a:pt x="4642" y="14815"/>
                  </a:lnTo>
                  <a:lnTo>
                    <a:pt x="4721" y="14854"/>
                  </a:lnTo>
                  <a:lnTo>
                    <a:pt x="4839" y="14894"/>
                  </a:lnTo>
                  <a:lnTo>
                    <a:pt x="5076" y="15052"/>
                  </a:lnTo>
                  <a:lnTo>
                    <a:pt x="5274" y="15210"/>
                  </a:lnTo>
                  <a:lnTo>
                    <a:pt x="5254" y="15249"/>
                  </a:lnTo>
                  <a:lnTo>
                    <a:pt x="5234" y="15269"/>
                  </a:lnTo>
                  <a:lnTo>
                    <a:pt x="5155" y="15269"/>
                  </a:lnTo>
                  <a:lnTo>
                    <a:pt x="5037" y="15229"/>
                  </a:lnTo>
                  <a:lnTo>
                    <a:pt x="4899" y="15150"/>
                  </a:lnTo>
                  <a:lnTo>
                    <a:pt x="4780" y="15111"/>
                  </a:lnTo>
                  <a:lnTo>
                    <a:pt x="4701" y="15071"/>
                  </a:lnTo>
                  <a:lnTo>
                    <a:pt x="4662" y="15091"/>
                  </a:lnTo>
                  <a:lnTo>
                    <a:pt x="4662" y="15111"/>
                  </a:lnTo>
                  <a:lnTo>
                    <a:pt x="4662" y="15150"/>
                  </a:lnTo>
                  <a:lnTo>
                    <a:pt x="4701" y="15229"/>
                  </a:lnTo>
                  <a:lnTo>
                    <a:pt x="4780" y="15289"/>
                  </a:lnTo>
                  <a:lnTo>
                    <a:pt x="4839" y="15328"/>
                  </a:lnTo>
                  <a:lnTo>
                    <a:pt x="4958" y="15328"/>
                  </a:lnTo>
                  <a:lnTo>
                    <a:pt x="4958" y="15289"/>
                  </a:lnTo>
                  <a:lnTo>
                    <a:pt x="4938" y="15249"/>
                  </a:lnTo>
                  <a:lnTo>
                    <a:pt x="4899" y="15190"/>
                  </a:lnTo>
                  <a:lnTo>
                    <a:pt x="5373" y="15585"/>
                  </a:lnTo>
                  <a:lnTo>
                    <a:pt x="5590" y="15802"/>
                  </a:lnTo>
                  <a:lnTo>
                    <a:pt x="5669" y="15901"/>
                  </a:lnTo>
                  <a:lnTo>
                    <a:pt x="5748" y="16000"/>
                  </a:lnTo>
                  <a:lnTo>
                    <a:pt x="5886" y="16039"/>
                  </a:lnTo>
                  <a:lnTo>
                    <a:pt x="6005" y="16079"/>
                  </a:lnTo>
                  <a:lnTo>
                    <a:pt x="6202" y="16158"/>
                  </a:lnTo>
                  <a:lnTo>
                    <a:pt x="6380" y="16217"/>
                  </a:lnTo>
                  <a:lnTo>
                    <a:pt x="6597" y="16217"/>
                  </a:lnTo>
                  <a:lnTo>
                    <a:pt x="6538" y="16177"/>
                  </a:lnTo>
                  <a:lnTo>
                    <a:pt x="6479" y="16177"/>
                  </a:lnTo>
                  <a:lnTo>
                    <a:pt x="6360" y="16158"/>
                  </a:lnTo>
                  <a:lnTo>
                    <a:pt x="6301" y="16138"/>
                  </a:lnTo>
                  <a:lnTo>
                    <a:pt x="6261" y="16118"/>
                  </a:lnTo>
                  <a:lnTo>
                    <a:pt x="6202" y="16079"/>
                  </a:lnTo>
                  <a:lnTo>
                    <a:pt x="6123" y="16000"/>
                  </a:lnTo>
                  <a:lnTo>
                    <a:pt x="6479" y="16039"/>
                  </a:lnTo>
                  <a:lnTo>
                    <a:pt x="6597" y="16118"/>
                  </a:lnTo>
                  <a:lnTo>
                    <a:pt x="6696" y="16197"/>
                  </a:lnTo>
                  <a:lnTo>
                    <a:pt x="6874" y="16395"/>
                  </a:lnTo>
                  <a:lnTo>
                    <a:pt x="7032" y="16553"/>
                  </a:lnTo>
                  <a:lnTo>
                    <a:pt x="7190" y="16711"/>
                  </a:lnTo>
                  <a:lnTo>
                    <a:pt x="7190" y="16711"/>
                  </a:lnTo>
                  <a:lnTo>
                    <a:pt x="6913" y="16612"/>
                  </a:lnTo>
                  <a:lnTo>
                    <a:pt x="6953" y="16592"/>
                  </a:lnTo>
                  <a:lnTo>
                    <a:pt x="6894" y="16573"/>
                  </a:lnTo>
                  <a:lnTo>
                    <a:pt x="6834" y="16553"/>
                  </a:lnTo>
                  <a:lnTo>
                    <a:pt x="6696" y="16494"/>
                  </a:lnTo>
                  <a:lnTo>
                    <a:pt x="6577" y="16454"/>
                  </a:lnTo>
                  <a:lnTo>
                    <a:pt x="6518" y="16454"/>
                  </a:lnTo>
                  <a:lnTo>
                    <a:pt x="6498" y="16474"/>
                  </a:lnTo>
                  <a:lnTo>
                    <a:pt x="6617" y="16494"/>
                  </a:lnTo>
                  <a:lnTo>
                    <a:pt x="6696" y="16533"/>
                  </a:lnTo>
                  <a:lnTo>
                    <a:pt x="6854" y="16632"/>
                  </a:lnTo>
                  <a:lnTo>
                    <a:pt x="7012" y="16731"/>
                  </a:lnTo>
                  <a:lnTo>
                    <a:pt x="7111" y="16790"/>
                  </a:lnTo>
                  <a:lnTo>
                    <a:pt x="7229" y="16829"/>
                  </a:lnTo>
                  <a:lnTo>
                    <a:pt x="7190" y="16829"/>
                  </a:lnTo>
                  <a:lnTo>
                    <a:pt x="7387" y="16928"/>
                  </a:lnTo>
                  <a:lnTo>
                    <a:pt x="7545" y="17047"/>
                  </a:lnTo>
                  <a:lnTo>
                    <a:pt x="7684" y="17165"/>
                  </a:lnTo>
                  <a:lnTo>
                    <a:pt x="7802" y="17303"/>
                  </a:lnTo>
                  <a:lnTo>
                    <a:pt x="7921" y="17402"/>
                  </a:lnTo>
                  <a:lnTo>
                    <a:pt x="8039" y="17501"/>
                  </a:lnTo>
                  <a:lnTo>
                    <a:pt x="8177" y="17540"/>
                  </a:lnTo>
                  <a:lnTo>
                    <a:pt x="8256" y="17560"/>
                  </a:lnTo>
                  <a:lnTo>
                    <a:pt x="8335" y="17560"/>
                  </a:lnTo>
                  <a:lnTo>
                    <a:pt x="8276" y="17481"/>
                  </a:lnTo>
                  <a:lnTo>
                    <a:pt x="8217" y="17402"/>
                  </a:lnTo>
                  <a:lnTo>
                    <a:pt x="8217" y="17303"/>
                  </a:lnTo>
                  <a:lnTo>
                    <a:pt x="8217" y="17284"/>
                  </a:lnTo>
                  <a:lnTo>
                    <a:pt x="8237" y="17264"/>
                  </a:lnTo>
                  <a:lnTo>
                    <a:pt x="8276" y="17323"/>
                  </a:lnTo>
                  <a:lnTo>
                    <a:pt x="8316" y="17382"/>
                  </a:lnTo>
                  <a:lnTo>
                    <a:pt x="8434" y="17481"/>
                  </a:lnTo>
                  <a:lnTo>
                    <a:pt x="8533" y="17580"/>
                  </a:lnTo>
                  <a:lnTo>
                    <a:pt x="8553" y="17619"/>
                  </a:lnTo>
                  <a:lnTo>
                    <a:pt x="8533" y="17659"/>
                  </a:lnTo>
                  <a:lnTo>
                    <a:pt x="8434" y="17619"/>
                  </a:lnTo>
                  <a:lnTo>
                    <a:pt x="8750" y="17876"/>
                  </a:lnTo>
                  <a:lnTo>
                    <a:pt x="8869" y="17975"/>
                  </a:lnTo>
                  <a:lnTo>
                    <a:pt x="8967" y="18014"/>
                  </a:lnTo>
                  <a:lnTo>
                    <a:pt x="9046" y="17975"/>
                  </a:lnTo>
                  <a:lnTo>
                    <a:pt x="9106" y="17935"/>
                  </a:lnTo>
                  <a:lnTo>
                    <a:pt x="9145" y="17935"/>
                  </a:lnTo>
                  <a:lnTo>
                    <a:pt x="9185" y="17916"/>
                  </a:lnTo>
                  <a:lnTo>
                    <a:pt x="9244" y="17935"/>
                  </a:lnTo>
                  <a:lnTo>
                    <a:pt x="9323" y="17955"/>
                  </a:lnTo>
                  <a:lnTo>
                    <a:pt x="9461" y="18093"/>
                  </a:lnTo>
                  <a:lnTo>
                    <a:pt x="9481" y="18133"/>
                  </a:lnTo>
                  <a:lnTo>
                    <a:pt x="9481" y="18153"/>
                  </a:lnTo>
                  <a:lnTo>
                    <a:pt x="9461" y="18172"/>
                  </a:lnTo>
                  <a:lnTo>
                    <a:pt x="9442" y="18192"/>
                  </a:lnTo>
                  <a:lnTo>
                    <a:pt x="9284" y="18192"/>
                  </a:lnTo>
                  <a:lnTo>
                    <a:pt x="9224" y="18212"/>
                  </a:lnTo>
                  <a:lnTo>
                    <a:pt x="9205" y="18232"/>
                  </a:lnTo>
                  <a:lnTo>
                    <a:pt x="9205" y="18271"/>
                  </a:lnTo>
                  <a:lnTo>
                    <a:pt x="9224" y="18311"/>
                  </a:lnTo>
                  <a:lnTo>
                    <a:pt x="9264" y="18350"/>
                  </a:lnTo>
                  <a:lnTo>
                    <a:pt x="9876" y="18607"/>
                  </a:lnTo>
                  <a:lnTo>
                    <a:pt x="9955" y="18785"/>
                  </a:lnTo>
                  <a:lnTo>
                    <a:pt x="10113" y="18884"/>
                  </a:lnTo>
                  <a:lnTo>
                    <a:pt x="10271" y="18982"/>
                  </a:lnTo>
                  <a:lnTo>
                    <a:pt x="10449" y="19061"/>
                  </a:lnTo>
                  <a:lnTo>
                    <a:pt x="10627" y="19121"/>
                  </a:lnTo>
                  <a:lnTo>
                    <a:pt x="10982" y="19239"/>
                  </a:lnTo>
                  <a:lnTo>
                    <a:pt x="11338" y="19318"/>
                  </a:lnTo>
                  <a:lnTo>
                    <a:pt x="11911" y="19377"/>
                  </a:lnTo>
                  <a:lnTo>
                    <a:pt x="12108" y="19417"/>
                  </a:lnTo>
                  <a:lnTo>
                    <a:pt x="12227" y="19456"/>
                  </a:lnTo>
                  <a:lnTo>
                    <a:pt x="12187" y="19516"/>
                  </a:lnTo>
                  <a:lnTo>
                    <a:pt x="12148" y="19535"/>
                  </a:lnTo>
                  <a:lnTo>
                    <a:pt x="12088" y="19555"/>
                  </a:lnTo>
                  <a:lnTo>
                    <a:pt x="12029" y="19575"/>
                  </a:lnTo>
                  <a:lnTo>
                    <a:pt x="11851" y="19555"/>
                  </a:lnTo>
                  <a:lnTo>
                    <a:pt x="11674" y="19516"/>
                  </a:lnTo>
                  <a:lnTo>
                    <a:pt x="11753" y="19595"/>
                  </a:lnTo>
                  <a:lnTo>
                    <a:pt x="11832" y="19634"/>
                  </a:lnTo>
                  <a:lnTo>
                    <a:pt x="11970" y="19674"/>
                  </a:lnTo>
                  <a:lnTo>
                    <a:pt x="12069" y="19693"/>
                  </a:lnTo>
                  <a:lnTo>
                    <a:pt x="12088" y="19693"/>
                  </a:lnTo>
                  <a:lnTo>
                    <a:pt x="12088" y="19733"/>
                  </a:lnTo>
                  <a:lnTo>
                    <a:pt x="12167" y="19772"/>
                  </a:lnTo>
                  <a:lnTo>
                    <a:pt x="12286" y="19812"/>
                  </a:lnTo>
                  <a:lnTo>
                    <a:pt x="12404" y="19832"/>
                  </a:lnTo>
                  <a:lnTo>
                    <a:pt x="12444" y="19812"/>
                  </a:lnTo>
                  <a:lnTo>
                    <a:pt x="12464" y="19772"/>
                  </a:lnTo>
                  <a:lnTo>
                    <a:pt x="12562" y="19851"/>
                  </a:lnTo>
                  <a:lnTo>
                    <a:pt x="12641" y="19930"/>
                  </a:lnTo>
                  <a:lnTo>
                    <a:pt x="12661" y="19990"/>
                  </a:lnTo>
                  <a:lnTo>
                    <a:pt x="12681" y="20029"/>
                  </a:lnTo>
                  <a:lnTo>
                    <a:pt x="12681" y="20069"/>
                  </a:lnTo>
                  <a:lnTo>
                    <a:pt x="12661" y="20088"/>
                  </a:lnTo>
                  <a:lnTo>
                    <a:pt x="12641" y="20108"/>
                  </a:lnTo>
                  <a:lnTo>
                    <a:pt x="12641" y="20128"/>
                  </a:lnTo>
                  <a:lnTo>
                    <a:pt x="12740" y="20148"/>
                  </a:lnTo>
                  <a:lnTo>
                    <a:pt x="12859" y="20207"/>
                  </a:lnTo>
                  <a:lnTo>
                    <a:pt x="12997" y="20286"/>
                  </a:lnTo>
                  <a:lnTo>
                    <a:pt x="13135" y="20385"/>
                  </a:lnTo>
                  <a:lnTo>
                    <a:pt x="13412" y="20602"/>
                  </a:lnTo>
                  <a:lnTo>
                    <a:pt x="13570" y="20701"/>
                  </a:lnTo>
                  <a:lnTo>
                    <a:pt x="13708" y="20780"/>
                  </a:lnTo>
                  <a:lnTo>
                    <a:pt x="13668" y="20878"/>
                  </a:lnTo>
                  <a:lnTo>
                    <a:pt x="13965" y="20997"/>
                  </a:lnTo>
                  <a:lnTo>
                    <a:pt x="14261" y="21116"/>
                  </a:lnTo>
                  <a:lnTo>
                    <a:pt x="14261" y="21116"/>
                  </a:lnTo>
                  <a:lnTo>
                    <a:pt x="14222" y="21076"/>
                  </a:lnTo>
                  <a:lnTo>
                    <a:pt x="14222" y="21056"/>
                  </a:lnTo>
                  <a:lnTo>
                    <a:pt x="14222" y="21036"/>
                  </a:lnTo>
                  <a:lnTo>
                    <a:pt x="14241" y="21017"/>
                  </a:lnTo>
                  <a:lnTo>
                    <a:pt x="14301" y="20997"/>
                  </a:lnTo>
                  <a:lnTo>
                    <a:pt x="14340" y="20957"/>
                  </a:lnTo>
                  <a:lnTo>
                    <a:pt x="14478" y="21036"/>
                  </a:lnTo>
                  <a:lnTo>
                    <a:pt x="14478" y="21036"/>
                  </a:lnTo>
                  <a:lnTo>
                    <a:pt x="14399" y="20938"/>
                  </a:lnTo>
                  <a:lnTo>
                    <a:pt x="14301" y="20859"/>
                  </a:lnTo>
                  <a:lnTo>
                    <a:pt x="14123" y="20720"/>
                  </a:lnTo>
                  <a:lnTo>
                    <a:pt x="13905" y="20582"/>
                  </a:lnTo>
                  <a:lnTo>
                    <a:pt x="13668" y="20464"/>
                  </a:lnTo>
                  <a:lnTo>
                    <a:pt x="13451" y="20325"/>
                  </a:lnTo>
                  <a:lnTo>
                    <a:pt x="13234" y="20187"/>
                  </a:lnTo>
                  <a:lnTo>
                    <a:pt x="13155" y="20088"/>
                  </a:lnTo>
                  <a:lnTo>
                    <a:pt x="13076" y="19990"/>
                  </a:lnTo>
                  <a:lnTo>
                    <a:pt x="12997" y="19891"/>
                  </a:lnTo>
                  <a:lnTo>
                    <a:pt x="12957" y="19772"/>
                  </a:lnTo>
                  <a:lnTo>
                    <a:pt x="12997" y="19792"/>
                  </a:lnTo>
                  <a:lnTo>
                    <a:pt x="13036" y="19792"/>
                  </a:lnTo>
                  <a:lnTo>
                    <a:pt x="13036" y="19772"/>
                  </a:lnTo>
                  <a:lnTo>
                    <a:pt x="13036" y="19753"/>
                  </a:lnTo>
                  <a:lnTo>
                    <a:pt x="13056" y="19733"/>
                  </a:lnTo>
                  <a:lnTo>
                    <a:pt x="13096" y="19733"/>
                  </a:lnTo>
                  <a:lnTo>
                    <a:pt x="13135" y="19753"/>
                  </a:lnTo>
                  <a:lnTo>
                    <a:pt x="13234" y="19871"/>
                  </a:lnTo>
                  <a:lnTo>
                    <a:pt x="13254" y="19911"/>
                  </a:lnTo>
                  <a:lnTo>
                    <a:pt x="13254" y="19930"/>
                  </a:lnTo>
                  <a:lnTo>
                    <a:pt x="13451" y="19950"/>
                  </a:lnTo>
                  <a:lnTo>
                    <a:pt x="13471" y="19950"/>
                  </a:lnTo>
                  <a:lnTo>
                    <a:pt x="13471" y="19930"/>
                  </a:lnTo>
                  <a:lnTo>
                    <a:pt x="13352" y="19832"/>
                  </a:lnTo>
                  <a:lnTo>
                    <a:pt x="13392" y="19812"/>
                  </a:lnTo>
                  <a:lnTo>
                    <a:pt x="13431" y="19792"/>
                  </a:lnTo>
                  <a:lnTo>
                    <a:pt x="13530" y="19812"/>
                  </a:lnTo>
                  <a:lnTo>
                    <a:pt x="13649" y="19851"/>
                  </a:lnTo>
                  <a:lnTo>
                    <a:pt x="13767" y="19930"/>
                  </a:lnTo>
                  <a:lnTo>
                    <a:pt x="14064" y="20108"/>
                  </a:lnTo>
                  <a:lnTo>
                    <a:pt x="14222" y="20207"/>
                  </a:lnTo>
                  <a:lnTo>
                    <a:pt x="14380" y="20286"/>
                  </a:lnTo>
                  <a:lnTo>
                    <a:pt x="14419" y="20365"/>
                  </a:lnTo>
                  <a:lnTo>
                    <a:pt x="14419" y="20385"/>
                  </a:lnTo>
                  <a:lnTo>
                    <a:pt x="14399" y="20404"/>
                  </a:lnTo>
                  <a:lnTo>
                    <a:pt x="14320" y="20404"/>
                  </a:lnTo>
                  <a:lnTo>
                    <a:pt x="14222" y="20385"/>
                  </a:lnTo>
                  <a:lnTo>
                    <a:pt x="13965" y="20306"/>
                  </a:lnTo>
                  <a:lnTo>
                    <a:pt x="13846" y="20246"/>
                  </a:lnTo>
                  <a:lnTo>
                    <a:pt x="13747" y="20227"/>
                  </a:lnTo>
                  <a:lnTo>
                    <a:pt x="13747" y="20227"/>
                  </a:lnTo>
                  <a:lnTo>
                    <a:pt x="13866" y="20286"/>
                  </a:lnTo>
                  <a:lnTo>
                    <a:pt x="13985" y="20325"/>
                  </a:lnTo>
                  <a:lnTo>
                    <a:pt x="14103" y="20404"/>
                  </a:lnTo>
                  <a:lnTo>
                    <a:pt x="14222" y="20503"/>
                  </a:lnTo>
                  <a:lnTo>
                    <a:pt x="14083" y="20602"/>
                  </a:lnTo>
                  <a:lnTo>
                    <a:pt x="14261" y="20681"/>
                  </a:lnTo>
                  <a:lnTo>
                    <a:pt x="14360" y="20701"/>
                  </a:lnTo>
                  <a:lnTo>
                    <a:pt x="14419" y="20701"/>
                  </a:lnTo>
                  <a:lnTo>
                    <a:pt x="14439" y="20681"/>
                  </a:lnTo>
                  <a:lnTo>
                    <a:pt x="14439" y="20582"/>
                  </a:lnTo>
                  <a:lnTo>
                    <a:pt x="14459" y="20543"/>
                  </a:lnTo>
                  <a:lnTo>
                    <a:pt x="14518" y="20503"/>
                  </a:lnTo>
                  <a:lnTo>
                    <a:pt x="14597" y="20483"/>
                  </a:lnTo>
                  <a:lnTo>
                    <a:pt x="14696" y="20503"/>
                  </a:lnTo>
                  <a:lnTo>
                    <a:pt x="14775" y="20562"/>
                  </a:lnTo>
                  <a:lnTo>
                    <a:pt x="14854" y="20622"/>
                  </a:lnTo>
                  <a:lnTo>
                    <a:pt x="15012" y="20760"/>
                  </a:lnTo>
                  <a:lnTo>
                    <a:pt x="15071" y="20799"/>
                  </a:lnTo>
                  <a:lnTo>
                    <a:pt x="15130" y="20839"/>
                  </a:lnTo>
                  <a:lnTo>
                    <a:pt x="15130" y="20839"/>
                  </a:lnTo>
                  <a:lnTo>
                    <a:pt x="14952" y="20799"/>
                  </a:lnTo>
                  <a:lnTo>
                    <a:pt x="15091" y="20878"/>
                  </a:lnTo>
                  <a:lnTo>
                    <a:pt x="15209" y="20938"/>
                  </a:lnTo>
                  <a:lnTo>
                    <a:pt x="15328" y="20977"/>
                  </a:lnTo>
                  <a:lnTo>
                    <a:pt x="15426" y="20997"/>
                  </a:lnTo>
                  <a:lnTo>
                    <a:pt x="15644" y="21036"/>
                  </a:lnTo>
                  <a:lnTo>
                    <a:pt x="15762" y="21056"/>
                  </a:lnTo>
                  <a:lnTo>
                    <a:pt x="15900" y="21116"/>
                  </a:lnTo>
                  <a:lnTo>
                    <a:pt x="16039" y="21293"/>
                  </a:lnTo>
                  <a:lnTo>
                    <a:pt x="15881" y="21195"/>
                  </a:lnTo>
                  <a:lnTo>
                    <a:pt x="15742" y="21155"/>
                  </a:lnTo>
                  <a:lnTo>
                    <a:pt x="15604" y="21135"/>
                  </a:lnTo>
                  <a:lnTo>
                    <a:pt x="15486" y="21135"/>
                  </a:lnTo>
                  <a:lnTo>
                    <a:pt x="15387" y="21155"/>
                  </a:lnTo>
                  <a:lnTo>
                    <a:pt x="15288" y="21155"/>
                  </a:lnTo>
                  <a:lnTo>
                    <a:pt x="15189" y="21135"/>
                  </a:lnTo>
                  <a:lnTo>
                    <a:pt x="15091" y="21076"/>
                  </a:lnTo>
                  <a:lnTo>
                    <a:pt x="15091" y="21076"/>
                  </a:lnTo>
                  <a:lnTo>
                    <a:pt x="15268" y="21214"/>
                  </a:lnTo>
                  <a:lnTo>
                    <a:pt x="15308" y="21274"/>
                  </a:lnTo>
                  <a:lnTo>
                    <a:pt x="15308" y="21313"/>
                  </a:lnTo>
                  <a:lnTo>
                    <a:pt x="15308" y="21333"/>
                  </a:lnTo>
                  <a:lnTo>
                    <a:pt x="15268" y="21353"/>
                  </a:lnTo>
                  <a:lnTo>
                    <a:pt x="15150" y="21372"/>
                  </a:lnTo>
                  <a:lnTo>
                    <a:pt x="14992" y="21372"/>
                  </a:lnTo>
                  <a:lnTo>
                    <a:pt x="14794" y="21353"/>
                  </a:lnTo>
                  <a:lnTo>
                    <a:pt x="14498" y="21313"/>
                  </a:lnTo>
                  <a:lnTo>
                    <a:pt x="14735" y="21432"/>
                  </a:lnTo>
                  <a:lnTo>
                    <a:pt x="14933" y="21530"/>
                  </a:lnTo>
                  <a:lnTo>
                    <a:pt x="15110" y="21649"/>
                  </a:lnTo>
                  <a:lnTo>
                    <a:pt x="15249" y="21767"/>
                  </a:lnTo>
                  <a:lnTo>
                    <a:pt x="15466" y="21787"/>
                  </a:lnTo>
                  <a:lnTo>
                    <a:pt x="15663" y="21827"/>
                  </a:lnTo>
                  <a:lnTo>
                    <a:pt x="16039" y="21985"/>
                  </a:lnTo>
                  <a:lnTo>
                    <a:pt x="16236" y="22044"/>
                  </a:lnTo>
                  <a:lnTo>
                    <a:pt x="16414" y="22083"/>
                  </a:lnTo>
                  <a:lnTo>
                    <a:pt x="16612" y="22103"/>
                  </a:lnTo>
                  <a:lnTo>
                    <a:pt x="16730" y="22103"/>
                  </a:lnTo>
                  <a:lnTo>
                    <a:pt x="16829" y="22083"/>
                  </a:lnTo>
                  <a:lnTo>
                    <a:pt x="16888" y="22103"/>
                  </a:lnTo>
                  <a:lnTo>
                    <a:pt x="16888" y="22123"/>
                  </a:lnTo>
                  <a:lnTo>
                    <a:pt x="16868" y="22143"/>
                  </a:lnTo>
                  <a:lnTo>
                    <a:pt x="16829" y="22143"/>
                  </a:lnTo>
                  <a:lnTo>
                    <a:pt x="16750" y="22162"/>
                  </a:lnTo>
                  <a:lnTo>
                    <a:pt x="16770" y="22182"/>
                  </a:lnTo>
                  <a:lnTo>
                    <a:pt x="16849" y="22202"/>
                  </a:lnTo>
                  <a:lnTo>
                    <a:pt x="17244" y="22281"/>
                  </a:lnTo>
                  <a:lnTo>
                    <a:pt x="17461" y="22320"/>
                  </a:lnTo>
                  <a:lnTo>
                    <a:pt x="17658" y="22340"/>
                  </a:lnTo>
                  <a:lnTo>
                    <a:pt x="18073" y="22340"/>
                  </a:lnTo>
                  <a:lnTo>
                    <a:pt x="18271" y="22320"/>
                  </a:lnTo>
                  <a:lnTo>
                    <a:pt x="18310" y="22281"/>
                  </a:lnTo>
                  <a:lnTo>
                    <a:pt x="18330" y="22301"/>
                  </a:lnTo>
                  <a:lnTo>
                    <a:pt x="18330" y="22340"/>
                  </a:lnTo>
                  <a:lnTo>
                    <a:pt x="18310" y="22439"/>
                  </a:lnTo>
                  <a:lnTo>
                    <a:pt x="18330" y="22459"/>
                  </a:lnTo>
                  <a:lnTo>
                    <a:pt x="18350" y="22459"/>
                  </a:lnTo>
                  <a:lnTo>
                    <a:pt x="18389" y="22439"/>
                  </a:lnTo>
                  <a:lnTo>
                    <a:pt x="18508" y="22439"/>
                  </a:lnTo>
                  <a:lnTo>
                    <a:pt x="18567" y="22498"/>
                  </a:lnTo>
                  <a:lnTo>
                    <a:pt x="18606" y="22538"/>
                  </a:lnTo>
                  <a:lnTo>
                    <a:pt x="18685" y="22656"/>
                  </a:lnTo>
                  <a:lnTo>
                    <a:pt x="18883" y="22972"/>
                  </a:lnTo>
                  <a:lnTo>
                    <a:pt x="19120" y="23308"/>
                  </a:lnTo>
                  <a:lnTo>
                    <a:pt x="19397" y="23683"/>
                  </a:lnTo>
                  <a:lnTo>
                    <a:pt x="19160" y="23545"/>
                  </a:lnTo>
                  <a:lnTo>
                    <a:pt x="19160" y="23545"/>
                  </a:lnTo>
                  <a:lnTo>
                    <a:pt x="19318" y="23743"/>
                  </a:lnTo>
                  <a:lnTo>
                    <a:pt x="19456" y="23940"/>
                  </a:lnTo>
                  <a:lnTo>
                    <a:pt x="19614" y="24059"/>
                  </a:lnTo>
                  <a:lnTo>
                    <a:pt x="19693" y="24098"/>
                  </a:lnTo>
                  <a:lnTo>
                    <a:pt x="19772" y="24118"/>
                  </a:lnTo>
                  <a:lnTo>
                    <a:pt x="19811" y="24217"/>
                  </a:lnTo>
                  <a:lnTo>
                    <a:pt x="19871" y="24315"/>
                  </a:lnTo>
                  <a:lnTo>
                    <a:pt x="19950" y="24394"/>
                  </a:lnTo>
                  <a:lnTo>
                    <a:pt x="20029" y="24473"/>
                  </a:lnTo>
                  <a:lnTo>
                    <a:pt x="20266" y="24631"/>
                  </a:lnTo>
                  <a:lnTo>
                    <a:pt x="20503" y="24770"/>
                  </a:lnTo>
                  <a:lnTo>
                    <a:pt x="20759" y="24908"/>
                  </a:lnTo>
                  <a:lnTo>
                    <a:pt x="21016" y="25046"/>
                  </a:lnTo>
                  <a:lnTo>
                    <a:pt x="21233" y="25184"/>
                  </a:lnTo>
                  <a:lnTo>
                    <a:pt x="21332" y="25283"/>
                  </a:lnTo>
                  <a:lnTo>
                    <a:pt x="21411" y="25362"/>
                  </a:lnTo>
                  <a:lnTo>
                    <a:pt x="21629" y="25461"/>
                  </a:lnTo>
                  <a:lnTo>
                    <a:pt x="21826" y="25540"/>
                  </a:lnTo>
                  <a:lnTo>
                    <a:pt x="21984" y="25560"/>
                  </a:lnTo>
                  <a:lnTo>
                    <a:pt x="22122" y="25560"/>
                  </a:lnTo>
                  <a:lnTo>
                    <a:pt x="22399" y="25540"/>
                  </a:lnTo>
                  <a:lnTo>
                    <a:pt x="22557" y="25540"/>
                  </a:lnTo>
                  <a:lnTo>
                    <a:pt x="22754" y="25579"/>
                  </a:lnTo>
                  <a:lnTo>
                    <a:pt x="22715" y="25619"/>
                  </a:lnTo>
                  <a:lnTo>
                    <a:pt x="22675" y="25678"/>
                  </a:lnTo>
                  <a:lnTo>
                    <a:pt x="22675" y="25718"/>
                  </a:lnTo>
                  <a:lnTo>
                    <a:pt x="22675" y="25737"/>
                  </a:lnTo>
                  <a:lnTo>
                    <a:pt x="22735" y="25777"/>
                  </a:lnTo>
                  <a:lnTo>
                    <a:pt x="22814" y="25816"/>
                  </a:lnTo>
                  <a:lnTo>
                    <a:pt x="23169" y="25856"/>
                  </a:lnTo>
                  <a:lnTo>
                    <a:pt x="23525" y="25876"/>
                  </a:lnTo>
                  <a:lnTo>
                    <a:pt x="23880" y="25876"/>
                  </a:lnTo>
                  <a:lnTo>
                    <a:pt x="24236" y="25856"/>
                  </a:lnTo>
                  <a:lnTo>
                    <a:pt x="24572" y="25816"/>
                  </a:lnTo>
                  <a:lnTo>
                    <a:pt x="24907" y="25777"/>
                  </a:lnTo>
                  <a:lnTo>
                    <a:pt x="25243" y="25718"/>
                  </a:lnTo>
                  <a:lnTo>
                    <a:pt x="25559" y="25619"/>
                  </a:lnTo>
                  <a:lnTo>
                    <a:pt x="25895" y="25520"/>
                  </a:lnTo>
                  <a:lnTo>
                    <a:pt x="26211" y="25421"/>
                  </a:lnTo>
                  <a:lnTo>
                    <a:pt x="26527" y="25283"/>
                  </a:lnTo>
                  <a:lnTo>
                    <a:pt x="26823" y="25145"/>
                  </a:lnTo>
                  <a:lnTo>
                    <a:pt x="27139" y="24987"/>
                  </a:lnTo>
                  <a:lnTo>
                    <a:pt x="27436" y="24809"/>
                  </a:lnTo>
                  <a:lnTo>
                    <a:pt x="27732" y="24612"/>
                  </a:lnTo>
                  <a:lnTo>
                    <a:pt x="28028" y="24394"/>
                  </a:lnTo>
                  <a:lnTo>
                    <a:pt x="28008" y="24434"/>
                  </a:lnTo>
                  <a:lnTo>
                    <a:pt x="27989" y="24473"/>
                  </a:lnTo>
                  <a:lnTo>
                    <a:pt x="27910" y="24533"/>
                  </a:lnTo>
                  <a:lnTo>
                    <a:pt x="28107" y="24394"/>
                  </a:lnTo>
                  <a:lnTo>
                    <a:pt x="28305" y="24256"/>
                  </a:lnTo>
                  <a:lnTo>
                    <a:pt x="28641" y="23940"/>
                  </a:lnTo>
                  <a:lnTo>
                    <a:pt x="28937" y="23604"/>
                  </a:lnTo>
                  <a:lnTo>
                    <a:pt x="29233" y="23249"/>
                  </a:lnTo>
                  <a:lnTo>
                    <a:pt x="29470" y="22913"/>
                  </a:lnTo>
                  <a:lnTo>
                    <a:pt x="29707" y="22557"/>
                  </a:lnTo>
                  <a:lnTo>
                    <a:pt x="30161" y="21925"/>
                  </a:lnTo>
                  <a:lnTo>
                    <a:pt x="30240" y="21728"/>
                  </a:lnTo>
                  <a:lnTo>
                    <a:pt x="30319" y="21511"/>
                  </a:lnTo>
                  <a:lnTo>
                    <a:pt x="30339" y="21412"/>
                  </a:lnTo>
                  <a:lnTo>
                    <a:pt x="30339" y="21333"/>
                  </a:lnTo>
                  <a:lnTo>
                    <a:pt x="30319" y="21293"/>
                  </a:lnTo>
                  <a:lnTo>
                    <a:pt x="30260" y="21313"/>
                  </a:lnTo>
                  <a:lnTo>
                    <a:pt x="30221" y="21372"/>
                  </a:lnTo>
                  <a:lnTo>
                    <a:pt x="30181" y="21412"/>
                  </a:lnTo>
                  <a:lnTo>
                    <a:pt x="30122" y="21432"/>
                  </a:lnTo>
                  <a:lnTo>
                    <a:pt x="30082" y="21451"/>
                  </a:lnTo>
                  <a:lnTo>
                    <a:pt x="29984" y="21432"/>
                  </a:lnTo>
                  <a:lnTo>
                    <a:pt x="29924" y="21392"/>
                  </a:lnTo>
                  <a:lnTo>
                    <a:pt x="30023" y="21155"/>
                  </a:lnTo>
                  <a:lnTo>
                    <a:pt x="30102" y="21017"/>
                  </a:lnTo>
                  <a:lnTo>
                    <a:pt x="30181" y="20938"/>
                  </a:lnTo>
                  <a:lnTo>
                    <a:pt x="30240" y="20898"/>
                  </a:lnTo>
                  <a:lnTo>
                    <a:pt x="30319" y="20878"/>
                  </a:lnTo>
                  <a:lnTo>
                    <a:pt x="30379" y="20839"/>
                  </a:lnTo>
                  <a:lnTo>
                    <a:pt x="30438" y="20740"/>
                  </a:lnTo>
                  <a:lnTo>
                    <a:pt x="30517" y="20602"/>
                  </a:lnTo>
                  <a:lnTo>
                    <a:pt x="30596" y="20582"/>
                  </a:lnTo>
                  <a:lnTo>
                    <a:pt x="30616" y="20602"/>
                  </a:lnTo>
                  <a:lnTo>
                    <a:pt x="30635" y="20622"/>
                  </a:lnTo>
                  <a:lnTo>
                    <a:pt x="30635" y="20681"/>
                  </a:lnTo>
                  <a:lnTo>
                    <a:pt x="30635" y="20760"/>
                  </a:lnTo>
                  <a:lnTo>
                    <a:pt x="30616" y="20938"/>
                  </a:lnTo>
                  <a:lnTo>
                    <a:pt x="30635" y="21017"/>
                  </a:lnTo>
                  <a:lnTo>
                    <a:pt x="30655" y="21056"/>
                  </a:lnTo>
                  <a:lnTo>
                    <a:pt x="30675" y="21076"/>
                  </a:lnTo>
                  <a:lnTo>
                    <a:pt x="30793" y="20641"/>
                  </a:lnTo>
                  <a:lnTo>
                    <a:pt x="30872" y="20227"/>
                  </a:lnTo>
                  <a:lnTo>
                    <a:pt x="30951" y="20069"/>
                  </a:lnTo>
                  <a:lnTo>
                    <a:pt x="31011" y="19911"/>
                  </a:lnTo>
                  <a:lnTo>
                    <a:pt x="31110" y="19575"/>
                  </a:lnTo>
                  <a:lnTo>
                    <a:pt x="31189" y="19259"/>
                  </a:lnTo>
                  <a:lnTo>
                    <a:pt x="31248" y="19101"/>
                  </a:lnTo>
                  <a:lnTo>
                    <a:pt x="31289" y="19005"/>
                  </a:lnTo>
                  <a:lnTo>
                    <a:pt x="31289" y="19005"/>
                  </a:lnTo>
                  <a:lnTo>
                    <a:pt x="31307" y="19042"/>
                  </a:lnTo>
                  <a:lnTo>
                    <a:pt x="31327" y="19101"/>
                  </a:lnTo>
                  <a:lnTo>
                    <a:pt x="31347" y="19140"/>
                  </a:lnTo>
                  <a:lnTo>
                    <a:pt x="31347" y="19180"/>
                  </a:lnTo>
                  <a:lnTo>
                    <a:pt x="31347" y="19239"/>
                  </a:lnTo>
                  <a:lnTo>
                    <a:pt x="31287" y="19338"/>
                  </a:lnTo>
                  <a:lnTo>
                    <a:pt x="31287" y="19298"/>
                  </a:lnTo>
                  <a:lnTo>
                    <a:pt x="31268" y="19259"/>
                  </a:lnTo>
                  <a:lnTo>
                    <a:pt x="31208" y="19476"/>
                  </a:lnTo>
                  <a:lnTo>
                    <a:pt x="31189" y="19614"/>
                  </a:lnTo>
                  <a:lnTo>
                    <a:pt x="31189" y="19713"/>
                  </a:lnTo>
                  <a:lnTo>
                    <a:pt x="31189" y="19792"/>
                  </a:lnTo>
                  <a:lnTo>
                    <a:pt x="31189" y="19950"/>
                  </a:lnTo>
                  <a:lnTo>
                    <a:pt x="31169" y="20088"/>
                  </a:lnTo>
                  <a:lnTo>
                    <a:pt x="31129" y="20266"/>
                  </a:lnTo>
                  <a:lnTo>
                    <a:pt x="31228" y="19832"/>
                  </a:lnTo>
                  <a:lnTo>
                    <a:pt x="31347" y="19377"/>
                  </a:lnTo>
                  <a:lnTo>
                    <a:pt x="31445" y="18923"/>
                  </a:lnTo>
                  <a:lnTo>
                    <a:pt x="31544" y="18528"/>
                  </a:lnTo>
                  <a:lnTo>
                    <a:pt x="31485" y="18528"/>
                  </a:lnTo>
                  <a:lnTo>
                    <a:pt x="31465" y="18488"/>
                  </a:lnTo>
                  <a:lnTo>
                    <a:pt x="31465" y="18429"/>
                  </a:lnTo>
                  <a:lnTo>
                    <a:pt x="31465" y="18350"/>
                  </a:lnTo>
                  <a:lnTo>
                    <a:pt x="31485" y="18153"/>
                  </a:lnTo>
                  <a:lnTo>
                    <a:pt x="31485" y="18054"/>
                  </a:lnTo>
                  <a:lnTo>
                    <a:pt x="31465" y="17995"/>
                  </a:lnTo>
                  <a:lnTo>
                    <a:pt x="31485" y="17955"/>
                  </a:lnTo>
                  <a:lnTo>
                    <a:pt x="31465" y="17935"/>
                  </a:lnTo>
                  <a:lnTo>
                    <a:pt x="31445" y="17916"/>
                  </a:lnTo>
                  <a:lnTo>
                    <a:pt x="31426" y="17797"/>
                  </a:lnTo>
                  <a:lnTo>
                    <a:pt x="31406" y="17560"/>
                  </a:lnTo>
                  <a:lnTo>
                    <a:pt x="31603" y="17481"/>
                  </a:lnTo>
                  <a:lnTo>
                    <a:pt x="31603" y="17422"/>
                  </a:lnTo>
                  <a:lnTo>
                    <a:pt x="31584" y="17382"/>
                  </a:lnTo>
                  <a:lnTo>
                    <a:pt x="31564" y="17382"/>
                  </a:lnTo>
                  <a:lnTo>
                    <a:pt x="31544" y="17402"/>
                  </a:lnTo>
                  <a:lnTo>
                    <a:pt x="31524" y="17402"/>
                  </a:lnTo>
                  <a:lnTo>
                    <a:pt x="31505" y="17363"/>
                  </a:lnTo>
                  <a:lnTo>
                    <a:pt x="31505" y="17303"/>
                  </a:lnTo>
                  <a:lnTo>
                    <a:pt x="31505" y="16987"/>
                  </a:lnTo>
                  <a:lnTo>
                    <a:pt x="31544" y="16533"/>
                  </a:lnTo>
                  <a:lnTo>
                    <a:pt x="31564" y="16316"/>
                  </a:lnTo>
                  <a:lnTo>
                    <a:pt x="31603" y="16138"/>
                  </a:lnTo>
                  <a:lnTo>
                    <a:pt x="31663" y="16000"/>
                  </a:lnTo>
                  <a:lnTo>
                    <a:pt x="31682" y="15960"/>
                  </a:lnTo>
                  <a:lnTo>
                    <a:pt x="31722" y="15921"/>
                  </a:lnTo>
                  <a:lnTo>
                    <a:pt x="31702" y="15703"/>
                  </a:lnTo>
                  <a:lnTo>
                    <a:pt x="31663" y="15526"/>
                  </a:lnTo>
                  <a:lnTo>
                    <a:pt x="31623" y="15348"/>
                  </a:lnTo>
                  <a:lnTo>
                    <a:pt x="31623" y="15131"/>
                  </a:lnTo>
                  <a:lnTo>
                    <a:pt x="31663" y="15150"/>
                  </a:lnTo>
                  <a:lnTo>
                    <a:pt x="31682" y="15190"/>
                  </a:lnTo>
                  <a:lnTo>
                    <a:pt x="31722" y="15249"/>
                  </a:lnTo>
                  <a:lnTo>
                    <a:pt x="31722" y="14953"/>
                  </a:lnTo>
                  <a:lnTo>
                    <a:pt x="31722" y="14657"/>
                  </a:lnTo>
                  <a:lnTo>
                    <a:pt x="31702" y="14321"/>
                  </a:lnTo>
                  <a:lnTo>
                    <a:pt x="31682" y="13965"/>
                  </a:lnTo>
                  <a:lnTo>
                    <a:pt x="31623" y="13590"/>
                  </a:lnTo>
                  <a:lnTo>
                    <a:pt x="31544" y="13195"/>
                  </a:lnTo>
                  <a:lnTo>
                    <a:pt x="31426" y="12800"/>
                  </a:lnTo>
                  <a:lnTo>
                    <a:pt x="31268" y="12385"/>
                  </a:lnTo>
                  <a:lnTo>
                    <a:pt x="31070" y="12109"/>
                  </a:lnTo>
                  <a:lnTo>
                    <a:pt x="30853" y="11872"/>
                  </a:lnTo>
                  <a:lnTo>
                    <a:pt x="30675" y="11714"/>
                  </a:lnTo>
                  <a:lnTo>
                    <a:pt x="30517" y="11595"/>
                  </a:lnTo>
                  <a:lnTo>
                    <a:pt x="30458" y="11536"/>
                  </a:lnTo>
                  <a:lnTo>
                    <a:pt x="30418" y="11516"/>
                  </a:lnTo>
                  <a:lnTo>
                    <a:pt x="30359" y="11496"/>
                  </a:lnTo>
                  <a:lnTo>
                    <a:pt x="30221" y="11457"/>
                  </a:lnTo>
                  <a:lnTo>
                    <a:pt x="30260" y="11496"/>
                  </a:lnTo>
                  <a:lnTo>
                    <a:pt x="30280" y="11555"/>
                  </a:lnTo>
                  <a:lnTo>
                    <a:pt x="30280" y="11595"/>
                  </a:lnTo>
                  <a:lnTo>
                    <a:pt x="30260" y="11615"/>
                  </a:lnTo>
                  <a:lnTo>
                    <a:pt x="30240" y="11634"/>
                  </a:lnTo>
                  <a:lnTo>
                    <a:pt x="30122" y="11634"/>
                  </a:lnTo>
                  <a:lnTo>
                    <a:pt x="30082" y="11595"/>
                  </a:lnTo>
                  <a:lnTo>
                    <a:pt x="30003" y="11476"/>
                  </a:lnTo>
                  <a:lnTo>
                    <a:pt x="29964" y="11437"/>
                  </a:lnTo>
                  <a:lnTo>
                    <a:pt x="30003" y="11417"/>
                  </a:lnTo>
                  <a:lnTo>
                    <a:pt x="30023" y="11378"/>
                  </a:lnTo>
                  <a:lnTo>
                    <a:pt x="30043" y="11299"/>
                  </a:lnTo>
                  <a:lnTo>
                    <a:pt x="30043" y="11279"/>
                  </a:lnTo>
                  <a:lnTo>
                    <a:pt x="30082" y="11279"/>
                  </a:lnTo>
                  <a:lnTo>
                    <a:pt x="30102" y="11338"/>
                  </a:lnTo>
                  <a:lnTo>
                    <a:pt x="30161" y="11279"/>
                  </a:lnTo>
                  <a:lnTo>
                    <a:pt x="30181" y="11239"/>
                  </a:lnTo>
                  <a:lnTo>
                    <a:pt x="30201" y="11200"/>
                  </a:lnTo>
                  <a:lnTo>
                    <a:pt x="30181" y="11160"/>
                  </a:lnTo>
                  <a:lnTo>
                    <a:pt x="30181" y="11002"/>
                  </a:lnTo>
                  <a:lnTo>
                    <a:pt x="30122" y="10588"/>
                  </a:lnTo>
                  <a:lnTo>
                    <a:pt x="30142" y="10430"/>
                  </a:lnTo>
                  <a:lnTo>
                    <a:pt x="30142" y="10390"/>
                  </a:lnTo>
                  <a:lnTo>
                    <a:pt x="30181" y="10370"/>
                  </a:lnTo>
                  <a:lnTo>
                    <a:pt x="30142" y="10272"/>
                  </a:lnTo>
                  <a:lnTo>
                    <a:pt x="30082" y="10133"/>
                  </a:lnTo>
                  <a:lnTo>
                    <a:pt x="30023" y="9936"/>
                  </a:lnTo>
                  <a:lnTo>
                    <a:pt x="29924" y="9738"/>
                  </a:lnTo>
                  <a:lnTo>
                    <a:pt x="29826" y="9541"/>
                  </a:lnTo>
                  <a:lnTo>
                    <a:pt x="29707" y="9363"/>
                  </a:lnTo>
                  <a:lnTo>
                    <a:pt x="29589" y="9205"/>
                  </a:lnTo>
                  <a:lnTo>
                    <a:pt x="29470" y="9106"/>
                  </a:lnTo>
                  <a:lnTo>
                    <a:pt x="29470" y="9086"/>
                  </a:lnTo>
                  <a:lnTo>
                    <a:pt x="29490" y="9086"/>
                  </a:lnTo>
                  <a:lnTo>
                    <a:pt x="29529" y="9106"/>
                  </a:lnTo>
                  <a:lnTo>
                    <a:pt x="29648" y="9244"/>
                  </a:lnTo>
                  <a:lnTo>
                    <a:pt x="29766" y="9403"/>
                  </a:lnTo>
                  <a:lnTo>
                    <a:pt x="29806" y="9442"/>
                  </a:lnTo>
                  <a:lnTo>
                    <a:pt x="29845" y="9462"/>
                  </a:lnTo>
                  <a:lnTo>
                    <a:pt x="29727" y="9284"/>
                  </a:lnTo>
                  <a:lnTo>
                    <a:pt x="29589" y="9106"/>
                  </a:lnTo>
                  <a:lnTo>
                    <a:pt x="29648" y="9067"/>
                  </a:lnTo>
                  <a:lnTo>
                    <a:pt x="29490" y="8849"/>
                  </a:lnTo>
                  <a:lnTo>
                    <a:pt x="29352" y="8691"/>
                  </a:lnTo>
                  <a:lnTo>
                    <a:pt x="29213" y="8573"/>
                  </a:lnTo>
                  <a:lnTo>
                    <a:pt x="29075" y="8494"/>
                  </a:lnTo>
                  <a:lnTo>
                    <a:pt x="28818" y="8375"/>
                  </a:lnTo>
                  <a:lnTo>
                    <a:pt x="28700" y="8336"/>
                  </a:lnTo>
                  <a:lnTo>
                    <a:pt x="28561" y="8257"/>
                  </a:lnTo>
                  <a:lnTo>
                    <a:pt x="28581" y="8237"/>
                  </a:lnTo>
                  <a:lnTo>
                    <a:pt x="28344" y="8099"/>
                  </a:lnTo>
                  <a:lnTo>
                    <a:pt x="28344" y="8099"/>
                  </a:lnTo>
                  <a:lnTo>
                    <a:pt x="28720" y="8158"/>
                  </a:lnTo>
                  <a:lnTo>
                    <a:pt x="28581" y="8079"/>
                  </a:lnTo>
                  <a:lnTo>
                    <a:pt x="28443" y="8000"/>
                  </a:lnTo>
                  <a:lnTo>
                    <a:pt x="28186" y="7901"/>
                  </a:lnTo>
                  <a:lnTo>
                    <a:pt x="27910" y="7803"/>
                  </a:lnTo>
                  <a:lnTo>
                    <a:pt x="27594" y="7684"/>
                  </a:lnTo>
                  <a:lnTo>
                    <a:pt x="27574" y="7605"/>
                  </a:lnTo>
                  <a:lnTo>
                    <a:pt x="27297" y="7546"/>
                  </a:lnTo>
                  <a:lnTo>
                    <a:pt x="27357" y="7546"/>
                  </a:lnTo>
                  <a:lnTo>
                    <a:pt x="27357" y="7526"/>
                  </a:lnTo>
                  <a:lnTo>
                    <a:pt x="27357" y="7506"/>
                  </a:lnTo>
                  <a:lnTo>
                    <a:pt x="27218" y="7506"/>
                  </a:lnTo>
                  <a:lnTo>
                    <a:pt x="27080" y="7487"/>
                  </a:lnTo>
                  <a:lnTo>
                    <a:pt x="26764" y="7427"/>
                  </a:lnTo>
                  <a:lnTo>
                    <a:pt x="26468" y="7368"/>
                  </a:lnTo>
                  <a:lnTo>
                    <a:pt x="26349" y="7348"/>
                  </a:lnTo>
                  <a:lnTo>
                    <a:pt x="26231" y="7368"/>
                  </a:lnTo>
                  <a:lnTo>
                    <a:pt x="26172" y="7348"/>
                  </a:lnTo>
                  <a:lnTo>
                    <a:pt x="26112" y="7289"/>
                  </a:lnTo>
                  <a:lnTo>
                    <a:pt x="26013" y="7210"/>
                  </a:lnTo>
                  <a:lnTo>
                    <a:pt x="25954" y="7171"/>
                  </a:lnTo>
                  <a:lnTo>
                    <a:pt x="25895" y="7131"/>
                  </a:lnTo>
                  <a:lnTo>
                    <a:pt x="25816" y="7131"/>
                  </a:lnTo>
                  <a:lnTo>
                    <a:pt x="25717" y="7151"/>
                  </a:lnTo>
                  <a:lnTo>
                    <a:pt x="25816" y="6953"/>
                  </a:lnTo>
                  <a:lnTo>
                    <a:pt x="25994" y="6993"/>
                  </a:lnTo>
                  <a:lnTo>
                    <a:pt x="26092" y="7032"/>
                  </a:lnTo>
                  <a:lnTo>
                    <a:pt x="26152" y="7072"/>
                  </a:lnTo>
                  <a:lnTo>
                    <a:pt x="26191" y="7111"/>
                  </a:lnTo>
                  <a:lnTo>
                    <a:pt x="26231" y="7151"/>
                  </a:lnTo>
                  <a:lnTo>
                    <a:pt x="26310" y="7171"/>
                  </a:lnTo>
                  <a:lnTo>
                    <a:pt x="26428" y="7210"/>
                  </a:lnTo>
                  <a:lnTo>
                    <a:pt x="26606" y="7250"/>
                  </a:lnTo>
                  <a:lnTo>
                    <a:pt x="26527" y="7171"/>
                  </a:lnTo>
                  <a:lnTo>
                    <a:pt x="26428" y="7111"/>
                  </a:lnTo>
                  <a:lnTo>
                    <a:pt x="26191" y="6973"/>
                  </a:lnTo>
                  <a:lnTo>
                    <a:pt x="25875" y="6854"/>
                  </a:lnTo>
                  <a:lnTo>
                    <a:pt x="25539" y="6736"/>
                  </a:lnTo>
                  <a:lnTo>
                    <a:pt x="25204" y="6657"/>
                  </a:lnTo>
                  <a:lnTo>
                    <a:pt x="24848" y="6598"/>
                  </a:lnTo>
                  <a:lnTo>
                    <a:pt x="24216" y="6479"/>
                  </a:lnTo>
                  <a:lnTo>
                    <a:pt x="23959" y="6459"/>
                  </a:lnTo>
                  <a:lnTo>
                    <a:pt x="23683" y="6420"/>
                  </a:lnTo>
                  <a:lnTo>
                    <a:pt x="23110" y="6321"/>
                  </a:lnTo>
                  <a:lnTo>
                    <a:pt x="22853" y="6282"/>
                  </a:lnTo>
                  <a:lnTo>
                    <a:pt x="22616" y="6262"/>
                  </a:lnTo>
                  <a:lnTo>
                    <a:pt x="22399" y="6262"/>
                  </a:lnTo>
                  <a:lnTo>
                    <a:pt x="22320" y="6301"/>
                  </a:lnTo>
                  <a:lnTo>
                    <a:pt x="22261" y="6341"/>
                  </a:lnTo>
                  <a:lnTo>
                    <a:pt x="22261" y="6341"/>
                  </a:lnTo>
                  <a:lnTo>
                    <a:pt x="22340" y="6222"/>
                  </a:lnTo>
                  <a:lnTo>
                    <a:pt x="21332" y="5926"/>
                  </a:lnTo>
                  <a:lnTo>
                    <a:pt x="21016" y="5867"/>
                  </a:lnTo>
                  <a:lnTo>
                    <a:pt x="20740" y="5808"/>
                  </a:lnTo>
                  <a:lnTo>
                    <a:pt x="20463" y="5729"/>
                  </a:lnTo>
                  <a:lnTo>
                    <a:pt x="20226" y="5630"/>
                  </a:lnTo>
                  <a:lnTo>
                    <a:pt x="19811" y="5452"/>
                  </a:lnTo>
                  <a:lnTo>
                    <a:pt x="19594" y="5353"/>
                  </a:lnTo>
                  <a:lnTo>
                    <a:pt x="19357" y="5274"/>
                  </a:lnTo>
                  <a:lnTo>
                    <a:pt x="19258" y="5077"/>
                  </a:lnTo>
                  <a:lnTo>
                    <a:pt x="19100" y="5057"/>
                  </a:lnTo>
                  <a:lnTo>
                    <a:pt x="18942" y="4998"/>
                  </a:lnTo>
                  <a:lnTo>
                    <a:pt x="18547" y="4820"/>
                  </a:lnTo>
                  <a:lnTo>
                    <a:pt x="18113" y="4622"/>
                  </a:lnTo>
                  <a:lnTo>
                    <a:pt x="17678" y="4445"/>
                  </a:lnTo>
                  <a:lnTo>
                    <a:pt x="17263" y="4287"/>
                  </a:lnTo>
                  <a:lnTo>
                    <a:pt x="16888" y="4188"/>
                  </a:lnTo>
                  <a:lnTo>
                    <a:pt x="16710" y="4148"/>
                  </a:lnTo>
                  <a:lnTo>
                    <a:pt x="16552" y="4129"/>
                  </a:lnTo>
                  <a:lnTo>
                    <a:pt x="16434" y="4129"/>
                  </a:lnTo>
                  <a:lnTo>
                    <a:pt x="16295" y="4148"/>
                  </a:lnTo>
                  <a:lnTo>
                    <a:pt x="16236" y="4069"/>
                  </a:lnTo>
                  <a:lnTo>
                    <a:pt x="16216" y="4030"/>
                  </a:lnTo>
                  <a:lnTo>
                    <a:pt x="16236" y="4010"/>
                  </a:lnTo>
                  <a:lnTo>
                    <a:pt x="16295" y="3990"/>
                  </a:lnTo>
                  <a:lnTo>
                    <a:pt x="16434" y="4010"/>
                  </a:lnTo>
                  <a:lnTo>
                    <a:pt x="16552" y="4010"/>
                  </a:lnTo>
                  <a:lnTo>
                    <a:pt x="16454" y="3951"/>
                  </a:lnTo>
                  <a:lnTo>
                    <a:pt x="16315" y="3911"/>
                  </a:lnTo>
                  <a:lnTo>
                    <a:pt x="16058" y="3852"/>
                  </a:lnTo>
                  <a:lnTo>
                    <a:pt x="15920" y="3813"/>
                  </a:lnTo>
                  <a:lnTo>
                    <a:pt x="15821" y="3753"/>
                  </a:lnTo>
                  <a:lnTo>
                    <a:pt x="15723" y="3674"/>
                  </a:lnTo>
                  <a:lnTo>
                    <a:pt x="15683" y="3635"/>
                  </a:lnTo>
                  <a:lnTo>
                    <a:pt x="15663" y="3576"/>
                  </a:lnTo>
                  <a:lnTo>
                    <a:pt x="15742" y="3576"/>
                  </a:lnTo>
                  <a:lnTo>
                    <a:pt x="15841" y="3615"/>
                  </a:lnTo>
                  <a:lnTo>
                    <a:pt x="15900" y="3635"/>
                  </a:lnTo>
                  <a:lnTo>
                    <a:pt x="15920" y="3635"/>
                  </a:lnTo>
                  <a:lnTo>
                    <a:pt x="15881" y="3595"/>
                  </a:lnTo>
                  <a:lnTo>
                    <a:pt x="15841" y="3536"/>
                  </a:lnTo>
                  <a:lnTo>
                    <a:pt x="15802" y="3497"/>
                  </a:lnTo>
                  <a:lnTo>
                    <a:pt x="15703" y="3477"/>
                  </a:lnTo>
                  <a:lnTo>
                    <a:pt x="15644" y="3457"/>
                  </a:lnTo>
                  <a:lnTo>
                    <a:pt x="15604" y="3437"/>
                  </a:lnTo>
                  <a:lnTo>
                    <a:pt x="15545" y="3398"/>
                  </a:lnTo>
                  <a:lnTo>
                    <a:pt x="15505" y="3319"/>
                  </a:lnTo>
                  <a:lnTo>
                    <a:pt x="15486" y="3378"/>
                  </a:lnTo>
                  <a:lnTo>
                    <a:pt x="15446" y="3398"/>
                  </a:lnTo>
                  <a:lnTo>
                    <a:pt x="15367" y="3398"/>
                  </a:lnTo>
                  <a:lnTo>
                    <a:pt x="15268" y="3378"/>
                  </a:lnTo>
                  <a:lnTo>
                    <a:pt x="15150" y="3319"/>
                  </a:lnTo>
                  <a:lnTo>
                    <a:pt x="15031" y="3260"/>
                  </a:lnTo>
                  <a:lnTo>
                    <a:pt x="14913" y="3200"/>
                  </a:lnTo>
                  <a:lnTo>
                    <a:pt x="14794" y="3121"/>
                  </a:lnTo>
                  <a:lnTo>
                    <a:pt x="14834" y="3161"/>
                  </a:lnTo>
                  <a:lnTo>
                    <a:pt x="14854" y="3200"/>
                  </a:lnTo>
                  <a:lnTo>
                    <a:pt x="14834" y="3220"/>
                  </a:lnTo>
                  <a:lnTo>
                    <a:pt x="14814" y="3220"/>
                  </a:lnTo>
                  <a:lnTo>
                    <a:pt x="14735" y="3181"/>
                  </a:lnTo>
                  <a:lnTo>
                    <a:pt x="14538" y="3023"/>
                  </a:lnTo>
                  <a:lnTo>
                    <a:pt x="14597" y="3023"/>
                  </a:lnTo>
                  <a:lnTo>
                    <a:pt x="14044" y="2568"/>
                  </a:lnTo>
                  <a:lnTo>
                    <a:pt x="13451" y="2094"/>
                  </a:lnTo>
                  <a:lnTo>
                    <a:pt x="13135" y="1857"/>
                  </a:lnTo>
                  <a:lnTo>
                    <a:pt x="12819" y="1640"/>
                  </a:lnTo>
                  <a:lnTo>
                    <a:pt x="12483" y="1423"/>
                  </a:lnTo>
                  <a:lnTo>
                    <a:pt x="12128" y="1225"/>
                  </a:lnTo>
                  <a:lnTo>
                    <a:pt x="11772" y="1028"/>
                  </a:lnTo>
                  <a:lnTo>
                    <a:pt x="11417" y="870"/>
                  </a:lnTo>
                  <a:lnTo>
                    <a:pt x="11041" y="712"/>
                  </a:lnTo>
                  <a:lnTo>
                    <a:pt x="10666" y="554"/>
                  </a:lnTo>
                  <a:lnTo>
                    <a:pt x="10291" y="435"/>
                  </a:lnTo>
                  <a:lnTo>
                    <a:pt x="9916" y="336"/>
                  </a:lnTo>
                  <a:lnTo>
                    <a:pt x="9521" y="238"/>
                  </a:lnTo>
                  <a:lnTo>
                    <a:pt x="9126" y="178"/>
                  </a:lnTo>
                  <a:lnTo>
                    <a:pt x="9521" y="139"/>
                  </a:lnTo>
                  <a:lnTo>
                    <a:pt x="9264" y="139"/>
                  </a:lnTo>
                  <a:lnTo>
                    <a:pt x="8967" y="99"/>
                  </a:lnTo>
                  <a:lnTo>
                    <a:pt x="8513" y="60"/>
                  </a:lnTo>
                  <a:lnTo>
                    <a:pt x="8553" y="40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29"/>
            <p:cNvSpPr/>
            <p:nvPr/>
          </p:nvSpPr>
          <p:spPr>
            <a:xfrm>
              <a:off x="-1287950" y="3163300"/>
              <a:ext cx="2000" cy="1000"/>
            </a:xfrm>
            <a:custGeom>
              <a:rect b="b" l="l" r="r" t="t"/>
              <a:pathLst>
                <a:path extrusionOk="0" h="40" w="80">
                  <a:moveTo>
                    <a:pt x="40" y="0"/>
                  </a:moveTo>
                  <a:lnTo>
                    <a:pt x="1" y="40"/>
                  </a:lnTo>
                  <a:lnTo>
                    <a:pt x="1" y="4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29"/>
            <p:cNvSpPr/>
            <p:nvPr/>
          </p:nvSpPr>
          <p:spPr>
            <a:xfrm>
              <a:off x="-660325" y="3614625"/>
              <a:ext cx="525" cy="2000"/>
            </a:xfrm>
            <a:custGeom>
              <a:rect b="b" l="l" r="r" t="t"/>
              <a:pathLst>
                <a:path extrusionOk="0" h="80" w="21">
                  <a:moveTo>
                    <a:pt x="20" y="1"/>
                  </a:moveTo>
                  <a:lnTo>
                    <a:pt x="0" y="40"/>
                  </a:lnTo>
                  <a:lnTo>
                    <a:pt x="0" y="80"/>
                  </a:lnTo>
                  <a:lnTo>
                    <a:pt x="20" y="4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29"/>
            <p:cNvSpPr/>
            <p:nvPr/>
          </p:nvSpPr>
          <p:spPr>
            <a:xfrm>
              <a:off x="-785750" y="363635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1"/>
                  </a:move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29"/>
            <p:cNvSpPr/>
            <p:nvPr/>
          </p:nvSpPr>
          <p:spPr>
            <a:xfrm>
              <a:off x="-1257325" y="3169700"/>
              <a:ext cx="1000" cy="3000"/>
            </a:xfrm>
            <a:custGeom>
              <a:rect b="b" l="l" r="r" t="t"/>
              <a:pathLst>
                <a:path extrusionOk="0" h="120" w="40">
                  <a:moveTo>
                    <a:pt x="40" y="1"/>
                  </a:moveTo>
                  <a:lnTo>
                    <a:pt x="0" y="119"/>
                  </a:lnTo>
                  <a:lnTo>
                    <a:pt x="20" y="6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29"/>
            <p:cNvSpPr/>
            <p:nvPr/>
          </p:nvSpPr>
          <p:spPr>
            <a:xfrm>
              <a:off x="-831175" y="3371675"/>
              <a:ext cx="278525" cy="333350"/>
            </a:xfrm>
            <a:custGeom>
              <a:rect b="b" l="l" r="r" t="t"/>
              <a:pathLst>
                <a:path extrusionOk="0" h="13334" w="11141">
                  <a:moveTo>
                    <a:pt x="7980" y="1"/>
                  </a:moveTo>
                  <a:lnTo>
                    <a:pt x="7684" y="20"/>
                  </a:lnTo>
                  <a:lnTo>
                    <a:pt x="7387" y="40"/>
                  </a:lnTo>
                  <a:lnTo>
                    <a:pt x="7052" y="99"/>
                  </a:lnTo>
                  <a:lnTo>
                    <a:pt x="6716" y="159"/>
                  </a:lnTo>
                  <a:lnTo>
                    <a:pt x="6360" y="257"/>
                  </a:lnTo>
                  <a:lnTo>
                    <a:pt x="6005" y="396"/>
                  </a:lnTo>
                  <a:lnTo>
                    <a:pt x="5649" y="554"/>
                  </a:lnTo>
                  <a:lnTo>
                    <a:pt x="5294" y="771"/>
                  </a:lnTo>
                  <a:lnTo>
                    <a:pt x="4958" y="1028"/>
                  </a:lnTo>
                  <a:lnTo>
                    <a:pt x="4800" y="1166"/>
                  </a:lnTo>
                  <a:lnTo>
                    <a:pt x="4642" y="1324"/>
                  </a:lnTo>
                  <a:lnTo>
                    <a:pt x="4326" y="1679"/>
                  </a:lnTo>
                  <a:lnTo>
                    <a:pt x="3970" y="2154"/>
                  </a:lnTo>
                  <a:lnTo>
                    <a:pt x="3595" y="2687"/>
                  </a:lnTo>
                  <a:lnTo>
                    <a:pt x="3220" y="3299"/>
                  </a:lnTo>
                  <a:lnTo>
                    <a:pt x="2825" y="3951"/>
                  </a:lnTo>
                  <a:lnTo>
                    <a:pt x="2430" y="4623"/>
                  </a:lnTo>
                  <a:lnTo>
                    <a:pt x="2035" y="5334"/>
                  </a:lnTo>
                  <a:lnTo>
                    <a:pt x="1679" y="6045"/>
                  </a:lnTo>
                  <a:lnTo>
                    <a:pt x="1324" y="6736"/>
                  </a:lnTo>
                  <a:lnTo>
                    <a:pt x="1007" y="7408"/>
                  </a:lnTo>
                  <a:lnTo>
                    <a:pt x="711" y="8040"/>
                  </a:lnTo>
                  <a:lnTo>
                    <a:pt x="454" y="8612"/>
                  </a:lnTo>
                  <a:lnTo>
                    <a:pt x="257" y="9126"/>
                  </a:lnTo>
                  <a:lnTo>
                    <a:pt x="119" y="9561"/>
                  </a:lnTo>
                  <a:lnTo>
                    <a:pt x="20" y="9877"/>
                  </a:lnTo>
                  <a:lnTo>
                    <a:pt x="0" y="9995"/>
                  </a:lnTo>
                  <a:lnTo>
                    <a:pt x="0" y="10094"/>
                  </a:lnTo>
                  <a:lnTo>
                    <a:pt x="59" y="10410"/>
                  </a:lnTo>
                  <a:lnTo>
                    <a:pt x="138" y="10765"/>
                  </a:lnTo>
                  <a:lnTo>
                    <a:pt x="257" y="11121"/>
                  </a:lnTo>
                  <a:lnTo>
                    <a:pt x="336" y="11299"/>
                  </a:lnTo>
                  <a:lnTo>
                    <a:pt x="435" y="11496"/>
                  </a:lnTo>
                  <a:lnTo>
                    <a:pt x="553" y="11674"/>
                  </a:lnTo>
                  <a:lnTo>
                    <a:pt x="672" y="11852"/>
                  </a:lnTo>
                  <a:lnTo>
                    <a:pt x="830" y="12030"/>
                  </a:lnTo>
                  <a:lnTo>
                    <a:pt x="1007" y="12207"/>
                  </a:lnTo>
                  <a:lnTo>
                    <a:pt x="1205" y="12365"/>
                  </a:lnTo>
                  <a:lnTo>
                    <a:pt x="1422" y="12523"/>
                  </a:lnTo>
                  <a:lnTo>
                    <a:pt x="1659" y="12681"/>
                  </a:lnTo>
                  <a:lnTo>
                    <a:pt x="1936" y="12839"/>
                  </a:lnTo>
                  <a:lnTo>
                    <a:pt x="2212" y="12958"/>
                  </a:lnTo>
                  <a:lnTo>
                    <a:pt x="2489" y="13076"/>
                  </a:lnTo>
                  <a:lnTo>
                    <a:pt x="2746" y="13175"/>
                  </a:lnTo>
                  <a:lnTo>
                    <a:pt x="3002" y="13254"/>
                  </a:lnTo>
                  <a:lnTo>
                    <a:pt x="3259" y="13294"/>
                  </a:lnTo>
                  <a:lnTo>
                    <a:pt x="3536" y="13333"/>
                  </a:lnTo>
                  <a:lnTo>
                    <a:pt x="4069" y="13333"/>
                  </a:lnTo>
                  <a:lnTo>
                    <a:pt x="4346" y="13294"/>
                  </a:lnTo>
                  <a:lnTo>
                    <a:pt x="4642" y="13234"/>
                  </a:lnTo>
                  <a:lnTo>
                    <a:pt x="4958" y="13155"/>
                  </a:lnTo>
                  <a:lnTo>
                    <a:pt x="5294" y="13037"/>
                  </a:lnTo>
                  <a:lnTo>
                    <a:pt x="5629" y="12918"/>
                  </a:lnTo>
                  <a:lnTo>
                    <a:pt x="6005" y="12741"/>
                  </a:lnTo>
                  <a:lnTo>
                    <a:pt x="6834" y="12346"/>
                  </a:lnTo>
                  <a:lnTo>
                    <a:pt x="7170" y="12168"/>
                  </a:lnTo>
                  <a:lnTo>
                    <a:pt x="7486" y="11931"/>
                  </a:lnTo>
                  <a:lnTo>
                    <a:pt x="7782" y="11674"/>
                  </a:lnTo>
                  <a:lnTo>
                    <a:pt x="8059" y="11397"/>
                  </a:lnTo>
                  <a:lnTo>
                    <a:pt x="8316" y="11081"/>
                  </a:lnTo>
                  <a:lnTo>
                    <a:pt x="8553" y="10746"/>
                  </a:lnTo>
                  <a:lnTo>
                    <a:pt x="8790" y="10410"/>
                  </a:lnTo>
                  <a:lnTo>
                    <a:pt x="8987" y="10035"/>
                  </a:lnTo>
                  <a:lnTo>
                    <a:pt x="9205" y="9659"/>
                  </a:lnTo>
                  <a:lnTo>
                    <a:pt x="9402" y="9264"/>
                  </a:lnTo>
                  <a:lnTo>
                    <a:pt x="9758" y="8474"/>
                  </a:lnTo>
                  <a:lnTo>
                    <a:pt x="10469" y="6874"/>
                  </a:lnTo>
                  <a:lnTo>
                    <a:pt x="10627" y="6479"/>
                  </a:lnTo>
                  <a:lnTo>
                    <a:pt x="10765" y="6084"/>
                  </a:lnTo>
                  <a:lnTo>
                    <a:pt x="10884" y="5689"/>
                  </a:lnTo>
                  <a:lnTo>
                    <a:pt x="10982" y="5314"/>
                  </a:lnTo>
                  <a:lnTo>
                    <a:pt x="11042" y="4939"/>
                  </a:lnTo>
                  <a:lnTo>
                    <a:pt x="11101" y="4563"/>
                  </a:lnTo>
                  <a:lnTo>
                    <a:pt x="11121" y="4188"/>
                  </a:lnTo>
                  <a:lnTo>
                    <a:pt x="11140" y="3832"/>
                  </a:lnTo>
                  <a:lnTo>
                    <a:pt x="11140" y="3497"/>
                  </a:lnTo>
                  <a:lnTo>
                    <a:pt x="11121" y="3161"/>
                  </a:lnTo>
                  <a:lnTo>
                    <a:pt x="11081" y="2845"/>
                  </a:lnTo>
                  <a:lnTo>
                    <a:pt x="11022" y="2549"/>
                  </a:lnTo>
                  <a:lnTo>
                    <a:pt x="10963" y="2252"/>
                  </a:lnTo>
                  <a:lnTo>
                    <a:pt x="10903" y="1976"/>
                  </a:lnTo>
                  <a:lnTo>
                    <a:pt x="10804" y="1719"/>
                  </a:lnTo>
                  <a:lnTo>
                    <a:pt x="10725" y="1502"/>
                  </a:lnTo>
                  <a:lnTo>
                    <a:pt x="10607" y="1284"/>
                  </a:lnTo>
                  <a:lnTo>
                    <a:pt x="10488" y="1087"/>
                  </a:lnTo>
                  <a:lnTo>
                    <a:pt x="10350" y="929"/>
                  </a:lnTo>
                  <a:lnTo>
                    <a:pt x="10212" y="771"/>
                  </a:lnTo>
                  <a:lnTo>
                    <a:pt x="10074" y="633"/>
                  </a:lnTo>
                  <a:lnTo>
                    <a:pt x="9916" y="514"/>
                  </a:lnTo>
                  <a:lnTo>
                    <a:pt x="9758" y="415"/>
                  </a:lnTo>
                  <a:lnTo>
                    <a:pt x="9600" y="336"/>
                  </a:lnTo>
                  <a:lnTo>
                    <a:pt x="9323" y="198"/>
                  </a:lnTo>
                  <a:lnTo>
                    <a:pt x="9086" y="119"/>
                  </a:lnTo>
                  <a:lnTo>
                    <a:pt x="8869" y="60"/>
                  </a:lnTo>
                  <a:lnTo>
                    <a:pt x="8770" y="40"/>
                  </a:lnTo>
                  <a:lnTo>
                    <a:pt x="8454" y="20"/>
                  </a:lnTo>
                  <a:lnTo>
                    <a:pt x="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29"/>
            <p:cNvSpPr/>
            <p:nvPr/>
          </p:nvSpPr>
          <p:spPr>
            <a:xfrm>
              <a:off x="-813400" y="3369700"/>
              <a:ext cx="247400" cy="321500"/>
            </a:xfrm>
            <a:custGeom>
              <a:rect b="b" l="l" r="r" t="t"/>
              <a:pathLst>
                <a:path extrusionOk="0" h="12860" w="9896">
                  <a:moveTo>
                    <a:pt x="6044" y="1"/>
                  </a:moveTo>
                  <a:lnTo>
                    <a:pt x="5827" y="20"/>
                  </a:lnTo>
                  <a:lnTo>
                    <a:pt x="5709" y="40"/>
                  </a:lnTo>
                  <a:lnTo>
                    <a:pt x="5590" y="99"/>
                  </a:lnTo>
                  <a:lnTo>
                    <a:pt x="5472" y="159"/>
                  </a:lnTo>
                  <a:lnTo>
                    <a:pt x="5333" y="238"/>
                  </a:lnTo>
                  <a:lnTo>
                    <a:pt x="5057" y="455"/>
                  </a:lnTo>
                  <a:lnTo>
                    <a:pt x="4760" y="731"/>
                  </a:lnTo>
                  <a:lnTo>
                    <a:pt x="4464" y="1067"/>
                  </a:lnTo>
                  <a:lnTo>
                    <a:pt x="4148" y="1442"/>
                  </a:lnTo>
                  <a:lnTo>
                    <a:pt x="3832" y="1837"/>
                  </a:lnTo>
                  <a:lnTo>
                    <a:pt x="3496" y="2272"/>
                  </a:lnTo>
                  <a:lnTo>
                    <a:pt x="2884" y="3181"/>
                  </a:lnTo>
                  <a:lnTo>
                    <a:pt x="2291" y="4089"/>
                  </a:lnTo>
                  <a:lnTo>
                    <a:pt x="1798" y="4919"/>
                  </a:lnTo>
                  <a:lnTo>
                    <a:pt x="1403" y="5610"/>
                  </a:lnTo>
                  <a:lnTo>
                    <a:pt x="1225" y="5926"/>
                  </a:lnTo>
                  <a:lnTo>
                    <a:pt x="1067" y="6262"/>
                  </a:lnTo>
                  <a:lnTo>
                    <a:pt x="909" y="6637"/>
                  </a:lnTo>
                  <a:lnTo>
                    <a:pt x="751" y="6993"/>
                  </a:lnTo>
                  <a:lnTo>
                    <a:pt x="613" y="7388"/>
                  </a:lnTo>
                  <a:lnTo>
                    <a:pt x="494" y="7783"/>
                  </a:lnTo>
                  <a:lnTo>
                    <a:pt x="376" y="8178"/>
                  </a:lnTo>
                  <a:lnTo>
                    <a:pt x="257" y="8573"/>
                  </a:lnTo>
                  <a:lnTo>
                    <a:pt x="178" y="8948"/>
                  </a:lnTo>
                  <a:lnTo>
                    <a:pt x="99" y="9343"/>
                  </a:lnTo>
                  <a:lnTo>
                    <a:pt x="40" y="9699"/>
                  </a:lnTo>
                  <a:lnTo>
                    <a:pt x="0" y="10054"/>
                  </a:lnTo>
                  <a:lnTo>
                    <a:pt x="0" y="10390"/>
                  </a:lnTo>
                  <a:lnTo>
                    <a:pt x="0" y="10706"/>
                  </a:lnTo>
                  <a:lnTo>
                    <a:pt x="40" y="10983"/>
                  </a:lnTo>
                  <a:lnTo>
                    <a:pt x="99" y="11220"/>
                  </a:lnTo>
                  <a:lnTo>
                    <a:pt x="138" y="11338"/>
                  </a:lnTo>
                  <a:lnTo>
                    <a:pt x="178" y="11457"/>
                  </a:lnTo>
                  <a:lnTo>
                    <a:pt x="336" y="11694"/>
                  </a:lnTo>
                  <a:lnTo>
                    <a:pt x="534" y="11911"/>
                  </a:lnTo>
                  <a:lnTo>
                    <a:pt x="751" y="12109"/>
                  </a:lnTo>
                  <a:lnTo>
                    <a:pt x="1027" y="12286"/>
                  </a:lnTo>
                  <a:lnTo>
                    <a:pt x="1343" y="12464"/>
                  </a:lnTo>
                  <a:lnTo>
                    <a:pt x="1679" y="12602"/>
                  </a:lnTo>
                  <a:lnTo>
                    <a:pt x="2035" y="12721"/>
                  </a:lnTo>
                  <a:lnTo>
                    <a:pt x="2430" y="12800"/>
                  </a:lnTo>
                  <a:lnTo>
                    <a:pt x="2845" y="12859"/>
                  </a:lnTo>
                  <a:lnTo>
                    <a:pt x="3259" y="12859"/>
                  </a:lnTo>
                  <a:lnTo>
                    <a:pt x="3694" y="12820"/>
                  </a:lnTo>
                  <a:lnTo>
                    <a:pt x="3911" y="12780"/>
                  </a:lnTo>
                  <a:lnTo>
                    <a:pt x="4128" y="12741"/>
                  </a:lnTo>
                  <a:lnTo>
                    <a:pt x="4365" y="12681"/>
                  </a:lnTo>
                  <a:lnTo>
                    <a:pt x="4583" y="12602"/>
                  </a:lnTo>
                  <a:lnTo>
                    <a:pt x="4820" y="12523"/>
                  </a:lnTo>
                  <a:lnTo>
                    <a:pt x="5037" y="12425"/>
                  </a:lnTo>
                  <a:lnTo>
                    <a:pt x="5254" y="12306"/>
                  </a:lnTo>
                  <a:lnTo>
                    <a:pt x="5491" y="12168"/>
                  </a:lnTo>
                  <a:lnTo>
                    <a:pt x="5709" y="12030"/>
                  </a:lnTo>
                  <a:lnTo>
                    <a:pt x="5926" y="11872"/>
                  </a:lnTo>
                  <a:lnTo>
                    <a:pt x="6321" y="11536"/>
                  </a:lnTo>
                  <a:lnTo>
                    <a:pt x="6716" y="11160"/>
                  </a:lnTo>
                  <a:lnTo>
                    <a:pt x="7071" y="10765"/>
                  </a:lnTo>
                  <a:lnTo>
                    <a:pt x="7387" y="10351"/>
                  </a:lnTo>
                  <a:lnTo>
                    <a:pt x="7704" y="9916"/>
                  </a:lnTo>
                  <a:lnTo>
                    <a:pt x="8000" y="9462"/>
                  </a:lnTo>
                  <a:lnTo>
                    <a:pt x="8257" y="9007"/>
                  </a:lnTo>
                  <a:lnTo>
                    <a:pt x="8494" y="8533"/>
                  </a:lnTo>
                  <a:lnTo>
                    <a:pt x="8731" y="8059"/>
                  </a:lnTo>
                  <a:lnTo>
                    <a:pt x="8928" y="7585"/>
                  </a:lnTo>
                  <a:lnTo>
                    <a:pt x="9106" y="7131"/>
                  </a:lnTo>
                  <a:lnTo>
                    <a:pt x="9284" y="6677"/>
                  </a:lnTo>
                  <a:lnTo>
                    <a:pt x="9422" y="6242"/>
                  </a:lnTo>
                  <a:lnTo>
                    <a:pt x="9659" y="5452"/>
                  </a:lnTo>
                  <a:lnTo>
                    <a:pt x="9758" y="5077"/>
                  </a:lnTo>
                  <a:lnTo>
                    <a:pt x="9817" y="4702"/>
                  </a:lnTo>
                  <a:lnTo>
                    <a:pt x="9876" y="4326"/>
                  </a:lnTo>
                  <a:lnTo>
                    <a:pt x="9896" y="3971"/>
                  </a:lnTo>
                  <a:lnTo>
                    <a:pt x="9896" y="3615"/>
                  </a:lnTo>
                  <a:lnTo>
                    <a:pt x="9876" y="3260"/>
                  </a:lnTo>
                  <a:lnTo>
                    <a:pt x="9817" y="2944"/>
                  </a:lnTo>
                  <a:lnTo>
                    <a:pt x="9758" y="2608"/>
                  </a:lnTo>
                  <a:lnTo>
                    <a:pt x="9659" y="2312"/>
                  </a:lnTo>
                  <a:lnTo>
                    <a:pt x="9540" y="2015"/>
                  </a:lnTo>
                  <a:lnTo>
                    <a:pt x="9402" y="1739"/>
                  </a:lnTo>
                  <a:lnTo>
                    <a:pt x="9244" y="1482"/>
                  </a:lnTo>
                  <a:lnTo>
                    <a:pt x="9066" y="1245"/>
                  </a:lnTo>
                  <a:lnTo>
                    <a:pt x="8869" y="1028"/>
                  </a:lnTo>
                  <a:lnTo>
                    <a:pt x="8632" y="830"/>
                  </a:lnTo>
                  <a:lnTo>
                    <a:pt x="8375" y="672"/>
                  </a:lnTo>
                  <a:lnTo>
                    <a:pt x="8118" y="534"/>
                  </a:lnTo>
                  <a:lnTo>
                    <a:pt x="7862" y="415"/>
                  </a:lnTo>
                  <a:lnTo>
                    <a:pt x="7624" y="317"/>
                  </a:lnTo>
                  <a:lnTo>
                    <a:pt x="7387" y="218"/>
                  </a:lnTo>
                  <a:lnTo>
                    <a:pt x="6953" y="99"/>
                  </a:lnTo>
                  <a:lnTo>
                    <a:pt x="6578" y="40"/>
                  </a:lnTo>
                  <a:lnTo>
                    <a:pt x="6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29"/>
            <p:cNvSpPr/>
            <p:nvPr/>
          </p:nvSpPr>
          <p:spPr>
            <a:xfrm>
              <a:off x="-836625" y="3276375"/>
              <a:ext cx="241000" cy="352600"/>
            </a:xfrm>
            <a:custGeom>
              <a:rect b="b" l="l" r="r" t="t"/>
              <a:pathLst>
                <a:path extrusionOk="0" h="14104" w="9640">
                  <a:moveTo>
                    <a:pt x="6025" y="0"/>
                  </a:moveTo>
                  <a:lnTo>
                    <a:pt x="5887" y="20"/>
                  </a:lnTo>
                  <a:lnTo>
                    <a:pt x="5729" y="40"/>
                  </a:lnTo>
                  <a:lnTo>
                    <a:pt x="5591" y="79"/>
                  </a:lnTo>
                  <a:lnTo>
                    <a:pt x="5354" y="158"/>
                  </a:lnTo>
                  <a:lnTo>
                    <a:pt x="5176" y="277"/>
                  </a:lnTo>
                  <a:lnTo>
                    <a:pt x="5018" y="395"/>
                  </a:lnTo>
                  <a:lnTo>
                    <a:pt x="4919" y="514"/>
                  </a:lnTo>
                  <a:lnTo>
                    <a:pt x="4840" y="613"/>
                  </a:lnTo>
                  <a:lnTo>
                    <a:pt x="4781" y="711"/>
                  </a:lnTo>
                  <a:lnTo>
                    <a:pt x="4030" y="2114"/>
                  </a:lnTo>
                  <a:lnTo>
                    <a:pt x="3260" y="3595"/>
                  </a:lnTo>
                  <a:lnTo>
                    <a:pt x="2371" y="5353"/>
                  </a:lnTo>
                  <a:lnTo>
                    <a:pt x="1937" y="6282"/>
                  </a:lnTo>
                  <a:lnTo>
                    <a:pt x="1502" y="7190"/>
                  </a:lnTo>
                  <a:lnTo>
                    <a:pt x="1087" y="8079"/>
                  </a:lnTo>
                  <a:lnTo>
                    <a:pt x="732" y="8928"/>
                  </a:lnTo>
                  <a:lnTo>
                    <a:pt x="435" y="9699"/>
                  </a:lnTo>
                  <a:lnTo>
                    <a:pt x="198" y="10370"/>
                  </a:lnTo>
                  <a:lnTo>
                    <a:pt x="119" y="10647"/>
                  </a:lnTo>
                  <a:lnTo>
                    <a:pt x="60" y="10904"/>
                  </a:lnTo>
                  <a:lnTo>
                    <a:pt x="21" y="11141"/>
                  </a:lnTo>
                  <a:lnTo>
                    <a:pt x="1" y="11318"/>
                  </a:lnTo>
                  <a:lnTo>
                    <a:pt x="21" y="11634"/>
                  </a:lnTo>
                  <a:lnTo>
                    <a:pt x="60" y="11911"/>
                  </a:lnTo>
                  <a:lnTo>
                    <a:pt x="119" y="12168"/>
                  </a:lnTo>
                  <a:lnTo>
                    <a:pt x="198" y="12405"/>
                  </a:lnTo>
                  <a:lnTo>
                    <a:pt x="297" y="12602"/>
                  </a:lnTo>
                  <a:lnTo>
                    <a:pt x="396" y="12780"/>
                  </a:lnTo>
                  <a:lnTo>
                    <a:pt x="514" y="12938"/>
                  </a:lnTo>
                  <a:lnTo>
                    <a:pt x="653" y="13096"/>
                  </a:lnTo>
                  <a:lnTo>
                    <a:pt x="791" y="13215"/>
                  </a:lnTo>
                  <a:lnTo>
                    <a:pt x="949" y="13333"/>
                  </a:lnTo>
                  <a:lnTo>
                    <a:pt x="1107" y="13432"/>
                  </a:lnTo>
                  <a:lnTo>
                    <a:pt x="1265" y="13531"/>
                  </a:lnTo>
                  <a:lnTo>
                    <a:pt x="1601" y="13708"/>
                  </a:lnTo>
                  <a:lnTo>
                    <a:pt x="1937" y="13847"/>
                  </a:lnTo>
                  <a:lnTo>
                    <a:pt x="2114" y="13926"/>
                  </a:lnTo>
                  <a:lnTo>
                    <a:pt x="2312" y="13985"/>
                  </a:lnTo>
                  <a:lnTo>
                    <a:pt x="2509" y="14044"/>
                  </a:lnTo>
                  <a:lnTo>
                    <a:pt x="2727" y="14084"/>
                  </a:lnTo>
                  <a:lnTo>
                    <a:pt x="2964" y="14103"/>
                  </a:lnTo>
                  <a:lnTo>
                    <a:pt x="3477" y="14103"/>
                  </a:lnTo>
                  <a:lnTo>
                    <a:pt x="3734" y="14064"/>
                  </a:lnTo>
                  <a:lnTo>
                    <a:pt x="4011" y="14024"/>
                  </a:lnTo>
                  <a:lnTo>
                    <a:pt x="4287" y="13945"/>
                  </a:lnTo>
                  <a:lnTo>
                    <a:pt x="4583" y="13847"/>
                  </a:lnTo>
                  <a:lnTo>
                    <a:pt x="4880" y="13728"/>
                  </a:lnTo>
                  <a:lnTo>
                    <a:pt x="5176" y="13570"/>
                  </a:lnTo>
                  <a:lnTo>
                    <a:pt x="5472" y="13392"/>
                  </a:lnTo>
                  <a:lnTo>
                    <a:pt x="5768" y="13195"/>
                  </a:lnTo>
                  <a:lnTo>
                    <a:pt x="6065" y="12958"/>
                  </a:lnTo>
                  <a:lnTo>
                    <a:pt x="6361" y="12681"/>
                  </a:lnTo>
                  <a:lnTo>
                    <a:pt x="6618" y="12405"/>
                  </a:lnTo>
                  <a:lnTo>
                    <a:pt x="6875" y="12108"/>
                  </a:lnTo>
                  <a:lnTo>
                    <a:pt x="7131" y="11792"/>
                  </a:lnTo>
                  <a:lnTo>
                    <a:pt x="7368" y="11457"/>
                  </a:lnTo>
                  <a:lnTo>
                    <a:pt x="7586" y="11121"/>
                  </a:lnTo>
                  <a:lnTo>
                    <a:pt x="7783" y="10765"/>
                  </a:lnTo>
                  <a:lnTo>
                    <a:pt x="7981" y="10390"/>
                  </a:lnTo>
                  <a:lnTo>
                    <a:pt x="8178" y="10015"/>
                  </a:lnTo>
                  <a:lnTo>
                    <a:pt x="8356" y="9620"/>
                  </a:lnTo>
                  <a:lnTo>
                    <a:pt x="8692" y="8810"/>
                  </a:lnTo>
                  <a:lnTo>
                    <a:pt x="9008" y="7980"/>
                  </a:lnTo>
                  <a:lnTo>
                    <a:pt x="9304" y="7111"/>
                  </a:lnTo>
                  <a:lnTo>
                    <a:pt x="9442" y="6677"/>
                  </a:lnTo>
                  <a:lnTo>
                    <a:pt x="9541" y="6262"/>
                  </a:lnTo>
                  <a:lnTo>
                    <a:pt x="9600" y="5867"/>
                  </a:lnTo>
                  <a:lnTo>
                    <a:pt x="9640" y="5472"/>
                  </a:lnTo>
                  <a:lnTo>
                    <a:pt x="9640" y="5096"/>
                  </a:lnTo>
                  <a:lnTo>
                    <a:pt x="9620" y="4721"/>
                  </a:lnTo>
                  <a:lnTo>
                    <a:pt x="9581" y="4385"/>
                  </a:lnTo>
                  <a:lnTo>
                    <a:pt x="9502" y="4030"/>
                  </a:lnTo>
                  <a:lnTo>
                    <a:pt x="9423" y="3714"/>
                  </a:lnTo>
                  <a:lnTo>
                    <a:pt x="9324" y="3378"/>
                  </a:lnTo>
                  <a:lnTo>
                    <a:pt x="9205" y="3082"/>
                  </a:lnTo>
                  <a:lnTo>
                    <a:pt x="9087" y="2785"/>
                  </a:lnTo>
                  <a:lnTo>
                    <a:pt x="8949" y="2489"/>
                  </a:lnTo>
                  <a:lnTo>
                    <a:pt x="8791" y="2213"/>
                  </a:lnTo>
                  <a:lnTo>
                    <a:pt x="8474" y="1699"/>
                  </a:lnTo>
                  <a:lnTo>
                    <a:pt x="8316" y="1462"/>
                  </a:lnTo>
                  <a:lnTo>
                    <a:pt x="8158" y="1245"/>
                  </a:lnTo>
                  <a:lnTo>
                    <a:pt x="8000" y="1047"/>
                  </a:lnTo>
                  <a:lnTo>
                    <a:pt x="7823" y="869"/>
                  </a:lnTo>
                  <a:lnTo>
                    <a:pt x="7665" y="711"/>
                  </a:lnTo>
                  <a:lnTo>
                    <a:pt x="7507" y="553"/>
                  </a:lnTo>
                  <a:lnTo>
                    <a:pt x="7329" y="435"/>
                  </a:lnTo>
                  <a:lnTo>
                    <a:pt x="7171" y="316"/>
                  </a:lnTo>
                  <a:lnTo>
                    <a:pt x="7013" y="237"/>
                  </a:lnTo>
                  <a:lnTo>
                    <a:pt x="6835" y="158"/>
                  </a:lnTo>
                  <a:lnTo>
                    <a:pt x="6677" y="99"/>
                  </a:lnTo>
                  <a:lnTo>
                    <a:pt x="6519" y="60"/>
                  </a:lnTo>
                  <a:lnTo>
                    <a:pt x="6361" y="20"/>
                  </a:lnTo>
                  <a:lnTo>
                    <a:pt x="6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29"/>
            <p:cNvSpPr/>
            <p:nvPr/>
          </p:nvSpPr>
          <p:spPr>
            <a:xfrm>
              <a:off x="-826250" y="3285750"/>
              <a:ext cx="215325" cy="330875"/>
            </a:xfrm>
            <a:custGeom>
              <a:rect b="b" l="l" r="r" t="t"/>
              <a:pathLst>
                <a:path extrusionOk="0" h="13235" w="8613">
                  <a:moveTo>
                    <a:pt x="5511" y="1"/>
                  </a:moveTo>
                  <a:lnTo>
                    <a:pt x="5353" y="20"/>
                  </a:lnTo>
                  <a:lnTo>
                    <a:pt x="5215" y="60"/>
                  </a:lnTo>
                  <a:lnTo>
                    <a:pt x="5097" y="99"/>
                  </a:lnTo>
                  <a:lnTo>
                    <a:pt x="4998" y="139"/>
                  </a:lnTo>
                  <a:lnTo>
                    <a:pt x="4899" y="198"/>
                  </a:lnTo>
                  <a:lnTo>
                    <a:pt x="4820" y="277"/>
                  </a:lnTo>
                  <a:lnTo>
                    <a:pt x="4682" y="396"/>
                  </a:lnTo>
                  <a:lnTo>
                    <a:pt x="4603" y="514"/>
                  </a:lnTo>
                  <a:lnTo>
                    <a:pt x="4544" y="652"/>
                  </a:lnTo>
                  <a:lnTo>
                    <a:pt x="4050" y="1541"/>
                  </a:lnTo>
                  <a:lnTo>
                    <a:pt x="2884" y="3615"/>
                  </a:lnTo>
                  <a:lnTo>
                    <a:pt x="2213" y="4820"/>
                  </a:lnTo>
                  <a:lnTo>
                    <a:pt x="1601" y="5986"/>
                  </a:lnTo>
                  <a:lnTo>
                    <a:pt x="1087" y="6973"/>
                  </a:lnTo>
                  <a:lnTo>
                    <a:pt x="890" y="7388"/>
                  </a:lnTo>
                  <a:lnTo>
                    <a:pt x="751" y="7724"/>
                  </a:lnTo>
                  <a:lnTo>
                    <a:pt x="534" y="8297"/>
                  </a:lnTo>
                  <a:lnTo>
                    <a:pt x="336" y="8889"/>
                  </a:lnTo>
                  <a:lnTo>
                    <a:pt x="178" y="9501"/>
                  </a:lnTo>
                  <a:lnTo>
                    <a:pt x="60" y="10074"/>
                  </a:lnTo>
                  <a:lnTo>
                    <a:pt x="20" y="10351"/>
                  </a:lnTo>
                  <a:lnTo>
                    <a:pt x="1" y="10627"/>
                  </a:lnTo>
                  <a:lnTo>
                    <a:pt x="1" y="10884"/>
                  </a:lnTo>
                  <a:lnTo>
                    <a:pt x="20" y="11141"/>
                  </a:lnTo>
                  <a:lnTo>
                    <a:pt x="40" y="11378"/>
                  </a:lnTo>
                  <a:lnTo>
                    <a:pt x="99" y="11595"/>
                  </a:lnTo>
                  <a:lnTo>
                    <a:pt x="159" y="11773"/>
                  </a:lnTo>
                  <a:lnTo>
                    <a:pt x="257" y="11951"/>
                  </a:lnTo>
                  <a:lnTo>
                    <a:pt x="376" y="12128"/>
                  </a:lnTo>
                  <a:lnTo>
                    <a:pt x="534" y="12286"/>
                  </a:lnTo>
                  <a:lnTo>
                    <a:pt x="712" y="12444"/>
                  </a:lnTo>
                  <a:lnTo>
                    <a:pt x="909" y="12603"/>
                  </a:lnTo>
                  <a:lnTo>
                    <a:pt x="1127" y="12741"/>
                  </a:lnTo>
                  <a:lnTo>
                    <a:pt x="1364" y="12859"/>
                  </a:lnTo>
                  <a:lnTo>
                    <a:pt x="1640" y="12978"/>
                  </a:lnTo>
                  <a:lnTo>
                    <a:pt x="1917" y="13077"/>
                  </a:lnTo>
                  <a:lnTo>
                    <a:pt x="2213" y="13156"/>
                  </a:lnTo>
                  <a:lnTo>
                    <a:pt x="2509" y="13195"/>
                  </a:lnTo>
                  <a:lnTo>
                    <a:pt x="2825" y="13235"/>
                  </a:lnTo>
                  <a:lnTo>
                    <a:pt x="3141" y="13215"/>
                  </a:lnTo>
                  <a:lnTo>
                    <a:pt x="3477" y="13195"/>
                  </a:lnTo>
                  <a:lnTo>
                    <a:pt x="3813" y="13116"/>
                  </a:lnTo>
                  <a:lnTo>
                    <a:pt x="4168" y="12998"/>
                  </a:lnTo>
                  <a:lnTo>
                    <a:pt x="4504" y="12859"/>
                  </a:lnTo>
                  <a:lnTo>
                    <a:pt x="4840" y="12662"/>
                  </a:lnTo>
                  <a:lnTo>
                    <a:pt x="5156" y="12444"/>
                  </a:lnTo>
                  <a:lnTo>
                    <a:pt x="5452" y="12188"/>
                  </a:lnTo>
                  <a:lnTo>
                    <a:pt x="5729" y="11931"/>
                  </a:lnTo>
                  <a:lnTo>
                    <a:pt x="5986" y="11635"/>
                  </a:lnTo>
                  <a:lnTo>
                    <a:pt x="6223" y="11319"/>
                  </a:lnTo>
                  <a:lnTo>
                    <a:pt x="6440" y="11003"/>
                  </a:lnTo>
                  <a:lnTo>
                    <a:pt x="6657" y="10667"/>
                  </a:lnTo>
                  <a:lnTo>
                    <a:pt x="6855" y="10331"/>
                  </a:lnTo>
                  <a:lnTo>
                    <a:pt x="7032" y="9975"/>
                  </a:lnTo>
                  <a:lnTo>
                    <a:pt x="7368" y="9284"/>
                  </a:lnTo>
                  <a:lnTo>
                    <a:pt x="7645" y="8632"/>
                  </a:lnTo>
                  <a:lnTo>
                    <a:pt x="7901" y="8020"/>
                  </a:lnTo>
                  <a:lnTo>
                    <a:pt x="8119" y="7427"/>
                  </a:lnTo>
                  <a:lnTo>
                    <a:pt x="8297" y="6815"/>
                  </a:lnTo>
                  <a:lnTo>
                    <a:pt x="8455" y="6183"/>
                  </a:lnTo>
                  <a:lnTo>
                    <a:pt x="8514" y="5867"/>
                  </a:lnTo>
                  <a:lnTo>
                    <a:pt x="8553" y="5551"/>
                  </a:lnTo>
                  <a:lnTo>
                    <a:pt x="8593" y="5215"/>
                  </a:lnTo>
                  <a:lnTo>
                    <a:pt x="8613" y="4899"/>
                  </a:lnTo>
                  <a:lnTo>
                    <a:pt x="8613" y="4583"/>
                  </a:lnTo>
                  <a:lnTo>
                    <a:pt x="8613" y="4267"/>
                  </a:lnTo>
                  <a:lnTo>
                    <a:pt x="8573" y="3971"/>
                  </a:lnTo>
                  <a:lnTo>
                    <a:pt x="8534" y="3655"/>
                  </a:lnTo>
                  <a:lnTo>
                    <a:pt x="8474" y="3339"/>
                  </a:lnTo>
                  <a:lnTo>
                    <a:pt x="8395" y="3042"/>
                  </a:lnTo>
                  <a:lnTo>
                    <a:pt x="8297" y="2746"/>
                  </a:lnTo>
                  <a:lnTo>
                    <a:pt x="8198" y="2470"/>
                  </a:lnTo>
                  <a:lnTo>
                    <a:pt x="8079" y="2193"/>
                  </a:lnTo>
                  <a:lnTo>
                    <a:pt x="7961" y="1936"/>
                  </a:lnTo>
                  <a:lnTo>
                    <a:pt x="7822" y="1680"/>
                  </a:lnTo>
                  <a:lnTo>
                    <a:pt x="7664" y="1443"/>
                  </a:lnTo>
                  <a:lnTo>
                    <a:pt x="7506" y="1225"/>
                  </a:lnTo>
                  <a:lnTo>
                    <a:pt x="7348" y="1028"/>
                  </a:lnTo>
                  <a:lnTo>
                    <a:pt x="7190" y="830"/>
                  </a:lnTo>
                  <a:lnTo>
                    <a:pt x="7013" y="652"/>
                  </a:lnTo>
                  <a:lnTo>
                    <a:pt x="6835" y="494"/>
                  </a:lnTo>
                  <a:lnTo>
                    <a:pt x="6657" y="376"/>
                  </a:lnTo>
                  <a:lnTo>
                    <a:pt x="6460" y="257"/>
                  </a:lnTo>
                  <a:lnTo>
                    <a:pt x="6262" y="159"/>
                  </a:lnTo>
                  <a:lnTo>
                    <a:pt x="6065" y="80"/>
                  </a:lnTo>
                  <a:lnTo>
                    <a:pt x="5867" y="40"/>
                  </a:lnTo>
                  <a:lnTo>
                    <a:pt x="5689" y="20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29"/>
            <p:cNvSpPr/>
            <p:nvPr/>
          </p:nvSpPr>
          <p:spPr>
            <a:xfrm>
              <a:off x="-911675" y="3264025"/>
              <a:ext cx="249900" cy="354575"/>
            </a:xfrm>
            <a:custGeom>
              <a:rect b="b" l="l" r="r" t="t"/>
              <a:pathLst>
                <a:path extrusionOk="0" h="14183" w="9996">
                  <a:moveTo>
                    <a:pt x="5808" y="1"/>
                  </a:moveTo>
                  <a:lnTo>
                    <a:pt x="5689" y="20"/>
                  </a:lnTo>
                  <a:lnTo>
                    <a:pt x="5571" y="40"/>
                  </a:lnTo>
                  <a:lnTo>
                    <a:pt x="5452" y="99"/>
                  </a:lnTo>
                  <a:lnTo>
                    <a:pt x="5215" y="198"/>
                  </a:lnTo>
                  <a:lnTo>
                    <a:pt x="5018" y="336"/>
                  </a:lnTo>
                  <a:lnTo>
                    <a:pt x="4860" y="494"/>
                  </a:lnTo>
                  <a:lnTo>
                    <a:pt x="4721" y="613"/>
                  </a:lnTo>
                  <a:lnTo>
                    <a:pt x="4623" y="731"/>
                  </a:lnTo>
                  <a:lnTo>
                    <a:pt x="4010" y="1956"/>
                  </a:lnTo>
                  <a:lnTo>
                    <a:pt x="2647" y="4741"/>
                  </a:lnTo>
                  <a:lnTo>
                    <a:pt x="1877" y="6341"/>
                  </a:lnTo>
                  <a:lnTo>
                    <a:pt x="1166" y="7862"/>
                  </a:lnTo>
                  <a:lnTo>
                    <a:pt x="593" y="9146"/>
                  </a:lnTo>
                  <a:lnTo>
                    <a:pt x="396" y="9659"/>
                  </a:lnTo>
                  <a:lnTo>
                    <a:pt x="257" y="10054"/>
                  </a:lnTo>
                  <a:lnTo>
                    <a:pt x="178" y="10370"/>
                  </a:lnTo>
                  <a:lnTo>
                    <a:pt x="99" y="10686"/>
                  </a:lnTo>
                  <a:lnTo>
                    <a:pt x="40" y="10983"/>
                  </a:lnTo>
                  <a:lnTo>
                    <a:pt x="20" y="11259"/>
                  </a:lnTo>
                  <a:lnTo>
                    <a:pt x="1" y="11516"/>
                  </a:lnTo>
                  <a:lnTo>
                    <a:pt x="1" y="11773"/>
                  </a:lnTo>
                  <a:lnTo>
                    <a:pt x="20" y="12010"/>
                  </a:lnTo>
                  <a:lnTo>
                    <a:pt x="60" y="12227"/>
                  </a:lnTo>
                  <a:lnTo>
                    <a:pt x="139" y="12444"/>
                  </a:lnTo>
                  <a:lnTo>
                    <a:pt x="218" y="12642"/>
                  </a:lnTo>
                  <a:lnTo>
                    <a:pt x="317" y="12839"/>
                  </a:lnTo>
                  <a:lnTo>
                    <a:pt x="435" y="13017"/>
                  </a:lnTo>
                  <a:lnTo>
                    <a:pt x="573" y="13175"/>
                  </a:lnTo>
                  <a:lnTo>
                    <a:pt x="731" y="13333"/>
                  </a:lnTo>
                  <a:lnTo>
                    <a:pt x="929" y="13491"/>
                  </a:lnTo>
                  <a:lnTo>
                    <a:pt x="1126" y="13630"/>
                  </a:lnTo>
                  <a:lnTo>
                    <a:pt x="1344" y="13748"/>
                  </a:lnTo>
                  <a:lnTo>
                    <a:pt x="1581" y="13867"/>
                  </a:lnTo>
                  <a:lnTo>
                    <a:pt x="1837" y="13965"/>
                  </a:lnTo>
                  <a:lnTo>
                    <a:pt x="2114" y="14044"/>
                  </a:lnTo>
                  <a:lnTo>
                    <a:pt x="2391" y="14104"/>
                  </a:lnTo>
                  <a:lnTo>
                    <a:pt x="2687" y="14163"/>
                  </a:lnTo>
                  <a:lnTo>
                    <a:pt x="2983" y="14183"/>
                  </a:lnTo>
                  <a:lnTo>
                    <a:pt x="3279" y="14183"/>
                  </a:lnTo>
                  <a:lnTo>
                    <a:pt x="3615" y="14163"/>
                  </a:lnTo>
                  <a:lnTo>
                    <a:pt x="3931" y="14104"/>
                  </a:lnTo>
                  <a:lnTo>
                    <a:pt x="4247" y="14044"/>
                  </a:lnTo>
                  <a:lnTo>
                    <a:pt x="4583" y="13946"/>
                  </a:lnTo>
                  <a:lnTo>
                    <a:pt x="4919" y="13807"/>
                  </a:lnTo>
                  <a:lnTo>
                    <a:pt x="5255" y="13649"/>
                  </a:lnTo>
                  <a:lnTo>
                    <a:pt x="5590" y="13452"/>
                  </a:lnTo>
                  <a:lnTo>
                    <a:pt x="5906" y="13234"/>
                  </a:lnTo>
                  <a:lnTo>
                    <a:pt x="6242" y="12997"/>
                  </a:lnTo>
                  <a:lnTo>
                    <a:pt x="6538" y="12721"/>
                  </a:lnTo>
                  <a:lnTo>
                    <a:pt x="6815" y="12444"/>
                  </a:lnTo>
                  <a:lnTo>
                    <a:pt x="7092" y="12148"/>
                  </a:lnTo>
                  <a:lnTo>
                    <a:pt x="7348" y="11832"/>
                  </a:lnTo>
                  <a:lnTo>
                    <a:pt x="7585" y="11516"/>
                  </a:lnTo>
                  <a:lnTo>
                    <a:pt x="7822" y="11161"/>
                  </a:lnTo>
                  <a:lnTo>
                    <a:pt x="8040" y="10805"/>
                  </a:lnTo>
                  <a:lnTo>
                    <a:pt x="8257" y="10449"/>
                  </a:lnTo>
                  <a:lnTo>
                    <a:pt x="8454" y="10074"/>
                  </a:lnTo>
                  <a:lnTo>
                    <a:pt x="8830" y="9284"/>
                  </a:lnTo>
                  <a:lnTo>
                    <a:pt x="9185" y="8454"/>
                  </a:lnTo>
                  <a:lnTo>
                    <a:pt x="9521" y="7585"/>
                  </a:lnTo>
                  <a:lnTo>
                    <a:pt x="9679" y="7131"/>
                  </a:lnTo>
                  <a:lnTo>
                    <a:pt x="9798" y="6697"/>
                  </a:lnTo>
                  <a:lnTo>
                    <a:pt x="9896" y="6282"/>
                  </a:lnTo>
                  <a:lnTo>
                    <a:pt x="9956" y="5867"/>
                  </a:lnTo>
                  <a:lnTo>
                    <a:pt x="9995" y="5472"/>
                  </a:lnTo>
                  <a:lnTo>
                    <a:pt x="9995" y="5077"/>
                  </a:lnTo>
                  <a:lnTo>
                    <a:pt x="9975" y="4682"/>
                  </a:lnTo>
                  <a:lnTo>
                    <a:pt x="9936" y="4307"/>
                  </a:lnTo>
                  <a:lnTo>
                    <a:pt x="9877" y="3951"/>
                  </a:lnTo>
                  <a:lnTo>
                    <a:pt x="9798" y="3595"/>
                  </a:lnTo>
                  <a:lnTo>
                    <a:pt x="9679" y="3260"/>
                  </a:lnTo>
                  <a:lnTo>
                    <a:pt x="9541" y="2924"/>
                  </a:lnTo>
                  <a:lnTo>
                    <a:pt x="9403" y="2608"/>
                  </a:lnTo>
                  <a:lnTo>
                    <a:pt x="9225" y="2292"/>
                  </a:lnTo>
                  <a:lnTo>
                    <a:pt x="9027" y="1996"/>
                  </a:lnTo>
                  <a:lnTo>
                    <a:pt x="8830" y="1719"/>
                  </a:lnTo>
                  <a:lnTo>
                    <a:pt x="8612" y="1462"/>
                  </a:lnTo>
                  <a:lnTo>
                    <a:pt x="8395" y="1225"/>
                  </a:lnTo>
                  <a:lnTo>
                    <a:pt x="8178" y="1028"/>
                  </a:lnTo>
                  <a:lnTo>
                    <a:pt x="7961" y="830"/>
                  </a:lnTo>
                  <a:lnTo>
                    <a:pt x="7763" y="692"/>
                  </a:lnTo>
                  <a:lnTo>
                    <a:pt x="7566" y="554"/>
                  </a:lnTo>
                  <a:lnTo>
                    <a:pt x="7368" y="435"/>
                  </a:lnTo>
                  <a:lnTo>
                    <a:pt x="7190" y="336"/>
                  </a:lnTo>
                  <a:lnTo>
                    <a:pt x="6835" y="198"/>
                  </a:lnTo>
                  <a:lnTo>
                    <a:pt x="6499" y="99"/>
                  </a:lnTo>
                  <a:lnTo>
                    <a:pt x="6203" y="40"/>
                  </a:lnTo>
                  <a:lnTo>
                    <a:pt x="5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29"/>
            <p:cNvSpPr/>
            <p:nvPr/>
          </p:nvSpPr>
          <p:spPr>
            <a:xfrm>
              <a:off x="-899325" y="3276875"/>
              <a:ext cx="221250" cy="328400"/>
            </a:xfrm>
            <a:custGeom>
              <a:rect b="b" l="l" r="r" t="t"/>
              <a:pathLst>
                <a:path extrusionOk="0" h="13136" w="8850">
                  <a:moveTo>
                    <a:pt x="5274" y="0"/>
                  </a:moveTo>
                  <a:lnTo>
                    <a:pt x="5136" y="40"/>
                  </a:lnTo>
                  <a:lnTo>
                    <a:pt x="5017" y="79"/>
                  </a:lnTo>
                  <a:lnTo>
                    <a:pt x="4899" y="138"/>
                  </a:lnTo>
                  <a:lnTo>
                    <a:pt x="4721" y="257"/>
                  </a:lnTo>
                  <a:lnTo>
                    <a:pt x="4583" y="375"/>
                  </a:lnTo>
                  <a:lnTo>
                    <a:pt x="4464" y="494"/>
                  </a:lnTo>
                  <a:lnTo>
                    <a:pt x="4385" y="612"/>
                  </a:lnTo>
                  <a:lnTo>
                    <a:pt x="3773" y="1936"/>
                  </a:lnTo>
                  <a:lnTo>
                    <a:pt x="2390" y="4938"/>
                  </a:lnTo>
                  <a:lnTo>
                    <a:pt x="1620" y="6597"/>
                  </a:lnTo>
                  <a:lnTo>
                    <a:pt x="929" y="8118"/>
                  </a:lnTo>
                  <a:lnTo>
                    <a:pt x="415" y="9323"/>
                  </a:lnTo>
                  <a:lnTo>
                    <a:pt x="237" y="9758"/>
                  </a:lnTo>
                  <a:lnTo>
                    <a:pt x="139" y="10034"/>
                  </a:lnTo>
                  <a:lnTo>
                    <a:pt x="79" y="10232"/>
                  </a:lnTo>
                  <a:lnTo>
                    <a:pt x="40" y="10429"/>
                  </a:lnTo>
                  <a:lnTo>
                    <a:pt x="20" y="10647"/>
                  </a:lnTo>
                  <a:lnTo>
                    <a:pt x="0" y="10844"/>
                  </a:lnTo>
                  <a:lnTo>
                    <a:pt x="0" y="11061"/>
                  </a:lnTo>
                  <a:lnTo>
                    <a:pt x="20" y="11259"/>
                  </a:lnTo>
                  <a:lnTo>
                    <a:pt x="40" y="11456"/>
                  </a:lnTo>
                  <a:lnTo>
                    <a:pt x="79" y="11654"/>
                  </a:lnTo>
                  <a:lnTo>
                    <a:pt x="139" y="11851"/>
                  </a:lnTo>
                  <a:lnTo>
                    <a:pt x="218" y="12029"/>
                  </a:lnTo>
                  <a:lnTo>
                    <a:pt x="297" y="12187"/>
                  </a:lnTo>
                  <a:lnTo>
                    <a:pt x="415" y="12345"/>
                  </a:lnTo>
                  <a:lnTo>
                    <a:pt x="534" y="12483"/>
                  </a:lnTo>
                  <a:lnTo>
                    <a:pt x="672" y="12622"/>
                  </a:lnTo>
                  <a:lnTo>
                    <a:pt x="850" y="12720"/>
                  </a:lnTo>
                  <a:lnTo>
                    <a:pt x="1027" y="12799"/>
                  </a:lnTo>
                  <a:lnTo>
                    <a:pt x="1423" y="12938"/>
                  </a:lnTo>
                  <a:lnTo>
                    <a:pt x="1877" y="13037"/>
                  </a:lnTo>
                  <a:lnTo>
                    <a:pt x="2351" y="13116"/>
                  </a:lnTo>
                  <a:lnTo>
                    <a:pt x="2845" y="13135"/>
                  </a:lnTo>
                  <a:lnTo>
                    <a:pt x="3101" y="13135"/>
                  </a:lnTo>
                  <a:lnTo>
                    <a:pt x="3338" y="13116"/>
                  </a:lnTo>
                  <a:lnTo>
                    <a:pt x="3575" y="13076"/>
                  </a:lnTo>
                  <a:lnTo>
                    <a:pt x="3813" y="13017"/>
                  </a:lnTo>
                  <a:lnTo>
                    <a:pt x="4050" y="12958"/>
                  </a:lnTo>
                  <a:lnTo>
                    <a:pt x="4287" y="12878"/>
                  </a:lnTo>
                  <a:lnTo>
                    <a:pt x="4504" y="12799"/>
                  </a:lnTo>
                  <a:lnTo>
                    <a:pt x="4721" y="12681"/>
                  </a:lnTo>
                  <a:lnTo>
                    <a:pt x="4919" y="12543"/>
                  </a:lnTo>
                  <a:lnTo>
                    <a:pt x="5136" y="12385"/>
                  </a:lnTo>
                  <a:lnTo>
                    <a:pt x="5353" y="12227"/>
                  </a:lnTo>
                  <a:lnTo>
                    <a:pt x="5570" y="12029"/>
                  </a:lnTo>
                  <a:lnTo>
                    <a:pt x="5807" y="11812"/>
                  </a:lnTo>
                  <a:lnTo>
                    <a:pt x="6025" y="11575"/>
                  </a:lnTo>
                  <a:lnTo>
                    <a:pt x="6262" y="11318"/>
                  </a:lnTo>
                  <a:lnTo>
                    <a:pt x="6479" y="11042"/>
                  </a:lnTo>
                  <a:lnTo>
                    <a:pt x="6696" y="10745"/>
                  </a:lnTo>
                  <a:lnTo>
                    <a:pt x="6914" y="10429"/>
                  </a:lnTo>
                  <a:lnTo>
                    <a:pt x="7111" y="10113"/>
                  </a:lnTo>
                  <a:lnTo>
                    <a:pt x="7328" y="9758"/>
                  </a:lnTo>
                  <a:lnTo>
                    <a:pt x="7506" y="9402"/>
                  </a:lnTo>
                  <a:lnTo>
                    <a:pt x="7684" y="9027"/>
                  </a:lnTo>
                  <a:lnTo>
                    <a:pt x="7862" y="8632"/>
                  </a:lnTo>
                  <a:lnTo>
                    <a:pt x="8020" y="8217"/>
                  </a:lnTo>
                  <a:lnTo>
                    <a:pt x="8276" y="7447"/>
                  </a:lnTo>
                  <a:lnTo>
                    <a:pt x="8494" y="6736"/>
                  </a:lnTo>
                  <a:lnTo>
                    <a:pt x="8672" y="6104"/>
                  </a:lnTo>
                  <a:lnTo>
                    <a:pt x="8770" y="5491"/>
                  </a:lnTo>
                  <a:lnTo>
                    <a:pt x="8810" y="5195"/>
                  </a:lnTo>
                  <a:lnTo>
                    <a:pt x="8849" y="4918"/>
                  </a:lnTo>
                  <a:lnTo>
                    <a:pt x="8849" y="4622"/>
                  </a:lnTo>
                  <a:lnTo>
                    <a:pt x="8849" y="4326"/>
                  </a:lnTo>
                  <a:lnTo>
                    <a:pt x="8830" y="4030"/>
                  </a:lnTo>
                  <a:lnTo>
                    <a:pt x="8810" y="3733"/>
                  </a:lnTo>
                  <a:lnTo>
                    <a:pt x="8691" y="3081"/>
                  </a:lnTo>
                  <a:lnTo>
                    <a:pt x="8612" y="2765"/>
                  </a:lnTo>
                  <a:lnTo>
                    <a:pt x="8513" y="2449"/>
                  </a:lnTo>
                  <a:lnTo>
                    <a:pt x="8375" y="2153"/>
                  </a:lnTo>
                  <a:lnTo>
                    <a:pt x="8217" y="1877"/>
                  </a:lnTo>
                  <a:lnTo>
                    <a:pt x="8039" y="1620"/>
                  </a:lnTo>
                  <a:lnTo>
                    <a:pt x="7842" y="1363"/>
                  </a:lnTo>
                  <a:lnTo>
                    <a:pt x="7625" y="1146"/>
                  </a:lnTo>
                  <a:lnTo>
                    <a:pt x="7407" y="928"/>
                  </a:lnTo>
                  <a:lnTo>
                    <a:pt x="7190" y="751"/>
                  </a:lnTo>
                  <a:lnTo>
                    <a:pt x="6973" y="593"/>
                  </a:lnTo>
                  <a:lnTo>
                    <a:pt x="6736" y="435"/>
                  </a:lnTo>
                  <a:lnTo>
                    <a:pt x="6519" y="316"/>
                  </a:lnTo>
                  <a:lnTo>
                    <a:pt x="6301" y="198"/>
                  </a:lnTo>
                  <a:lnTo>
                    <a:pt x="6084" y="119"/>
                  </a:lnTo>
                  <a:lnTo>
                    <a:pt x="5906" y="59"/>
                  </a:lnTo>
                  <a:lnTo>
                    <a:pt x="5728" y="2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29"/>
            <p:cNvSpPr/>
            <p:nvPr/>
          </p:nvSpPr>
          <p:spPr>
            <a:xfrm>
              <a:off x="-1012900" y="3249225"/>
              <a:ext cx="277050" cy="358025"/>
            </a:xfrm>
            <a:custGeom>
              <a:rect b="b" l="l" r="r" t="t"/>
              <a:pathLst>
                <a:path extrusionOk="0" h="14321" w="11082">
                  <a:moveTo>
                    <a:pt x="6894" y="0"/>
                  </a:moveTo>
                  <a:lnTo>
                    <a:pt x="6716" y="20"/>
                  </a:lnTo>
                  <a:lnTo>
                    <a:pt x="6538" y="59"/>
                  </a:lnTo>
                  <a:lnTo>
                    <a:pt x="6440" y="119"/>
                  </a:lnTo>
                  <a:lnTo>
                    <a:pt x="6321" y="217"/>
                  </a:lnTo>
                  <a:lnTo>
                    <a:pt x="6183" y="356"/>
                  </a:lnTo>
                  <a:lnTo>
                    <a:pt x="6025" y="533"/>
                  </a:lnTo>
                  <a:lnTo>
                    <a:pt x="5669" y="1007"/>
                  </a:lnTo>
                  <a:lnTo>
                    <a:pt x="5254" y="1620"/>
                  </a:lnTo>
                  <a:lnTo>
                    <a:pt x="4780" y="2311"/>
                  </a:lnTo>
                  <a:lnTo>
                    <a:pt x="4287" y="3081"/>
                  </a:lnTo>
                  <a:lnTo>
                    <a:pt x="3279" y="4741"/>
                  </a:lnTo>
                  <a:lnTo>
                    <a:pt x="2311" y="6400"/>
                  </a:lnTo>
                  <a:lnTo>
                    <a:pt x="1482" y="7822"/>
                  </a:lnTo>
                  <a:lnTo>
                    <a:pt x="711" y="9204"/>
                  </a:lnTo>
                  <a:lnTo>
                    <a:pt x="652" y="9264"/>
                  </a:lnTo>
                  <a:lnTo>
                    <a:pt x="514" y="9461"/>
                  </a:lnTo>
                  <a:lnTo>
                    <a:pt x="336" y="9758"/>
                  </a:lnTo>
                  <a:lnTo>
                    <a:pt x="257" y="9935"/>
                  </a:lnTo>
                  <a:lnTo>
                    <a:pt x="178" y="10133"/>
                  </a:lnTo>
                  <a:lnTo>
                    <a:pt x="99" y="10350"/>
                  </a:lnTo>
                  <a:lnTo>
                    <a:pt x="40" y="10587"/>
                  </a:lnTo>
                  <a:lnTo>
                    <a:pt x="20" y="10844"/>
                  </a:lnTo>
                  <a:lnTo>
                    <a:pt x="0" y="11101"/>
                  </a:lnTo>
                  <a:lnTo>
                    <a:pt x="20" y="11357"/>
                  </a:lnTo>
                  <a:lnTo>
                    <a:pt x="79" y="11634"/>
                  </a:lnTo>
                  <a:lnTo>
                    <a:pt x="178" y="11930"/>
                  </a:lnTo>
                  <a:lnTo>
                    <a:pt x="316" y="12207"/>
                  </a:lnTo>
                  <a:lnTo>
                    <a:pt x="514" y="12483"/>
                  </a:lnTo>
                  <a:lnTo>
                    <a:pt x="711" y="12720"/>
                  </a:lnTo>
                  <a:lnTo>
                    <a:pt x="948" y="12957"/>
                  </a:lnTo>
                  <a:lnTo>
                    <a:pt x="1186" y="13155"/>
                  </a:lnTo>
                  <a:lnTo>
                    <a:pt x="1462" y="13352"/>
                  </a:lnTo>
                  <a:lnTo>
                    <a:pt x="1739" y="13530"/>
                  </a:lnTo>
                  <a:lnTo>
                    <a:pt x="2035" y="13668"/>
                  </a:lnTo>
                  <a:lnTo>
                    <a:pt x="2331" y="13807"/>
                  </a:lnTo>
                  <a:lnTo>
                    <a:pt x="2627" y="13925"/>
                  </a:lnTo>
                  <a:lnTo>
                    <a:pt x="2924" y="14024"/>
                  </a:lnTo>
                  <a:lnTo>
                    <a:pt x="3220" y="14103"/>
                  </a:lnTo>
                  <a:lnTo>
                    <a:pt x="3516" y="14182"/>
                  </a:lnTo>
                  <a:lnTo>
                    <a:pt x="3793" y="14241"/>
                  </a:lnTo>
                  <a:lnTo>
                    <a:pt x="4069" y="14281"/>
                  </a:lnTo>
                  <a:lnTo>
                    <a:pt x="4563" y="14320"/>
                  </a:lnTo>
                  <a:lnTo>
                    <a:pt x="4780" y="14320"/>
                  </a:lnTo>
                  <a:lnTo>
                    <a:pt x="5017" y="14301"/>
                  </a:lnTo>
                  <a:lnTo>
                    <a:pt x="5235" y="14281"/>
                  </a:lnTo>
                  <a:lnTo>
                    <a:pt x="5452" y="14241"/>
                  </a:lnTo>
                  <a:lnTo>
                    <a:pt x="5669" y="14162"/>
                  </a:lnTo>
                  <a:lnTo>
                    <a:pt x="5886" y="14103"/>
                  </a:lnTo>
                  <a:lnTo>
                    <a:pt x="6104" y="14004"/>
                  </a:lnTo>
                  <a:lnTo>
                    <a:pt x="6301" y="13905"/>
                  </a:lnTo>
                  <a:lnTo>
                    <a:pt x="6499" y="13787"/>
                  </a:lnTo>
                  <a:lnTo>
                    <a:pt x="6696" y="13649"/>
                  </a:lnTo>
                  <a:lnTo>
                    <a:pt x="6894" y="13510"/>
                  </a:lnTo>
                  <a:lnTo>
                    <a:pt x="7072" y="13352"/>
                  </a:lnTo>
                  <a:lnTo>
                    <a:pt x="7249" y="13194"/>
                  </a:lnTo>
                  <a:lnTo>
                    <a:pt x="7407" y="13017"/>
                  </a:lnTo>
                  <a:lnTo>
                    <a:pt x="7565" y="12819"/>
                  </a:lnTo>
                  <a:lnTo>
                    <a:pt x="7723" y="12622"/>
                  </a:lnTo>
                  <a:lnTo>
                    <a:pt x="8079" y="12128"/>
                  </a:lnTo>
                  <a:lnTo>
                    <a:pt x="8514" y="11456"/>
                  </a:lnTo>
                  <a:lnTo>
                    <a:pt x="8988" y="10646"/>
                  </a:lnTo>
                  <a:lnTo>
                    <a:pt x="9481" y="9738"/>
                  </a:lnTo>
                  <a:lnTo>
                    <a:pt x="9955" y="8809"/>
                  </a:lnTo>
                  <a:lnTo>
                    <a:pt x="10173" y="8335"/>
                  </a:lnTo>
                  <a:lnTo>
                    <a:pt x="10370" y="7881"/>
                  </a:lnTo>
                  <a:lnTo>
                    <a:pt x="10548" y="7427"/>
                  </a:lnTo>
                  <a:lnTo>
                    <a:pt x="10706" y="6992"/>
                  </a:lnTo>
                  <a:lnTo>
                    <a:pt x="10825" y="6577"/>
                  </a:lnTo>
                  <a:lnTo>
                    <a:pt x="10923" y="6202"/>
                  </a:lnTo>
                  <a:lnTo>
                    <a:pt x="10983" y="5847"/>
                  </a:lnTo>
                  <a:lnTo>
                    <a:pt x="11022" y="5491"/>
                  </a:lnTo>
                  <a:lnTo>
                    <a:pt x="11062" y="5155"/>
                  </a:lnTo>
                  <a:lnTo>
                    <a:pt x="11081" y="4839"/>
                  </a:lnTo>
                  <a:lnTo>
                    <a:pt x="11081" y="4523"/>
                  </a:lnTo>
                  <a:lnTo>
                    <a:pt x="11062" y="4227"/>
                  </a:lnTo>
                  <a:lnTo>
                    <a:pt x="11022" y="3950"/>
                  </a:lnTo>
                  <a:lnTo>
                    <a:pt x="10983" y="3674"/>
                  </a:lnTo>
                  <a:lnTo>
                    <a:pt x="10923" y="3397"/>
                  </a:lnTo>
                  <a:lnTo>
                    <a:pt x="10844" y="3141"/>
                  </a:lnTo>
                  <a:lnTo>
                    <a:pt x="10745" y="2904"/>
                  </a:lnTo>
                  <a:lnTo>
                    <a:pt x="10627" y="2647"/>
                  </a:lnTo>
                  <a:lnTo>
                    <a:pt x="10489" y="2410"/>
                  </a:lnTo>
                  <a:lnTo>
                    <a:pt x="10331" y="2192"/>
                  </a:lnTo>
                  <a:lnTo>
                    <a:pt x="10153" y="1955"/>
                  </a:lnTo>
                  <a:lnTo>
                    <a:pt x="9975" y="1738"/>
                  </a:lnTo>
                  <a:lnTo>
                    <a:pt x="9541" y="1323"/>
                  </a:lnTo>
                  <a:lnTo>
                    <a:pt x="9106" y="948"/>
                  </a:lnTo>
                  <a:lnTo>
                    <a:pt x="8869" y="770"/>
                  </a:lnTo>
                  <a:lnTo>
                    <a:pt x="8632" y="612"/>
                  </a:lnTo>
                  <a:lnTo>
                    <a:pt x="8415" y="474"/>
                  </a:lnTo>
                  <a:lnTo>
                    <a:pt x="8178" y="356"/>
                  </a:lnTo>
                  <a:lnTo>
                    <a:pt x="7941" y="237"/>
                  </a:lnTo>
                  <a:lnTo>
                    <a:pt x="7723" y="158"/>
                  </a:lnTo>
                  <a:lnTo>
                    <a:pt x="7506" y="79"/>
                  </a:lnTo>
                  <a:lnTo>
                    <a:pt x="7289" y="40"/>
                  </a:lnTo>
                  <a:lnTo>
                    <a:pt x="7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29"/>
            <p:cNvSpPr/>
            <p:nvPr/>
          </p:nvSpPr>
          <p:spPr>
            <a:xfrm>
              <a:off x="-1298325" y="3095150"/>
              <a:ext cx="417775" cy="434075"/>
            </a:xfrm>
            <a:custGeom>
              <a:rect b="b" l="l" r="r" t="t"/>
              <a:pathLst>
                <a:path extrusionOk="0" h="17363" w="16711">
                  <a:moveTo>
                    <a:pt x="6973" y="0"/>
                  </a:moveTo>
                  <a:lnTo>
                    <a:pt x="6519" y="40"/>
                  </a:lnTo>
                  <a:lnTo>
                    <a:pt x="6084" y="119"/>
                  </a:lnTo>
                  <a:lnTo>
                    <a:pt x="5630" y="218"/>
                  </a:lnTo>
                  <a:lnTo>
                    <a:pt x="5196" y="356"/>
                  </a:lnTo>
                  <a:lnTo>
                    <a:pt x="4781" y="514"/>
                  </a:lnTo>
                  <a:lnTo>
                    <a:pt x="4366" y="711"/>
                  </a:lnTo>
                  <a:lnTo>
                    <a:pt x="3971" y="929"/>
                  </a:lnTo>
                  <a:lnTo>
                    <a:pt x="3596" y="1166"/>
                  </a:lnTo>
                  <a:lnTo>
                    <a:pt x="3240" y="1442"/>
                  </a:lnTo>
                  <a:lnTo>
                    <a:pt x="2904" y="1739"/>
                  </a:lnTo>
                  <a:lnTo>
                    <a:pt x="2588" y="2055"/>
                  </a:lnTo>
                  <a:lnTo>
                    <a:pt x="2292" y="2390"/>
                  </a:lnTo>
                  <a:lnTo>
                    <a:pt x="1996" y="2766"/>
                  </a:lnTo>
                  <a:lnTo>
                    <a:pt x="1719" y="3161"/>
                  </a:lnTo>
                  <a:lnTo>
                    <a:pt x="1443" y="3575"/>
                  </a:lnTo>
                  <a:lnTo>
                    <a:pt x="1206" y="4010"/>
                  </a:lnTo>
                  <a:lnTo>
                    <a:pt x="969" y="4445"/>
                  </a:lnTo>
                  <a:lnTo>
                    <a:pt x="751" y="4899"/>
                  </a:lnTo>
                  <a:lnTo>
                    <a:pt x="574" y="5353"/>
                  </a:lnTo>
                  <a:lnTo>
                    <a:pt x="396" y="5807"/>
                  </a:lnTo>
                  <a:lnTo>
                    <a:pt x="258" y="6282"/>
                  </a:lnTo>
                  <a:lnTo>
                    <a:pt x="159" y="6756"/>
                  </a:lnTo>
                  <a:lnTo>
                    <a:pt x="80" y="7210"/>
                  </a:lnTo>
                  <a:lnTo>
                    <a:pt x="20" y="7664"/>
                  </a:lnTo>
                  <a:lnTo>
                    <a:pt x="1" y="8118"/>
                  </a:lnTo>
                  <a:lnTo>
                    <a:pt x="20" y="8553"/>
                  </a:lnTo>
                  <a:lnTo>
                    <a:pt x="60" y="8751"/>
                  </a:lnTo>
                  <a:lnTo>
                    <a:pt x="99" y="8968"/>
                  </a:lnTo>
                  <a:lnTo>
                    <a:pt x="159" y="9185"/>
                  </a:lnTo>
                  <a:lnTo>
                    <a:pt x="238" y="9402"/>
                  </a:lnTo>
                  <a:lnTo>
                    <a:pt x="337" y="9620"/>
                  </a:lnTo>
                  <a:lnTo>
                    <a:pt x="435" y="9837"/>
                  </a:lnTo>
                  <a:lnTo>
                    <a:pt x="692" y="10271"/>
                  </a:lnTo>
                  <a:lnTo>
                    <a:pt x="1008" y="10686"/>
                  </a:lnTo>
                  <a:lnTo>
                    <a:pt x="1344" y="11121"/>
                  </a:lnTo>
                  <a:lnTo>
                    <a:pt x="1719" y="11536"/>
                  </a:lnTo>
                  <a:lnTo>
                    <a:pt x="2134" y="11950"/>
                  </a:lnTo>
                  <a:lnTo>
                    <a:pt x="2568" y="12345"/>
                  </a:lnTo>
                  <a:lnTo>
                    <a:pt x="3023" y="12740"/>
                  </a:lnTo>
                  <a:lnTo>
                    <a:pt x="3477" y="13116"/>
                  </a:lnTo>
                  <a:lnTo>
                    <a:pt x="3931" y="13491"/>
                  </a:lnTo>
                  <a:lnTo>
                    <a:pt x="4840" y="14182"/>
                  </a:lnTo>
                  <a:lnTo>
                    <a:pt x="5670" y="14795"/>
                  </a:lnTo>
                  <a:lnTo>
                    <a:pt x="7131" y="15861"/>
                  </a:lnTo>
                  <a:lnTo>
                    <a:pt x="8277" y="16711"/>
                  </a:lnTo>
                  <a:lnTo>
                    <a:pt x="8731" y="17027"/>
                  </a:lnTo>
                  <a:lnTo>
                    <a:pt x="9067" y="17244"/>
                  </a:lnTo>
                  <a:lnTo>
                    <a:pt x="9304" y="17362"/>
                  </a:lnTo>
                  <a:lnTo>
                    <a:pt x="9403" y="17362"/>
                  </a:lnTo>
                  <a:lnTo>
                    <a:pt x="11161" y="14360"/>
                  </a:lnTo>
                  <a:lnTo>
                    <a:pt x="12504" y="12049"/>
                  </a:lnTo>
                  <a:lnTo>
                    <a:pt x="13709" y="9995"/>
                  </a:lnTo>
                  <a:lnTo>
                    <a:pt x="14933" y="7921"/>
                  </a:lnTo>
                  <a:lnTo>
                    <a:pt x="16711" y="4919"/>
                  </a:lnTo>
                  <a:lnTo>
                    <a:pt x="15822" y="4326"/>
                  </a:lnTo>
                  <a:lnTo>
                    <a:pt x="13847" y="3062"/>
                  </a:lnTo>
                  <a:lnTo>
                    <a:pt x="12682" y="2331"/>
                  </a:lnTo>
                  <a:lnTo>
                    <a:pt x="11516" y="1620"/>
                  </a:lnTo>
                  <a:lnTo>
                    <a:pt x="10450" y="988"/>
                  </a:lnTo>
                  <a:lnTo>
                    <a:pt x="9975" y="731"/>
                  </a:lnTo>
                  <a:lnTo>
                    <a:pt x="9561" y="514"/>
                  </a:lnTo>
                  <a:lnTo>
                    <a:pt x="9146" y="336"/>
                  </a:lnTo>
                  <a:lnTo>
                    <a:pt x="8731" y="198"/>
                  </a:lnTo>
                  <a:lnTo>
                    <a:pt x="8297" y="99"/>
                  </a:lnTo>
                  <a:lnTo>
                    <a:pt x="7862" y="40"/>
                  </a:lnTo>
                  <a:lnTo>
                    <a:pt x="7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29"/>
            <p:cNvSpPr/>
            <p:nvPr/>
          </p:nvSpPr>
          <p:spPr>
            <a:xfrm>
              <a:off x="-880575" y="32181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A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29"/>
            <p:cNvSpPr/>
            <p:nvPr/>
          </p:nvSpPr>
          <p:spPr>
            <a:xfrm>
              <a:off x="-1510150" y="3967200"/>
              <a:ext cx="345675" cy="325450"/>
            </a:xfrm>
            <a:custGeom>
              <a:rect b="b" l="l" r="r" t="t"/>
              <a:pathLst>
                <a:path extrusionOk="0" h="13018" w="13827">
                  <a:moveTo>
                    <a:pt x="3872" y="1"/>
                  </a:moveTo>
                  <a:lnTo>
                    <a:pt x="3259" y="1047"/>
                  </a:lnTo>
                  <a:lnTo>
                    <a:pt x="1896" y="3378"/>
                  </a:lnTo>
                  <a:lnTo>
                    <a:pt x="1185" y="4623"/>
                  </a:lnTo>
                  <a:lnTo>
                    <a:pt x="573" y="5748"/>
                  </a:lnTo>
                  <a:lnTo>
                    <a:pt x="138" y="6558"/>
                  </a:lnTo>
                  <a:lnTo>
                    <a:pt x="20" y="6815"/>
                  </a:lnTo>
                  <a:lnTo>
                    <a:pt x="0" y="6894"/>
                  </a:lnTo>
                  <a:lnTo>
                    <a:pt x="0" y="6934"/>
                  </a:lnTo>
                  <a:lnTo>
                    <a:pt x="20" y="6973"/>
                  </a:lnTo>
                  <a:lnTo>
                    <a:pt x="119" y="7052"/>
                  </a:lnTo>
                  <a:lnTo>
                    <a:pt x="494" y="7289"/>
                  </a:lnTo>
                  <a:lnTo>
                    <a:pt x="1758" y="8040"/>
                  </a:lnTo>
                  <a:lnTo>
                    <a:pt x="3536" y="9047"/>
                  </a:lnTo>
                  <a:lnTo>
                    <a:pt x="5570" y="10193"/>
                  </a:lnTo>
                  <a:lnTo>
                    <a:pt x="7624" y="11299"/>
                  </a:lnTo>
                  <a:lnTo>
                    <a:pt x="8572" y="11793"/>
                  </a:lnTo>
                  <a:lnTo>
                    <a:pt x="9442" y="12227"/>
                  </a:lnTo>
                  <a:lnTo>
                    <a:pt x="10172" y="12583"/>
                  </a:lnTo>
                  <a:lnTo>
                    <a:pt x="10745" y="12839"/>
                  </a:lnTo>
                  <a:lnTo>
                    <a:pt x="11140" y="12997"/>
                  </a:lnTo>
                  <a:lnTo>
                    <a:pt x="11259" y="13017"/>
                  </a:lnTo>
                  <a:lnTo>
                    <a:pt x="11318" y="13017"/>
                  </a:lnTo>
                  <a:lnTo>
                    <a:pt x="11397" y="12859"/>
                  </a:lnTo>
                  <a:lnTo>
                    <a:pt x="11516" y="12563"/>
                  </a:lnTo>
                  <a:lnTo>
                    <a:pt x="11832" y="11556"/>
                  </a:lnTo>
                  <a:lnTo>
                    <a:pt x="12246" y="10193"/>
                  </a:lnTo>
                  <a:lnTo>
                    <a:pt x="12681" y="8672"/>
                  </a:lnTo>
                  <a:lnTo>
                    <a:pt x="13491" y="5827"/>
                  </a:lnTo>
                  <a:lnTo>
                    <a:pt x="13827" y="4544"/>
                  </a:lnTo>
                  <a:lnTo>
                    <a:pt x="3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29"/>
            <p:cNvSpPr/>
            <p:nvPr/>
          </p:nvSpPr>
          <p:spPr>
            <a:xfrm>
              <a:off x="-1914575" y="3337100"/>
              <a:ext cx="321475" cy="387675"/>
            </a:xfrm>
            <a:custGeom>
              <a:rect b="b" l="l" r="r" t="t"/>
              <a:pathLst>
                <a:path extrusionOk="0" h="15507" w="12859">
                  <a:moveTo>
                    <a:pt x="8632" y="1"/>
                  </a:moveTo>
                  <a:lnTo>
                    <a:pt x="5985" y="1028"/>
                  </a:lnTo>
                  <a:lnTo>
                    <a:pt x="5017" y="1423"/>
                  </a:lnTo>
                  <a:lnTo>
                    <a:pt x="4978" y="1443"/>
                  </a:lnTo>
                  <a:lnTo>
                    <a:pt x="4859" y="1482"/>
                  </a:lnTo>
                  <a:lnTo>
                    <a:pt x="4820" y="1502"/>
                  </a:lnTo>
                  <a:lnTo>
                    <a:pt x="4780" y="1502"/>
                  </a:lnTo>
                  <a:lnTo>
                    <a:pt x="4780" y="1522"/>
                  </a:lnTo>
                  <a:lnTo>
                    <a:pt x="4760" y="1522"/>
                  </a:lnTo>
                  <a:lnTo>
                    <a:pt x="4721" y="1542"/>
                  </a:lnTo>
                  <a:lnTo>
                    <a:pt x="4701" y="1542"/>
                  </a:lnTo>
                  <a:lnTo>
                    <a:pt x="4662" y="1561"/>
                  </a:lnTo>
                  <a:lnTo>
                    <a:pt x="4642" y="1561"/>
                  </a:lnTo>
                  <a:lnTo>
                    <a:pt x="3437" y="2055"/>
                  </a:lnTo>
                  <a:lnTo>
                    <a:pt x="2351" y="2509"/>
                  </a:lnTo>
                  <a:lnTo>
                    <a:pt x="1482" y="2885"/>
                  </a:lnTo>
                  <a:lnTo>
                    <a:pt x="1166" y="3043"/>
                  </a:lnTo>
                  <a:lnTo>
                    <a:pt x="948" y="3141"/>
                  </a:lnTo>
                  <a:lnTo>
                    <a:pt x="0" y="3695"/>
                  </a:lnTo>
                  <a:lnTo>
                    <a:pt x="534" y="4959"/>
                  </a:lnTo>
                  <a:lnTo>
                    <a:pt x="553" y="4978"/>
                  </a:lnTo>
                  <a:lnTo>
                    <a:pt x="1047" y="6164"/>
                  </a:lnTo>
                  <a:lnTo>
                    <a:pt x="1067" y="6183"/>
                  </a:lnTo>
                  <a:lnTo>
                    <a:pt x="1087" y="6243"/>
                  </a:lnTo>
                  <a:lnTo>
                    <a:pt x="1087" y="6262"/>
                  </a:lnTo>
                  <a:lnTo>
                    <a:pt x="1106" y="6282"/>
                  </a:lnTo>
                  <a:lnTo>
                    <a:pt x="3358" y="11516"/>
                  </a:lnTo>
                  <a:lnTo>
                    <a:pt x="3733" y="12405"/>
                  </a:lnTo>
                  <a:lnTo>
                    <a:pt x="3733" y="12425"/>
                  </a:lnTo>
                  <a:lnTo>
                    <a:pt x="3753" y="12445"/>
                  </a:lnTo>
                  <a:lnTo>
                    <a:pt x="3832" y="12622"/>
                  </a:lnTo>
                  <a:lnTo>
                    <a:pt x="3832" y="12642"/>
                  </a:lnTo>
                  <a:lnTo>
                    <a:pt x="3832" y="12662"/>
                  </a:lnTo>
                  <a:lnTo>
                    <a:pt x="3852" y="12682"/>
                  </a:lnTo>
                  <a:lnTo>
                    <a:pt x="3852" y="12701"/>
                  </a:lnTo>
                  <a:lnTo>
                    <a:pt x="3872" y="12741"/>
                  </a:lnTo>
                  <a:lnTo>
                    <a:pt x="3891" y="12761"/>
                  </a:lnTo>
                  <a:lnTo>
                    <a:pt x="3911" y="12800"/>
                  </a:lnTo>
                  <a:lnTo>
                    <a:pt x="4741" y="14677"/>
                  </a:lnTo>
                  <a:lnTo>
                    <a:pt x="4997" y="15249"/>
                  </a:lnTo>
                  <a:lnTo>
                    <a:pt x="5136" y="15506"/>
                  </a:lnTo>
                  <a:lnTo>
                    <a:pt x="5175" y="15506"/>
                  </a:lnTo>
                  <a:lnTo>
                    <a:pt x="5274" y="15487"/>
                  </a:lnTo>
                  <a:lnTo>
                    <a:pt x="5412" y="15408"/>
                  </a:lnTo>
                  <a:lnTo>
                    <a:pt x="5570" y="15309"/>
                  </a:lnTo>
                  <a:lnTo>
                    <a:pt x="6025" y="15032"/>
                  </a:lnTo>
                  <a:lnTo>
                    <a:pt x="6578" y="14637"/>
                  </a:lnTo>
                  <a:lnTo>
                    <a:pt x="7921" y="13610"/>
                  </a:lnTo>
                  <a:lnTo>
                    <a:pt x="9422" y="12445"/>
                  </a:lnTo>
                  <a:lnTo>
                    <a:pt x="9442" y="12445"/>
                  </a:lnTo>
                  <a:lnTo>
                    <a:pt x="10291" y="11753"/>
                  </a:lnTo>
                  <a:lnTo>
                    <a:pt x="10331" y="11734"/>
                  </a:lnTo>
                  <a:lnTo>
                    <a:pt x="12859" y="9699"/>
                  </a:lnTo>
                  <a:lnTo>
                    <a:pt x="86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29"/>
            <p:cNvSpPr/>
            <p:nvPr/>
          </p:nvSpPr>
          <p:spPr>
            <a:xfrm>
              <a:off x="-1617800" y="3222550"/>
              <a:ext cx="250375" cy="293825"/>
            </a:xfrm>
            <a:custGeom>
              <a:rect b="b" l="l" r="r" t="t"/>
              <a:pathLst>
                <a:path extrusionOk="0" h="11753" w="10015">
                  <a:moveTo>
                    <a:pt x="6222" y="0"/>
                  </a:moveTo>
                  <a:lnTo>
                    <a:pt x="1640" y="2252"/>
                  </a:lnTo>
                  <a:lnTo>
                    <a:pt x="0" y="3062"/>
                  </a:lnTo>
                  <a:lnTo>
                    <a:pt x="1087" y="5511"/>
                  </a:lnTo>
                  <a:lnTo>
                    <a:pt x="1126" y="5630"/>
                  </a:lnTo>
                  <a:lnTo>
                    <a:pt x="1146" y="5649"/>
                  </a:lnTo>
                  <a:lnTo>
                    <a:pt x="1166" y="5709"/>
                  </a:lnTo>
                  <a:lnTo>
                    <a:pt x="1659" y="6835"/>
                  </a:lnTo>
                  <a:lnTo>
                    <a:pt x="1719" y="6953"/>
                  </a:lnTo>
                  <a:lnTo>
                    <a:pt x="1778" y="7111"/>
                  </a:lnTo>
                  <a:lnTo>
                    <a:pt x="1837" y="7230"/>
                  </a:lnTo>
                  <a:lnTo>
                    <a:pt x="1975" y="7565"/>
                  </a:lnTo>
                  <a:lnTo>
                    <a:pt x="2114" y="7862"/>
                  </a:lnTo>
                  <a:lnTo>
                    <a:pt x="2133" y="7881"/>
                  </a:lnTo>
                  <a:lnTo>
                    <a:pt x="2153" y="7960"/>
                  </a:lnTo>
                  <a:lnTo>
                    <a:pt x="2153" y="7980"/>
                  </a:lnTo>
                  <a:lnTo>
                    <a:pt x="2212" y="8079"/>
                  </a:lnTo>
                  <a:lnTo>
                    <a:pt x="2212" y="8119"/>
                  </a:lnTo>
                  <a:lnTo>
                    <a:pt x="2232" y="8158"/>
                  </a:lnTo>
                  <a:lnTo>
                    <a:pt x="2252" y="8158"/>
                  </a:lnTo>
                  <a:lnTo>
                    <a:pt x="2410" y="8553"/>
                  </a:lnTo>
                  <a:lnTo>
                    <a:pt x="2430" y="8573"/>
                  </a:lnTo>
                  <a:lnTo>
                    <a:pt x="2509" y="8751"/>
                  </a:lnTo>
                  <a:lnTo>
                    <a:pt x="2528" y="8810"/>
                  </a:lnTo>
                  <a:lnTo>
                    <a:pt x="2825" y="9481"/>
                  </a:lnTo>
                  <a:lnTo>
                    <a:pt x="2864" y="9560"/>
                  </a:lnTo>
                  <a:lnTo>
                    <a:pt x="3812" y="11753"/>
                  </a:lnTo>
                  <a:lnTo>
                    <a:pt x="4326" y="11457"/>
                  </a:lnTo>
                  <a:lnTo>
                    <a:pt x="6321" y="10271"/>
                  </a:lnTo>
                  <a:lnTo>
                    <a:pt x="10014" y="8059"/>
                  </a:lnTo>
                  <a:lnTo>
                    <a:pt x="622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29"/>
            <p:cNvSpPr/>
            <p:nvPr/>
          </p:nvSpPr>
          <p:spPr>
            <a:xfrm>
              <a:off x="-1048450" y="3187975"/>
              <a:ext cx="209875" cy="360025"/>
            </a:xfrm>
            <a:custGeom>
              <a:rect b="b" l="l" r="r" t="t"/>
              <a:pathLst>
                <a:path extrusionOk="0" h="14401" w="8395">
                  <a:moveTo>
                    <a:pt x="8237" y="1"/>
                  </a:moveTo>
                  <a:lnTo>
                    <a:pt x="8197" y="40"/>
                  </a:lnTo>
                  <a:lnTo>
                    <a:pt x="8099" y="139"/>
                  </a:lnTo>
                  <a:lnTo>
                    <a:pt x="7822" y="574"/>
                  </a:lnTo>
                  <a:lnTo>
                    <a:pt x="7388" y="1245"/>
                  </a:lnTo>
                  <a:lnTo>
                    <a:pt x="6854" y="2134"/>
                  </a:lnTo>
                  <a:lnTo>
                    <a:pt x="5531" y="4346"/>
                  </a:lnTo>
                  <a:lnTo>
                    <a:pt x="4030" y="6894"/>
                  </a:lnTo>
                  <a:lnTo>
                    <a:pt x="1264" y="11654"/>
                  </a:lnTo>
                  <a:lnTo>
                    <a:pt x="0" y="13807"/>
                  </a:lnTo>
                  <a:lnTo>
                    <a:pt x="257" y="14400"/>
                  </a:lnTo>
                  <a:lnTo>
                    <a:pt x="8375" y="179"/>
                  </a:lnTo>
                  <a:lnTo>
                    <a:pt x="8395" y="159"/>
                  </a:lnTo>
                  <a:lnTo>
                    <a:pt x="8395" y="100"/>
                  </a:lnTo>
                  <a:lnTo>
                    <a:pt x="8375" y="80"/>
                  </a:lnTo>
                  <a:lnTo>
                    <a:pt x="8355" y="40"/>
                  </a:lnTo>
                  <a:lnTo>
                    <a:pt x="8316" y="20"/>
                  </a:lnTo>
                  <a:lnTo>
                    <a:pt x="82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29"/>
            <p:cNvSpPr/>
            <p:nvPr/>
          </p:nvSpPr>
          <p:spPr>
            <a:xfrm>
              <a:off x="-1273625" y="3541050"/>
              <a:ext cx="185200" cy="231625"/>
            </a:xfrm>
            <a:custGeom>
              <a:rect b="b" l="l" r="r" t="t"/>
              <a:pathLst>
                <a:path extrusionOk="0" h="9265" w="7408">
                  <a:moveTo>
                    <a:pt x="6242" y="0"/>
                  </a:moveTo>
                  <a:lnTo>
                    <a:pt x="6084" y="20"/>
                  </a:lnTo>
                  <a:lnTo>
                    <a:pt x="5906" y="60"/>
                  </a:lnTo>
                  <a:lnTo>
                    <a:pt x="5728" y="119"/>
                  </a:lnTo>
                  <a:lnTo>
                    <a:pt x="5531" y="198"/>
                  </a:lnTo>
                  <a:lnTo>
                    <a:pt x="5096" y="376"/>
                  </a:lnTo>
                  <a:lnTo>
                    <a:pt x="4662" y="633"/>
                  </a:lnTo>
                  <a:lnTo>
                    <a:pt x="4543" y="692"/>
                  </a:lnTo>
                  <a:lnTo>
                    <a:pt x="4148" y="949"/>
                  </a:lnTo>
                  <a:lnTo>
                    <a:pt x="3733" y="1225"/>
                  </a:lnTo>
                  <a:lnTo>
                    <a:pt x="3299" y="1541"/>
                  </a:lnTo>
                  <a:lnTo>
                    <a:pt x="2884" y="1877"/>
                  </a:lnTo>
                  <a:lnTo>
                    <a:pt x="2627" y="2094"/>
                  </a:lnTo>
                  <a:lnTo>
                    <a:pt x="2371" y="2331"/>
                  </a:lnTo>
                  <a:lnTo>
                    <a:pt x="2134" y="2568"/>
                  </a:lnTo>
                  <a:lnTo>
                    <a:pt x="1916" y="2805"/>
                  </a:lnTo>
                  <a:lnTo>
                    <a:pt x="1719" y="3062"/>
                  </a:lnTo>
                  <a:lnTo>
                    <a:pt x="1521" y="3319"/>
                  </a:lnTo>
                  <a:lnTo>
                    <a:pt x="1166" y="3832"/>
                  </a:lnTo>
                  <a:lnTo>
                    <a:pt x="869" y="4346"/>
                  </a:lnTo>
                  <a:lnTo>
                    <a:pt x="593" y="4860"/>
                  </a:lnTo>
                  <a:lnTo>
                    <a:pt x="395" y="5353"/>
                  </a:lnTo>
                  <a:lnTo>
                    <a:pt x="218" y="5847"/>
                  </a:lnTo>
                  <a:lnTo>
                    <a:pt x="139" y="6104"/>
                  </a:lnTo>
                  <a:lnTo>
                    <a:pt x="99" y="6361"/>
                  </a:lnTo>
                  <a:lnTo>
                    <a:pt x="60" y="6637"/>
                  </a:lnTo>
                  <a:lnTo>
                    <a:pt x="20" y="6914"/>
                  </a:lnTo>
                  <a:lnTo>
                    <a:pt x="0" y="7487"/>
                  </a:lnTo>
                  <a:lnTo>
                    <a:pt x="20" y="8040"/>
                  </a:lnTo>
                  <a:lnTo>
                    <a:pt x="60" y="8514"/>
                  </a:lnTo>
                  <a:lnTo>
                    <a:pt x="99" y="8909"/>
                  </a:lnTo>
                  <a:lnTo>
                    <a:pt x="139" y="9264"/>
                  </a:lnTo>
                  <a:lnTo>
                    <a:pt x="909" y="8652"/>
                  </a:lnTo>
                  <a:lnTo>
                    <a:pt x="1699" y="8020"/>
                  </a:lnTo>
                  <a:lnTo>
                    <a:pt x="2588" y="7289"/>
                  </a:lnTo>
                  <a:lnTo>
                    <a:pt x="3477" y="6519"/>
                  </a:lnTo>
                  <a:lnTo>
                    <a:pt x="3891" y="6163"/>
                  </a:lnTo>
                  <a:lnTo>
                    <a:pt x="4247" y="5827"/>
                  </a:lnTo>
                  <a:lnTo>
                    <a:pt x="4563" y="5511"/>
                  </a:lnTo>
                  <a:lnTo>
                    <a:pt x="4780" y="5255"/>
                  </a:lnTo>
                  <a:lnTo>
                    <a:pt x="4919" y="5057"/>
                  </a:lnTo>
                  <a:lnTo>
                    <a:pt x="4958" y="4978"/>
                  </a:lnTo>
                  <a:lnTo>
                    <a:pt x="4958" y="4919"/>
                  </a:lnTo>
                  <a:lnTo>
                    <a:pt x="4938" y="4721"/>
                  </a:lnTo>
                  <a:lnTo>
                    <a:pt x="4938" y="4524"/>
                  </a:lnTo>
                  <a:lnTo>
                    <a:pt x="4958" y="4346"/>
                  </a:lnTo>
                  <a:lnTo>
                    <a:pt x="5017" y="4168"/>
                  </a:lnTo>
                  <a:lnTo>
                    <a:pt x="5116" y="3990"/>
                  </a:lnTo>
                  <a:lnTo>
                    <a:pt x="5215" y="3852"/>
                  </a:lnTo>
                  <a:lnTo>
                    <a:pt x="5333" y="3694"/>
                  </a:lnTo>
                  <a:lnTo>
                    <a:pt x="5452" y="3556"/>
                  </a:lnTo>
                  <a:lnTo>
                    <a:pt x="5768" y="3279"/>
                  </a:lnTo>
                  <a:lnTo>
                    <a:pt x="6084" y="3042"/>
                  </a:lnTo>
                  <a:lnTo>
                    <a:pt x="6400" y="2805"/>
                  </a:lnTo>
                  <a:lnTo>
                    <a:pt x="6696" y="2568"/>
                  </a:lnTo>
                  <a:lnTo>
                    <a:pt x="6914" y="2371"/>
                  </a:lnTo>
                  <a:lnTo>
                    <a:pt x="7072" y="2173"/>
                  </a:lnTo>
                  <a:lnTo>
                    <a:pt x="7210" y="1976"/>
                  </a:lnTo>
                  <a:lnTo>
                    <a:pt x="7309" y="1778"/>
                  </a:lnTo>
                  <a:lnTo>
                    <a:pt x="7368" y="1581"/>
                  </a:lnTo>
                  <a:lnTo>
                    <a:pt x="7407" y="1383"/>
                  </a:lnTo>
                  <a:lnTo>
                    <a:pt x="7407" y="1205"/>
                  </a:lnTo>
                  <a:lnTo>
                    <a:pt x="7388" y="1008"/>
                  </a:lnTo>
                  <a:lnTo>
                    <a:pt x="7348" y="850"/>
                  </a:lnTo>
                  <a:lnTo>
                    <a:pt x="7269" y="672"/>
                  </a:lnTo>
                  <a:lnTo>
                    <a:pt x="7190" y="534"/>
                  </a:lnTo>
                  <a:lnTo>
                    <a:pt x="7091" y="396"/>
                  </a:lnTo>
                  <a:lnTo>
                    <a:pt x="6993" y="277"/>
                  </a:lnTo>
                  <a:lnTo>
                    <a:pt x="6874" y="178"/>
                  </a:lnTo>
                  <a:lnTo>
                    <a:pt x="6756" y="99"/>
                  </a:lnTo>
                  <a:lnTo>
                    <a:pt x="6617" y="40"/>
                  </a:lnTo>
                  <a:lnTo>
                    <a:pt x="6479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29"/>
            <p:cNvSpPr/>
            <p:nvPr/>
          </p:nvSpPr>
          <p:spPr>
            <a:xfrm>
              <a:off x="-1191650" y="3522275"/>
              <a:ext cx="165925" cy="240025"/>
            </a:xfrm>
            <a:custGeom>
              <a:rect b="b" l="l" r="r" t="t"/>
              <a:pathLst>
                <a:path extrusionOk="0" h="9601" w="6637">
                  <a:moveTo>
                    <a:pt x="5570" y="1"/>
                  </a:moveTo>
                  <a:lnTo>
                    <a:pt x="5531" y="21"/>
                  </a:lnTo>
                  <a:lnTo>
                    <a:pt x="5412" y="119"/>
                  </a:lnTo>
                  <a:lnTo>
                    <a:pt x="5215" y="396"/>
                  </a:lnTo>
                  <a:lnTo>
                    <a:pt x="4543" y="1344"/>
                  </a:lnTo>
                  <a:lnTo>
                    <a:pt x="3654" y="2667"/>
                  </a:lnTo>
                  <a:lnTo>
                    <a:pt x="2667" y="4208"/>
                  </a:lnTo>
                  <a:lnTo>
                    <a:pt x="1679" y="5749"/>
                  </a:lnTo>
                  <a:lnTo>
                    <a:pt x="830" y="7131"/>
                  </a:lnTo>
                  <a:lnTo>
                    <a:pt x="237" y="8159"/>
                  </a:lnTo>
                  <a:lnTo>
                    <a:pt x="59" y="8475"/>
                  </a:lnTo>
                  <a:lnTo>
                    <a:pt x="20" y="8573"/>
                  </a:lnTo>
                  <a:lnTo>
                    <a:pt x="0" y="8652"/>
                  </a:lnTo>
                  <a:lnTo>
                    <a:pt x="20" y="8731"/>
                  </a:lnTo>
                  <a:lnTo>
                    <a:pt x="40" y="8810"/>
                  </a:lnTo>
                  <a:lnTo>
                    <a:pt x="79" y="8889"/>
                  </a:lnTo>
                  <a:lnTo>
                    <a:pt x="138" y="8968"/>
                  </a:lnTo>
                  <a:lnTo>
                    <a:pt x="296" y="9126"/>
                  </a:lnTo>
                  <a:lnTo>
                    <a:pt x="474" y="9265"/>
                  </a:lnTo>
                  <a:lnTo>
                    <a:pt x="672" y="9383"/>
                  </a:lnTo>
                  <a:lnTo>
                    <a:pt x="869" y="9482"/>
                  </a:lnTo>
                  <a:lnTo>
                    <a:pt x="1027" y="9561"/>
                  </a:lnTo>
                  <a:lnTo>
                    <a:pt x="1146" y="9600"/>
                  </a:lnTo>
                  <a:lnTo>
                    <a:pt x="1185" y="9581"/>
                  </a:lnTo>
                  <a:lnTo>
                    <a:pt x="1264" y="9521"/>
                  </a:lnTo>
                  <a:lnTo>
                    <a:pt x="1462" y="9265"/>
                  </a:lnTo>
                  <a:lnTo>
                    <a:pt x="1738" y="8870"/>
                  </a:lnTo>
                  <a:lnTo>
                    <a:pt x="2094" y="8336"/>
                  </a:lnTo>
                  <a:lnTo>
                    <a:pt x="2963" y="6993"/>
                  </a:lnTo>
                  <a:lnTo>
                    <a:pt x="3931" y="5433"/>
                  </a:lnTo>
                  <a:lnTo>
                    <a:pt x="4899" y="3853"/>
                  </a:lnTo>
                  <a:lnTo>
                    <a:pt x="5748" y="2450"/>
                  </a:lnTo>
                  <a:lnTo>
                    <a:pt x="6360" y="1423"/>
                  </a:lnTo>
                  <a:lnTo>
                    <a:pt x="6617" y="929"/>
                  </a:lnTo>
                  <a:lnTo>
                    <a:pt x="6637" y="870"/>
                  </a:lnTo>
                  <a:lnTo>
                    <a:pt x="6617" y="791"/>
                  </a:lnTo>
                  <a:lnTo>
                    <a:pt x="6578" y="712"/>
                  </a:lnTo>
                  <a:lnTo>
                    <a:pt x="6538" y="633"/>
                  </a:lnTo>
                  <a:lnTo>
                    <a:pt x="6380" y="455"/>
                  </a:lnTo>
                  <a:lnTo>
                    <a:pt x="6202" y="317"/>
                  </a:lnTo>
                  <a:lnTo>
                    <a:pt x="5985" y="179"/>
                  </a:lnTo>
                  <a:lnTo>
                    <a:pt x="5788" y="80"/>
                  </a:lnTo>
                  <a:lnTo>
                    <a:pt x="5629" y="21"/>
                  </a:lnTo>
                  <a:lnTo>
                    <a:pt x="5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29"/>
            <p:cNvSpPr/>
            <p:nvPr/>
          </p:nvSpPr>
          <p:spPr>
            <a:xfrm>
              <a:off x="-1258325" y="3556850"/>
              <a:ext cx="279025" cy="311125"/>
            </a:xfrm>
            <a:custGeom>
              <a:rect b="b" l="l" r="r" t="t"/>
              <a:pathLst>
                <a:path extrusionOk="0" h="12445" w="11161">
                  <a:moveTo>
                    <a:pt x="9087" y="1"/>
                  </a:moveTo>
                  <a:lnTo>
                    <a:pt x="9008" y="40"/>
                  </a:lnTo>
                  <a:lnTo>
                    <a:pt x="8948" y="60"/>
                  </a:lnTo>
                  <a:lnTo>
                    <a:pt x="8850" y="159"/>
                  </a:lnTo>
                  <a:lnTo>
                    <a:pt x="8751" y="257"/>
                  </a:lnTo>
                  <a:lnTo>
                    <a:pt x="8692" y="376"/>
                  </a:lnTo>
                  <a:lnTo>
                    <a:pt x="8632" y="514"/>
                  </a:lnTo>
                  <a:lnTo>
                    <a:pt x="8514" y="810"/>
                  </a:lnTo>
                  <a:lnTo>
                    <a:pt x="8375" y="1146"/>
                  </a:lnTo>
                  <a:lnTo>
                    <a:pt x="8138" y="1640"/>
                  </a:lnTo>
                  <a:lnTo>
                    <a:pt x="7822" y="2252"/>
                  </a:lnTo>
                  <a:lnTo>
                    <a:pt x="7487" y="2805"/>
                  </a:lnTo>
                  <a:lnTo>
                    <a:pt x="7348" y="3003"/>
                  </a:lnTo>
                  <a:lnTo>
                    <a:pt x="7269" y="3121"/>
                  </a:lnTo>
                  <a:lnTo>
                    <a:pt x="7092" y="3279"/>
                  </a:lnTo>
                  <a:lnTo>
                    <a:pt x="6855" y="3437"/>
                  </a:lnTo>
                  <a:lnTo>
                    <a:pt x="6558" y="3615"/>
                  </a:lnTo>
                  <a:lnTo>
                    <a:pt x="6163" y="3813"/>
                  </a:lnTo>
                  <a:lnTo>
                    <a:pt x="5827" y="3951"/>
                  </a:lnTo>
                  <a:lnTo>
                    <a:pt x="5551" y="4030"/>
                  </a:lnTo>
                  <a:lnTo>
                    <a:pt x="5294" y="4089"/>
                  </a:lnTo>
                  <a:lnTo>
                    <a:pt x="5097" y="4109"/>
                  </a:lnTo>
                  <a:lnTo>
                    <a:pt x="4919" y="4089"/>
                  </a:lnTo>
                  <a:lnTo>
                    <a:pt x="4781" y="4050"/>
                  </a:lnTo>
                  <a:lnTo>
                    <a:pt x="4662" y="3990"/>
                  </a:lnTo>
                  <a:lnTo>
                    <a:pt x="4583" y="3931"/>
                  </a:lnTo>
                  <a:lnTo>
                    <a:pt x="4504" y="3852"/>
                  </a:lnTo>
                  <a:lnTo>
                    <a:pt x="4465" y="3773"/>
                  </a:lnTo>
                  <a:lnTo>
                    <a:pt x="4445" y="3674"/>
                  </a:lnTo>
                  <a:lnTo>
                    <a:pt x="4425" y="3595"/>
                  </a:lnTo>
                  <a:lnTo>
                    <a:pt x="4405" y="3477"/>
                  </a:lnTo>
                  <a:lnTo>
                    <a:pt x="4425" y="3418"/>
                  </a:lnTo>
                  <a:lnTo>
                    <a:pt x="2233" y="5610"/>
                  </a:lnTo>
                  <a:lnTo>
                    <a:pt x="731" y="7151"/>
                  </a:lnTo>
                  <a:lnTo>
                    <a:pt x="218" y="7684"/>
                  </a:lnTo>
                  <a:lnTo>
                    <a:pt x="60" y="7862"/>
                  </a:lnTo>
                  <a:lnTo>
                    <a:pt x="1" y="7941"/>
                  </a:lnTo>
                  <a:lnTo>
                    <a:pt x="1" y="7961"/>
                  </a:lnTo>
                  <a:lnTo>
                    <a:pt x="40" y="8020"/>
                  </a:lnTo>
                  <a:lnTo>
                    <a:pt x="198" y="8178"/>
                  </a:lnTo>
                  <a:lnTo>
                    <a:pt x="810" y="8711"/>
                  </a:lnTo>
                  <a:lnTo>
                    <a:pt x="1699" y="9422"/>
                  </a:lnTo>
                  <a:lnTo>
                    <a:pt x="2746" y="10212"/>
                  </a:lnTo>
                  <a:lnTo>
                    <a:pt x="4721" y="11714"/>
                  </a:lnTo>
                  <a:lnTo>
                    <a:pt x="5709" y="12425"/>
                  </a:lnTo>
                  <a:lnTo>
                    <a:pt x="5788" y="12444"/>
                  </a:lnTo>
                  <a:lnTo>
                    <a:pt x="5887" y="12425"/>
                  </a:lnTo>
                  <a:lnTo>
                    <a:pt x="6223" y="12326"/>
                  </a:lnTo>
                  <a:lnTo>
                    <a:pt x="6677" y="12128"/>
                  </a:lnTo>
                  <a:lnTo>
                    <a:pt x="7190" y="11891"/>
                  </a:lnTo>
                  <a:lnTo>
                    <a:pt x="7743" y="11615"/>
                  </a:lnTo>
                  <a:lnTo>
                    <a:pt x="8296" y="11299"/>
                  </a:lnTo>
                  <a:lnTo>
                    <a:pt x="8810" y="11002"/>
                  </a:lnTo>
                  <a:lnTo>
                    <a:pt x="9225" y="10706"/>
                  </a:lnTo>
                  <a:lnTo>
                    <a:pt x="9758" y="10272"/>
                  </a:lnTo>
                  <a:lnTo>
                    <a:pt x="9936" y="10114"/>
                  </a:lnTo>
                  <a:lnTo>
                    <a:pt x="10074" y="9995"/>
                  </a:lnTo>
                  <a:lnTo>
                    <a:pt x="10153" y="9877"/>
                  </a:lnTo>
                  <a:lnTo>
                    <a:pt x="10232" y="9778"/>
                  </a:lnTo>
                  <a:lnTo>
                    <a:pt x="10370" y="9521"/>
                  </a:lnTo>
                  <a:lnTo>
                    <a:pt x="10469" y="9304"/>
                  </a:lnTo>
                  <a:lnTo>
                    <a:pt x="10588" y="9027"/>
                  </a:lnTo>
                  <a:lnTo>
                    <a:pt x="10825" y="8296"/>
                  </a:lnTo>
                  <a:lnTo>
                    <a:pt x="11022" y="7566"/>
                  </a:lnTo>
                  <a:lnTo>
                    <a:pt x="11082" y="7269"/>
                  </a:lnTo>
                  <a:lnTo>
                    <a:pt x="11121" y="7072"/>
                  </a:lnTo>
                  <a:lnTo>
                    <a:pt x="11141" y="6795"/>
                  </a:lnTo>
                  <a:lnTo>
                    <a:pt x="11141" y="6539"/>
                  </a:lnTo>
                  <a:lnTo>
                    <a:pt x="11121" y="6282"/>
                  </a:lnTo>
                  <a:lnTo>
                    <a:pt x="11121" y="6222"/>
                  </a:lnTo>
                  <a:lnTo>
                    <a:pt x="11141" y="6025"/>
                  </a:lnTo>
                  <a:lnTo>
                    <a:pt x="11161" y="5669"/>
                  </a:lnTo>
                  <a:lnTo>
                    <a:pt x="11121" y="5136"/>
                  </a:lnTo>
                  <a:lnTo>
                    <a:pt x="11082" y="4840"/>
                  </a:lnTo>
                  <a:lnTo>
                    <a:pt x="11022" y="4563"/>
                  </a:lnTo>
                  <a:lnTo>
                    <a:pt x="10943" y="4129"/>
                  </a:lnTo>
                  <a:lnTo>
                    <a:pt x="10864" y="3852"/>
                  </a:lnTo>
                  <a:lnTo>
                    <a:pt x="10825" y="3753"/>
                  </a:lnTo>
                  <a:lnTo>
                    <a:pt x="10805" y="3477"/>
                  </a:lnTo>
                  <a:lnTo>
                    <a:pt x="10785" y="3260"/>
                  </a:lnTo>
                  <a:lnTo>
                    <a:pt x="10726" y="3082"/>
                  </a:lnTo>
                  <a:lnTo>
                    <a:pt x="10667" y="2963"/>
                  </a:lnTo>
                  <a:lnTo>
                    <a:pt x="10588" y="2865"/>
                  </a:lnTo>
                  <a:lnTo>
                    <a:pt x="10548" y="2805"/>
                  </a:lnTo>
                  <a:lnTo>
                    <a:pt x="10489" y="2786"/>
                  </a:lnTo>
                  <a:lnTo>
                    <a:pt x="10548" y="2549"/>
                  </a:lnTo>
                  <a:lnTo>
                    <a:pt x="10588" y="2292"/>
                  </a:lnTo>
                  <a:lnTo>
                    <a:pt x="10647" y="1996"/>
                  </a:lnTo>
                  <a:lnTo>
                    <a:pt x="10667" y="1660"/>
                  </a:lnTo>
                  <a:lnTo>
                    <a:pt x="10667" y="1324"/>
                  </a:lnTo>
                  <a:lnTo>
                    <a:pt x="10647" y="1166"/>
                  </a:lnTo>
                  <a:lnTo>
                    <a:pt x="10607" y="1008"/>
                  </a:lnTo>
                  <a:lnTo>
                    <a:pt x="10548" y="870"/>
                  </a:lnTo>
                  <a:lnTo>
                    <a:pt x="10489" y="751"/>
                  </a:lnTo>
                  <a:lnTo>
                    <a:pt x="10410" y="633"/>
                  </a:lnTo>
                  <a:lnTo>
                    <a:pt x="10331" y="534"/>
                  </a:lnTo>
                  <a:lnTo>
                    <a:pt x="10114" y="356"/>
                  </a:lnTo>
                  <a:lnTo>
                    <a:pt x="9916" y="198"/>
                  </a:lnTo>
                  <a:lnTo>
                    <a:pt x="9679" y="99"/>
                  </a:lnTo>
                  <a:lnTo>
                    <a:pt x="9462" y="20"/>
                  </a:lnTo>
                  <a:lnTo>
                    <a:pt x="9264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29"/>
            <p:cNvSpPr/>
            <p:nvPr/>
          </p:nvSpPr>
          <p:spPr>
            <a:xfrm>
              <a:off x="-1024250" y="3626475"/>
              <a:ext cx="29150" cy="64725"/>
            </a:xfrm>
            <a:custGeom>
              <a:rect b="b" l="l" r="r" t="t"/>
              <a:pathLst>
                <a:path extrusionOk="0" h="2589" w="1166">
                  <a:moveTo>
                    <a:pt x="1126" y="1"/>
                  </a:moveTo>
                  <a:lnTo>
                    <a:pt x="948" y="573"/>
                  </a:lnTo>
                  <a:lnTo>
                    <a:pt x="790" y="1067"/>
                  </a:lnTo>
                  <a:lnTo>
                    <a:pt x="691" y="1344"/>
                  </a:lnTo>
                  <a:lnTo>
                    <a:pt x="593" y="1601"/>
                  </a:lnTo>
                  <a:lnTo>
                    <a:pt x="474" y="1818"/>
                  </a:lnTo>
                  <a:lnTo>
                    <a:pt x="356" y="2035"/>
                  </a:lnTo>
                  <a:lnTo>
                    <a:pt x="138" y="2351"/>
                  </a:lnTo>
                  <a:lnTo>
                    <a:pt x="20" y="2549"/>
                  </a:lnTo>
                  <a:lnTo>
                    <a:pt x="0" y="2588"/>
                  </a:lnTo>
                  <a:lnTo>
                    <a:pt x="40" y="2588"/>
                  </a:lnTo>
                  <a:lnTo>
                    <a:pt x="119" y="2529"/>
                  </a:lnTo>
                  <a:lnTo>
                    <a:pt x="198" y="2430"/>
                  </a:lnTo>
                  <a:lnTo>
                    <a:pt x="316" y="2292"/>
                  </a:lnTo>
                  <a:lnTo>
                    <a:pt x="435" y="2114"/>
                  </a:lnTo>
                  <a:lnTo>
                    <a:pt x="691" y="1660"/>
                  </a:lnTo>
                  <a:lnTo>
                    <a:pt x="830" y="1383"/>
                  </a:lnTo>
                  <a:lnTo>
                    <a:pt x="968" y="1087"/>
                  </a:lnTo>
                  <a:lnTo>
                    <a:pt x="1067" y="810"/>
                  </a:lnTo>
                  <a:lnTo>
                    <a:pt x="1126" y="573"/>
                  </a:lnTo>
                  <a:lnTo>
                    <a:pt x="1165" y="396"/>
                  </a:lnTo>
                  <a:lnTo>
                    <a:pt x="1165" y="238"/>
                  </a:lnTo>
                  <a:lnTo>
                    <a:pt x="1165" y="119"/>
                  </a:lnTo>
                  <a:lnTo>
                    <a:pt x="1146" y="40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29"/>
            <p:cNvSpPr/>
            <p:nvPr/>
          </p:nvSpPr>
          <p:spPr>
            <a:xfrm>
              <a:off x="-1007475" y="3650675"/>
              <a:ext cx="21250" cy="81500"/>
            </a:xfrm>
            <a:custGeom>
              <a:rect b="b" l="l" r="r" t="t"/>
              <a:pathLst>
                <a:path extrusionOk="0" h="3260" w="850">
                  <a:moveTo>
                    <a:pt x="771" y="0"/>
                  </a:moveTo>
                  <a:lnTo>
                    <a:pt x="751" y="99"/>
                  </a:lnTo>
                  <a:lnTo>
                    <a:pt x="731" y="494"/>
                  </a:lnTo>
                  <a:lnTo>
                    <a:pt x="712" y="751"/>
                  </a:lnTo>
                  <a:lnTo>
                    <a:pt x="692" y="1067"/>
                  </a:lnTo>
                  <a:lnTo>
                    <a:pt x="633" y="1403"/>
                  </a:lnTo>
                  <a:lnTo>
                    <a:pt x="554" y="1739"/>
                  </a:lnTo>
                  <a:lnTo>
                    <a:pt x="396" y="2292"/>
                  </a:lnTo>
                  <a:lnTo>
                    <a:pt x="297" y="2588"/>
                  </a:lnTo>
                  <a:lnTo>
                    <a:pt x="198" y="2766"/>
                  </a:lnTo>
                  <a:lnTo>
                    <a:pt x="80" y="2924"/>
                  </a:lnTo>
                  <a:lnTo>
                    <a:pt x="20" y="3082"/>
                  </a:lnTo>
                  <a:lnTo>
                    <a:pt x="1" y="3161"/>
                  </a:lnTo>
                  <a:lnTo>
                    <a:pt x="20" y="3240"/>
                  </a:lnTo>
                  <a:lnTo>
                    <a:pt x="40" y="3260"/>
                  </a:lnTo>
                  <a:lnTo>
                    <a:pt x="80" y="3220"/>
                  </a:lnTo>
                  <a:lnTo>
                    <a:pt x="139" y="3161"/>
                  </a:lnTo>
                  <a:lnTo>
                    <a:pt x="198" y="3042"/>
                  </a:lnTo>
                  <a:lnTo>
                    <a:pt x="277" y="2884"/>
                  </a:lnTo>
                  <a:lnTo>
                    <a:pt x="376" y="2647"/>
                  </a:lnTo>
                  <a:lnTo>
                    <a:pt x="494" y="2331"/>
                  </a:lnTo>
                  <a:lnTo>
                    <a:pt x="613" y="1956"/>
                  </a:lnTo>
                  <a:lnTo>
                    <a:pt x="712" y="1561"/>
                  </a:lnTo>
                  <a:lnTo>
                    <a:pt x="791" y="1205"/>
                  </a:lnTo>
                  <a:lnTo>
                    <a:pt x="830" y="870"/>
                  </a:lnTo>
                  <a:lnTo>
                    <a:pt x="850" y="593"/>
                  </a:lnTo>
                  <a:lnTo>
                    <a:pt x="850" y="356"/>
                  </a:lnTo>
                  <a:lnTo>
                    <a:pt x="830" y="178"/>
                  </a:lnTo>
                  <a:lnTo>
                    <a:pt x="811" y="60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29"/>
            <p:cNvSpPr/>
            <p:nvPr/>
          </p:nvSpPr>
          <p:spPr>
            <a:xfrm>
              <a:off x="-1004025" y="3711400"/>
              <a:ext cx="23250" cy="67200"/>
            </a:xfrm>
            <a:custGeom>
              <a:rect b="b" l="l" r="r" t="t"/>
              <a:pathLst>
                <a:path extrusionOk="0" h="2688" w="930">
                  <a:moveTo>
                    <a:pt x="910" y="1"/>
                  </a:moveTo>
                  <a:lnTo>
                    <a:pt x="870" y="60"/>
                  </a:lnTo>
                  <a:lnTo>
                    <a:pt x="811" y="337"/>
                  </a:lnTo>
                  <a:lnTo>
                    <a:pt x="712" y="771"/>
                  </a:lnTo>
                  <a:lnTo>
                    <a:pt x="574" y="1344"/>
                  </a:lnTo>
                  <a:lnTo>
                    <a:pt x="475" y="1621"/>
                  </a:lnTo>
                  <a:lnTo>
                    <a:pt x="376" y="1877"/>
                  </a:lnTo>
                  <a:lnTo>
                    <a:pt x="198" y="2272"/>
                  </a:lnTo>
                  <a:lnTo>
                    <a:pt x="60" y="2529"/>
                  </a:lnTo>
                  <a:lnTo>
                    <a:pt x="1" y="2608"/>
                  </a:lnTo>
                  <a:lnTo>
                    <a:pt x="21" y="2668"/>
                  </a:lnTo>
                  <a:lnTo>
                    <a:pt x="40" y="2687"/>
                  </a:lnTo>
                  <a:lnTo>
                    <a:pt x="60" y="2687"/>
                  </a:lnTo>
                  <a:lnTo>
                    <a:pt x="119" y="2648"/>
                  </a:lnTo>
                  <a:lnTo>
                    <a:pt x="198" y="2549"/>
                  </a:lnTo>
                  <a:lnTo>
                    <a:pt x="277" y="2411"/>
                  </a:lnTo>
                  <a:lnTo>
                    <a:pt x="356" y="2213"/>
                  </a:lnTo>
                  <a:lnTo>
                    <a:pt x="455" y="2016"/>
                  </a:lnTo>
                  <a:lnTo>
                    <a:pt x="534" y="1759"/>
                  </a:lnTo>
                  <a:lnTo>
                    <a:pt x="692" y="1206"/>
                  </a:lnTo>
                  <a:lnTo>
                    <a:pt x="831" y="653"/>
                  </a:lnTo>
                  <a:lnTo>
                    <a:pt x="910" y="218"/>
                  </a:lnTo>
                  <a:lnTo>
                    <a:pt x="929" y="60"/>
                  </a:lnTo>
                  <a:lnTo>
                    <a:pt x="91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29"/>
            <p:cNvSpPr/>
            <p:nvPr/>
          </p:nvSpPr>
          <p:spPr>
            <a:xfrm>
              <a:off x="-1361025" y="3708950"/>
              <a:ext cx="279500" cy="288400"/>
            </a:xfrm>
            <a:custGeom>
              <a:rect b="b" l="l" r="r" t="t"/>
              <a:pathLst>
                <a:path extrusionOk="0" h="11536" w="11180">
                  <a:moveTo>
                    <a:pt x="4148" y="0"/>
                  </a:moveTo>
                  <a:lnTo>
                    <a:pt x="1185" y="5057"/>
                  </a:lnTo>
                  <a:lnTo>
                    <a:pt x="0" y="7071"/>
                  </a:lnTo>
                  <a:lnTo>
                    <a:pt x="0" y="7091"/>
                  </a:lnTo>
                  <a:lnTo>
                    <a:pt x="40" y="7131"/>
                  </a:lnTo>
                  <a:lnTo>
                    <a:pt x="178" y="7190"/>
                  </a:lnTo>
                  <a:lnTo>
                    <a:pt x="198" y="7210"/>
                  </a:lnTo>
                  <a:lnTo>
                    <a:pt x="277" y="7249"/>
                  </a:lnTo>
                  <a:lnTo>
                    <a:pt x="553" y="7407"/>
                  </a:lnTo>
                  <a:lnTo>
                    <a:pt x="573" y="7407"/>
                  </a:lnTo>
                  <a:lnTo>
                    <a:pt x="672" y="7467"/>
                  </a:lnTo>
                  <a:lnTo>
                    <a:pt x="948" y="7625"/>
                  </a:lnTo>
                  <a:lnTo>
                    <a:pt x="988" y="7625"/>
                  </a:lnTo>
                  <a:lnTo>
                    <a:pt x="1008" y="7644"/>
                  </a:lnTo>
                  <a:lnTo>
                    <a:pt x="1245" y="7763"/>
                  </a:lnTo>
                  <a:lnTo>
                    <a:pt x="1896" y="8118"/>
                  </a:lnTo>
                  <a:lnTo>
                    <a:pt x="1936" y="8138"/>
                  </a:lnTo>
                  <a:lnTo>
                    <a:pt x="1956" y="8158"/>
                  </a:lnTo>
                  <a:lnTo>
                    <a:pt x="1995" y="8178"/>
                  </a:lnTo>
                  <a:lnTo>
                    <a:pt x="2193" y="8276"/>
                  </a:lnTo>
                  <a:lnTo>
                    <a:pt x="2489" y="8434"/>
                  </a:lnTo>
                  <a:lnTo>
                    <a:pt x="2785" y="8573"/>
                  </a:lnTo>
                  <a:lnTo>
                    <a:pt x="2845" y="8612"/>
                  </a:lnTo>
                  <a:lnTo>
                    <a:pt x="2963" y="8671"/>
                  </a:lnTo>
                  <a:lnTo>
                    <a:pt x="3003" y="8711"/>
                  </a:lnTo>
                  <a:lnTo>
                    <a:pt x="3121" y="8750"/>
                  </a:lnTo>
                  <a:lnTo>
                    <a:pt x="3161" y="8770"/>
                  </a:lnTo>
                  <a:lnTo>
                    <a:pt x="3220" y="8810"/>
                  </a:lnTo>
                  <a:lnTo>
                    <a:pt x="3299" y="8849"/>
                  </a:lnTo>
                  <a:lnTo>
                    <a:pt x="3358" y="8889"/>
                  </a:lnTo>
                  <a:lnTo>
                    <a:pt x="3615" y="9027"/>
                  </a:lnTo>
                  <a:lnTo>
                    <a:pt x="3753" y="9086"/>
                  </a:lnTo>
                  <a:lnTo>
                    <a:pt x="3773" y="9106"/>
                  </a:lnTo>
                  <a:lnTo>
                    <a:pt x="6992" y="10765"/>
                  </a:lnTo>
                  <a:lnTo>
                    <a:pt x="8118" y="11338"/>
                  </a:lnTo>
                  <a:lnTo>
                    <a:pt x="8434" y="11476"/>
                  </a:lnTo>
                  <a:lnTo>
                    <a:pt x="8573" y="11535"/>
                  </a:lnTo>
                  <a:lnTo>
                    <a:pt x="8671" y="11318"/>
                  </a:lnTo>
                  <a:lnTo>
                    <a:pt x="8928" y="10785"/>
                  </a:lnTo>
                  <a:lnTo>
                    <a:pt x="9066" y="10508"/>
                  </a:lnTo>
                  <a:lnTo>
                    <a:pt x="9106" y="10410"/>
                  </a:lnTo>
                  <a:lnTo>
                    <a:pt x="9106" y="10390"/>
                  </a:lnTo>
                  <a:lnTo>
                    <a:pt x="9323" y="9936"/>
                  </a:lnTo>
                  <a:lnTo>
                    <a:pt x="9718" y="9086"/>
                  </a:lnTo>
                  <a:lnTo>
                    <a:pt x="11180" y="5867"/>
                  </a:lnTo>
                  <a:lnTo>
                    <a:pt x="4148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29"/>
            <p:cNvSpPr/>
            <p:nvPr/>
          </p:nvSpPr>
          <p:spPr>
            <a:xfrm>
              <a:off x="-1360050" y="389362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29"/>
            <p:cNvSpPr/>
            <p:nvPr/>
          </p:nvSpPr>
          <p:spPr>
            <a:xfrm>
              <a:off x="-1104250" y="39474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29"/>
            <p:cNvSpPr/>
            <p:nvPr/>
          </p:nvSpPr>
          <p:spPr>
            <a:xfrm>
              <a:off x="-1300800" y="3924250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21" y="0"/>
                  </a:moveTo>
                  <a:lnTo>
                    <a:pt x="2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29"/>
            <p:cNvSpPr/>
            <p:nvPr/>
          </p:nvSpPr>
          <p:spPr>
            <a:xfrm>
              <a:off x="-1190675" y="39647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1"/>
                  </a:move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29"/>
            <p:cNvSpPr/>
            <p:nvPr/>
          </p:nvSpPr>
          <p:spPr>
            <a:xfrm>
              <a:off x="-1270675" y="39341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29"/>
            <p:cNvSpPr/>
            <p:nvPr/>
          </p:nvSpPr>
          <p:spPr>
            <a:xfrm>
              <a:off x="-1139325" y="3971650"/>
              <a:ext cx="4975" cy="6925"/>
            </a:xfrm>
            <a:custGeom>
              <a:rect b="b" l="l" r="r" t="t"/>
              <a:pathLst>
                <a:path extrusionOk="0" h="277" w="199">
                  <a:moveTo>
                    <a:pt x="198" y="0"/>
                  </a:moveTo>
                  <a:lnTo>
                    <a:pt x="100" y="99"/>
                  </a:lnTo>
                  <a:lnTo>
                    <a:pt x="1" y="178"/>
                  </a:lnTo>
                  <a:lnTo>
                    <a:pt x="60" y="277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29"/>
            <p:cNvSpPr/>
            <p:nvPr/>
          </p:nvSpPr>
          <p:spPr>
            <a:xfrm>
              <a:off x="-1133400" y="39686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29"/>
            <p:cNvSpPr/>
            <p:nvPr/>
          </p:nvSpPr>
          <p:spPr>
            <a:xfrm>
              <a:off x="-1361525" y="3832400"/>
              <a:ext cx="245925" cy="149150"/>
            </a:xfrm>
            <a:custGeom>
              <a:rect b="b" l="l" r="r" t="t"/>
              <a:pathLst>
                <a:path extrusionOk="0" h="5966" w="9837">
                  <a:moveTo>
                    <a:pt x="178" y="2272"/>
                  </a:moveTo>
                  <a:lnTo>
                    <a:pt x="170" y="2276"/>
                  </a:lnTo>
                  <a:lnTo>
                    <a:pt x="170" y="2276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78" y="2272"/>
                  </a:lnTo>
                  <a:close/>
                  <a:moveTo>
                    <a:pt x="119" y="2232"/>
                  </a:moveTo>
                  <a:lnTo>
                    <a:pt x="79" y="2311"/>
                  </a:lnTo>
                  <a:lnTo>
                    <a:pt x="79" y="2331"/>
                  </a:lnTo>
                  <a:lnTo>
                    <a:pt x="119" y="2311"/>
                  </a:lnTo>
                  <a:lnTo>
                    <a:pt x="139" y="2291"/>
                  </a:lnTo>
                  <a:lnTo>
                    <a:pt x="170" y="2276"/>
                  </a:lnTo>
                  <a:lnTo>
                    <a:pt x="170" y="2276"/>
                  </a:lnTo>
                  <a:lnTo>
                    <a:pt x="158" y="2252"/>
                  </a:lnTo>
                  <a:lnTo>
                    <a:pt x="139" y="2232"/>
                  </a:lnTo>
                  <a:close/>
                  <a:moveTo>
                    <a:pt x="3299" y="3753"/>
                  </a:moveTo>
                  <a:lnTo>
                    <a:pt x="3240" y="3872"/>
                  </a:lnTo>
                  <a:lnTo>
                    <a:pt x="3240" y="3872"/>
                  </a:lnTo>
                  <a:lnTo>
                    <a:pt x="3299" y="3812"/>
                  </a:lnTo>
                  <a:lnTo>
                    <a:pt x="3319" y="3773"/>
                  </a:lnTo>
                  <a:lnTo>
                    <a:pt x="3299" y="3753"/>
                  </a:lnTo>
                  <a:close/>
                  <a:moveTo>
                    <a:pt x="4682" y="4425"/>
                  </a:moveTo>
                  <a:lnTo>
                    <a:pt x="4682" y="4425"/>
                  </a:lnTo>
                  <a:lnTo>
                    <a:pt x="4682" y="4425"/>
                  </a:lnTo>
                  <a:close/>
                  <a:moveTo>
                    <a:pt x="1502" y="0"/>
                  </a:moveTo>
                  <a:lnTo>
                    <a:pt x="1423" y="59"/>
                  </a:lnTo>
                  <a:lnTo>
                    <a:pt x="1344" y="99"/>
                  </a:lnTo>
                  <a:lnTo>
                    <a:pt x="1265" y="119"/>
                  </a:lnTo>
                  <a:lnTo>
                    <a:pt x="1205" y="119"/>
                  </a:lnTo>
                  <a:lnTo>
                    <a:pt x="20" y="2133"/>
                  </a:lnTo>
                  <a:lnTo>
                    <a:pt x="20" y="2153"/>
                  </a:lnTo>
                  <a:lnTo>
                    <a:pt x="20" y="2193"/>
                  </a:lnTo>
                  <a:lnTo>
                    <a:pt x="0" y="2252"/>
                  </a:lnTo>
                  <a:lnTo>
                    <a:pt x="0" y="2252"/>
                  </a:lnTo>
                  <a:lnTo>
                    <a:pt x="60" y="2193"/>
                  </a:lnTo>
                  <a:lnTo>
                    <a:pt x="139" y="2094"/>
                  </a:lnTo>
                  <a:lnTo>
                    <a:pt x="218" y="1975"/>
                  </a:lnTo>
                  <a:lnTo>
                    <a:pt x="218" y="2035"/>
                  </a:lnTo>
                  <a:lnTo>
                    <a:pt x="237" y="2094"/>
                  </a:lnTo>
                  <a:lnTo>
                    <a:pt x="237" y="2173"/>
                  </a:lnTo>
                  <a:lnTo>
                    <a:pt x="198" y="2252"/>
                  </a:lnTo>
                  <a:lnTo>
                    <a:pt x="178" y="2291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39" y="2351"/>
                  </a:lnTo>
                  <a:lnTo>
                    <a:pt x="99" y="2449"/>
                  </a:lnTo>
                  <a:lnTo>
                    <a:pt x="158" y="2449"/>
                  </a:lnTo>
                  <a:lnTo>
                    <a:pt x="198" y="2509"/>
                  </a:lnTo>
                  <a:lnTo>
                    <a:pt x="198" y="2449"/>
                  </a:lnTo>
                  <a:lnTo>
                    <a:pt x="237" y="2410"/>
                  </a:lnTo>
                  <a:lnTo>
                    <a:pt x="277" y="2370"/>
                  </a:lnTo>
                  <a:lnTo>
                    <a:pt x="297" y="2311"/>
                  </a:lnTo>
                  <a:lnTo>
                    <a:pt x="178" y="2410"/>
                  </a:lnTo>
                  <a:lnTo>
                    <a:pt x="158" y="2390"/>
                  </a:lnTo>
                  <a:lnTo>
                    <a:pt x="178" y="2351"/>
                  </a:lnTo>
                  <a:lnTo>
                    <a:pt x="218" y="2272"/>
                  </a:lnTo>
                  <a:lnTo>
                    <a:pt x="218" y="2252"/>
                  </a:lnTo>
                  <a:lnTo>
                    <a:pt x="277" y="2252"/>
                  </a:lnTo>
                  <a:lnTo>
                    <a:pt x="317" y="2232"/>
                  </a:lnTo>
                  <a:lnTo>
                    <a:pt x="396" y="2173"/>
                  </a:lnTo>
                  <a:lnTo>
                    <a:pt x="475" y="2094"/>
                  </a:lnTo>
                  <a:lnTo>
                    <a:pt x="534" y="2074"/>
                  </a:lnTo>
                  <a:lnTo>
                    <a:pt x="573" y="2054"/>
                  </a:lnTo>
                  <a:lnTo>
                    <a:pt x="593" y="2173"/>
                  </a:lnTo>
                  <a:lnTo>
                    <a:pt x="573" y="2193"/>
                  </a:lnTo>
                  <a:lnTo>
                    <a:pt x="534" y="2252"/>
                  </a:lnTo>
                  <a:lnTo>
                    <a:pt x="494" y="2331"/>
                  </a:lnTo>
                  <a:lnTo>
                    <a:pt x="475" y="2370"/>
                  </a:lnTo>
                  <a:lnTo>
                    <a:pt x="534" y="2351"/>
                  </a:lnTo>
                  <a:lnTo>
                    <a:pt x="554" y="2370"/>
                  </a:lnTo>
                  <a:lnTo>
                    <a:pt x="573" y="2410"/>
                  </a:lnTo>
                  <a:lnTo>
                    <a:pt x="573" y="2469"/>
                  </a:lnTo>
                  <a:lnTo>
                    <a:pt x="554" y="2529"/>
                  </a:lnTo>
                  <a:lnTo>
                    <a:pt x="573" y="2568"/>
                  </a:lnTo>
                  <a:lnTo>
                    <a:pt x="573" y="2529"/>
                  </a:lnTo>
                  <a:lnTo>
                    <a:pt x="593" y="2469"/>
                  </a:lnTo>
                  <a:lnTo>
                    <a:pt x="672" y="2390"/>
                  </a:lnTo>
                  <a:lnTo>
                    <a:pt x="731" y="2370"/>
                  </a:lnTo>
                  <a:lnTo>
                    <a:pt x="731" y="2390"/>
                  </a:lnTo>
                  <a:lnTo>
                    <a:pt x="731" y="2410"/>
                  </a:lnTo>
                  <a:lnTo>
                    <a:pt x="692" y="2529"/>
                  </a:lnTo>
                  <a:lnTo>
                    <a:pt x="672" y="2568"/>
                  </a:lnTo>
                  <a:lnTo>
                    <a:pt x="731" y="2608"/>
                  </a:lnTo>
                  <a:lnTo>
                    <a:pt x="771" y="2647"/>
                  </a:lnTo>
                  <a:lnTo>
                    <a:pt x="830" y="2746"/>
                  </a:lnTo>
                  <a:lnTo>
                    <a:pt x="870" y="2805"/>
                  </a:lnTo>
                  <a:lnTo>
                    <a:pt x="909" y="2825"/>
                  </a:lnTo>
                  <a:lnTo>
                    <a:pt x="949" y="2845"/>
                  </a:lnTo>
                  <a:lnTo>
                    <a:pt x="1008" y="2845"/>
                  </a:lnTo>
                  <a:lnTo>
                    <a:pt x="1028" y="2706"/>
                  </a:lnTo>
                  <a:lnTo>
                    <a:pt x="1028" y="2667"/>
                  </a:lnTo>
                  <a:lnTo>
                    <a:pt x="1008" y="2687"/>
                  </a:lnTo>
                  <a:lnTo>
                    <a:pt x="929" y="2805"/>
                  </a:lnTo>
                  <a:lnTo>
                    <a:pt x="968" y="2687"/>
                  </a:lnTo>
                  <a:lnTo>
                    <a:pt x="1087" y="2509"/>
                  </a:lnTo>
                  <a:lnTo>
                    <a:pt x="1186" y="2390"/>
                  </a:lnTo>
                  <a:lnTo>
                    <a:pt x="1186" y="2430"/>
                  </a:lnTo>
                  <a:lnTo>
                    <a:pt x="1205" y="2449"/>
                  </a:lnTo>
                  <a:lnTo>
                    <a:pt x="1205" y="2489"/>
                  </a:lnTo>
                  <a:lnTo>
                    <a:pt x="1186" y="2529"/>
                  </a:lnTo>
                  <a:lnTo>
                    <a:pt x="1284" y="2489"/>
                  </a:lnTo>
                  <a:lnTo>
                    <a:pt x="1284" y="2449"/>
                  </a:lnTo>
                  <a:lnTo>
                    <a:pt x="1284" y="2430"/>
                  </a:lnTo>
                  <a:lnTo>
                    <a:pt x="1284" y="2410"/>
                  </a:lnTo>
                  <a:lnTo>
                    <a:pt x="1324" y="2370"/>
                  </a:lnTo>
                  <a:lnTo>
                    <a:pt x="1344" y="2469"/>
                  </a:lnTo>
                  <a:lnTo>
                    <a:pt x="1324" y="2529"/>
                  </a:lnTo>
                  <a:lnTo>
                    <a:pt x="1284" y="2568"/>
                  </a:lnTo>
                  <a:lnTo>
                    <a:pt x="1324" y="2588"/>
                  </a:lnTo>
                  <a:lnTo>
                    <a:pt x="1363" y="2568"/>
                  </a:lnTo>
                  <a:lnTo>
                    <a:pt x="1403" y="2529"/>
                  </a:lnTo>
                  <a:lnTo>
                    <a:pt x="1442" y="2469"/>
                  </a:lnTo>
                  <a:lnTo>
                    <a:pt x="1442" y="2489"/>
                  </a:lnTo>
                  <a:lnTo>
                    <a:pt x="1442" y="2509"/>
                  </a:lnTo>
                  <a:lnTo>
                    <a:pt x="1403" y="2588"/>
                  </a:lnTo>
                  <a:lnTo>
                    <a:pt x="1284" y="2706"/>
                  </a:lnTo>
                  <a:lnTo>
                    <a:pt x="1284" y="2726"/>
                  </a:lnTo>
                  <a:lnTo>
                    <a:pt x="1284" y="2766"/>
                  </a:lnTo>
                  <a:lnTo>
                    <a:pt x="1265" y="2825"/>
                  </a:lnTo>
                  <a:lnTo>
                    <a:pt x="1205" y="2904"/>
                  </a:lnTo>
                  <a:lnTo>
                    <a:pt x="1284" y="2904"/>
                  </a:lnTo>
                  <a:lnTo>
                    <a:pt x="1186" y="3042"/>
                  </a:lnTo>
                  <a:lnTo>
                    <a:pt x="1205" y="3062"/>
                  </a:lnTo>
                  <a:lnTo>
                    <a:pt x="1225" y="3062"/>
                  </a:lnTo>
                  <a:lnTo>
                    <a:pt x="1265" y="3042"/>
                  </a:lnTo>
                  <a:lnTo>
                    <a:pt x="1304" y="3042"/>
                  </a:lnTo>
                  <a:lnTo>
                    <a:pt x="1304" y="3062"/>
                  </a:lnTo>
                  <a:lnTo>
                    <a:pt x="1304" y="3101"/>
                  </a:lnTo>
                  <a:lnTo>
                    <a:pt x="1383" y="3003"/>
                  </a:lnTo>
                  <a:lnTo>
                    <a:pt x="1442" y="3161"/>
                  </a:lnTo>
                  <a:lnTo>
                    <a:pt x="1482" y="3200"/>
                  </a:lnTo>
                  <a:lnTo>
                    <a:pt x="1541" y="3240"/>
                  </a:lnTo>
                  <a:lnTo>
                    <a:pt x="1581" y="3141"/>
                  </a:lnTo>
                  <a:lnTo>
                    <a:pt x="1620" y="3121"/>
                  </a:lnTo>
                  <a:lnTo>
                    <a:pt x="1640" y="3121"/>
                  </a:lnTo>
                  <a:lnTo>
                    <a:pt x="1660" y="3141"/>
                  </a:lnTo>
                  <a:lnTo>
                    <a:pt x="1640" y="3180"/>
                  </a:lnTo>
                  <a:lnTo>
                    <a:pt x="1660" y="3279"/>
                  </a:lnTo>
                  <a:lnTo>
                    <a:pt x="1679" y="3299"/>
                  </a:lnTo>
                  <a:lnTo>
                    <a:pt x="1719" y="3319"/>
                  </a:lnTo>
                  <a:lnTo>
                    <a:pt x="1818" y="3279"/>
                  </a:lnTo>
                  <a:lnTo>
                    <a:pt x="1857" y="3240"/>
                  </a:lnTo>
                  <a:lnTo>
                    <a:pt x="1916" y="3180"/>
                  </a:lnTo>
                  <a:lnTo>
                    <a:pt x="1936" y="3121"/>
                  </a:lnTo>
                  <a:lnTo>
                    <a:pt x="1956" y="3101"/>
                  </a:lnTo>
                  <a:lnTo>
                    <a:pt x="1976" y="3121"/>
                  </a:lnTo>
                  <a:lnTo>
                    <a:pt x="1956" y="3200"/>
                  </a:lnTo>
                  <a:lnTo>
                    <a:pt x="1956" y="3240"/>
                  </a:lnTo>
                  <a:lnTo>
                    <a:pt x="1976" y="3220"/>
                  </a:lnTo>
                  <a:lnTo>
                    <a:pt x="2035" y="3161"/>
                  </a:lnTo>
                  <a:lnTo>
                    <a:pt x="2094" y="3121"/>
                  </a:lnTo>
                  <a:lnTo>
                    <a:pt x="2153" y="3121"/>
                  </a:lnTo>
                  <a:lnTo>
                    <a:pt x="2153" y="3141"/>
                  </a:lnTo>
                  <a:lnTo>
                    <a:pt x="2173" y="3161"/>
                  </a:lnTo>
                  <a:lnTo>
                    <a:pt x="2094" y="3200"/>
                  </a:lnTo>
                  <a:lnTo>
                    <a:pt x="2035" y="3220"/>
                  </a:lnTo>
                  <a:lnTo>
                    <a:pt x="2015" y="3240"/>
                  </a:lnTo>
                  <a:lnTo>
                    <a:pt x="2015" y="3279"/>
                  </a:lnTo>
                  <a:lnTo>
                    <a:pt x="2015" y="3299"/>
                  </a:lnTo>
                  <a:lnTo>
                    <a:pt x="2055" y="3338"/>
                  </a:lnTo>
                  <a:lnTo>
                    <a:pt x="2094" y="3358"/>
                  </a:lnTo>
                  <a:lnTo>
                    <a:pt x="2114" y="3378"/>
                  </a:lnTo>
                  <a:lnTo>
                    <a:pt x="2134" y="3398"/>
                  </a:lnTo>
                  <a:lnTo>
                    <a:pt x="2213" y="3338"/>
                  </a:lnTo>
                  <a:lnTo>
                    <a:pt x="2529" y="3121"/>
                  </a:lnTo>
                  <a:lnTo>
                    <a:pt x="2548" y="3022"/>
                  </a:lnTo>
                  <a:lnTo>
                    <a:pt x="2608" y="2924"/>
                  </a:lnTo>
                  <a:lnTo>
                    <a:pt x="2687" y="2825"/>
                  </a:lnTo>
                  <a:lnTo>
                    <a:pt x="2766" y="2726"/>
                  </a:lnTo>
                  <a:lnTo>
                    <a:pt x="2746" y="2785"/>
                  </a:lnTo>
                  <a:lnTo>
                    <a:pt x="2766" y="2845"/>
                  </a:lnTo>
                  <a:lnTo>
                    <a:pt x="2786" y="2884"/>
                  </a:lnTo>
                  <a:lnTo>
                    <a:pt x="2805" y="2943"/>
                  </a:lnTo>
                  <a:lnTo>
                    <a:pt x="2766" y="3022"/>
                  </a:lnTo>
                  <a:lnTo>
                    <a:pt x="2746" y="3101"/>
                  </a:lnTo>
                  <a:lnTo>
                    <a:pt x="2726" y="3161"/>
                  </a:lnTo>
                  <a:lnTo>
                    <a:pt x="2706" y="3180"/>
                  </a:lnTo>
                  <a:lnTo>
                    <a:pt x="2687" y="3200"/>
                  </a:lnTo>
                  <a:lnTo>
                    <a:pt x="2706" y="3082"/>
                  </a:lnTo>
                  <a:lnTo>
                    <a:pt x="2706" y="3042"/>
                  </a:lnTo>
                  <a:lnTo>
                    <a:pt x="2667" y="3042"/>
                  </a:lnTo>
                  <a:lnTo>
                    <a:pt x="2647" y="3200"/>
                  </a:lnTo>
                  <a:lnTo>
                    <a:pt x="2667" y="3378"/>
                  </a:lnTo>
                  <a:lnTo>
                    <a:pt x="2608" y="3437"/>
                  </a:lnTo>
                  <a:lnTo>
                    <a:pt x="2568" y="3457"/>
                  </a:lnTo>
                  <a:lnTo>
                    <a:pt x="2548" y="3457"/>
                  </a:lnTo>
                  <a:lnTo>
                    <a:pt x="2588" y="3398"/>
                  </a:lnTo>
                  <a:lnTo>
                    <a:pt x="2608" y="3358"/>
                  </a:lnTo>
                  <a:lnTo>
                    <a:pt x="2568" y="3378"/>
                  </a:lnTo>
                  <a:lnTo>
                    <a:pt x="2529" y="3417"/>
                  </a:lnTo>
                  <a:lnTo>
                    <a:pt x="2509" y="3496"/>
                  </a:lnTo>
                  <a:lnTo>
                    <a:pt x="2489" y="3595"/>
                  </a:lnTo>
                  <a:lnTo>
                    <a:pt x="2450" y="3674"/>
                  </a:lnTo>
                  <a:lnTo>
                    <a:pt x="2529" y="3674"/>
                  </a:lnTo>
                  <a:lnTo>
                    <a:pt x="2548" y="3635"/>
                  </a:lnTo>
                  <a:lnTo>
                    <a:pt x="2548" y="3694"/>
                  </a:lnTo>
                  <a:lnTo>
                    <a:pt x="2568" y="3714"/>
                  </a:lnTo>
                  <a:lnTo>
                    <a:pt x="2647" y="3714"/>
                  </a:lnTo>
                  <a:lnTo>
                    <a:pt x="2687" y="3694"/>
                  </a:lnTo>
                  <a:lnTo>
                    <a:pt x="2726" y="3694"/>
                  </a:lnTo>
                  <a:lnTo>
                    <a:pt x="2746" y="3714"/>
                  </a:lnTo>
                  <a:lnTo>
                    <a:pt x="2746" y="3773"/>
                  </a:lnTo>
                  <a:lnTo>
                    <a:pt x="2766" y="3714"/>
                  </a:lnTo>
                  <a:lnTo>
                    <a:pt x="2805" y="3635"/>
                  </a:lnTo>
                  <a:lnTo>
                    <a:pt x="2825" y="3615"/>
                  </a:lnTo>
                  <a:lnTo>
                    <a:pt x="2845" y="3635"/>
                  </a:lnTo>
                  <a:lnTo>
                    <a:pt x="2865" y="3674"/>
                  </a:lnTo>
                  <a:lnTo>
                    <a:pt x="2845" y="3793"/>
                  </a:lnTo>
                  <a:lnTo>
                    <a:pt x="2884" y="3753"/>
                  </a:lnTo>
                  <a:lnTo>
                    <a:pt x="2924" y="3733"/>
                  </a:lnTo>
                  <a:lnTo>
                    <a:pt x="2963" y="3733"/>
                  </a:lnTo>
                  <a:lnTo>
                    <a:pt x="2963" y="3753"/>
                  </a:lnTo>
                  <a:lnTo>
                    <a:pt x="2983" y="3733"/>
                  </a:lnTo>
                  <a:lnTo>
                    <a:pt x="3023" y="3674"/>
                  </a:lnTo>
                  <a:lnTo>
                    <a:pt x="3042" y="3595"/>
                  </a:lnTo>
                  <a:lnTo>
                    <a:pt x="3082" y="3516"/>
                  </a:lnTo>
                  <a:lnTo>
                    <a:pt x="3141" y="3437"/>
                  </a:lnTo>
                  <a:lnTo>
                    <a:pt x="3200" y="3398"/>
                  </a:lnTo>
                  <a:lnTo>
                    <a:pt x="3240" y="3398"/>
                  </a:lnTo>
                  <a:lnTo>
                    <a:pt x="3260" y="3437"/>
                  </a:lnTo>
                  <a:lnTo>
                    <a:pt x="3299" y="3437"/>
                  </a:lnTo>
                  <a:lnTo>
                    <a:pt x="3279" y="3516"/>
                  </a:lnTo>
                  <a:lnTo>
                    <a:pt x="3200" y="3516"/>
                  </a:lnTo>
                  <a:lnTo>
                    <a:pt x="3161" y="3536"/>
                  </a:lnTo>
                  <a:lnTo>
                    <a:pt x="3339" y="3536"/>
                  </a:lnTo>
                  <a:lnTo>
                    <a:pt x="3339" y="3595"/>
                  </a:lnTo>
                  <a:lnTo>
                    <a:pt x="3299" y="3635"/>
                  </a:lnTo>
                  <a:lnTo>
                    <a:pt x="3260" y="3654"/>
                  </a:lnTo>
                  <a:lnTo>
                    <a:pt x="3220" y="3635"/>
                  </a:lnTo>
                  <a:lnTo>
                    <a:pt x="3220" y="3674"/>
                  </a:lnTo>
                  <a:lnTo>
                    <a:pt x="3240" y="3694"/>
                  </a:lnTo>
                  <a:lnTo>
                    <a:pt x="3299" y="3694"/>
                  </a:lnTo>
                  <a:lnTo>
                    <a:pt x="3358" y="3654"/>
                  </a:lnTo>
                  <a:lnTo>
                    <a:pt x="3418" y="3595"/>
                  </a:lnTo>
                  <a:lnTo>
                    <a:pt x="3457" y="3635"/>
                  </a:lnTo>
                  <a:lnTo>
                    <a:pt x="3477" y="3654"/>
                  </a:lnTo>
                  <a:lnTo>
                    <a:pt x="3477" y="3674"/>
                  </a:lnTo>
                  <a:lnTo>
                    <a:pt x="3398" y="3793"/>
                  </a:lnTo>
                  <a:lnTo>
                    <a:pt x="3319" y="3911"/>
                  </a:lnTo>
                  <a:lnTo>
                    <a:pt x="3279" y="3951"/>
                  </a:lnTo>
                  <a:lnTo>
                    <a:pt x="3220" y="3951"/>
                  </a:lnTo>
                  <a:lnTo>
                    <a:pt x="3220" y="3931"/>
                  </a:lnTo>
                  <a:lnTo>
                    <a:pt x="3240" y="3872"/>
                  </a:lnTo>
                  <a:lnTo>
                    <a:pt x="3220" y="3832"/>
                  </a:lnTo>
                  <a:lnTo>
                    <a:pt x="3181" y="3832"/>
                  </a:lnTo>
                  <a:lnTo>
                    <a:pt x="3121" y="3852"/>
                  </a:lnTo>
                  <a:lnTo>
                    <a:pt x="3141" y="3812"/>
                  </a:lnTo>
                  <a:lnTo>
                    <a:pt x="3181" y="3793"/>
                  </a:lnTo>
                  <a:lnTo>
                    <a:pt x="3102" y="3753"/>
                  </a:lnTo>
                  <a:lnTo>
                    <a:pt x="3062" y="3753"/>
                  </a:lnTo>
                  <a:lnTo>
                    <a:pt x="3023" y="3773"/>
                  </a:lnTo>
                  <a:lnTo>
                    <a:pt x="2963" y="3812"/>
                  </a:lnTo>
                  <a:lnTo>
                    <a:pt x="2983" y="3852"/>
                  </a:lnTo>
                  <a:lnTo>
                    <a:pt x="3023" y="3891"/>
                  </a:lnTo>
                  <a:lnTo>
                    <a:pt x="3082" y="3931"/>
                  </a:lnTo>
                  <a:lnTo>
                    <a:pt x="3161" y="3951"/>
                  </a:lnTo>
                  <a:lnTo>
                    <a:pt x="3161" y="3990"/>
                  </a:lnTo>
                  <a:lnTo>
                    <a:pt x="3161" y="4030"/>
                  </a:lnTo>
                  <a:lnTo>
                    <a:pt x="3378" y="3951"/>
                  </a:lnTo>
                  <a:lnTo>
                    <a:pt x="3418" y="3931"/>
                  </a:lnTo>
                  <a:lnTo>
                    <a:pt x="3457" y="3812"/>
                  </a:lnTo>
                  <a:lnTo>
                    <a:pt x="3477" y="3753"/>
                  </a:lnTo>
                  <a:lnTo>
                    <a:pt x="3516" y="3694"/>
                  </a:lnTo>
                  <a:lnTo>
                    <a:pt x="3497" y="3793"/>
                  </a:lnTo>
                  <a:lnTo>
                    <a:pt x="3497" y="3891"/>
                  </a:lnTo>
                  <a:lnTo>
                    <a:pt x="3497" y="3951"/>
                  </a:lnTo>
                  <a:lnTo>
                    <a:pt x="3536" y="3990"/>
                  </a:lnTo>
                  <a:lnTo>
                    <a:pt x="3556" y="3951"/>
                  </a:lnTo>
                  <a:lnTo>
                    <a:pt x="3595" y="3911"/>
                  </a:lnTo>
                  <a:lnTo>
                    <a:pt x="3655" y="3872"/>
                  </a:lnTo>
                  <a:lnTo>
                    <a:pt x="3694" y="3832"/>
                  </a:lnTo>
                  <a:lnTo>
                    <a:pt x="3734" y="3793"/>
                  </a:lnTo>
                  <a:lnTo>
                    <a:pt x="3734" y="3753"/>
                  </a:lnTo>
                  <a:lnTo>
                    <a:pt x="3714" y="3773"/>
                  </a:lnTo>
                  <a:lnTo>
                    <a:pt x="3714" y="3733"/>
                  </a:lnTo>
                  <a:lnTo>
                    <a:pt x="3734" y="3654"/>
                  </a:lnTo>
                  <a:lnTo>
                    <a:pt x="3773" y="3654"/>
                  </a:lnTo>
                  <a:lnTo>
                    <a:pt x="3793" y="3595"/>
                  </a:lnTo>
                  <a:lnTo>
                    <a:pt x="3813" y="3536"/>
                  </a:lnTo>
                  <a:lnTo>
                    <a:pt x="3852" y="3516"/>
                  </a:lnTo>
                  <a:lnTo>
                    <a:pt x="3872" y="3556"/>
                  </a:lnTo>
                  <a:lnTo>
                    <a:pt x="3872" y="3575"/>
                  </a:lnTo>
                  <a:lnTo>
                    <a:pt x="3872" y="3615"/>
                  </a:lnTo>
                  <a:lnTo>
                    <a:pt x="3852" y="3674"/>
                  </a:lnTo>
                  <a:lnTo>
                    <a:pt x="3852" y="3694"/>
                  </a:lnTo>
                  <a:lnTo>
                    <a:pt x="3872" y="3733"/>
                  </a:lnTo>
                  <a:lnTo>
                    <a:pt x="3734" y="3872"/>
                  </a:lnTo>
                  <a:lnTo>
                    <a:pt x="3655" y="3931"/>
                  </a:lnTo>
                  <a:lnTo>
                    <a:pt x="3576" y="3970"/>
                  </a:lnTo>
                  <a:lnTo>
                    <a:pt x="3576" y="4010"/>
                  </a:lnTo>
                  <a:lnTo>
                    <a:pt x="3595" y="4030"/>
                  </a:lnTo>
                  <a:lnTo>
                    <a:pt x="3615" y="4030"/>
                  </a:lnTo>
                  <a:lnTo>
                    <a:pt x="3635" y="4069"/>
                  </a:lnTo>
                  <a:lnTo>
                    <a:pt x="3655" y="4010"/>
                  </a:lnTo>
                  <a:lnTo>
                    <a:pt x="3674" y="3970"/>
                  </a:lnTo>
                  <a:lnTo>
                    <a:pt x="3714" y="3931"/>
                  </a:lnTo>
                  <a:lnTo>
                    <a:pt x="3714" y="3891"/>
                  </a:lnTo>
                  <a:lnTo>
                    <a:pt x="3813" y="3872"/>
                  </a:lnTo>
                  <a:lnTo>
                    <a:pt x="3931" y="3812"/>
                  </a:lnTo>
                  <a:lnTo>
                    <a:pt x="4050" y="3773"/>
                  </a:lnTo>
                  <a:lnTo>
                    <a:pt x="4148" y="3773"/>
                  </a:lnTo>
                  <a:lnTo>
                    <a:pt x="4109" y="3832"/>
                  </a:lnTo>
                  <a:lnTo>
                    <a:pt x="4050" y="3891"/>
                  </a:lnTo>
                  <a:lnTo>
                    <a:pt x="3951" y="3931"/>
                  </a:lnTo>
                  <a:lnTo>
                    <a:pt x="3911" y="3970"/>
                  </a:lnTo>
                  <a:lnTo>
                    <a:pt x="3852" y="4010"/>
                  </a:lnTo>
                  <a:lnTo>
                    <a:pt x="3813" y="4069"/>
                  </a:lnTo>
                  <a:lnTo>
                    <a:pt x="3773" y="4148"/>
                  </a:lnTo>
                  <a:lnTo>
                    <a:pt x="3773" y="4168"/>
                  </a:lnTo>
                  <a:lnTo>
                    <a:pt x="3793" y="4168"/>
                  </a:lnTo>
                  <a:lnTo>
                    <a:pt x="3832" y="4128"/>
                  </a:lnTo>
                  <a:lnTo>
                    <a:pt x="3872" y="4089"/>
                  </a:lnTo>
                  <a:lnTo>
                    <a:pt x="3911" y="4069"/>
                  </a:lnTo>
                  <a:lnTo>
                    <a:pt x="3931" y="4069"/>
                  </a:lnTo>
                  <a:lnTo>
                    <a:pt x="3931" y="4128"/>
                  </a:lnTo>
                  <a:lnTo>
                    <a:pt x="3931" y="4148"/>
                  </a:lnTo>
                  <a:lnTo>
                    <a:pt x="3951" y="4168"/>
                  </a:lnTo>
                  <a:lnTo>
                    <a:pt x="3990" y="4188"/>
                  </a:lnTo>
                  <a:lnTo>
                    <a:pt x="4050" y="4168"/>
                  </a:lnTo>
                  <a:lnTo>
                    <a:pt x="4129" y="4188"/>
                  </a:lnTo>
                  <a:lnTo>
                    <a:pt x="4129" y="4089"/>
                  </a:lnTo>
                  <a:lnTo>
                    <a:pt x="4188" y="4089"/>
                  </a:lnTo>
                  <a:lnTo>
                    <a:pt x="4227" y="4148"/>
                  </a:lnTo>
                  <a:lnTo>
                    <a:pt x="4208" y="4168"/>
                  </a:lnTo>
                  <a:lnTo>
                    <a:pt x="4267" y="4148"/>
                  </a:lnTo>
                  <a:lnTo>
                    <a:pt x="4267" y="4168"/>
                  </a:lnTo>
                  <a:lnTo>
                    <a:pt x="4287" y="4168"/>
                  </a:lnTo>
                  <a:lnTo>
                    <a:pt x="4306" y="4148"/>
                  </a:lnTo>
                  <a:lnTo>
                    <a:pt x="4366" y="4188"/>
                  </a:lnTo>
                  <a:lnTo>
                    <a:pt x="4405" y="4207"/>
                  </a:lnTo>
                  <a:lnTo>
                    <a:pt x="4464" y="4227"/>
                  </a:lnTo>
                  <a:lnTo>
                    <a:pt x="4484" y="4168"/>
                  </a:lnTo>
                  <a:lnTo>
                    <a:pt x="4464" y="4148"/>
                  </a:lnTo>
                  <a:lnTo>
                    <a:pt x="4405" y="4168"/>
                  </a:lnTo>
                  <a:lnTo>
                    <a:pt x="4385" y="4148"/>
                  </a:lnTo>
                  <a:lnTo>
                    <a:pt x="4385" y="4069"/>
                  </a:lnTo>
                  <a:lnTo>
                    <a:pt x="4385" y="4030"/>
                  </a:lnTo>
                  <a:lnTo>
                    <a:pt x="4425" y="3970"/>
                  </a:lnTo>
                  <a:lnTo>
                    <a:pt x="4445" y="3990"/>
                  </a:lnTo>
                  <a:lnTo>
                    <a:pt x="4484" y="3990"/>
                  </a:lnTo>
                  <a:lnTo>
                    <a:pt x="4563" y="3951"/>
                  </a:lnTo>
                  <a:lnTo>
                    <a:pt x="4642" y="3931"/>
                  </a:lnTo>
                  <a:lnTo>
                    <a:pt x="4682" y="3931"/>
                  </a:lnTo>
                  <a:lnTo>
                    <a:pt x="4721" y="3951"/>
                  </a:lnTo>
                  <a:lnTo>
                    <a:pt x="4701" y="3911"/>
                  </a:lnTo>
                  <a:lnTo>
                    <a:pt x="4761" y="3872"/>
                  </a:lnTo>
                  <a:lnTo>
                    <a:pt x="4780" y="3872"/>
                  </a:lnTo>
                  <a:lnTo>
                    <a:pt x="4840" y="3911"/>
                  </a:lnTo>
                  <a:lnTo>
                    <a:pt x="4840" y="3951"/>
                  </a:lnTo>
                  <a:lnTo>
                    <a:pt x="4840" y="3990"/>
                  </a:lnTo>
                  <a:lnTo>
                    <a:pt x="4780" y="4030"/>
                  </a:lnTo>
                  <a:lnTo>
                    <a:pt x="4741" y="4089"/>
                  </a:lnTo>
                  <a:lnTo>
                    <a:pt x="4721" y="4109"/>
                  </a:lnTo>
                  <a:lnTo>
                    <a:pt x="4721" y="4148"/>
                  </a:lnTo>
                  <a:lnTo>
                    <a:pt x="4662" y="4168"/>
                  </a:lnTo>
                  <a:lnTo>
                    <a:pt x="4603" y="4168"/>
                  </a:lnTo>
                  <a:lnTo>
                    <a:pt x="4563" y="4227"/>
                  </a:lnTo>
                  <a:lnTo>
                    <a:pt x="4524" y="4425"/>
                  </a:lnTo>
                  <a:lnTo>
                    <a:pt x="4524" y="4425"/>
                  </a:lnTo>
                  <a:lnTo>
                    <a:pt x="4543" y="4405"/>
                  </a:lnTo>
                  <a:lnTo>
                    <a:pt x="4563" y="4405"/>
                  </a:lnTo>
                  <a:lnTo>
                    <a:pt x="4583" y="4425"/>
                  </a:lnTo>
                  <a:lnTo>
                    <a:pt x="4603" y="4484"/>
                  </a:lnTo>
                  <a:lnTo>
                    <a:pt x="4603" y="4504"/>
                  </a:lnTo>
                  <a:lnTo>
                    <a:pt x="4622" y="4504"/>
                  </a:lnTo>
                  <a:lnTo>
                    <a:pt x="4622" y="4405"/>
                  </a:lnTo>
                  <a:lnTo>
                    <a:pt x="4662" y="4365"/>
                  </a:lnTo>
                  <a:lnTo>
                    <a:pt x="4682" y="4346"/>
                  </a:lnTo>
                  <a:lnTo>
                    <a:pt x="4682" y="4365"/>
                  </a:lnTo>
                  <a:lnTo>
                    <a:pt x="4682" y="4425"/>
                  </a:lnTo>
                  <a:lnTo>
                    <a:pt x="4761" y="4227"/>
                  </a:lnTo>
                  <a:lnTo>
                    <a:pt x="4741" y="4207"/>
                  </a:lnTo>
                  <a:lnTo>
                    <a:pt x="4721" y="4227"/>
                  </a:lnTo>
                  <a:lnTo>
                    <a:pt x="4682" y="4247"/>
                  </a:lnTo>
                  <a:lnTo>
                    <a:pt x="4642" y="4247"/>
                  </a:lnTo>
                  <a:lnTo>
                    <a:pt x="4642" y="4227"/>
                  </a:lnTo>
                  <a:lnTo>
                    <a:pt x="4642" y="4188"/>
                  </a:lnTo>
                  <a:lnTo>
                    <a:pt x="4721" y="4168"/>
                  </a:lnTo>
                  <a:lnTo>
                    <a:pt x="4780" y="4109"/>
                  </a:lnTo>
                  <a:lnTo>
                    <a:pt x="4840" y="4069"/>
                  </a:lnTo>
                  <a:lnTo>
                    <a:pt x="4879" y="4049"/>
                  </a:lnTo>
                  <a:lnTo>
                    <a:pt x="4899" y="4069"/>
                  </a:lnTo>
                  <a:lnTo>
                    <a:pt x="4879" y="4089"/>
                  </a:lnTo>
                  <a:lnTo>
                    <a:pt x="4879" y="4109"/>
                  </a:lnTo>
                  <a:lnTo>
                    <a:pt x="4859" y="4109"/>
                  </a:lnTo>
                  <a:lnTo>
                    <a:pt x="4840" y="4128"/>
                  </a:lnTo>
                  <a:lnTo>
                    <a:pt x="4840" y="4148"/>
                  </a:lnTo>
                  <a:lnTo>
                    <a:pt x="4859" y="4148"/>
                  </a:lnTo>
                  <a:lnTo>
                    <a:pt x="4899" y="4128"/>
                  </a:lnTo>
                  <a:lnTo>
                    <a:pt x="4958" y="4128"/>
                  </a:lnTo>
                  <a:lnTo>
                    <a:pt x="4978" y="4148"/>
                  </a:lnTo>
                  <a:lnTo>
                    <a:pt x="4879" y="4207"/>
                  </a:lnTo>
                  <a:lnTo>
                    <a:pt x="4840" y="4267"/>
                  </a:lnTo>
                  <a:lnTo>
                    <a:pt x="4820" y="4346"/>
                  </a:lnTo>
                  <a:lnTo>
                    <a:pt x="4820" y="4346"/>
                  </a:lnTo>
                  <a:lnTo>
                    <a:pt x="4919" y="4227"/>
                  </a:lnTo>
                  <a:lnTo>
                    <a:pt x="4938" y="4247"/>
                  </a:lnTo>
                  <a:lnTo>
                    <a:pt x="4919" y="4286"/>
                  </a:lnTo>
                  <a:lnTo>
                    <a:pt x="4919" y="4306"/>
                  </a:lnTo>
                  <a:lnTo>
                    <a:pt x="4919" y="4326"/>
                  </a:lnTo>
                  <a:lnTo>
                    <a:pt x="4938" y="4306"/>
                  </a:lnTo>
                  <a:lnTo>
                    <a:pt x="4958" y="4267"/>
                  </a:lnTo>
                  <a:lnTo>
                    <a:pt x="4978" y="4227"/>
                  </a:lnTo>
                  <a:lnTo>
                    <a:pt x="5017" y="4227"/>
                  </a:lnTo>
                  <a:lnTo>
                    <a:pt x="4998" y="4286"/>
                  </a:lnTo>
                  <a:lnTo>
                    <a:pt x="4978" y="4326"/>
                  </a:lnTo>
                  <a:lnTo>
                    <a:pt x="5017" y="4346"/>
                  </a:lnTo>
                  <a:lnTo>
                    <a:pt x="5037" y="4326"/>
                  </a:lnTo>
                  <a:lnTo>
                    <a:pt x="5077" y="4286"/>
                  </a:lnTo>
                  <a:lnTo>
                    <a:pt x="5136" y="4267"/>
                  </a:lnTo>
                  <a:lnTo>
                    <a:pt x="5116" y="4247"/>
                  </a:lnTo>
                  <a:lnTo>
                    <a:pt x="5116" y="4207"/>
                  </a:lnTo>
                  <a:lnTo>
                    <a:pt x="5156" y="4128"/>
                  </a:lnTo>
                  <a:lnTo>
                    <a:pt x="5195" y="4069"/>
                  </a:lnTo>
                  <a:lnTo>
                    <a:pt x="5235" y="4030"/>
                  </a:lnTo>
                  <a:lnTo>
                    <a:pt x="5255" y="4030"/>
                  </a:lnTo>
                  <a:lnTo>
                    <a:pt x="5314" y="4049"/>
                  </a:lnTo>
                  <a:lnTo>
                    <a:pt x="5373" y="4069"/>
                  </a:lnTo>
                  <a:lnTo>
                    <a:pt x="5393" y="4069"/>
                  </a:lnTo>
                  <a:lnTo>
                    <a:pt x="5393" y="4109"/>
                  </a:lnTo>
                  <a:lnTo>
                    <a:pt x="5413" y="4148"/>
                  </a:lnTo>
                  <a:lnTo>
                    <a:pt x="5393" y="4207"/>
                  </a:lnTo>
                  <a:lnTo>
                    <a:pt x="5472" y="4128"/>
                  </a:lnTo>
                  <a:lnTo>
                    <a:pt x="5452" y="4188"/>
                  </a:lnTo>
                  <a:lnTo>
                    <a:pt x="5452" y="4207"/>
                  </a:lnTo>
                  <a:lnTo>
                    <a:pt x="5452" y="4227"/>
                  </a:lnTo>
                  <a:lnTo>
                    <a:pt x="5492" y="4227"/>
                  </a:lnTo>
                  <a:lnTo>
                    <a:pt x="5511" y="4247"/>
                  </a:lnTo>
                  <a:lnTo>
                    <a:pt x="5492" y="4286"/>
                  </a:lnTo>
                  <a:lnTo>
                    <a:pt x="5393" y="4286"/>
                  </a:lnTo>
                  <a:lnTo>
                    <a:pt x="5353" y="4306"/>
                  </a:lnTo>
                  <a:lnTo>
                    <a:pt x="5334" y="4346"/>
                  </a:lnTo>
                  <a:lnTo>
                    <a:pt x="5274" y="4405"/>
                  </a:lnTo>
                  <a:lnTo>
                    <a:pt x="5294" y="4444"/>
                  </a:lnTo>
                  <a:lnTo>
                    <a:pt x="5274" y="4484"/>
                  </a:lnTo>
                  <a:lnTo>
                    <a:pt x="5215" y="4583"/>
                  </a:lnTo>
                  <a:lnTo>
                    <a:pt x="5235" y="4563"/>
                  </a:lnTo>
                  <a:lnTo>
                    <a:pt x="5255" y="4543"/>
                  </a:lnTo>
                  <a:lnTo>
                    <a:pt x="5294" y="4484"/>
                  </a:lnTo>
                  <a:lnTo>
                    <a:pt x="5353" y="4405"/>
                  </a:lnTo>
                  <a:lnTo>
                    <a:pt x="5393" y="4326"/>
                  </a:lnTo>
                  <a:lnTo>
                    <a:pt x="5393" y="4365"/>
                  </a:lnTo>
                  <a:lnTo>
                    <a:pt x="5413" y="4405"/>
                  </a:lnTo>
                  <a:lnTo>
                    <a:pt x="5413" y="4444"/>
                  </a:lnTo>
                  <a:lnTo>
                    <a:pt x="5373" y="4504"/>
                  </a:lnTo>
                  <a:lnTo>
                    <a:pt x="5393" y="4523"/>
                  </a:lnTo>
                  <a:lnTo>
                    <a:pt x="5413" y="4504"/>
                  </a:lnTo>
                  <a:lnTo>
                    <a:pt x="5472" y="4464"/>
                  </a:lnTo>
                  <a:lnTo>
                    <a:pt x="5511" y="4444"/>
                  </a:lnTo>
                  <a:lnTo>
                    <a:pt x="5531" y="4444"/>
                  </a:lnTo>
                  <a:lnTo>
                    <a:pt x="5472" y="4543"/>
                  </a:lnTo>
                  <a:lnTo>
                    <a:pt x="5413" y="4642"/>
                  </a:lnTo>
                  <a:lnTo>
                    <a:pt x="5452" y="4642"/>
                  </a:lnTo>
                  <a:lnTo>
                    <a:pt x="5472" y="4681"/>
                  </a:lnTo>
                  <a:lnTo>
                    <a:pt x="5492" y="4622"/>
                  </a:lnTo>
                  <a:lnTo>
                    <a:pt x="5511" y="4602"/>
                  </a:lnTo>
                  <a:lnTo>
                    <a:pt x="5472" y="4602"/>
                  </a:lnTo>
                  <a:lnTo>
                    <a:pt x="5511" y="4563"/>
                  </a:lnTo>
                  <a:lnTo>
                    <a:pt x="5571" y="4563"/>
                  </a:lnTo>
                  <a:lnTo>
                    <a:pt x="5590" y="4583"/>
                  </a:lnTo>
                  <a:lnTo>
                    <a:pt x="5610" y="4563"/>
                  </a:lnTo>
                  <a:lnTo>
                    <a:pt x="5630" y="4543"/>
                  </a:lnTo>
                  <a:lnTo>
                    <a:pt x="5610" y="4583"/>
                  </a:lnTo>
                  <a:lnTo>
                    <a:pt x="5610" y="4622"/>
                  </a:lnTo>
                  <a:lnTo>
                    <a:pt x="5650" y="4642"/>
                  </a:lnTo>
                  <a:lnTo>
                    <a:pt x="5689" y="4662"/>
                  </a:lnTo>
                  <a:lnTo>
                    <a:pt x="5709" y="4681"/>
                  </a:lnTo>
                  <a:lnTo>
                    <a:pt x="5709" y="4701"/>
                  </a:lnTo>
                  <a:lnTo>
                    <a:pt x="5748" y="4602"/>
                  </a:lnTo>
                  <a:lnTo>
                    <a:pt x="5768" y="4583"/>
                  </a:lnTo>
                  <a:lnTo>
                    <a:pt x="5748" y="4563"/>
                  </a:lnTo>
                  <a:lnTo>
                    <a:pt x="5709" y="4583"/>
                  </a:lnTo>
                  <a:lnTo>
                    <a:pt x="5689" y="4602"/>
                  </a:lnTo>
                  <a:lnTo>
                    <a:pt x="5669" y="4602"/>
                  </a:lnTo>
                  <a:lnTo>
                    <a:pt x="5669" y="4583"/>
                  </a:lnTo>
                  <a:lnTo>
                    <a:pt x="5689" y="4504"/>
                  </a:lnTo>
                  <a:lnTo>
                    <a:pt x="5768" y="4504"/>
                  </a:lnTo>
                  <a:lnTo>
                    <a:pt x="5847" y="4523"/>
                  </a:lnTo>
                  <a:lnTo>
                    <a:pt x="5946" y="4543"/>
                  </a:lnTo>
                  <a:lnTo>
                    <a:pt x="5985" y="4543"/>
                  </a:lnTo>
                  <a:lnTo>
                    <a:pt x="6045" y="4523"/>
                  </a:lnTo>
                  <a:lnTo>
                    <a:pt x="6064" y="4563"/>
                  </a:lnTo>
                  <a:lnTo>
                    <a:pt x="6064" y="4583"/>
                  </a:lnTo>
                  <a:lnTo>
                    <a:pt x="6025" y="4622"/>
                  </a:lnTo>
                  <a:lnTo>
                    <a:pt x="5985" y="4681"/>
                  </a:lnTo>
                  <a:lnTo>
                    <a:pt x="5946" y="4760"/>
                  </a:lnTo>
                  <a:lnTo>
                    <a:pt x="5887" y="4741"/>
                  </a:lnTo>
                  <a:lnTo>
                    <a:pt x="5867" y="4721"/>
                  </a:lnTo>
                  <a:lnTo>
                    <a:pt x="5827" y="4681"/>
                  </a:lnTo>
                  <a:lnTo>
                    <a:pt x="5788" y="4681"/>
                  </a:lnTo>
                  <a:lnTo>
                    <a:pt x="5827" y="4741"/>
                  </a:lnTo>
                  <a:lnTo>
                    <a:pt x="5887" y="4780"/>
                  </a:lnTo>
                  <a:lnTo>
                    <a:pt x="5985" y="4780"/>
                  </a:lnTo>
                  <a:lnTo>
                    <a:pt x="6064" y="4741"/>
                  </a:lnTo>
                  <a:lnTo>
                    <a:pt x="6084" y="4760"/>
                  </a:lnTo>
                  <a:lnTo>
                    <a:pt x="6084" y="4800"/>
                  </a:lnTo>
                  <a:lnTo>
                    <a:pt x="6064" y="4919"/>
                  </a:lnTo>
                  <a:lnTo>
                    <a:pt x="6045" y="5017"/>
                  </a:lnTo>
                  <a:lnTo>
                    <a:pt x="6064" y="5057"/>
                  </a:lnTo>
                  <a:lnTo>
                    <a:pt x="6104" y="5057"/>
                  </a:lnTo>
                  <a:lnTo>
                    <a:pt x="6143" y="4958"/>
                  </a:lnTo>
                  <a:lnTo>
                    <a:pt x="6143" y="4879"/>
                  </a:lnTo>
                  <a:lnTo>
                    <a:pt x="6183" y="4879"/>
                  </a:lnTo>
                  <a:lnTo>
                    <a:pt x="6203" y="4899"/>
                  </a:lnTo>
                  <a:lnTo>
                    <a:pt x="6222" y="4919"/>
                  </a:lnTo>
                  <a:lnTo>
                    <a:pt x="6242" y="4899"/>
                  </a:lnTo>
                  <a:lnTo>
                    <a:pt x="6262" y="4859"/>
                  </a:lnTo>
                  <a:lnTo>
                    <a:pt x="6262" y="4820"/>
                  </a:lnTo>
                  <a:lnTo>
                    <a:pt x="6301" y="4800"/>
                  </a:lnTo>
                  <a:lnTo>
                    <a:pt x="6301" y="4839"/>
                  </a:lnTo>
                  <a:lnTo>
                    <a:pt x="6301" y="4879"/>
                  </a:lnTo>
                  <a:lnTo>
                    <a:pt x="6282" y="4919"/>
                  </a:lnTo>
                  <a:lnTo>
                    <a:pt x="6301" y="4919"/>
                  </a:lnTo>
                  <a:lnTo>
                    <a:pt x="6321" y="4938"/>
                  </a:lnTo>
                  <a:lnTo>
                    <a:pt x="6301" y="5017"/>
                  </a:lnTo>
                  <a:lnTo>
                    <a:pt x="6301" y="5057"/>
                  </a:lnTo>
                  <a:lnTo>
                    <a:pt x="6301" y="5077"/>
                  </a:lnTo>
                  <a:lnTo>
                    <a:pt x="6321" y="5077"/>
                  </a:lnTo>
                  <a:lnTo>
                    <a:pt x="6380" y="5037"/>
                  </a:lnTo>
                  <a:lnTo>
                    <a:pt x="6380" y="5017"/>
                  </a:lnTo>
                  <a:lnTo>
                    <a:pt x="6361" y="5017"/>
                  </a:lnTo>
                  <a:lnTo>
                    <a:pt x="6341" y="4998"/>
                  </a:lnTo>
                  <a:lnTo>
                    <a:pt x="6380" y="4938"/>
                  </a:lnTo>
                  <a:lnTo>
                    <a:pt x="6440" y="4899"/>
                  </a:lnTo>
                  <a:lnTo>
                    <a:pt x="6479" y="4859"/>
                  </a:lnTo>
                  <a:lnTo>
                    <a:pt x="6538" y="4839"/>
                  </a:lnTo>
                  <a:lnTo>
                    <a:pt x="6519" y="4859"/>
                  </a:lnTo>
                  <a:lnTo>
                    <a:pt x="6538" y="4879"/>
                  </a:lnTo>
                  <a:lnTo>
                    <a:pt x="6558" y="4879"/>
                  </a:lnTo>
                  <a:lnTo>
                    <a:pt x="6558" y="4899"/>
                  </a:lnTo>
                  <a:lnTo>
                    <a:pt x="6538" y="4938"/>
                  </a:lnTo>
                  <a:lnTo>
                    <a:pt x="6479" y="4938"/>
                  </a:lnTo>
                  <a:lnTo>
                    <a:pt x="6440" y="4958"/>
                  </a:lnTo>
                  <a:lnTo>
                    <a:pt x="6479" y="4998"/>
                  </a:lnTo>
                  <a:lnTo>
                    <a:pt x="6479" y="4998"/>
                  </a:lnTo>
                  <a:lnTo>
                    <a:pt x="6617" y="4919"/>
                  </a:lnTo>
                  <a:lnTo>
                    <a:pt x="6598" y="4919"/>
                  </a:lnTo>
                  <a:lnTo>
                    <a:pt x="6598" y="4899"/>
                  </a:lnTo>
                  <a:lnTo>
                    <a:pt x="6617" y="4859"/>
                  </a:lnTo>
                  <a:lnTo>
                    <a:pt x="6677" y="4800"/>
                  </a:lnTo>
                  <a:lnTo>
                    <a:pt x="6696" y="4780"/>
                  </a:lnTo>
                  <a:lnTo>
                    <a:pt x="6736" y="4800"/>
                  </a:lnTo>
                  <a:lnTo>
                    <a:pt x="6736" y="4859"/>
                  </a:lnTo>
                  <a:lnTo>
                    <a:pt x="6736" y="4899"/>
                  </a:lnTo>
                  <a:lnTo>
                    <a:pt x="6716" y="4978"/>
                  </a:lnTo>
                  <a:lnTo>
                    <a:pt x="6756" y="4919"/>
                  </a:lnTo>
                  <a:lnTo>
                    <a:pt x="6815" y="4899"/>
                  </a:lnTo>
                  <a:lnTo>
                    <a:pt x="6894" y="4919"/>
                  </a:lnTo>
                  <a:lnTo>
                    <a:pt x="6894" y="4859"/>
                  </a:lnTo>
                  <a:lnTo>
                    <a:pt x="6914" y="4820"/>
                  </a:lnTo>
                  <a:lnTo>
                    <a:pt x="6993" y="4780"/>
                  </a:lnTo>
                  <a:lnTo>
                    <a:pt x="6993" y="4938"/>
                  </a:lnTo>
                  <a:lnTo>
                    <a:pt x="6953" y="4938"/>
                  </a:lnTo>
                  <a:lnTo>
                    <a:pt x="6933" y="4958"/>
                  </a:lnTo>
                  <a:lnTo>
                    <a:pt x="6914" y="4998"/>
                  </a:lnTo>
                  <a:lnTo>
                    <a:pt x="6914" y="5057"/>
                  </a:lnTo>
                  <a:lnTo>
                    <a:pt x="6874" y="5136"/>
                  </a:lnTo>
                  <a:lnTo>
                    <a:pt x="6815" y="5175"/>
                  </a:lnTo>
                  <a:lnTo>
                    <a:pt x="6775" y="5175"/>
                  </a:lnTo>
                  <a:lnTo>
                    <a:pt x="6736" y="5116"/>
                  </a:lnTo>
                  <a:lnTo>
                    <a:pt x="6736" y="5195"/>
                  </a:lnTo>
                  <a:lnTo>
                    <a:pt x="6756" y="5215"/>
                  </a:lnTo>
                  <a:lnTo>
                    <a:pt x="6775" y="5215"/>
                  </a:lnTo>
                  <a:lnTo>
                    <a:pt x="6815" y="5195"/>
                  </a:lnTo>
                  <a:lnTo>
                    <a:pt x="6894" y="5156"/>
                  </a:lnTo>
                  <a:lnTo>
                    <a:pt x="6914" y="5156"/>
                  </a:lnTo>
                  <a:lnTo>
                    <a:pt x="6933" y="5195"/>
                  </a:lnTo>
                  <a:lnTo>
                    <a:pt x="6894" y="5254"/>
                  </a:lnTo>
                  <a:lnTo>
                    <a:pt x="6854" y="5294"/>
                  </a:lnTo>
                  <a:lnTo>
                    <a:pt x="6914" y="5274"/>
                  </a:lnTo>
                  <a:lnTo>
                    <a:pt x="6933" y="5274"/>
                  </a:lnTo>
                  <a:lnTo>
                    <a:pt x="6953" y="5314"/>
                  </a:lnTo>
                  <a:lnTo>
                    <a:pt x="6993" y="5195"/>
                  </a:lnTo>
                  <a:lnTo>
                    <a:pt x="7032" y="5136"/>
                  </a:lnTo>
                  <a:lnTo>
                    <a:pt x="7091" y="5116"/>
                  </a:lnTo>
                  <a:lnTo>
                    <a:pt x="7052" y="5294"/>
                  </a:lnTo>
                  <a:lnTo>
                    <a:pt x="7091" y="5294"/>
                  </a:lnTo>
                  <a:lnTo>
                    <a:pt x="7151" y="5235"/>
                  </a:lnTo>
                  <a:lnTo>
                    <a:pt x="7210" y="5175"/>
                  </a:lnTo>
                  <a:lnTo>
                    <a:pt x="7230" y="5136"/>
                  </a:lnTo>
                  <a:lnTo>
                    <a:pt x="7269" y="5116"/>
                  </a:lnTo>
                  <a:lnTo>
                    <a:pt x="7289" y="4998"/>
                  </a:lnTo>
                  <a:lnTo>
                    <a:pt x="7328" y="4958"/>
                  </a:lnTo>
                  <a:lnTo>
                    <a:pt x="7407" y="4958"/>
                  </a:lnTo>
                  <a:lnTo>
                    <a:pt x="7447" y="4919"/>
                  </a:lnTo>
                  <a:lnTo>
                    <a:pt x="7368" y="4919"/>
                  </a:lnTo>
                  <a:lnTo>
                    <a:pt x="7348" y="4938"/>
                  </a:lnTo>
                  <a:lnTo>
                    <a:pt x="7328" y="4938"/>
                  </a:lnTo>
                  <a:lnTo>
                    <a:pt x="7309" y="4919"/>
                  </a:lnTo>
                  <a:lnTo>
                    <a:pt x="7368" y="4859"/>
                  </a:lnTo>
                  <a:lnTo>
                    <a:pt x="7388" y="4839"/>
                  </a:lnTo>
                  <a:lnTo>
                    <a:pt x="7427" y="4839"/>
                  </a:lnTo>
                  <a:lnTo>
                    <a:pt x="7467" y="4820"/>
                  </a:lnTo>
                  <a:lnTo>
                    <a:pt x="7506" y="4919"/>
                  </a:lnTo>
                  <a:lnTo>
                    <a:pt x="7486" y="5057"/>
                  </a:lnTo>
                  <a:lnTo>
                    <a:pt x="7407" y="5175"/>
                  </a:lnTo>
                  <a:lnTo>
                    <a:pt x="7309" y="5254"/>
                  </a:lnTo>
                  <a:lnTo>
                    <a:pt x="7210" y="5373"/>
                  </a:lnTo>
                  <a:lnTo>
                    <a:pt x="7091" y="5531"/>
                  </a:lnTo>
                  <a:lnTo>
                    <a:pt x="7170" y="5531"/>
                  </a:lnTo>
                  <a:lnTo>
                    <a:pt x="7249" y="5551"/>
                  </a:lnTo>
                  <a:lnTo>
                    <a:pt x="7309" y="5570"/>
                  </a:lnTo>
                  <a:lnTo>
                    <a:pt x="7328" y="5610"/>
                  </a:lnTo>
                  <a:lnTo>
                    <a:pt x="7328" y="5649"/>
                  </a:lnTo>
                  <a:lnTo>
                    <a:pt x="7407" y="5610"/>
                  </a:lnTo>
                  <a:lnTo>
                    <a:pt x="7486" y="5531"/>
                  </a:lnTo>
                  <a:lnTo>
                    <a:pt x="7585" y="5333"/>
                  </a:lnTo>
                  <a:lnTo>
                    <a:pt x="7625" y="5333"/>
                  </a:lnTo>
                  <a:lnTo>
                    <a:pt x="7625" y="5353"/>
                  </a:lnTo>
                  <a:lnTo>
                    <a:pt x="7645" y="5393"/>
                  </a:lnTo>
                  <a:lnTo>
                    <a:pt x="7565" y="5452"/>
                  </a:lnTo>
                  <a:lnTo>
                    <a:pt x="7565" y="5452"/>
                  </a:lnTo>
                  <a:lnTo>
                    <a:pt x="7724" y="5412"/>
                  </a:lnTo>
                  <a:lnTo>
                    <a:pt x="7803" y="5412"/>
                  </a:lnTo>
                  <a:lnTo>
                    <a:pt x="7862" y="5452"/>
                  </a:lnTo>
                  <a:lnTo>
                    <a:pt x="7901" y="5412"/>
                  </a:lnTo>
                  <a:lnTo>
                    <a:pt x="7961" y="5373"/>
                  </a:lnTo>
                  <a:lnTo>
                    <a:pt x="8040" y="5215"/>
                  </a:lnTo>
                  <a:lnTo>
                    <a:pt x="8099" y="5215"/>
                  </a:lnTo>
                  <a:lnTo>
                    <a:pt x="8119" y="5195"/>
                  </a:lnTo>
                  <a:lnTo>
                    <a:pt x="8178" y="5136"/>
                  </a:lnTo>
                  <a:lnTo>
                    <a:pt x="8198" y="5116"/>
                  </a:lnTo>
                  <a:lnTo>
                    <a:pt x="8237" y="5156"/>
                  </a:lnTo>
                  <a:lnTo>
                    <a:pt x="8257" y="5175"/>
                  </a:lnTo>
                  <a:lnTo>
                    <a:pt x="8198" y="5215"/>
                  </a:lnTo>
                  <a:lnTo>
                    <a:pt x="8178" y="5254"/>
                  </a:lnTo>
                  <a:lnTo>
                    <a:pt x="8178" y="5294"/>
                  </a:lnTo>
                  <a:lnTo>
                    <a:pt x="8198" y="5314"/>
                  </a:lnTo>
                  <a:lnTo>
                    <a:pt x="8237" y="5333"/>
                  </a:lnTo>
                  <a:lnTo>
                    <a:pt x="8277" y="5314"/>
                  </a:lnTo>
                  <a:lnTo>
                    <a:pt x="8277" y="5314"/>
                  </a:lnTo>
                  <a:lnTo>
                    <a:pt x="8198" y="5393"/>
                  </a:lnTo>
                  <a:lnTo>
                    <a:pt x="8158" y="5432"/>
                  </a:lnTo>
                  <a:lnTo>
                    <a:pt x="8138" y="5432"/>
                  </a:lnTo>
                  <a:lnTo>
                    <a:pt x="8138" y="5412"/>
                  </a:lnTo>
                  <a:lnTo>
                    <a:pt x="8158" y="5353"/>
                  </a:lnTo>
                  <a:lnTo>
                    <a:pt x="8059" y="5393"/>
                  </a:lnTo>
                  <a:lnTo>
                    <a:pt x="8099" y="5393"/>
                  </a:lnTo>
                  <a:lnTo>
                    <a:pt x="8119" y="5412"/>
                  </a:lnTo>
                  <a:lnTo>
                    <a:pt x="8119" y="5432"/>
                  </a:lnTo>
                  <a:lnTo>
                    <a:pt x="8119" y="5472"/>
                  </a:lnTo>
                  <a:lnTo>
                    <a:pt x="8079" y="5570"/>
                  </a:lnTo>
                  <a:lnTo>
                    <a:pt x="8040" y="5669"/>
                  </a:lnTo>
                  <a:lnTo>
                    <a:pt x="8040" y="5669"/>
                  </a:lnTo>
                  <a:lnTo>
                    <a:pt x="8059" y="5649"/>
                  </a:lnTo>
                  <a:lnTo>
                    <a:pt x="8079" y="5630"/>
                  </a:lnTo>
                  <a:lnTo>
                    <a:pt x="8099" y="5570"/>
                  </a:lnTo>
                  <a:lnTo>
                    <a:pt x="8119" y="5511"/>
                  </a:lnTo>
                  <a:lnTo>
                    <a:pt x="8138" y="5511"/>
                  </a:lnTo>
                  <a:lnTo>
                    <a:pt x="8178" y="5491"/>
                  </a:lnTo>
                  <a:lnTo>
                    <a:pt x="8178" y="5590"/>
                  </a:lnTo>
                  <a:lnTo>
                    <a:pt x="8198" y="5649"/>
                  </a:lnTo>
                  <a:lnTo>
                    <a:pt x="8217" y="5689"/>
                  </a:lnTo>
                  <a:lnTo>
                    <a:pt x="8257" y="5709"/>
                  </a:lnTo>
                  <a:lnTo>
                    <a:pt x="8296" y="5728"/>
                  </a:lnTo>
                  <a:lnTo>
                    <a:pt x="8316" y="5768"/>
                  </a:lnTo>
                  <a:lnTo>
                    <a:pt x="8296" y="5847"/>
                  </a:lnTo>
                  <a:lnTo>
                    <a:pt x="8257" y="5965"/>
                  </a:lnTo>
                  <a:lnTo>
                    <a:pt x="8257" y="5965"/>
                  </a:lnTo>
                  <a:lnTo>
                    <a:pt x="8415" y="5906"/>
                  </a:lnTo>
                  <a:lnTo>
                    <a:pt x="8514" y="5886"/>
                  </a:lnTo>
                  <a:lnTo>
                    <a:pt x="8573" y="5886"/>
                  </a:lnTo>
                  <a:lnTo>
                    <a:pt x="8632" y="5847"/>
                  </a:lnTo>
                  <a:lnTo>
                    <a:pt x="8672" y="5827"/>
                  </a:lnTo>
                  <a:lnTo>
                    <a:pt x="8691" y="5807"/>
                  </a:lnTo>
                  <a:lnTo>
                    <a:pt x="8751" y="5748"/>
                  </a:lnTo>
                  <a:lnTo>
                    <a:pt x="8751" y="5689"/>
                  </a:lnTo>
                  <a:lnTo>
                    <a:pt x="8711" y="5689"/>
                  </a:lnTo>
                  <a:lnTo>
                    <a:pt x="8632" y="5709"/>
                  </a:lnTo>
                  <a:lnTo>
                    <a:pt x="8553" y="5709"/>
                  </a:lnTo>
                  <a:lnTo>
                    <a:pt x="8533" y="5689"/>
                  </a:lnTo>
                  <a:lnTo>
                    <a:pt x="8533" y="5610"/>
                  </a:lnTo>
                  <a:lnTo>
                    <a:pt x="8494" y="5649"/>
                  </a:lnTo>
                  <a:lnTo>
                    <a:pt x="8454" y="5689"/>
                  </a:lnTo>
                  <a:lnTo>
                    <a:pt x="8375" y="5788"/>
                  </a:lnTo>
                  <a:lnTo>
                    <a:pt x="8336" y="5788"/>
                  </a:lnTo>
                  <a:lnTo>
                    <a:pt x="8336" y="5748"/>
                  </a:lnTo>
                  <a:lnTo>
                    <a:pt x="8336" y="5728"/>
                  </a:lnTo>
                  <a:lnTo>
                    <a:pt x="8356" y="5669"/>
                  </a:lnTo>
                  <a:lnTo>
                    <a:pt x="8395" y="5669"/>
                  </a:lnTo>
                  <a:lnTo>
                    <a:pt x="8435" y="5630"/>
                  </a:lnTo>
                  <a:lnTo>
                    <a:pt x="8514" y="5551"/>
                  </a:lnTo>
                  <a:lnTo>
                    <a:pt x="8573" y="5491"/>
                  </a:lnTo>
                  <a:lnTo>
                    <a:pt x="8612" y="5472"/>
                  </a:lnTo>
                  <a:lnTo>
                    <a:pt x="8652" y="5491"/>
                  </a:lnTo>
                  <a:lnTo>
                    <a:pt x="8652" y="5432"/>
                  </a:lnTo>
                  <a:lnTo>
                    <a:pt x="8632" y="5393"/>
                  </a:lnTo>
                  <a:lnTo>
                    <a:pt x="8612" y="5353"/>
                  </a:lnTo>
                  <a:lnTo>
                    <a:pt x="8593" y="5314"/>
                  </a:lnTo>
                  <a:lnTo>
                    <a:pt x="8632" y="5235"/>
                  </a:lnTo>
                  <a:lnTo>
                    <a:pt x="8672" y="5156"/>
                  </a:lnTo>
                  <a:lnTo>
                    <a:pt x="8810" y="5057"/>
                  </a:lnTo>
                  <a:lnTo>
                    <a:pt x="8928" y="4978"/>
                  </a:lnTo>
                  <a:lnTo>
                    <a:pt x="8889" y="5057"/>
                  </a:lnTo>
                  <a:lnTo>
                    <a:pt x="8849" y="5096"/>
                  </a:lnTo>
                  <a:lnTo>
                    <a:pt x="9067" y="4998"/>
                  </a:lnTo>
                  <a:lnTo>
                    <a:pt x="9007" y="5136"/>
                  </a:lnTo>
                  <a:lnTo>
                    <a:pt x="8948" y="5235"/>
                  </a:lnTo>
                  <a:lnTo>
                    <a:pt x="8968" y="5254"/>
                  </a:lnTo>
                  <a:lnTo>
                    <a:pt x="8988" y="5254"/>
                  </a:lnTo>
                  <a:lnTo>
                    <a:pt x="9047" y="5274"/>
                  </a:lnTo>
                  <a:lnTo>
                    <a:pt x="9067" y="5274"/>
                  </a:lnTo>
                  <a:lnTo>
                    <a:pt x="9086" y="5294"/>
                  </a:lnTo>
                  <a:lnTo>
                    <a:pt x="9086" y="5333"/>
                  </a:lnTo>
                  <a:lnTo>
                    <a:pt x="9047" y="5373"/>
                  </a:lnTo>
                  <a:lnTo>
                    <a:pt x="9086" y="5373"/>
                  </a:lnTo>
                  <a:lnTo>
                    <a:pt x="9106" y="5333"/>
                  </a:lnTo>
                  <a:lnTo>
                    <a:pt x="9106" y="5274"/>
                  </a:lnTo>
                  <a:lnTo>
                    <a:pt x="9126" y="5215"/>
                  </a:lnTo>
                  <a:lnTo>
                    <a:pt x="9047" y="5175"/>
                  </a:lnTo>
                  <a:lnTo>
                    <a:pt x="9086" y="5116"/>
                  </a:lnTo>
                  <a:lnTo>
                    <a:pt x="9106" y="5096"/>
                  </a:lnTo>
                  <a:lnTo>
                    <a:pt x="9126" y="5116"/>
                  </a:lnTo>
                  <a:lnTo>
                    <a:pt x="9146" y="5136"/>
                  </a:lnTo>
                  <a:lnTo>
                    <a:pt x="9146" y="5156"/>
                  </a:lnTo>
                  <a:lnTo>
                    <a:pt x="9205" y="5156"/>
                  </a:lnTo>
                  <a:lnTo>
                    <a:pt x="9244" y="5116"/>
                  </a:lnTo>
                  <a:lnTo>
                    <a:pt x="9304" y="5017"/>
                  </a:lnTo>
                  <a:lnTo>
                    <a:pt x="9343" y="4998"/>
                  </a:lnTo>
                  <a:lnTo>
                    <a:pt x="9738" y="4148"/>
                  </a:lnTo>
                  <a:lnTo>
                    <a:pt x="9738" y="4148"/>
                  </a:lnTo>
                  <a:lnTo>
                    <a:pt x="9679" y="4168"/>
                  </a:lnTo>
                  <a:lnTo>
                    <a:pt x="9639" y="4168"/>
                  </a:lnTo>
                  <a:lnTo>
                    <a:pt x="9600" y="4148"/>
                  </a:lnTo>
                  <a:lnTo>
                    <a:pt x="9580" y="4128"/>
                  </a:lnTo>
                  <a:lnTo>
                    <a:pt x="9620" y="4069"/>
                  </a:lnTo>
                  <a:lnTo>
                    <a:pt x="9659" y="4030"/>
                  </a:lnTo>
                  <a:lnTo>
                    <a:pt x="9718" y="4010"/>
                  </a:lnTo>
                  <a:lnTo>
                    <a:pt x="9758" y="4010"/>
                  </a:lnTo>
                  <a:lnTo>
                    <a:pt x="9797" y="3990"/>
                  </a:lnTo>
                  <a:lnTo>
                    <a:pt x="9817" y="3951"/>
                  </a:lnTo>
                  <a:lnTo>
                    <a:pt x="9837" y="3891"/>
                  </a:lnTo>
                  <a:lnTo>
                    <a:pt x="9837" y="3872"/>
                  </a:lnTo>
                  <a:lnTo>
                    <a:pt x="9817" y="3872"/>
                  </a:lnTo>
                  <a:lnTo>
                    <a:pt x="9778" y="3891"/>
                  </a:lnTo>
                  <a:lnTo>
                    <a:pt x="9758" y="3951"/>
                  </a:lnTo>
                  <a:lnTo>
                    <a:pt x="9738" y="3990"/>
                  </a:lnTo>
                  <a:lnTo>
                    <a:pt x="9679" y="3891"/>
                  </a:lnTo>
                  <a:lnTo>
                    <a:pt x="9659" y="3812"/>
                  </a:lnTo>
                  <a:lnTo>
                    <a:pt x="9679" y="3714"/>
                  </a:lnTo>
                  <a:lnTo>
                    <a:pt x="9580" y="3753"/>
                  </a:lnTo>
                  <a:lnTo>
                    <a:pt x="9521" y="3773"/>
                  </a:lnTo>
                  <a:lnTo>
                    <a:pt x="9481" y="3793"/>
                  </a:lnTo>
                  <a:lnTo>
                    <a:pt x="9383" y="3872"/>
                  </a:lnTo>
                  <a:lnTo>
                    <a:pt x="9422" y="3872"/>
                  </a:lnTo>
                  <a:lnTo>
                    <a:pt x="9462" y="3832"/>
                  </a:lnTo>
                  <a:lnTo>
                    <a:pt x="9501" y="3832"/>
                  </a:lnTo>
                  <a:lnTo>
                    <a:pt x="9501" y="3852"/>
                  </a:lnTo>
                  <a:lnTo>
                    <a:pt x="9363" y="3970"/>
                  </a:lnTo>
                  <a:lnTo>
                    <a:pt x="9343" y="3951"/>
                  </a:lnTo>
                  <a:lnTo>
                    <a:pt x="9323" y="3931"/>
                  </a:lnTo>
                  <a:lnTo>
                    <a:pt x="9323" y="3852"/>
                  </a:lnTo>
                  <a:lnTo>
                    <a:pt x="9323" y="3793"/>
                  </a:lnTo>
                  <a:lnTo>
                    <a:pt x="9304" y="3733"/>
                  </a:lnTo>
                  <a:lnTo>
                    <a:pt x="9383" y="3714"/>
                  </a:lnTo>
                  <a:lnTo>
                    <a:pt x="9363" y="3733"/>
                  </a:lnTo>
                  <a:lnTo>
                    <a:pt x="9363" y="3733"/>
                  </a:lnTo>
                  <a:lnTo>
                    <a:pt x="9402" y="3714"/>
                  </a:lnTo>
                  <a:lnTo>
                    <a:pt x="9442" y="3714"/>
                  </a:lnTo>
                  <a:lnTo>
                    <a:pt x="9481" y="3694"/>
                  </a:lnTo>
                  <a:lnTo>
                    <a:pt x="9521" y="3654"/>
                  </a:lnTo>
                  <a:lnTo>
                    <a:pt x="9521" y="3654"/>
                  </a:lnTo>
                  <a:lnTo>
                    <a:pt x="9462" y="3674"/>
                  </a:lnTo>
                  <a:lnTo>
                    <a:pt x="9422" y="3674"/>
                  </a:lnTo>
                  <a:lnTo>
                    <a:pt x="9383" y="3654"/>
                  </a:lnTo>
                  <a:lnTo>
                    <a:pt x="9363" y="3635"/>
                  </a:lnTo>
                  <a:lnTo>
                    <a:pt x="9323" y="3654"/>
                  </a:lnTo>
                  <a:lnTo>
                    <a:pt x="9343" y="3635"/>
                  </a:lnTo>
                  <a:lnTo>
                    <a:pt x="9304" y="3635"/>
                  </a:lnTo>
                  <a:lnTo>
                    <a:pt x="9264" y="3615"/>
                  </a:lnTo>
                  <a:lnTo>
                    <a:pt x="9244" y="3516"/>
                  </a:lnTo>
                  <a:lnTo>
                    <a:pt x="9225" y="3477"/>
                  </a:lnTo>
                  <a:lnTo>
                    <a:pt x="9205" y="3477"/>
                  </a:lnTo>
                  <a:lnTo>
                    <a:pt x="9165" y="3496"/>
                  </a:lnTo>
                  <a:lnTo>
                    <a:pt x="9086" y="3556"/>
                  </a:lnTo>
                  <a:lnTo>
                    <a:pt x="9106" y="3575"/>
                  </a:lnTo>
                  <a:lnTo>
                    <a:pt x="9086" y="3615"/>
                  </a:lnTo>
                  <a:lnTo>
                    <a:pt x="9067" y="3674"/>
                  </a:lnTo>
                  <a:lnTo>
                    <a:pt x="9027" y="3714"/>
                  </a:lnTo>
                  <a:lnTo>
                    <a:pt x="9047" y="3674"/>
                  </a:lnTo>
                  <a:lnTo>
                    <a:pt x="9027" y="3635"/>
                  </a:lnTo>
                  <a:lnTo>
                    <a:pt x="9027" y="3595"/>
                  </a:lnTo>
                  <a:lnTo>
                    <a:pt x="9027" y="3556"/>
                  </a:lnTo>
                  <a:lnTo>
                    <a:pt x="9067" y="3536"/>
                  </a:lnTo>
                  <a:lnTo>
                    <a:pt x="9027" y="3477"/>
                  </a:lnTo>
                  <a:lnTo>
                    <a:pt x="8988" y="3457"/>
                  </a:lnTo>
                  <a:lnTo>
                    <a:pt x="8968" y="3457"/>
                  </a:lnTo>
                  <a:lnTo>
                    <a:pt x="8889" y="3595"/>
                  </a:lnTo>
                  <a:lnTo>
                    <a:pt x="8849" y="3635"/>
                  </a:lnTo>
                  <a:lnTo>
                    <a:pt x="8790" y="3654"/>
                  </a:lnTo>
                  <a:lnTo>
                    <a:pt x="8790" y="3615"/>
                  </a:lnTo>
                  <a:lnTo>
                    <a:pt x="8810" y="3575"/>
                  </a:lnTo>
                  <a:lnTo>
                    <a:pt x="8869" y="3496"/>
                  </a:lnTo>
                  <a:lnTo>
                    <a:pt x="8928" y="3437"/>
                  </a:lnTo>
                  <a:lnTo>
                    <a:pt x="8948" y="3398"/>
                  </a:lnTo>
                  <a:lnTo>
                    <a:pt x="8968" y="3338"/>
                  </a:lnTo>
                  <a:lnTo>
                    <a:pt x="8810" y="3398"/>
                  </a:lnTo>
                  <a:lnTo>
                    <a:pt x="8849" y="3299"/>
                  </a:lnTo>
                  <a:lnTo>
                    <a:pt x="8810" y="3240"/>
                  </a:lnTo>
                  <a:lnTo>
                    <a:pt x="8751" y="3220"/>
                  </a:lnTo>
                  <a:lnTo>
                    <a:pt x="8691" y="3240"/>
                  </a:lnTo>
                  <a:lnTo>
                    <a:pt x="8612" y="3240"/>
                  </a:lnTo>
                  <a:lnTo>
                    <a:pt x="8474" y="3279"/>
                  </a:lnTo>
                  <a:lnTo>
                    <a:pt x="8415" y="3279"/>
                  </a:lnTo>
                  <a:lnTo>
                    <a:pt x="8356" y="3259"/>
                  </a:lnTo>
                  <a:lnTo>
                    <a:pt x="8435" y="3180"/>
                  </a:lnTo>
                  <a:lnTo>
                    <a:pt x="8494" y="3141"/>
                  </a:lnTo>
                  <a:lnTo>
                    <a:pt x="8573" y="3121"/>
                  </a:lnTo>
                  <a:lnTo>
                    <a:pt x="8612" y="3121"/>
                  </a:lnTo>
                  <a:lnTo>
                    <a:pt x="8612" y="3082"/>
                  </a:lnTo>
                  <a:lnTo>
                    <a:pt x="8612" y="3062"/>
                  </a:lnTo>
                  <a:lnTo>
                    <a:pt x="8553" y="3042"/>
                  </a:lnTo>
                  <a:lnTo>
                    <a:pt x="8514" y="3042"/>
                  </a:lnTo>
                  <a:lnTo>
                    <a:pt x="8494" y="3022"/>
                  </a:lnTo>
                  <a:lnTo>
                    <a:pt x="8474" y="2983"/>
                  </a:lnTo>
                  <a:lnTo>
                    <a:pt x="8454" y="2963"/>
                  </a:lnTo>
                  <a:lnTo>
                    <a:pt x="8435" y="2963"/>
                  </a:lnTo>
                  <a:lnTo>
                    <a:pt x="8375" y="3003"/>
                  </a:lnTo>
                  <a:lnTo>
                    <a:pt x="8316" y="3062"/>
                  </a:lnTo>
                  <a:lnTo>
                    <a:pt x="8277" y="3121"/>
                  </a:lnTo>
                  <a:lnTo>
                    <a:pt x="8237" y="3121"/>
                  </a:lnTo>
                  <a:lnTo>
                    <a:pt x="8237" y="3062"/>
                  </a:lnTo>
                  <a:lnTo>
                    <a:pt x="8296" y="2983"/>
                  </a:lnTo>
                  <a:lnTo>
                    <a:pt x="8257" y="3022"/>
                  </a:lnTo>
                  <a:lnTo>
                    <a:pt x="8217" y="3042"/>
                  </a:lnTo>
                  <a:lnTo>
                    <a:pt x="8178" y="3062"/>
                  </a:lnTo>
                  <a:lnTo>
                    <a:pt x="8158" y="3062"/>
                  </a:lnTo>
                  <a:lnTo>
                    <a:pt x="8099" y="3042"/>
                  </a:lnTo>
                  <a:lnTo>
                    <a:pt x="8040" y="3022"/>
                  </a:lnTo>
                  <a:lnTo>
                    <a:pt x="8099" y="2943"/>
                  </a:lnTo>
                  <a:lnTo>
                    <a:pt x="7941" y="3003"/>
                  </a:lnTo>
                  <a:lnTo>
                    <a:pt x="7941" y="3022"/>
                  </a:lnTo>
                  <a:lnTo>
                    <a:pt x="7921" y="3062"/>
                  </a:lnTo>
                  <a:lnTo>
                    <a:pt x="7862" y="3141"/>
                  </a:lnTo>
                  <a:lnTo>
                    <a:pt x="7842" y="3121"/>
                  </a:lnTo>
                  <a:lnTo>
                    <a:pt x="7842" y="3220"/>
                  </a:lnTo>
                  <a:lnTo>
                    <a:pt x="7862" y="3240"/>
                  </a:lnTo>
                  <a:lnTo>
                    <a:pt x="7901" y="3259"/>
                  </a:lnTo>
                  <a:lnTo>
                    <a:pt x="7961" y="3240"/>
                  </a:lnTo>
                  <a:lnTo>
                    <a:pt x="8000" y="3240"/>
                  </a:lnTo>
                  <a:lnTo>
                    <a:pt x="8040" y="3259"/>
                  </a:lnTo>
                  <a:lnTo>
                    <a:pt x="8059" y="3299"/>
                  </a:lnTo>
                  <a:lnTo>
                    <a:pt x="8059" y="3398"/>
                  </a:lnTo>
                  <a:lnTo>
                    <a:pt x="8020" y="3417"/>
                  </a:lnTo>
                  <a:lnTo>
                    <a:pt x="8000" y="3457"/>
                  </a:lnTo>
                  <a:lnTo>
                    <a:pt x="8000" y="3477"/>
                  </a:lnTo>
                  <a:lnTo>
                    <a:pt x="7961" y="3496"/>
                  </a:lnTo>
                  <a:lnTo>
                    <a:pt x="7961" y="3477"/>
                  </a:lnTo>
                  <a:lnTo>
                    <a:pt x="7980" y="3437"/>
                  </a:lnTo>
                  <a:lnTo>
                    <a:pt x="7901" y="3516"/>
                  </a:lnTo>
                  <a:lnTo>
                    <a:pt x="7882" y="3536"/>
                  </a:lnTo>
                  <a:lnTo>
                    <a:pt x="7882" y="3556"/>
                  </a:lnTo>
                  <a:lnTo>
                    <a:pt x="7803" y="3654"/>
                  </a:lnTo>
                  <a:lnTo>
                    <a:pt x="7783" y="3674"/>
                  </a:lnTo>
                  <a:lnTo>
                    <a:pt x="7743" y="3694"/>
                  </a:lnTo>
                  <a:lnTo>
                    <a:pt x="7684" y="3674"/>
                  </a:lnTo>
                  <a:lnTo>
                    <a:pt x="7625" y="3694"/>
                  </a:lnTo>
                  <a:lnTo>
                    <a:pt x="7625" y="3635"/>
                  </a:lnTo>
                  <a:lnTo>
                    <a:pt x="7645" y="3595"/>
                  </a:lnTo>
                  <a:lnTo>
                    <a:pt x="7704" y="3536"/>
                  </a:lnTo>
                  <a:lnTo>
                    <a:pt x="7783" y="3496"/>
                  </a:lnTo>
                  <a:lnTo>
                    <a:pt x="7842" y="3457"/>
                  </a:lnTo>
                  <a:lnTo>
                    <a:pt x="7783" y="3477"/>
                  </a:lnTo>
                  <a:lnTo>
                    <a:pt x="7763" y="3477"/>
                  </a:lnTo>
                  <a:lnTo>
                    <a:pt x="7743" y="3457"/>
                  </a:lnTo>
                  <a:lnTo>
                    <a:pt x="7842" y="3319"/>
                  </a:lnTo>
                  <a:lnTo>
                    <a:pt x="7763" y="3358"/>
                  </a:lnTo>
                  <a:lnTo>
                    <a:pt x="7724" y="3398"/>
                  </a:lnTo>
                  <a:lnTo>
                    <a:pt x="7704" y="3477"/>
                  </a:lnTo>
                  <a:lnTo>
                    <a:pt x="7645" y="3556"/>
                  </a:lnTo>
                  <a:lnTo>
                    <a:pt x="7605" y="3615"/>
                  </a:lnTo>
                  <a:lnTo>
                    <a:pt x="7585" y="3635"/>
                  </a:lnTo>
                  <a:lnTo>
                    <a:pt x="7565" y="3615"/>
                  </a:lnTo>
                  <a:lnTo>
                    <a:pt x="7565" y="3595"/>
                  </a:lnTo>
                  <a:lnTo>
                    <a:pt x="7546" y="3536"/>
                  </a:lnTo>
                  <a:lnTo>
                    <a:pt x="7546" y="3516"/>
                  </a:lnTo>
                  <a:lnTo>
                    <a:pt x="7585" y="3496"/>
                  </a:lnTo>
                  <a:lnTo>
                    <a:pt x="7565" y="3457"/>
                  </a:lnTo>
                  <a:lnTo>
                    <a:pt x="7546" y="3457"/>
                  </a:lnTo>
                  <a:lnTo>
                    <a:pt x="7506" y="3477"/>
                  </a:lnTo>
                  <a:lnTo>
                    <a:pt x="7447" y="3496"/>
                  </a:lnTo>
                  <a:lnTo>
                    <a:pt x="7407" y="3496"/>
                  </a:lnTo>
                  <a:lnTo>
                    <a:pt x="7447" y="3358"/>
                  </a:lnTo>
                  <a:lnTo>
                    <a:pt x="7447" y="3398"/>
                  </a:lnTo>
                  <a:lnTo>
                    <a:pt x="7467" y="3417"/>
                  </a:lnTo>
                  <a:lnTo>
                    <a:pt x="7546" y="3358"/>
                  </a:lnTo>
                  <a:lnTo>
                    <a:pt x="7605" y="3299"/>
                  </a:lnTo>
                  <a:lnTo>
                    <a:pt x="7645" y="3279"/>
                  </a:lnTo>
                  <a:lnTo>
                    <a:pt x="7645" y="3240"/>
                  </a:lnTo>
                  <a:lnTo>
                    <a:pt x="7664" y="3180"/>
                  </a:lnTo>
                  <a:lnTo>
                    <a:pt x="7704" y="3121"/>
                  </a:lnTo>
                  <a:lnTo>
                    <a:pt x="7743" y="3082"/>
                  </a:lnTo>
                  <a:lnTo>
                    <a:pt x="7941" y="2924"/>
                  </a:lnTo>
                  <a:lnTo>
                    <a:pt x="7901" y="2904"/>
                  </a:lnTo>
                  <a:lnTo>
                    <a:pt x="7882" y="2884"/>
                  </a:lnTo>
                  <a:lnTo>
                    <a:pt x="7862" y="2845"/>
                  </a:lnTo>
                  <a:lnTo>
                    <a:pt x="7862" y="2785"/>
                  </a:lnTo>
                  <a:lnTo>
                    <a:pt x="7822" y="2825"/>
                  </a:lnTo>
                  <a:lnTo>
                    <a:pt x="7783" y="2825"/>
                  </a:lnTo>
                  <a:lnTo>
                    <a:pt x="7743" y="2805"/>
                  </a:lnTo>
                  <a:lnTo>
                    <a:pt x="7724" y="2785"/>
                  </a:lnTo>
                  <a:lnTo>
                    <a:pt x="7704" y="2766"/>
                  </a:lnTo>
                  <a:lnTo>
                    <a:pt x="7684" y="2746"/>
                  </a:lnTo>
                  <a:lnTo>
                    <a:pt x="7625" y="2766"/>
                  </a:lnTo>
                  <a:lnTo>
                    <a:pt x="7565" y="2825"/>
                  </a:lnTo>
                  <a:lnTo>
                    <a:pt x="7585" y="2785"/>
                  </a:lnTo>
                  <a:lnTo>
                    <a:pt x="7605" y="2746"/>
                  </a:lnTo>
                  <a:lnTo>
                    <a:pt x="7625" y="2726"/>
                  </a:lnTo>
                  <a:lnTo>
                    <a:pt x="7625" y="2706"/>
                  </a:lnTo>
                  <a:lnTo>
                    <a:pt x="7565" y="2667"/>
                  </a:lnTo>
                  <a:lnTo>
                    <a:pt x="7506" y="2647"/>
                  </a:lnTo>
                  <a:lnTo>
                    <a:pt x="7427" y="2647"/>
                  </a:lnTo>
                  <a:lnTo>
                    <a:pt x="7348" y="2667"/>
                  </a:lnTo>
                  <a:lnTo>
                    <a:pt x="7328" y="2647"/>
                  </a:lnTo>
                  <a:lnTo>
                    <a:pt x="7348" y="2608"/>
                  </a:lnTo>
                  <a:lnTo>
                    <a:pt x="7388" y="2529"/>
                  </a:lnTo>
                  <a:lnTo>
                    <a:pt x="7328" y="2469"/>
                  </a:lnTo>
                  <a:lnTo>
                    <a:pt x="7249" y="2449"/>
                  </a:lnTo>
                  <a:lnTo>
                    <a:pt x="7190" y="2469"/>
                  </a:lnTo>
                  <a:lnTo>
                    <a:pt x="7111" y="2489"/>
                  </a:lnTo>
                  <a:lnTo>
                    <a:pt x="7032" y="2509"/>
                  </a:lnTo>
                  <a:lnTo>
                    <a:pt x="6874" y="2509"/>
                  </a:lnTo>
                  <a:lnTo>
                    <a:pt x="6815" y="2449"/>
                  </a:lnTo>
                  <a:lnTo>
                    <a:pt x="6894" y="2390"/>
                  </a:lnTo>
                  <a:lnTo>
                    <a:pt x="6874" y="2351"/>
                  </a:lnTo>
                  <a:lnTo>
                    <a:pt x="6835" y="2331"/>
                  </a:lnTo>
                  <a:lnTo>
                    <a:pt x="6795" y="2351"/>
                  </a:lnTo>
                  <a:lnTo>
                    <a:pt x="6756" y="2390"/>
                  </a:lnTo>
                  <a:lnTo>
                    <a:pt x="6775" y="2311"/>
                  </a:lnTo>
                  <a:lnTo>
                    <a:pt x="6756" y="2272"/>
                  </a:lnTo>
                  <a:lnTo>
                    <a:pt x="6657" y="2272"/>
                  </a:lnTo>
                  <a:lnTo>
                    <a:pt x="6617" y="2291"/>
                  </a:lnTo>
                  <a:lnTo>
                    <a:pt x="6578" y="2272"/>
                  </a:lnTo>
                  <a:lnTo>
                    <a:pt x="6558" y="2232"/>
                  </a:lnTo>
                  <a:lnTo>
                    <a:pt x="6558" y="2153"/>
                  </a:lnTo>
                  <a:lnTo>
                    <a:pt x="6538" y="2114"/>
                  </a:lnTo>
                  <a:lnTo>
                    <a:pt x="6499" y="2114"/>
                  </a:lnTo>
                  <a:lnTo>
                    <a:pt x="6440" y="2173"/>
                  </a:lnTo>
                  <a:lnTo>
                    <a:pt x="6361" y="2232"/>
                  </a:lnTo>
                  <a:lnTo>
                    <a:pt x="6321" y="2252"/>
                  </a:lnTo>
                  <a:lnTo>
                    <a:pt x="6282" y="2272"/>
                  </a:lnTo>
                  <a:lnTo>
                    <a:pt x="6341" y="2173"/>
                  </a:lnTo>
                  <a:lnTo>
                    <a:pt x="6380" y="2114"/>
                  </a:lnTo>
                  <a:lnTo>
                    <a:pt x="6380" y="2074"/>
                  </a:lnTo>
                  <a:lnTo>
                    <a:pt x="6163" y="2035"/>
                  </a:lnTo>
                  <a:lnTo>
                    <a:pt x="5985" y="1995"/>
                  </a:lnTo>
                  <a:lnTo>
                    <a:pt x="5590" y="1877"/>
                  </a:lnTo>
                  <a:lnTo>
                    <a:pt x="5650" y="1837"/>
                  </a:lnTo>
                  <a:lnTo>
                    <a:pt x="5571" y="1798"/>
                  </a:lnTo>
                  <a:lnTo>
                    <a:pt x="5353" y="1798"/>
                  </a:lnTo>
                  <a:lnTo>
                    <a:pt x="5215" y="1817"/>
                  </a:lnTo>
                  <a:lnTo>
                    <a:pt x="5156" y="1798"/>
                  </a:lnTo>
                  <a:lnTo>
                    <a:pt x="5096" y="1738"/>
                  </a:lnTo>
                  <a:lnTo>
                    <a:pt x="5017" y="1798"/>
                  </a:lnTo>
                  <a:lnTo>
                    <a:pt x="4958" y="1837"/>
                  </a:lnTo>
                  <a:lnTo>
                    <a:pt x="4938" y="1896"/>
                  </a:lnTo>
                  <a:lnTo>
                    <a:pt x="4938" y="1936"/>
                  </a:lnTo>
                  <a:lnTo>
                    <a:pt x="4919" y="1995"/>
                  </a:lnTo>
                  <a:lnTo>
                    <a:pt x="4859" y="2153"/>
                  </a:lnTo>
                  <a:lnTo>
                    <a:pt x="4800" y="2153"/>
                  </a:lnTo>
                  <a:lnTo>
                    <a:pt x="4780" y="2133"/>
                  </a:lnTo>
                  <a:lnTo>
                    <a:pt x="4780" y="2094"/>
                  </a:lnTo>
                  <a:lnTo>
                    <a:pt x="4800" y="2054"/>
                  </a:lnTo>
                  <a:lnTo>
                    <a:pt x="4820" y="1956"/>
                  </a:lnTo>
                  <a:lnTo>
                    <a:pt x="4820" y="1936"/>
                  </a:lnTo>
                  <a:lnTo>
                    <a:pt x="4780" y="1916"/>
                  </a:lnTo>
                  <a:lnTo>
                    <a:pt x="4840" y="1817"/>
                  </a:lnTo>
                  <a:lnTo>
                    <a:pt x="4879" y="1758"/>
                  </a:lnTo>
                  <a:lnTo>
                    <a:pt x="4938" y="1719"/>
                  </a:lnTo>
                  <a:lnTo>
                    <a:pt x="4998" y="1640"/>
                  </a:lnTo>
                  <a:lnTo>
                    <a:pt x="4998" y="1640"/>
                  </a:lnTo>
                  <a:lnTo>
                    <a:pt x="4800" y="1699"/>
                  </a:lnTo>
                  <a:lnTo>
                    <a:pt x="4800" y="1679"/>
                  </a:lnTo>
                  <a:lnTo>
                    <a:pt x="4780" y="1659"/>
                  </a:lnTo>
                  <a:lnTo>
                    <a:pt x="4721" y="1640"/>
                  </a:lnTo>
                  <a:lnTo>
                    <a:pt x="4662" y="1620"/>
                  </a:lnTo>
                  <a:lnTo>
                    <a:pt x="4642" y="1600"/>
                  </a:lnTo>
                  <a:lnTo>
                    <a:pt x="4642" y="1580"/>
                  </a:lnTo>
                  <a:lnTo>
                    <a:pt x="4662" y="1561"/>
                  </a:lnTo>
                  <a:lnTo>
                    <a:pt x="4682" y="1521"/>
                  </a:lnTo>
                  <a:lnTo>
                    <a:pt x="4721" y="1482"/>
                  </a:lnTo>
                  <a:lnTo>
                    <a:pt x="4721" y="1501"/>
                  </a:lnTo>
                  <a:lnTo>
                    <a:pt x="4721" y="1521"/>
                  </a:lnTo>
                  <a:lnTo>
                    <a:pt x="4701" y="1541"/>
                  </a:lnTo>
                  <a:lnTo>
                    <a:pt x="4741" y="1561"/>
                  </a:lnTo>
                  <a:lnTo>
                    <a:pt x="4761" y="1561"/>
                  </a:lnTo>
                  <a:lnTo>
                    <a:pt x="4800" y="1541"/>
                  </a:lnTo>
                  <a:lnTo>
                    <a:pt x="4840" y="1501"/>
                  </a:lnTo>
                  <a:lnTo>
                    <a:pt x="4879" y="1482"/>
                  </a:lnTo>
                  <a:lnTo>
                    <a:pt x="4761" y="1482"/>
                  </a:lnTo>
                  <a:lnTo>
                    <a:pt x="4682" y="1462"/>
                  </a:lnTo>
                  <a:lnTo>
                    <a:pt x="4642" y="1422"/>
                  </a:lnTo>
                  <a:lnTo>
                    <a:pt x="4603" y="1482"/>
                  </a:lnTo>
                  <a:lnTo>
                    <a:pt x="4563" y="1501"/>
                  </a:lnTo>
                  <a:lnTo>
                    <a:pt x="4524" y="1501"/>
                  </a:lnTo>
                  <a:lnTo>
                    <a:pt x="4484" y="1521"/>
                  </a:lnTo>
                  <a:lnTo>
                    <a:pt x="4484" y="1501"/>
                  </a:lnTo>
                  <a:lnTo>
                    <a:pt x="4464" y="1541"/>
                  </a:lnTo>
                  <a:lnTo>
                    <a:pt x="4425" y="1561"/>
                  </a:lnTo>
                  <a:lnTo>
                    <a:pt x="4385" y="1600"/>
                  </a:lnTo>
                  <a:lnTo>
                    <a:pt x="4445" y="1422"/>
                  </a:lnTo>
                  <a:lnTo>
                    <a:pt x="4425" y="1442"/>
                  </a:lnTo>
                  <a:lnTo>
                    <a:pt x="4405" y="1462"/>
                  </a:lnTo>
                  <a:lnTo>
                    <a:pt x="4405" y="1501"/>
                  </a:lnTo>
                  <a:lnTo>
                    <a:pt x="4366" y="1521"/>
                  </a:lnTo>
                  <a:lnTo>
                    <a:pt x="4306" y="1521"/>
                  </a:lnTo>
                  <a:lnTo>
                    <a:pt x="4247" y="1482"/>
                  </a:lnTo>
                  <a:lnTo>
                    <a:pt x="4227" y="1462"/>
                  </a:lnTo>
                  <a:lnTo>
                    <a:pt x="4208" y="1403"/>
                  </a:lnTo>
                  <a:lnTo>
                    <a:pt x="4208" y="1363"/>
                  </a:lnTo>
                  <a:lnTo>
                    <a:pt x="4227" y="1304"/>
                  </a:lnTo>
                  <a:lnTo>
                    <a:pt x="4188" y="1304"/>
                  </a:lnTo>
                  <a:lnTo>
                    <a:pt x="4148" y="1324"/>
                  </a:lnTo>
                  <a:lnTo>
                    <a:pt x="4109" y="1343"/>
                  </a:lnTo>
                  <a:lnTo>
                    <a:pt x="4069" y="1324"/>
                  </a:lnTo>
                  <a:lnTo>
                    <a:pt x="4129" y="1245"/>
                  </a:lnTo>
                  <a:lnTo>
                    <a:pt x="4050" y="1185"/>
                  </a:lnTo>
                  <a:lnTo>
                    <a:pt x="3951" y="1146"/>
                  </a:lnTo>
                  <a:lnTo>
                    <a:pt x="3872" y="1087"/>
                  </a:lnTo>
                  <a:lnTo>
                    <a:pt x="3832" y="1047"/>
                  </a:lnTo>
                  <a:lnTo>
                    <a:pt x="3813" y="988"/>
                  </a:lnTo>
                  <a:lnTo>
                    <a:pt x="3655" y="1008"/>
                  </a:lnTo>
                  <a:lnTo>
                    <a:pt x="3576" y="1027"/>
                  </a:lnTo>
                  <a:lnTo>
                    <a:pt x="3497" y="1087"/>
                  </a:lnTo>
                  <a:lnTo>
                    <a:pt x="3516" y="1087"/>
                  </a:lnTo>
                  <a:lnTo>
                    <a:pt x="3536" y="1126"/>
                  </a:lnTo>
                  <a:lnTo>
                    <a:pt x="3536" y="1185"/>
                  </a:lnTo>
                  <a:lnTo>
                    <a:pt x="3477" y="1225"/>
                  </a:lnTo>
                  <a:lnTo>
                    <a:pt x="3457" y="1264"/>
                  </a:lnTo>
                  <a:lnTo>
                    <a:pt x="3358" y="1264"/>
                  </a:lnTo>
                  <a:lnTo>
                    <a:pt x="3378" y="1205"/>
                  </a:lnTo>
                  <a:lnTo>
                    <a:pt x="3358" y="1166"/>
                  </a:lnTo>
                  <a:lnTo>
                    <a:pt x="3358" y="1126"/>
                  </a:lnTo>
                  <a:lnTo>
                    <a:pt x="3398" y="1106"/>
                  </a:lnTo>
                  <a:lnTo>
                    <a:pt x="3418" y="1047"/>
                  </a:lnTo>
                  <a:lnTo>
                    <a:pt x="3418" y="1008"/>
                  </a:lnTo>
                  <a:lnTo>
                    <a:pt x="3398" y="988"/>
                  </a:lnTo>
                  <a:lnTo>
                    <a:pt x="3339" y="988"/>
                  </a:lnTo>
                  <a:lnTo>
                    <a:pt x="3319" y="968"/>
                  </a:lnTo>
                  <a:lnTo>
                    <a:pt x="3319" y="929"/>
                  </a:lnTo>
                  <a:lnTo>
                    <a:pt x="3339" y="869"/>
                  </a:lnTo>
                  <a:lnTo>
                    <a:pt x="3299" y="889"/>
                  </a:lnTo>
                  <a:lnTo>
                    <a:pt x="3181" y="889"/>
                  </a:lnTo>
                  <a:lnTo>
                    <a:pt x="3102" y="929"/>
                  </a:lnTo>
                  <a:lnTo>
                    <a:pt x="3141" y="889"/>
                  </a:lnTo>
                  <a:lnTo>
                    <a:pt x="3161" y="869"/>
                  </a:lnTo>
                  <a:lnTo>
                    <a:pt x="3200" y="869"/>
                  </a:lnTo>
                  <a:lnTo>
                    <a:pt x="3220" y="830"/>
                  </a:lnTo>
                  <a:lnTo>
                    <a:pt x="3161" y="850"/>
                  </a:lnTo>
                  <a:lnTo>
                    <a:pt x="3161" y="850"/>
                  </a:lnTo>
                  <a:lnTo>
                    <a:pt x="3200" y="790"/>
                  </a:lnTo>
                  <a:lnTo>
                    <a:pt x="3161" y="771"/>
                  </a:lnTo>
                  <a:lnTo>
                    <a:pt x="3141" y="771"/>
                  </a:lnTo>
                  <a:lnTo>
                    <a:pt x="3062" y="810"/>
                  </a:lnTo>
                  <a:lnTo>
                    <a:pt x="2983" y="889"/>
                  </a:lnTo>
                  <a:lnTo>
                    <a:pt x="2924" y="929"/>
                  </a:lnTo>
                  <a:lnTo>
                    <a:pt x="2944" y="909"/>
                  </a:lnTo>
                  <a:lnTo>
                    <a:pt x="2884" y="929"/>
                  </a:lnTo>
                  <a:lnTo>
                    <a:pt x="3003" y="790"/>
                  </a:lnTo>
                  <a:lnTo>
                    <a:pt x="3003" y="790"/>
                  </a:lnTo>
                  <a:lnTo>
                    <a:pt x="2944" y="810"/>
                  </a:lnTo>
                  <a:lnTo>
                    <a:pt x="2884" y="850"/>
                  </a:lnTo>
                  <a:lnTo>
                    <a:pt x="2825" y="889"/>
                  </a:lnTo>
                  <a:lnTo>
                    <a:pt x="2766" y="909"/>
                  </a:lnTo>
                  <a:lnTo>
                    <a:pt x="2786" y="850"/>
                  </a:lnTo>
                  <a:lnTo>
                    <a:pt x="2706" y="889"/>
                  </a:lnTo>
                  <a:lnTo>
                    <a:pt x="2746" y="850"/>
                  </a:lnTo>
                  <a:lnTo>
                    <a:pt x="2667" y="909"/>
                  </a:lnTo>
                  <a:lnTo>
                    <a:pt x="2608" y="929"/>
                  </a:lnTo>
                  <a:lnTo>
                    <a:pt x="2548" y="948"/>
                  </a:lnTo>
                  <a:lnTo>
                    <a:pt x="2489" y="988"/>
                  </a:lnTo>
                  <a:lnTo>
                    <a:pt x="2489" y="948"/>
                  </a:lnTo>
                  <a:lnTo>
                    <a:pt x="2489" y="869"/>
                  </a:lnTo>
                  <a:lnTo>
                    <a:pt x="2489" y="830"/>
                  </a:lnTo>
                  <a:lnTo>
                    <a:pt x="2469" y="850"/>
                  </a:lnTo>
                  <a:lnTo>
                    <a:pt x="2450" y="869"/>
                  </a:lnTo>
                  <a:lnTo>
                    <a:pt x="2548" y="692"/>
                  </a:lnTo>
                  <a:lnTo>
                    <a:pt x="2568" y="692"/>
                  </a:lnTo>
                  <a:lnTo>
                    <a:pt x="2588" y="711"/>
                  </a:lnTo>
                  <a:lnTo>
                    <a:pt x="2568" y="771"/>
                  </a:lnTo>
                  <a:lnTo>
                    <a:pt x="2568" y="810"/>
                  </a:lnTo>
                  <a:lnTo>
                    <a:pt x="2627" y="810"/>
                  </a:lnTo>
                  <a:lnTo>
                    <a:pt x="2647" y="711"/>
                  </a:lnTo>
                  <a:lnTo>
                    <a:pt x="2627" y="632"/>
                  </a:lnTo>
                  <a:lnTo>
                    <a:pt x="2608" y="573"/>
                  </a:lnTo>
                  <a:lnTo>
                    <a:pt x="2568" y="534"/>
                  </a:lnTo>
                  <a:lnTo>
                    <a:pt x="2469" y="474"/>
                  </a:lnTo>
                  <a:lnTo>
                    <a:pt x="2351" y="435"/>
                  </a:lnTo>
                  <a:lnTo>
                    <a:pt x="2311" y="455"/>
                  </a:lnTo>
                  <a:lnTo>
                    <a:pt x="2252" y="435"/>
                  </a:lnTo>
                  <a:lnTo>
                    <a:pt x="2173" y="395"/>
                  </a:lnTo>
                  <a:lnTo>
                    <a:pt x="2134" y="376"/>
                  </a:lnTo>
                  <a:lnTo>
                    <a:pt x="2074" y="376"/>
                  </a:lnTo>
                  <a:lnTo>
                    <a:pt x="2035" y="415"/>
                  </a:lnTo>
                  <a:lnTo>
                    <a:pt x="1956" y="474"/>
                  </a:lnTo>
                  <a:lnTo>
                    <a:pt x="2035" y="376"/>
                  </a:lnTo>
                  <a:lnTo>
                    <a:pt x="1916" y="198"/>
                  </a:lnTo>
                  <a:lnTo>
                    <a:pt x="1818" y="158"/>
                  </a:lnTo>
                  <a:lnTo>
                    <a:pt x="1719" y="99"/>
                  </a:lnTo>
                  <a:lnTo>
                    <a:pt x="1660" y="79"/>
                  </a:lnTo>
                  <a:lnTo>
                    <a:pt x="1541" y="79"/>
                  </a:lnTo>
                  <a:lnTo>
                    <a:pt x="1482" y="119"/>
                  </a:lnTo>
                  <a:lnTo>
                    <a:pt x="1482" y="119"/>
                  </a:lnTo>
                  <a:lnTo>
                    <a:pt x="150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29"/>
            <p:cNvSpPr/>
            <p:nvPr/>
          </p:nvSpPr>
          <p:spPr>
            <a:xfrm>
              <a:off x="-1255850" y="3936575"/>
              <a:ext cx="1000" cy="1025"/>
            </a:xfrm>
            <a:custGeom>
              <a:rect b="b" l="l" r="r" t="t"/>
              <a:pathLst>
                <a:path extrusionOk="0" h="41" w="40">
                  <a:moveTo>
                    <a:pt x="40" y="1"/>
                  </a:moveTo>
                  <a:lnTo>
                    <a:pt x="4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29"/>
            <p:cNvSpPr/>
            <p:nvPr/>
          </p:nvSpPr>
          <p:spPr>
            <a:xfrm>
              <a:off x="-1226725" y="3948425"/>
              <a:ext cx="525" cy="1025"/>
            </a:xfrm>
            <a:custGeom>
              <a:rect b="b" l="l" r="r" t="t"/>
              <a:pathLst>
                <a:path extrusionOk="0" h="41" w="21">
                  <a:moveTo>
                    <a:pt x="21" y="1"/>
                  </a:moveTo>
                  <a:lnTo>
                    <a:pt x="2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29"/>
            <p:cNvSpPr/>
            <p:nvPr/>
          </p:nvSpPr>
          <p:spPr>
            <a:xfrm>
              <a:off x="-1426225" y="3852150"/>
              <a:ext cx="310150" cy="250875"/>
            </a:xfrm>
            <a:custGeom>
              <a:rect b="b" l="l" r="r" t="t"/>
              <a:pathLst>
                <a:path extrusionOk="0" h="10035" w="12406">
                  <a:moveTo>
                    <a:pt x="2470" y="0"/>
                  </a:moveTo>
                  <a:lnTo>
                    <a:pt x="2391" y="20"/>
                  </a:lnTo>
                  <a:lnTo>
                    <a:pt x="2332" y="60"/>
                  </a:lnTo>
                  <a:lnTo>
                    <a:pt x="2174" y="158"/>
                  </a:lnTo>
                  <a:lnTo>
                    <a:pt x="2016" y="316"/>
                  </a:lnTo>
                  <a:lnTo>
                    <a:pt x="1858" y="514"/>
                  </a:lnTo>
                  <a:lnTo>
                    <a:pt x="1700" y="731"/>
                  </a:lnTo>
                  <a:lnTo>
                    <a:pt x="1522" y="988"/>
                  </a:lnTo>
                  <a:lnTo>
                    <a:pt x="1364" y="1284"/>
                  </a:lnTo>
                  <a:lnTo>
                    <a:pt x="1344" y="1284"/>
                  </a:lnTo>
                  <a:lnTo>
                    <a:pt x="1324" y="1324"/>
                  </a:lnTo>
                  <a:lnTo>
                    <a:pt x="1324" y="1363"/>
                  </a:lnTo>
                  <a:lnTo>
                    <a:pt x="1265" y="1422"/>
                  </a:lnTo>
                  <a:lnTo>
                    <a:pt x="1226" y="1501"/>
                  </a:lnTo>
                  <a:lnTo>
                    <a:pt x="1226" y="1521"/>
                  </a:lnTo>
                  <a:lnTo>
                    <a:pt x="1226" y="1541"/>
                  </a:lnTo>
                  <a:lnTo>
                    <a:pt x="989" y="1995"/>
                  </a:lnTo>
                  <a:lnTo>
                    <a:pt x="752" y="2450"/>
                  </a:lnTo>
                  <a:lnTo>
                    <a:pt x="554" y="2904"/>
                  </a:lnTo>
                  <a:lnTo>
                    <a:pt x="376" y="3338"/>
                  </a:lnTo>
                  <a:lnTo>
                    <a:pt x="218" y="3733"/>
                  </a:lnTo>
                  <a:lnTo>
                    <a:pt x="100" y="4049"/>
                  </a:lnTo>
                  <a:lnTo>
                    <a:pt x="21" y="4306"/>
                  </a:lnTo>
                  <a:lnTo>
                    <a:pt x="1" y="4464"/>
                  </a:lnTo>
                  <a:lnTo>
                    <a:pt x="21" y="4524"/>
                  </a:lnTo>
                  <a:lnTo>
                    <a:pt x="40" y="4563"/>
                  </a:lnTo>
                  <a:lnTo>
                    <a:pt x="139" y="4701"/>
                  </a:lnTo>
                  <a:lnTo>
                    <a:pt x="277" y="4840"/>
                  </a:lnTo>
                  <a:lnTo>
                    <a:pt x="495" y="4978"/>
                  </a:lnTo>
                  <a:lnTo>
                    <a:pt x="732" y="5156"/>
                  </a:lnTo>
                  <a:lnTo>
                    <a:pt x="1008" y="5333"/>
                  </a:lnTo>
                  <a:lnTo>
                    <a:pt x="1680" y="5709"/>
                  </a:lnTo>
                  <a:lnTo>
                    <a:pt x="2411" y="6104"/>
                  </a:lnTo>
                  <a:lnTo>
                    <a:pt x="3201" y="6519"/>
                  </a:lnTo>
                  <a:lnTo>
                    <a:pt x="4662" y="7269"/>
                  </a:lnTo>
                  <a:lnTo>
                    <a:pt x="6243" y="8099"/>
                  </a:lnTo>
                  <a:lnTo>
                    <a:pt x="7131" y="8592"/>
                  </a:lnTo>
                  <a:lnTo>
                    <a:pt x="8040" y="9067"/>
                  </a:lnTo>
                  <a:lnTo>
                    <a:pt x="8889" y="9481"/>
                  </a:lnTo>
                  <a:lnTo>
                    <a:pt x="9620" y="9797"/>
                  </a:lnTo>
                  <a:lnTo>
                    <a:pt x="9916" y="9916"/>
                  </a:lnTo>
                  <a:lnTo>
                    <a:pt x="10173" y="9995"/>
                  </a:lnTo>
                  <a:lnTo>
                    <a:pt x="10371" y="10034"/>
                  </a:lnTo>
                  <a:lnTo>
                    <a:pt x="10450" y="10034"/>
                  </a:lnTo>
                  <a:lnTo>
                    <a:pt x="10509" y="10015"/>
                  </a:lnTo>
                  <a:lnTo>
                    <a:pt x="10588" y="9955"/>
                  </a:lnTo>
                  <a:lnTo>
                    <a:pt x="10667" y="9857"/>
                  </a:lnTo>
                  <a:lnTo>
                    <a:pt x="10687" y="9837"/>
                  </a:lnTo>
                  <a:lnTo>
                    <a:pt x="10687" y="9817"/>
                  </a:lnTo>
                  <a:lnTo>
                    <a:pt x="10707" y="9797"/>
                  </a:lnTo>
                  <a:lnTo>
                    <a:pt x="10726" y="9797"/>
                  </a:lnTo>
                  <a:lnTo>
                    <a:pt x="10726" y="9778"/>
                  </a:lnTo>
                  <a:lnTo>
                    <a:pt x="10746" y="9738"/>
                  </a:lnTo>
                  <a:lnTo>
                    <a:pt x="10766" y="9718"/>
                  </a:lnTo>
                  <a:lnTo>
                    <a:pt x="10904" y="9481"/>
                  </a:lnTo>
                  <a:lnTo>
                    <a:pt x="11042" y="9225"/>
                  </a:lnTo>
                  <a:lnTo>
                    <a:pt x="11319" y="8573"/>
                  </a:lnTo>
                  <a:lnTo>
                    <a:pt x="11516" y="8099"/>
                  </a:lnTo>
                  <a:lnTo>
                    <a:pt x="11714" y="7605"/>
                  </a:lnTo>
                  <a:lnTo>
                    <a:pt x="12050" y="6637"/>
                  </a:lnTo>
                  <a:lnTo>
                    <a:pt x="12306" y="5827"/>
                  </a:lnTo>
                  <a:lnTo>
                    <a:pt x="12366" y="5551"/>
                  </a:lnTo>
                  <a:lnTo>
                    <a:pt x="12405" y="5353"/>
                  </a:lnTo>
                  <a:lnTo>
                    <a:pt x="12385" y="5274"/>
                  </a:lnTo>
                  <a:lnTo>
                    <a:pt x="12326" y="5195"/>
                  </a:lnTo>
                  <a:lnTo>
                    <a:pt x="12247" y="5096"/>
                  </a:lnTo>
                  <a:lnTo>
                    <a:pt x="12129" y="4998"/>
                  </a:lnTo>
                  <a:lnTo>
                    <a:pt x="11832" y="4800"/>
                  </a:lnTo>
                  <a:lnTo>
                    <a:pt x="11418" y="4563"/>
                  </a:lnTo>
                  <a:lnTo>
                    <a:pt x="11358" y="4524"/>
                  </a:lnTo>
                  <a:lnTo>
                    <a:pt x="11339" y="4524"/>
                  </a:lnTo>
                  <a:lnTo>
                    <a:pt x="11260" y="4484"/>
                  </a:lnTo>
                  <a:lnTo>
                    <a:pt x="11260" y="4464"/>
                  </a:lnTo>
                  <a:lnTo>
                    <a:pt x="11240" y="4464"/>
                  </a:lnTo>
                  <a:lnTo>
                    <a:pt x="11220" y="4445"/>
                  </a:lnTo>
                  <a:lnTo>
                    <a:pt x="10233" y="3970"/>
                  </a:lnTo>
                  <a:lnTo>
                    <a:pt x="8435" y="3101"/>
                  </a:lnTo>
                  <a:lnTo>
                    <a:pt x="7447" y="2627"/>
                  </a:lnTo>
                  <a:lnTo>
                    <a:pt x="6499" y="2134"/>
                  </a:lnTo>
                  <a:lnTo>
                    <a:pt x="4761" y="1205"/>
                  </a:lnTo>
                  <a:lnTo>
                    <a:pt x="3537" y="553"/>
                  </a:lnTo>
                  <a:lnTo>
                    <a:pt x="2588" y="20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29"/>
            <p:cNvSpPr/>
            <p:nvPr/>
          </p:nvSpPr>
          <p:spPr>
            <a:xfrm>
              <a:off x="-1160050" y="3541050"/>
              <a:ext cx="44950" cy="29150"/>
            </a:xfrm>
            <a:custGeom>
              <a:rect b="b" l="l" r="r" t="t"/>
              <a:pathLst>
                <a:path extrusionOk="0" h="1166" w="1798">
                  <a:moveTo>
                    <a:pt x="1699" y="0"/>
                  </a:moveTo>
                  <a:lnTo>
                    <a:pt x="1679" y="139"/>
                  </a:lnTo>
                  <a:lnTo>
                    <a:pt x="1659" y="336"/>
                  </a:lnTo>
                  <a:lnTo>
                    <a:pt x="1679" y="514"/>
                  </a:lnTo>
                  <a:lnTo>
                    <a:pt x="1699" y="554"/>
                  </a:lnTo>
                  <a:lnTo>
                    <a:pt x="1245" y="751"/>
                  </a:lnTo>
                  <a:lnTo>
                    <a:pt x="889" y="889"/>
                  </a:lnTo>
                  <a:lnTo>
                    <a:pt x="632" y="988"/>
                  </a:lnTo>
                  <a:lnTo>
                    <a:pt x="376" y="1067"/>
                  </a:lnTo>
                  <a:lnTo>
                    <a:pt x="297" y="1067"/>
                  </a:lnTo>
                  <a:lnTo>
                    <a:pt x="237" y="1047"/>
                  </a:lnTo>
                  <a:lnTo>
                    <a:pt x="178" y="968"/>
                  </a:lnTo>
                  <a:lnTo>
                    <a:pt x="139" y="889"/>
                  </a:lnTo>
                  <a:lnTo>
                    <a:pt x="119" y="791"/>
                  </a:lnTo>
                  <a:lnTo>
                    <a:pt x="99" y="712"/>
                  </a:lnTo>
                  <a:lnTo>
                    <a:pt x="119" y="633"/>
                  </a:lnTo>
                  <a:lnTo>
                    <a:pt x="0" y="692"/>
                  </a:lnTo>
                  <a:lnTo>
                    <a:pt x="40" y="850"/>
                  </a:lnTo>
                  <a:lnTo>
                    <a:pt x="79" y="988"/>
                  </a:lnTo>
                  <a:lnTo>
                    <a:pt x="139" y="1107"/>
                  </a:lnTo>
                  <a:lnTo>
                    <a:pt x="178" y="1146"/>
                  </a:lnTo>
                  <a:lnTo>
                    <a:pt x="218" y="1166"/>
                  </a:lnTo>
                  <a:lnTo>
                    <a:pt x="297" y="1166"/>
                  </a:lnTo>
                  <a:lnTo>
                    <a:pt x="376" y="1146"/>
                  </a:lnTo>
                  <a:lnTo>
                    <a:pt x="593" y="1087"/>
                  </a:lnTo>
                  <a:lnTo>
                    <a:pt x="830" y="1008"/>
                  </a:lnTo>
                  <a:lnTo>
                    <a:pt x="1106" y="889"/>
                  </a:lnTo>
                  <a:lnTo>
                    <a:pt x="1580" y="692"/>
                  </a:lnTo>
                  <a:lnTo>
                    <a:pt x="1798" y="593"/>
                  </a:lnTo>
                  <a:lnTo>
                    <a:pt x="1758" y="554"/>
                  </a:lnTo>
                  <a:lnTo>
                    <a:pt x="1738" y="415"/>
                  </a:lnTo>
                  <a:lnTo>
                    <a:pt x="1719" y="336"/>
                  </a:lnTo>
                  <a:lnTo>
                    <a:pt x="1719" y="238"/>
                  </a:lnTo>
                  <a:lnTo>
                    <a:pt x="1758" y="119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29"/>
            <p:cNvSpPr/>
            <p:nvPr/>
          </p:nvSpPr>
          <p:spPr>
            <a:xfrm>
              <a:off x="-1201050" y="3651650"/>
              <a:ext cx="61750" cy="19800"/>
            </a:xfrm>
            <a:custGeom>
              <a:rect b="b" l="l" r="r" t="t"/>
              <a:pathLst>
                <a:path extrusionOk="0" h="792" w="2470">
                  <a:moveTo>
                    <a:pt x="2154" y="1"/>
                  </a:moveTo>
                  <a:lnTo>
                    <a:pt x="1917" y="60"/>
                  </a:lnTo>
                  <a:lnTo>
                    <a:pt x="1166" y="218"/>
                  </a:lnTo>
                  <a:lnTo>
                    <a:pt x="929" y="277"/>
                  </a:lnTo>
                  <a:lnTo>
                    <a:pt x="712" y="357"/>
                  </a:lnTo>
                  <a:lnTo>
                    <a:pt x="514" y="455"/>
                  </a:lnTo>
                  <a:lnTo>
                    <a:pt x="337" y="554"/>
                  </a:lnTo>
                  <a:lnTo>
                    <a:pt x="100" y="732"/>
                  </a:lnTo>
                  <a:lnTo>
                    <a:pt x="1" y="791"/>
                  </a:lnTo>
                  <a:lnTo>
                    <a:pt x="100" y="752"/>
                  </a:lnTo>
                  <a:lnTo>
                    <a:pt x="337" y="633"/>
                  </a:lnTo>
                  <a:lnTo>
                    <a:pt x="672" y="495"/>
                  </a:lnTo>
                  <a:lnTo>
                    <a:pt x="870" y="436"/>
                  </a:lnTo>
                  <a:lnTo>
                    <a:pt x="1087" y="376"/>
                  </a:lnTo>
                  <a:lnTo>
                    <a:pt x="1542" y="317"/>
                  </a:lnTo>
                  <a:lnTo>
                    <a:pt x="1996" y="277"/>
                  </a:lnTo>
                  <a:lnTo>
                    <a:pt x="2470" y="238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29"/>
            <p:cNvSpPr/>
            <p:nvPr/>
          </p:nvSpPr>
          <p:spPr>
            <a:xfrm>
              <a:off x="-1604475" y="3372675"/>
              <a:ext cx="1500" cy="25"/>
            </a:xfrm>
            <a:custGeom>
              <a:rect b="b" l="l" r="r" t="t"/>
              <a:pathLst>
                <a:path extrusionOk="0" h="1" w="60">
                  <a:moveTo>
                    <a:pt x="60" y="0"/>
                  </a:moveTo>
                  <a:lnTo>
                    <a:pt x="6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29"/>
            <p:cNvSpPr/>
            <p:nvPr/>
          </p:nvSpPr>
          <p:spPr>
            <a:xfrm>
              <a:off x="-1617800" y="3278850"/>
              <a:ext cx="158525" cy="230125"/>
            </a:xfrm>
            <a:custGeom>
              <a:rect b="b" l="l" r="r" t="t"/>
              <a:pathLst>
                <a:path extrusionOk="0" h="9205" w="6341">
                  <a:moveTo>
                    <a:pt x="1245" y="4089"/>
                  </a:moveTo>
                  <a:lnTo>
                    <a:pt x="1324" y="4148"/>
                  </a:lnTo>
                  <a:lnTo>
                    <a:pt x="1324" y="4148"/>
                  </a:lnTo>
                  <a:lnTo>
                    <a:pt x="1284" y="4109"/>
                  </a:lnTo>
                  <a:lnTo>
                    <a:pt x="1245" y="4089"/>
                  </a:lnTo>
                  <a:close/>
                  <a:moveTo>
                    <a:pt x="2054" y="5570"/>
                  </a:moveTo>
                  <a:lnTo>
                    <a:pt x="1995" y="5590"/>
                  </a:lnTo>
                  <a:lnTo>
                    <a:pt x="1857" y="5728"/>
                  </a:lnTo>
                  <a:lnTo>
                    <a:pt x="1896" y="5728"/>
                  </a:lnTo>
                  <a:lnTo>
                    <a:pt x="1916" y="5748"/>
                  </a:lnTo>
                  <a:lnTo>
                    <a:pt x="1896" y="5787"/>
                  </a:lnTo>
                  <a:lnTo>
                    <a:pt x="1896" y="5827"/>
                  </a:lnTo>
                  <a:lnTo>
                    <a:pt x="1877" y="5847"/>
                  </a:lnTo>
                  <a:lnTo>
                    <a:pt x="1896" y="5867"/>
                  </a:lnTo>
                  <a:lnTo>
                    <a:pt x="1956" y="5807"/>
                  </a:lnTo>
                  <a:lnTo>
                    <a:pt x="2015" y="5787"/>
                  </a:lnTo>
                  <a:lnTo>
                    <a:pt x="1995" y="5847"/>
                  </a:lnTo>
                  <a:lnTo>
                    <a:pt x="2173" y="5728"/>
                  </a:lnTo>
                  <a:lnTo>
                    <a:pt x="2153" y="5728"/>
                  </a:lnTo>
                  <a:lnTo>
                    <a:pt x="2153" y="5708"/>
                  </a:lnTo>
                  <a:lnTo>
                    <a:pt x="2133" y="5689"/>
                  </a:lnTo>
                  <a:lnTo>
                    <a:pt x="2074" y="5689"/>
                  </a:lnTo>
                  <a:lnTo>
                    <a:pt x="2054" y="5669"/>
                  </a:lnTo>
                  <a:lnTo>
                    <a:pt x="2074" y="5629"/>
                  </a:lnTo>
                  <a:lnTo>
                    <a:pt x="2133" y="5629"/>
                  </a:lnTo>
                  <a:lnTo>
                    <a:pt x="2114" y="5610"/>
                  </a:lnTo>
                  <a:lnTo>
                    <a:pt x="2094" y="5570"/>
                  </a:lnTo>
                  <a:close/>
                  <a:moveTo>
                    <a:pt x="3321" y="7543"/>
                  </a:moveTo>
                  <a:lnTo>
                    <a:pt x="3319" y="7545"/>
                  </a:lnTo>
                  <a:lnTo>
                    <a:pt x="3338" y="7545"/>
                  </a:lnTo>
                  <a:lnTo>
                    <a:pt x="3321" y="7543"/>
                  </a:lnTo>
                  <a:close/>
                  <a:moveTo>
                    <a:pt x="1640" y="0"/>
                  </a:moveTo>
                  <a:lnTo>
                    <a:pt x="0" y="810"/>
                  </a:lnTo>
                  <a:lnTo>
                    <a:pt x="1087" y="3259"/>
                  </a:lnTo>
                  <a:lnTo>
                    <a:pt x="1225" y="3200"/>
                  </a:lnTo>
                  <a:lnTo>
                    <a:pt x="1383" y="3180"/>
                  </a:lnTo>
                  <a:lnTo>
                    <a:pt x="1383" y="3180"/>
                  </a:lnTo>
                  <a:lnTo>
                    <a:pt x="1343" y="3200"/>
                  </a:lnTo>
                  <a:lnTo>
                    <a:pt x="1324" y="3259"/>
                  </a:lnTo>
                  <a:lnTo>
                    <a:pt x="1324" y="3318"/>
                  </a:lnTo>
                  <a:lnTo>
                    <a:pt x="1304" y="3378"/>
                  </a:lnTo>
                  <a:lnTo>
                    <a:pt x="1225" y="3417"/>
                  </a:lnTo>
                  <a:lnTo>
                    <a:pt x="1166" y="3457"/>
                  </a:lnTo>
                  <a:lnTo>
                    <a:pt x="1106" y="3516"/>
                  </a:lnTo>
                  <a:lnTo>
                    <a:pt x="1087" y="3516"/>
                  </a:lnTo>
                  <a:lnTo>
                    <a:pt x="1047" y="3496"/>
                  </a:lnTo>
                  <a:lnTo>
                    <a:pt x="1146" y="3397"/>
                  </a:lnTo>
                  <a:lnTo>
                    <a:pt x="1166" y="3378"/>
                  </a:lnTo>
                  <a:lnTo>
                    <a:pt x="1126" y="3378"/>
                  </a:lnTo>
                  <a:lnTo>
                    <a:pt x="1027" y="3496"/>
                  </a:lnTo>
                  <a:lnTo>
                    <a:pt x="929" y="3635"/>
                  </a:lnTo>
                  <a:lnTo>
                    <a:pt x="850" y="3654"/>
                  </a:lnTo>
                  <a:lnTo>
                    <a:pt x="810" y="3654"/>
                  </a:lnTo>
                  <a:lnTo>
                    <a:pt x="790" y="3635"/>
                  </a:lnTo>
                  <a:lnTo>
                    <a:pt x="850" y="3615"/>
                  </a:lnTo>
                  <a:lnTo>
                    <a:pt x="909" y="3575"/>
                  </a:lnTo>
                  <a:lnTo>
                    <a:pt x="810" y="3575"/>
                  </a:lnTo>
                  <a:lnTo>
                    <a:pt x="731" y="3635"/>
                  </a:lnTo>
                  <a:lnTo>
                    <a:pt x="652" y="3694"/>
                  </a:lnTo>
                  <a:lnTo>
                    <a:pt x="593" y="3753"/>
                  </a:lnTo>
                  <a:lnTo>
                    <a:pt x="632" y="3793"/>
                  </a:lnTo>
                  <a:lnTo>
                    <a:pt x="652" y="3793"/>
                  </a:lnTo>
                  <a:lnTo>
                    <a:pt x="691" y="3773"/>
                  </a:lnTo>
                  <a:lnTo>
                    <a:pt x="652" y="3832"/>
                  </a:lnTo>
                  <a:lnTo>
                    <a:pt x="652" y="3852"/>
                  </a:lnTo>
                  <a:lnTo>
                    <a:pt x="691" y="3872"/>
                  </a:lnTo>
                  <a:lnTo>
                    <a:pt x="731" y="3891"/>
                  </a:lnTo>
                  <a:lnTo>
                    <a:pt x="770" y="3911"/>
                  </a:lnTo>
                  <a:lnTo>
                    <a:pt x="790" y="3931"/>
                  </a:lnTo>
                  <a:lnTo>
                    <a:pt x="790" y="3970"/>
                  </a:lnTo>
                  <a:lnTo>
                    <a:pt x="770" y="4010"/>
                  </a:lnTo>
                  <a:lnTo>
                    <a:pt x="830" y="3970"/>
                  </a:lnTo>
                  <a:lnTo>
                    <a:pt x="869" y="3951"/>
                  </a:lnTo>
                  <a:lnTo>
                    <a:pt x="929" y="3951"/>
                  </a:lnTo>
                  <a:lnTo>
                    <a:pt x="929" y="3970"/>
                  </a:lnTo>
                  <a:lnTo>
                    <a:pt x="929" y="3990"/>
                  </a:lnTo>
                  <a:lnTo>
                    <a:pt x="909" y="4010"/>
                  </a:lnTo>
                  <a:lnTo>
                    <a:pt x="830" y="4089"/>
                  </a:lnTo>
                  <a:lnTo>
                    <a:pt x="889" y="4089"/>
                  </a:lnTo>
                  <a:lnTo>
                    <a:pt x="948" y="4109"/>
                  </a:lnTo>
                  <a:lnTo>
                    <a:pt x="968" y="4128"/>
                  </a:lnTo>
                  <a:lnTo>
                    <a:pt x="968" y="4148"/>
                  </a:lnTo>
                  <a:lnTo>
                    <a:pt x="988" y="4148"/>
                  </a:lnTo>
                  <a:lnTo>
                    <a:pt x="1027" y="4128"/>
                  </a:lnTo>
                  <a:lnTo>
                    <a:pt x="1106" y="4089"/>
                  </a:lnTo>
                  <a:lnTo>
                    <a:pt x="1185" y="4030"/>
                  </a:lnTo>
                  <a:lnTo>
                    <a:pt x="1245" y="4010"/>
                  </a:lnTo>
                  <a:lnTo>
                    <a:pt x="1383" y="4010"/>
                  </a:lnTo>
                  <a:lnTo>
                    <a:pt x="1383" y="4030"/>
                  </a:lnTo>
                  <a:lnTo>
                    <a:pt x="1383" y="4069"/>
                  </a:lnTo>
                  <a:lnTo>
                    <a:pt x="1403" y="4089"/>
                  </a:lnTo>
                  <a:lnTo>
                    <a:pt x="1422" y="4109"/>
                  </a:lnTo>
                  <a:lnTo>
                    <a:pt x="1363" y="4148"/>
                  </a:lnTo>
                  <a:lnTo>
                    <a:pt x="1324" y="4148"/>
                  </a:lnTo>
                  <a:lnTo>
                    <a:pt x="1403" y="4207"/>
                  </a:lnTo>
                  <a:lnTo>
                    <a:pt x="1343" y="4247"/>
                  </a:lnTo>
                  <a:lnTo>
                    <a:pt x="1304" y="4267"/>
                  </a:lnTo>
                  <a:lnTo>
                    <a:pt x="1264" y="4247"/>
                  </a:lnTo>
                  <a:lnTo>
                    <a:pt x="1245" y="4207"/>
                  </a:lnTo>
                  <a:lnTo>
                    <a:pt x="1225" y="4247"/>
                  </a:lnTo>
                  <a:lnTo>
                    <a:pt x="1225" y="4286"/>
                  </a:lnTo>
                  <a:lnTo>
                    <a:pt x="1245" y="4306"/>
                  </a:lnTo>
                  <a:lnTo>
                    <a:pt x="1264" y="4326"/>
                  </a:lnTo>
                  <a:lnTo>
                    <a:pt x="1343" y="4326"/>
                  </a:lnTo>
                  <a:lnTo>
                    <a:pt x="1442" y="4306"/>
                  </a:lnTo>
                  <a:lnTo>
                    <a:pt x="1442" y="4365"/>
                  </a:lnTo>
                  <a:lnTo>
                    <a:pt x="1442" y="4385"/>
                  </a:lnTo>
                  <a:lnTo>
                    <a:pt x="1422" y="4425"/>
                  </a:lnTo>
                  <a:lnTo>
                    <a:pt x="1343" y="4444"/>
                  </a:lnTo>
                  <a:lnTo>
                    <a:pt x="1245" y="4484"/>
                  </a:lnTo>
                  <a:lnTo>
                    <a:pt x="1146" y="4504"/>
                  </a:lnTo>
                  <a:lnTo>
                    <a:pt x="1067" y="4504"/>
                  </a:lnTo>
                  <a:lnTo>
                    <a:pt x="1067" y="4464"/>
                  </a:lnTo>
                  <a:lnTo>
                    <a:pt x="1087" y="4444"/>
                  </a:lnTo>
                  <a:lnTo>
                    <a:pt x="1146" y="4425"/>
                  </a:lnTo>
                  <a:lnTo>
                    <a:pt x="1205" y="4405"/>
                  </a:lnTo>
                  <a:lnTo>
                    <a:pt x="1225" y="4385"/>
                  </a:lnTo>
                  <a:lnTo>
                    <a:pt x="1245" y="4365"/>
                  </a:lnTo>
                  <a:lnTo>
                    <a:pt x="1106" y="4405"/>
                  </a:lnTo>
                  <a:lnTo>
                    <a:pt x="1126" y="4385"/>
                  </a:lnTo>
                  <a:lnTo>
                    <a:pt x="1106" y="4365"/>
                  </a:lnTo>
                  <a:lnTo>
                    <a:pt x="1067" y="4346"/>
                  </a:lnTo>
                  <a:lnTo>
                    <a:pt x="1027" y="4326"/>
                  </a:lnTo>
                  <a:lnTo>
                    <a:pt x="1047" y="4326"/>
                  </a:lnTo>
                  <a:lnTo>
                    <a:pt x="1067" y="4306"/>
                  </a:lnTo>
                  <a:lnTo>
                    <a:pt x="1106" y="4326"/>
                  </a:lnTo>
                  <a:lnTo>
                    <a:pt x="1087" y="4267"/>
                  </a:lnTo>
                  <a:lnTo>
                    <a:pt x="1067" y="4227"/>
                  </a:lnTo>
                  <a:lnTo>
                    <a:pt x="1027" y="4207"/>
                  </a:lnTo>
                  <a:lnTo>
                    <a:pt x="929" y="4207"/>
                  </a:lnTo>
                  <a:lnTo>
                    <a:pt x="909" y="4247"/>
                  </a:lnTo>
                  <a:lnTo>
                    <a:pt x="929" y="4286"/>
                  </a:lnTo>
                  <a:lnTo>
                    <a:pt x="968" y="4365"/>
                  </a:lnTo>
                  <a:lnTo>
                    <a:pt x="988" y="4425"/>
                  </a:lnTo>
                  <a:lnTo>
                    <a:pt x="988" y="4464"/>
                  </a:lnTo>
                  <a:lnTo>
                    <a:pt x="948" y="4504"/>
                  </a:lnTo>
                  <a:lnTo>
                    <a:pt x="1225" y="4602"/>
                  </a:lnTo>
                  <a:lnTo>
                    <a:pt x="1324" y="4504"/>
                  </a:lnTo>
                  <a:lnTo>
                    <a:pt x="1383" y="4484"/>
                  </a:lnTo>
                  <a:lnTo>
                    <a:pt x="1462" y="4464"/>
                  </a:lnTo>
                  <a:lnTo>
                    <a:pt x="1363" y="4523"/>
                  </a:lnTo>
                  <a:lnTo>
                    <a:pt x="1324" y="4602"/>
                  </a:lnTo>
                  <a:lnTo>
                    <a:pt x="1284" y="4662"/>
                  </a:lnTo>
                  <a:lnTo>
                    <a:pt x="1284" y="4721"/>
                  </a:lnTo>
                  <a:lnTo>
                    <a:pt x="1343" y="4701"/>
                  </a:lnTo>
                  <a:lnTo>
                    <a:pt x="1383" y="4681"/>
                  </a:lnTo>
                  <a:lnTo>
                    <a:pt x="1462" y="4681"/>
                  </a:lnTo>
                  <a:lnTo>
                    <a:pt x="1521" y="4701"/>
                  </a:lnTo>
                  <a:lnTo>
                    <a:pt x="1561" y="4681"/>
                  </a:lnTo>
                  <a:lnTo>
                    <a:pt x="1600" y="4662"/>
                  </a:lnTo>
                  <a:lnTo>
                    <a:pt x="1561" y="4642"/>
                  </a:lnTo>
                  <a:lnTo>
                    <a:pt x="1580" y="4622"/>
                  </a:lnTo>
                  <a:lnTo>
                    <a:pt x="1640" y="4563"/>
                  </a:lnTo>
                  <a:lnTo>
                    <a:pt x="1659" y="4583"/>
                  </a:lnTo>
                  <a:lnTo>
                    <a:pt x="1699" y="4583"/>
                  </a:lnTo>
                  <a:lnTo>
                    <a:pt x="1758" y="4563"/>
                  </a:lnTo>
                  <a:lnTo>
                    <a:pt x="1798" y="4543"/>
                  </a:lnTo>
                  <a:lnTo>
                    <a:pt x="1817" y="4543"/>
                  </a:lnTo>
                  <a:lnTo>
                    <a:pt x="1817" y="4602"/>
                  </a:lnTo>
                  <a:lnTo>
                    <a:pt x="1778" y="4622"/>
                  </a:lnTo>
                  <a:lnTo>
                    <a:pt x="1738" y="4642"/>
                  </a:lnTo>
                  <a:lnTo>
                    <a:pt x="1719" y="4662"/>
                  </a:lnTo>
                  <a:lnTo>
                    <a:pt x="1719" y="4701"/>
                  </a:lnTo>
                  <a:lnTo>
                    <a:pt x="1719" y="4721"/>
                  </a:lnTo>
                  <a:lnTo>
                    <a:pt x="1521" y="4741"/>
                  </a:lnTo>
                  <a:lnTo>
                    <a:pt x="1324" y="4741"/>
                  </a:lnTo>
                  <a:lnTo>
                    <a:pt x="1304" y="4760"/>
                  </a:lnTo>
                  <a:lnTo>
                    <a:pt x="1324" y="4780"/>
                  </a:lnTo>
                  <a:lnTo>
                    <a:pt x="1324" y="4820"/>
                  </a:lnTo>
                  <a:lnTo>
                    <a:pt x="1304" y="4859"/>
                  </a:lnTo>
                  <a:lnTo>
                    <a:pt x="1363" y="4820"/>
                  </a:lnTo>
                  <a:lnTo>
                    <a:pt x="1422" y="4800"/>
                  </a:lnTo>
                  <a:lnTo>
                    <a:pt x="1462" y="4780"/>
                  </a:lnTo>
                  <a:lnTo>
                    <a:pt x="1501" y="4760"/>
                  </a:lnTo>
                  <a:lnTo>
                    <a:pt x="1640" y="4820"/>
                  </a:lnTo>
                  <a:lnTo>
                    <a:pt x="1778" y="4859"/>
                  </a:lnTo>
                  <a:lnTo>
                    <a:pt x="1857" y="4899"/>
                  </a:lnTo>
                  <a:lnTo>
                    <a:pt x="1936" y="4938"/>
                  </a:lnTo>
                  <a:lnTo>
                    <a:pt x="1837" y="4978"/>
                  </a:lnTo>
                  <a:lnTo>
                    <a:pt x="1719" y="4958"/>
                  </a:lnTo>
                  <a:lnTo>
                    <a:pt x="1640" y="4938"/>
                  </a:lnTo>
                  <a:lnTo>
                    <a:pt x="1580" y="4938"/>
                  </a:lnTo>
                  <a:lnTo>
                    <a:pt x="1521" y="4958"/>
                  </a:lnTo>
                  <a:lnTo>
                    <a:pt x="1462" y="4978"/>
                  </a:lnTo>
                  <a:lnTo>
                    <a:pt x="1383" y="5017"/>
                  </a:lnTo>
                  <a:lnTo>
                    <a:pt x="1442" y="5037"/>
                  </a:lnTo>
                  <a:lnTo>
                    <a:pt x="1561" y="5037"/>
                  </a:lnTo>
                  <a:lnTo>
                    <a:pt x="1561" y="5057"/>
                  </a:lnTo>
                  <a:lnTo>
                    <a:pt x="1541" y="5096"/>
                  </a:lnTo>
                  <a:lnTo>
                    <a:pt x="1521" y="5116"/>
                  </a:lnTo>
                  <a:lnTo>
                    <a:pt x="1541" y="5155"/>
                  </a:lnTo>
                  <a:lnTo>
                    <a:pt x="1561" y="5175"/>
                  </a:lnTo>
                  <a:lnTo>
                    <a:pt x="1620" y="5215"/>
                  </a:lnTo>
                  <a:lnTo>
                    <a:pt x="1659" y="5274"/>
                  </a:lnTo>
                  <a:lnTo>
                    <a:pt x="1719" y="5195"/>
                  </a:lnTo>
                  <a:lnTo>
                    <a:pt x="1758" y="5215"/>
                  </a:lnTo>
                  <a:lnTo>
                    <a:pt x="1778" y="5234"/>
                  </a:lnTo>
                  <a:lnTo>
                    <a:pt x="1778" y="5313"/>
                  </a:lnTo>
                  <a:lnTo>
                    <a:pt x="1738" y="5313"/>
                  </a:lnTo>
                  <a:lnTo>
                    <a:pt x="1798" y="5333"/>
                  </a:lnTo>
                  <a:lnTo>
                    <a:pt x="1778" y="5353"/>
                  </a:lnTo>
                  <a:lnTo>
                    <a:pt x="1817" y="5353"/>
                  </a:lnTo>
                  <a:lnTo>
                    <a:pt x="1837" y="5373"/>
                  </a:lnTo>
                  <a:lnTo>
                    <a:pt x="1857" y="5412"/>
                  </a:lnTo>
                  <a:lnTo>
                    <a:pt x="1877" y="5471"/>
                  </a:lnTo>
                  <a:lnTo>
                    <a:pt x="1936" y="5531"/>
                  </a:lnTo>
                  <a:lnTo>
                    <a:pt x="1975" y="5491"/>
                  </a:lnTo>
                  <a:lnTo>
                    <a:pt x="1956" y="5471"/>
                  </a:lnTo>
                  <a:lnTo>
                    <a:pt x="1916" y="5432"/>
                  </a:lnTo>
                  <a:lnTo>
                    <a:pt x="1896" y="5412"/>
                  </a:lnTo>
                  <a:lnTo>
                    <a:pt x="1916" y="5373"/>
                  </a:lnTo>
                  <a:lnTo>
                    <a:pt x="1956" y="5333"/>
                  </a:lnTo>
                  <a:lnTo>
                    <a:pt x="1975" y="5313"/>
                  </a:lnTo>
                  <a:lnTo>
                    <a:pt x="2035" y="5294"/>
                  </a:lnTo>
                  <a:lnTo>
                    <a:pt x="2054" y="5313"/>
                  </a:lnTo>
                  <a:lnTo>
                    <a:pt x="2074" y="5353"/>
                  </a:lnTo>
                  <a:lnTo>
                    <a:pt x="2153" y="5373"/>
                  </a:lnTo>
                  <a:lnTo>
                    <a:pt x="2232" y="5412"/>
                  </a:lnTo>
                  <a:lnTo>
                    <a:pt x="2272" y="5432"/>
                  </a:lnTo>
                  <a:lnTo>
                    <a:pt x="2291" y="5471"/>
                  </a:lnTo>
                  <a:lnTo>
                    <a:pt x="2311" y="5432"/>
                  </a:lnTo>
                  <a:lnTo>
                    <a:pt x="2370" y="5432"/>
                  </a:lnTo>
                  <a:lnTo>
                    <a:pt x="2390" y="5452"/>
                  </a:lnTo>
                  <a:lnTo>
                    <a:pt x="2410" y="5531"/>
                  </a:lnTo>
                  <a:lnTo>
                    <a:pt x="2390" y="5550"/>
                  </a:lnTo>
                  <a:lnTo>
                    <a:pt x="2370" y="5590"/>
                  </a:lnTo>
                  <a:lnTo>
                    <a:pt x="2232" y="5590"/>
                  </a:lnTo>
                  <a:lnTo>
                    <a:pt x="2193" y="5610"/>
                  </a:lnTo>
                  <a:lnTo>
                    <a:pt x="2173" y="5629"/>
                  </a:lnTo>
                  <a:lnTo>
                    <a:pt x="2133" y="5629"/>
                  </a:lnTo>
                  <a:lnTo>
                    <a:pt x="2193" y="5649"/>
                  </a:lnTo>
                  <a:lnTo>
                    <a:pt x="2272" y="5629"/>
                  </a:lnTo>
                  <a:lnTo>
                    <a:pt x="2331" y="5649"/>
                  </a:lnTo>
                  <a:lnTo>
                    <a:pt x="2351" y="5669"/>
                  </a:lnTo>
                  <a:lnTo>
                    <a:pt x="2390" y="5689"/>
                  </a:lnTo>
                  <a:lnTo>
                    <a:pt x="2351" y="5708"/>
                  </a:lnTo>
                  <a:lnTo>
                    <a:pt x="2331" y="5708"/>
                  </a:lnTo>
                  <a:lnTo>
                    <a:pt x="2311" y="5689"/>
                  </a:lnTo>
                  <a:lnTo>
                    <a:pt x="2291" y="5689"/>
                  </a:lnTo>
                  <a:lnTo>
                    <a:pt x="2272" y="5708"/>
                  </a:lnTo>
                  <a:lnTo>
                    <a:pt x="2291" y="5728"/>
                  </a:lnTo>
                  <a:lnTo>
                    <a:pt x="2331" y="5748"/>
                  </a:lnTo>
                  <a:lnTo>
                    <a:pt x="2390" y="5768"/>
                  </a:lnTo>
                  <a:lnTo>
                    <a:pt x="2390" y="5787"/>
                  </a:lnTo>
                  <a:lnTo>
                    <a:pt x="2390" y="5807"/>
                  </a:lnTo>
                  <a:lnTo>
                    <a:pt x="2252" y="5807"/>
                  </a:lnTo>
                  <a:lnTo>
                    <a:pt x="2212" y="5827"/>
                  </a:lnTo>
                  <a:lnTo>
                    <a:pt x="2153" y="5867"/>
                  </a:lnTo>
                  <a:lnTo>
                    <a:pt x="2212" y="5867"/>
                  </a:lnTo>
                  <a:lnTo>
                    <a:pt x="2311" y="5847"/>
                  </a:lnTo>
                  <a:lnTo>
                    <a:pt x="2311" y="5847"/>
                  </a:lnTo>
                  <a:lnTo>
                    <a:pt x="2291" y="5867"/>
                  </a:lnTo>
                  <a:lnTo>
                    <a:pt x="2272" y="5886"/>
                  </a:lnTo>
                  <a:lnTo>
                    <a:pt x="2232" y="5906"/>
                  </a:lnTo>
                  <a:lnTo>
                    <a:pt x="2252" y="5906"/>
                  </a:lnTo>
                  <a:lnTo>
                    <a:pt x="2331" y="5886"/>
                  </a:lnTo>
                  <a:lnTo>
                    <a:pt x="2370" y="5886"/>
                  </a:lnTo>
                  <a:lnTo>
                    <a:pt x="2370" y="5906"/>
                  </a:lnTo>
                  <a:lnTo>
                    <a:pt x="2331" y="5946"/>
                  </a:lnTo>
                  <a:lnTo>
                    <a:pt x="2291" y="5965"/>
                  </a:lnTo>
                  <a:lnTo>
                    <a:pt x="2311" y="6005"/>
                  </a:lnTo>
                  <a:lnTo>
                    <a:pt x="2449" y="6005"/>
                  </a:lnTo>
                  <a:lnTo>
                    <a:pt x="2449" y="5985"/>
                  </a:lnTo>
                  <a:lnTo>
                    <a:pt x="2469" y="5965"/>
                  </a:lnTo>
                  <a:lnTo>
                    <a:pt x="2548" y="5906"/>
                  </a:lnTo>
                  <a:lnTo>
                    <a:pt x="2627" y="5886"/>
                  </a:lnTo>
                  <a:lnTo>
                    <a:pt x="2686" y="5886"/>
                  </a:lnTo>
                  <a:lnTo>
                    <a:pt x="2726" y="5946"/>
                  </a:lnTo>
                  <a:lnTo>
                    <a:pt x="2765" y="6005"/>
                  </a:lnTo>
                  <a:lnTo>
                    <a:pt x="2785" y="6025"/>
                  </a:lnTo>
                  <a:lnTo>
                    <a:pt x="2765" y="6044"/>
                  </a:lnTo>
                  <a:lnTo>
                    <a:pt x="2746" y="6084"/>
                  </a:lnTo>
                  <a:lnTo>
                    <a:pt x="2706" y="6143"/>
                  </a:lnTo>
                  <a:lnTo>
                    <a:pt x="2825" y="6123"/>
                  </a:lnTo>
                  <a:lnTo>
                    <a:pt x="2765" y="6163"/>
                  </a:lnTo>
                  <a:lnTo>
                    <a:pt x="2746" y="6183"/>
                  </a:lnTo>
                  <a:lnTo>
                    <a:pt x="2765" y="6183"/>
                  </a:lnTo>
                  <a:lnTo>
                    <a:pt x="2785" y="6222"/>
                  </a:lnTo>
                  <a:lnTo>
                    <a:pt x="2785" y="6242"/>
                  </a:lnTo>
                  <a:lnTo>
                    <a:pt x="2746" y="6262"/>
                  </a:lnTo>
                  <a:lnTo>
                    <a:pt x="2726" y="6262"/>
                  </a:lnTo>
                  <a:lnTo>
                    <a:pt x="2686" y="6222"/>
                  </a:lnTo>
                  <a:lnTo>
                    <a:pt x="2667" y="6202"/>
                  </a:lnTo>
                  <a:lnTo>
                    <a:pt x="2568" y="6202"/>
                  </a:lnTo>
                  <a:lnTo>
                    <a:pt x="2489" y="6222"/>
                  </a:lnTo>
                  <a:lnTo>
                    <a:pt x="2489" y="6262"/>
                  </a:lnTo>
                  <a:lnTo>
                    <a:pt x="2469" y="6281"/>
                  </a:lnTo>
                  <a:lnTo>
                    <a:pt x="2410" y="6301"/>
                  </a:lnTo>
                  <a:lnTo>
                    <a:pt x="2351" y="6321"/>
                  </a:lnTo>
                  <a:lnTo>
                    <a:pt x="2370" y="6341"/>
                  </a:lnTo>
                  <a:lnTo>
                    <a:pt x="2430" y="6321"/>
                  </a:lnTo>
                  <a:lnTo>
                    <a:pt x="2528" y="6281"/>
                  </a:lnTo>
                  <a:lnTo>
                    <a:pt x="2627" y="6242"/>
                  </a:lnTo>
                  <a:lnTo>
                    <a:pt x="2607" y="6281"/>
                  </a:lnTo>
                  <a:lnTo>
                    <a:pt x="2607" y="6321"/>
                  </a:lnTo>
                  <a:lnTo>
                    <a:pt x="2588" y="6360"/>
                  </a:lnTo>
                  <a:lnTo>
                    <a:pt x="2528" y="6380"/>
                  </a:lnTo>
                  <a:lnTo>
                    <a:pt x="2528" y="6400"/>
                  </a:lnTo>
                  <a:lnTo>
                    <a:pt x="2667" y="6400"/>
                  </a:lnTo>
                  <a:lnTo>
                    <a:pt x="2686" y="6420"/>
                  </a:lnTo>
                  <a:lnTo>
                    <a:pt x="2509" y="6499"/>
                  </a:lnTo>
                  <a:lnTo>
                    <a:pt x="2469" y="6518"/>
                  </a:lnTo>
                  <a:lnTo>
                    <a:pt x="2489" y="6518"/>
                  </a:lnTo>
                  <a:lnTo>
                    <a:pt x="2489" y="6538"/>
                  </a:lnTo>
                  <a:lnTo>
                    <a:pt x="2489" y="6597"/>
                  </a:lnTo>
                  <a:lnTo>
                    <a:pt x="2528" y="6558"/>
                  </a:lnTo>
                  <a:lnTo>
                    <a:pt x="2568" y="6538"/>
                  </a:lnTo>
                  <a:lnTo>
                    <a:pt x="2548" y="6518"/>
                  </a:lnTo>
                  <a:lnTo>
                    <a:pt x="2607" y="6518"/>
                  </a:lnTo>
                  <a:lnTo>
                    <a:pt x="2647" y="6558"/>
                  </a:lnTo>
                  <a:lnTo>
                    <a:pt x="2667" y="6578"/>
                  </a:lnTo>
                  <a:lnTo>
                    <a:pt x="2706" y="6578"/>
                  </a:lnTo>
                  <a:lnTo>
                    <a:pt x="2667" y="6597"/>
                  </a:lnTo>
                  <a:lnTo>
                    <a:pt x="2647" y="6617"/>
                  </a:lnTo>
                  <a:lnTo>
                    <a:pt x="2667" y="6676"/>
                  </a:lnTo>
                  <a:lnTo>
                    <a:pt x="2686" y="6716"/>
                  </a:lnTo>
                  <a:lnTo>
                    <a:pt x="2706" y="6736"/>
                  </a:lnTo>
                  <a:lnTo>
                    <a:pt x="2686" y="6755"/>
                  </a:lnTo>
                  <a:lnTo>
                    <a:pt x="2785" y="6716"/>
                  </a:lnTo>
                  <a:lnTo>
                    <a:pt x="2805" y="6696"/>
                  </a:lnTo>
                  <a:lnTo>
                    <a:pt x="2785" y="6676"/>
                  </a:lnTo>
                  <a:lnTo>
                    <a:pt x="2765" y="6676"/>
                  </a:lnTo>
                  <a:lnTo>
                    <a:pt x="2726" y="6657"/>
                  </a:lnTo>
                  <a:lnTo>
                    <a:pt x="2706" y="6657"/>
                  </a:lnTo>
                  <a:lnTo>
                    <a:pt x="2726" y="6637"/>
                  </a:lnTo>
                  <a:lnTo>
                    <a:pt x="2785" y="6597"/>
                  </a:lnTo>
                  <a:lnTo>
                    <a:pt x="2825" y="6597"/>
                  </a:lnTo>
                  <a:lnTo>
                    <a:pt x="2864" y="6637"/>
                  </a:lnTo>
                  <a:lnTo>
                    <a:pt x="2904" y="6696"/>
                  </a:lnTo>
                  <a:lnTo>
                    <a:pt x="2983" y="6775"/>
                  </a:lnTo>
                  <a:lnTo>
                    <a:pt x="3022" y="6815"/>
                  </a:lnTo>
                  <a:lnTo>
                    <a:pt x="3081" y="6834"/>
                  </a:lnTo>
                  <a:lnTo>
                    <a:pt x="3062" y="6874"/>
                  </a:lnTo>
                  <a:lnTo>
                    <a:pt x="3062" y="6894"/>
                  </a:lnTo>
                  <a:lnTo>
                    <a:pt x="3002" y="6913"/>
                  </a:lnTo>
                  <a:lnTo>
                    <a:pt x="2943" y="6933"/>
                  </a:lnTo>
                  <a:lnTo>
                    <a:pt x="2864" y="6973"/>
                  </a:lnTo>
                  <a:lnTo>
                    <a:pt x="2825" y="6913"/>
                  </a:lnTo>
                  <a:lnTo>
                    <a:pt x="2805" y="6874"/>
                  </a:lnTo>
                  <a:lnTo>
                    <a:pt x="2805" y="6834"/>
                  </a:lnTo>
                  <a:lnTo>
                    <a:pt x="2765" y="6795"/>
                  </a:lnTo>
                  <a:lnTo>
                    <a:pt x="2765" y="6874"/>
                  </a:lnTo>
                  <a:lnTo>
                    <a:pt x="2805" y="6953"/>
                  </a:lnTo>
                  <a:lnTo>
                    <a:pt x="2864" y="6992"/>
                  </a:lnTo>
                  <a:lnTo>
                    <a:pt x="2963" y="7032"/>
                  </a:lnTo>
                  <a:lnTo>
                    <a:pt x="2963" y="7052"/>
                  </a:lnTo>
                  <a:lnTo>
                    <a:pt x="2963" y="7071"/>
                  </a:lnTo>
                  <a:lnTo>
                    <a:pt x="2923" y="7111"/>
                  </a:lnTo>
                  <a:lnTo>
                    <a:pt x="2825" y="7229"/>
                  </a:lnTo>
                  <a:lnTo>
                    <a:pt x="2785" y="7289"/>
                  </a:lnTo>
                  <a:lnTo>
                    <a:pt x="2805" y="7308"/>
                  </a:lnTo>
                  <a:lnTo>
                    <a:pt x="2825" y="7328"/>
                  </a:lnTo>
                  <a:lnTo>
                    <a:pt x="2864" y="7308"/>
                  </a:lnTo>
                  <a:lnTo>
                    <a:pt x="2923" y="7269"/>
                  </a:lnTo>
                  <a:lnTo>
                    <a:pt x="2963" y="7210"/>
                  </a:lnTo>
                  <a:lnTo>
                    <a:pt x="2983" y="7229"/>
                  </a:lnTo>
                  <a:lnTo>
                    <a:pt x="3002" y="7249"/>
                  </a:lnTo>
                  <a:lnTo>
                    <a:pt x="3002" y="7308"/>
                  </a:lnTo>
                  <a:lnTo>
                    <a:pt x="3042" y="7289"/>
                  </a:lnTo>
                  <a:lnTo>
                    <a:pt x="3062" y="7249"/>
                  </a:lnTo>
                  <a:lnTo>
                    <a:pt x="3101" y="7229"/>
                  </a:lnTo>
                  <a:lnTo>
                    <a:pt x="3141" y="7229"/>
                  </a:lnTo>
                  <a:lnTo>
                    <a:pt x="3121" y="7269"/>
                  </a:lnTo>
                  <a:lnTo>
                    <a:pt x="3101" y="7308"/>
                  </a:lnTo>
                  <a:lnTo>
                    <a:pt x="3062" y="7328"/>
                  </a:lnTo>
                  <a:lnTo>
                    <a:pt x="3042" y="7328"/>
                  </a:lnTo>
                  <a:lnTo>
                    <a:pt x="3081" y="7348"/>
                  </a:lnTo>
                  <a:lnTo>
                    <a:pt x="3062" y="7368"/>
                  </a:lnTo>
                  <a:lnTo>
                    <a:pt x="3022" y="7427"/>
                  </a:lnTo>
                  <a:lnTo>
                    <a:pt x="2983" y="7466"/>
                  </a:lnTo>
                  <a:lnTo>
                    <a:pt x="2983" y="7486"/>
                  </a:lnTo>
                  <a:lnTo>
                    <a:pt x="3002" y="7506"/>
                  </a:lnTo>
                  <a:lnTo>
                    <a:pt x="3062" y="7506"/>
                  </a:lnTo>
                  <a:lnTo>
                    <a:pt x="3081" y="7486"/>
                  </a:lnTo>
                  <a:lnTo>
                    <a:pt x="3081" y="7466"/>
                  </a:lnTo>
                  <a:lnTo>
                    <a:pt x="3062" y="7466"/>
                  </a:lnTo>
                  <a:lnTo>
                    <a:pt x="3062" y="7447"/>
                  </a:lnTo>
                  <a:lnTo>
                    <a:pt x="3121" y="7407"/>
                  </a:lnTo>
                  <a:lnTo>
                    <a:pt x="3319" y="7407"/>
                  </a:lnTo>
                  <a:lnTo>
                    <a:pt x="3279" y="7427"/>
                  </a:lnTo>
                  <a:lnTo>
                    <a:pt x="3299" y="7447"/>
                  </a:lnTo>
                  <a:lnTo>
                    <a:pt x="3299" y="7466"/>
                  </a:lnTo>
                  <a:lnTo>
                    <a:pt x="3319" y="7486"/>
                  </a:lnTo>
                  <a:lnTo>
                    <a:pt x="3259" y="7526"/>
                  </a:lnTo>
                  <a:lnTo>
                    <a:pt x="3220" y="7506"/>
                  </a:lnTo>
                  <a:lnTo>
                    <a:pt x="3200" y="7466"/>
                  </a:lnTo>
                  <a:lnTo>
                    <a:pt x="3160" y="7466"/>
                  </a:lnTo>
                  <a:lnTo>
                    <a:pt x="3180" y="7545"/>
                  </a:lnTo>
                  <a:lnTo>
                    <a:pt x="3200" y="7526"/>
                  </a:lnTo>
                  <a:lnTo>
                    <a:pt x="3321" y="7543"/>
                  </a:lnTo>
                  <a:lnTo>
                    <a:pt x="3321" y="7543"/>
                  </a:lnTo>
                  <a:lnTo>
                    <a:pt x="3338" y="7526"/>
                  </a:lnTo>
                  <a:lnTo>
                    <a:pt x="3378" y="7486"/>
                  </a:lnTo>
                  <a:lnTo>
                    <a:pt x="3457" y="7466"/>
                  </a:lnTo>
                  <a:lnTo>
                    <a:pt x="3496" y="7466"/>
                  </a:lnTo>
                  <a:lnTo>
                    <a:pt x="3496" y="7526"/>
                  </a:lnTo>
                  <a:lnTo>
                    <a:pt x="3477" y="7565"/>
                  </a:lnTo>
                  <a:lnTo>
                    <a:pt x="3437" y="7624"/>
                  </a:lnTo>
                  <a:lnTo>
                    <a:pt x="3378" y="7664"/>
                  </a:lnTo>
                  <a:lnTo>
                    <a:pt x="3457" y="7644"/>
                  </a:lnTo>
                  <a:lnTo>
                    <a:pt x="3516" y="7664"/>
                  </a:lnTo>
                  <a:lnTo>
                    <a:pt x="3575" y="7723"/>
                  </a:lnTo>
                  <a:lnTo>
                    <a:pt x="3615" y="7684"/>
                  </a:lnTo>
                  <a:lnTo>
                    <a:pt x="3654" y="7664"/>
                  </a:lnTo>
                  <a:lnTo>
                    <a:pt x="3733" y="7664"/>
                  </a:lnTo>
                  <a:lnTo>
                    <a:pt x="3654" y="7802"/>
                  </a:lnTo>
                  <a:lnTo>
                    <a:pt x="3615" y="7782"/>
                  </a:lnTo>
                  <a:lnTo>
                    <a:pt x="3595" y="7782"/>
                  </a:lnTo>
                  <a:lnTo>
                    <a:pt x="3556" y="7822"/>
                  </a:lnTo>
                  <a:lnTo>
                    <a:pt x="3516" y="7861"/>
                  </a:lnTo>
                  <a:lnTo>
                    <a:pt x="3457" y="7901"/>
                  </a:lnTo>
                  <a:lnTo>
                    <a:pt x="3378" y="7901"/>
                  </a:lnTo>
                  <a:lnTo>
                    <a:pt x="3338" y="7881"/>
                  </a:lnTo>
                  <a:lnTo>
                    <a:pt x="3338" y="7802"/>
                  </a:lnTo>
                  <a:lnTo>
                    <a:pt x="3299" y="7861"/>
                  </a:lnTo>
                  <a:lnTo>
                    <a:pt x="3279" y="7881"/>
                  </a:lnTo>
                  <a:lnTo>
                    <a:pt x="3319" y="7901"/>
                  </a:lnTo>
                  <a:lnTo>
                    <a:pt x="3358" y="7921"/>
                  </a:lnTo>
                  <a:lnTo>
                    <a:pt x="3437" y="7940"/>
                  </a:lnTo>
                  <a:lnTo>
                    <a:pt x="3457" y="7960"/>
                  </a:lnTo>
                  <a:lnTo>
                    <a:pt x="3457" y="7980"/>
                  </a:lnTo>
                  <a:lnTo>
                    <a:pt x="3358" y="8019"/>
                  </a:lnTo>
                  <a:lnTo>
                    <a:pt x="3338" y="8019"/>
                  </a:lnTo>
                  <a:lnTo>
                    <a:pt x="3319" y="8000"/>
                  </a:lnTo>
                  <a:lnTo>
                    <a:pt x="3319" y="8019"/>
                  </a:lnTo>
                  <a:lnTo>
                    <a:pt x="3378" y="8039"/>
                  </a:lnTo>
                  <a:lnTo>
                    <a:pt x="3417" y="8059"/>
                  </a:lnTo>
                  <a:lnTo>
                    <a:pt x="3437" y="8079"/>
                  </a:lnTo>
                  <a:lnTo>
                    <a:pt x="3417" y="8098"/>
                  </a:lnTo>
                  <a:lnTo>
                    <a:pt x="3516" y="8039"/>
                  </a:lnTo>
                  <a:lnTo>
                    <a:pt x="3575" y="8000"/>
                  </a:lnTo>
                  <a:lnTo>
                    <a:pt x="3635" y="8019"/>
                  </a:lnTo>
                  <a:lnTo>
                    <a:pt x="3516" y="8158"/>
                  </a:lnTo>
                  <a:lnTo>
                    <a:pt x="3536" y="8178"/>
                  </a:lnTo>
                  <a:lnTo>
                    <a:pt x="3556" y="8178"/>
                  </a:lnTo>
                  <a:lnTo>
                    <a:pt x="3615" y="8158"/>
                  </a:lnTo>
                  <a:lnTo>
                    <a:pt x="3714" y="8138"/>
                  </a:lnTo>
                  <a:lnTo>
                    <a:pt x="3793" y="8138"/>
                  </a:lnTo>
                  <a:lnTo>
                    <a:pt x="3872" y="8039"/>
                  </a:lnTo>
                  <a:lnTo>
                    <a:pt x="3931" y="8039"/>
                  </a:lnTo>
                  <a:lnTo>
                    <a:pt x="3970" y="8059"/>
                  </a:lnTo>
                  <a:lnTo>
                    <a:pt x="3990" y="8079"/>
                  </a:lnTo>
                  <a:lnTo>
                    <a:pt x="4069" y="8079"/>
                  </a:lnTo>
                  <a:lnTo>
                    <a:pt x="4030" y="8039"/>
                  </a:lnTo>
                  <a:lnTo>
                    <a:pt x="3990" y="8039"/>
                  </a:lnTo>
                  <a:lnTo>
                    <a:pt x="3951" y="8019"/>
                  </a:lnTo>
                  <a:lnTo>
                    <a:pt x="3951" y="8000"/>
                  </a:lnTo>
                  <a:lnTo>
                    <a:pt x="4010" y="7960"/>
                  </a:lnTo>
                  <a:lnTo>
                    <a:pt x="4049" y="7980"/>
                  </a:lnTo>
                  <a:lnTo>
                    <a:pt x="4089" y="8000"/>
                  </a:lnTo>
                  <a:lnTo>
                    <a:pt x="4128" y="8000"/>
                  </a:lnTo>
                  <a:lnTo>
                    <a:pt x="4109" y="8079"/>
                  </a:lnTo>
                  <a:lnTo>
                    <a:pt x="4089" y="8118"/>
                  </a:lnTo>
                  <a:lnTo>
                    <a:pt x="4010" y="8217"/>
                  </a:lnTo>
                  <a:lnTo>
                    <a:pt x="3872" y="8276"/>
                  </a:lnTo>
                  <a:lnTo>
                    <a:pt x="3753" y="8296"/>
                  </a:lnTo>
                  <a:lnTo>
                    <a:pt x="3615" y="8316"/>
                  </a:lnTo>
                  <a:lnTo>
                    <a:pt x="3516" y="8336"/>
                  </a:lnTo>
                  <a:lnTo>
                    <a:pt x="3437" y="8395"/>
                  </a:lnTo>
                  <a:lnTo>
                    <a:pt x="3496" y="8434"/>
                  </a:lnTo>
                  <a:lnTo>
                    <a:pt x="3556" y="8494"/>
                  </a:lnTo>
                  <a:lnTo>
                    <a:pt x="3595" y="8573"/>
                  </a:lnTo>
                  <a:lnTo>
                    <a:pt x="3595" y="8612"/>
                  </a:lnTo>
                  <a:lnTo>
                    <a:pt x="3575" y="8652"/>
                  </a:lnTo>
                  <a:lnTo>
                    <a:pt x="3674" y="8652"/>
                  </a:lnTo>
                  <a:lnTo>
                    <a:pt x="3773" y="8632"/>
                  </a:lnTo>
                  <a:lnTo>
                    <a:pt x="3872" y="8592"/>
                  </a:lnTo>
                  <a:lnTo>
                    <a:pt x="3970" y="8533"/>
                  </a:lnTo>
                  <a:lnTo>
                    <a:pt x="3990" y="8553"/>
                  </a:lnTo>
                  <a:lnTo>
                    <a:pt x="3990" y="8573"/>
                  </a:lnTo>
                  <a:lnTo>
                    <a:pt x="3970" y="8612"/>
                  </a:lnTo>
                  <a:lnTo>
                    <a:pt x="3891" y="8612"/>
                  </a:lnTo>
                  <a:lnTo>
                    <a:pt x="4030" y="8691"/>
                  </a:lnTo>
                  <a:lnTo>
                    <a:pt x="4089" y="8731"/>
                  </a:lnTo>
                  <a:lnTo>
                    <a:pt x="4148" y="8790"/>
                  </a:lnTo>
                  <a:lnTo>
                    <a:pt x="4188" y="8810"/>
                  </a:lnTo>
                  <a:lnTo>
                    <a:pt x="4267" y="8790"/>
                  </a:lnTo>
                  <a:lnTo>
                    <a:pt x="4425" y="8691"/>
                  </a:lnTo>
                  <a:lnTo>
                    <a:pt x="4464" y="8750"/>
                  </a:lnTo>
                  <a:lnTo>
                    <a:pt x="4484" y="8711"/>
                  </a:lnTo>
                  <a:lnTo>
                    <a:pt x="4602" y="8711"/>
                  </a:lnTo>
                  <a:lnTo>
                    <a:pt x="4622" y="8750"/>
                  </a:lnTo>
                  <a:lnTo>
                    <a:pt x="4622" y="8790"/>
                  </a:lnTo>
                  <a:lnTo>
                    <a:pt x="4563" y="8810"/>
                  </a:lnTo>
                  <a:lnTo>
                    <a:pt x="4504" y="8810"/>
                  </a:lnTo>
                  <a:lnTo>
                    <a:pt x="4504" y="8869"/>
                  </a:lnTo>
                  <a:lnTo>
                    <a:pt x="4504" y="8889"/>
                  </a:lnTo>
                  <a:lnTo>
                    <a:pt x="4543" y="8928"/>
                  </a:lnTo>
                  <a:lnTo>
                    <a:pt x="4583" y="8928"/>
                  </a:lnTo>
                  <a:lnTo>
                    <a:pt x="4464" y="8968"/>
                  </a:lnTo>
                  <a:lnTo>
                    <a:pt x="4425" y="8968"/>
                  </a:lnTo>
                  <a:lnTo>
                    <a:pt x="4405" y="8948"/>
                  </a:lnTo>
                  <a:lnTo>
                    <a:pt x="4405" y="8928"/>
                  </a:lnTo>
                  <a:lnTo>
                    <a:pt x="4444" y="8908"/>
                  </a:lnTo>
                  <a:lnTo>
                    <a:pt x="4346" y="8869"/>
                  </a:lnTo>
                  <a:lnTo>
                    <a:pt x="4346" y="8869"/>
                  </a:lnTo>
                  <a:lnTo>
                    <a:pt x="4365" y="8889"/>
                  </a:lnTo>
                  <a:lnTo>
                    <a:pt x="4385" y="8908"/>
                  </a:lnTo>
                  <a:lnTo>
                    <a:pt x="4385" y="8948"/>
                  </a:lnTo>
                  <a:lnTo>
                    <a:pt x="4365" y="8968"/>
                  </a:lnTo>
                  <a:lnTo>
                    <a:pt x="4286" y="9047"/>
                  </a:lnTo>
                  <a:lnTo>
                    <a:pt x="4188" y="9106"/>
                  </a:lnTo>
                  <a:lnTo>
                    <a:pt x="4247" y="9106"/>
                  </a:lnTo>
                  <a:lnTo>
                    <a:pt x="4286" y="9066"/>
                  </a:lnTo>
                  <a:lnTo>
                    <a:pt x="4346" y="9027"/>
                  </a:lnTo>
                  <a:lnTo>
                    <a:pt x="4405" y="9027"/>
                  </a:lnTo>
                  <a:lnTo>
                    <a:pt x="4346" y="9126"/>
                  </a:lnTo>
                  <a:lnTo>
                    <a:pt x="4326" y="9205"/>
                  </a:lnTo>
                  <a:lnTo>
                    <a:pt x="6321" y="8019"/>
                  </a:lnTo>
                  <a:lnTo>
                    <a:pt x="6321" y="7940"/>
                  </a:lnTo>
                  <a:lnTo>
                    <a:pt x="6341" y="7881"/>
                  </a:lnTo>
                  <a:lnTo>
                    <a:pt x="6341" y="7861"/>
                  </a:lnTo>
                  <a:lnTo>
                    <a:pt x="6321" y="7842"/>
                  </a:lnTo>
                  <a:lnTo>
                    <a:pt x="6202" y="7842"/>
                  </a:lnTo>
                  <a:lnTo>
                    <a:pt x="6183" y="7881"/>
                  </a:lnTo>
                  <a:lnTo>
                    <a:pt x="6163" y="7901"/>
                  </a:lnTo>
                  <a:lnTo>
                    <a:pt x="6104" y="7940"/>
                  </a:lnTo>
                  <a:lnTo>
                    <a:pt x="6064" y="7960"/>
                  </a:lnTo>
                  <a:lnTo>
                    <a:pt x="6084" y="7921"/>
                  </a:lnTo>
                  <a:lnTo>
                    <a:pt x="6084" y="7881"/>
                  </a:lnTo>
                  <a:lnTo>
                    <a:pt x="6104" y="7861"/>
                  </a:lnTo>
                  <a:lnTo>
                    <a:pt x="6143" y="7822"/>
                  </a:lnTo>
                  <a:lnTo>
                    <a:pt x="6183" y="7842"/>
                  </a:lnTo>
                  <a:lnTo>
                    <a:pt x="6183" y="7743"/>
                  </a:lnTo>
                  <a:lnTo>
                    <a:pt x="6163" y="7723"/>
                  </a:lnTo>
                  <a:lnTo>
                    <a:pt x="6143" y="7723"/>
                  </a:lnTo>
                  <a:lnTo>
                    <a:pt x="6005" y="7763"/>
                  </a:lnTo>
                  <a:lnTo>
                    <a:pt x="5946" y="7782"/>
                  </a:lnTo>
                  <a:lnTo>
                    <a:pt x="5886" y="7782"/>
                  </a:lnTo>
                  <a:lnTo>
                    <a:pt x="5906" y="7743"/>
                  </a:lnTo>
                  <a:lnTo>
                    <a:pt x="5926" y="7723"/>
                  </a:lnTo>
                  <a:lnTo>
                    <a:pt x="6025" y="7684"/>
                  </a:lnTo>
                  <a:lnTo>
                    <a:pt x="6123" y="7664"/>
                  </a:lnTo>
                  <a:lnTo>
                    <a:pt x="6163" y="7644"/>
                  </a:lnTo>
                  <a:lnTo>
                    <a:pt x="6202" y="7605"/>
                  </a:lnTo>
                  <a:lnTo>
                    <a:pt x="6044" y="7565"/>
                  </a:lnTo>
                  <a:lnTo>
                    <a:pt x="6123" y="7506"/>
                  </a:lnTo>
                  <a:lnTo>
                    <a:pt x="6123" y="7427"/>
                  </a:lnTo>
                  <a:lnTo>
                    <a:pt x="6084" y="7387"/>
                  </a:lnTo>
                  <a:lnTo>
                    <a:pt x="6025" y="7368"/>
                  </a:lnTo>
                  <a:lnTo>
                    <a:pt x="5965" y="7328"/>
                  </a:lnTo>
                  <a:lnTo>
                    <a:pt x="5827" y="7289"/>
                  </a:lnTo>
                  <a:lnTo>
                    <a:pt x="5768" y="7249"/>
                  </a:lnTo>
                  <a:lnTo>
                    <a:pt x="5728" y="7190"/>
                  </a:lnTo>
                  <a:lnTo>
                    <a:pt x="5827" y="7170"/>
                  </a:lnTo>
                  <a:lnTo>
                    <a:pt x="5926" y="7170"/>
                  </a:lnTo>
                  <a:lnTo>
                    <a:pt x="5985" y="7210"/>
                  </a:lnTo>
                  <a:lnTo>
                    <a:pt x="6025" y="7229"/>
                  </a:lnTo>
                  <a:lnTo>
                    <a:pt x="6044" y="7190"/>
                  </a:lnTo>
                  <a:lnTo>
                    <a:pt x="6064" y="7170"/>
                  </a:lnTo>
                  <a:lnTo>
                    <a:pt x="6025" y="7131"/>
                  </a:lnTo>
                  <a:lnTo>
                    <a:pt x="5985" y="7091"/>
                  </a:lnTo>
                  <a:lnTo>
                    <a:pt x="5965" y="7071"/>
                  </a:lnTo>
                  <a:lnTo>
                    <a:pt x="5985" y="7032"/>
                  </a:lnTo>
                  <a:lnTo>
                    <a:pt x="5985" y="7012"/>
                  </a:lnTo>
                  <a:lnTo>
                    <a:pt x="5965" y="6992"/>
                  </a:lnTo>
                  <a:lnTo>
                    <a:pt x="5886" y="6992"/>
                  </a:lnTo>
                  <a:lnTo>
                    <a:pt x="5807" y="7012"/>
                  </a:lnTo>
                  <a:lnTo>
                    <a:pt x="5748" y="7032"/>
                  </a:lnTo>
                  <a:lnTo>
                    <a:pt x="5709" y="7012"/>
                  </a:lnTo>
                  <a:lnTo>
                    <a:pt x="5709" y="6992"/>
                  </a:lnTo>
                  <a:lnTo>
                    <a:pt x="5748" y="6973"/>
                  </a:lnTo>
                  <a:lnTo>
                    <a:pt x="5827" y="6913"/>
                  </a:lnTo>
                  <a:lnTo>
                    <a:pt x="5768" y="6933"/>
                  </a:lnTo>
                  <a:lnTo>
                    <a:pt x="5728" y="6933"/>
                  </a:lnTo>
                  <a:lnTo>
                    <a:pt x="5689" y="6913"/>
                  </a:lnTo>
                  <a:lnTo>
                    <a:pt x="5669" y="6913"/>
                  </a:lnTo>
                  <a:lnTo>
                    <a:pt x="5629" y="6854"/>
                  </a:lnTo>
                  <a:lnTo>
                    <a:pt x="5610" y="6815"/>
                  </a:lnTo>
                  <a:lnTo>
                    <a:pt x="5689" y="6775"/>
                  </a:lnTo>
                  <a:lnTo>
                    <a:pt x="5531" y="6736"/>
                  </a:lnTo>
                  <a:lnTo>
                    <a:pt x="5511" y="6755"/>
                  </a:lnTo>
                  <a:lnTo>
                    <a:pt x="5471" y="6775"/>
                  </a:lnTo>
                  <a:lnTo>
                    <a:pt x="5373" y="6815"/>
                  </a:lnTo>
                  <a:lnTo>
                    <a:pt x="5373" y="6795"/>
                  </a:lnTo>
                  <a:lnTo>
                    <a:pt x="5333" y="6854"/>
                  </a:lnTo>
                  <a:lnTo>
                    <a:pt x="5333" y="6894"/>
                  </a:lnTo>
                  <a:lnTo>
                    <a:pt x="5353" y="6933"/>
                  </a:lnTo>
                  <a:lnTo>
                    <a:pt x="5412" y="6953"/>
                  </a:lnTo>
                  <a:lnTo>
                    <a:pt x="5452" y="6973"/>
                  </a:lnTo>
                  <a:lnTo>
                    <a:pt x="5471" y="7012"/>
                  </a:lnTo>
                  <a:lnTo>
                    <a:pt x="5471" y="7052"/>
                  </a:lnTo>
                  <a:lnTo>
                    <a:pt x="5392" y="7131"/>
                  </a:lnTo>
                  <a:lnTo>
                    <a:pt x="5373" y="7131"/>
                  </a:lnTo>
                  <a:lnTo>
                    <a:pt x="5333" y="7150"/>
                  </a:lnTo>
                  <a:lnTo>
                    <a:pt x="5294" y="7170"/>
                  </a:lnTo>
                  <a:lnTo>
                    <a:pt x="5274" y="7170"/>
                  </a:lnTo>
                  <a:lnTo>
                    <a:pt x="5274" y="7131"/>
                  </a:lnTo>
                  <a:lnTo>
                    <a:pt x="5313" y="7111"/>
                  </a:lnTo>
                  <a:lnTo>
                    <a:pt x="5313" y="7111"/>
                  </a:lnTo>
                  <a:lnTo>
                    <a:pt x="5195" y="7131"/>
                  </a:lnTo>
                  <a:lnTo>
                    <a:pt x="5175" y="7150"/>
                  </a:lnTo>
                  <a:lnTo>
                    <a:pt x="5175" y="7170"/>
                  </a:lnTo>
                  <a:lnTo>
                    <a:pt x="5096" y="7210"/>
                  </a:lnTo>
                  <a:lnTo>
                    <a:pt x="5017" y="7210"/>
                  </a:lnTo>
                  <a:lnTo>
                    <a:pt x="4978" y="7190"/>
                  </a:lnTo>
                  <a:lnTo>
                    <a:pt x="4938" y="7150"/>
                  </a:lnTo>
                  <a:lnTo>
                    <a:pt x="4879" y="7111"/>
                  </a:lnTo>
                  <a:lnTo>
                    <a:pt x="4918" y="7091"/>
                  </a:lnTo>
                  <a:lnTo>
                    <a:pt x="4958" y="7071"/>
                  </a:lnTo>
                  <a:lnTo>
                    <a:pt x="5037" y="7052"/>
                  </a:lnTo>
                  <a:lnTo>
                    <a:pt x="5136" y="7052"/>
                  </a:lnTo>
                  <a:lnTo>
                    <a:pt x="5096" y="7032"/>
                  </a:lnTo>
                  <a:lnTo>
                    <a:pt x="5116" y="7012"/>
                  </a:lnTo>
                  <a:lnTo>
                    <a:pt x="5274" y="6933"/>
                  </a:lnTo>
                  <a:lnTo>
                    <a:pt x="5195" y="6933"/>
                  </a:lnTo>
                  <a:lnTo>
                    <a:pt x="5116" y="6953"/>
                  </a:lnTo>
                  <a:lnTo>
                    <a:pt x="5057" y="6992"/>
                  </a:lnTo>
                  <a:lnTo>
                    <a:pt x="4958" y="7032"/>
                  </a:lnTo>
                  <a:lnTo>
                    <a:pt x="4899" y="7052"/>
                  </a:lnTo>
                  <a:lnTo>
                    <a:pt x="4879" y="7052"/>
                  </a:lnTo>
                  <a:lnTo>
                    <a:pt x="4859" y="7032"/>
                  </a:lnTo>
                  <a:lnTo>
                    <a:pt x="4859" y="7012"/>
                  </a:lnTo>
                  <a:lnTo>
                    <a:pt x="4899" y="6953"/>
                  </a:lnTo>
                  <a:lnTo>
                    <a:pt x="4899" y="6913"/>
                  </a:lnTo>
                  <a:lnTo>
                    <a:pt x="4958" y="6933"/>
                  </a:lnTo>
                  <a:lnTo>
                    <a:pt x="4958" y="6894"/>
                  </a:lnTo>
                  <a:lnTo>
                    <a:pt x="4938" y="6874"/>
                  </a:lnTo>
                  <a:lnTo>
                    <a:pt x="4899" y="6874"/>
                  </a:lnTo>
                  <a:lnTo>
                    <a:pt x="4839" y="6854"/>
                  </a:lnTo>
                  <a:lnTo>
                    <a:pt x="4820" y="6834"/>
                  </a:lnTo>
                  <a:lnTo>
                    <a:pt x="4800" y="6815"/>
                  </a:lnTo>
                  <a:lnTo>
                    <a:pt x="4899" y="6736"/>
                  </a:lnTo>
                  <a:lnTo>
                    <a:pt x="4879" y="6775"/>
                  </a:lnTo>
                  <a:lnTo>
                    <a:pt x="4899" y="6795"/>
                  </a:lnTo>
                  <a:lnTo>
                    <a:pt x="5116" y="6795"/>
                  </a:lnTo>
                  <a:lnTo>
                    <a:pt x="5155" y="6755"/>
                  </a:lnTo>
                  <a:lnTo>
                    <a:pt x="5215" y="6716"/>
                  </a:lnTo>
                  <a:lnTo>
                    <a:pt x="5254" y="6696"/>
                  </a:lnTo>
                  <a:lnTo>
                    <a:pt x="5333" y="6676"/>
                  </a:lnTo>
                  <a:lnTo>
                    <a:pt x="5452" y="6676"/>
                  </a:lnTo>
                  <a:lnTo>
                    <a:pt x="5570" y="6657"/>
                  </a:lnTo>
                  <a:lnTo>
                    <a:pt x="5550" y="6637"/>
                  </a:lnTo>
                  <a:lnTo>
                    <a:pt x="5531" y="6597"/>
                  </a:lnTo>
                  <a:lnTo>
                    <a:pt x="5550" y="6558"/>
                  </a:lnTo>
                  <a:lnTo>
                    <a:pt x="5590" y="6499"/>
                  </a:lnTo>
                  <a:lnTo>
                    <a:pt x="5531" y="6499"/>
                  </a:lnTo>
                  <a:lnTo>
                    <a:pt x="5491" y="6479"/>
                  </a:lnTo>
                  <a:lnTo>
                    <a:pt x="5471" y="6459"/>
                  </a:lnTo>
                  <a:lnTo>
                    <a:pt x="5471" y="6420"/>
                  </a:lnTo>
                  <a:lnTo>
                    <a:pt x="5471" y="6400"/>
                  </a:lnTo>
                  <a:lnTo>
                    <a:pt x="5452" y="6360"/>
                  </a:lnTo>
                  <a:lnTo>
                    <a:pt x="5313" y="6360"/>
                  </a:lnTo>
                  <a:lnTo>
                    <a:pt x="5353" y="6341"/>
                  </a:lnTo>
                  <a:lnTo>
                    <a:pt x="5392" y="6321"/>
                  </a:lnTo>
                  <a:lnTo>
                    <a:pt x="5412" y="6321"/>
                  </a:lnTo>
                  <a:lnTo>
                    <a:pt x="5432" y="6301"/>
                  </a:lnTo>
                  <a:lnTo>
                    <a:pt x="5412" y="6242"/>
                  </a:lnTo>
                  <a:lnTo>
                    <a:pt x="5373" y="6183"/>
                  </a:lnTo>
                  <a:lnTo>
                    <a:pt x="5294" y="6143"/>
                  </a:lnTo>
                  <a:lnTo>
                    <a:pt x="5215" y="6104"/>
                  </a:lnTo>
                  <a:lnTo>
                    <a:pt x="5215" y="6084"/>
                  </a:lnTo>
                  <a:lnTo>
                    <a:pt x="5254" y="6044"/>
                  </a:lnTo>
                  <a:lnTo>
                    <a:pt x="5333" y="6005"/>
                  </a:lnTo>
                  <a:lnTo>
                    <a:pt x="5313" y="5926"/>
                  </a:lnTo>
                  <a:lnTo>
                    <a:pt x="5274" y="5867"/>
                  </a:lnTo>
                  <a:lnTo>
                    <a:pt x="5195" y="5827"/>
                  </a:lnTo>
                  <a:lnTo>
                    <a:pt x="5116" y="5787"/>
                  </a:lnTo>
                  <a:lnTo>
                    <a:pt x="5057" y="5768"/>
                  </a:lnTo>
                  <a:lnTo>
                    <a:pt x="4978" y="5728"/>
                  </a:lnTo>
                  <a:lnTo>
                    <a:pt x="4938" y="5669"/>
                  </a:lnTo>
                  <a:lnTo>
                    <a:pt x="4899" y="5590"/>
                  </a:lnTo>
                  <a:lnTo>
                    <a:pt x="4997" y="5570"/>
                  </a:lnTo>
                  <a:lnTo>
                    <a:pt x="4997" y="5531"/>
                  </a:lnTo>
                  <a:lnTo>
                    <a:pt x="4997" y="5511"/>
                  </a:lnTo>
                  <a:lnTo>
                    <a:pt x="4958" y="5491"/>
                  </a:lnTo>
                  <a:lnTo>
                    <a:pt x="4879" y="5511"/>
                  </a:lnTo>
                  <a:lnTo>
                    <a:pt x="4938" y="5452"/>
                  </a:lnTo>
                  <a:lnTo>
                    <a:pt x="4958" y="5412"/>
                  </a:lnTo>
                  <a:lnTo>
                    <a:pt x="4918" y="5373"/>
                  </a:lnTo>
                  <a:lnTo>
                    <a:pt x="4879" y="5353"/>
                  </a:lnTo>
                  <a:lnTo>
                    <a:pt x="4839" y="5333"/>
                  </a:lnTo>
                  <a:lnTo>
                    <a:pt x="4800" y="5294"/>
                  </a:lnTo>
                  <a:lnTo>
                    <a:pt x="4820" y="5234"/>
                  </a:lnTo>
                  <a:lnTo>
                    <a:pt x="4879" y="5175"/>
                  </a:lnTo>
                  <a:lnTo>
                    <a:pt x="4859" y="5136"/>
                  </a:lnTo>
                  <a:lnTo>
                    <a:pt x="4839" y="5116"/>
                  </a:lnTo>
                  <a:lnTo>
                    <a:pt x="4602" y="5116"/>
                  </a:lnTo>
                  <a:lnTo>
                    <a:pt x="4583" y="5096"/>
                  </a:lnTo>
                  <a:lnTo>
                    <a:pt x="4681" y="5057"/>
                  </a:lnTo>
                  <a:lnTo>
                    <a:pt x="4741" y="5037"/>
                  </a:lnTo>
                  <a:lnTo>
                    <a:pt x="4760" y="4997"/>
                  </a:lnTo>
                  <a:lnTo>
                    <a:pt x="4622" y="4839"/>
                  </a:lnTo>
                  <a:lnTo>
                    <a:pt x="4484" y="4681"/>
                  </a:lnTo>
                  <a:lnTo>
                    <a:pt x="4247" y="4326"/>
                  </a:lnTo>
                  <a:lnTo>
                    <a:pt x="4306" y="4326"/>
                  </a:lnTo>
                  <a:lnTo>
                    <a:pt x="4267" y="4267"/>
                  </a:lnTo>
                  <a:lnTo>
                    <a:pt x="4207" y="4207"/>
                  </a:lnTo>
                  <a:lnTo>
                    <a:pt x="4069" y="4109"/>
                  </a:lnTo>
                  <a:lnTo>
                    <a:pt x="3951" y="4030"/>
                  </a:lnTo>
                  <a:lnTo>
                    <a:pt x="3911" y="3970"/>
                  </a:lnTo>
                  <a:lnTo>
                    <a:pt x="3911" y="3911"/>
                  </a:lnTo>
                  <a:lnTo>
                    <a:pt x="3812" y="3872"/>
                  </a:lnTo>
                  <a:lnTo>
                    <a:pt x="3733" y="3872"/>
                  </a:lnTo>
                  <a:lnTo>
                    <a:pt x="3674" y="3911"/>
                  </a:lnTo>
                  <a:lnTo>
                    <a:pt x="3654" y="3951"/>
                  </a:lnTo>
                  <a:lnTo>
                    <a:pt x="3595" y="3990"/>
                  </a:lnTo>
                  <a:lnTo>
                    <a:pt x="3457" y="4069"/>
                  </a:lnTo>
                  <a:lnTo>
                    <a:pt x="3417" y="4030"/>
                  </a:lnTo>
                  <a:lnTo>
                    <a:pt x="3417" y="4010"/>
                  </a:lnTo>
                  <a:lnTo>
                    <a:pt x="3437" y="3990"/>
                  </a:lnTo>
                  <a:lnTo>
                    <a:pt x="3477" y="3951"/>
                  </a:lnTo>
                  <a:lnTo>
                    <a:pt x="3536" y="3891"/>
                  </a:lnTo>
                  <a:lnTo>
                    <a:pt x="3556" y="3872"/>
                  </a:lnTo>
                  <a:lnTo>
                    <a:pt x="3536" y="3832"/>
                  </a:lnTo>
                  <a:lnTo>
                    <a:pt x="3654" y="3773"/>
                  </a:lnTo>
                  <a:lnTo>
                    <a:pt x="3773" y="3773"/>
                  </a:lnTo>
                  <a:lnTo>
                    <a:pt x="3872" y="3733"/>
                  </a:lnTo>
                  <a:lnTo>
                    <a:pt x="3694" y="3674"/>
                  </a:lnTo>
                  <a:lnTo>
                    <a:pt x="3694" y="3635"/>
                  </a:lnTo>
                  <a:lnTo>
                    <a:pt x="3694" y="3615"/>
                  </a:lnTo>
                  <a:lnTo>
                    <a:pt x="3654" y="3575"/>
                  </a:lnTo>
                  <a:lnTo>
                    <a:pt x="3615" y="3516"/>
                  </a:lnTo>
                  <a:lnTo>
                    <a:pt x="3615" y="3496"/>
                  </a:lnTo>
                  <a:lnTo>
                    <a:pt x="3635" y="3457"/>
                  </a:lnTo>
                  <a:lnTo>
                    <a:pt x="3654" y="3457"/>
                  </a:lnTo>
                  <a:lnTo>
                    <a:pt x="3694" y="3437"/>
                  </a:lnTo>
                  <a:lnTo>
                    <a:pt x="3753" y="3437"/>
                  </a:lnTo>
                  <a:lnTo>
                    <a:pt x="3733" y="3477"/>
                  </a:lnTo>
                  <a:lnTo>
                    <a:pt x="3694" y="3477"/>
                  </a:lnTo>
                  <a:lnTo>
                    <a:pt x="3714" y="3516"/>
                  </a:lnTo>
                  <a:lnTo>
                    <a:pt x="3733" y="3536"/>
                  </a:lnTo>
                  <a:lnTo>
                    <a:pt x="3872" y="3536"/>
                  </a:lnTo>
                  <a:lnTo>
                    <a:pt x="3911" y="3556"/>
                  </a:lnTo>
                  <a:lnTo>
                    <a:pt x="3911" y="3556"/>
                  </a:lnTo>
                  <a:lnTo>
                    <a:pt x="3852" y="3516"/>
                  </a:lnTo>
                  <a:lnTo>
                    <a:pt x="3773" y="3457"/>
                  </a:lnTo>
                  <a:lnTo>
                    <a:pt x="3733" y="3378"/>
                  </a:lnTo>
                  <a:lnTo>
                    <a:pt x="3714" y="3318"/>
                  </a:lnTo>
                  <a:lnTo>
                    <a:pt x="3654" y="3358"/>
                  </a:lnTo>
                  <a:lnTo>
                    <a:pt x="3615" y="3338"/>
                  </a:lnTo>
                  <a:lnTo>
                    <a:pt x="3595" y="3318"/>
                  </a:lnTo>
                  <a:lnTo>
                    <a:pt x="3536" y="3318"/>
                  </a:lnTo>
                  <a:lnTo>
                    <a:pt x="3536" y="3299"/>
                  </a:lnTo>
                  <a:lnTo>
                    <a:pt x="3496" y="3318"/>
                  </a:lnTo>
                  <a:lnTo>
                    <a:pt x="3457" y="3318"/>
                  </a:lnTo>
                  <a:lnTo>
                    <a:pt x="3398" y="3299"/>
                  </a:lnTo>
                  <a:lnTo>
                    <a:pt x="3556" y="3200"/>
                  </a:lnTo>
                  <a:lnTo>
                    <a:pt x="3536" y="3200"/>
                  </a:lnTo>
                  <a:lnTo>
                    <a:pt x="3496" y="3220"/>
                  </a:lnTo>
                  <a:lnTo>
                    <a:pt x="3477" y="3239"/>
                  </a:lnTo>
                  <a:lnTo>
                    <a:pt x="3437" y="3220"/>
                  </a:lnTo>
                  <a:lnTo>
                    <a:pt x="3398" y="3180"/>
                  </a:lnTo>
                  <a:lnTo>
                    <a:pt x="3358" y="3121"/>
                  </a:lnTo>
                  <a:lnTo>
                    <a:pt x="3358" y="3081"/>
                  </a:lnTo>
                  <a:lnTo>
                    <a:pt x="3358" y="3042"/>
                  </a:lnTo>
                  <a:lnTo>
                    <a:pt x="3398" y="2983"/>
                  </a:lnTo>
                  <a:lnTo>
                    <a:pt x="3457" y="2943"/>
                  </a:lnTo>
                  <a:lnTo>
                    <a:pt x="3417" y="2923"/>
                  </a:lnTo>
                  <a:lnTo>
                    <a:pt x="3358" y="2923"/>
                  </a:lnTo>
                  <a:lnTo>
                    <a:pt x="3319" y="2904"/>
                  </a:lnTo>
                  <a:lnTo>
                    <a:pt x="3299" y="2864"/>
                  </a:lnTo>
                  <a:lnTo>
                    <a:pt x="3398" y="2844"/>
                  </a:lnTo>
                  <a:lnTo>
                    <a:pt x="3358" y="2746"/>
                  </a:lnTo>
                  <a:lnTo>
                    <a:pt x="3299" y="2647"/>
                  </a:lnTo>
                  <a:lnTo>
                    <a:pt x="3279" y="2548"/>
                  </a:lnTo>
                  <a:lnTo>
                    <a:pt x="3259" y="2489"/>
                  </a:lnTo>
                  <a:lnTo>
                    <a:pt x="3279" y="2430"/>
                  </a:lnTo>
                  <a:lnTo>
                    <a:pt x="3141" y="2331"/>
                  </a:lnTo>
                  <a:lnTo>
                    <a:pt x="3062" y="2291"/>
                  </a:lnTo>
                  <a:lnTo>
                    <a:pt x="2963" y="2291"/>
                  </a:lnTo>
                  <a:lnTo>
                    <a:pt x="2983" y="2311"/>
                  </a:lnTo>
                  <a:lnTo>
                    <a:pt x="2983" y="2351"/>
                  </a:lnTo>
                  <a:lnTo>
                    <a:pt x="2943" y="2390"/>
                  </a:lnTo>
                  <a:lnTo>
                    <a:pt x="2864" y="2410"/>
                  </a:lnTo>
                  <a:lnTo>
                    <a:pt x="2825" y="2410"/>
                  </a:lnTo>
                  <a:lnTo>
                    <a:pt x="2785" y="2390"/>
                  </a:lnTo>
                  <a:lnTo>
                    <a:pt x="2765" y="2370"/>
                  </a:lnTo>
                  <a:lnTo>
                    <a:pt x="2746" y="2351"/>
                  </a:lnTo>
                  <a:lnTo>
                    <a:pt x="2785" y="2311"/>
                  </a:lnTo>
                  <a:lnTo>
                    <a:pt x="2805" y="2272"/>
                  </a:lnTo>
                  <a:lnTo>
                    <a:pt x="2825" y="2232"/>
                  </a:lnTo>
                  <a:lnTo>
                    <a:pt x="2884" y="2252"/>
                  </a:lnTo>
                  <a:lnTo>
                    <a:pt x="2923" y="2212"/>
                  </a:lnTo>
                  <a:lnTo>
                    <a:pt x="2943" y="2173"/>
                  </a:lnTo>
                  <a:lnTo>
                    <a:pt x="2923" y="2133"/>
                  </a:lnTo>
                  <a:lnTo>
                    <a:pt x="2904" y="2114"/>
                  </a:lnTo>
                  <a:lnTo>
                    <a:pt x="2884" y="2094"/>
                  </a:lnTo>
                  <a:lnTo>
                    <a:pt x="2884" y="2054"/>
                  </a:lnTo>
                  <a:lnTo>
                    <a:pt x="2904" y="2035"/>
                  </a:lnTo>
                  <a:lnTo>
                    <a:pt x="2943" y="1995"/>
                  </a:lnTo>
                  <a:lnTo>
                    <a:pt x="2904" y="1995"/>
                  </a:lnTo>
                  <a:lnTo>
                    <a:pt x="2864" y="1956"/>
                  </a:lnTo>
                  <a:lnTo>
                    <a:pt x="2805" y="1916"/>
                  </a:lnTo>
                  <a:lnTo>
                    <a:pt x="2765" y="1896"/>
                  </a:lnTo>
                  <a:lnTo>
                    <a:pt x="2726" y="1896"/>
                  </a:lnTo>
                  <a:lnTo>
                    <a:pt x="2785" y="1877"/>
                  </a:lnTo>
                  <a:lnTo>
                    <a:pt x="2805" y="1896"/>
                  </a:lnTo>
                  <a:lnTo>
                    <a:pt x="2884" y="1896"/>
                  </a:lnTo>
                  <a:lnTo>
                    <a:pt x="2825" y="1857"/>
                  </a:lnTo>
                  <a:lnTo>
                    <a:pt x="2884" y="1837"/>
                  </a:lnTo>
                  <a:lnTo>
                    <a:pt x="2864" y="1798"/>
                  </a:lnTo>
                  <a:lnTo>
                    <a:pt x="2844" y="1778"/>
                  </a:lnTo>
                  <a:lnTo>
                    <a:pt x="2588" y="1778"/>
                  </a:lnTo>
                  <a:lnTo>
                    <a:pt x="2548" y="1738"/>
                  </a:lnTo>
                  <a:lnTo>
                    <a:pt x="2726" y="1719"/>
                  </a:lnTo>
                  <a:lnTo>
                    <a:pt x="2667" y="1679"/>
                  </a:lnTo>
                  <a:lnTo>
                    <a:pt x="2509" y="1679"/>
                  </a:lnTo>
                  <a:lnTo>
                    <a:pt x="2449" y="1659"/>
                  </a:lnTo>
                  <a:lnTo>
                    <a:pt x="2489" y="1620"/>
                  </a:lnTo>
                  <a:lnTo>
                    <a:pt x="2410" y="1600"/>
                  </a:lnTo>
                  <a:lnTo>
                    <a:pt x="2469" y="1580"/>
                  </a:lnTo>
                  <a:lnTo>
                    <a:pt x="2469" y="1580"/>
                  </a:lnTo>
                  <a:lnTo>
                    <a:pt x="2370" y="1600"/>
                  </a:lnTo>
                  <a:lnTo>
                    <a:pt x="2311" y="1561"/>
                  </a:lnTo>
                  <a:lnTo>
                    <a:pt x="2252" y="1541"/>
                  </a:lnTo>
                  <a:lnTo>
                    <a:pt x="2173" y="1541"/>
                  </a:lnTo>
                  <a:lnTo>
                    <a:pt x="2193" y="1501"/>
                  </a:lnTo>
                  <a:lnTo>
                    <a:pt x="2232" y="1442"/>
                  </a:lnTo>
                  <a:lnTo>
                    <a:pt x="2252" y="1403"/>
                  </a:lnTo>
                  <a:lnTo>
                    <a:pt x="2193" y="1403"/>
                  </a:lnTo>
                  <a:lnTo>
                    <a:pt x="2390" y="1324"/>
                  </a:lnTo>
                  <a:lnTo>
                    <a:pt x="2410" y="1343"/>
                  </a:lnTo>
                  <a:lnTo>
                    <a:pt x="2410" y="1363"/>
                  </a:lnTo>
                  <a:lnTo>
                    <a:pt x="2370" y="1403"/>
                  </a:lnTo>
                  <a:lnTo>
                    <a:pt x="2351" y="1442"/>
                  </a:lnTo>
                  <a:lnTo>
                    <a:pt x="2370" y="1462"/>
                  </a:lnTo>
                  <a:lnTo>
                    <a:pt x="2390" y="1482"/>
                  </a:lnTo>
                  <a:lnTo>
                    <a:pt x="2449" y="1403"/>
                  </a:lnTo>
                  <a:lnTo>
                    <a:pt x="2489" y="1343"/>
                  </a:lnTo>
                  <a:lnTo>
                    <a:pt x="2489" y="1264"/>
                  </a:lnTo>
                  <a:lnTo>
                    <a:pt x="2489" y="1205"/>
                  </a:lnTo>
                  <a:lnTo>
                    <a:pt x="2449" y="1086"/>
                  </a:lnTo>
                  <a:lnTo>
                    <a:pt x="2370" y="988"/>
                  </a:lnTo>
                  <a:lnTo>
                    <a:pt x="2331" y="948"/>
                  </a:lnTo>
                  <a:lnTo>
                    <a:pt x="2291" y="909"/>
                  </a:lnTo>
                  <a:lnTo>
                    <a:pt x="2232" y="810"/>
                  </a:lnTo>
                  <a:lnTo>
                    <a:pt x="2212" y="770"/>
                  </a:lnTo>
                  <a:lnTo>
                    <a:pt x="2173" y="751"/>
                  </a:lnTo>
                  <a:lnTo>
                    <a:pt x="2094" y="751"/>
                  </a:lnTo>
                  <a:lnTo>
                    <a:pt x="2015" y="770"/>
                  </a:lnTo>
                  <a:lnTo>
                    <a:pt x="2133" y="711"/>
                  </a:lnTo>
                  <a:lnTo>
                    <a:pt x="2133" y="494"/>
                  </a:lnTo>
                  <a:lnTo>
                    <a:pt x="2054" y="375"/>
                  </a:lnTo>
                  <a:lnTo>
                    <a:pt x="1995" y="277"/>
                  </a:lnTo>
                  <a:lnTo>
                    <a:pt x="1956" y="217"/>
                  </a:lnTo>
                  <a:lnTo>
                    <a:pt x="1916" y="178"/>
                  </a:lnTo>
                  <a:lnTo>
                    <a:pt x="1857" y="138"/>
                  </a:lnTo>
                  <a:lnTo>
                    <a:pt x="1778" y="119"/>
                  </a:lnTo>
                  <a:lnTo>
                    <a:pt x="1857" y="40"/>
                  </a:lnTo>
                  <a:lnTo>
                    <a:pt x="1738" y="4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29"/>
            <p:cNvSpPr/>
            <p:nvPr/>
          </p:nvSpPr>
          <p:spPr>
            <a:xfrm>
              <a:off x="-1574350" y="34126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1"/>
                  </a:moveTo>
                  <a:lnTo>
                    <a:pt x="4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29"/>
            <p:cNvSpPr/>
            <p:nvPr/>
          </p:nvSpPr>
          <p:spPr>
            <a:xfrm>
              <a:off x="-1557075" y="3441800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4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29"/>
            <p:cNvSpPr/>
            <p:nvPr/>
          </p:nvSpPr>
          <p:spPr>
            <a:xfrm>
              <a:off x="-1245975" y="3259100"/>
              <a:ext cx="260250" cy="195075"/>
            </a:xfrm>
            <a:custGeom>
              <a:rect b="b" l="l" r="r" t="t"/>
              <a:pathLst>
                <a:path extrusionOk="0" h="7803" w="10410">
                  <a:moveTo>
                    <a:pt x="0" y="0"/>
                  </a:moveTo>
                  <a:lnTo>
                    <a:pt x="139" y="277"/>
                  </a:lnTo>
                  <a:lnTo>
                    <a:pt x="356" y="612"/>
                  </a:lnTo>
                  <a:lnTo>
                    <a:pt x="652" y="1047"/>
                  </a:lnTo>
                  <a:lnTo>
                    <a:pt x="1047" y="1560"/>
                  </a:lnTo>
                  <a:lnTo>
                    <a:pt x="1284" y="1837"/>
                  </a:lnTo>
                  <a:lnTo>
                    <a:pt x="1541" y="2133"/>
                  </a:lnTo>
                  <a:lnTo>
                    <a:pt x="1837" y="2430"/>
                  </a:lnTo>
                  <a:lnTo>
                    <a:pt x="2153" y="2746"/>
                  </a:lnTo>
                  <a:lnTo>
                    <a:pt x="2509" y="3062"/>
                  </a:lnTo>
                  <a:lnTo>
                    <a:pt x="2884" y="3378"/>
                  </a:lnTo>
                  <a:lnTo>
                    <a:pt x="3615" y="3950"/>
                  </a:lnTo>
                  <a:lnTo>
                    <a:pt x="4445" y="4583"/>
                  </a:lnTo>
                  <a:lnTo>
                    <a:pt x="5333" y="5215"/>
                  </a:lnTo>
                  <a:lnTo>
                    <a:pt x="6242" y="5866"/>
                  </a:lnTo>
                  <a:lnTo>
                    <a:pt x="7901" y="7012"/>
                  </a:lnTo>
                  <a:lnTo>
                    <a:pt x="9067" y="7802"/>
                  </a:lnTo>
                  <a:lnTo>
                    <a:pt x="10410" y="5491"/>
                  </a:lnTo>
                  <a:lnTo>
                    <a:pt x="8652" y="4365"/>
                  </a:lnTo>
                  <a:lnTo>
                    <a:pt x="7447" y="3615"/>
                  </a:lnTo>
                  <a:lnTo>
                    <a:pt x="6124" y="2805"/>
                  </a:lnTo>
                  <a:lnTo>
                    <a:pt x="4800" y="2035"/>
                  </a:lnTo>
                  <a:lnTo>
                    <a:pt x="3576" y="1343"/>
                  </a:lnTo>
                  <a:lnTo>
                    <a:pt x="3023" y="1047"/>
                  </a:lnTo>
                  <a:lnTo>
                    <a:pt x="2529" y="810"/>
                  </a:lnTo>
                  <a:lnTo>
                    <a:pt x="2114" y="632"/>
                  </a:lnTo>
                  <a:lnTo>
                    <a:pt x="1778" y="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29"/>
            <p:cNvSpPr/>
            <p:nvPr/>
          </p:nvSpPr>
          <p:spPr>
            <a:xfrm>
              <a:off x="-1722000" y="3272425"/>
              <a:ext cx="240000" cy="328900"/>
            </a:xfrm>
            <a:custGeom>
              <a:rect b="b" l="l" r="r" t="t"/>
              <a:pathLst>
                <a:path extrusionOk="0" h="13156" w="9600">
                  <a:moveTo>
                    <a:pt x="4267" y="0"/>
                  </a:moveTo>
                  <a:lnTo>
                    <a:pt x="3990" y="40"/>
                  </a:lnTo>
                  <a:lnTo>
                    <a:pt x="3694" y="139"/>
                  </a:lnTo>
                  <a:lnTo>
                    <a:pt x="3339" y="257"/>
                  </a:lnTo>
                  <a:lnTo>
                    <a:pt x="2983" y="395"/>
                  </a:lnTo>
                  <a:lnTo>
                    <a:pt x="2608" y="573"/>
                  </a:lnTo>
                  <a:lnTo>
                    <a:pt x="2232" y="751"/>
                  </a:lnTo>
                  <a:lnTo>
                    <a:pt x="1620" y="1067"/>
                  </a:lnTo>
                  <a:lnTo>
                    <a:pt x="1067" y="1383"/>
                  </a:lnTo>
                  <a:lnTo>
                    <a:pt x="968" y="1442"/>
                  </a:lnTo>
                  <a:lnTo>
                    <a:pt x="909" y="1482"/>
                  </a:lnTo>
                  <a:lnTo>
                    <a:pt x="870" y="1502"/>
                  </a:lnTo>
                  <a:lnTo>
                    <a:pt x="336" y="1837"/>
                  </a:lnTo>
                  <a:lnTo>
                    <a:pt x="198" y="1936"/>
                  </a:lnTo>
                  <a:lnTo>
                    <a:pt x="119" y="2055"/>
                  </a:lnTo>
                  <a:lnTo>
                    <a:pt x="60" y="2153"/>
                  </a:lnTo>
                  <a:lnTo>
                    <a:pt x="20" y="2272"/>
                  </a:lnTo>
                  <a:lnTo>
                    <a:pt x="0" y="2410"/>
                  </a:lnTo>
                  <a:lnTo>
                    <a:pt x="0" y="2529"/>
                  </a:lnTo>
                  <a:lnTo>
                    <a:pt x="40" y="2667"/>
                  </a:lnTo>
                  <a:lnTo>
                    <a:pt x="80" y="2825"/>
                  </a:lnTo>
                  <a:lnTo>
                    <a:pt x="218" y="3141"/>
                  </a:lnTo>
                  <a:lnTo>
                    <a:pt x="396" y="3516"/>
                  </a:lnTo>
                  <a:lnTo>
                    <a:pt x="593" y="3911"/>
                  </a:lnTo>
                  <a:lnTo>
                    <a:pt x="791" y="4366"/>
                  </a:lnTo>
                  <a:lnTo>
                    <a:pt x="1620" y="6222"/>
                  </a:lnTo>
                  <a:lnTo>
                    <a:pt x="2924" y="9106"/>
                  </a:lnTo>
                  <a:lnTo>
                    <a:pt x="3595" y="10548"/>
                  </a:lnTo>
                  <a:lnTo>
                    <a:pt x="4188" y="11812"/>
                  </a:lnTo>
                  <a:lnTo>
                    <a:pt x="4662" y="12721"/>
                  </a:lnTo>
                  <a:lnTo>
                    <a:pt x="4820" y="12997"/>
                  </a:lnTo>
                  <a:lnTo>
                    <a:pt x="4919" y="13116"/>
                  </a:lnTo>
                  <a:lnTo>
                    <a:pt x="4958" y="13136"/>
                  </a:lnTo>
                  <a:lnTo>
                    <a:pt x="5018" y="13155"/>
                  </a:lnTo>
                  <a:lnTo>
                    <a:pt x="5195" y="13116"/>
                  </a:lnTo>
                  <a:lnTo>
                    <a:pt x="5413" y="13037"/>
                  </a:lnTo>
                  <a:lnTo>
                    <a:pt x="5669" y="12938"/>
                  </a:lnTo>
                  <a:lnTo>
                    <a:pt x="5966" y="12780"/>
                  </a:lnTo>
                  <a:lnTo>
                    <a:pt x="6282" y="12602"/>
                  </a:lnTo>
                  <a:lnTo>
                    <a:pt x="6953" y="12187"/>
                  </a:lnTo>
                  <a:lnTo>
                    <a:pt x="7645" y="11753"/>
                  </a:lnTo>
                  <a:lnTo>
                    <a:pt x="8277" y="11358"/>
                  </a:lnTo>
                  <a:lnTo>
                    <a:pt x="9067" y="10805"/>
                  </a:lnTo>
                  <a:lnTo>
                    <a:pt x="9225" y="10686"/>
                  </a:lnTo>
                  <a:lnTo>
                    <a:pt x="9343" y="10568"/>
                  </a:lnTo>
                  <a:lnTo>
                    <a:pt x="9442" y="10449"/>
                  </a:lnTo>
                  <a:lnTo>
                    <a:pt x="9521" y="10350"/>
                  </a:lnTo>
                  <a:lnTo>
                    <a:pt x="9560" y="10232"/>
                  </a:lnTo>
                  <a:lnTo>
                    <a:pt x="9580" y="10153"/>
                  </a:lnTo>
                  <a:lnTo>
                    <a:pt x="9600" y="10054"/>
                  </a:lnTo>
                  <a:lnTo>
                    <a:pt x="9600" y="9955"/>
                  </a:lnTo>
                  <a:lnTo>
                    <a:pt x="9541" y="9797"/>
                  </a:lnTo>
                  <a:lnTo>
                    <a:pt x="9481" y="9639"/>
                  </a:lnTo>
                  <a:lnTo>
                    <a:pt x="9402" y="9501"/>
                  </a:lnTo>
                  <a:lnTo>
                    <a:pt x="9343" y="9363"/>
                  </a:lnTo>
                  <a:lnTo>
                    <a:pt x="9323" y="9343"/>
                  </a:lnTo>
                  <a:lnTo>
                    <a:pt x="9323" y="9323"/>
                  </a:lnTo>
                  <a:lnTo>
                    <a:pt x="9304" y="9304"/>
                  </a:lnTo>
                  <a:lnTo>
                    <a:pt x="9304" y="9284"/>
                  </a:lnTo>
                  <a:lnTo>
                    <a:pt x="9304" y="9264"/>
                  </a:lnTo>
                  <a:lnTo>
                    <a:pt x="9067" y="8652"/>
                  </a:lnTo>
                  <a:lnTo>
                    <a:pt x="8770" y="7980"/>
                  </a:lnTo>
                  <a:lnTo>
                    <a:pt x="8138" y="6538"/>
                  </a:lnTo>
                  <a:lnTo>
                    <a:pt x="7427" y="4998"/>
                  </a:lnTo>
                  <a:lnTo>
                    <a:pt x="6677" y="3477"/>
                  </a:lnTo>
                  <a:lnTo>
                    <a:pt x="5966" y="2114"/>
                  </a:lnTo>
                  <a:lnTo>
                    <a:pt x="5650" y="1521"/>
                  </a:lnTo>
                  <a:lnTo>
                    <a:pt x="5353" y="1008"/>
                  </a:lnTo>
                  <a:lnTo>
                    <a:pt x="5334" y="968"/>
                  </a:lnTo>
                  <a:lnTo>
                    <a:pt x="5294" y="929"/>
                  </a:lnTo>
                  <a:lnTo>
                    <a:pt x="5294" y="909"/>
                  </a:lnTo>
                  <a:lnTo>
                    <a:pt x="5274" y="889"/>
                  </a:lnTo>
                  <a:lnTo>
                    <a:pt x="5235" y="830"/>
                  </a:lnTo>
                  <a:lnTo>
                    <a:pt x="5057" y="553"/>
                  </a:lnTo>
                  <a:lnTo>
                    <a:pt x="4899" y="316"/>
                  </a:lnTo>
                  <a:lnTo>
                    <a:pt x="4761" y="158"/>
                  </a:lnTo>
                  <a:lnTo>
                    <a:pt x="4662" y="60"/>
                  </a:lnTo>
                  <a:lnTo>
                    <a:pt x="4583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29"/>
            <p:cNvSpPr/>
            <p:nvPr/>
          </p:nvSpPr>
          <p:spPr>
            <a:xfrm>
              <a:off x="-1415350" y="3197850"/>
              <a:ext cx="229650" cy="228650"/>
            </a:xfrm>
            <a:custGeom>
              <a:rect b="b" l="l" r="r" t="t"/>
              <a:pathLst>
                <a:path extrusionOk="0" h="9146" w="9186">
                  <a:moveTo>
                    <a:pt x="7566" y="1"/>
                  </a:moveTo>
                  <a:lnTo>
                    <a:pt x="7368" y="60"/>
                  </a:lnTo>
                  <a:lnTo>
                    <a:pt x="7190" y="119"/>
                  </a:lnTo>
                  <a:lnTo>
                    <a:pt x="7012" y="198"/>
                  </a:lnTo>
                  <a:lnTo>
                    <a:pt x="6854" y="277"/>
                  </a:lnTo>
                  <a:lnTo>
                    <a:pt x="6696" y="376"/>
                  </a:lnTo>
                  <a:lnTo>
                    <a:pt x="6558" y="495"/>
                  </a:lnTo>
                  <a:lnTo>
                    <a:pt x="6282" y="751"/>
                  </a:lnTo>
                  <a:lnTo>
                    <a:pt x="6025" y="1028"/>
                  </a:lnTo>
                  <a:lnTo>
                    <a:pt x="5788" y="1304"/>
                  </a:lnTo>
                  <a:lnTo>
                    <a:pt x="5551" y="1581"/>
                  </a:lnTo>
                  <a:lnTo>
                    <a:pt x="5294" y="1838"/>
                  </a:lnTo>
                  <a:lnTo>
                    <a:pt x="5057" y="2075"/>
                  </a:lnTo>
                  <a:lnTo>
                    <a:pt x="4800" y="2292"/>
                  </a:lnTo>
                  <a:lnTo>
                    <a:pt x="4543" y="2490"/>
                  </a:lnTo>
                  <a:lnTo>
                    <a:pt x="4287" y="2648"/>
                  </a:lnTo>
                  <a:lnTo>
                    <a:pt x="4010" y="2786"/>
                  </a:lnTo>
                  <a:lnTo>
                    <a:pt x="3734" y="2885"/>
                  </a:lnTo>
                  <a:lnTo>
                    <a:pt x="3457" y="2983"/>
                  </a:lnTo>
                  <a:lnTo>
                    <a:pt x="3161" y="3023"/>
                  </a:lnTo>
                  <a:lnTo>
                    <a:pt x="3003" y="3062"/>
                  </a:lnTo>
                  <a:lnTo>
                    <a:pt x="2805" y="3122"/>
                  </a:lnTo>
                  <a:lnTo>
                    <a:pt x="2588" y="3240"/>
                  </a:lnTo>
                  <a:lnTo>
                    <a:pt x="2351" y="3378"/>
                  </a:lnTo>
                  <a:lnTo>
                    <a:pt x="2114" y="3536"/>
                  </a:lnTo>
                  <a:lnTo>
                    <a:pt x="1857" y="3714"/>
                  </a:lnTo>
                  <a:lnTo>
                    <a:pt x="1600" y="3931"/>
                  </a:lnTo>
                  <a:lnTo>
                    <a:pt x="1344" y="4168"/>
                  </a:lnTo>
                  <a:lnTo>
                    <a:pt x="1087" y="4425"/>
                  </a:lnTo>
                  <a:lnTo>
                    <a:pt x="870" y="4682"/>
                  </a:lnTo>
                  <a:lnTo>
                    <a:pt x="652" y="4978"/>
                  </a:lnTo>
                  <a:lnTo>
                    <a:pt x="455" y="5255"/>
                  </a:lnTo>
                  <a:lnTo>
                    <a:pt x="297" y="5571"/>
                  </a:lnTo>
                  <a:lnTo>
                    <a:pt x="159" y="5867"/>
                  </a:lnTo>
                  <a:lnTo>
                    <a:pt x="60" y="6183"/>
                  </a:lnTo>
                  <a:lnTo>
                    <a:pt x="20" y="6499"/>
                  </a:lnTo>
                  <a:lnTo>
                    <a:pt x="0" y="6796"/>
                  </a:lnTo>
                  <a:lnTo>
                    <a:pt x="40" y="7072"/>
                  </a:lnTo>
                  <a:lnTo>
                    <a:pt x="119" y="7349"/>
                  </a:lnTo>
                  <a:lnTo>
                    <a:pt x="218" y="7586"/>
                  </a:lnTo>
                  <a:lnTo>
                    <a:pt x="356" y="7823"/>
                  </a:lnTo>
                  <a:lnTo>
                    <a:pt x="514" y="8020"/>
                  </a:lnTo>
                  <a:lnTo>
                    <a:pt x="672" y="8218"/>
                  </a:lnTo>
                  <a:lnTo>
                    <a:pt x="830" y="8376"/>
                  </a:lnTo>
                  <a:lnTo>
                    <a:pt x="1008" y="8534"/>
                  </a:lnTo>
                  <a:lnTo>
                    <a:pt x="1186" y="8672"/>
                  </a:lnTo>
                  <a:lnTo>
                    <a:pt x="1482" y="8869"/>
                  </a:lnTo>
                  <a:lnTo>
                    <a:pt x="1699" y="8988"/>
                  </a:lnTo>
                  <a:lnTo>
                    <a:pt x="1778" y="9027"/>
                  </a:lnTo>
                  <a:lnTo>
                    <a:pt x="2094" y="9087"/>
                  </a:lnTo>
                  <a:lnTo>
                    <a:pt x="2450" y="9126"/>
                  </a:lnTo>
                  <a:lnTo>
                    <a:pt x="2904" y="9146"/>
                  </a:lnTo>
                  <a:lnTo>
                    <a:pt x="3141" y="9126"/>
                  </a:lnTo>
                  <a:lnTo>
                    <a:pt x="3378" y="9107"/>
                  </a:lnTo>
                  <a:lnTo>
                    <a:pt x="3615" y="9067"/>
                  </a:lnTo>
                  <a:lnTo>
                    <a:pt x="3872" y="9008"/>
                  </a:lnTo>
                  <a:lnTo>
                    <a:pt x="4089" y="8909"/>
                  </a:lnTo>
                  <a:lnTo>
                    <a:pt x="4326" y="8810"/>
                  </a:lnTo>
                  <a:lnTo>
                    <a:pt x="4524" y="8672"/>
                  </a:lnTo>
                  <a:lnTo>
                    <a:pt x="4721" y="8494"/>
                  </a:lnTo>
                  <a:lnTo>
                    <a:pt x="5037" y="8119"/>
                  </a:lnTo>
                  <a:lnTo>
                    <a:pt x="5314" y="7744"/>
                  </a:lnTo>
                  <a:lnTo>
                    <a:pt x="5531" y="7368"/>
                  </a:lnTo>
                  <a:lnTo>
                    <a:pt x="5748" y="6993"/>
                  </a:lnTo>
                  <a:lnTo>
                    <a:pt x="6143" y="6242"/>
                  </a:lnTo>
                  <a:lnTo>
                    <a:pt x="6361" y="5887"/>
                  </a:lnTo>
                  <a:lnTo>
                    <a:pt x="6598" y="5531"/>
                  </a:lnTo>
                  <a:lnTo>
                    <a:pt x="6736" y="5354"/>
                  </a:lnTo>
                  <a:lnTo>
                    <a:pt x="6894" y="5176"/>
                  </a:lnTo>
                  <a:lnTo>
                    <a:pt x="7249" y="4820"/>
                  </a:lnTo>
                  <a:lnTo>
                    <a:pt x="7625" y="4445"/>
                  </a:lnTo>
                  <a:lnTo>
                    <a:pt x="8020" y="4050"/>
                  </a:lnTo>
                  <a:lnTo>
                    <a:pt x="8415" y="3615"/>
                  </a:lnTo>
                  <a:lnTo>
                    <a:pt x="8573" y="3398"/>
                  </a:lnTo>
                  <a:lnTo>
                    <a:pt x="8731" y="3181"/>
                  </a:lnTo>
                  <a:lnTo>
                    <a:pt x="8869" y="2944"/>
                  </a:lnTo>
                  <a:lnTo>
                    <a:pt x="8988" y="2687"/>
                  </a:lnTo>
                  <a:lnTo>
                    <a:pt x="9086" y="2430"/>
                  </a:lnTo>
                  <a:lnTo>
                    <a:pt x="9146" y="2174"/>
                  </a:lnTo>
                  <a:lnTo>
                    <a:pt x="9185" y="1897"/>
                  </a:lnTo>
                  <a:lnTo>
                    <a:pt x="9185" y="1660"/>
                  </a:lnTo>
                  <a:lnTo>
                    <a:pt x="9165" y="1423"/>
                  </a:lnTo>
                  <a:lnTo>
                    <a:pt x="9126" y="1206"/>
                  </a:lnTo>
                  <a:lnTo>
                    <a:pt x="9047" y="1008"/>
                  </a:lnTo>
                  <a:lnTo>
                    <a:pt x="8948" y="811"/>
                  </a:lnTo>
                  <a:lnTo>
                    <a:pt x="8849" y="653"/>
                  </a:lnTo>
                  <a:lnTo>
                    <a:pt x="8731" y="495"/>
                  </a:lnTo>
                  <a:lnTo>
                    <a:pt x="8593" y="376"/>
                  </a:lnTo>
                  <a:lnTo>
                    <a:pt x="8454" y="258"/>
                  </a:lnTo>
                  <a:lnTo>
                    <a:pt x="8296" y="159"/>
                  </a:lnTo>
                  <a:lnTo>
                    <a:pt x="8158" y="100"/>
                  </a:lnTo>
                  <a:lnTo>
                    <a:pt x="8000" y="40"/>
                  </a:lnTo>
                  <a:lnTo>
                    <a:pt x="7862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29"/>
            <p:cNvSpPr/>
            <p:nvPr/>
          </p:nvSpPr>
          <p:spPr>
            <a:xfrm>
              <a:off x="-1467200" y="3098100"/>
              <a:ext cx="269150" cy="274600"/>
            </a:xfrm>
            <a:custGeom>
              <a:rect b="b" l="l" r="r" t="t"/>
              <a:pathLst>
                <a:path extrusionOk="0" h="10984" w="10766">
                  <a:moveTo>
                    <a:pt x="9659" y="1"/>
                  </a:moveTo>
                  <a:lnTo>
                    <a:pt x="9363" y="21"/>
                  </a:lnTo>
                  <a:lnTo>
                    <a:pt x="9086" y="60"/>
                  </a:lnTo>
                  <a:lnTo>
                    <a:pt x="8830" y="119"/>
                  </a:lnTo>
                  <a:lnTo>
                    <a:pt x="8612" y="198"/>
                  </a:lnTo>
                  <a:lnTo>
                    <a:pt x="8435" y="297"/>
                  </a:lnTo>
                  <a:lnTo>
                    <a:pt x="8316" y="376"/>
                  </a:lnTo>
                  <a:lnTo>
                    <a:pt x="8198" y="435"/>
                  </a:lnTo>
                  <a:lnTo>
                    <a:pt x="7842" y="376"/>
                  </a:lnTo>
                  <a:lnTo>
                    <a:pt x="7526" y="317"/>
                  </a:lnTo>
                  <a:lnTo>
                    <a:pt x="7210" y="277"/>
                  </a:lnTo>
                  <a:lnTo>
                    <a:pt x="6914" y="258"/>
                  </a:lnTo>
                  <a:lnTo>
                    <a:pt x="6380" y="258"/>
                  </a:lnTo>
                  <a:lnTo>
                    <a:pt x="5926" y="297"/>
                  </a:lnTo>
                  <a:lnTo>
                    <a:pt x="5571" y="337"/>
                  </a:lnTo>
                  <a:lnTo>
                    <a:pt x="5314" y="396"/>
                  </a:lnTo>
                  <a:lnTo>
                    <a:pt x="5097" y="475"/>
                  </a:lnTo>
                  <a:lnTo>
                    <a:pt x="4840" y="514"/>
                  </a:lnTo>
                  <a:lnTo>
                    <a:pt x="4603" y="554"/>
                  </a:lnTo>
                  <a:lnTo>
                    <a:pt x="4405" y="613"/>
                  </a:lnTo>
                  <a:lnTo>
                    <a:pt x="4227" y="672"/>
                  </a:lnTo>
                  <a:lnTo>
                    <a:pt x="3931" y="811"/>
                  </a:lnTo>
                  <a:lnTo>
                    <a:pt x="3714" y="949"/>
                  </a:lnTo>
                  <a:lnTo>
                    <a:pt x="3556" y="1067"/>
                  </a:lnTo>
                  <a:lnTo>
                    <a:pt x="3457" y="1186"/>
                  </a:lnTo>
                  <a:lnTo>
                    <a:pt x="3378" y="1245"/>
                  </a:lnTo>
                  <a:lnTo>
                    <a:pt x="3339" y="1285"/>
                  </a:lnTo>
                  <a:lnTo>
                    <a:pt x="3102" y="1364"/>
                  </a:lnTo>
                  <a:lnTo>
                    <a:pt x="2647" y="1581"/>
                  </a:lnTo>
                  <a:lnTo>
                    <a:pt x="2351" y="1739"/>
                  </a:lnTo>
                  <a:lnTo>
                    <a:pt x="2055" y="1937"/>
                  </a:lnTo>
                  <a:lnTo>
                    <a:pt x="1739" y="2154"/>
                  </a:lnTo>
                  <a:lnTo>
                    <a:pt x="1442" y="2391"/>
                  </a:lnTo>
                  <a:lnTo>
                    <a:pt x="1304" y="2529"/>
                  </a:lnTo>
                  <a:lnTo>
                    <a:pt x="1146" y="2707"/>
                  </a:lnTo>
                  <a:lnTo>
                    <a:pt x="1008" y="2924"/>
                  </a:lnTo>
                  <a:lnTo>
                    <a:pt x="889" y="3141"/>
                  </a:lnTo>
                  <a:lnTo>
                    <a:pt x="633" y="3635"/>
                  </a:lnTo>
                  <a:lnTo>
                    <a:pt x="415" y="4129"/>
                  </a:lnTo>
                  <a:lnTo>
                    <a:pt x="238" y="4583"/>
                  </a:lnTo>
                  <a:lnTo>
                    <a:pt x="119" y="4978"/>
                  </a:lnTo>
                  <a:lnTo>
                    <a:pt x="1" y="5354"/>
                  </a:lnTo>
                  <a:lnTo>
                    <a:pt x="317" y="6223"/>
                  </a:lnTo>
                  <a:lnTo>
                    <a:pt x="672" y="7131"/>
                  </a:lnTo>
                  <a:lnTo>
                    <a:pt x="1087" y="8158"/>
                  </a:lnTo>
                  <a:lnTo>
                    <a:pt x="1541" y="9205"/>
                  </a:lnTo>
                  <a:lnTo>
                    <a:pt x="1758" y="9679"/>
                  </a:lnTo>
                  <a:lnTo>
                    <a:pt x="1976" y="10114"/>
                  </a:lnTo>
                  <a:lnTo>
                    <a:pt x="2193" y="10469"/>
                  </a:lnTo>
                  <a:lnTo>
                    <a:pt x="2391" y="10746"/>
                  </a:lnTo>
                  <a:lnTo>
                    <a:pt x="2470" y="10845"/>
                  </a:lnTo>
                  <a:lnTo>
                    <a:pt x="2549" y="10924"/>
                  </a:lnTo>
                  <a:lnTo>
                    <a:pt x="2628" y="10983"/>
                  </a:lnTo>
                  <a:lnTo>
                    <a:pt x="2766" y="10983"/>
                  </a:lnTo>
                  <a:lnTo>
                    <a:pt x="2845" y="10963"/>
                  </a:lnTo>
                  <a:lnTo>
                    <a:pt x="3042" y="10865"/>
                  </a:lnTo>
                  <a:lnTo>
                    <a:pt x="3240" y="10707"/>
                  </a:lnTo>
                  <a:lnTo>
                    <a:pt x="3477" y="10509"/>
                  </a:lnTo>
                  <a:lnTo>
                    <a:pt x="3734" y="10272"/>
                  </a:lnTo>
                  <a:lnTo>
                    <a:pt x="3990" y="9995"/>
                  </a:lnTo>
                  <a:lnTo>
                    <a:pt x="4247" y="9699"/>
                  </a:lnTo>
                  <a:lnTo>
                    <a:pt x="4524" y="9383"/>
                  </a:lnTo>
                  <a:lnTo>
                    <a:pt x="5018" y="8751"/>
                  </a:lnTo>
                  <a:lnTo>
                    <a:pt x="5452" y="8119"/>
                  </a:lnTo>
                  <a:lnTo>
                    <a:pt x="5610" y="7842"/>
                  </a:lnTo>
                  <a:lnTo>
                    <a:pt x="5748" y="7605"/>
                  </a:lnTo>
                  <a:lnTo>
                    <a:pt x="5847" y="7388"/>
                  </a:lnTo>
                  <a:lnTo>
                    <a:pt x="5906" y="7210"/>
                  </a:lnTo>
                  <a:lnTo>
                    <a:pt x="5985" y="6894"/>
                  </a:lnTo>
                  <a:lnTo>
                    <a:pt x="6124" y="6499"/>
                  </a:lnTo>
                  <a:lnTo>
                    <a:pt x="6301" y="6065"/>
                  </a:lnTo>
                  <a:lnTo>
                    <a:pt x="6499" y="5630"/>
                  </a:lnTo>
                  <a:lnTo>
                    <a:pt x="6696" y="5196"/>
                  </a:lnTo>
                  <a:lnTo>
                    <a:pt x="6894" y="4820"/>
                  </a:lnTo>
                  <a:lnTo>
                    <a:pt x="7052" y="4524"/>
                  </a:lnTo>
                  <a:lnTo>
                    <a:pt x="7171" y="4346"/>
                  </a:lnTo>
                  <a:lnTo>
                    <a:pt x="7329" y="4188"/>
                  </a:lnTo>
                  <a:lnTo>
                    <a:pt x="7585" y="3991"/>
                  </a:lnTo>
                  <a:lnTo>
                    <a:pt x="8296" y="3497"/>
                  </a:lnTo>
                  <a:lnTo>
                    <a:pt x="9146" y="2944"/>
                  </a:lnTo>
                  <a:lnTo>
                    <a:pt x="9580" y="2648"/>
                  </a:lnTo>
                  <a:lnTo>
                    <a:pt x="9975" y="2371"/>
                  </a:lnTo>
                  <a:lnTo>
                    <a:pt x="10153" y="2233"/>
                  </a:lnTo>
                  <a:lnTo>
                    <a:pt x="10311" y="2075"/>
                  </a:lnTo>
                  <a:lnTo>
                    <a:pt x="10430" y="1917"/>
                  </a:lnTo>
                  <a:lnTo>
                    <a:pt x="10548" y="1759"/>
                  </a:lnTo>
                  <a:lnTo>
                    <a:pt x="10627" y="1581"/>
                  </a:lnTo>
                  <a:lnTo>
                    <a:pt x="10706" y="1403"/>
                  </a:lnTo>
                  <a:lnTo>
                    <a:pt x="10746" y="1225"/>
                  </a:lnTo>
                  <a:lnTo>
                    <a:pt x="10765" y="1048"/>
                  </a:lnTo>
                  <a:lnTo>
                    <a:pt x="10746" y="890"/>
                  </a:lnTo>
                  <a:lnTo>
                    <a:pt x="10726" y="732"/>
                  </a:lnTo>
                  <a:lnTo>
                    <a:pt x="10667" y="574"/>
                  </a:lnTo>
                  <a:lnTo>
                    <a:pt x="10588" y="435"/>
                  </a:lnTo>
                  <a:lnTo>
                    <a:pt x="10489" y="317"/>
                  </a:lnTo>
                  <a:lnTo>
                    <a:pt x="10370" y="218"/>
                  </a:lnTo>
                  <a:lnTo>
                    <a:pt x="10212" y="139"/>
                  </a:lnTo>
                  <a:lnTo>
                    <a:pt x="10035" y="80"/>
                  </a:lnTo>
                  <a:lnTo>
                    <a:pt x="9798" y="21"/>
                  </a:lnTo>
                  <a:lnTo>
                    <a:pt x="9659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29"/>
            <p:cNvSpPr/>
            <p:nvPr/>
          </p:nvSpPr>
          <p:spPr>
            <a:xfrm>
              <a:off x="-1390175" y="3108975"/>
              <a:ext cx="127925" cy="124950"/>
            </a:xfrm>
            <a:custGeom>
              <a:rect b="b" l="l" r="r" t="t"/>
              <a:pathLst>
                <a:path extrusionOk="0" h="4998" w="5117">
                  <a:moveTo>
                    <a:pt x="5117" y="0"/>
                  </a:moveTo>
                  <a:lnTo>
                    <a:pt x="4781" y="40"/>
                  </a:lnTo>
                  <a:lnTo>
                    <a:pt x="4406" y="99"/>
                  </a:lnTo>
                  <a:lnTo>
                    <a:pt x="3932" y="198"/>
                  </a:lnTo>
                  <a:lnTo>
                    <a:pt x="3675" y="277"/>
                  </a:lnTo>
                  <a:lnTo>
                    <a:pt x="3398" y="376"/>
                  </a:lnTo>
                  <a:lnTo>
                    <a:pt x="3102" y="474"/>
                  </a:lnTo>
                  <a:lnTo>
                    <a:pt x="2825" y="613"/>
                  </a:lnTo>
                  <a:lnTo>
                    <a:pt x="2529" y="771"/>
                  </a:lnTo>
                  <a:lnTo>
                    <a:pt x="2253" y="949"/>
                  </a:lnTo>
                  <a:lnTo>
                    <a:pt x="1976" y="1166"/>
                  </a:lnTo>
                  <a:lnTo>
                    <a:pt x="1719" y="1383"/>
                  </a:lnTo>
                  <a:lnTo>
                    <a:pt x="1482" y="1660"/>
                  </a:lnTo>
                  <a:lnTo>
                    <a:pt x="1265" y="1936"/>
                  </a:lnTo>
                  <a:lnTo>
                    <a:pt x="1067" y="2213"/>
                  </a:lnTo>
                  <a:lnTo>
                    <a:pt x="890" y="2509"/>
                  </a:lnTo>
                  <a:lnTo>
                    <a:pt x="732" y="2825"/>
                  </a:lnTo>
                  <a:lnTo>
                    <a:pt x="593" y="3121"/>
                  </a:lnTo>
                  <a:lnTo>
                    <a:pt x="475" y="3418"/>
                  </a:lnTo>
                  <a:lnTo>
                    <a:pt x="356" y="3694"/>
                  </a:lnTo>
                  <a:lnTo>
                    <a:pt x="198" y="4208"/>
                  </a:lnTo>
                  <a:lnTo>
                    <a:pt x="80" y="4622"/>
                  </a:lnTo>
                  <a:lnTo>
                    <a:pt x="1" y="4998"/>
                  </a:lnTo>
                  <a:lnTo>
                    <a:pt x="139" y="4583"/>
                  </a:lnTo>
                  <a:lnTo>
                    <a:pt x="317" y="4109"/>
                  </a:lnTo>
                  <a:lnTo>
                    <a:pt x="534" y="3556"/>
                  </a:lnTo>
                  <a:lnTo>
                    <a:pt x="672" y="3260"/>
                  </a:lnTo>
                  <a:lnTo>
                    <a:pt x="830" y="2963"/>
                  </a:lnTo>
                  <a:lnTo>
                    <a:pt x="1008" y="2667"/>
                  </a:lnTo>
                  <a:lnTo>
                    <a:pt x="1186" y="2371"/>
                  </a:lnTo>
                  <a:lnTo>
                    <a:pt x="1383" y="2094"/>
                  </a:lnTo>
                  <a:lnTo>
                    <a:pt x="1581" y="1837"/>
                  </a:lnTo>
                  <a:lnTo>
                    <a:pt x="1798" y="1600"/>
                  </a:lnTo>
                  <a:lnTo>
                    <a:pt x="2035" y="1403"/>
                  </a:lnTo>
                  <a:lnTo>
                    <a:pt x="2272" y="1245"/>
                  </a:lnTo>
                  <a:lnTo>
                    <a:pt x="2529" y="1087"/>
                  </a:lnTo>
                  <a:lnTo>
                    <a:pt x="3062" y="790"/>
                  </a:lnTo>
                  <a:lnTo>
                    <a:pt x="3576" y="553"/>
                  </a:lnTo>
                  <a:lnTo>
                    <a:pt x="4050" y="356"/>
                  </a:lnTo>
                  <a:lnTo>
                    <a:pt x="4485" y="198"/>
                  </a:lnTo>
                  <a:lnTo>
                    <a:pt x="4820" y="99"/>
                  </a:lnTo>
                  <a:lnTo>
                    <a:pt x="5117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29"/>
            <p:cNvSpPr/>
            <p:nvPr/>
          </p:nvSpPr>
          <p:spPr>
            <a:xfrm>
              <a:off x="-1421275" y="3109475"/>
              <a:ext cx="81500" cy="108150"/>
            </a:xfrm>
            <a:custGeom>
              <a:rect b="b" l="l" r="r" t="t"/>
              <a:pathLst>
                <a:path extrusionOk="0" h="4326" w="3260">
                  <a:moveTo>
                    <a:pt x="3260" y="0"/>
                  </a:moveTo>
                  <a:lnTo>
                    <a:pt x="3023" y="119"/>
                  </a:lnTo>
                  <a:lnTo>
                    <a:pt x="2746" y="257"/>
                  </a:lnTo>
                  <a:lnTo>
                    <a:pt x="2410" y="474"/>
                  </a:lnTo>
                  <a:lnTo>
                    <a:pt x="2055" y="731"/>
                  </a:lnTo>
                  <a:lnTo>
                    <a:pt x="1857" y="869"/>
                  </a:lnTo>
                  <a:lnTo>
                    <a:pt x="1679" y="1047"/>
                  </a:lnTo>
                  <a:lnTo>
                    <a:pt x="1502" y="1225"/>
                  </a:lnTo>
                  <a:lnTo>
                    <a:pt x="1324" y="1422"/>
                  </a:lnTo>
                  <a:lnTo>
                    <a:pt x="1146" y="1640"/>
                  </a:lnTo>
                  <a:lnTo>
                    <a:pt x="988" y="1877"/>
                  </a:lnTo>
                  <a:lnTo>
                    <a:pt x="731" y="2351"/>
                  </a:lnTo>
                  <a:lnTo>
                    <a:pt x="514" y="2785"/>
                  </a:lnTo>
                  <a:lnTo>
                    <a:pt x="336" y="3200"/>
                  </a:lnTo>
                  <a:lnTo>
                    <a:pt x="198" y="3575"/>
                  </a:lnTo>
                  <a:lnTo>
                    <a:pt x="99" y="3891"/>
                  </a:lnTo>
                  <a:lnTo>
                    <a:pt x="40" y="4128"/>
                  </a:lnTo>
                  <a:lnTo>
                    <a:pt x="0" y="4326"/>
                  </a:lnTo>
                  <a:lnTo>
                    <a:pt x="40" y="4188"/>
                  </a:lnTo>
                  <a:lnTo>
                    <a:pt x="198" y="3753"/>
                  </a:lnTo>
                  <a:lnTo>
                    <a:pt x="336" y="3437"/>
                  </a:lnTo>
                  <a:lnTo>
                    <a:pt x="514" y="3062"/>
                  </a:lnTo>
                  <a:lnTo>
                    <a:pt x="751" y="2627"/>
                  </a:lnTo>
                  <a:lnTo>
                    <a:pt x="1028" y="2114"/>
                  </a:lnTo>
                  <a:lnTo>
                    <a:pt x="1186" y="1857"/>
                  </a:lnTo>
                  <a:lnTo>
                    <a:pt x="1363" y="1620"/>
                  </a:lnTo>
                  <a:lnTo>
                    <a:pt x="1541" y="1403"/>
                  </a:lnTo>
                  <a:lnTo>
                    <a:pt x="1719" y="1185"/>
                  </a:lnTo>
                  <a:lnTo>
                    <a:pt x="1897" y="988"/>
                  </a:lnTo>
                  <a:lnTo>
                    <a:pt x="2094" y="830"/>
                  </a:lnTo>
                  <a:lnTo>
                    <a:pt x="2450" y="533"/>
                  </a:lnTo>
                  <a:lnTo>
                    <a:pt x="2766" y="296"/>
                  </a:lnTo>
                  <a:lnTo>
                    <a:pt x="3023" y="138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29"/>
            <p:cNvSpPr/>
            <p:nvPr/>
          </p:nvSpPr>
          <p:spPr>
            <a:xfrm>
              <a:off x="-1439550" y="3130200"/>
              <a:ext cx="55825" cy="79050"/>
            </a:xfrm>
            <a:custGeom>
              <a:rect b="b" l="l" r="r" t="t"/>
              <a:pathLst>
                <a:path extrusionOk="0" h="3162" w="2233">
                  <a:moveTo>
                    <a:pt x="2233" y="1"/>
                  </a:moveTo>
                  <a:lnTo>
                    <a:pt x="1857" y="80"/>
                  </a:lnTo>
                  <a:lnTo>
                    <a:pt x="1798" y="119"/>
                  </a:lnTo>
                  <a:lnTo>
                    <a:pt x="1660" y="238"/>
                  </a:lnTo>
                  <a:lnTo>
                    <a:pt x="1541" y="337"/>
                  </a:lnTo>
                  <a:lnTo>
                    <a:pt x="1423" y="475"/>
                  </a:lnTo>
                  <a:lnTo>
                    <a:pt x="1285" y="653"/>
                  </a:lnTo>
                  <a:lnTo>
                    <a:pt x="1127" y="850"/>
                  </a:lnTo>
                  <a:lnTo>
                    <a:pt x="949" y="1146"/>
                  </a:lnTo>
                  <a:lnTo>
                    <a:pt x="771" y="1482"/>
                  </a:lnTo>
                  <a:lnTo>
                    <a:pt x="396" y="2252"/>
                  </a:lnTo>
                  <a:lnTo>
                    <a:pt x="119" y="2904"/>
                  </a:lnTo>
                  <a:lnTo>
                    <a:pt x="1" y="3161"/>
                  </a:lnTo>
                  <a:lnTo>
                    <a:pt x="672" y="1877"/>
                  </a:lnTo>
                  <a:lnTo>
                    <a:pt x="929" y="1423"/>
                  </a:lnTo>
                  <a:lnTo>
                    <a:pt x="1186" y="1028"/>
                  </a:lnTo>
                  <a:lnTo>
                    <a:pt x="1462" y="712"/>
                  </a:lnTo>
                  <a:lnTo>
                    <a:pt x="1699" y="455"/>
                  </a:lnTo>
                  <a:lnTo>
                    <a:pt x="1917" y="258"/>
                  </a:lnTo>
                  <a:lnTo>
                    <a:pt x="2075" y="11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29"/>
            <p:cNvSpPr/>
            <p:nvPr/>
          </p:nvSpPr>
          <p:spPr>
            <a:xfrm>
              <a:off x="-1268200" y="3098100"/>
              <a:ext cx="50400" cy="39550"/>
            </a:xfrm>
            <a:custGeom>
              <a:rect b="b" l="l" r="r" t="t"/>
              <a:pathLst>
                <a:path extrusionOk="0" h="1582" w="2016">
                  <a:moveTo>
                    <a:pt x="1699" y="1"/>
                  </a:moveTo>
                  <a:lnTo>
                    <a:pt x="1719" y="297"/>
                  </a:lnTo>
                  <a:lnTo>
                    <a:pt x="1759" y="574"/>
                  </a:lnTo>
                  <a:lnTo>
                    <a:pt x="1818" y="830"/>
                  </a:lnTo>
                  <a:lnTo>
                    <a:pt x="1838" y="929"/>
                  </a:lnTo>
                  <a:lnTo>
                    <a:pt x="1541" y="1087"/>
                  </a:lnTo>
                  <a:lnTo>
                    <a:pt x="1265" y="1225"/>
                  </a:lnTo>
                  <a:lnTo>
                    <a:pt x="949" y="1344"/>
                  </a:lnTo>
                  <a:lnTo>
                    <a:pt x="692" y="1423"/>
                  </a:lnTo>
                  <a:lnTo>
                    <a:pt x="514" y="1463"/>
                  </a:lnTo>
                  <a:lnTo>
                    <a:pt x="376" y="1463"/>
                  </a:lnTo>
                  <a:lnTo>
                    <a:pt x="336" y="1423"/>
                  </a:lnTo>
                  <a:lnTo>
                    <a:pt x="277" y="1384"/>
                  </a:lnTo>
                  <a:lnTo>
                    <a:pt x="198" y="1285"/>
                  </a:lnTo>
                  <a:lnTo>
                    <a:pt x="139" y="1186"/>
                  </a:lnTo>
                  <a:lnTo>
                    <a:pt x="99" y="1048"/>
                  </a:lnTo>
                  <a:lnTo>
                    <a:pt x="80" y="929"/>
                  </a:lnTo>
                  <a:lnTo>
                    <a:pt x="80" y="613"/>
                  </a:lnTo>
                  <a:lnTo>
                    <a:pt x="80" y="455"/>
                  </a:lnTo>
                  <a:lnTo>
                    <a:pt x="1" y="475"/>
                  </a:lnTo>
                  <a:lnTo>
                    <a:pt x="1" y="613"/>
                  </a:lnTo>
                  <a:lnTo>
                    <a:pt x="1" y="751"/>
                  </a:lnTo>
                  <a:lnTo>
                    <a:pt x="1" y="890"/>
                  </a:lnTo>
                  <a:lnTo>
                    <a:pt x="1" y="1048"/>
                  </a:lnTo>
                  <a:lnTo>
                    <a:pt x="40" y="1225"/>
                  </a:lnTo>
                  <a:lnTo>
                    <a:pt x="99" y="1384"/>
                  </a:lnTo>
                  <a:lnTo>
                    <a:pt x="139" y="1443"/>
                  </a:lnTo>
                  <a:lnTo>
                    <a:pt x="198" y="1502"/>
                  </a:lnTo>
                  <a:lnTo>
                    <a:pt x="257" y="1542"/>
                  </a:lnTo>
                  <a:lnTo>
                    <a:pt x="336" y="1581"/>
                  </a:lnTo>
                  <a:lnTo>
                    <a:pt x="514" y="1581"/>
                  </a:lnTo>
                  <a:lnTo>
                    <a:pt x="771" y="1542"/>
                  </a:lnTo>
                  <a:lnTo>
                    <a:pt x="1047" y="1443"/>
                  </a:lnTo>
                  <a:lnTo>
                    <a:pt x="1324" y="1324"/>
                  </a:lnTo>
                  <a:lnTo>
                    <a:pt x="1798" y="1087"/>
                  </a:lnTo>
                  <a:lnTo>
                    <a:pt x="2015" y="988"/>
                  </a:lnTo>
                  <a:lnTo>
                    <a:pt x="1976" y="890"/>
                  </a:lnTo>
                  <a:lnTo>
                    <a:pt x="1897" y="653"/>
                  </a:lnTo>
                  <a:lnTo>
                    <a:pt x="1838" y="356"/>
                  </a:lnTo>
                  <a:lnTo>
                    <a:pt x="1838" y="179"/>
                  </a:lnTo>
                  <a:lnTo>
                    <a:pt x="1838" y="21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29"/>
            <p:cNvSpPr/>
            <p:nvPr/>
          </p:nvSpPr>
          <p:spPr>
            <a:xfrm>
              <a:off x="-1265225" y="3218100"/>
              <a:ext cx="72600" cy="76075"/>
            </a:xfrm>
            <a:custGeom>
              <a:rect b="b" l="l" r="r" t="t"/>
              <a:pathLst>
                <a:path extrusionOk="0" h="3043" w="2904">
                  <a:moveTo>
                    <a:pt x="1304" y="198"/>
                  </a:moveTo>
                  <a:lnTo>
                    <a:pt x="2667" y="1541"/>
                  </a:lnTo>
                  <a:lnTo>
                    <a:pt x="2548" y="1699"/>
                  </a:lnTo>
                  <a:lnTo>
                    <a:pt x="2252" y="2094"/>
                  </a:lnTo>
                  <a:lnTo>
                    <a:pt x="2054" y="2292"/>
                  </a:lnTo>
                  <a:lnTo>
                    <a:pt x="1877" y="2489"/>
                  </a:lnTo>
                  <a:lnTo>
                    <a:pt x="1699" y="2647"/>
                  </a:lnTo>
                  <a:lnTo>
                    <a:pt x="1561" y="2766"/>
                  </a:lnTo>
                  <a:lnTo>
                    <a:pt x="1403" y="2825"/>
                  </a:lnTo>
                  <a:lnTo>
                    <a:pt x="1264" y="2845"/>
                  </a:lnTo>
                  <a:lnTo>
                    <a:pt x="1106" y="2865"/>
                  </a:lnTo>
                  <a:lnTo>
                    <a:pt x="948" y="2845"/>
                  </a:lnTo>
                  <a:lnTo>
                    <a:pt x="790" y="2825"/>
                  </a:lnTo>
                  <a:lnTo>
                    <a:pt x="632" y="2766"/>
                  </a:lnTo>
                  <a:lnTo>
                    <a:pt x="494" y="2687"/>
                  </a:lnTo>
                  <a:lnTo>
                    <a:pt x="375" y="2588"/>
                  </a:lnTo>
                  <a:lnTo>
                    <a:pt x="277" y="2470"/>
                  </a:lnTo>
                  <a:lnTo>
                    <a:pt x="198" y="2331"/>
                  </a:lnTo>
                  <a:lnTo>
                    <a:pt x="178" y="2173"/>
                  </a:lnTo>
                  <a:lnTo>
                    <a:pt x="158" y="2015"/>
                  </a:lnTo>
                  <a:lnTo>
                    <a:pt x="158" y="1857"/>
                  </a:lnTo>
                  <a:lnTo>
                    <a:pt x="178" y="1719"/>
                  </a:lnTo>
                  <a:lnTo>
                    <a:pt x="217" y="1581"/>
                  </a:lnTo>
                  <a:lnTo>
                    <a:pt x="257" y="1482"/>
                  </a:lnTo>
                  <a:lnTo>
                    <a:pt x="336" y="1344"/>
                  </a:lnTo>
                  <a:lnTo>
                    <a:pt x="454" y="1166"/>
                  </a:lnTo>
                  <a:lnTo>
                    <a:pt x="810" y="731"/>
                  </a:lnTo>
                  <a:lnTo>
                    <a:pt x="1304" y="198"/>
                  </a:lnTo>
                  <a:close/>
                  <a:moveTo>
                    <a:pt x="1323" y="1"/>
                  </a:moveTo>
                  <a:lnTo>
                    <a:pt x="1185" y="119"/>
                  </a:lnTo>
                  <a:lnTo>
                    <a:pt x="869" y="415"/>
                  </a:lnTo>
                  <a:lnTo>
                    <a:pt x="514" y="810"/>
                  </a:lnTo>
                  <a:lnTo>
                    <a:pt x="336" y="1008"/>
                  </a:lnTo>
                  <a:lnTo>
                    <a:pt x="217" y="1225"/>
                  </a:lnTo>
                  <a:lnTo>
                    <a:pt x="119" y="1423"/>
                  </a:lnTo>
                  <a:lnTo>
                    <a:pt x="40" y="1620"/>
                  </a:lnTo>
                  <a:lnTo>
                    <a:pt x="0" y="1818"/>
                  </a:lnTo>
                  <a:lnTo>
                    <a:pt x="0" y="2015"/>
                  </a:lnTo>
                  <a:lnTo>
                    <a:pt x="0" y="2193"/>
                  </a:lnTo>
                  <a:lnTo>
                    <a:pt x="59" y="2371"/>
                  </a:lnTo>
                  <a:lnTo>
                    <a:pt x="119" y="2529"/>
                  </a:lnTo>
                  <a:lnTo>
                    <a:pt x="237" y="2667"/>
                  </a:lnTo>
                  <a:lnTo>
                    <a:pt x="356" y="2786"/>
                  </a:lnTo>
                  <a:lnTo>
                    <a:pt x="533" y="2904"/>
                  </a:lnTo>
                  <a:lnTo>
                    <a:pt x="731" y="2983"/>
                  </a:lnTo>
                  <a:lnTo>
                    <a:pt x="948" y="3023"/>
                  </a:lnTo>
                  <a:lnTo>
                    <a:pt x="1165" y="3042"/>
                  </a:lnTo>
                  <a:lnTo>
                    <a:pt x="1383" y="3023"/>
                  </a:lnTo>
                  <a:lnTo>
                    <a:pt x="1501" y="2983"/>
                  </a:lnTo>
                  <a:lnTo>
                    <a:pt x="1600" y="2944"/>
                  </a:lnTo>
                  <a:lnTo>
                    <a:pt x="1719" y="2884"/>
                  </a:lnTo>
                  <a:lnTo>
                    <a:pt x="1798" y="2805"/>
                  </a:lnTo>
                  <a:lnTo>
                    <a:pt x="1995" y="2628"/>
                  </a:lnTo>
                  <a:lnTo>
                    <a:pt x="2193" y="2430"/>
                  </a:lnTo>
                  <a:lnTo>
                    <a:pt x="2548" y="1996"/>
                  </a:lnTo>
                  <a:lnTo>
                    <a:pt x="2805" y="1660"/>
                  </a:lnTo>
                  <a:lnTo>
                    <a:pt x="2904" y="1522"/>
                  </a:lnTo>
                  <a:lnTo>
                    <a:pt x="2785" y="1423"/>
                  </a:lnTo>
                  <a:lnTo>
                    <a:pt x="2607" y="1265"/>
                  </a:lnTo>
                  <a:lnTo>
                    <a:pt x="2193" y="850"/>
                  </a:lnTo>
                  <a:lnTo>
                    <a:pt x="1640" y="277"/>
                  </a:lnTo>
                  <a:lnTo>
                    <a:pt x="132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29"/>
            <p:cNvSpPr/>
            <p:nvPr/>
          </p:nvSpPr>
          <p:spPr>
            <a:xfrm>
              <a:off x="-1000075" y="3266000"/>
              <a:ext cx="252375" cy="325450"/>
            </a:xfrm>
            <a:custGeom>
              <a:rect b="b" l="l" r="r" t="t"/>
              <a:pathLst>
                <a:path extrusionOk="0" h="13018" w="10095">
                  <a:moveTo>
                    <a:pt x="6539" y="1"/>
                  </a:moveTo>
                  <a:lnTo>
                    <a:pt x="6361" y="20"/>
                  </a:lnTo>
                  <a:lnTo>
                    <a:pt x="6183" y="40"/>
                  </a:lnTo>
                  <a:lnTo>
                    <a:pt x="6025" y="99"/>
                  </a:lnTo>
                  <a:lnTo>
                    <a:pt x="5867" y="178"/>
                  </a:lnTo>
                  <a:lnTo>
                    <a:pt x="5729" y="277"/>
                  </a:lnTo>
                  <a:lnTo>
                    <a:pt x="5591" y="376"/>
                  </a:lnTo>
                  <a:lnTo>
                    <a:pt x="5472" y="514"/>
                  </a:lnTo>
                  <a:lnTo>
                    <a:pt x="5215" y="791"/>
                  </a:lnTo>
                  <a:lnTo>
                    <a:pt x="4939" y="1126"/>
                  </a:lnTo>
                  <a:lnTo>
                    <a:pt x="4623" y="1600"/>
                  </a:lnTo>
                  <a:lnTo>
                    <a:pt x="4188" y="2272"/>
                  </a:lnTo>
                  <a:lnTo>
                    <a:pt x="3655" y="3141"/>
                  </a:lnTo>
                  <a:lnTo>
                    <a:pt x="3063" y="4149"/>
                  </a:lnTo>
                  <a:lnTo>
                    <a:pt x="1779" y="6400"/>
                  </a:lnTo>
                  <a:lnTo>
                    <a:pt x="495" y="8711"/>
                  </a:lnTo>
                  <a:lnTo>
                    <a:pt x="356" y="8988"/>
                  </a:lnTo>
                  <a:lnTo>
                    <a:pt x="238" y="9245"/>
                  </a:lnTo>
                  <a:lnTo>
                    <a:pt x="139" y="9501"/>
                  </a:lnTo>
                  <a:lnTo>
                    <a:pt x="80" y="9738"/>
                  </a:lnTo>
                  <a:lnTo>
                    <a:pt x="40" y="9956"/>
                  </a:lnTo>
                  <a:lnTo>
                    <a:pt x="1" y="10173"/>
                  </a:lnTo>
                  <a:lnTo>
                    <a:pt x="1" y="10390"/>
                  </a:lnTo>
                  <a:lnTo>
                    <a:pt x="1" y="10568"/>
                  </a:lnTo>
                  <a:lnTo>
                    <a:pt x="40" y="10765"/>
                  </a:lnTo>
                  <a:lnTo>
                    <a:pt x="80" y="10923"/>
                  </a:lnTo>
                  <a:lnTo>
                    <a:pt x="119" y="11101"/>
                  </a:lnTo>
                  <a:lnTo>
                    <a:pt x="198" y="11240"/>
                  </a:lnTo>
                  <a:lnTo>
                    <a:pt x="258" y="11378"/>
                  </a:lnTo>
                  <a:lnTo>
                    <a:pt x="356" y="11516"/>
                  </a:lnTo>
                  <a:lnTo>
                    <a:pt x="534" y="11753"/>
                  </a:lnTo>
                  <a:lnTo>
                    <a:pt x="752" y="11970"/>
                  </a:lnTo>
                  <a:lnTo>
                    <a:pt x="969" y="12128"/>
                  </a:lnTo>
                  <a:lnTo>
                    <a:pt x="1166" y="12267"/>
                  </a:lnTo>
                  <a:lnTo>
                    <a:pt x="1364" y="12385"/>
                  </a:lnTo>
                  <a:lnTo>
                    <a:pt x="1680" y="12523"/>
                  </a:lnTo>
                  <a:lnTo>
                    <a:pt x="1798" y="12563"/>
                  </a:lnTo>
                  <a:lnTo>
                    <a:pt x="2075" y="12662"/>
                  </a:lnTo>
                  <a:lnTo>
                    <a:pt x="2391" y="12760"/>
                  </a:lnTo>
                  <a:lnTo>
                    <a:pt x="2786" y="12859"/>
                  </a:lnTo>
                  <a:lnTo>
                    <a:pt x="3240" y="12938"/>
                  </a:lnTo>
                  <a:lnTo>
                    <a:pt x="3774" y="12997"/>
                  </a:lnTo>
                  <a:lnTo>
                    <a:pt x="4030" y="13017"/>
                  </a:lnTo>
                  <a:lnTo>
                    <a:pt x="4327" y="13017"/>
                  </a:lnTo>
                  <a:lnTo>
                    <a:pt x="4603" y="12997"/>
                  </a:lnTo>
                  <a:lnTo>
                    <a:pt x="4880" y="12958"/>
                  </a:lnTo>
                  <a:lnTo>
                    <a:pt x="5156" y="12899"/>
                  </a:lnTo>
                  <a:lnTo>
                    <a:pt x="5413" y="12820"/>
                  </a:lnTo>
                  <a:lnTo>
                    <a:pt x="5670" y="12721"/>
                  </a:lnTo>
                  <a:lnTo>
                    <a:pt x="5887" y="12583"/>
                  </a:lnTo>
                  <a:lnTo>
                    <a:pt x="6104" y="12425"/>
                  </a:lnTo>
                  <a:lnTo>
                    <a:pt x="6322" y="12247"/>
                  </a:lnTo>
                  <a:lnTo>
                    <a:pt x="6519" y="12049"/>
                  </a:lnTo>
                  <a:lnTo>
                    <a:pt x="6717" y="11832"/>
                  </a:lnTo>
                  <a:lnTo>
                    <a:pt x="6894" y="11595"/>
                  </a:lnTo>
                  <a:lnTo>
                    <a:pt x="7072" y="11338"/>
                  </a:lnTo>
                  <a:lnTo>
                    <a:pt x="7428" y="10805"/>
                  </a:lnTo>
                  <a:lnTo>
                    <a:pt x="7763" y="10212"/>
                  </a:lnTo>
                  <a:lnTo>
                    <a:pt x="8099" y="9600"/>
                  </a:lnTo>
                  <a:lnTo>
                    <a:pt x="8455" y="8948"/>
                  </a:lnTo>
                  <a:lnTo>
                    <a:pt x="8791" y="8277"/>
                  </a:lnTo>
                  <a:lnTo>
                    <a:pt x="9126" y="7566"/>
                  </a:lnTo>
                  <a:lnTo>
                    <a:pt x="9423" y="6835"/>
                  </a:lnTo>
                  <a:lnTo>
                    <a:pt x="9679" y="6124"/>
                  </a:lnTo>
                  <a:lnTo>
                    <a:pt x="9798" y="5748"/>
                  </a:lnTo>
                  <a:lnTo>
                    <a:pt x="9877" y="5393"/>
                  </a:lnTo>
                  <a:lnTo>
                    <a:pt x="9956" y="5037"/>
                  </a:lnTo>
                  <a:lnTo>
                    <a:pt x="10035" y="4682"/>
                  </a:lnTo>
                  <a:lnTo>
                    <a:pt x="10074" y="4346"/>
                  </a:lnTo>
                  <a:lnTo>
                    <a:pt x="10094" y="3991"/>
                  </a:lnTo>
                  <a:lnTo>
                    <a:pt x="10094" y="3674"/>
                  </a:lnTo>
                  <a:lnTo>
                    <a:pt x="10074" y="3358"/>
                  </a:lnTo>
                  <a:lnTo>
                    <a:pt x="10035" y="3062"/>
                  </a:lnTo>
                  <a:lnTo>
                    <a:pt x="9956" y="2766"/>
                  </a:lnTo>
                  <a:lnTo>
                    <a:pt x="9877" y="2509"/>
                  </a:lnTo>
                  <a:lnTo>
                    <a:pt x="9758" y="2252"/>
                  </a:lnTo>
                  <a:lnTo>
                    <a:pt x="9640" y="1996"/>
                  </a:lnTo>
                  <a:lnTo>
                    <a:pt x="9482" y="1759"/>
                  </a:lnTo>
                  <a:lnTo>
                    <a:pt x="9324" y="1541"/>
                  </a:lnTo>
                  <a:lnTo>
                    <a:pt x="9146" y="1344"/>
                  </a:lnTo>
                  <a:lnTo>
                    <a:pt x="8929" y="1146"/>
                  </a:lnTo>
                  <a:lnTo>
                    <a:pt x="8712" y="949"/>
                  </a:lnTo>
                  <a:lnTo>
                    <a:pt x="8494" y="791"/>
                  </a:lnTo>
                  <a:lnTo>
                    <a:pt x="8238" y="613"/>
                  </a:lnTo>
                  <a:lnTo>
                    <a:pt x="7981" y="475"/>
                  </a:lnTo>
                  <a:lnTo>
                    <a:pt x="7704" y="317"/>
                  </a:lnTo>
                  <a:lnTo>
                    <a:pt x="7428" y="198"/>
                  </a:lnTo>
                  <a:lnTo>
                    <a:pt x="7171" y="119"/>
                  </a:lnTo>
                  <a:lnTo>
                    <a:pt x="6954" y="40"/>
                  </a:lnTo>
                  <a:lnTo>
                    <a:pt x="67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29"/>
            <p:cNvSpPr/>
            <p:nvPr/>
          </p:nvSpPr>
          <p:spPr>
            <a:xfrm>
              <a:off x="-1423750" y="3975100"/>
              <a:ext cx="253850" cy="137300"/>
            </a:xfrm>
            <a:custGeom>
              <a:rect b="b" l="l" r="r" t="t"/>
              <a:pathLst>
                <a:path extrusionOk="0" h="5492" w="10154">
                  <a:moveTo>
                    <a:pt x="178" y="1"/>
                  </a:moveTo>
                  <a:lnTo>
                    <a:pt x="1" y="277"/>
                  </a:lnTo>
                  <a:lnTo>
                    <a:pt x="1285" y="1008"/>
                  </a:lnTo>
                  <a:lnTo>
                    <a:pt x="2509" y="1680"/>
                  </a:lnTo>
                  <a:lnTo>
                    <a:pt x="3754" y="2351"/>
                  </a:lnTo>
                  <a:lnTo>
                    <a:pt x="5373" y="3200"/>
                  </a:lnTo>
                  <a:lnTo>
                    <a:pt x="7427" y="4228"/>
                  </a:lnTo>
                  <a:lnTo>
                    <a:pt x="9975" y="5492"/>
                  </a:lnTo>
                  <a:lnTo>
                    <a:pt x="10153" y="5097"/>
                  </a:lnTo>
                  <a:lnTo>
                    <a:pt x="9936" y="4998"/>
                  </a:lnTo>
                  <a:lnTo>
                    <a:pt x="9264" y="4702"/>
                  </a:lnTo>
                  <a:lnTo>
                    <a:pt x="8257" y="4188"/>
                  </a:lnTo>
                  <a:lnTo>
                    <a:pt x="7625" y="3872"/>
                  </a:lnTo>
                  <a:lnTo>
                    <a:pt x="6934" y="3477"/>
                  </a:lnTo>
                  <a:lnTo>
                    <a:pt x="6084" y="3023"/>
                  </a:lnTo>
                  <a:lnTo>
                    <a:pt x="5077" y="2489"/>
                  </a:lnTo>
                  <a:lnTo>
                    <a:pt x="2825" y="1344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29"/>
            <p:cNvSpPr/>
            <p:nvPr/>
          </p:nvSpPr>
          <p:spPr>
            <a:xfrm>
              <a:off x="-1731375" y="3345000"/>
              <a:ext cx="124950" cy="251375"/>
            </a:xfrm>
            <a:custGeom>
              <a:rect b="b" l="l" r="r" t="t"/>
              <a:pathLst>
                <a:path extrusionOk="0" h="10055" w="4998">
                  <a:moveTo>
                    <a:pt x="395" y="1"/>
                  </a:moveTo>
                  <a:lnTo>
                    <a:pt x="178" y="40"/>
                  </a:lnTo>
                  <a:lnTo>
                    <a:pt x="40" y="60"/>
                  </a:lnTo>
                  <a:lnTo>
                    <a:pt x="20" y="100"/>
                  </a:lnTo>
                  <a:lnTo>
                    <a:pt x="0" y="119"/>
                  </a:lnTo>
                  <a:lnTo>
                    <a:pt x="2331" y="5117"/>
                  </a:lnTo>
                  <a:lnTo>
                    <a:pt x="4622" y="10055"/>
                  </a:lnTo>
                  <a:lnTo>
                    <a:pt x="4997" y="9699"/>
                  </a:lnTo>
                  <a:lnTo>
                    <a:pt x="4089" y="7823"/>
                  </a:lnTo>
                  <a:lnTo>
                    <a:pt x="2528" y="4524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98B1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29"/>
            <p:cNvSpPr/>
            <p:nvPr/>
          </p:nvSpPr>
          <p:spPr>
            <a:xfrm>
              <a:off x="-1187225" y="3148475"/>
              <a:ext cx="262250" cy="196550"/>
            </a:xfrm>
            <a:custGeom>
              <a:rect b="b" l="l" r="r" t="t"/>
              <a:pathLst>
                <a:path extrusionOk="0" h="7862" w="10490">
                  <a:moveTo>
                    <a:pt x="119" y="1"/>
                  </a:moveTo>
                  <a:lnTo>
                    <a:pt x="60" y="20"/>
                  </a:lnTo>
                  <a:lnTo>
                    <a:pt x="40" y="40"/>
                  </a:lnTo>
                  <a:lnTo>
                    <a:pt x="21" y="60"/>
                  </a:lnTo>
                  <a:lnTo>
                    <a:pt x="1" y="99"/>
                  </a:lnTo>
                  <a:lnTo>
                    <a:pt x="21" y="159"/>
                  </a:lnTo>
                  <a:lnTo>
                    <a:pt x="60" y="297"/>
                  </a:lnTo>
                  <a:lnTo>
                    <a:pt x="139" y="494"/>
                  </a:lnTo>
                  <a:lnTo>
                    <a:pt x="258" y="712"/>
                  </a:lnTo>
                  <a:lnTo>
                    <a:pt x="435" y="949"/>
                  </a:lnTo>
                  <a:lnTo>
                    <a:pt x="633" y="1225"/>
                  </a:lnTo>
                  <a:lnTo>
                    <a:pt x="870" y="1541"/>
                  </a:lnTo>
                  <a:lnTo>
                    <a:pt x="1127" y="1838"/>
                  </a:lnTo>
                  <a:lnTo>
                    <a:pt x="1423" y="2173"/>
                  </a:lnTo>
                  <a:lnTo>
                    <a:pt x="1739" y="2509"/>
                  </a:lnTo>
                  <a:lnTo>
                    <a:pt x="2095" y="2845"/>
                  </a:lnTo>
                  <a:lnTo>
                    <a:pt x="2470" y="3181"/>
                  </a:lnTo>
                  <a:lnTo>
                    <a:pt x="2845" y="3516"/>
                  </a:lnTo>
                  <a:lnTo>
                    <a:pt x="3260" y="3813"/>
                  </a:lnTo>
                  <a:lnTo>
                    <a:pt x="3695" y="4129"/>
                  </a:lnTo>
                  <a:lnTo>
                    <a:pt x="6993" y="6321"/>
                  </a:lnTo>
                  <a:lnTo>
                    <a:pt x="9265" y="7862"/>
                  </a:lnTo>
                  <a:lnTo>
                    <a:pt x="10489" y="5788"/>
                  </a:lnTo>
                  <a:lnTo>
                    <a:pt x="9028" y="4860"/>
                  </a:lnTo>
                  <a:lnTo>
                    <a:pt x="6796" y="3477"/>
                  </a:lnTo>
                  <a:lnTo>
                    <a:pt x="5887" y="2944"/>
                  </a:lnTo>
                  <a:lnTo>
                    <a:pt x="4880" y="2351"/>
                  </a:lnTo>
                  <a:lnTo>
                    <a:pt x="3813" y="1759"/>
                  </a:lnTo>
                  <a:lnTo>
                    <a:pt x="2766" y="1205"/>
                  </a:lnTo>
                  <a:lnTo>
                    <a:pt x="1798" y="712"/>
                  </a:lnTo>
                  <a:lnTo>
                    <a:pt x="969" y="317"/>
                  </a:lnTo>
                  <a:lnTo>
                    <a:pt x="653" y="178"/>
                  </a:lnTo>
                  <a:lnTo>
                    <a:pt x="376" y="80"/>
                  </a:lnTo>
                  <a:lnTo>
                    <a:pt x="179" y="2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29"/>
            <p:cNvSpPr/>
            <p:nvPr/>
          </p:nvSpPr>
          <p:spPr>
            <a:xfrm>
              <a:off x="-1768900" y="3553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29"/>
            <p:cNvSpPr/>
            <p:nvPr/>
          </p:nvSpPr>
          <p:spPr>
            <a:xfrm>
              <a:off x="-1768425" y="355092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29"/>
            <p:cNvSpPr/>
            <p:nvPr/>
          </p:nvSpPr>
          <p:spPr>
            <a:xfrm>
              <a:off x="-1782750" y="3483275"/>
              <a:ext cx="58800" cy="75075"/>
            </a:xfrm>
            <a:custGeom>
              <a:rect b="b" l="l" r="r" t="t"/>
              <a:pathLst>
                <a:path extrusionOk="0" h="3003" w="2352">
                  <a:moveTo>
                    <a:pt x="1324" y="20"/>
                  </a:moveTo>
                  <a:lnTo>
                    <a:pt x="1364" y="40"/>
                  </a:lnTo>
                  <a:lnTo>
                    <a:pt x="1364" y="40"/>
                  </a:lnTo>
                  <a:lnTo>
                    <a:pt x="1344" y="20"/>
                  </a:lnTo>
                  <a:close/>
                  <a:moveTo>
                    <a:pt x="969" y="99"/>
                  </a:moveTo>
                  <a:lnTo>
                    <a:pt x="969" y="119"/>
                  </a:lnTo>
                  <a:lnTo>
                    <a:pt x="949" y="11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89" y="119"/>
                  </a:lnTo>
                  <a:lnTo>
                    <a:pt x="1008" y="129"/>
                  </a:lnTo>
                  <a:lnTo>
                    <a:pt x="969" y="99"/>
                  </a:lnTo>
                  <a:close/>
                  <a:moveTo>
                    <a:pt x="1008" y="129"/>
                  </a:moveTo>
                  <a:lnTo>
                    <a:pt x="1048" y="159"/>
                  </a:lnTo>
                  <a:lnTo>
                    <a:pt x="1048" y="159"/>
                  </a:lnTo>
                  <a:lnTo>
                    <a:pt x="1041" y="145"/>
                  </a:lnTo>
                  <a:lnTo>
                    <a:pt x="1041" y="145"/>
                  </a:lnTo>
                  <a:lnTo>
                    <a:pt x="1028" y="139"/>
                  </a:lnTo>
                  <a:lnTo>
                    <a:pt x="1008" y="129"/>
                  </a:lnTo>
                  <a:close/>
                  <a:moveTo>
                    <a:pt x="1028" y="119"/>
                  </a:moveTo>
                  <a:lnTo>
                    <a:pt x="1041" y="145"/>
                  </a:lnTo>
                  <a:lnTo>
                    <a:pt x="1041" y="145"/>
                  </a:lnTo>
                  <a:lnTo>
                    <a:pt x="1068" y="159"/>
                  </a:lnTo>
                  <a:lnTo>
                    <a:pt x="1028" y="119"/>
                  </a:lnTo>
                  <a:close/>
                  <a:moveTo>
                    <a:pt x="1048" y="159"/>
                  </a:moveTo>
                  <a:lnTo>
                    <a:pt x="1074" y="172"/>
                  </a:lnTo>
                  <a:lnTo>
                    <a:pt x="1074" y="172"/>
                  </a:lnTo>
                  <a:lnTo>
                    <a:pt x="1068" y="159"/>
                  </a:lnTo>
                  <a:close/>
                  <a:moveTo>
                    <a:pt x="1087" y="435"/>
                  </a:moveTo>
                  <a:lnTo>
                    <a:pt x="1107" y="455"/>
                  </a:lnTo>
                  <a:lnTo>
                    <a:pt x="1068" y="435"/>
                  </a:lnTo>
                  <a:close/>
                  <a:moveTo>
                    <a:pt x="811" y="494"/>
                  </a:moveTo>
                  <a:lnTo>
                    <a:pt x="850" y="534"/>
                  </a:lnTo>
                  <a:lnTo>
                    <a:pt x="850" y="554"/>
                  </a:lnTo>
                  <a:lnTo>
                    <a:pt x="811" y="494"/>
                  </a:lnTo>
                  <a:close/>
                  <a:moveTo>
                    <a:pt x="613" y="731"/>
                  </a:moveTo>
                  <a:lnTo>
                    <a:pt x="673" y="771"/>
                  </a:lnTo>
                  <a:lnTo>
                    <a:pt x="653" y="751"/>
                  </a:lnTo>
                  <a:lnTo>
                    <a:pt x="633" y="731"/>
                  </a:lnTo>
                  <a:close/>
                  <a:moveTo>
                    <a:pt x="594" y="652"/>
                  </a:moveTo>
                  <a:lnTo>
                    <a:pt x="594" y="672"/>
                  </a:lnTo>
                  <a:lnTo>
                    <a:pt x="574" y="692"/>
                  </a:lnTo>
                  <a:lnTo>
                    <a:pt x="534" y="672"/>
                  </a:lnTo>
                  <a:lnTo>
                    <a:pt x="534" y="672"/>
                  </a:lnTo>
                  <a:lnTo>
                    <a:pt x="594" y="771"/>
                  </a:lnTo>
                  <a:lnTo>
                    <a:pt x="653" y="791"/>
                  </a:lnTo>
                  <a:lnTo>
                    <a:pt x="712" y="830"/>
                  </a:lnTo>
                  <a:lnTo>
                    <a:pt x="712" y="830"/>
                  </a:lnTo>
                  <a:lnTo>
                    <a:pt x="633" y="771"/>
                  </a:lnTo>
                  <a:lnTo>
                    <a:pt x="574" y="712"/>
                  </a:lnTo>
                  <a:lnTo>
                    <a:pt x="594" y="712"/>
                  </a:lnTo>
                  <a:lnTo>
                    <a:pt x="633" y="731"/>
                  </a:lnTo>
                  <a:lnTo>
                    <a:pt x="633" y="712"/>
                  </a:lnTo>
                  <a:lnTo>
                    <a:pt x="653" y="712"/>
                  </a:lnTo>
                  <a:lnTo>
                    <a:pt x="613" y="652"/>
                  </a:lnTo>
                  <a:close/>
                  <a:moveTo>
                    <a:pt x="475" y="988"/>
                  </a:moveTo>
                  <a:lnTo>
                    <a:pt x="495" y="1008"/>
                  </a:lnTo>
                  <a:lnTo>
                    <a:pt x="455" y="1008"/>
                  </a:lnTo>
                  <a:lnTo>
                    <a:pt x="475" y="1028"/>
                  </a:lnTo>
                  <a:lnTo>
                    <a:pt x="515" y="1047"/>
                  </a:lnTo>
                  <a:lnTo>
                    <a:pt x="475" y="1047"/>
                  </a:lnTo>
                  <a:lnTo>
                    <a:pt x="574" y="1087"/>
                  </a:lnTo>
                  <a:lnTo>
                    <a:pt x="554" y="1067"/>
                  </a:lnTo>
                  <a:lnTo>
                    <a:pt x="574" y="1067"/>
                  </a:lnTo>
                  <a:lnTo>
                    <a:pt x="607" y="1100"/>
                  </a:lnTo>
                  <a:lnTo>
                    <a:pt x="594" y="1087"/>
                  </a:lnTo>
                  <a:lnTo>
                    <a:pt x="594" y="1067"/>
                  </a:lnTo>
                  <a:lnTo>
                    <a:pt x="554" y="1028"/>
                  </a:lnTo>
                  <a:lnTo>
                    <a:pt x="475" y="988"/>
                  </a:lnTo>
                  <a:close/>
                  <a:moveTo>
                    <a:pt x="613" y="1107"/>
                  </a:moveTo>
                  <a:lnTo>
                    <a:pt x="633" y="1126"/>
                  </a:lnTo>
                  <a:lnTo>
                    <a:pt x="653" y="1146"/>
                  </a:lnTo>
                  <a:lnTo>
                    <a:pt x="613" y="1107"/>
                  </a:lnTo>
                  <a:close/>
                  <a:moveTo>
                    <a:pt x="436" y="1205"/>
                  </a:moveTo>
                  <a:lnTo>
                    <a:pt x="436" y="1205"/>
                  </a:lnTo>
                  <a:lnTo>
                    <a:pt x="436" y="1205"/>
                  </a:lnTo>
                  <a:close/>
                  <a:moveTo>
                    <a:pt x="455" y="1304"/>
                  </a:moveTo>
                  <a:lnTo>
                    <a:pt x="436" y="1324"/>
                  </a:lnTo>
                  <a:lnTo>
                    <a:pt x="440" y="1339"/>
                  </a:lnTo>
                  <a:lnTo>
                    <a:pt x="440" y="1339"/>
                  </a:lnTo>
                  <a:lnTo>
                    <a:pt x="455" y="1324"/>
                  </a:lnTo>
                  <a:lnTo>
                    <a:pt x="455" y="1304"/>
                  </a:lnTo>
                  <a:close/>
                  <a:moveTo>
                    <a:pt x="440" y="1339"/>
                  </a:moveTo>
                  <a:lnTo>
                    <a:pt x="436" y="1344"/>
                  </a:lnTo>
                  <a:lnTo>
                    <a:pt x="445" y="1354"/>
                  </a:lnTo>
                  <a:lnTo>
                    <a:pt x="440" y="1339"/>
                  </a:lnTo>
                  <a:close/>
                  <a:moveTo>
                    <a:pt x="1680" y="1477"/>
                  </a:moveTo>
                  <a:lnTo>
                    <a:pt x="1680" y="1482"/>
                  </a:lnTo>
                  <a:lnTo>
                    <a:pt x="1739" y="1521"/>
                  </a:lnTo>
                  <a:lnTo>
                    <a:pt x="1680" y="1477"/>
                  </a:lnTo>
                  <a:close/>
                  <a:moveTo>
                    <a:pt x="324" y="1732"/>
                  </a:moveTo>
                  <a:lnTo>
                    <a:pt x="357" y="1758"/>
                  </a:lnTo>
                  <a:lnTo>
                    <a:pt x="337" y="1758"/>
                  </a:lnTo>
                  <a:lnTo>
                    <a:pt x="324" y="1732"/>
                  </a:lnTo>
                  <a:close/>
                  <a:moveTo>
                    <a:pt x="495" y="1739"/>
                  </a:moveTo>
                  <a:lnTo>
                    <a:pt x="495" y="1758"/>
                  </a:lnTo>
                  <a:lnTo>
                    <a:pt x="515" y="1778"/>
                  </a:lnTo>
                  <a:lnTo>
                    <a:pt x="495" y="1739"/>
                  </a:lnTo>
                  <a:close/>
                  <a:moveTo>
                    <a:pt x="1087" y="2055"/>
                  </a:moveTo>
                  <a:lnTo>
                    <a:pt x="1107" y="2074"/>
                  </a:lnTo>
                  <a:lnTo>
                    <a:pt x="1166" y="2134"/>
                  </a:lnTo>
                  <a:lnTo>
                    <a:pt x="1166" y="2134"/>
                  </a:lnTo>
                  <a:lnTo>
                    <a:pt x="1147" y="2094"/>
                  </a:lnTo>
                  <a:lnTo>
                    <a:pt x="1206" y="2153"/>
                  </a:lnTo>
                  <a:lnTo>
                    <a:pt x="1166" y="2094"/>
                  </a:lnTo>
                  <a:lnTo>
                    <a:pt x="1087" y="2055"/>
                  </a:lnTo>
                  <a:close/>
                  <a:moveTo>
                    <a:pt x="199" y="2134"/>
                  </a:moveTo>
                  <a:lnTo>
                    <a:pt x="218" y="2153"/>
                  </a:lnTo>
                  <a:lnTo>
                    <a:pt x="218" y="2134"/>
                  </a:lnTo>
                  <a:close/>
                  <a:moveTo>
                    <a:pt x="515" y="2193"/>
                  </a:moveTo>
                  <a:lnTo>
                    <a:pt x="534" y="2213"/>
                  </a:lnTo>
                  <a:lnTo>
                    <a:pt x="554" y="2213"/>
                  </a:lnTo>
                  <a:lnTo>
                    <a:pt x="515" y="2193"/>
                  </a:lnTo>
                  <a:close/>
                  <a:moveTo>
                    <a:pt x="1" y="2351"/>
                  </a:moveTo>
                  <a:lnTo>
                    <a:pt x="40" y="2371"/>
                  </a:lnTo>
                  <a:lnTo>
                    <a:pt x="21" y="2351"/>
                  </a:lnTo>
                  <a:close/>
                  <a:moveTo>
                    <a:pt x="278" y="2391"/>
                  </a:moveTo>
                  <a:lnTo>
                    <a:pt x="317" y="2430"/>
                  </a:lnTo>
                  <a:lnTo>
                    <a:pt x="297" y="2430"/>
                  </a:lnTo>
                  <a:lnTo>
                    <a:pt x="238" y="2391"/>
                  </a:lnTo>
                  <a:close/>
                  <a:moveTo>
                    <a:pt x="1226" y="2430"/>
                  </a:moveTo>
                  <a:lnTo>
                    <a:pt x="1245" y="2450"/>
                  </a:lnTo>
                  <a:lnTo>
                    <a:pt x="1265" y="2470"/>
                  </a:lnTo>
                  <a:lnTo>
                    <a:pt x="1265" y="2470"/>
                  </a:lnTo>
                  <a:lnTo>
                    <a:pt x="1186" y="2430"/>
                  </a:lnTo>
                  <a:close/>
                  <a:moveTo>
                    <a:pt x="1324" y="2470"/>
                  </a:moveTo>
                  <a:lnTo>
                    <a:pt x="1324" y="2470"/>
                  </a:lnTo>
                  <a:lnTo>
                    <a:pt x="1324" y="2470"/>
                  </a:lnTo>
                  <a:close/>
                  <a:moveTo>
                    <a:pt x="1166" y="2509"/>
                  </a:moveTo>
                  <a:lnTo>
                    <a:pt x="1186" y="2529"/>
                  </a:lnTo>
                  <a:lnTo>
                    <a:pt x="1206" y="2549"/>
                  </a:lnTo>
                  <a:lnTo>
                    <a:pt x="1166" y="2509"/>
                  </a:lnTo>
                  <a:close/>
                  <a:moveTo>
                    <a:pt x="297" y="2549"/>
                  </a:moveTo>
                  <a:lnTo>
                    <a:pt x="317" y="2568"/>
                  </a:lnTo>
                  <a:lnTo>
                    <a:pt x="337" y="2568"/>
                  </a:lnTo>
                  <a:lnTo>
                    <a:pt x="297" y="2549"/>
                  </a:lnTo>
                  <a:close/>
                  <a:moveTo>
                    <a:pt x="673" y="2568"/>
                  </a:moveTo>
                  <a:lnTo>
                    <a:pt x="673" y="2608"/>
                  </a:lnTo>
                  <a:lnTo>
                    <a:pt x="692" y="2588"/>
                  </a:lnTo>
                  <a:lnTo>
                    <a:pt x="673" y="2568"/>
                  </a:lnTo>
                  <a:close/>
                  <a:moveTo>
                    <a:pt x="1166" y="2588"/>
                  </a:moveTo>
                  <a:lnTo>
                    <a:pt x="1166" y="2608"/>
                  </a:lnTo>
                  <a:lnTo>
                    <a:pt x="1226" y="2647"/>
                  </a:lnTo>
                  <a:lnTo>
                    <a:pt x="1226" y="2647"/>
                  </a:lnTo>
                  <a:lnTo>
                    <a:pt x="1206" y="2628"/>
                  </a:lnTo>
                  <a:lnTo>
                    <a:pt x="1166" y="2588"/>
                  </a:lnTo>
                  <a:close/>
                  <a:moveTo>
                    <a:pt x="771" y="2647"/>
                  </a:moveTo>
                  <a:lnTo>
                    <a:pt x="831" y="2707"/>
                  </a:lnTo>
                  <a:lnTo>
                    <a:pt x="929" y="2805"/>
                  </a:lnTo>
                  <a:lnTo>
                    <a:pt x="910" y="2766"/>
                  </a:lnTo>
                  <a:lnTo>
                    <a:pt x="870" y="2726"/>
                  </a:lnTo>
                  <a:lnTo>
                    <a:pt x="771" y="2647"/>
                  </a:lnTo>
                  <a:close/>
                  <a:moveTo>
                    <a:pt x="732" y="2825"/>
                  </a:moveTo>
                  <a:lnTo>
                    <a:pt x="752" y="2845"/>
                  </a:lnTo>
                  <a:lnTo>
                    <a:pt x="771" y="2884"/>
                  </a:lnTo>
                  <a:lnTo>
                    <a:pt x="791" y="2884"/>
                  </a:lnTo>
                  <a:lnTo>
                    <a:pt x="771" y="2865"/>
                  </a:lnTo>
                  <a:lnTo>
                    <a:pt x="752" y="2845"/>
                  </a:lnTo>
                  <a:lnTo>
                    <a:pt x="752" y="2845"/>
                  </a:lnTo>
                  <a:lnTo>
                    <a:pt x="791" y="2865"/>
                  </a:lnTo>
                  <a:lnTo>
                    <a:pt x="732" y="2825"/>
                  </a:lnTo>
                  <a:close/>
                  <a:moveTo>
                    <a:pt x="1443" y="1"/>
                  </a:moveTo>
                  <a:lnTo>
                    <a:pt x="1443" y="20"/>
                  </a:lnTo>
                  <a:lnTo>
                    <a:pt x="1463" y="40"/>
                  </a:lnTo>
                  <a:lnTo>
                    <a:pt x="1482" y="60"/>
                  </a:lnTo>
                  <a:lnTo>
                    <a:pt x="1463" y="60"/>
                  </a:lnTo>
                  <a:lnTo>
                    <a:pt x="1443" y="40"/>
                  </a:lnTo>
                  <a:lnTo>
                    <a:pt x="1443" y="60"/>
                  </a:lnTo>
                  <a:lnTo>
                    <a:pt x="1423" y="60"/>
                  </a:lnTo>
                  <a:lnTo>
                    <a:pt x="1364" y="40"/>
                  </a:lnTo>
                  <a:lnTo>
                    <a:pt x="1344" y="40"/>
                  </a:lnTo>
                  <a:lnTo>
                    <a:pt x="1344" y="60"/>
                  </a:lnTo>
                  <a:lnTo>
                    <a:pt x="1384" y="80"/>
                  </a:lnTo>
                  <a:lnTo>
                    <a:pt x="1384" y="80"/>
                  </a:lnTo>
                  <a:lnTo>
                    <a:pt x="1324" y="60"/>
                  </a:lnTo>
                  <a:lnTo>
                    <a:pt x="1423" y="139"/>
                  </a:lnTo>
                  <a:lnTo>
                    <a:pt x="1463" y="159"/>
                  </a:lnTo>
                  <a:lnTo>
                    <a:pt x="1482" y="198"/>
                  </a:lnTo>
                  <a:lnTo>
                    <a:pt x="1423" y="178"/>
                  </a:lnTo>
                  <a:lnTo>
                    <a:pt x="1384" y="139"/>
                  </a:lnTo>
                  <a:lnTo>
                    <a:pt x="1324" y="99"/>
                  </a:lnTo>
                  <a:lnTo>
                    <a:pt x="1324" y="99"/>
                  </a:lnTo>
                  <a:lnTo>
                    <a:pt x="1285" y="80"/>
                  </a:lnTo>
                  <a:lnTo>
                    <a:pt x="1245" y="80"/>
                  </a:lnTo>
                  <a:lnTo>
                    <a:pt x="1206" y="40"/>
                  </a:lnTo>
                  <a:lnTo>
                    <a:pt x="1147" y="40"/>
                  </a:lnTo>
                  <a:lnTo>
                    <a:pt x="1186" y="80"/>
                  </a:lnTo>
                  <a:lnTo>
                    <a:pt x="1147" y="80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27" y="80"/>
                  </a:lnTo>
                  <a:lnTo>
                    <a:pt x="1107" y="80"/>
                  </a:lnTo>
                  <a:lnTo>
                    <a:pt x="1107" y="99"/>
                  </a:lnTo>
                  <a:lnTo>
                    <a:pt x="1127" y="119"/>
                  </a:lnTo>
                  <a:lnTo>
                    <a:pt x="1107" y="139"/>
                  </a:lnTo>
                  <a:lnTo>
                    <a:pt x="1087" y="119"/>
                  </a:lnTo>
                  <a:lnTo>
                    <a:pt x="1048" y="99"/>
                  </a:lnTo>
                  <a:lnTo>
                    <a:pt x="1107" y="159"/>
                  </a:lnTo>
                  <a:lnTo>
                    <a:pt x="1186" y="218"/>
                  </a:lnTo>
                  <a:lnTo>
                    <a:pt x="1186" y="218"/>
                  </a:lnTo>
                  <a:lnTo>
                    <a:pt x="1127" y="198"/>
                  </a:lnTo>
                  <a:lnTo>
                    <a:pt x="1074" y="172"/>
                  </a:lnTo>
                  <a:lnTo>
                    <a:pt x="1074" y="172"/>
                  </a:lnTo>
                  <a:lnTo>
                    <a:pt x="1087" y="198"/>
                  </a:lnTo>
                  <a:lnTo>
                    <a:pt x="1107" y="238"/>
                  </a:lnTo>
                  <a:lnTo>
                    <a:pt x="1186" y="297"/>
                  </a:lnTo>
                  <a:lnTo>
                    <a:pt x="1127" y="297"/>
                  </a:lnTo>
                  <a:lnTo>
                    <a:pt x="1087" y="257"/>
                  </a:lnTo>
                  <a:lnTo>
                    <a:pt x="1048" y="218"/>
                  </a:lnTo>
                  <a:lnTo>
                    <a:pt x="1048" y="238"/>
                  </a:lnTo>
                  <a:lnTo>
                    <a:pt x="1028" y="238"/>
                  </a:lnTo>
                  <a:lnTo>
                    <a:pt x="969" y="218"/>
                  </a:lnTo>
                  <a:lnTo>
                    <a:pt x="969" y="218"/>
                  </a:lnTo>
                  <a:lnTo>
                    <a:pt x="1008" y="238"/>
                  </a:lnTo>
                  <a:lnTo>
                    <a:pt x="1048" y="277"/>
                  </a:lnTo>
                  <a:lnTo>
                    <a:pt x="1048" y="277"/>
                  </a:lnTo>
                  <a:lnTo>
                    <a:pt x="969" y="238"/>
                  </a:lnTo>
                  <a:lnTo>
                    <a:pt x="949" y="257"/>
                  </a:lnTo>
                  <a:lnTo>
                    <a:pt x="890" y="257"/>
                  </a:lnTo>
                  <a:lnTo>
                    <a:pt x="890" y="277"/>
                  </a:lnTo>
                  <a:lnTo>
                    <a:pt x="969" y="317"/>
                  </a:lnTo>
                  <a:lnTo>
                    <a:pt x="969" y="317"/>
                  </a:lnTo>
                  <a:lnTo>
                    <a:pt x="910" y="277"/>
                  </a:lnTo>
                  <a:lnTo>
                    <a:pt x="1008" y="336"/>
                  </a:lnTo>
                  <a:lnTo>
                    <a:pt x="1087" y="415"/>
                  </a:lnTo>
                  <a:lnTo>
                    <a:pt x="1068" y="415"/>
                  </a:lnTo>
                  <a:lnTo>
                    <a:pt x="1028" y="396"/>
                  </a:lnTo>
                  <a:lnTo>
                    <a:pt x="1028" y="396"/>
                  </a:lnTo>
                  <a:lnTo>
                    <a:pt x="1041" y="422"/>
                  </a:lnTo>
                  <a:lnTo>
                    <a:pt x="1041" y="422"/>
                  </a:lnTo>
                  <a:lnTo>
                    <a:pt x="1028" y="415"/>
                  </a:lnTo>
                  <a:lnTo>
                    <a:pt x="1028" y="435"/>
                  </a:lnTo>
                  <a:lnTo>
                    <a:pt x="969" y="376"/>
                  </a:lnTo>
                  <a:lnTo>
                    <a:pt x="929" y="376"/>
                  </a:lnTo>
                  <a:lnTo>
                    <a:pt x="890" y="336"/>
                  </a:lnTo>
                  <a:lnTo>
                    <a:pt x="890" y="356"/>
                  </a:lnTo>
                  <a:lnTo>
                    <a:pt x="831" y="297"/>
                  </a:lnTo>
                  <a:lnTo>
                    <a:pt x="811" y="297"/>
                  </a:lnTo>
                  <a:lnTo>
                    <a:pt x="831" y="317"/>
                  </a:lnTo>
                  <a:lnTo>
                    <a:pt x="831" y="336"/>
                  </a:lnTo>
                  <a:lnTo>
                    <a:pt x="791" y="317"/>
                  </a:lnTo>
                  <a:lnTo>
                    <a:pt x="850" y="356"/>
                  </a:lnTo>
                  <a:lnTo>
                    <a:pt x="771" y="356"/>
                  </a:lnTo>
                  <a:lnTo>
                    <a:pt x="811" y="396"/>
                  </a:lnTo>
                  <a:lnTo>
                    <a:pt x="831" y="415"/>
                  </a:lnTo>
                  <a:lnTo>
                    <a:pt x="791" y="396"/>
                  </a:lnTo>
                  <a:lnTo>
                    <a:pt x="752" y="396"/>
                  </a:lnTo>
                  <a:lnTo>
                    <a:pt x="771" y="435"/>
                  </a:lnTo>
                  <a:lnTo>
                    <a:pt x="850" y="494"/>
                  </a:lnTo>
                  <a:lnTo>
                    <a:pt x="850" y="514"/>
                  </a:lnTo>
                  <a:lnTo>
                    <a:pt x="831" y="494"/>
                  </a:lnTo>
                  <a:lnTo>
                    <a:pt x="791" y="475"/>
                  </a:lnTo>
                  <a:lnTo>
                    <a:pt x="811" y="494"/>
                  </a:lnTo>
                  <a:lnTo>
                    <a:pt x="771" y="475"/>
                  </a:lnTo>
                  <a:lnTo>
                    <a:pt x="752" y="494"/>
                  </a:lnTo>
                  <a:lnTo>
                    <a:pt x="732" y="494"/>
                  </a:lnTo>
                  <a:lnTo>
                    <a:pt x="890" y="652"/>
                  </a:lnTo>
                  <a:lnTo>
                    <a:pt x="969" y="731"/>
                  </a:lnTo>
                  <a:lnTo>
                    <a:pt x="1068" y="791"/>
                  </a:lnTo>
                  <a:lnTo>
                    <a:pt x="1068" y="791"/>
                  </a:lnTo>
                  <a:lnTo>
                    <a:pt x="1008" y="771"/>
                  </a:lnTo>
                  <a:lnTo>
                    <a:pt x="969" y="771"/>
                  </a:lnTo>
                  <a:lnTo>
                    <a:pt x="910" y="731"/>
                  </a:lnTo>
                  <a:lnTo>
                    <a:pt x="870" y="712"/>
                  </a:lnTo>
                  <a:lnTo>
                    <a:pt x="870" y="692"/>
                  </a:lnTo>
                  <a:lnTo>
                    <a:pt x="910" y="712"/>
                  </a:lnTo>
                  <a:lnTo>
                    <a:pt x="929" y="731"/>
                  </a:lnTo>
                  <a:lnTo>
                    <a:pt x="929" y="712"/>
                  </a:lnTo>
                  <a:lnTo>
                    <a:pt x="791" y="652"/>
                  </a:lnTo>
                  <a:lnTo>
                    <a:pt x="752" y="613"/>
                  </a:lnTo>
                  <a:lnTo>
                    <a:pt x="732" y="593"/>
                  </a:lnTo>
                  <a:lnTo>
                    <a:pt x="653" y="534"/>
                  </a:lnTo>
                  <a:lnTo>
                    <a:pt x="653" y="554"/>
                  </a:lnTo>
                  <a:lnTo>
                    <a:pt x="673" y="573"/>
                  </a:lnTo>
                  <a:lnTo>
                    <a:pt x="633" y="573"/>
                  </a:lnTo>
                  <a:lnTo>
                    <a:pt x="653" y="593"/>
                  </a:lnTo>
                  <a:lnTo>
                    <a:pt x="653" y="613"/>
                  </a:lnTo>
                  <a:lnTo>
                    <a:pt x="692" y="652"/>
                  </a:lnTo>
                  <a:lnTo>
                    <a:pt x="673" y="652"/>
                  </a:lnTo>
                  <a:lnTo>
                    <a:pt x="633" y="633"/>
                  </a:lnTo>
                  <a:lnTo>
                    <a:pt x="653" y="672"/>
                  </a:lnTo>
                  <a:lnTo>
                    <a:pt x="712" y="712"/>
                  </a:lnTo>
                  <a:lnTo>
                    <a:pt x="791" y="771"/>
                  </a:lnTo>
                  <a:lnTo>
                    <a:pt x="811" y="810"/>
                  </a:lnTo>
                  <a:lnTo>
                    <a:pt x="791" y="810"/>
                  </a:lnTo>
                  <a:lnTo>
                    <a:pt x="771" y="791"/>
                  </a:lnTo>
                  <a:lnTo>
                    <a:pt x="752" y="771"/>
                  </a:lnTo>
                  <a:lnTo>
                    <a:pt x="771" y="810"/>
                  </a:lnTo>
                  <a:lnTo>
                    <a:pt x="712" y="791"/>
                  </a:lnTo>
                  <a:lnTo>
                    <a:pt x="712" y="771"/>
                  </a:lnTo>
                  <a:lnTo>
                    <a:pt x="692" y="751"/>
                  </a:lnTo>
                  <a:lnTo>
                    <a:pt x="692" y="771"/>
                  </a:lnTo>
                  <a:lnTo>
                    <a:pt x="752" y="830"/>
                  </a:lnTo>
                  <a:lnTo>
                    <a:pt x="712" y="830"/>
                  </a:lnTo>
                  <a:lnTo>
                    <a:pt x="633" y="791"/>
                  </a:lnTo>
                  <a:lnTo>
                    <a:pt x="574" y="791"/>
                  </a:lnTo>
                  <a:lnTo>
                    <a:pt x="653" y="850"/>
                  </a:lnTo>
                  <a:lnTo>
                    <a:pt x="692" y="889"/>
                  </a:lnTo>
                  <a:lnTo>
                    <a:pt x="692" y="870"/>
                  </a:lnTo>
                  <a:lnTo>
                    <a:pt x="712" y="889"/>
                  </a:lnTo>
                  <a:lnTo>
                    <a:pt x="732" y="909"/>
                  </a:lnTo>
                  <a:lnTo>
                    <a:pt x="771" y="929"/>
                  </a:lnTo>
                  <a:lnTo>
                    <a:pt x="811" y="968"/>
                  </a:lnTo>
                  <a:lnTo>
                    <a:pt x="791" y="968"/>
                  </a:lnTo>
                  <a:lnTo>
                    <a:pt x="771" y="949"/>
                  </a:lnTo>
                  <a:lnTo>
                    <a:pt x="752" y="929"/>
                  </a:lnTo>
                  <a:lnTo>
                    <a:pt x="712" y="929"/>
                  </a:lnTo>
                  <a:lnTo>
                    <a:pt x="594" y="810"/>
                  </a:lnTo>
                  <a:lnTo>
                    <a:pt x="574" y="791"/>
                  </a:lnTo>
                  <a:lnTo>
                    <a:pt x="574" y="810"/>
                  </a:lnTo>
                  <a:lnTo>
                    <a:pt x="574" y="810"/>
                  </a:lnTo>
                  <a:lnTo>
                    <a:pt x="594" y="830"/>
                  </a:lnTo>
                  <a:lnTo>
                    <a:pt x="633" y="850"/>
                  </a:lnTo>
                  <a:lnTo>
                    <a:pt x="692" y="929"/>
                  </a:lnTo>
                  <a:lnTo>
                    <a:pt x="732" y="1008"/>
                  </a:lnTo>
                  <a:lnTo>
                    <a:pt x="732" y="1008"/>
                  </a:lnTo>
                  <a:lnTo>
                    <a:pt x="673" y="949"/>
                  </a:lnTo>
                  <a:lnTo>
                    <a:pt x="633" y="909"/>
                  </a:lnTo>
                  <a:lnTo>
                    <a:pt x="594" y="870"/>
                  </a:lnTo>
                  <a:lnTo>
                    <a:pt x="534" y="830"/>
                  </a:lnTo>
                  <a:lnTo>
                    <a:pt x="534" y="830"/>
                  </a:lnTo>
                  <a:lnTo>
                    <a:pt x="554" y="870"/>
                  </a:lnTo>
                  <a:lnTo>
                    <a:pt x="574" y="889"/>
                  </a:lnTo>
                  <a:lnTo>
                    <a:pt x="534" y="870"/>
                  </a:lnTo>
                  <a:lnTo>
                    <a:pt x="534" y="889"/>
                  </a:lnTo>
                  <a:lnTo>
                    <a:pt x="554" y="929"/>
                  </a:lnTo>
                  <a:lnTo>
                    <a:pt x="574" y="929"/>
                  </a:lnTo>
                  <a:lnTo>
                    <a:pt x="594" y="949"/>
                  </a:lnTo>
                  <a:lnTo>
                    <a:pt x="574" y="968"/>
                  </a:lnTo>
                  <a:lnTo>
                    <a:pt x="554" y="968"/>
                  </a:lnTo>
                  <a:lnTo>
                    <a:pt x="574" y="988"/>
                  </a:lnTo>
                  <a:lnTo>
                    <a:pt x="554" y="988"/>
                  </a:lnTo>
                  <a:lnTo>
                    <a:pt x="554" y="1008"/>
                  </a:lnTo>
                  <a:lnTo>
                    <a:pt x="574" y="1028"/>
                  </a:lnTo>
                  <a:lnTo>
                    <a:pt x="574" y="1008"/>
                  </a:lnTo>
                  <a:lnTo>
                    <a:pt x="613" y="1008"/>
                  </a:lnTo>
                  <a:lnTo>
                    <a:pt x="653" y="1047"/>
                  </a:lnTo>
                  <a:lnTo>
                    <a:pt x="653" y="1067"/>
                  </a:lnTo>
                  <a:lnTo>
                    <a:pt x="673" y="1087"/>
                  </a:lnTo>
                  <a:lnTo>
                    <a:pt x="692" y="1107"/>
                  </a:lnTo>
                  <a:lnTo>
                    <a:pt x="692" y="1126"/>
                  </a:lnTo>
                  <a:lnTo>
                    <a:pt x="712" y="1146"/>
                  </a:lnTo>
                  <a:lnTo>
                    <a:pt x="712" y="1166"/>
                  </a:lnTo>
                  <a:lnTo>
                    <a:pt x="712" y="1186"/>
                  </a:lnTo>
                  <a:lnTo>
                    <a:pt x="673" y="1166"/>
                  </a:lnTo>
                  <a:lnTo>
                    <a:pt x="653" y="1146"/>
                  </a:lnTo>
                  <a:lnTo>
                    <a:pt x="653" y="1166"/>
                  </a:lnTo>
                  <a:lnTo>
                    <a:pt x="613" y="1126"/>
                  </a:lnTo>
                  <a:lnTo>
                    <a:pt x="613" y="1146"/>
                  </a:lnTo>
                  <a:lnTo>
                    <a:pt x="633" y="1166"/>
                  </a:lnTo>
                  <a:lnTo>
                    <a:pt x="613" y="1166"/>
                  </a:lnTo>
                  <a:lnTo>
                    <a:pt x="594" y="1126"/>
                  </a:lnTo>
                  <a:lnTo>
                    <a:pt x="534" y="1087"/>
                  </a:lnTo>
                  <a:lnTo>
                    <a:pt x="594" y="1146"/>
                  </a:lnTo>
                  <a:lnTo>
                    <a:pt x="554" y="1126"/>
                  </a:lnTo>
                  <a:lnTo>
                    <a:pt x="574" y="1146"/>
                  </a:lnTo>
                  <a:lnTo>
                    <a:pt x="594" y="1166"/>
                  </a:lnTo>
                  <a:lnTo>
                    <a:pt x="554" y="1146"/>
                  </a:lnTo>
                  <a:lnTo>
                    <a:pt x="554" y="1166"/>
                  </a:lnTo>
                  <a:lnTo>
                    <a:pt x="594" y="1205"/>
                  </a:lnTo>
                  <a:lnTo>
                    <a:pt x="633" y="1225"/>
                  </a:lnTo>
                  <a:lnTo>
                    <a:pt x="692" y="1265"/>
                  </a:lnTo>
                  <a:lnTo>
                    <a:pt x="692" y="1284"/>
                  </a:lnTo>
                  <a:lnTo>
                    <a:pt x="692" y="1304"/>
                  </a:lnTo>
                  <a:lnTo>
                    <a:pt x="673" y="1304"/>
                  </a:lnTo>
                  <a:lnTo>
                    <a:pt x="633" y="1284"/>
                  </a:lnTo>
                  <a:lnTo>
                    <a:pt x="673" y="1324"/>
                  </a:lnTo>
                  <a:lnTo>
                    <a:pt x="673" y="1324"/>
                  </a:lnTo>
                  <a:lnTo>
                    <a:pt x="633" y="1304"/>
                  </a:lnTo>
                  <a:lnTo>
                    <a:pt x="594" y="1284"/>
                  </a:lnTo>
                  <a:lnTo>
                    <a:pt x="594" y="1265"/>
                  </a:lnTo>
                  <a:lnTo>
                    <a:pt x="534" y="1225"/>
                  </a:lnTo>
                  <a:lnTo>
                    <a:pt x="495" y="1205"/>
                  </a:lnTo>
                  <a:lnTo>
                    <a:pt x="495" y="1205"/>
                  </a:lnTo>
                  <a:lnTo>
                    <a:pt x="542" y="1241"/>
                  </a:lnTo>
                  <a:lnTo>
                    <a:pt x="542" y="1241"/>
                  </a:lnTo>
                  <a:lnTo>
                    <a:pt x="495" y="1225"/>
                  </a:lnTo>
                  <a:lnTo>
                    <a:pt x="515" y="1265"/>
                  </a:lnTo>
                  <a:lnTo>
                    <a:pt x="534" y="1284"/>
                  </a:lnTo>
                  <a:lnTo>
                    <a:pt x="534" y="1284"/>
                  </a:lnTo>
                  <a:lnTo>
                    <a:pt x="436" y="1205"/>
                  </a:lnTo>
                  <a:lnTo>
                    <a:pt x="455" y="1225"/>
                  </a:lnTo>
                  <a:lnTo>
                    <a:pt x="436" y="1225"/>
                  </a:lnTo>
                  <a:lnTo>
                    <a:pt x="455" y="1245"/>
                  </a:lnTo>
                  <a:lnTo>
                    <a:pt x="475" y="1245"/>
                  </a:lnTo>
                  <a:lnTo>
                    <a:pt x="495" y="1265"/>
                  </a:lnTo>
                  <a:lnTo>
                    <a:pt x="495" y="1284"/>
                  </a:lnTo>
                  <a:lnTo>
                    <a:pt x="455" y="1284"/>
                  </a:lnTo>
                  <a:lnTo>
                    <a:pt x="495" y="1324"/>
                  </a:lnTo>
                  <a:lnTo>
                    <a:pt x="495" y="1304"/>
                  </a:lnTo>
                  <a:lnTo>
                    <a:pt x="515" y="1324"/>
                  </a:lnTo>
                  <a:lnTo>
                    <a:pt x="534" y="1344"/>
                  </a:lnTo>
                  <a:lnTo>
                    <a:pt x="534" y="1363"/>
                  </a:lnTo>
                  <a:lnTo>
                    <a:pt x="534" y="1383"/>
                  </a:lnTo>
                  <a:lnTo>
                    <a:pt x="554" y="1423"/>
                  </a:lnTo>
                  <a:lnTo>
                    <a:pt x="495" y="1403"/>
                  </a:lnTo>
                  <a:lnTo>
                    <a:pt x="445" y="1354"/>
                  </a:lnTo>
                  <a:lnTo>
                    <a:pt x="455" y="1383"/>
                  </a:lnTo>
                  <a:lnTo>
                    <a:pt x="436" y="1383"/>
                  </a:lnTo>
                  <a:lnTo>
                    <a:pt x="376" y="1363"/>
                  </a:lnTo>
                  <a:lnTo>
                    <a:pt x="337" y="1344"/>
                  </a:lnTo>
                  <a:lnTo>
                    <a:pt x="317" y="1344"/>
                  </a:lnTo>
                  <a:lnTo>
                    <a:pt x="396" y="1383"/>
                  </a:lnTo>
                  <a:lnTo>
                    <a:pt x="396" y="1403"/>
                  </a:lnTo>
                  <a:lnTo>
                    <a:pt x="436" y="1423"/>
                  </a:lnTo>
                  <a:lnTo>
                    <a:pt x="455" y="1442"/>
                  </a:lnTo>
                  <a:lnTo>
                    <a:pt x="455" y="1442"/>
                  </a:lnTo>
                  <a:lnTo>
                    <a:pt x="396" y="1423"/>
                  </a:lnTo>
                  <a:lnTo>
                    <a:pt x="376" y="1423"/>
                  </a:lnTo>
                  <a:lnTo>
                    <a:pt x="436" y="1462"/>
                  </a:lnTo>
                  <a:lnTo>
                    <a:pt x="455" y="1521"/>
                  </a:lnTo>
                  <a:lnTo>
                    <a:pt x="436" y="1502"/>
                  </a:lnTo>
                  <a:lnTo>
                    <a:pt x="416" y="1482"/>
                  </a:lnTo>
                  <a:lnTo>
                    <a:pt x="396" y="1462"/>
                  </a:lnTo>
                  <a:lnTo>
                    <a:pt x="436" y="1521"/>
                  </a:lnTo>
                  <a:lnTo>
                    <a:pt x="455" y="1541"/>
                  </a:lnTo>
                  <a:lnTo>
                    <a:pt x="475" y="1561"/>
                  </a:lnTo>
                  <a:lnTo>
                    <a:pt x="416" y="1541"/>
                  </a:lnTo>
                  <a:lnTo>
                    <a:pt x="455" y="1581"/>
                  </a:lnTo>
                  <a:lnTo>
                    <a:pt x="455" y="1600"/>
                  </a:lnTo>
                  <a:lnTo>
                    <a:pt x="495" y="1620"/>
                  </a:lnTo>
                  <a:lnTo>
                    <a:pt x="534" y="1660"/>
                  </a:lnTo>
                  <a:lnTo>
                    <a:pt x="455" y="1640"/>
                  </a:lnTo>
                  <a:lnTo>
                    <a:pt x="455" y="1620"/>
                  </a:lnTo>
                  <a:lnTo>
                    <a:pt x="416" y="1600"/>
                  </a:lnTo>
                  <a:lnTo>
                    <a:pt x="376" y="1561"/>
                  </a:lnTo>
                  <a:lnTo>
                    <a:pt x="337" y="1521"/>
                  </a:lnTo>
                  <a:lnTo>
                    <a:pt x="317" y="1521"/>
                  </a:lnTo>
                  <a:lnTo>
                    <a:pt x="337" y="1541"/>
                  </a:lnTo>
                  <a:lnTo>
                    <a:pt x="357" y="1561"/>
                  </a:lnTo>
                  <a:lnTo>
                    <a:pt x="357" y="1581"/>
                  </a:lnTo>
                  <a:lnTo>
                    <a:pt x="337" y="1561"/>
                  </a:lnTo>
                  <a:lnTo>
                    <a:pt x="297" y="1541"/>
                  </a:lnTo>
                  <a:lnTo>
                    <a:pt x="317" y="1561"/>
                  </a:lnTo>
                  <a:lnTo>
                    <a:pt x="297" y="1561"/>
                  </a:lnTo>
                  <a:lnTo>
                    <a:pt x="357" y="1600"/>
                  </a:lnTo>
                  <a:lnTo>
                    <a:pt x="396" y="1640"/>
                  </a:lnTo>
                  <a:lnTo>
                    <a:pt x="396" y="1640"/>
                  </a:lnTo>
                  <a:lnTo>
                    <a:pt x="317" y="1600"/>
                  </a:lnTo>
                  <a:lnTo>
                    <a:pt x="357" y="1640"/>
                  </a:lnTo>
                  <a:lnTo>
                    <a:pt x="416" y="1679"/>
                  </a:lnTo>
                  <a:lnTo>
                    <a:pt x="455" y="1719"/>
                  </a:lnTo>
                  <a:lnTo>
                    <a:pt x="495" y="1739"/>
                  </a:lnTo>
                  <a:lnTo>
                    <a:pt x="534" y="1758"/>
                  </a:lnTo>
                  <a:lnTo>
                    <a:pt x="554" y="1798"/>
                  </a:lnTo>
                  <a:lnTo>
                    <a:pt x="515" y="1778"/>
                  </a:lnTo>
                  <a:lnTo>
                    <a:pt x="455" y="1758"/>
                  </a:lnTo>
                  <a:lnTo>
                    <a:pt x="357" y="1679"/>
                  </a:lnTo>
                  <a:lnTo>
                    <a:pt x="218" y="1581"/>
                  </a:lnTo>
                  <a:lnTo>
                    <a:pt x="238" y="1620"/>
                  </a:lnTo>
                  <a:lnTo>
                    <a:pt x="199" y="1620"/>
                  </a:lnTo>
                  <a:lnTo>
                    <a:pt x="258" y="1679"/>
                  </a:lnTo>
                  <a:lnTo>
                    <a:pt x="321" y="1730"/>
                  </a:lnTo>
                  <a:lnTo>
                    <a:pt x="321" y="1730"/>
                  </a:lnTo>
                  <a:lnTo>
                    <a:pt x="337" y="1778"/>
                  </a:lnTo>
                  <a:lnTo>
                    <a:pt x="337" y="1798"/>
                  </a:lnTo>
                  <a:lnTo>
                    <a:pt x="337" y="1818"/>
                  </a:lnTo>
                  <a:lnTo>
                    <a:pt x="376" y="1857"/>
                  </a:lnTo>
                  <a:lnTo>
                    <a:pt x="455" y="1897"/>
                  </a:lnTo>
                  <a:lnTo>
                    <a:pt x="455" y="1916"/>
                  </a:lnTo>
                  <a:lnTo>
                    <a:pt x="475" y="1936"/>
                  </a:lnTo>
                  <a:lnTo>
                    <a:pt x="515" y="1976"/>
                  </a:lnTo>
                  <a:lnTo>
                    <a:pt x="495" y="1976"/>
                  </a:lnTo>
                  <a:lnTo>
                    <a:pt x="455" y="1936"/>
                  </a:lnTo>
                  <a:lnTo>
                    <a:pt x="436" y="1936"/>
                  </a:lnTo>
                  <a:lnTo>
                    <a:pt x="455" y="1976"/>
                  </a:lnTo>
                  <a:lnTo>
                    <a:pt x="396" y="1936"/>
                  </a:lnTo>
                  <a:lnTo>
                    <a:pt x="376" y="1916"/>
                  </a:lnTo>
                  <a:lnTo>
                    <a:pt x="416" y="1916"/>
                  </a:lnTo>
                  <a:lnTo>
                    <a:pt x="376" y="1877"/>
                  </a:lnTo>
                  <a:lnTo>
                    <a:pt x="376" y="1897"/>
                  </a:lnTo>
                  <a:lnTo>
                    <a:pt x="357" y="1897"/>
                  </a:lnTo>
                  <a:lnTo>
                    <a:pt x="278" y="1837"/>
                  </a:lnTo>
                  <a:lnTo>
                    <a:pt x="297" y="1857"/>
                  </a:lnTo>
                  <a:lnTo>
                    <a:pt x="317" y="1877"/>
                  </a:lnTo>
                  <a:lnTo>
                    <a:pt x="337" y="1897"/>
                  </a:lnTo>
                  <a:lnTo>
                    <a:pt x="357" y="1916"/>
                  </a:lnTo>
                  <a:lnTo>
                    <a:pt x="297" y="1897"/>
                  </a:lnTo>
                  <a:lnTo>
                    <a:pt x="278" y="1897"/>
                  </a:lnTo>
                  <a:lnTo>
                    <a:pt x="278" y="1916"/>
                  </a:lnTo>
                  <a:lnTo>
                    <a:pt x="258" y="1916"/>
                  </a:lnTo>
                  <a:lnTo>
                    <a:pt x="179" y="1857"/>
                  </a:lnTo>
                  <a:lnTo>
                    <a:pt x="179" y="1857"/>
                  </a:lnTo>
                  <a:lnTo>
                    <a:pt x="218" y="1936"/>
                  </a:lnTo>
                  <a:lnTo>
                    <a:pt x="238" y="1976"/>
                  </a:lnTo>
                  <a:lnTo>
                    <a:pt x="278" y="2015"/>
                  </a:lnTo>
                  <a:lnTo>
                    <a:pt x="317" y="2055"/>
                  </a:lnTo>
                  <a:lnTo>
                    <a:pt x="357" y="2055"/>
                  </a:lnTo>
                  <a:lnTo>
                    <a:pt x="337" y="2015"/>
                  </a:lnTo>
                  <a:lnTo>
                    <a:pt x="317" y="1995"/>
                  </a:lnTo>
                  <a:lnTo>
                    <a:pt x="357" y="1995"/>
                  </a:lnTo>
                  <a:lnTo>
                    <a:pt x="258" y="1916"/>
                  </a:lnTo>
                  <a:lnTo>
                    <a:pt x="258" y="1916"/>
                  </a:lnTo>
                  <a:lnTo>
                    <a:pt x="297" y="1936"/>
                  </a:lnTo>
                  <a:lnTo>
                    <a:pt x="376" y="1995"/>
                  </a:lnTo>
                  <a:lnTo>
                    <a:pt x="416" y="2035"/>
                  </a:lnTo>
                  <a:lnTo>
                    <a:pt x="416" y="2055"/>
                  </a:lnTo>
                  <a:lnTo>
                    <a:pt x="455" y="2074"/>
                  </a:lnTo>
                  <a:lnTo>
                    <a:pt x="475" y="2055"/>
                  </a:lnTo>
                  <a:lnTo>
                    <a:pt x="554" y="2114"/>
                  </a:lnTo>
                  <a:lnTo>
                    <a:pt x="613" y="2173"/>
                  </a:lnTo>
                  <a:lnTo>
                    <a:pt x="613" y="2173"/>
                  </a:lnTo>
                  <a:lnTo>
                    <a:pt x="673" y="2252"/>
                  </a:lnTo>
                  <a:lnTo>
                    <a:pt x="554" y="2173"/>
                  </a:lnTo>
                  <a:lnTo>
                    <a:pt x="554" y="2193"/>
                  </a:lnTo>
                  <a:lnTo>
                    <a:pt x="554" y="2213"/>
                  </a:lnTo>
                  <a:lnTo>
                    <a:pt x="594" y="2232"/>
                  </a:lnTo>
                  <a:lnTo>
                    <a:pt x="594" y="2213"/>
                  </a:lnTo>
                  <a:lnTo>
                    <a:pt x="633" y="2252"/>
                  </a:lnTo>
                  <a:lnTo>
                    <a:pt x="613" y="2252"/>
                  </a:lnTo>
                  <a:lnTo>
                    <a:pt x="653" y="2292"/>
                  </a:lnTo>
                  <a:lnTo>
                    <a:pt x="712" y="2331"/>
                  </a:lnTo>
                  <a:lnTo>
                    <a:pt x="673" y="2331"/>
                  </a:lnTo>
                  <a:lnTo>
                    <a:pt x="633" y="2311"/>
                  </a:lnTo>
                  <a:lnTo>
                    <a:pt x="594" y="2292"/>
                  </a:lnTo>
                  <a:lnTo>
                    <a:pt x="495" y="2193"/>
                  </a:lnTo>
                  <a:lnTo>
                    <a:pt x="515" y="2232"/>
                  </a:lnTo>
                  <a:lnTo>
                    <a:pt x="337" y="2094"/>
                  </a:lnTo>
                  <a:lnTo>
                    <a:pt x="297" y="2094"/>
                  </a:lnTo>
                  <a:lnTo>
                    <a:pt x="297" y="2114"/>
                  </a:lnTo>
                  <a:lnTo>
                    <a:pt x="159" y="2035"/>
                  </a:lnTo>
                  <a:lnTo>
                    <a:pt x="179" y="2074"/>
                  </a:lnTo>
                  <a:lnTo>
                    <a:pt x="159" y="2074"/>
                  </a:lnTo>
                  <a:lnTo>
                    <a:pt x="100" y="2055"/>
                  </a:lnTo>
                  <a:lnTo>
                    <a:pt x="120" y="2074"/>
                  </a:lnTo>
                  <a:lnTo>
                    <a:pt x="159" y="2094"/>
                  </a:lnTo>
                  <a:lnTo>
                    <a:pt x="218" y="2134"/>
                  </a:lnTo>
                  <a:lnTo>
                    <a:pt x="238" y="2134"/>
                  </a:lnTo>
                  <a:lnTo>
                    <a:pt x="278" y="2153"/>
                  </a:lnTo>
                  <a:lnTo>
                    <a:pt x="297" y="2173"/>
                  </a:lnTo>
                  <a:lnTo>
                    <a:pt x="357" y="2213"/>
                  </a:lnTo>
                  <a:lnTo>
                    <a:pt x="376" y="2213"/>
                  </a:lnTo>
                  <a:lnTo>
                    <a:pt x="416" y="2232"/>
                  </a:lnTo>
                  <a:lnTo>
                    <a:pt x="396" y="2252"/>
                  </a:lnTo>
                  <a:lnTo>
                    <a:pt x="396" y="2272"/>
                  </a:lnTo>
                  <a:lnTo>
                    <a:pt x="278" y="2173"/>
                  </a:lnTo>
                  <a:lnTo>
                    <a:pt x="278" y="2193"/>
                  </a:lnTo>
                  <a:lnTo>
                    <a:pt x="238" y="2193"/>
                  </a:lnTo>
                  <a:lnTo>
                    <a:pt x="199" y="2173"/>
                  </a:lnTo>
                  <a:lnTo>
                    <a:pt x="179" y="2153"/>
                  </a:lnTo>
                  <a:lnTo>
                    <a:pt x="159" y="2134"/>
                  </a:lnTo>
                  <a:lnTo>
                    <a:pt x="139" y="2114"/>
                  </a:lnTo>
                  <a:lnTo>
                    <a:pt x="100" y="2134"/>
                  </a:lnTo>
                  <a:lnTo>
                    <a:pt x="80" y="2114"/>
                  </a:lnTo>
                  <a:lnTo>
                    <a:pt x="80" y="2094"/>
                  </a:lnTo>
                  <a:lnTo>
                    <a:pt x="60" y="2094"/>
                  </a:lnTo>
                  <a:lnTo>
                    <a:pt x="60" y="2114"/>
                  </a:lnTo>
                  <a:lnTo>
                    <a:pt x="139" y="2173"/>
                  </a:lnTo>
                  <a:lnTo>
                    <a:pt x="80" y="2173"/>
                  </a:lnTo>
                  <a:lnTo>
                    <a:pt x="80" y="2193"/>
                  </a:lnTo>
                  <a:lnTo>
                    <a:pt x="120" y="2213"/>
                  </a:lnTo>
                  <a:lnTo>
                    <a:pt x="159" y="2252"/>
                  </a:lnTo>
                  <a:lnTo>
                    <a:pt x="199" y="2292"/>
                  </a:lnTo>
                  <a:lnTo>
                    <a:pt x="218" y="2311"/>
                  </a:lnTo>
                  <a:lnTo>
                    <a:pt x="238" y="2331"/>
                  </a:lnTo>
                  <a:lnTo>
                    <a:pt x="60" y="2213"/>
                  </a:lnTo>
                  <a:lnTo>
                    <a:pt x="80" y="2232"/>
                  </a:lnTo>
                  <a:lnTo>
                    <a:pt x="60" y="2232"/>
                  </a:lnTo>
                  <a:lnTo>
                    <a:pt x="120" y="2272"/>
                  </a:lnTo>
                  <a:lnTo>
                    <a:pt x="159" y="2311"/>
                  </a:lnTo>
                  <a:lnTo>
                    <a:pt x="179" y="2331"/>
                  </a:lnTo>
                  <a:lnTo>
                    <a:pt x="159" y="2331"/>
                  </a:lnTo>
                  <a:lnTo>
                    <a:pt x="179" y="2371"/>
                  </a:lnTo>
                  <a:lnTo>
                    <a:pt x="218" y="2391"/>
                  </a:lnTo>
                  <a:lnTo>
                    <a:pt x="278" y="2430"/>
                  </a:lnTo>
                  <a:lnTo>
                    <a:pt x="218" y="2430"/>
                  </a:lnTo>
                  <a:lnTo>
                    <a:pt x="139" y="2371"/>
                  </a:lnTo>
                  <a:lnTo>
                    <a:pt x="159" y="2371"/>
                  </a:lnTo>
                  <a:lnTo>
                    <a:pt x="139" y="2351"/>
                  </a:lnTo>
                  <a:lnTo>
                    <a:pt x="120" y="2371"/>
                  </a:lnTo>
                  <a:lnTo>
                    <a:pt x="80" y="2351"/>
                  </a:lnTo>
                  <a:lnTo>
                    <a:pt x="21" y="2311"/>
                  </a:lnTo>
                  <a:lnTo>
                    <a:pt x="40" y="2351"/>
                  </a:lnTo>
                  <a:lnTo>
                    <a:pt x="80" y="2371"/>
                  </a:lnTo>
                  <a:lnTo>
                    <a:pt x="80" y="2391"/>
                  </a:lnTo>
                  <a:lnTo>
                    <a:pt x="179" y="2470"/>
                  </a:lnTo>
                  <a:lnTo>
                    <a:pt x="199" y="2470"/>
                  </a:lnTo>
                  <a:lnTo>
                    <a:pt x="159" y="2450"/>
                  </a:lnTo>
                  <a:lnTo>
                    <a:pt x="139" y="2430"/>
                  </a:lnTo>
                  <a:lnTo>
                    <a:pt x="120" y="2410"/>
                  </a:lnTo>
                  <a:lnTo>
                    <a:pt x="120" y="2410"/>
                  </a:lnTo>
                  <a:lnTo>
                    <a:pt x="199" y="2450"/>
                  </a:lnTo>
                  <a:lnTo>
                    <a:pt x="238" y="2489"/>
                  </a:lnTo>
                  <a:lnTo>
                    <a:pt x="238" y="2489"/>
                  </a:lnTo>
                  <a:lnTo>
                    <a:pt x="199" y="2430"/>
                  </a:lnTo>
                  <a:lnTo>
                    <a:pt x="258" y="2489"/>
                  </a:lnTo>
                  <a:lnTo>
                    <a:pt x="278" y="2470"/>
                  </a:lnTo>
                  <a:lnTo>
                    <a:pt x="297" y="2470"/>
                  </a:lnTo>
                  <a:lnTo>
                    <a:pt x="357" y="2489"/>
                  </a:lnTo>
                  <a:lnTo>
                    <a:pt x="297" y="2430"/>
                  </a:lnTo>
                  <a:lnTo>
                    <a:pt x="297" y="2430"/>
                  </a:lnTo>
                  <a:lnTo>
                    <a:pt x="376" y="2489"/>
                  </a:lnTo>
                  <a:lnTo>
                    <a:pt x="475" y="2568"/>
                  </a:lnTo>
                  <a:lnTo>
                    <a:pt x="515" y="2608"/>
                  </a:lnTo>
                  <a:lnTo>
                    <a:pt x="534" y="2647"/>
                  </a:lnTo>
                  <a:lnTo>
                    <a:pt x="574" y="2687"/>
                  </a:lnTo>
                  <a:lnTo>
                    <a:pt x="594" y="2707"/>
                  </a:lnTo>
                  <a:lnTo>
                    <a:pt x="574" y="2707"/>
                  </a:lnTo>
                  <a:lnTo>
                    <a:pt x="633" y="2746"/>
                  </a:lnTo>
                  <a:lnTo>
                    <a:pt x="594" y="2746"/>
                  </a:lnTo>
                  <a:lnTo>
                    <a:pt x="613" y="2766"/>
                  </a:lnTo>
                  <a:lnTo>
                    <a:pt x="613" y="2766"/>
                  </a:lnTo>
                  <a:lnTo>
                    <a:pt x="455" y="2667"/>
                  </a:lnTo>
                  <a:lnTo>
                    <a:pt x="337" y="2568"/>
                  </a:lnTo>
                  <a:lnTo>
                    <a:pt x="317" y="2588"/>
                  </a:lnTo>
                  <a:lnTo>
                    <a:pt x="337" y="2628"/>
                  </a:lnTo>
                  <a:lnTo>
                    <a:pt x="337" y="2628"/>
                  </a:lnTo>
                  <a:lnTo>
                    <a:pt x="258" y="2568"/>
                  </a:lnTo>
                  <a:lnTo>
                    <a:pt x="179" y="2509"/>
                  </a:lnTo>
                  <a:lnTo>
                    <a:pt x="199" y="2529"/>
                  </a:lnTo>
                  <a:lnTo>
                    <a:pt x="258" y="2588"/>
                  </a:lnTo>
                  <a:lnTo>
                    <a:pt x="218" y="2568"/>
                  </a:lnTo>
                  <a:lnTo>
                    <a:pt x="199" y="2568"/>
                  </a:lnTo>
                  <a:lnTo>
                    <a:pt x="238" y="2608"/>
                  </a:lnTo>
                  <a:lnTo>
                    <a:pt x="297" y="2667"/>
                  </a:lnTo>
                  <a:lnTo>
                    <a:pt x="330" y="2667"/>
                  </a:lnTo>
                  <a:lnTo>
                    <a:pt x="357" y="2707"/>
                  </a:lnTo>
                  <a:lnTo>
                    <a:pt x="416" y="2707"/>
                  </a:lnTo>
                  <a:lnTo>
                    <a:pt x="455" y="2733"/>
                  </a:lnTo>
                  <a:lnTo>
                    <a:pt x="455" y="2733"/>
                  </a:lnTo>
                  <a:lnTo>
                    <a:pt x="455" y="2746"/>
                  </a:lnTo>
                  <a:lnTo>
                    <a:pt x="475" y="2766"/>
                  </a:lnTo>
                  <a:lnTo>
                    <a:pt x="495" y="2766"/>
                  </a:lnTo>
                  <a:lnTo>
                    <a:pt x="475" y="2726"/>
                  </a:lnTo>
                  <a:lnTo>
                    <a:pt x="475" y="2726"/>
                  </a:lnTo>
                  <a:lnTo>
                    <a:pt x="515" y="2746"/>
                  </a:lnTo>
                  <a:lnTo>
                    <a:pt x="554" y="2746"/>
                  </a:lnTo>
                  <a:lnTo>
                    <a:pt x="633" y="2825"/>
                  </a:lnTo>
                  <a:lnTo>
                    <a:pt x="554" y="2786"/>
                  </a:lnTo>
                  <a:lnTo>
                    <a:pt x="554" y="2805"/>
                  </a:lnTo>
                  <a:lnTo>
                    <a:pt x="574" y="2825"/>
                  </a:lnTo>
                  <a:lnTo>
                    <a:pt x="613" y="2825"/>
                  </a:lnTo>
                  <a:lnTo>
                    <a:pt x="653" y="2884"/>
                  </a:lnTo>
                  <a:lnTo>
                    <a:pt x="653" y="2904"/>
                  </a:lnTo>
                  <a:lnTo>
                    <a:pt x="673" y="2904"/>
                  </a:lnTo>
                  <a:lnTo>
                    <a:pt x="732" y="2963"/>
                  </a:lnTo>
                  <a:lnTo>
                    <a:pt x="791" y="3003"/>
                  </a:lnTo>
                  <a:lnTo>
                    <a:pt x="791" y="3003"/>
                  </a:lnTo>
                  <a:lnTo>
                    <a:pt x="771" y="2983"/>
                  </a:lnTo>
                  <a:lnTo>
                    <a:pt x="732" y="2944"/>
                  </a:lnTo>
                  <a:lnTo>
                    <a:pt x="752" y="2944"/>
                  </a:lnTo>
                  <a:lnTo>
                    <a:pt x="811" y="2983"/>
                  </a:lnTo>
                  <a:lnTo>
                    <a:pt x="771" y="2924"/>
                  </a:lnTo>
                  <a:lnTo>
                    <a:pt x="791" y="2944"/>
                  </a:lnTo>
                  <a:lnTo>
                    <a:pt x="811" y="2944"/>
                  </a:lnTo>
                  <a:lnTo>
                    <a:pt x="791" y="2904"/>
                  </a:lnTo>
                  <a:lnTo>
                    <a:pt x="752" y="2884"/>
                  </a:lnTo>
                  <a:lnTo>
                    <a:pt x="732" y="2845"/>
                  </a:lnTo>
                  <a:lnTo>
                    <a:pt x="673" y="2786"/>
                  </a:lnTo>
                  <a:lnTo>
                    <a:pt x="732" y="2825"/>
                  </a:lnTo>
                  <a:lnTo>
                    <a:pt x="771" y="2845"/>
                  </a:lnTo>
                  <a:lnTo>
                    <a:pt x="692" y="2766"/>
                  </a:lnTo>
                  <a:lnTo>
                    <a:pt x="673" y="2746"/>
                  </a:lnTo>
                  <a:lnTo>
                    <a:pt x="653" y="2726"/>
                  </a:lnTo>
                  <a:lnTo>
                    <a:pt x="633" y="2726"/>
                  </a:lnTo>
                  <a:lnTo>
                    <a:pt x="653" y="2746"/>
                  </a:lnTo>
                  <a:lnTo>
                    <a:pt x="673" y="2766"/>
                  </a:lnTo>
                  <a:lnTo>
                    <a:pt x="673" y="2766"/>
                  </a:lnTo>
                  <a:lnTo>
                    <a:pt x="613" y="2726"/>
                  </a:lnTo>
                  <a:lnTo>
                    <a:pt x="574" y="2667"/>
                  </a:lnTo>
                  <a:lnTo>
                    <a:pt x="633" y="2707"/>
                  </a:lnTo>
                  <a:lnTo>
                    <a:pt x="673" y="2707"/>
                  </a:lnTo>
                  <a:lnTo>
                    <a:pt x="692" y="2726"/>
                  </a:lnTo>
                  <a:lnTo>
                    <a:pt x="712" y="2746"/>
                  </a:lnTo>
                  <a:lnTo>
                    <a:pt x="752" y="2786"/>
                  </a:lnTo>
                  <a:lnTo>
                    <a:pt x="791" y="2805"/>
                  </a:lnTo>
                  <a:lnTo>
                    <a:pt x="752" y="2766"/>
                  </a:lnTo>
                  <a:lnTo>
                    <a:pt x="732" y="2746"/>
                  </a:lnTo>
                  <a:lnTo>
                    <a:pt x="673" y="2687"/>
                  </a:lnTo>
                  <a:lnTo>
                    <a:pt x="692" y="2687"/>
                  </a:lnTo>
                  <a:lnTo>
                    <a:pt x="692" y="2667"/>
                  </a:lnTo>
                  <a:lnTo>
                    <a:pt x="673" y="2647"/>
                  </a:lnTo>
                  <a:lnTo>
                    <a:pt x="673" y="2628"/>
                  </a:lnTo>
                  <a:lnTo>
                    <a:pt x="712" y="2647"/>
                  </a:lnTo>
                  <a:lnTo>
                    <a:pt x="633" y="2588"/>
                  </a:lnTo>
                  <a:lnTo>
                    <a:pt x="633" y="2568"/>
                  </a:lnTo>
                  <a:lnTo>
                    <a:pt x="633" y="2549"/>
                  </a:lnTo>
                  <a:lnTo>
                    <a:pt x="673" y="2568"/>
                  </a:lnTo>
                  <a:lnTo>
                    <a:pt x="633" y="2489"/>
                  </a:lnTo>
                  <a:lnTo>
                    <a:pt x="534" y="2450"/>
                  </a:lnTo>
                  <a:lnTo>
                    <a:pt x="503" y="2419"/>
                  </a:lnTo>
                  <a:lnTo>
                    <a:pt x="515" y="2430"/>
                  </a:lnTo>
                  <a:lnTo>
                    <a:pt x="554" y="2450"/>
                  </a:lnTo>
                  <a:lnTo>
                    <a:pt x="574" y="2450"/>
                  </a:lnTo>
                  <a:lnTo>
                    <a:pt x="554" y="2430"/>
                  </a:lnTo>
                  <a:lnTo>
                    <a:pt x="692" y="2529"/>
                  </a:lnTo>
                  <a:lnTo>
                    <a:pt x="653" y="2489"/>
                  </a:lnTo>
                  <a:lnTo>
                    <a:pt x="633" y="2450"/>
                  </a:lnTo>
                  <a:lnTo>
                    <a:pt x="712" y="2509"/>
                  </a:lnTo>
                  <a:lnTo>
                    <a:pt x="752" y="2549"/>
                  </a:lnTo>
                  <a:lnTo>
                    <a:pt x="712" y="2549"/>
                  </a:lnTo>
                  <a:lnTo>
                    <a:pt x="732" y="2568"/>
                  </a:lnTo>
                  <a:lnTo>
                    <a:pt x="732" y="2588"/>
                  </a:lnTo>
                  <a:lnTo>
                    <a:pt x="712" y="2588"/>
                  </a:lnTo>
                  <a:lnTo>
                    <a:pt x="752" y="2608"/>
                  </a:lnTo>
                  <a:lnTo>
                    <a:pt x="771" y="2628"/>
                  </a:lnTo>
                  <a:lnTo>
                    <a:pt x="771" y="2647"/>
                  </a:lnTo>
                  <a:lnTo>
                    <a:pt x="791" y="2647"/>
                  </a:lnTo>
                  <a:lnTo>
                    <a:pt x="831" y="2667"/>
                  </a:lnTo>
                  <a:lnTo>
                    <a:pt x="870" y="2687"/>
                  </a:lnTo>
                  <a:lnTo>
                    <a:pt x="850" y="2667"/>
                  </a:lnTo>
                  <a:lnTo>
                    <a:pt x="910" y="2687"/>
                  </a:lnTo>
                  <a:lnTo>
                    <a:pt x="949" y="2726"/>
                  </a:lnTo>
                  <a:lnTo>
                    <a:pt x="949" y="2746"/>
                  </a:lnTo>
                  <a:lnTo>
                    <a:pt x="969" y="2766"/>
                  </a:lnTo>
                  <a:lnTo>
                    <a:pt x="989" y="2766"/>
                  </a:lnTo>
                  <a:lnTo>
                    <a:pt x="1008" y="2746"/>
                  </a:lnTo>
                  <a:lnTo>
                    <a:pt x="850" y="2608"/>
                  </a:lnTo>
                  <a:lnTo>
                    <a:pt x="831" y="2568"/>
                  </a:lnTo>
                  <a:lnTo>
                    <a:pt x="850" y="2568"/>
                  </a:lnTo>
                  <a:lnTo>
                    <a:pt x="890" y="2608"/>
                  </a:lnTo>
                  <a:lnTo>
                    <a:pt x="929" y="2647"/>
                  </a:lnTo>
                  <a:lnTo>
                    <a:pt x="969" y="2647"/>
                  </a:lnTo>
                  <a:lnTo>
                    <a:pt x="929" y="2628"/>
                  </a:lnTo>
                  <a:lnTo>
                    <a:pt x="949" y="2608"/>
                  </a:lnTo>
                  <a:lnTo>
                    <a:pt x="1028" y="2647"/>
                  </a:lnTo>
                  <a:lnTo>
                    <a:pt x="1028" y="2667"/>
                  </a:lnTo>
                  <a:lnTo>
                    <a:pt x="1008" y="2667"/>
                  </a:lnTo>
                  <a:lnTo>
                    <a:pt x="1008" y="2687"/>
                  </a:lnTo>
                  <a:lnTo>
                    <a:pt x="1048" y="2707"/>
                  </a:lnTo>
                  <a:lnTo>
                    <a:pt x="1028" y="2707"/>
                  </a:lnTo>
                  <a:lnTo>
                    <a:pt x="1087" y="2726"/>
                  </a:lnTo>
                  <a:lnTo>
                    <a:pt x="1107" y="2726"/>
                  </a:lnTo>
                  <a:lnTo>
                    <a:pt x="1068" y="2707"/>
                  </a:lnTo>
                  <a:lnTo>
                    <a:pt x="1087" y="2707"/>
                  </a:lnTo>
                  <a:lnTo>
                    <a:pt x="1147" y="2746"/>
                  </a:lnTo>
                  <a:lnTo>
                    <a:pt x="1186" y="2726"/>
                  </a:lnTo>
                  <a:lnTo>
                    <a:pt x="1206" y="2726"/>
                  </a:lnTo>
                  <a:lnTo>
                    <a:pt x="1206" y="2707"/>
                  </a:lnTo>
                  <a:lnTo>
                    <a:pt x="1166" y="2667"/>
                  </a:lnTo>
                  <a:lnTo>
                    <a:pt x="1087" y="2588"/>
                  </a:lnTo>
                  <a:lnTo>
                    <a:pt x="1087" y="2588"/>
                  </a:lnTo>
                  <a:lnTo>
                    <a:pt x="1186" y="2647"/>
                  </a:lnTo>
                  <a:lnTo>
                    <a:pt x="1245" y="2667"/>
                  </a:lnTo>
                  <a:lnTo>
                    <a:pt x="1186" y="2628"/>
                  </a:lnTo>
                  <a:lnTo>
                    <a:pt x="1147" y="2588"/>
                  </a:lnTo>
                  <a:lnTo>
                    <a:pt x="1087" y="2549"/>
                  </a:lnTo>
                  <a:lnTo>
                    <a:pt x="1087" y="2529"/>
                  </a:lnTo>
                  <a:lnTo>
                    <a:pt x="1147" y="2568"/>
                  </a:lnTo>
                  <a:lnTo>
                    <a:pt x="1166" y="2588"/>
                  </a:lnTo>
                  <a:lnTo>
                    <a:pt x="1206" y="2588"/>
                  </a:lnTo>
                  <a:lnTo>
                    <a:pt x="1265" y="2608"/>
                  </a:lnTo>
                  <a:lnTo>
                    <a:pt x="1226" y="2568"/>
                  </a:lnTo>
                  <a:lnTo>
                    <a:pt x="1206" y="2549"/>
                  </a:lnTo>
                  <a:lnTo>
                    <a:pt x="1186" y="2549"/>
                  </a:lnTo>
                  <a:lnTo>
                    <a:pt x="1127" y="2489"/>
                  </a:lnTo>
                  <a:lnTo>
                    <a:pt x="1166" y="2489"/>
                  </a:lnTo>
                  <a:lnTo>
                    <a:pt x="1206" y="2509"/>
                  </a:lnTo>
                  <a:lnTo>
                    <a:pt x="1226" y="2529"/>
                  </a:lnTo>
                  <a:lnTo>
                    <a:pt x="1245" y="2549"/>
                  </a:lnTo>
                  <a:lnTo>
                    <a:pt x="1265" y="2549"/>
                  </a:lnTo>
                  <a:lnTo>
                    <a:pt x="1245" y="2529"/>
                  </a:lnTo>
                  <a:lnTo>
                    <a:pt x="1265" y="2509"/>
                  </a:lnTo>
                  <a:lnTo>
                    <a:pt x="1285" y="2529"/>
                  </a:lnTo>
                  <a:lnTo>
                    <a:pt x="1305" y="2509"/>
                  </a:lnTo>
                  <a:lnTo>
                    <a:pt x="1265" y="2470"/>
                  </a:lnTo>
                  <a:lnTo>
                    <a:pt x="1285" y="2470"/>
                  </a:lnTo>
                  <a:lnTo>
                    <a:pt x="1285" y="2450"/>
                  </a:lnTo>
                  <a:lnTo>
                    <a:pt x="1219" y="2397"/>
                  </a:lnTo>
                  <a:lnTo>
                    <a:pt x="1219" y="2397"/>
                  </a:lnTo>
                  <a:lnTo>
                    <a:pt x="1245" y="2410"/>
                  </a:lnTo>
                  <a:lnTo>
                    <a:pt x="1324" y="2470"/>
                  </a:lnTo>
                  <a:lnTo>
                    <a:pt x="1285" y="2410"/>
                  </a:lnTo>
                  <a:lnTo>
                    <a:pt x="1344" y="2430"/>
                  </a:lnTo>
                  <a:lnTo>
                    <a:pt x="1324" y="2391"/>
                  </a:lnTo>
                  <a:lnTo>
                    <a:pt x="1305" y="2331"/>
                  </a:lnTo>
                  <a:lnTo>
                    <a:pt x="1285" y="2292"/>
                  </a:lnTo>
                  <a:lnTo>
                    <a:pt x="1364" y="2371"/>
                  </a:lnTo>
                  <a:lnTo>
                    <a:pt x="1384" y="2391"/>
                  </a:lnTo>
                  <a:lnTo>
                    <a:pt x="1403" y="2410"/>
                  </a:lnTo>
                  <a:lnTo>
                    <a:pt x="1403" y="2391"/>
                  </a:lnTo>
                  <a:lnTo>
                    <a:pt x="1423" y="2391"/>
                  </a:lnTo>
                  <a:lnTo>
                    <a:pt x="1423" y="2371"/>
                  </a:lnTo>
                  <a:lnTo>
                    <a:pt x="1403" y="2351"/>
                  </a:lnTo>
                  <a:lnTo>
                    <a:pt x="1344" y="2311"/>
                  </a:lnTo>
                  <a:lnTo>
                    <a:pt x="1344" y="2292"/>
                  </a:lnTo>
                  <a:lnTo>
                    <a:pt x="1364" y="2311"/>
                  </a:lnTo>
                  <a:lnTo>
                    <a:pt x="1403" y="2331"/>
                  </a:lnTo>
                  <a:lnTo>
                    <a:pt x="1403" y="2331"/>
                  </a:lnTo>
                  <a:lnTo>
                    <a:pt x="1364" y="2292"/>
                  </a:lnTo>
                  <a:lnTo>
                    <a:pt x="1364" y="2272"/>
                  </a:lnTo>
                  <a:lnTo>
                    <a:pt x="1364" y="2252"/>
                  </a:lnTo>
                  <a:lnTo>
                    <a:pt x="1403" y="2292"/>
                  </a:lnTo>
                  <a:lnTo>
                    <a:pt x="1403" y="2292"/>
                  </a:lnTo>
                  <a:lnTo>
                    <a:pt x="1364" y="2232"/>
                  </a:lnTo>
                  <a:lnTo>
                    <a:pt x="1285" y="2173"/>
                  </a:lnTo>
                  <a:lnTo>
                    <a:pt x="1245" y="2153"/>
                  </a:lnTo>
                  <a:lnTo>
                    <a:pt x="1245" y="2153"/>
                  </a:lnTo>
                  <a:lnTo>
                    <a:pt x="1265" y="2193"/>
                  </a:lnTo>
                  <a:lnTo>
                    <a:pt x="1265" y="2213"/>
                  </a:lnTo>
                  <a:lnTo>
                    <a:pt x="1206" y="2193"/>
                  </a:lnTo>
                  <a:lnTo>
                    <a:pt x="1147" y="2153"/>
                  </a:lnTo>
                  <a:lnTo>
                    <a:pt x="1147" y="2153"/>
                  </a:lnTo>
                  <a:lnTo>
                    <a:pt x="1186" y="2173"/>
                  </a:lnTo>
                  <a:lnTo>
                    <a:pt x="1147" y="2134"/>
                  </a:lnTo>
                  <a:lnTo>
                    <a:pt x="1127" y="2114"/>
                  </a:lnTo>
                  <a:lnTo>
                    <a:pt x="1048" y="2055"/>
                  </a:lnTo>
                  <a:lnTo>
                    <a:pt x="1048" y="2015"/>
                  </a:lnTo>
                  <a:lnTo>
                    <a:pt x="1087" y="2055"/>
                  </a:lnTo>
                  <a:lnTo>
                    <a:pt x="1087" y="2055"/>
                  </a:lnTo>
                  <a:lnTo>
                    <a:pt x="1068" y="2015"/>
                  </a:lnTo>
                  <a:lnTo>
                    <a:pt x="1107" y="2035"/>
                  </a:lnTo>
                  <a:lnTo>
                    <a:pt x="1127" y="2035"/>
                  </a:lnTo>
                  <a:lnTo>
                    <a:pt x="1127" y="2015"/>
                  </a:lnTo>
                  <a:lnTo>
                    <a:pt x="1107" y="1995"/>
                  </a:lnTo>
                  <a:lnTo>
                    <a:pt x="1166" y="2015"/>
                  </a:lnTo>
                  <a:lnTo>
                    <a:pt x="1147" y="2015"/>
                  </a:lnTo>
                  <a:lnTo>
                    <a:pt x="1166" y="2055"/>
                  </a:lnTo>
                  <a:lnTo>
                    <a:pt x="1206" y="2074"/>
                  </a:lnTo>
                  <a:lnTo>
                    <a:pt x="1206" y="2094"/>
                  </a:lnTo>
                  <a:lnTo>
                    <a:pt x="1265" y="2114"/>
                  </a:lnTo>
                  <a:lnTo>
                    <a:pt x="1305" y="2153"/>
                  </a:lnTo>
                  <a:lnTo>
                    <a:pt x="1384" y="2232"/>
                  </a:lnTo>
                  <a:lnTo>
                    <a:pt x="1403" y="2232"/>
                  </a:lnTo>
                  <a:lnTo>
                    <a:pt x="1443" y="2252"/>
                  </a:lnTo>
                  <a:lnTo>
                    <a:pt x="1423" y="2213"/>
                  </a:lnTo>
                  <a:lnTo>
                    <a:pt x="1423" y="2193"/>
                  </a:lnTo>
                  <a:lnTo>
                    <a:pt x="1403" y="2153"/>
                  </a:lnTo>
                  <a:lnTo>
                    <a:pt x="1423" y="2173"/>
                  </a:lnTo>
                  <a:lnTo>
                    <a:pt x="1443" y="2193"/>
                  </a:lnTo>
                  <a:lnTo>
                    <a:pt x="1463" y="2153"/>
                  </a:lnTo>
                  <a:lnTo>
                    <a:pt x="1423" y="2114"/>
                  </a:lnTo>
                  <a:lnTo>
                    <a:pt x="1463" y="2114"/>
                  </a:lnTo>
                  <a:lnTo>
                    <a:pt x="1502" y="2153"/>
                  </a:lnTo>
                  <a:lnTo>
                    <a:pt x="1522" y="2134"/>
                  </a:lnTo>
                  <a:lnTo>
                    <a:pt x="1522" y="2114"/>
                  </a:lnTo>
                  <a:lnTo>
                    <a:pt x="1482" y="2074"/>
                  </a:lnTo>
                  <a:lnTo>
                    <a:pt x="1463" y="2035"/>
                  </a:lnTo>
                  <a:lnTo>
                    <a:pt x="1463" y="2015"/>
                  </a:lnTo>
                  <a:lnTo>
                    <a:pt x="1482" y="1995"/>
                  </a:lnTo>
                  <a:lnTo>
                    <a:pt x="1522" y="2035"/>
                  </a:lnTo>
                  <a:lnTo>
                    <a:pt x="1502" y="1995"/>
                  </a:lnTo>
                  <a:lnTo>
                    <a:pt x="1542" y="2015"/>
                  </a:lnTo>
                  <a:lnTo>
                    <a:pt x="1542" y="1976"/>
                  </a:lnTo>
                  <a:lnTo>
                    <a:pt x="1542" y="1956"/>
                  </a:lnTo>
                  <a:lnTo>
                    <a:pt x="1581" y="1976"/>
                  </a:lnTo>
                  <a:lnTo>
                    <a:pt x="1561" y="1936"/>
                  </a:lnTo>
                  <a:lnTo>
                    <a:pt x="1502" y="1877"/>
                  </a:lnTo>
                  <a:lnTo>
                    <a:pt x="1561" y="1916"/>
                  </a:lnTo>
                  <a:lnTo>
                    <a:pt x="1601" y="1936"/>
                  </a:lnTo>
                  <a:lnTo>
                    <a:pt x="1601" y="1837"/>
                  </a:lnTo>
                  <a:lnTo>
                    <a:pt x="1621" y="1758"/>
                  </a:lnTo>
                  <a:lnTo>
                    <a:pt x="1640" y="1778"/>
                  </a:lnTo>
                  <a:lnTo>
                    <a:pt x="1640" y="1739"/>
                  </a:lnTo>
                  <a:lnTo>
                    <a:pt x="1640" y="1699"/>
                  </a:lnTo>
                  <a:lnTo>
                    <a:pt x="1621" y="1660"/>
                  </a:lnTo>
                  <a:lnTo>
                    <a:pt x="1621" y="1640"/>
                  </a:lnTo>
                  <a:lnTo>
                    <a:pt x="1640" y="1640"/>
                  </a:lnTo>
                  <a:lnTo>
                    <a:pt x="1621" y="1600"/>
                  </a:lnTo>
                  <a:lnTo>
                    <a:pt x="1561" y="1561"/>
                  </a:lnTo>
                  <a:lnTo>
                    <a:pt x="1463" y="1502"/>
                  </a:lnTo>
                  <a:lnTo>
                    <a:pt x="1443" y="1482"/>
                  </a:lnTo>
                  <a:lnTo>
                    <a:pt x="1463" y="1482"/>
                  </a:lnTo>
                  <a:lnTo>
                    <a:pt x="1482" y="1502"/>
                  </a:lnTo>
                  <a:lnTo>
                    <a:pt x="1522" y="1521"/>
                  </a:lnTo>
                  <a:lnTo>
                    <a:pt x="1542" y="1521"/>
                  </a:lnTo>
                  <a:lnTo>
                    <a:pt x="1621" y="1581"/>
                  </a:lnTo>
                  <a:lnTo>
                    <a:pt x="1680" y="1620"/>
                  </a:lnTo>
                  <a:lnTo>
                    <a:pt x="1680" y="1620"/>
                  </a:lnTo>
                  <a:lnTo>
                    <a:pt x="1640" y="1561"/>
                  </a:lnTo>
                  <a:lnTo>
                    <a:pt x="1660" y="1561"/>
                  </a:lnTo>
                  <a:lnTo>
                    <a:pt x="1660" y="1541"/>
                  </a:lnTo>
                  <a:lnTo>
                    <a:pt x="1680" y="1541"/>
                  </a:lnTo>
                  <a:lnTo>
                    <a:pt x="1700" y="1561"/>
                  </a:lnTo>
                  <a:lnTo>
                    <a:pt x="1719" y="1581"/>
                  </a:lnTo>
                  <a:lnTo>
                    <a:pt x="1700" y="1581"/>
                  </a:lnTo>
                  <a:lnTo>
                    <a:pt x="1700" y="1600"/>
                  </a:lnTo>
                  <a:lnTo>
                    <a:pt x="1739" y="1640"/>
                  </a:lnTo>
                  <a:lnTo>
                    <a:pt x="1719" y="1600"/>
                  </a:lnTo>
                  <a:lnTo>
                    <a:pt x="1739" y="1581"/>
                  </a:lnTo>
                  <a:lnTo>
                    <a:pt x="1739" y="1561"/>
                  </a:lnTo>
                  <a:lnTo>
                    <a:pt x="1700" y="1541"/>
                  </a:lnTo>
                  <a:lnTo>
                    <a:pt x="1700" y="1521"/>
                  </a:lnTo>
                  <a:lnTo>
                    <a:pt x="1660" y="1462"/>
                  </a:lnTo>
                  <a:lnTo>
                    <a:pt x="1680" y="1477"/>
                  </a:lnTo>
                  <a:lnTo>
                    <a:pt x="1680" y="1477"/>
                  </a:lnTo>
                  <a:lnTo>
                    <a:pt x="1680" y="1462"/>
                  </a:lnTo>
                  <a:lnTo>
                    <a:pt x="1700" y="1442"/>
                  </a:lnTo>
                  <a:lnTo>
                    <a:pt x="1719" y="1442"/>
                  </a:lnTo>
                  <a:lnTo>
                    <a:pt x="1779" y="1482"/>
                  </a:lnTo>
                  <a:lnTo>
                    <a:pt x="1759" y="1442"/>
                  </a:lnTo>
                  <a:lnTo>
                    <a:pt x="1779" y="1462"/>
                  </a:lnTo>
                  <a:lnTo>
                    <a:pt x="1818" y="1423"/>
                  </a:lnTo>
                  <a:lnTo>
                    <a:pt x="1838" y="1403"/>
                  </a:lnTo>
                  <a:lnTo>
                    <a:pt x="1858" y="1403"/>
                  </a:lnTo>
                  <a:lnTo>
                    <a:pt x="1858" y="1363"/>
                  </a:lnTo>
                  <a:lnTo>
                    <a:pt x="1798" y="1304"/>
                  </a:lnTo>
                  <a:lnTo>
                    <a:pt x="1739" y="1284"/>
                  </a:lnTo>
                  <a:lnTo>
                    <a:pt x="1719" y="1245"/>
                  </a:lnTo>
                  <a:lnTo>
                    <a:pt x="1719" y="1225"/>
                  </a:lnTo>
                  <a:lnTo>
                    <a:pt x="1759" y="1265"/>
                  </a:lnTo>
                  <a:lnTo>
                    <a:pt x="1798" y="1284"/>
                  </a:lnTo>
                  <a:lnTo>
                    <a:pt x="1838" y="1304"/>
                  </a:lnTo>
                  <a:lnTo>
                    <a:pt x="1838" y="1284"/>
                  </a:lnTo>
                  <a:lnTo>
                    <a:pt x="1877" y="1304"/>
                  </a:lnTo>
                  <a:lnTo>
                    <a:pt x="1877" y="1265"/>
                  </a:lnTo>
                  <a:lnTo>
                    <a:pt x="1838" y="1225"/>
                  </a:lnTo>
                  <a:lnTo>
                    <a:pt x="1838" y="1225"/>
                  </a:lnTo>
                  <a:lnTo>
                    <a:pt x="1877" y="1245"/>
                  </a:lnTo>
                  <a:lnTo>
                    <a:pt x="1897" y="1284"/>
                  </a:lnTo>
                  <a:lnTo>
                    <a:pt x="1897" y="1265"/>
                  </a:lnTo>
                  <a:lnTo>
                    <a:pt x="1917" y="1284"/>
                  </a:lnTo>
                  <a:lnTo>
                    <a:pt x="1917" y="1265"/>
                  </a:lnTo>
                  <a:lnTo>
                    <a:pt x="1897" y="1225"/>
                  </a:lnTo>
                  <a:lnTo>
                    <a:pt x="1858" y="1186"/>
                  </a:lnTo>
                  <a:lnTo>
                    <a:pt x="1838" y="1126"/>
                  </a:lnTo>
                  <a:lnTo>
                    <a:pt x="1858" y="1126"/>
                  </a:lnTo>
                  <a:lnTo>
                    <a:pt x="1818" y="1087"/>
                  </a:lnTo>
                  <a:lnTo>
                    <a:pt x="1779" y="1028"/>
                  </a:lnTo>
                  <a:lnTo>
                    <a:pt x="1818" y="1067"/>
                  </a:lnTo>
                  <a:lnTo>
                    <a:pt x="1838" y="1067"/>
                  </a:lnTo>
                  <a:lnTo>
                    <a:pt x="1818" y="1047"/>
                  </a:lnTo>
                  <a:lnTo>
                    <a:pt x="1917" y="1107"/>
                  </a:lnTo>
                  <a:lnTo>
                    <a:pt x="1877" y="1107"/>
                  </a:lnTo>
                  <a:lnTo>
                    <a:pt x="1858" y="1087"/>
                  </a:lnTo>
                  <a:lnTo>
                    <a:pt x="1858" y="1107"/>
                  </a:lnTo>
                  <a:lnTo>
                    <a:pt x="1937" y="1146"/>
                  </a:lnTo>
                  <a:lnTo>
                    <a:pt x="1976" y="1146"/>
                  </a:lnTo>
                  <a:lnTo>
                    <a:pt x="1996" y="1126"/>
                  </a:lnTo>
                  <a:lnTo>
                    <a:pt x="1996" y="1107"/>
                  </a:lnTo>
                  <a:lnTo>
                    <a:pt x="1996" y="1067"/>
                  </a:lnTo>
                  <a:lnTo>
                    <a:pt x="2016" y="1047"/>
                  </a:lnTo>
                  <a:lnTo>
                    <a:pt x="1996" y="1028"/>
                  </a:lnTo>
                  <a:lnTo>
                    <a:pt x="1956" y="968"/>
                  </a:lnTo>
                  <a:lnTo>
                    <a:pt x="1996" y="1008"/>
                  </a:lnTo>
                  <a:lnTo>
                    <a:pt x="2075" y="1008"/>
                  </a:lnTo>
                  <a:lnTo>
                    <a:pt x="2075" y="988"/>
                  </a:lnTo>
                  <a:lnTo>
                    <a:pt x="2095" y="968"/>
                  </a:lnTo>
                  <a:lnTo>
                    <a:pt x="2095" y="949"/>
                  </a:lnTo>
                  <a:lnTo>
                    <a:pt x="2075" y="909"/>
                  </a:lnTo>
                  <a:lnTo>
                    <a:pt x="2075" y="909"/>
                  </a:lnTo>
                  <a:lnTo>
                    <a:pt x="2114" y="929"/>
                  </a:lnTo>
                  <a:lnTo>
                    <a:pt x="2055" y="850"/>
                  </a:lnTo>
                  <a:lnTo>
                    <a:pt x="2055" y="810"/>
                  </a:lnTo>
                  <a:lnTo>
                    <a:pt x="2016" y="751"/>
                  </a:lnTo>
                  <a:lnTo>
                    <a:pt x="1937" y="672"/>
                  </a:lnTo>
                  <a:lnTo>
                    <a:pt x="1996" y="712"/>
                  </a:lnTo>
                  <a:lnTo>
                    <a:pt x="2035" y="751"/>
                  </a:lnTo>
                  <a:lnTo>
                    <a:pt x="2035" y="731"/>
                  </a:lnTo>
                  <a:lnTo>
                    <a:pt x="2016" y="712"/>
                  </a:lnTo>
                  <a:lnTo>
                    <a:pt x="2016" y="692"/>
                  </a:lnTo>
                  <a:lnTo>
                    <a:pt x="2035" y="692"/>
                  </a:lnTo>
                  <a:lnTo>
                    <a:pt x="2055" y="712"/>
                  </a:lnTo>
                  <a:lnTo>
                    <a:pt x="2075" y="731"/>
                  </a:lnTo>
                  <a:lnTo>
                    <a:pt x="2095" y="731"/>
                  </a:lnTo>
                  <a:lnTo>
                    <a:pt x="2075" y="712"/>
                  </a:lnTo>
                  <a:lnTo>
                    <a:pt x="2095" y="712"/>
                  </a:lnTo>
                  <a:lnTo>
                    <a:pt x="2016" y="652"/>
                  </a:lnTo>
                  <a:lnTo>
                    <a:pt x="1996" y="613"/>
                  </a:lnTo>
                  <a:lnTo>
                    <a:pt x="1976" y="613"/>
                  </a:lnTo>
                  <a:lnTo>
                    <a:pt x="1956" y="573"/>
                  </a:lnTo>
                  <a:lnTo>
                    <a:pt x="1956" y="514"/>
                  </a:lnTo>
                  <a:lnTo>
                    <a:pt x="1956" y="435"/>
                  </a:lnTo>
                  <a:lnTo>
                    <a:pt x="1996" y="396"/>
                  </a:lnTo>
                  <a:lnTo>
                    <a:pt x="2035" y="356"/>
                  </a:lnTo>
                  <a:lnTo>
                    <a:pt x="2075" y="396"/>
                  </a:lnTo>
                  <a:lnTo>
                    <a:pt x="2075" y="376"/>
                  </a:lnTo>
                  <a:lnTo>
                    <a:pt x="2134" y="376"/>
                  </a:lnTo>
                  <a:lnTo>
                    <a:pt x="2114" y="356"/>
                  </a:lnTo>
                  <a:lnTo>
                    <a:pt x="2095" y="336"/>
                  </a:lnTo>
                  <a:lnTo>
                    <a:pt x="2134" y="356"/>
                  </a:lnTo>
                  <a:lnTo>
                    <a:pt x="2134" y="376"/>
                  </a:lnTo>
                  <a:lnTo>
                    <a:pt x="2154" y="356"/>
                  </a:lnTo>
                  <a:lnTo>
                    <a:pt x="2193" y="376"/>
                  </a:lnTo>
                  <a:lnTo>
                    <a:pt x="2213" y="376"/>
                  </a:lnTo>
                  <a:lnTo>
                    <a:pt x="2213" y="336"/>
                  </a:lnTo>
                  <a:lnTo>
                    <a:pt x="2272" y="376"/>
                  </a:lnTo>
                  <a:lnTo>
                    <a:pt x="2351" y="396"/>
                  </a:lnTo>
                  <a:lnTo>
                    <a:pt x="2351" y="396"/>
                  </a:lnTo>
                  <a:lnTo>
                    <a:pt x="2312" y="376"/>
                  </a:lnTo>
                  <a:lnTo>
                    <a:pt x="2292" y="336"/>
                  </a:lnTo>
                  <a:lnTo>
                    <a:pt x="2272" y="336"/>
                  </a:lnTo>
                  <a:lnTo>
                    <a:pt x="2253" y="317"/>
                  </a:lnTo>
                  <a:lnTo>
                    <a:pt x="2233" y="277"/>
                  </a:lnTo>
                  <a:lnTo>
                    <a:pt x="2095" y="198"/>
                  </a:lnTo>
                  <a:lnTo>
                    <a:pt x="1956" y="119"/>
                  </a:lnTo>
                  <a:lnTo>
                    <a:pt x="1937" y="119"/>
                  </a:lnTo>
                  <a:lnTo>
                    <a:pt x="1897" y="99"/>
                  </a:lnTo>
                  <a:lnTo>
                    <a:pt x="1838" y="60"/>
                  </a:lnTo>
                  <a:lnTo>
                    <a:pt x="1818" y="60"/>
                  </a:lnTo>
                  <a:lnTo>
                    <a:pt x="1858" y="99"/>
                  </a:lnTo>
                  <a:lnTo>
                    <a:pt x="1818" y="99"/>
                  </a:lnTo>
                  <a:lnTo>
                    <a:pt x="1798" y="80"/>
                  </a:lnTo>
                  <a:lnTo>
                    <a:pt x="1818" y="119"/>
                  </a:lnTo>
                  <a:lnTo>
                    <a:pt x="1759" y="80"/>
                  </a:lnTo>
                  <a:lnTo>
                    <a:pt x="1700" y="40"/>
                  </a:lnTo>
                  <a:lnTo>
                    <a:pt x="1680" y="40"/>
                  </a:lnTo>
                  <a:lnTo>
                    <a:pt x="1680" y="60"/>
                  </a:lnTo>
                  <a:lnTo>
                    <a:pt x="1700" y="80"/>
                  </a:lnTo>
                  <a:lnTo>
                    <a:pt x="1660" y="80"/>
                  </a:lnTo>
                  <a:lnTo>
                    <a:pt x="1640" y="40"/>
                  </a:lnTo>
                  <a:lnTo>
                    <a:pt x="1640" y="60"/>
                  </a:lnTo>
                  <a:lnTo>
                    <a:pt x="1621" y="40"/>
                  </a:lnTo>
                  <a:lnTo>
                    <a:pt x="1561" y="20"/>
                  </a:lnTo>
                  <a:lnTo>
                    <a:pt x="1640" y="80"/>
                  </a:lnTo>
                  <a:lnTo>
                    <a:pt x="1621" y="80"/>
                  </a:lnTo>
                  <a:lnTo>
                    <a:pt x="1700" y="119"/>
                  </a:lnTo>
                  <a:lnTo>
                    <a:pt x="1719" y="159"/>
                  </a:lnTo>
                  <a:lnTo>
                    <a:pt x="1680" y="119"/>
                  </a:lnTo>
                  <a:lnTo>
                    <a:pt x="1660" y="119"/>
                  </a:lnTo>
                  <a:lnTo>
                    <a:pt x="1640" y="99"/>
                  </a:lnTo>
                  <a:lnTo>
                    <a:pt x="1581" y="40"/>
                  </a:lnTo>
                  <a:lnTo>
                    <a:pt x="1542" y="40"/>
                  </a:lnTo>
                  <a:lnTo>
                    <a:pt x="1542" y="60"/>
                  </a:lnTo>
                  <a:lnTo>
                    <a:pt x="1522" y="40"/>
                  </a:lnTo>
                  <a:lnTo>
                    <a:pt x="1502" y="20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29"/>
            <p:cNvSpPr/>
            <p:nvPr/>
          </p:nvSpPr>
          <p:spPr>
            <a:xfrm>
              <a:off x="-1768900" y="35509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29"/>
            <p:cNvSpPr/>
            <p:nvPr/>
          </p:nvSpPr>
          <p:spPr>
            <a:xfrm>
              <a:off x="-1769400" y="35069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20"/>
                  </a:moveTo>
                  <a:lnTo>
                    <a:pt x="2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29"/>
            <p:cNvSpPr/>
            <p:nvPr/>
          </p:nvSpPr>
          <p:spPr>
            <a:xfrm>
              <a:off x="-1780750" y="35430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29"/>
            <p:cNvSpPr/>
            <p:nvPr/>
          </p:nvSpPr>
          <p:spPr>
            <a:xfrm>
              <a:off x="-1780275" y="3412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29"/>
            <p:cNvSpPr/>
            <p:nvPr/>
          </p:nvSpPr>
          <p:spPr>
            <a:xfrm>
              <a:off x="-1780750" y="3410675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29"/>
            <p:cNvSpPr/>
            <p:nvPr/>
          </p:nvSpPr>
          <p:spPr>
            <a:xfrm>
              <a:off x="-1791625" y="3408700"/>
              <a:ext cx="19275" cy="5475"/>
            </a:xfrm>
            <a:custGeom>
              <a:rect b="b" l="l" r="r" t="t"/>
              <a:pathLst>
                <a:path extrusionOk="0" h="219" w="771">
                  <a:moveTo>
                    <a:pt x="438" y="43"/>
                  </a:moveTo>
                  <a:lnTo>
                    <a:pt x="455" y="60"/>
                  </a:lnTo>
                  <a:lnTo>
                    <a:pt x="435" y="80"/>
                  </a:lnTo>
                  <a:lnTo>
                    <a:pt x="475" y="80"/>
                  </a:lnTo>
                  <a:lnTo>
                    <a:pt x="438" y="43"/>
                  </a:lnTo>
                  <a:close/>
                  <a:moveTo>
                    <a:pt x="494" y="60"/>
                  </a:moveTo>
                  <a:lnTo>
                    <a:pt x="514" y="80"/>
                  </a:lnTo>
                  <a:lnTo>
                    <a:pt x="554" y="100"/>
                  </a:lnTo>
                  <a:lnTo>
                    <a:pt x="672" y="139"/>
                  </a:lnTo>
                  <a:lnTo>
                    <a:pt x="712" y="159"/>
                  </a:lnTo>
                  <a:lnTo>
                    <a:pt x="692" y="139"/>
                  </a:lnTo>
                  <a:lnTo>
                    <a:pt x="633" y="119"/>
                  </a:lnTo>
                  <a:lnTo>
                    <a:pt x="672" y="119"/>
                  </a:lnTo>
                  <a:lnTo>
                    <a:pt x="573" y="80"/>
                  </a:lnTo>
                  <a:lnTo>
                    <a:pt x="514" y="60"/>
                  </a:lnTo>
                  <a:close/>
                  <a:moveTo>
                    <a:pt x="0" y="1"/>
                  </a:moveTo>
                  <a:lnTo>
                    <a:pt x="20" y="21"/>
                  </a:lnTo>
                  <a:lnTo>
                    <a:pt x="99" y="40"/>
                  </a:lnTo>
                  <a:lnTo>
                    <a:pt x="40" y="40"/>
                  </a:lnTo>
                  <a:lnTo>
                    <a:pt x="99" y="60"/>
                  </a:lnTo>
                  <a:lnTo>
                    <a:pt x="178" y="100"/>
                  </a:lnTo>
                  <a:lnTo>
                    <a:pt x="198" y="80"/>
                  </a:lnTo>
                  <a:lnTo>
                    <a:pt x="237" y="100"/>
                  </a:lnTo>
                  <a:lnTo>
                    <a:pt x="356" y="119"/>
                  </a:lnTo>
                  <a:lnTo>
                    <a:pt x="395" y="119"/>
                  </a:lnTo>
                  <a:lnTo>
                    <a:pt x="415" y="100"/>
                  </a:lnTo>
                  <a:lnTo>
                    <a:pt x="435" y="100"/>
                  </a:lnTo>
                  <a:lnTo>
                    <a:pt x="554" y="139"/>
                  </a:lnTo>
                  <a:lnTo>
                    <a:pt x="573" y="159"/>
                  </a:lnTo>
                  <a:lnTo>
                    <a:pt x="573" y="159"/>
                  </a:lnTo>
                  <a:lnTo>
                    <a:pt x="534" y="139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514" y="139"/>
                  </a:lnTo>
                  <a:lnTo>
                    <a:pt x="593" y="179"/>
                  </a:lnTo>
                  <a:lnTo>
                    <a:pt x="672" y="198"/>
                  </a:lnTo>
                  <a:lnTo>
                    <a:pt x="692" y="198"/>
                  </a:lnTo>
                  <a:lnTo>
                    <a:pt x="771" y="218"/>
                  </a:lnTo>
                  <a:lnTo>
                    <a:pt x="771" y="218"/>
                  </a:lnTo>
                  <a:lnTo>
                    <a:pt x="692" y="179"/>
                  </a:lnTo>
                  <a:lnTo>
                    <a:pt x="731" y="179"/>
                  </a:lnTo>
                  <a:lnTo>
                    <a:pt x="712" y="159"/>
                  </a:lnTo>
                  <a:lnTo>
                    <a:pt x="672" y="159"/>
                  </a:lnTo>
                  <a:lnTo>
                    <a:pt x="672" y="139"/>
                  </a:lnTo>
                  <a:lnTo>
                    <a:pt x="633" y="139"/>
                  </a:lnTo>
                  <a:lnTo>
                    <a:pt x="554" y="100"/>
                  </a:lnTo>
                  <a:lnTo>
                    <a:pt x="475" y="80"/>
                  </a:lnTo>
                  <a:lnTo>
                    <a:pt x="475" y="80"/>
                  </a:lnTo>
                  <a:lnTo>
                    <a:pt x="494" y="100"/>
                  </a:lnTo>
                  <a:lnTo>
                    <a:pt x="316" y="60"/>
                  </a:lnTo>
                  <a:lnTo>
                    <a:pt x="158" y="21"/>
                  </a:lnTo>
                  <a:lnTo>
                    <a:pt x="158" y="4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29"/>
            <p:cNvSpPr/>
            <p:nvPr/>
          </p:nvSpPr>
          <p:spPr>
            <a:xfrm>
              <a:off x="-1774825" y="3409200"/>
              <a:ext cx="2975" cy="1025"/>
            </a:xfrm>
            <a:custGeom>
              <a:rect b="b" l="l" r="r" t="t"/>
              <a:pathLst>
                <a:path extrusionOk="0" h="41" w="119">
                  <a:moveTo>
                    <a:pt x="119" y="40"/>
                  </a:moveTo>
                  <a:lnTo>
                    <a:pt x="119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9" y="40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29"/>
            <p:cNvSpPr/>
            <p:nvPr/>
          </p:nvSpPr>
          <p:spPr>
            <a:xfrm>
              <a:off x="-1777300" y="340822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0" y="0"/>
                  </a:moveTo>
                  <a:lnTo>
                    <a:pt x="20" y="20"/>
                  </a:lnTo>
                  <a:lnTo>
                    <a:pt x="99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29"/>
            <p:cNvSpPr/>
            <p:nvPr/>
          </p:nvSpPr>
          <p:spPr>
            <a:xfrm>
              <a:off x="-1798550" y="3390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29"/>
            <p:cNvSpPr/>
            <p:nvPr/>
          </p:nvSpPr>
          <p:spPr>
            <a:xfrm>
              <a:off x="-1800025" y="3362775"/>
              <a:ext cx="39525" cy="47925"/>
            </a:xfrm>
            <a:custGeom>
              <a:rect b="b" l="l" r="r" t="t"/>
              <a:pathLst>
                <a:path extrusionOk="0" h="1917" w="1581">
                  <a:moveTo>
                    <a:pt x="1423" y="337"/>
                  </a:moveTo>
                  <a:lnTo>
                    <a:pt x="1423" y="342"/>
                  </a:lnTo>
                  <a:lnTo>
                    <a:pt x="1423" y="342"/>
                  </a:lnTo>
                  <a:lnTo>
                    <a:pt x="1443" y="357"/>
                  </a:lnTo>
                  <a:lnTo>
                    <a:pt x="1423" y="337"/>
                  </a:lnTo>
                  <a:close/>
                  <a:moveTo>
                    <a:pt x="139" y="692"/>
                  </a:moveTo>
                  <a:lnTo>
                    <a:pt x="139" y="699"/>
                  </a:lnTo>
                  <a:lnTo>
                    <a:pt x="139" y="699"/>
                  </a:lnTo>
                  <a:lnTo>
                    <a:pt x="149" y="702"/>
                  </a:lnTo>
                  <a:lnTo>
                    <a:pt x="139" y="692"/>
                  </a:lnTo>
                  <a:close/>
                  <a:moveTo>
                    <a:pt x="149" y="702"/>
                  </a:moveTo>
                  <a:lnTo>
                    <a:pt x="159" y="712"/>
                  </a:lnTo>
                  <a:lnTo>
                    <a:pt x="188" y="722"/>
                  </a:lnTo>
                  <a:lnTo>
                    <a:pt x="188" y="722"/>
                  </a:lnTo>
                  <a:lnTo>
                    <a:pt x="178" y="712"/>
                  </a:lnTo>
                  <a:lnTo>
                    <a:pt x="149" y="702"/>
                  </a:lnTo>
                  <a:close/>
                  <a:moveTo>
                    <a:pt x="40" y="653"/>
                  </a:moveTo>
                  <a:lnTo>
                    <a:pt x="60" y="673"/>
                  </a:lnTo>
                  <a:lnTo>
                    <a:pt x="80" y="692"/>
                  </a:lnTo>
                  <a:lnTo>
                    <a:pt x="60" y="692"/>
                  </a:lnTo>
                  <a:lnTo>
                    <a:pt x="159" y="732"/>
                  </a:lnTo>
                  <a:lnTo>
                    <a:pt x="139" y="712"/>
                  </a:lnTo>
                  <a:lnTo>
                    <a:pt x="139" y="699"/>
                  </a:lnTo>
                  <a:lnTo>
                    <a:pt x="139" y="699"/>
                  </a:lnTo>
                  <a:lnTo>
                    <a:pt x="119" y="692"/>
                  </a:lnTo>
                  <a:lnTo>
                    <a:pt x="40" y="653"/>
                  </a:lnTo>
                  <a:close/>
                  <a:moveTo>
                    <a:pt x="188" y="722"/>
                  </a:moveTo>
                  <a:lnTo>
                    <a:pt x="198" y="73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18" y="732"/>
                  </a:lnTo>
                  <a:lnTo>
                    <a:pt x="188" y="722"/>
                  </a:lnTo>
                  <a:close/>
                  <a:moveTo>
                    <a:pt x="119" y="890"/>
                  </a:moveTo>
                  <a:lnTo>
                    <a:pt x="149" y="900"/>
                  </a:lnTo>
                  <a:lnTo>
                    <a:pt x="139" y="890"/>
                  </a:lnTo>
                  <a:close/>
                  <a:moveTo>
                    <a:pt x="149" y="900"/>
                  </a:moveTo>
                  <a:lnTo>
                    <a:pt x="159" y="910"/>
                  </a:lnTo>
                  <a:lnTo>
                    <a:pt x="178" y="910"/>
                  </a:lnTo>
                  <a:lnTo>
                    <a:pt x="149" y="900"/>
                  </a:lnTo>
                  <a:close/>
                  <a:moveTo>
                    <a:pt x="119" y="910"/>
                  </a:moveTo>
                  <a:lnTo>
                    <a:pt x="119" y="929"/>
                  </a:lnTo>
                  <a:lnTo>
                    <a:pt x="139" y="929"/>
                  </a:lnTo>
                  <a:lnTo>
                    <a:pt x="119" y="910"/>
                  </a:lnTo>
                  <a:close/>
                  <a:moveTo>
                    <a:pt x="119" y="929"/>
                  </a:moveTo>
                  <a:lnTo>
                    <a:pt x="119" y="94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19" y="929"/>
                  </a:lnTo>
                  <a:close/>
                  <a:moveTo>
                    <a:pt x="119" y="1028"/>
                  </a:moveTo>
                  <a:lnTo>
                    <a:pt x="119" y="1048"/>
                  </a:lnTo>
                  <a:lnTo>
                    <a:pt x="178" y="1068"/>
                  </a:lnTo>
                  <a:lnTo>
                    <a:pt x="178" y="1068"/>
                  </a:lnTo>
                  <a:lnTo>
                    <a:pt x="139" y="1048"/>
                  </a:lnTo>
                  <a:lnTo>
                    <a:pt x="119" y="1028"/>
                  </a:lnTo>
                  <a:close/>
                  <a:moveTo>
                    <a:pt x="1285" y="1502"/>
                  </a:moveTo>
                  <a:lnTo>
                    <a:pt x="1304" y="1522"/>
                  </a:lnTo>
                  <a:lnTo>
                    <a:pt x="1364" y="1522"/>
                  </a:lnTo>
                  <a:lnTo>
                    <a:pt x="1285" y="1502"/>
                  </a:lnTo>
                  <a:close/>
                  <a:moveTo>
                    <a:pt x="40" y="1601"/>
                  </a:moveTo>
                  <a:lnTo>
                    <a:pt x="99" y="1621"/>
                  </a:lnTo>
                  <a:lnTo>
                    <a:pt x="119" y="1621"/>
                  </a:lnTo>
                  <a:lnTo>
                    <a:pt x="40" y="1601"/>
                  </a:lnTo>
                  <a:close/>
                  <a:moveTo>
                    <a:pt x="257" y="1680"/>
                  </a:moveTo>
                  <a:lnTo>
                    <a:pt x="266" y="1688"/>
                  </a:lnTo>
                  <a:lnTo>
                    <a:pt x="266" y="1688"/>
                  </a:lnTo>
                  <a:lnTo>
                    <a:pt x="228" y="1680"/>
                  </a:lnTo>
                  <a:close/>
                  <a:moveTo>
                    <a:pt x="1304" y="1690"/>
                  </a:moveTo>
                  <a:lnTo>
                    <a:pt x="1304" y="1700"/>
                  </a:lnTo>
                  <a:lnTo>
                    <a:pt x="1324" y="1700"/>
                  </a:lnTo>
                  <a:lnTo>
                    <a:pt x="1304" y="1690"/>
                  </a:lnTo>
                  <a:close/>
                  <a:moveTo>
                    <a:pt x="652" y="1719"/>
                  </a:moveTo>
                  <a:lnTo>
                    <a:pt x="722" y="1739"/>
                  </a:lnTo>
                  <a:lnTo>
                    <a:pt x="633" y="1739"/>
                  </a:lnTo>
                  <a:lnTo>
                    <a:pt x="593" y="1719"/>
                  </a:lnTo>
                  <a:close/>
                  <a:moveTo>
                    <a:pt x="1048" y="1798"/>
                  </a:moveTo>
                  <a:lnTo>
                    <a:pt x="1087" y="1818"/>
                  </a:lnTo>
                  <a:lnTo>
                    <a:pt x="1087" y="1818"/>
                  </a:lnTo>
                  <a:lnTo>
                    <a:pt x="1067" y="1798"/>
                  </a:lnTo>
                  <a:close/>
                  <a:moveTo>
                    <a:pt x="119" y="1739"/>
                  </a:moveTo>
                  <a:lnTo>
                    <a:pt x="139" y="1759"/>
                  </a:lnTo>
                  <a:lnTo>
                    <a:pt x="119" y="1759"/>
                  </a:lnTo>
                  <a:lnTo>
                    <a:pt x="178" y="1779"/>
                  </a:lnTo>
                  <a:lnTo>
                    <a:pt x="198" y="1779"/>
                  </a:lnTo>
                  <a:lnTo>
                    <a:pt x="317" y="1818"/>
                  </a:lnTo>
                  <a:lnTo>
                    <a:pt x="336" y="1818"/>
                  </a:lnTo>
                  <a:lnTo>
                    <a:pt x="297" y="1798"/>
                  </a:lnTo>
                  <a:lnTo>
                    <a:pt x="238" y="1779"/>
                  </a:lnTo>
                  <a:lnTo>
                    <a:pt x="376" y="1818"/>
                  </a:lnTo>
                  <a:lnTo>
                    <a:pt x="336" y="1779"/>
                  </a:lnTo>
                  <a:lnTo>
                    <a:pt x="238" y="1759"/>
                  </a:lnTo>
                  <a:lnTo>
                    <a:pt x="257" y="1759"/>
                  </a:lnTo>
                  <a:lnTo>
                    <a:pt x="218" y="1739"/>
                  </a:lnTo>
                  <a:lnTo>
                    <a:pt x="238" y="1759"/>
                  </a:lnTo>
                  <a:lnTo>
                    <a:pt x="238" y="1759"/>
                  </a:lnTo>
                  <a:lnTo>
                    <a:pt x="119" y="1739"/>
                  </a:lnTo>
                  <a:close/>
                  <a:moveTo>
                    <a:pt x="376" y="1818"/>
                  </a:moveTo>
                  <a:lnTo>
                    <a:pt x="494" y="1858"/>
                  </a:lnTo>
                  <a:lnTo>
                    <a:pt x="494" y="1858"/>
                  </a:lnTo>
                  <a:lnTo>
                    <a:pt x="455" y="1838"/>
                  </a:lnTo>
                  <a:lnTo>
                    <a:pt x="376" y="1818"/>
                  </a:lnTo>
                  <a:close/>
                  <a:moveTo>
                    <a:pt x="1403" y="1"/>
                  </a:moveTo>
                  <a:lnTo>
                    <a:pt x="435" y="396"/>
                  </a:lnTo>
                  <a:lnTo>
                    <a:pt x="514" y="436"/>
                  </a:lnTo>
                  <a:lnTo>
                    <a:pt x="435" y="436"/>
                  </a:lnTo>
                  <a:lnTo>
                    <a:pt x="396" y="416"/>
                  </a:lnTo>
                  <a:lnTo>
                    <a:pt x="277" y="455"/>
                  </a:lnTo>
                  <a:lnTo>
                    <a:pt x="297" y="475"/>
                  </a:lnTo>
                  <a:lnTo>
                    <a:pt x="218" y="475"/>
                  </a:lnTo>
                  <a:lnTo>
                    <a:pt x="238" y="495"/>
                  </a:lnTo>
                  <a:lnTo>
                    <a:pt x="178" y="495"/>
                  </a:lnTo>
                  <a:lnTo>
                    <a:pt x="139" y="515"/>
                  </a:lnTo>
                  <a:lnTo>
                    <a:pt x="218" y="554"/>
                  </a:lnTo>
                  <a:lnTo>
                    <a:pt x="218" y="554"/>
                  </a:lnTo>
                  <a:lnTo>
                    <a:pt x="198" y="534"/>
                  </a:lnTo>
                  <a:lnTo>
                    <a:pt x="218" y="534"/>
                  </a:lnTo>
                  <a:lnTo>
                    <a:pt x="257" y="554"/>
                  </a:lnTo>
                  <a:lnTo>
                    <a:pt x="297" y="574"/>
                  </a:lnTo>
                  <a:lnTo>
                    <a:pt x="336" y="594"/>
                  </a:lnTo>
                  <a:lnTo>
                    <a:pt x="297" y="594"/>
                  </a:lnTo>
                  <a:lnTo>
                    <a:pt x="238" y="574"/>
                  </a:lnTo>
                  <a:lnTo>
                    <a:pt x="119" y="515"/>
                  </a:lnTo>
                  <a:lnTo>
                    <a:pt x="139" y="534"/>
                  </a:lnTo>
                  <a:lnTo>
                    <a:pt x="218" y="594"/>
                  </a:lnTo>
                  <a:lnTo>
                    <a:pt x="277" y="633"/>
                  </a:lnTo>
                  <a:lnTo>
                    <a:pt x="178" y="594"/>
                  </a:lnTo>
                  <a:lnTo>
                    <a:pt x="80" y="534"/>
                  </a:lnTo>
                  <a:lnTo>
                    <a:pt x="60" y="534"/>
                  </a:lnTo>
                  <a:lnTo>
                    <a:pt x="99" y="554"/>
                  </a:lnTo>
                  <a:lnTo>
                    <a:pt x="60" y="554"/>
                  </a:lnTo>
                  <a:lnTo>
                    <a:pt x="80" y="594"/>
                  </a:lnTo>
                  <a:lnTo>
                    <a:pt x="119" y="594"/>
                  </a:lnTo>
                  <a:lnTo>
                    <a:pt x="139" y="613"/>
                  </a:lnTo>
                  <a:lnTo>
                    <a:pt x="99" y="613"/>
                  </a:lnTo>
                  <a:lnTo>
                    <a:pt x="119" y="633"/>
                  </a:lnTo>
                  <a:lnTo>
                    <a:pt x="119" y="653"/>
                  </a:lnTo>
                  <a:lnTo>
                    <a:pt x="119" y="673"/>
                  </a:lnTo>
                  <a:lnTo>
                    <a:pt x="139" y="673"/>
                  </a:lnTo>
                  <a:lnTo>
                    <a:pt x="139" y="653"/>
                  </a:lnTo>
                  <a:lnTo>
                    <a:pt x="159" y="653"/>
                  </a:lnTo>
                  <a:lnTo>
                    <a:pt x="218" y="673"/>
                  </a:lnTo>
                  <a:lnTo>
                    <a:pt x="257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317" y="771"/>
                  </a:lnTo>
                  <a:lnTo>
                    <a:pt x="317" y="771"/>
                  </a:lnTo>
                  <a:lnTo>
                    <a:pt x="257" y="75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57" y="771"/>
                  </a:lnTo>
                  <a:lnTo>
                    <a:pt x="218" y="752"/>
                  </a:lnTo>
                  <a:lnTo>
                    <a:pt x="218" y="765"/>
                  </a:lnTo>
                  <a:lnTo>
                    <a:pt x="218" y="765"/>
                  </a:lnTo>
                  <a:lnTo>
                    <a:pt x="178" y="752"/>
                  </a:lnTo>
                  <a:lnTo>
                    <a:pt x="119" y="732"/>
                  </a:lnTo>
                  <a:lnTo>
                    <a:pt x="198" y="771"/>
                  </a:lnTo>
                  <a:lnTo>
                    <a:pt x="198" y="771"/>
                  </a:lnTo>
                  <a:lnTo>
                    <a:pt x="139" y="752"/>
                  </a:lnTo>
                  <a:lnTo>
                    <a:pt x="178" y="771"/>
                  </a:lnTo>
                  <a:lnTo>
                    <a:pt x="198" y="791"/>
                  </a:lnTo>
                  <a:lnTo>
                    <a:pt x="159" y="771"/>
                  </a:lnTo>
                  <a:lnTo>
                    <a:pt x="159" y="771"/>
                  </a:lnTo>
                  <a:lnTo>
                    <a:pt x="198" y="811"/>
                  </a:lnTo>
                  <a:lnTo>
                    <a:pt x="257" y="811"/>
                  </a:lnTo>
                  <a:lnTo>
                    <a:pt x="336" y="850"/>
                  </a:lnTo>
                  <a:lnTo>
                    <a:pt x="336" y="870"/>
                  </a:lnTo>
                  <a:lnTo>
                    <a:pt x="277" y="870"/>
                  </a:lnTo>
                  <a:lnTo>
                    <a:pt x="277" y="890"/>
                  </a:lnTo>
                  <a:lnTo>
                    <a:pt x="257" y="870"/>
                  </a:lnTo>
                  <a:lnTo>
                    <a:pt x="238" y="870"/>
                  </a:lnTo>
                  <a:lnTo>
                    <a:pt x="218" y="850"/>
                  </a:lnTo>
                  <a:lnTo>
                    <a:pt x="198" y="850"/>
                  </a:lnTo>
                  <a:lnTo>
                    <a:pt x="139" y="831"/>
                  </a:lnTo>
                  <a:lnTo>
                    <a:pt x="139" y="831"/>
                  </a:lnTo>
                  <a:lnTo>
                    <a:pt x="218" y="850"/>
                  </a:lnTo>
                  <a:lnTo>
                    <a:pt x="159" y="831"/>
                  </a:lnTo>
                  <a:lnTo>
                    <a:pt x="139" y="811"/>
                  </a:lnTo>
                  <a:lnTo>
                    <a:pt x="80" y="791"/>
                  </a:lnTo>
                  <a:lnTo>
                    <a:pt x="80" y="791"/>
                  </a:lnTo>
                  <a:lnTo>
                    <a:pt x="139" y="831"/>
                  </a:lnTo>
                  <a:lnTo>
                    <a:pt x="159" y="850"/>
                  </a:lnTo>
                  <a:lnTo>
                    <a:pt x="198" y="870"/>
                  </a:lnTo>
                  <a:lnTo>
                    <a:pt x="99" y="831"/>
                  </a:lnTo>
                  <a:lnTo>
                    <a:pt x="80" y="850"/>
                  </a:lnTo>
                  <a:lnTo>
                    <a:pt x="119" y="850"/>
                  </a:lnTo>
                  <a:lnTo>
                    <a:pt x="139" y="870"/>
                  </a:lnTo>
                  <a:lnTo>
                    <a:pt x="159" y="890"/>
                  </a:lnTo>
                  <a:lnTo>
                    <a:pt x="139" y="890"/>
                  </a:lnTo>
                  <a:lnTo>
                    <a:pt x="198" y="910"/>
                  </a:lnTo>
                  <a:lnTo>
                    <a:pt x="218" y="929"/>
                  </a:lnTo>
                  <a:lnTo>
                    <a:pt x="218" y="949"/>
                  </a:lnTo>
                  <a:lnTo>
                    <a:pt x="257" y="989"/>
                  </a:lnTo>
                  <a:lnTo>
                    <a:pt x="257" y="989"/>
                  </a:lnTo>
                  <a:lnTo>
                    <a:pt x="198" y="96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59" y="969"/>
                  </a:lnTo>
                  <a:lnTo>
                    <a:pt x="119" y="969"/>
                  </a:lnTo>
                  <a:lnTo>
                    <a:pt x="80" y="949"/>
                  </a:lnTo>
                  <a:lnTo>
                    <a:pt x="20" y="949"/>
                  </a:lnTo>
                  <a:lnTo>
                    <a:pt x="99" y="969"/>
                  </a:lnTo>
                  <a:lnTo>
                    <a:pt x="119" y="989"/>
                  </a:lnTo>
                  <a:lnTo>
                    <a:pt x="99" y="989"/>
                  </a:lnTo>
                  <a:lnTo>
                    <a:pt x="178" y="1008"/>
                  </a:lnTo>
                  <a:lnTo>
                    <a:pt x="99" y="1008"/>
                  </a:lnTo>
                  <a:lnTo>
                    <a:pt x="198" y="1068"/>
                  </a:lnTo>
                  <a:lnTo>
                    <a:pt x="178" y="1068"/>
                  </a:lnTo>
                  <a:lnTo>
                    <a:pt x="257" y="1107"/>
                  </a:lnTo>
                  <a:lnTo>
                    <a:pt x="238" y="1107"/>
                  </a:lnTo>
                  <a:lnTo>
                    <a:pt x="178" y="1087"/>
                  </a:lnTo>
                  <a:lnTo>
                    <a:pt x="218" y="1127"/>
                  </a:lnTo>
                  <a:lnTo>
                    <a:pt x="238" y="1127"/>
                  </a:lnTo>
                  <a:lnTo>
                    <a:pt x="277" y="1147"/>
                  </a:lnTo>
                  <a:lnTo>
                    <a:pt x="317" y="1166"/>
                  </a:lnTo>
                  <a:lnTo>
                    <a:pt x="238" y="1147"/>
                  </a:lnTo>
                  <a:lnTo>
                    <a:pt x="198" y="1127"/>
                  </a:lnTo>
                  <a:lnTo>
                    <a:pt x="139" y="1127"/>
                  </a:lnTo>
                  <a:lnTo>
                    <a:pt x="99" y="1087"/>
                  </a:lnTo>
                  <a:lnTo>
                    <a:pt x="80" y="1087"/>
                  </a:lnTo>
                  <a:lnTo>
                    <a:pt x="99" y="1107"/>
                  </a:lnTo>
                  <a:lnTo>
                    <a:pt x="119" y="1127"/>
                  </a:lnTo>
                  <a:lnTo>
                    <a:pt x="119" y="1127"/>
                  </a:lnTo>
                  <a:lnTo>
                    <a:pt x="60" y="1107"/>
                  </a:lnTo>
                  <a:lnTo>
                    <a:pt x="80" y="1127"/>
                  </a:lnTo>
                  <a:lnTo>
                    <a:pt x="139" y="1147"/>
                  </a:lnTo>
                  <a:lnTo>
                    <a:pt x="178" y="1166"/>
                  </a:lnTo>
                  <a:lnTo>
                    <a:pt x="99" y="1147"/>
                  </a:lnTo>
                  <a:lnTo>
                    <a:pt x="99" y="114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218" y="1206"/>
                  </a:lnTo>
                  <a:lnTo>
                    <a:pt x="277" y="1206"/>
                  </a:lnTo>
                  <a:lnTo>
                    <a:pt x="317" y="1226"/>
                  </a:lnTo>
                  <a:lnTo>
                    <a:pt x="376" y="1245"/>
                  </a:lnTo>
                  <a:lnTo>
                    <a:pt x="396" y="1265"/>
                  </a:lnTo>
                  <a:lnTo>
                    <a:pt x="297" y="1245"/>
                  </a:lnTo>
                  <a:lnTo>
                    <a:pt x="159" y="1206"/>
                  </a:lnTo>
                  <a:lnTo>
                    <a:pt x="1" y="1147"/>
                  </a:lnTo>
                  <a:lnTo>
                    <a:pt x="20" y="1186"/>
                  </a:lnTo>
                  <a:lnTo>
                    <a:pt x="1" y="1186"/>
                  </a:lnTo>
                  <a:lnTo>
                    <a:pt x="80" y="1226"/>
                  </a:lnTo>
                  <a:lnTo>
                    <a:pt x="198" y="1265"/>
                  </a:lnTo>
                  <a:lnTo>
                    <a:pt x="178" y="1265"/>
                  </a:lnTo>
                  <a:lnTo>
                    <a:pt x="139" y="1245"/>
                  </a:lnTo>
                  <a:lnTo>
                    <a:pt x="139" y="1245"/>
                  </a:lnTo>
                  <a:lnTo>
                    <a:pt x="178" y="1285"/>
                  </a:lnTo>
                  <a:lnTo>
                    <a:pt x="198" y="1305"/>
                  </a:lnTo>
                  <a:lnTo>
                    <a:pt x="257" y="1344"/>
                  </a:lnTo>
                  <a:lnTo>
                    <a:pt x="336" y="1364"/>
                  </a:lnTo>
                  <a:lnTo>
                    <a:pt x="356" y="1364"/>
                  </a:lnTo>
                  <a:lnTo>
                    <a:pt x="376" y="1384"/>
                  </a:lnTo>
                  <a:lnTo>
                    <a:pt x="415" y="1403"/>
                  </a:lnTo>
                  <a:lnTo>
                    <a:pt x="356" y="1384"/>
                  </a:lnTo>
                  <a:lnTo>
                    <a:pt x="336" y="1384"/>
                  </a:lnTo>
                  <a:lnTo>
                    <a:pt x="356" y="1403"/>
                  </a:lnTo>
                  <a:lnTo>
                    <a:pt x="297" y="1384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139" y="1344"/>
                  </a:lnTo>
                  <a:lnTo>
                    <a:pt x="198" y="1364"/>
                  </a:lnTo>
                  <a:lnTo>
                    <a:pt x="257" y="1384"/>
                  </a:lnTo>
                  <a:lnTo>
                    <a:pt x="178" y="1384"/>
                  </a:lnTo>
                  <a:lnTo>
                    <a:pt x="159" y="1403"/>
                  </a:lnTo>
                  <a:lnTo>
                    <a:pt x="60" y="1384"/>
                  </a:lnTo>
                  <a:lnTo>
                    <a:pt x="60" y="1384"/>
                  </a:lnTo>
                  <a:lnTo>
                    <a:pt x="139" y="1423"/>
                  </a:lnTo>
                  <a:lnTo>
                    <a:pt x="178" y="1443"/>
                  </a:lnTo>
                  <a:lnTo>
                    <a:pt x="277" y="1482"/>
                  </a:lnTo>
                  <a:lnTo>
                    <a:pt x="297" y="1482"/>
                  </a:lnTo>
                  <a:lnTo>
                    <a:pt x="277" y="1463"/>
                  </a:lnTo>
                  <a:lnTo>
                    <a:pt x="238" y="1443"/>
                  </a:lnTo>
                  <a:lnTo>
                    <a:pt x="277" y="1443"/>
                  </a:lnTo>
                  <a:lnTo>
                    <a:pt x="178" y="1403"/>
                  </a:lnTo>
                  <a:lnTo>
                    <a:pt x="218" y="1403"/>
                  </a:lnTo>
                  <a:lnTo>
                    <a:pt x="297" y="1443"/>
                  </a:lnTo>
                  <a:lnTo>
                    <a:pt x="356" y="1463"/>
                  </a:lnTo>
                  <a:lnTo>
                    <a:pt x="415" y="1482"/>
                  </a:lnTo>
                  <a:lnTo>
                    <a:pt x="415" y="1463"/>
                  </a:lnTo>
                  <a:lnTo>
                    <a:pt x="514" y="1482"/>
                  </a:lnTo>
                  <a:lnTo>
                    <a:pt x="652" y="1542"/>
                  </a:lnTo>
                  <a:lnTo>
                    <a:pt x="573" y="1522"/>
                  </a:lnTo>
                  <a:lnTo>
                    <a:pt x="573" y="1522"/>
                  </a:lnTo>
                  <a:lnTo>
                    <a:pt x="672" y="1561"/>
                  </a:lnTo>
                  <a:lnTo>
                    <a:pt x="672" y="1561"/>
                  </a:lnTo>
                  <a:lnTo>
                    <a:pt x="534" y="1542"/>
                  </a:lnTo>
                  <a:lnTo>
                    <a:pt x="534" y="1542"/>
                  </a:lnTo>
                  <a:lnTo>
                    <a:pt x="554" y="1561"/>
                  </a:lnTo>
                  <a:lnTo>
                    <a:pt x="593" y="1581"/>
                  </a:lnTo>
                  <a:lnTo>
                    <a:pt x="593" y="1561"/>
                  </a:lnTo>
                  <a:lnTo>
                    <a:pt x="633" y="1581"/>
                  </a:lnTo>
                  <a:lnTo>
                    <a:pt x="672" y="1601"/>
                  </a:lnTo>
                  <a:lnTo>
                    <a:pt x="731" y="1621"/>
                  </a:lnTo>
                  <a:lnTo>
                    <a:pt x="633" y="1621"/>
                  </a:lnTo>
                  <a:lnTo>
                    <a:pt x="494" y="1561"/>
                  </a:lnTo>
                  <a:lnTo>
                    <a:pt x="514" y="1581"/>
                  </a:lnTo>
                  <a:lnTo>
                    <a:pt x="514" y="1581"/>
                  </a:lnTo>
                  <a:lnTo>
                    <a:pt x="317" y="1522"/>
                  </a:lnTo>
                  <a:lnTo>
                    <a:pt x="277" y="1522"/>
                  </a:lnTo>
                  <a:lnTo>
                    <a:pt x="277" y="1542"/>
                  </a:lnTo>
                  <a:lnTo>
                    <a:pt x="139" y="1502"/>
                  </a:lnTo>
                  <a:lnTo>
                    <a:pt x="159" y="1522"/>
                  </a:lnTo>
                  <a:lnTo>
                    <a:pt x="80" y="1522"/>
                  </a:lnTo>
                  <a:lnTo>
                    <a:pt x="139" y="1542"/>
                  </a:lnTo>
                  <a:lnTo>
                    <a:pt x="218" y="1561"/>
                  </a:lnTo>
                  <a:lnTo>
                    <a:pt x="198" y="1561"/>
                  </a:lnTo>
                  <a:lnTo>
                    <a:pt x="218" y="1581"/>
                  </a:lnTo>
                  <a:lnTo>
                    <a:pt x="277" y="1561"/>
                  </a:lnTo>
                  <a:lnTo>
                    <a:pt x="376" y="1601"/>
                  </a:lnTo>
                  <a:lnTo>
                    <a:pt x="396" y="1601"/>
                  </a:lnTo>
                  <a:lnTo>
                    <a:pt x="435" y="1621"/>
                  </a:lnTo>
                  <a:lnTo>
                    <a:pt x="435" y="1621"/>
                  </a:lnTo>
                  <a:lnTo>
                    <a:pt x="277" y="1581"/>
                  </a:lnTo>
                  <a:lnTo>
                    <a:pt x="297" y="1601"/>
                  </a:lnTo>
                  <a:lnTo>
                    <a:pt x="218" y="1601"/>
                  </a:lnTo>
                  <a:lnTo>
                    <a:pt x="198" y="1581"/>
                  </a:lnTo>
                  <a:lnTo>
                    <a:pt x="139" y="1581"/>
                  </a:lnTo>
                  <a:lnTo>
                    <a:pt x="139" y="1561"/>
                  </a:lnTo>
                  <a:lnTo>
                    <a:pt x="99" y="1581"/>
                  </a:lnTo>
                  <a:lnTo>
                    <a:pt x="60" y="1581"/>
                  </a:lnTo>
                  <a:lnTo>
                    <a:pt x="159" y="1621"/>
                  </a:lnTo>
                  <a:lnTo>
                    <a:pt x="119" y="1621"/>
                  </a:lnTo>
                  <a:lnTo>
                    <a:pt x="119" y="1640"/>
                  </a:lnTo>
                  <a:lnTo>
                    <a:pt x="159" y="1640"/>
                  </a:lnTo>
                  <a:lnTo>
                    <a:pt x="190" y="1671"/>
                  </a:lnTo>
                  <a:lnTo>
                    <a:pt x="139" y="1660"/>
                  </a:lnTo>
                  <a:lnTo>
                    <a:pt x="139" y="1680"/>
                  </a:lnTo>
                  <a:lnTo>
                    <a:pt x="119" y="1680"/>
                  </a:lnTo>
                  <a:lnTo>
                    <a:pt x="178" y="1700"/>
                  </a:lnTo>
                  <a:lnTo>
                    <a:pt x="238" y="1700"/>
                  </a:lnTo>
                  <a:lnTo>
                    <a:pt x="257" y="1719"/>
                  </a:lnTo>
                  <a:lnTo>
                    <a:pt x="238" y="1719"/>
                  </a:lnTo>
                  <a:lnTo>
                    <a:pt x="277" y="1739"/>
                  </a:lnTo>
                  <a:lnTo>
                    <a:pt x="376" y="1779"/>
                  </a:lnTo>
                  <a:lnTo>
                    <a:pt x="336" y="1779"/>
                  </a:lnTo>
                  <a:lnTo>
                    <a:pt x="396" y="1818"/>
                  </a:lnTo>
                  <a:lnTo>
                    <a:pt x="415" y="1798"/>
                  </a:lnTo>
                  <a:lnTo>
                    <a:pt x="435" y="1798"/>
                  </a:lnTo>
                  <a:lnTo>
                    <a:pt x="475" y="1779"/>
                  </a:lnTo>
                  <a:lnTo>
                    <a:pt x="415" y="1779"/>
                  </a:lnTo>
                  <a:lnTo>
                    <a:pt x="336" y="1739"/>
                  </a:lnTo>
                  <a:lnTo>
                    <a:pt x="376" y="1739"/>
                  </a:lnTo>
                  <a:lnTo>
                    <a:pt x="415" y="1759"/>
                  </a:lnTo>
                  <a:lnTo>
                    <a:pt x="494" y="1779"/>
                  </a:lnTo>
                  <a:lnTo>
                    <a:pt x="633" y="1838"/>
                  </a:lnTo>
                  <a:lnTo>
                    <a:pt x="712" y="1858"/>
                  </a:lnTo>
                  <a:lnTo>
                    <a:pt x="751" y="1877"/>
                  </a:lnTo>
                  <a:lnTo>
                    <a:pt x="830" y="1897"/>
                  </a:lnTo>
                  <a:lnTo>
                    <a:pt x="850" y="1897"/>
                  </a:lnTo>
                  <a:lnTo>
                    <a:pt x="850" y="1877"/>
                  </a:lnTo>
                  <a:lnTo>
                    <a:pt x="890" y="1897"/>
                  </a:lnTo>
                  <a:lnTo>
                    <a:pt x="909" y="1917"/>
                  </a:lnTo>
                  <a:lnTo>
                    <a:pt x="949" y="1917"/>
                  </a:lnTo>
                  <a:lnTo>
                    <a:pt x="929" y="1897"/>
                  </a:lnTo>
                  <a:lnTo>
                    <a:pt x="949" y="1897"/>
                  </a:lnTo>
                  <a:lnTo>
                    <a:pt x="850" y="1877"/>
                  </a:lnTo>
                  <a:lnTo>
                    <a:pt x="870" y="1877"/>
                  </a:lnTo>
                  <a:lnTo>
                    <a:pt x="870" y="1858"/>
                  </a:lnTo>
                  <a:lnTo>
                    <a:pt x="830" y="1838"/>
                  </a:lnTo>
                  <a:lnTo>
                    <a:pt x="870" y="1838"/>
                  </a:lnTo>
                  <a:lnTo>
                    <a:pt x="771" y="1818"/>
                  </a:lnTo>
                  <a:lnTo>
                    <a:pt x="751" y="1779"/>
                  </a:lnTo>
                  <a:lnTo>
                    <a:pt x="830" y="1818"/>
                  </a:lnTo>
                  <a:lnTo>
                    <a:pt x="830" y="1798"/>
                  </a:lnTo>
                  <a:lnTo>
                    <a:pt x="811" y="1779"/>
                  </a:lnTo>
                  <a:lnTo>
                    <a:pt x="745" y="1746"/>
                  </a:lnTo>
                  <a:lnTo>
                    <a:pt x="745" y="1746"/>
                  </a:lnTo>
                  <a:lnTo>
                    <a:pt x="791" y="1759"/>
                  </a:lnTo>
                  <a:lnTo>
                    <a:pt x="712" y="1719"/>
                  </a:lnTo>
                  <a:lnTo>
                    <a:pt x="811" y="1739"/>
                  </a:lnTo>
                  <a:lnTo>
                    <a:pt x="870" y="1779"/>
                  </a:lnTo>
                  <a:lnTo>
                    <a:pt x="850" y="1779"/>
                  </a:lnTo>
                  <a:lnTo>
                    <a:pt x="870" y="1798"/>
                  </a:lnTo>
                  <a:lnTo>
                    <a:pt x="890" y="1798"/>
                  </a:lnTo>
                  <a:lnTo>
                    <a:pt x="909" y="1818"/>
                  </a:lnTo>
                  <a:lnTo>
                    <a:pt x="988" y="1838"/>
                  </a:lnTo>
                  <a:lnTo>
                    <a:pt x="1028" y="1838"/>
                  </a:lnTo>
                  <a:lnTo>
                    <a:pt x="1008" y="1818"/>
                  </a:lnTo>
                  <a:lnTo>
                    <a:pt x="1127" y="1858"/>
                  </a:lnTo>
                  <a:lnTo>
                    <a:pt x="1146" y="1877"/>
                  </a:lnTo>
                  <a:lnTo>
                    <a:pt x="1166" y="1877"/>
                  </a:lnTo>
                  <a:lnTo>
                    <a:pt x="1166" y="1858"/>
                  </a:lnTo>
                  <a:lnTo>
                    <a:pt x="969" y="1798"/>
                  </a:lnTo>
                  <a:lnTo>
                    <a:pt x="949" y="1779"/>
                  </a:lnTo>
                  <a:lnTo>
                    <a:pt x="969" y="1759"/>
                  </a:lnTo>
                  <a:lnTo>
                    <a:pt x="1008" y="1779"/>
                  </a:lnTo>
                  <a:lnTo>
                    <a:pt x="1048" y="1798"/>
                  </a:lnTo>
                  <a:lnTo>
                    <a:pt x="1048" y="1798"/>
                  </a:lnTo>
                  <a:lnTo>
                    <a:pt x="1067" y="1779"/>
                  </a:lnTo>
                  <a:lnTo>
                    <a:pt x="1146" y="1798"/>
                  </a:lnTo>
                  <a:lnTo>
                    <a:pt x="1146" y="1818"/>
                  </a:lnTo>
                  <a:lnTo>
                    <a:pt x="1186" y="1818"/>
                  </a:lnTo>
                  <a:lnTo>
                    <a:pt x="1186" y="1838"/>
                  </a:lnTo>
                  <a:lnTo>
                    <a:pt x="1245" y="1838"/>
                  </a:lnTo>
                  <a:lnTo>
                    <a:pt x="1225" y="1818"/>
                  </a:lnTo>
                  <a:lnTo>
                    <a:pt x="1225" y="1818"/>
                  </a:lnTo>
                  <a:lnTo>
                    <a:pt x="1304" y="1838"/>
                  </a:lnTo>
                  <a:lnTo>
                    <a:pt x="1324" y="1818"/>
                  </a:lnTo>
                  <a:lnTo>
                    <a:pt x="1344" y="1818"/>
                  </a:lnTo>
                  <a:lnTo>
                    <a:pt x="1265" y="1779"/>
                  </a:lnTo>
                  <a:lnTo>
                    <a:pt x="1166" y="1739"/>
                  </a:lnTo>
                  <a:lnTo>
                    <a:pt x="1285" y="1779"/>
                  </a:lnTo>
                  <a:lnTo>
                    <a:pt x="1285" y="1759"/>
                  </a:lnTo>
                  <a:lnTo>
                    <a:pt x="1225" y="1739"/>
                  </a:lnTo>
                  <a:lnTo>
                    <a:pt x="1146" y="1719"/>
                  </a:lnTo>
                  <a:lnTo>
                    <a:pt x="1146" y="1700"/>
                  </a:lnTo>
                  <a:lnTo>
                    <a:pt x="1166" y="1700"/>
                  </a:lnTo>
                  <a:lnTo>
                    <a:pt x="1245" y="1739"/>
                  </a:lnTo>
                  <a:lnTo>
                    <a:pt x="1285" y="1719"/>
                  </a:lnTo>
                  <a:lnTo>
                    <a:pt x="1344" y="1739"/>
                  </a:lnTo>
                  <a:lnTo>
                    <a:pt x="1344" y="1739"/>
                  </a:lnTo>
                  <a:lnTo>
                    <a:pt x="1285" y="1700"/>
                  </a:lnTo>
                  <a:lnTo>
                    <a:pt x="1206" y="1680"/>
                  </a:lnTo>
                  <a:lnTo>
                    <a:pt x="1206" y="1680"/>
                  </a:lnTo>
                  <a:lnTo>
                    <a:pt x="1166" y="1660"/>
                  </a:lnTo>
                  <a:lnTo>
                    <a:pt x="1245" y="1660"/>
                  </a:lnTo>
                  <a:lnTo>
                    <a:pt x="1285" y="1680"/>
                  </a:lnTo>
                  <a:lnTo>
                    <a:pt x="1304" y="1690"/>
                  </a:lnTo>
                  <a:lnTo>
                    <a:pt x="1304" y="1690"/>
                  </a:lnTo>
                  <a:lnTo>
                    <a:pt x="1304" y="1680"/>
                  </a:lnTo>
                  <a:lnTo>
                    <a:pt x="1304" y="1660"/>
                  </a:lnTo>
                  <a:lnTo>
                    <a:pt x="1344" y="1660"/>
                  </a:lnTo>
                  <a:lnTo>
                    <a:pt x="1285" y="1640"/>
                  </a:lnTo>
                  <a:lnTo>
                    <a:pt x="1206" y="1621"/>
                  </a:lnTo>
                  <a:lnTo>
                    <a:pt x="1265" y="1621"/>
                  </a:lnTo>
                  <a:lnTo>
                    <a:pt x="1285" y="1640"/>
                  </a:lnTo>
                  <a:lnTo>
                    <a:pt x="1304" y="1640"/>
                  </a:lnTo>
                  <a:lnTo>
                    <a:pt x="1285" y="1621"/>
                  </a:lnTo>
                  <a:lnTo>
                    <a:pt x="1166" y="1581"/>
                  </a:lnTo>
                  <a:lnTo>
                    <a:pt x="1166" y="1581"/>
                  </a:lnTo>
                  <a:lnTo>
                    <a:pt x="1245" y="1601"/>
                  </a:lnTo>
                  <a:lnTo>
                    <a:pt x="1344" y="1621"/>
                  </a:lnTo>
                  <a:lnTo>
                    <a:pt x="1285" y="1601"/>
                  </a:lnTo>
                  <a:lnTo>
                    <a:pt x="1344" y="1601"/>
                  </a:lnTo>
                  <a:lnTo>
                    <a:pt x="1304" y="1581"/>
                  </a:lnTo>
                  <a:lnTo>
                    <a:pt x="1265" y="1542"/>
                  </a:lnTo>
                  <a:lnTo>
                    <a:pt x="1245" y="1522"/>
                  </a:lnTo>
                  <a:lnTo>
                    <a:pt x="1324" y="1561"/>
                  </a:lnTo>
                  <a:lnTo>
                    <a:pt x="1364" y="1581"/>
                  </a:lnTo>
                  <a:lnTo>
                    <a:pt x="1383" y="1581"/>
                  </a:lnTo>
                  <a:lnTo>
                    <a:pt x="1383" y="1561"/>
                  </a:lnTo>
                  <a:lnTo>
                    <a:pt x="1364" y="1542"/>
                  </a:lnTo>
                  <a:lnTo>
                    <a:pt x="1285" y="1522"/>
                  </a:lnTo>
                  <a:lnTo>
                    <a:pt x="1285" y="1502"/>
                  </a:lnTo>
                  <a:lnTo>
                    <a:pt x="1285" y="1482"/>
                  </a:lnTo>
                  <a:lnTo>
                    <a:pt x="1344" y="1502"/>
                  </a:lnTo>
                  <a:lnTo>
                    <a:pt x="1285" y="1463"/>
                  </a:lnTo>
                  <a:lnTo>
                    <a:pt x="1186" y="1443"/>
                  </a:lnTo>
                  <a:lnTo>
                    <a:pt x="1206" y="1443"/>
                  </a:lnTo>
                  <a:lnTo>
                    <a:pt x="1146" y="1423"/>
                  </a:lnTo>
                  <a:lnTo>
                    <a:pt x="1166" y="1443"/>
                  </a:lnTo>
                  <a:lnTo>
                    <a:pt x="1186" y="1463"/>
                  </a:lnTo>
                  <a:lnTo>
                    <a:pt x="1127" y="1463"/>
                  </a:lnTo>
                  <a:lnTo>
                    <a:pt x="1067" y="1443"/>
                  </a:lnTo>
                  <a:lnTo>
                    <a:pt x="1087" y="1443"/>
                  </a:lnTo>
                  <a:lnTo>
                    <a:pt x="1028" y="1423"/>
                  </a:lnTo>
                  <a:lnTo>
                    <a:pt x="929" y="1384"/>
                  </a:lnTo>
                  <a:lnTo>
                    <a:pt x="909" y="1364"/>
                  </a:lnTo>
                  <a:lnTo>
                    <a:pt x="909" y="1364"/>
                  </a:lnTo>
                  <a:lnTo>
                    <a:pt x="988" y="1384"/>
                  </a:lnTo>
                  <a:lnTo>
                    <a:pt x="1028" y="1403"/>
                  </a:lnTo>
                  <a:lnTo>
                    <a:pt x="1107" y="1423"/>
                  </a:lnTo>
                  <a:lnTo>
                    <a:pt x="1048" y="1403"/>
                  </a:lnTo>
                  <a:lnTo>
                    <a:pt x="969" y="1364"/>
                  </a:lnTo>
                  <a:lnTo>
                    <a:pt x="929" y="1344"/>
                  </a:lnTo>
                  <a:lnTo>
                    <a:pt x="969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988" y="1344"/>
                  </a:lnTo>
                  <a:lnTo>
                    <a:pt x="949" y="1324"/>
                  </a:lnTo>
                  <a:lnTo>
                    <a:pt x="1028" y="1344"/>
                  </a:lnTo>
                  <a:lnTo>
                    <a:pt x="1008" y="1344"/>
                  </a:lnTo>
                  <a:lnTo>
                    <a:pt x="1028" y="1364"/>
                  </a:lnTo>
                  <a:lnTo>
                    <a:pt x="1087" y="1384"/>
                  </a:lnTo>
                  <a:lnTo>
                    <a:pt x="1206" y="1423"/>
                  </a:lnTo>
                  <a:lnTo>
                    <a:pt x="1304" y="1463"/>
                  </a:lnTo>
                  <a:lnTo>
                    <a:pt x="1364" y="1463"/>
                  </a:lnTo>
                  <a:lnTo>
                    <a:pt x="1324" y="1443"/>
                  </a:lnTo>
                  <a:lnTo>
                    <a:pt x="1324" y="1423"/>
                  </a:lnTo>
                  <a:lnTo>
                    <a:pt x="1285" y="1403"/>
                  </a:lnTo>
                  <a:lnTo>
                    <a:pt x="1344" y="1423"/>
                  </a:lnTo>
                  <a:lnTo>
                    <a:pt x="1344" y="1403"/>
                  </a:lnTo>
                  <a:lnTo>
                    <a:pt x="1304" y="1384"/>
                  </a:lnTo>
                  <a:lnTo>
                    <a:pt x="1304" y="1384"/>
                  </a:lnTo>
                  <a:lnTo>
                    <a:pt x="1364" y="1403"/>
                  </a:lnTo>
                  <a:lnTo>
                    <a:pt x="1383" y="1384"/>
                  </a:lnTo>
                  <a:lnTo>
                    <a:pt x="1344" y="1344"/>
                  </a:lnTo>
                  <a:lnTo>
                    <a:pt x="1285" y="1324"/>
                  </a:lnTo>
                  <a:lnTo>
                    <a:pt x="1285" y="1305"/>
                  </a:lnTo>
                  <a:lnTo>
                    <a:pt x="1344" y="1305"/>
                  </a:lnTo>
                  <a:lnTo>
                    <a:pt x="1304" y="1285"/>
                  </a:lnTo>
                  <a:lnTo>
                    <a:pt x="1364" y="1305"/>
                  </a:lnTo>
                  <a:lnTo>
                    <a:pt x="1344" y="1285"/>
                  </a:lnTo>
                  <a:lnTo>
                    <a:pt x="1324" y="1265"/>
                  </a:lnTo>
                  <a:lnTo>
                    <a:pt x="1383" y="1265"/>
                  </a:lnTo>
                  <a:lnTo>
                    <a:pt x="1344" y="1245"/>
                  </a:lnTo>
                  <a:lnTo>
                    <a:pt x="1285" y="1206"/>
                  </a:lnTo>
                  <a:lnTo>
                    <a:pt x="1383" y="1245"/>
                  </a:lnTo>
                  <a:lnTo>
                    <a:pt x="1344" y="1186"/>
                  </a:lnTo>
                  <a:lnTo>
                    <a:pt x="1344" y="1107"/>
                  </a:lnTo>
                  <a:lnTo>
                    <a:pt x="1364" y="1127"/>
                  </a:lnTo>
                  <a:lnTo>
                    <a:pt x="1364" y="1107"/>
                  </a:lnTo>
                  <a:lnTo>
                    <a:pt x="1324" y="1068"/>
                  </a:lnTo>
                  <a:lnTo>
                    <a:pt x="1304" y="1048"/>
                  </a:lnTo>
                  <a:lnTo>
                    <a:pt x="1304" y="1028"/>
                  </a:lnTo>
                  <a:lnTo>
                    <a:pt x="1324" y="1028"/>
                  </a:lnTo>
                  <a:lnTo>
                    <a:pt x="1285" y="1008"/>
                  </a:lnTo>
                  <a:lnTo>
                    <a:pt x="1225" y="989"/>
                  </a:lnTo>
                  <a:lnTo>
                    <a:pt x="1107" y="949"/>
                  </a:lnTo>
                  <a:lnTo>
                    <a:pt x="1087" y="929"/>
                  </a:lnTo>
                  <a:lnTo>
                    <a:pt x="1127" y="929"/>
                  </a:lnTo>
                  <a:lnTo>
                    <a:pt x="1186" y="949"/>
                  </a:lnTo>
                  <a:lnTo>
                    <a:pt x="1265" y="989"/>
                  </a:lnTo>
                  <a:lnTo>
                    <a:pt x="1344" y="1028"/>
                  </a:lnTo>
                  <a:lnTo>
                    <a:pt x="1344" y="1028"/>
                  </a:lnTo>
                  <a:lnTo>
                    <a:pt x="1285" y="989"/>
                  </a:lnTo>
                  <a:lnTo>
                    <a:pt x="1304" y="969"/>
                  </a:lnTo>
                  <a:lnTo>
                    <a:pt x="1304" y="949"/>
                  </a:lnTo>
                  <a:lnTo>
                    <a:pt x="1324" y="969"/>
                  </a:lnTo>
                  <a:lnTo>
                    <a:pt x="1344" y="969"/>
                  </a:lnTo>
                  <a:lnTo>
                    <a:pt x="1344" y="989"/>
                  </a:lnTo>
                  <a:lnTo>
                    <a:pt x="1364" y="989"/>
                  </a:lnTo>
                  <a:lnTo>
                    <a:pt x="1403" y="1028"/>
                  </a:lnTo>
                  <a:lnTo>
                    <a:pt x="1383" y="989"/>
                  </a:lnTo>
                  <a:lnTo>
                    <a:pt x="1383" y="969"/>
                  </a:lnTo>
                  <a:lnTo>
                    <a:pt x="1344" y="949"/>
                  </a:lnTo>
                  <a:lnTo>
                    <a:pt x="1324" y="929"/>
                  </a:lnTo>
                  <a:lnTo>
                    <a:pt x="1265" y="910"/>
                  </a:lnTo>
                  <a:lnTo>
                    <a:pt x="1364" y="929"/>
                  </a:lnTo>
                  <a:lnTo>
                    <a:pt x="1304" y="910"/>
                  </a:lnTo>
                  <a:lnTo>
                    <a:pt x="1285" y="910"/>
                  </a:lnTo>
                  <a:lnTo>
                    <a:pt x="1285" y="890"/>
                  </a:lnTo>
                  <a:lnTo>
                    <a:pt x="1324" y="890"/>
                  </a:lnTo>
                  <a:lnTo>
                    <a:pt x="1383" y="910"/>
                  </a:lnTo>
                  <a:lnTo>
                    <a:pt x="1383" y="910"/>
                  </a:lnTo>
                  <a:lnTo>
                    <a:pt x="1344" y="890"/>
                  </a:lnTo>
                  <a:lnTo>
                    <a:pt x="1344" y="870"/>
                  </a:lnTo>
                  <a:lnTo>
                    <a:pt x="1383" y="890"/>
                  </a:lnTo>
                  <a:lnTo>
                    <a:pt x="1403" y="870"/>
                  </a:lnTo>
                  <a:lnTo>
                    <a:pt x="140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791"/>
                  </a:lnTo>
                  <a:lnTo>
                    <a:pt x="1344" y="791"/>
                  </a:lnTo>
                  <a:lnTo>
                    <a:pt x="1285" y="771"/>
                  </a:lnTo>
                  <a:lnTo>
                    <a:pt x="1265" y="752"/>
                  </a:lnTo>
                  <a:lnTo>
                    <a:pt x="1245" y="732"/>
                  </a:lnTo>
                  <a:lnTo>
                    <a:pt x="1304" y="752"/>
                  </a:lnTo>
                  <a:lnTo>
                    <a:pt x="1324" y="771"/>
                  </a:lnTo>
                  <a:lnTo>
                    <a:pt x="1423" y="771"/>
                  </a:lnTo>
                  <a:lnTo>
                    <a:pt x="1403" y="752"/>
                  </a:lnTo>
                  <a:lnTo>
                    <a:pt x="1364" y="732"/>
                  </a:lnTo>
                  <a:lnTo>
                    <a:pt x="1423" y="752"/>
                  </a:lnTo>
                  <a:lnTo>
                    <a:pt x="1443" y="752"/>
                  </a:lnTo>
                  <a:lnTo>
                    <a:pt x="1403" y="732"/>
                  </a:lnTo>
                  <a:lnTo>
                    <a:pt x="1324" y="692"/>
                  </a:lnTo>
                  <a:lnTo>
                    <a:pt x="1344" y="692"/>
                  </a:lnTo>
                  <a:lnTo>
                    <a:pt x="1324" y="673"/>
                  </a:lnTo>
                  <a:lnTo>
                    <a:pt x="1403" y="712"/>
                  </a:lnTo>
                  <a:lnTo>
                    <a:pt x="1403" y="712"/>
                  </a:lnTo>
                  <a:lnTo>
                    <a:pt x="1324" y="653"/>
                  </a:lnTo>
                  <a:lnTo>
                    <a:pt x="1285" y="613"/>
                  </a:lnTo>
                  <a:lnTo>
                    <a:pt x="1245" y="594"/>
                  </a:lnTo>
                  <a:lnTo>
                    <a:pt x="1304" y="613"/>
                  </a:lnTo>
                  <a:lnTo>
                    <a:pt x="1383" y="633"/>
                  </a:lnTo>
                  <a:lnTo>
                    <a:pt x="1344" y="633"/>
                  </a:lnTo>
                  <a:lnTo>
                    <a:pt x="1423" y="653"/>
                  </a:lnTo>
                  <a:lnTo>
                    <a:pt x="1462" y="653"/>
                  </a:lnTo>
                  <a:lnTo>
                    <a:pt x="1462" y="633"/>
                  </a:lnTo>
                  <a:lnTo>
                    <a:pt x="1443" y="613"/>
                  </a:lnTo>
                  <a:lnTo>
                    <a:pt x="1462" y="594"/>
                  </a:lnTo>
                  <a:lnTo>
                    <a:pt x="1443" y="574"/>
                  </a:lnTo>
                  <a:lnTo>
                    <a:pt x="1502" y="574"/>
                  </a:lnTo>
                  <a:lnTo>
                    <a:pt x="1502" y="554"/>
                  </a:lnTo>
                  <a:lnTo>
                    <a:pt x="1502" y="534"/>
                  </a:lnTo>
                  <a:lnTo>
                    <a:pt x="1502" y="515"/>
                  </a:lnTo>
                  <a:lnTo>
                    <a:pt x="1462" y="475"/>
                  </a:lnTo>
                  <a:lnTo>
                    <a:pt x="1522" y="495"/>
                  </a:lnTo>
                  <a:lnTo>
                    <a:pt x="1522" y="495"/>
                  </a:lnTo>
                  <a:lnTo>
                    <a:pt x="1443" y="455"/>
                  </a:lnTo>
                  <a:lnTo>
                    <a:pt x="1423" y="416"/>
                  </a:lnTo>
                  <a:lnTo>
                    <a:pt x="1383" y="376"/>
                  </a:lnTo>
                  <a:lnTo>
                    <a:pt x="1285" y="317"/>
                  </a:lnTo>
                  <a:lnTo>
                    <a:pt x="1344" y="337"/>
                  </a:lnTo>
                  <a:lnTo>
                    <a:pt x="1403" y="376"/>
                  </a:lnTo>
                  <a:lnTo>
                    <a:pt x="1364" y="337"/>
                  </a:lnTo>
                  <a:lnTo>
                    <a:pt x="1344" y="317"/>
                  </a:lnTo>
                  <a:lnTo>
                    <a:pt x="1344" y="317"/>
                  </a:lnTo>
                  <a:lnTo>
                    <a:pt x="1383" y="337"/>
                  </a:lnTo>
                  <a:lnTo>
                    <a:pt x="1423" y="357"/>
                  </a:lnTo>
                  <a:lnTo>
                    <a:pt x="1423" y="342"/>
                  </a:lnTo>
                  <a:lnTo>
                    <a:pt x="1423" y="342"/>
                  </a:lnTo>
                  <a:lnTo>
                    <a:pt x="1364" y="297"/>
                  </a:lnTo>
                  <a:lnTo>
                    <a:pt x="1304" y="258"/>
                  </a:lnTo>
                  <a:lnTo>
                    <a:pt x="1265" y="238"/>
                  </a:lnTo>
                  <a:lnTo>
                    <a:pt x="1285" y="238"/>
                  </a:lnTo>
                  <a:lnTo>
                    <a:pt x="1245" y="179"/>
                  </a:lnTo>
                  <a:lnTo>
                    <a:pt x="1245" y="139"/>
                  </a:lnTo>
                  <a:lnTo>
                    <a:pt x="1245" y="100"/>
                  </a:lnTo>
                  <a:lnTo>
                    <a:pt x="1304" y="80"/>
                  </a:lnTo>
                  <a:lnTo>
                    <a:pt x="1324" y="100"/>
                  </a:lnTo>
                  <a:lnTo>
                    <a:pt x="1324" y="80"/>
                  </a:lnTo>
                  <a:lnTo>
                    <a:pt x="1344" y="80"/>
                  </a:lnTo>
                  <a:lnTo>
                    <a:pt x="1344" y="100"/>
                  </a:lnTo>
                  <a:lnTo>
                    <a:pt x="1383" y="100"/>
                  </a:lnTo>
                  <a:lnTo>
                    <a:pt x="1364" y="80"/>
                  </a:lnTo>
                  <a:lnTo>
                    <a:pt x="1344" y="60"/>
                  </a:lnTo>
                  <a:lnTo>
                    <a:pt x="1344" y="60"/>
                  </a:lnTo>
                  <a:lnTo>
                    <a:pt x="1383" y="80"/>
                  </a:lnTo>
                  <a:lnTo>
                    <a:pt x="1462" y="80"/>
                  </a:lnTo>
                  <a:lnTo>
                    <a:pt x="1443" y="60"/>
                  </a:lnTo>
                  <a:lnTo>
                    <a:pt x="1443" y="60"/>
                  </a:lnTo>
                  <a:lnTo>
                    <a:pt x="1581" y="120"/>
                  </a:lnTo>
                  <a:lnTo>
                    <a:pt x="1522" y="60"/>
                  </a:lnTo>
                  <a:lnTo>
                    <a:pt x="1502" y="60"/>
                  </a:lnTo>
                  <a:lnTo>
                    <a:pt x="1462" y="40"/>
                  </a:lnTo>
                  <a:lnTo>
                    <a:pt x="1443" y="21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29"/>
            <p:cNvSpPr/>
            <p:nvPr/>
          </p:nvSpPr>
          <p:spPr>
            <a:xfrm>
              <a:off x="-1781250" y="3410200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20"/>
                  </a:move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29"/>
            <p:cNvSpPr/>
            <p:nvPr/>
          </p:nvSpPr>
          <p:spPr>
            <a:xfrm>
              <a:off x="-1798050" y="33781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29"/>
            <p:cNvSpPr/>
            <p:nvPr/>
          </p:nvSpPr>
          <p:spPr>
            <a:xfrm>
              <a:off x="-1795075" y="340722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0" y="1"/>
                  </a:lnTo>
                  <a:lnTo>
                    <a:pt x="2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29"/>
            <p:cNvSpPr/>
            <p:nvPr/>
          </p:nvSpPr>
          <p:spPr>
            <a:xfrm>
              <a:off x="-1709150" y="3594375"/>
              <a:ext cx="52850" cy="55325"/>
            </a:xfrm>
            <a:custGeom>
              <a:rect b="b" l="l" r="r" t="t"/>
              <a:pathLst>
                <a:path extrusionOk="0" h="2213" w="2114">
                  <a:moveTo>
                    <a:pt x="178" y="574"/>
                  </a:moveTo>
                  <a:lnTo>
                    <a:pt x="158" y="593"/>
                  </a:lnTo>
                  <a:lnTo>
                    <a:pt x="178" y="574"/>
                  </a:lnTo>
                  <a:lnTo>
                    <a:pt x="178" y="574"/>
                  </a:lnTo>
                  <a:close/>
                  <a:moveTo>
                    <a:pt x="158" y="593"/>
                  </a:moveTo>
                  <a:lnTo>
                    <a:pt x="138" y="613"/>
                  </a:lnTo>
                  <a:lnTo>
                    <a:pt x="158" y="593"/>
                  </a:lnTo>
                  <a:close/>
                  <a:moveTo>
                    <a:pt x="1363" y="692"/>
                  </a:moveTo>
                  <a:lnTo>
                    <a:pt x="1323" y="71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363" y="692"/>
                  </a:lnTo>
                  <a:close/>
                  <a:moveTo>
                    <a:pt x="79" y="811"/>
                  </a:moveTo>
                  <a:lnTo>
                    <a:pt x="40" y="830"/>
                  </a:lnTo>
                  <a:lnTo>
                    <a:pt x="59" y="830"/>
                  </a:lnTo>
                  <a:lnTo>
                    <a:pt x="79" y="811"/>
                  </a:lnTo>
                  <a:close/>
                  <a:moveTo>
                    <a:pt x="99" y="1127"/>
                  </a:moveTo>
                  <a:lnTo>
                    <a:pt x="79" y="1146"/>
                  </a:lnTo>
                  <a:lnTo>
                    <a:pt x="79" y="1146"/>
                  </a:lnTo>
                  <a:lnTo>
                    <a:pt x="105" y="1127"/>
                  </a:lnTo>
                  <a:close/>
                  <a:moveTo>
                    <a:pt x="79" y="1127"/>
                  </a:moveTo>
                  <a:lnTo>
                    <a:pt x="0" y="1186"/>
                  </a:lnTo>
                  <a:lnTo>
                    <a:pt x="20" y="1206"/>
                  </a:lnTo>
                  <a:lnTo>
                    <a:pt x="59" y="1186"/>
                  </a:lnTo>
                  <a:lnTo>
                    <a:pt x="99" y="1146"/>
                  </a:lnTo>
                  <a:lnTo>
                    <a:pt x="40" y="1186"/>
                  </a:lnTo>
                  <a:lnTo>
                    <a:pt x="59" y="1166"/>
                  </a:lnTo>
                  <a:lnTo>
                    <a:pt x="79" y="1146"/>
                  </a:lnTo>
                  <a:lnTo>
                    <a:pt x="79" y="1127"/>
                  </a:lnTo>
                  <a:close/>
                  <a:moveTo>
                    <a:pt x="573" y="1443"/>
                  </a:moveTo>
                  <a:lnTo>
                    <a:pt x="553" y="146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73" y="1443"/>
                  </a:lnTo>
                  <a:close/>
                  <a:moveTo>
                    <a:pt x="869" y="1838"/>
                  </a:moveTo>
                  <a:lnTo>
                    <a:pt x="834" y="1861"/>
                  </a:lnTo>
                  <a:lnTo>
                    <a:pt x="834" y="1861"/>
                  </a:lnTo>
                  <a:lnTo>
                    <a:pt x="849" y="1857"/>
                  </a:lnTo>
                  <a:lnTo>
                    <a:pt x="869" y="1838"/>
                  </a:lnTo>
                  <a:close/>
                  <a:moveTo>
                    <a:pt x="834" y="1861"/>
                  </a:moveTo>
                  <a:lnTo>
                    <a:pt x="770" y="1877"/>
                  </a:lnTo>
                  <a:lnTo>
                    <a:pt x="770" y="1887"/>
                  </a:lnTo>
                  <a:lnTo>
                    <a:pt x="770" y="1887"/>
                  </a:lnTo>
                  <a:lnTo>
                    <a:pt x="790" y="1877"/>
                  </a:lnTo>
                  <a:lnTo>
                    <a:pt x="810" y="1877"/>
                  </a:lnTo>
                  <a:lnTo>
                    <a:pt x="834" y="1861"/>
                  </a:lnTo>
                  <a:close/>
                  <a:moveTo>
                    <a:pt x="770" y="1887"/>
                  </a:moveTo>
                  <a:lnTo>
                    <a:pt x="751" y="1897"/>
                  </a:lnTo>
                  <a:lnTo>
                    <a:pt x="672" y="1956"/>
                  </a:lnTo>
                  <a:lnTo>
                    <a:pt x="691" y="1956"/>
                  </a:lnTo>
                  <a:lnTo>
                    <a:pt x="672" y="1996"/>
                  </a:lnTo>
                  <a:lnTo>
                    <a:pt x="672" y="1996"/>
                  </a:lnTo>
                  <a:lnTo>
                    <a:pt x="711" y="1956"/>
                  </a:lnTo>
                  <a:lnTo>
                    <a:pt x="731" y="1936"/>
                  </a:lnTo>
                  <a:lnTo>
                    <a:pt x="731" y="1956"/>
                  </a:lnTo>
                  <a:lnTo>
                    <a:pt x="810" y="1897"/>
                  </a:lnTo>
                  <a:lnTo>
                    <a:pt x="770" y="1897"/>
                  </a:lnTo>
                  <a:lnTo>
                    <a:pt x="770" y="1887"/>
                  </a:lnTo>
                  <a:close/>
                  <a:moveTo>
                    <a:pt x="968" y="2075"/>
                  </a:moveTo>
                  <a:lnTo>
                    <a:pt x="968" y="2094"/>
                  </a:lnTo>
                  <a:lnTo>
                    <a:pt x="988" y="2114"/>
                  </a:lnTo>
                  <a:lnTo>
                    <a:pt x="988" y="2094"/>
                  </a:lnTo>
                  <a:lnTo>
                    <a:pt x="988" y="2075"/>
                  </a:lnTo>
                  <a:close/>
                  <a:moveTo>
                    <a:pt x="751" y="1"/>
                  </a:moveTo>
                  <a:lnTo>
                    <a:pt x="711" y="20"/>
                  </a:lnTo>
                  <a:lnTo>
                    <a:pt x="672" y="40"/>
                  </a:lnTo>
                  <a:lnTo>
                    <a:pt x="632" y="80"/>
                  </a:lnTo>
                  <a:lnTo>
                    <a:pt x="612" y="80"/>
                  </a:lnTo>
                  <a:lnTo>
                    <a:pt x="474" y="178"/>
                  </a:lnTo>
                  <a:lnTo>
                    <a:pt x="356" y="277"/>
                  </a:lnTo>
                  <a:lnTo>
                    <a:pt x="356" y="297"/>
                  </a:lnTo>
                  <a:lnTo>
                    <a:pt x="316" y="337"/>
                  </a:lnTo>
                  <a:lnTo>
                    <a:pt x="277" y="356"/>
                  </a:lnTo>
                  <a:lnTo>
                    <a:pt x="257" y="376"/>
                  </a:lnTo>
                  <a:lnTo>
                    <a:pt x="296" y="376"/>
                  </a:lnTo>
                  <a:lnTo>
                    <a:pt x="277" y="396"/>
                  </a:lnTo>
                  <a:lnTo>
                    <a:pt x="277" y="416"/>
                  </a:lnTo>
                  <a:lnTo>
                    <a:pt x="296" y="416"/>
                  </a:lnTo>
                  <a:lnTo>
                    <a:pt x="257" y="455"/>
                  </a:lnTo>
                  <a:lnTo>
                    <a:pt x="198" y="495"/>
                  </a:lnTo>
                  <a:lnTo>
                    <a:pt x="178" y="514"/>
                  </a:lnTo>
                  <a:lnTo>
                    <a:pt x="217" y="514"/>
                  </a:lnTo>
                  <a:lnTo>
                    <a:pt x="217" y="534"/>
                  </a:lnTo>
                  <a:lnTo>
                    <a:pt x="178" y="554"/>
                  </a:lnTo>
                  <a:lnTo>
                    <a:pt x="178" y="574"/>
                  </a:lnTo>
                  <a:lnTo>
                    <a:pt x="198" y="554"/>
                  </a:lnTo>
                  <a:lnTo>
                    <a:pt x="217" y="554"/>
                  </a:lnTo>
                  <a:lnTo>
                    <a:pt x="198" y="574"/>
                  </a:lnTo>
                  <a:lnTo>
                    <a:pt x="198" y="574"/>
                  </a:lnTo>
                  <a:lnTo>
                    <a:pt x="257" y="534"/>
                  </a:lnTo>
                  <a:lnTo>
                    <a:pt x="257" y="554"/>
                  </a:lnTo>
                  <a:lnTo>
                    <a:pt x="237" y="574"/>
                  </a:lnTo>
                  <a:lnTo>
                    <a:pt x="158" y="613"/>
                  </a:lnTo>
                  <a:lnTo>
                    <a:pt x="138" y="633"/>
                  </a:lnTo>
                  <a:lnTo>
                    <a:pt x="79" y="672"/>
                  </a:lnTo>
                  <a:lnTo>
                    <a:pt x="138" y="653"/>
                  </a:lnTo>
                  <a:lnTo>
                    <a:pt x="158" y="653"/>
                  </a:lnTo>
                  <a:lnTo>
                    <a:pt x="138" y="672"/>
                  </a:lnTo>
                  <a:lnTo>
                    <a:pt x="119" y="672"/>
                  </a:lnTo>
                  <a:lnTo>
                    <a:pt x="59" y="732"/>
                  </a:lnTo>
                  <a:lnTo>
                    <a:pt x="79" y="732"/>
                  </a:lnTo>
                  <a:lnTo>
                    <a:pt x="119" y="712"/>
                  </a:lnTo>
                  <a:lnTo>
                    <a:pt x="138" y="712"/>
                  </a:lnTo>
                  <a:lnTo>
                    <a:pt x="119" y="732"/>
                  </a:lnTo>
                  <a:lnTo>
                    <a:pt x="119" y="751"/>
                  </a:lnTo>
                  <a:lnTo>
                    <a:pt x="79" y="811"/>
                  </a:lnTo>
                  <a:lnTo>
                    <a:pt x="79" y="830"/>
                  </a:lnTo>
                  <a:lnTo>
                    <a:pt x="99" y="830"/>
                  </a:lnTo>
                  <a:lnTo>
                    <a:pt x="138" y="811"/>
                  </a:lnTo>
                  <a:lnTo>
                    <a:pt x="138" y="811"/>
                  </a:lnTo>
                  <a:lnTo>
                    <a:pt x="79" y="850"/>
                  </a:lnTo>
                  <a:lnTo>
                    <a:pt x="178" y="791"/>
                  </a:lnTo>
                  <a:lnTo>
                    <a:pt x="237" y="751"/>
                  </a:lnTo>
                  <a:lnTo>
                    <a:pt x="257" y="751"/>
                  </a:lnTo>
                  <a:lnTo>
                    <a:pt x="217" y="791"/>
                  </a:lnTo>
                  <a:lnTo>
                    <a:pt x="178" y="830"/>
                  </a:lnTo>
                  <a:lnTo>
                    <a:pt x="119" y="870"/>
                  </a:lnTo>
                  <a:lnTo>
                    <a:pt x="79" y="90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20" y="949"/>
                  </a:lnTo>
                  <a:lnTo>
                    <a:pt x="20" y="969"/>
                  </a:lnTo>
                  <a:lnTo>
                    <a:pt x="0" y="1008"/>
                  </a:lnTo>
                  <a:lnTo>
                    <a:pt x="0" y="1028"/>
                  </a:lnTo>
                  <a:lnTo>
                    <a:pt x="59" y="988"/>
                  </a:lnTo>
                  <a:lnTo>
                    <a:pt x="40" y="1008"/>
                  </a:lnTo>
                  <a:lnTo>
                    <a:pt x="20" y="1048"/>
                  </a:lnTo>
                  <a:lnTo>
                    <a:pt x="40" y="1048"/>
                  </a:lnTo>
                  <a:lnTo>
                    <a:pt x="40" y="1067"/>
                  </a:lnTo>
                  <a:lnTo>
                    <a:pt x="20" y="1087"/>
                  </a:lnTo>
                  <a:lnTo>
                    <a:pt x="0" y="1107"/>
                  </a:lnTo>
                  <a:lnTo>
                    <a:pt x="20" y="1107"/>
                  </a:lnTo>
                  <a:lnTo>
                    <a:pt x="59" y="1067"/>
                  </a:lnTo>
                  <a:lnTo>
                    <a:pt x="99" y="1048"/>
                  </a:lnTo>
                  <a:lnTo>
                    <a:pt x="99" y="1048"/>
                  </a:lnTo>
                  <a:lnTo>
                    <a:pt x="79" y="1067"/>
                  </a:lnTo>
                  <a:lnTo>
                    <a:pt x="79" y="1087"/>
                  </a:lnTo>
                  <a:lnTo>
                    <a:pt x="59" y="1107"/>
                  </a:lnTo>
                  <a:lnTo>
                    <a:pt x="40" y="1127"/>
                  </a:lnTo>
                  <a:lnTo>
                    <a:pt x="99" y="1087"/>
                  </a:lnTo>
                  <a:lnTo>
                    <a:pt x="178" y="1028"/>
                  </a:lnTo>
                  <a:lnTo>
                    <a:pt x="158" y="1087"/>
                  </a:lnTo>
                  <a:lnTo>
                    <a:pt x="105" y="1127"/>
                  </a:lnTo>
                  <a:lnTo>
                    <a:pt x="138" y="1127"/>
                  </a:lnTo>
                  <a:lnTo>
                    <a:pt x="178" y="1107"/>
                  </a:lnTo>
                  <a:lnTo>
                    <a:pt x="277" y="1067"/>
                  </a:lnTo>
                  <a:lnTo>
                    <a:pt x="237" y="1107"/>
                  </a:lnTo>
                  <a:lnTo>
                    <a:pt x="138" y="1166"/>
                  </a:lnTo>
                  <a:lnTo>
                    <a:pt x="158" y="1166"/>
                  </a:lnTo>
                  <a:lnTo>
                    <a:pt x="119" y="1225"/>
                  </a:lnTo>
                  <a:lnTo>
                    <a:pt x="119" y="1225"/>
                  </a:lnTo>
                  <a:lnTo>
                    <a:pt x="198" y="1186"/>
                  </a:lnTo>
                  <a:lnTo>
                    <a:pt x="138" y="1245"/>
                  </a:lnTo>
                  <a:lnTo>
                    <a:pt x="138" y="1265"/>
                  </a:lnTo>
                  <a:lnTo>
                    <a:pt x="138" y="1304"/>
                  </a:lnTo>
                  <a:lnTo>
                    <a:pt x="119" y="1324"/>
                  </a:lnTo>
                  <a:lnTo>
                    <a:pt x="158" y="1344"/>
                  </a:lnTo>
                  <a:lnTo>
                    <a:pt x="217" y="1265"/>
                  </a:lnTo>
                  <a:lnTo>
                    <a:pt x="138" y="1324"/>
                  </a:lnTo>
                  <a:lnTo>
                    <a:pt x="138" y="1324"/>
                  </a:lnTo>
                  <a:lnTo>
                    <a:pt x="237" y="1245"/>
                  </a:lnTo>
                  <a:lnTo>
                    <a:pt x="336" y="1186"/>
                  </a:lnTo>
                  <a:lnTo>
                    <a:pt x="336" y="1206"/>
                  </a:lnTo>
                  <a:lnTo>
                    <a:pt x="296" y="1225"/>
                  </a:lnTo>
                  <a:lnTo>
                    <a:pt x="336" y="1225"/>
                  </a:lnTo>
                  <a:lnTo>
                    <a:pt x="356" y="1206"/>
                  </a:lnTo>
                  <a:lnTo>
                    <a:pt x="375" y="1186"/>
                  </a:lnTo>
                  <a:lnTo>
                    <a:pt x="356" y="1225"/>
                  </a:lnTo>
                  <a:lnTo>
                    <a:pt x="316" y="1245"/>
                  </a:lnTo>
                  <a:lnTo>
                    <a:pt x="336" y="1245"/>
                  </a:lnTo>
                  <a:lnTo>
                    <a:pt x="395" y="1225"/>
                  </a:lnTo>
                  <a:lnTo>
                    <a:pt x="336" y="1265"/>
                  </a:lnTo>
                  <a:lnTo>
                    <a:pt x="277" y="1285"/>
                  </a:lnTo>
                  <a:lnTo>
                    <a:pt x="237" y="1324"/>
                  </a:lnTo>
                  <a:lnTo>
                    <a:pt x="198" y="1364"/>
                  </a:lnTo>
                  <a:lnTo>
                    <a:pt x="217" y="1364"/>
                  </a:lnTo>
                  <a:lnTo>
                    <a:pt x="138" y="1403"/>
                  </a:lnTo>
                  <a:lnTo>
                    <a:pt x="178" y="1403"/>
                  </a:lnTo>
                  <a:lnTo>
                    <a:pt x="158" y="1423"/>
                  </a:lnTo>
                  <a:lnTo>
                    <a:pt x="158" y="1423"/>
                  </a:lnTo>
                  <a:lnTo>
                    <a:pt x="217" y="1383"/>
                  </a:lnTo>
                  <a:lnTo>
                    <a:pt x="178" y="1443"/>
                  </a:lnTo>
                  <a:lnTo>
                    <a:pt x="178" y="1482"/>
                  </a:lnTo>
                  <a:lnTo>
                    <a:pt x="217" y="1443"/>
                  </a:lnTo>
                  <a:lnTo>
                    <a:pt x="257" y="1443"/>
                  </a:lnTo>
                  <a:lnTo>
                    <a:pt x="237" y="146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257" y="1502"/>
                  </a:lnTo>
                  <a:lnTo>
                    <a:pt x="336" y="1443"/>
                  </a:lnTo>
                  <a:lnTo>
                    <a:pt x="336" y="1462"/>
                  </a:lnTo>
                  <a:lnTo>
                    <a:pt x="296" y="1482"/>
                  </a:lnTo>
                  <a:lnTo>
                    <a:pt x="375" y="1462"/>
                  </a:lnTo>
                  <a:lnTo>
                    <a:pt x="375" y="1462"/>
                  </a:lnTo>
                  <a:lnTo>
                    <a:pt x="316" y="1482"/>
                  </a:lnTo>
                  <a:lnTo>
                    <a:pt x="296" y="1502"/>
                  </a:lnTo>
                  <a:lnTo>
                    <a:pt x="296" y="1522"/>
                  </a:lnTo>
                  <a:lnTo>
                    <a:pt x="296" y="1541"/>
                  </a:lnTo>
                  <a:lnTo>
                    <a:pt x="494" y="1462"/>
                  </a:lnTo>
                  <a:lnTo>
                    <a:pt x="593" y="1403"/>
                  </a:lnTo>
                  <a:lnTo>
                    <a:pt x="691" y="1344"/>
                  </a:lnTo>
                  <a:lnTo>
                    <a:pt x="652" y="1383"/>
                  </a:lnTo>
                  <a:lnTo>
                    <a:pt x="632" y="1423"/>
                  </a:lnTo>
                  <a:lnTo>
                    <a:pt x="573" y="1462"/>
                  </a:lnTo>
                  <a:lnTo>
                    <a:pt x="553" y="148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454" y="1561"/>
                  </a:lnTo>
                  <a:lnTo>
                    <a:pt x="395" y="1581"/>
                  </a:lnTo>
                  <a:lnTo>
                    <a:pt x="454" y="1541"/>
                  </a:lnTo>
                  <a:lnTo>
                    <a:pt x="454" y="1541"/>
                  </a:lnTo>
                  <a:lnTo>
                    <a:pt x="415" y="1561"/>
                  </a:lnTo>
                  <a:lnTo>
                    <a:pt x="375" y="1581"/>
                  </a:lnTo>
                  <a:lnTo>
                    <a:pt x="296" y="1640"/>
                  </a:lnTo>
                  <a:lnTo>
                    <a:pt x="336" y="1640"/>
                  </a:lnTo>
                  <a:lnTo>
                    <a:pt x="336" y="1660"/>
                  </a:lnTo>
                  <a:lnTo>
                    <a:pt x="375" y="1660"/>
                  </a:lnTo>
                  <a:lnTo>
                    <a:pt x="356" y="1680"/>
                  </a:lnTo>
                  <a:lnTo>
                    <a:pt x="395" y="1660"/>
                  </a:lnTo>
                  <a:lnTo>
                    <a:pt x="435" y="1640"/>
                  </a:lnTo>
                  <a:lnTo>
                    <a:pt x="435" y="1640"/>
                  </a:lnTo>
                  <a:lnTo>
                    <a:pt x="415" y="1660"/>
                  </a:lnTo>
                  <a:lnTo>
                    <a:pt x="375" y="1699"/>
                  </a:lnTo>
                  <a:lnTo>
                    <a:pt x="415" y="1680"/>
                  </a:lnTo>
                  <a:lnTo>
                    <a:pt x="435" y="1680"/>
                  </a:lnTo>
                  <a:lnTo>
                    <a:pt x="494" y="1640"/>
                  </a:lnTo>
                  <a:lnTo>
                    <a:pt x="573" y="1581"/>
                  </a:lnTo>
                  <a:lnTo>
                    <a:pt x="612" y="1581"/>
                  </a:lnTo>
                  <a:lnTo>
                    <a:pt x="612" y="1601"/>
                  </a:lnTo>
                  <a:lnTo>
                    <a:pt x="593" y="1620"/>
                  </a:lnTo>
                  <a:lnTo>
                    <a:pt x="612" y="1620"/>
                  </a:lnTo>
                  <a:lnTo>
                    <a:pt x="553" y="1660"/>
                  </a:lnTo>
                  <a:lnTo>
                    <a:pt x="533" y="1660"/>
                  </a:lnTo>
                  <a:lnTo>
                    <a:pt x="533" y="1680"/>
                  </a:lnTo>
                  <a:lnTo>
                    <a:pt x="612" y="1640"/>
                  </a:lnTo>
                  <a:lnTo>
                    <a:pt x="612" y="1660"/>
                  </a:lnTo>
                  <a:lnTo>
                    <a:pt x="593" y="1680"/>
                  </a:lnTo>
                  <a:lnTo>
                    <a:pt x="514" y="1719"/>
                  </a:lnTo>
                  <a:lnTo>
                    <a:pt x="533" y="1699"/>
                  </a:lnTo>
                  <a:lnTo>
                    <a:pt x="533" y="1699"/>
                  </a:lnTo>
                  <a:lnTo>
                    <a:pt x="474" y="1739"/>
                  </a:lnTo>
                  <a:lnTo>
                    <a:pt x="514" y="1719"/>
                  </a:lnTo>
                  <a:lnTo>
                    <a:pt x="514" y="1719"/>
                  </a:lnTo>
                  <a:lnTo>
                    <a:pt x="454" y="1759"/>
                  </a:lnTo>
                  <a:lnTo>
                    <a:pt x="474" y="1739"/>
                  </a:lnTo>
                  <a:lnTo>
                    <a:pt x="474" y="1719"/>
                  </a:lnTo>
                  <a:lnTo>
                    <a:pt x="474" y="1699"/>
                  </a:lnTo>
                  <a:lnTo>
                    <a:pt x="415" y="1699"/>
                  </a:lnTo>
                  <a:lnTo>
                    <a:pt x="395" y="1739"/>
                  </a:lnTo>
                  <a:lnTo>
                    <a:pt x="415" y="1739"/>
                  </a:lnTo>
                  <a:lnTo>
                    <a:pt x="415" y="1759"/>
                  </a:lnTo>
                  <a:lnTo>
                    <a:pt x="395" y="1798"/>
                  </a:lnTo>
                  <a:lnTo>
                    <a:pt x="494" y="1759"/>
                  </a:lnTo>
                  <a:lnTo>
                    <a:pt x="553" y="1719"/>
                  </a:lnTo>
                  <a:lnTo>
                    <a:pt x="612" y="1680"/>
                  </a:lnTo>
                  <a:lnTo>
                    <a:pt x="533" y="1739"/>
                  </a:lnTo>
                  <a:lnTo>
                    <a:pt x="514" y="1778"/>
                  </a:lnTo>
                  <a:lnTo>
                    <a:pt x="593" y="1739"/>
                  </a:lnTo>
                  <a:lnTo>
                    <a:pt x="652" y="1719"/>
                  </a:lnTo>
                  <a:lnTo>
                    <a:pt x="632" y="1719"/>
                  </a:lnTo>
                  <a:lnTo>
                    <a:pt x="652" y="1699"/>
                  </a:lnTo>
                  <a:lnTo>
                    <a:pt x="672" y="1680"/>
                  </a:lnTo>
                  <a:lnTo>
                    <a:pt x="711" y="1660"/>
                  </a:lnTo>
                  <a:lnTo>
                    <a:pt x="751" y="1640"/>
                  </a:lnTo>
                  <a:lnTo>
                    <a:pt x="751" y="1660"/>
                  </a:lnTo>
                  <a:lnTo>
                    <a:pt x="731" y="1680"/>
                  </a:lnTo>
                  <a:lnTo>
                    <a:pt x="711" y="1680"/>
                  </a:lnTo>
                  <a:lnTo>
                    <a:pt x="691" y="1719"/>
                  </a:lnTo>
                  <a:lnTo>
                    <a:pt x="533" y="1778"/>
                  </a:lnTo>
                  <a:lnTo>
                    <a:pt x="533" y="1798"/>
                  </a:lnTo>
                  <a:lnTo>
                    <a:pt x="514" y="1818"/>
                  </a:lnTo>
                  <a:lnTo>
                    <a:pt x="514" y="1818"/>
                  </a:lnTo>
                  <a:lnTo>
                    <a:pt x="573" y="1778"/>
                  </a:lnTo>
                  <a:lnTo>
                    <a:pt x="612" y="1759"/>
                  </a:lnTo>
                  <a:lnTo>
                    <a:pt x="691" y="1739"/>
                  </a:lnTo>
                  <a:lnTo>
                    <a:pt x="770" y="1719"/>
                  </a:lnTo>
                  <a:lnTo>
                    <a:pt x="770" y="1719"/>
                  </a:lnTo>
                  <a:lnTo>
                    <a:pt x="711" y="1759"/>
                  </a:lnTo>
                  <a:lnTo>
                    <a:pt x="652" y="1778"/>
                  </a:lnTo>
                  <a:lnTo>
                    <a:pt x="612" y="1798"/>
                  </a:lnTo>
                  <a:lnTo>
                    <a:pt x="533" y="1857"/>
                  </a:lnTo>
                  <a:lnTo>
                    <a:pt x="573" y="1838"/>
                  </a:lnTo>
                  <a:lnTo>
                    <a:pt x="612" y="1818"/>
                  </a:lnTo>
                  <a:lnTo>
                    <a:pt x="593" y="1857"/>
                  </a:lnTo>
                  <a:lnTo>
                    <a:pt x="632" y="1857"/>
                  </a:lnTo>
                  <a:lnTo>
                    <a:pt x="652" y="1838"/>
                  </a:lnTo>
                  <a:lnTo>
                    <a:pt x="672" y="1838"/>
                  </a:lnTo>
                  <a:lnTo>
                    <a:pt x="672" y="1857"/>
                  </a:lnTo>
                  <a:lnTo>
                    <a:pt x="652" y="1877"/>
                  </a:lnTo>
                  <a:lnTo>
                    <a:pt x="691" y="1857"/>
                  </a:lnTo>
                  <a:lnTo>
                    <a:pt x="691" y="1877"/>
                  </a:lnTo>
                  <a:lnTo>
                    <a:pt x="711" y="1877"/>
                  </a:lnTo>
                  <a:lnTo>
                    <a:pt x="711" y="1897"/>
                  </a:lnTo>
                  <a:lnTo>
                    <a:pt x="751" y="1877"/>
                  </a:lnTo>
                  <a:lnTo>
                    <a:pt x="731" y="1857"/>
                  </a:lnTo>
                  <a:lnTo>
                    <a:pt x="711" y="1857"/>
                  </a:lnTo>
                  <a:lnTo>
                    <a:pt x="731" y="1838"/>
                  </a:lnTo>
                  <a:lnTo>
                    <a:pt x="790" y="1798"/>
                  </a:lnTo>
                  <a:lnTo>
                    <a:pt x="889" y="1798"/>
                  </a:lnTo>
                  <a:lnTo>
                    <a:pt x="928" y="1778"/>
                  </a:lnTo>
                  <a:lnTo>
                    <a:pt x="928" y="1798"/>
                  </a:lnTo>
                  <a:lnTo>
                    <a:pt x="909" y="1818"/>
                  </a:lnTo>
                  <a:lnTo>
                    <a:pt x="869" y="1838"/>
                  </a:lnTo>
                  <a:lnTo>
                    <a:pt x="889" y="1857"/>
                  </a:lnTo>
                  <a:lnTo>
                    <a:pt x="869" y="1857"/>
                  </a:lnTo>
                  <a:lnTo>
                    <a:pt x="849" y="1877"/>
                  </a:lnTo>
                  <a:lnTo>
                    <a:pt x="889" y="1877"/>
                  </a:lnTo>
                  <a:lnTo>
                    <a:pt x="849" y="1897"/>
                  </a:lnTo>
                  <a:lnTo>
                    <a:pt x="830" y="1936"/>
                  </a:lnTo>
                  <a:lnTo>
                    <a:pt x="849" y="1917"/>
                  </a:lnTo>
                  <a:lnTo>
                    <a:pt x="869" y="1897"/>
                  </a:lnTo>
                  <a:lnTo>
                    <a:pt x="869" y="1917"/>
                  </a:lnTo>
                  <a:lnTo>
                    <a:pt x="830" y="1936"/>
                  </a:lnTo>
                  <a:lnTo>
                    <a:pt x="849" y="1936"/>
                  </a:lnTo>
                  <a:lnTo>
                    <a:pt x="909" y="1917"/>
                  </a:lnTo>
                  <a:lnTo>
                    <a:pt x="948" y="1877"/>
                  </a:lnTo>
                  <a:lnTo>
                    <a:pt x="1007" y="1838"/>
                  </a:lnTo>
                  <a:lnTo>
                    <a:pt x="1027" y="1857"/>
                  </a:lnTo>
                  <a:lnTo>
                    <a:pt x="1027" y="1877"/>
                  </a:lnTo>
                  <a:lnTo>
                    <a:pt x="1007" y="1917"/>
                  </a:lnTo>
                  <a:lnTo>
                    <a:pt x="1027" y="1917"/>
                  </a:lnTo>
                  <a:lnTo>
                    <a:pt x="988" y="1936"/>
                  </a:lnTo>
                  <a:lnTo>
                    <a:pt x="968" y="1936"/>
                  </a:lnTo>
                  <a:lnTo>
                    <a:pt x="909" y="1976"/>
                  </a:lnTo>
                  <a:lnTo>
                    <a:pt x="869" y="1996"/>
                  </a:lnTo>
                  <a:lnTo>
                    <a:pt x="830" y="2035"/>
                  </a:lnTo>
                  <a:lnTo>
                    <a:pt x="830" y="2035"/>
                  </a:lnTo>
                  <a:lnTo>
                    <a:pt x="889" y="1996"/>
                  </a:lnTo>
                  <a:lnTo>
                    <a:pt x="968" y="1956"/>
                  </a:lnTo>
                  <a:lnTo>
                    <a:pt x="948" y="1976"/>
                  </a:lnTo>
                  <a:lnTo>
                    <a:pt x="928" y="1996"/>
                  </a:lnTo>
                  <a:lnTo>
                    <a:pt x="968" y="1996"/>
                  </a:lnTo>
                  <a:lnTo>
                    <a:pt x="869" y="2055"/>
                  </a:lnTo>
                  <a:lnTo>
                    <a:pt x="869" y="2075"/>
                  </a:lnTo>
                  <a:lnTo>
                    <a:pt x="909" y="2055"/>
                  </a:lnTo>
                  <a:lnTo>
                    <a:pt x="909" y="2035"/>
                  </a:lnTo>
                  <a:lnTo>
                    <a:pt x="948" y="2035"/>
                  </a:lnTo>
                  <a:lnTo>
                    <a:pt x="928" y="2055"/>
                  </a:lnTo>
                  <a:lnTo>
                    <a:pt x="948" y="2055"/>
                  </a:lnTo>
                  <a:lnTo>
                    <a:pt x="948" y="2075"/>
                  </a:lnTo>
                  <a:lnTo>
                    <a:pt x="968" y="2055"/>
                  </a:lnTo>
                  <a:lnTo>
                    <a:pt x="988" y="2015"/>
                  </a:lnTo>
                  <a:lnTo>
                    <a:pt x="1047" y="2015"/>
                  </a:lnTo>
                  <a:lnTo>
                    <a:pt x="1067" y="2035"/>
                  </a:lnTo>
                  <a:lnTo>
                    <a:pt x="1106" y="2035"/>
                  </a:lnTo>
                  <a:lnTo>
                    <a:pt x="1067" y="2075"/>
                  </a:lnTo>
                  <a:lnTo>
                    <a:pt x="1027" y="2094"/>
                  </a:lnTo>
                  <a:lnTo>
                    <a:pt x="1027" y="2094"/>
                  </a:lnTo>
                  <a:lnTo>
                    <a:pt x="1027" y="2134"/>
                  </a:lnTo>
                  <a:lnTo>
                    <a:pt x="988" y="2173"/>
                  </a:lnTo>
                  <a:lnTo>
                    <a:pt x="948" y="2193"/>
                  </a:lnTo>
                  <a:lnTo>
                    <a:pt x="948" y="2213"/>
                  </a:lnTo>
                  <a:lnTo>
                    <a:pt x="1027" y="2154"/>
                  </a:lnTo>
                  <a:lnTo>
                    <a:pt x="1027" y="2173"/>
                  </a:lnTo>
                  <a:lnTo>
                    <a:pt x="1067" y="2154"/>
                  </a:lnTo>
                  <a:lnTo>
                    <a:pt x="1047" y="2173"/>
                  </a:lnTo>
                  <a:lnTo>
                    <a:pt x="1027" y="2193"/>
                  </a:lnTo>
                  <a:lnTo>
                    <a:pt x="1007" y="2213"/>
                  </a:lnTo>
                  <a:lnTo>
                    <a:pt x="1047" y="2213"/>
                  </a:lnTo>
                  <a:lnTo>
                    <a:pt x="1047" y="2193"/>
                  </a:lnTo>
                  <a:lnTo>
                    <a:pt x="1106" y="2154"/>
                  </a:lnTo>
                  <a:lnTo>
                    <a:pt x="1165" y="2134"/>
                  </a:lnTo>
                  <a:lnTo>
                    <a:pt x="1146" y="2154"/>
                  </a:lnTo>
                  <a:lnTo>
                    <a:pt x="1106" y="2173"/>
                  </a:lnTo>
                  <a:lnTo>
                    <a:pt x="1086" y="2193"/>
                  </a:lnTo>
                  <a:lnTo>
                    <a:pt x="1165" y="2173"/>
                  </a:lnTo>
                  <a:lnTo>
                    <a:pt x="1146" y="2173"/>
                  </a:lnTo>
                  <a:lnTo>
                    <a:pt x="1185" y="2154"/>
                  </a:lnTo>
                  <a:lnTo>
                    <a:pt x="1225" y="2114"/>
                  </a:lnTo>
                  <a:lnTo>
                    <a:pt x="1225" y="2154"/>
                  </a:lnTo>
                  <a:lnTo>
                    <a:pt x="2074" y="1462"/>
                  </a:lnTo>
                  <a:lnTo>
                    <a:pt x="2114" y="1443"/>
                  </a:lnTo>
                  <a:lnTo>
                    <a:pt x="2094" y="1423"/>
                  </a:lnTo>
                  <a:lnTo>
                    <a:pt x="2054" y="1423"/>
                  </a:lnTo>
                  <a:lnTo>
                    <a:pt x="2074" y="1403"/>
                  </a:lnTo>
                  <a:lnTo>
                    <a:pt x="2114" y="1383"/>
                  </a:lnTo>
                  <a:lnTo>
                    <a:pt x="2094" y="1364"/>
                  </a:lnTo>
                  <a:lnTo>
                    <a:pt x="2094" y="1344"/>
                  </a:lnTo>
                  <a:lnTo>
                    <a:pt x="2035" y="1364"/>
                  </a:lnTo>
                  <a:lnTo>
                    <a:pt x="1955" y="1364"/>
                  </a:lnTo>
                  <a:lnTo>
                    <a:pt x="1955" y="1344"/>
                  </a:lnTo>
                  <a:lnTo>
                    <a:pt x="1995" y="1324"/>
                  </a:lnTo>
                  <a:lnTo>
                    <a:pt x="1995" y="1304"/>
                  </a:lnTo>
                  <a:lnTo>
                    <a:pt x="1955" y="1324"/>
                  </a:lnTo>
                  <a:lnTo>
                    <a:pt x="1995" y="1285"/>
                  </a:lnTo>
                  <a:lnTo>
                    <a:pt x="1936" y="1285"/>
                  </a:lnTo>
                  <a:lnTo>
                    <a:pt x="1975" y="1245"/>
                  </a:lnTo>
                  <a:lnTo>
                    <a:pt x="1975" y="1225"/>
                  </a:lnTo>
                  <a:lnTo>
                    <a:pt x="1936" y="1245"/>
                  </a:lnTo>
                  <a:lnTo>
                    <a:pt x="1857" y="1285"/>
                  </a:lnTo>
                  <a:lnTo>
                    <a:pt x="1916" y="1245"/>
                  </a:lnTo>
                  <a:lnTo>
                    <a:pt x="1936" y="1206"/>
                  </a:lnTo>
                  <a:lnTo>
                    <a:pt x="1857" y="1186"/>
                  </a:lnTo>
                  <a:lnTo>
                    <a:pt x="1778" y="1127"/>
                  </a:lnTo>
                  <a:lnTo>
                    <a:pt x="1797" y="1127"/>
                  </a:lnTo>
                  <a:lnTo>
                    <a:pt x="1778" y="1107"/>
                  </a:lnTo>
                  <a:lnTo>
                    <a:pt x="1679" y="1107"/>
                  </a:lnTo>
                  <a:lnTo>
                    <a:pt x="1679" y="1087"/>
                  </a:lnTo>
                  <a:lnTo>
                    <a:pt x="1639" y="1087"/>
                  </a:lnTo>
                  <a:lnTo>
                    <a:pt x="1580" y="1127"/>
                  </a:lnTo>
                  <a:lnTo>
                    <a:pt x="1481" y="1206"/>
                  </a:lnTo>
                  <a:lnTo>
                    <a:pt x="1462" y="1206"/>
                  </a:lnTo>
                  <a:lnTo>
                    <a:pt x="1481" y="1166"/>
                  </a:lnTo>
                  <a:lnTo>
                    <a:pt x="1521" y="1146"/>
                  </a:lnTo>
                  <a:lnTo>
                    <a:pt x="1521" y="1127"/>
                  </a:lnTo>
                  <a:lnTo>
                    <a:pt x="1600" y="1087"/>
                  </a:lnTo>
                  <a:lnTo>
                    <a:pt x="1679" y="1028"/>
                  </a:lnTo>
                  <a:lnTo>
                    <a:pt x="1679" y="1028"/>
                  </a:lnTo>
                  <a:lnTo>
                    <a:pt x="1600" y="1048"/>
                  </a:lnTo>
                  <a:lnTo>
                    <a:pt x="1600" y="1028"/>
                  </a:lnTo>
                  <a:lnTo>
                    <a:pt x="1580" y="1028"/>
                  </a:lnTo>
                  <a:lnTo>
                    <a:pt x="1600" y="1008"/>
                  </a:lnTo>
                  <a:lnTo>
                    <a:pt x="1620" y="988"/>
                  </a:lnTo>
                  <a:lnTo>
                    <a:pt x="1639" y="988"/>
                  </a:lnTo>
                  <a:lnTo>
                    <a:pt x="1620" y="1008"/>
                  </a:lnTo>
                  <a:lnTo>
                    <a:pt x="1659" y="1008"/>
                  </a:lnTo>
                  <a:lnTo>
                    <a:pt x="1699" y="988"/>
                  </a:lnTo>
                  <a:lnTo>
                    <a:pt x="1659" y="969"/>
                  </a:lnTo>
                  <a:lnTo>
                    <a:pt x="1639" y="969"/>
                  </a:lnTo>
                  <a:lnTo>
                    <a:pt x="1639" y="949"/>
                  </a:lnTo>
                  <a:lnTo>
                    <a:pt x="1600" y="969"/>
                  </a:lnTo>
                  <a:lnTo>
                    <a:pt x="1580" y="988"/>
                  </a:lnTo>
                  <a:lnTo>
                    <a:pt x="1521" y="1008"/>
                  </a:lnTo>
                  <a:lnTo>
                    <a:pt x="1521" y="1008"/>
                  </a:lnTo>
                  <a:lnTo>
                    <a:pt x="1600" y="949"/>
                  </a:lnTo>
                  <a:lnTo>
                    <a:pt x="1541" y="988"/>
                  </a:lnTo>
                  <a:lnTo>
                    <a:pt x="1521" y="988"/>
                  </a:lnTo>
                  <a:lnTo>
                    <a:pt x="1521" y="969"/>
                  </a:lnTo>
                  <a:lnTo>
                    <a:pt x="1521" y="949"/>
                  </a:lnTo>
                  <a:lnTo>
                    <a:pt x="1560" y="909"/>
                  </a:lnTo>
                  <a:lnTo>
                    <a:pt x="1501" y="909"/>
                  </a:lnTo>
                  <a:lnTo>
                    <a:pt x="1541" y="890"/>
                  </a:lnTo>
                  <a:lnTo>
                    <a:pt x="1541" y="850"/>
                  </a:lnTo>
                  <a:lnTo>
                    <a:pt x="1521" y="830"/>
                  </a:lnTo>
                  <a:lnTo>
                    <a:pt x="1541" y="791"/>
                  </a:lnTo>
                  <a:lnTo>
                    <a:pt x="1481" y="791"/>
                  </a:lnTo>
                  <a:lnTo>
                    <a:pt x="1422" y="811"/>
                  </a:lnTo>
                  <a:lnTo>
                    <a:pt x="1422" y="830"/>
                  </a:lnTo>
                  <a:lnTo>
                    <a:pt x="1363" y="850"/>
                  </a:lnTo>
                  <a:lnTo>
                    <a:pt x="1343" y="870"/>
                  </a:lnTo>
                  <a:lnTo>
                    <a:pt x="1323" y="870"/>
                  </a:lnTo>
                  <a:lnTo>
                    <a:pt x="1363" y="830"/>
                  </a:lnTo>
                  <a:lnTo>
                    <a:pt x="1383" y="811"/>
                  </a:lnTo>
                  <a:lnTo>
                    <a:pt x="1422" y="791"/>
                  </a:lnTo>
                  <a:lnTo>
                    <a:pt x="1402" y="771"/>
                  </a:lnTo>
                  <a:lnTo>
                    <a:pt x="1442" y="732"/>
                  </a:lnTo>
                  <a:lnTo>
                    <a:pt x="1402" y="732"/>
                  </a:lnTo>
                  <a:lnTo>
                    <a:pt x="1363" y="751"/>
                  </a:lnTo>
                  <a:lnTo>
                    <a:pt x="1383" y="732"/>
                  </a:lnTo>
                  <a:lnTo>
                    <a:pt x="1422" y="712"/>
                  </a:lnTo>
                  <a:lnTo>
                    <a:pt x="1402" y="712"/>
                  </a:lnTo>
                  <a:lnTo>
                    <a:pt x="1422" y="692"/>
                  </a:lnTo>
                  <a:lnTo>
                    <a:pt x="1383" y="712"/>
                  </a:lnTo>
                  <a:lnTo>
                    <a:pt x="1304" y="751"/>
                  </a:lnTo>
                  <a:lnTo>
                    <a:pt x="1304" y="732"/>
                  </a:lnTo>
                  <a:lnTo>
                    <a:pt x="1284" y="73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264" y="732"/>
                  </a:lnTo>
                  <a:lnTo>
                    <a:pt x="1284" y="712"/>
                  </a:lnTo>
                  <a:lnTo>
                    <a:pt x="1205" y="732"/>
                  </a:lnTo>
                  <a:lnTo>
                    <a:pt x="1146" y="751"/>
                  </a:lnTo>
                  <a:lnTo>
                    <a:pt x="1146" y="751"/>
                  </a:lnTo>
                  <a:lnTo>
                    <a:pt x="1185" y="712"/>
                  </a:lnTo>
                  <a:lnTo>
                    <a:pt x="1264" y="653"/>
                  </a:lnTo>
                  <a:lnTo>
                    <a:pt x="1244" y="672"/>
                  </a:lnTo>
                  <a:lnTo>
                    <a:pt x="1244" y="692"/>
                  </a:lnTo>
                  <a:lnTo>
                    <a:pt x="1304" y="633"/>
                  </a:lnTo>
                  <a:lnTo>
                    <a:pt x="1323" y="593"/>
                  </a:lnTo>
                  <a:lnTo>
                    <a:pt x="1304" y="574"/>
                  </a:lnTo>
                  <a:lnTo>
                    <a:pt x="1284" y="554"/>
                  </a:lnTo>
                  <a:lnTo>
                    <a:pt x="1264" y="554"/>
                  </a:lnTo>
                  <a:lnTo>
                    <a:pt x="1244" y="534"/>
                  </a:lnTo>
                  <a:lnTo>
                    <a:pt x="1225" y="534"/>
                  </a:lnTo>
                  <a:lnTo>
                    <a:pt x="1165" y="574"/>
                  </a:lnTo>
                  <a:lnTo>
                    <a:pt x="1165" y="574"/>
                  </a:lnTo>
                  <a:lnTo>
                    <a:pt x="1205" y="534"/>
                  </a:lnTo>
                  <a:lnTo>
                    <a:pt x="1225" y="475"/>
                  </a:lnTo>
                  <a:lnTo>
                    <a:pt x="1205" y="455"/>
                  </a:lnTo>
                  <a:lnTo>
                    <a:pt x="1205" y="435"/>
                  </a:lnTo>
                  <a:lnTo>
                    <a:pt x="1165" y="416"/>
                  </a:lnTo>
                  <a:lnTo>
                    <a:pt x="1126" y="435"/>
                  </a:lnTo>
                  <a:lnTo>
                    <a:pt x="1165" y="396"/>
                  </a:lnTo>
                  <a:lnTo>
                    <a:pt x="1086" y="416"/>
                  </a:lnTo>
                  <a:lnTo>
                    <a:pt x="968" y="416"/>
                  </a:lnTo>
                  <a:lnTo>
                    <a:pt x="869" y="475"/>
                  </a:lnTo>
                  <a:lnTo>
                    <a:pt x="928" y="435"/>
                  </a:lnTo>
                  <a:lnTo>
                    <a:pt x="968" y="396"/>
                  </a:lnTo>
                  <a:lnTo>
                    <a:pt x="948" y="396"/>
                  </a:lnTo>
                  <a:lnTo>
                    <a:pt x="928" y="416"/>
                  </a:lnTo>
                  <a:lnTo>
                    <a:pt x="909" y="416"/>
                  </a:lnTo>
                  <a:lnTo>
                    <a:pt x="928" y="396"/>
                  </a:lnTo>
                  <a:lnTo>
                    <a:pt x="948" y="376"/>
                  </a:lnTo>
                  <a:lnTo>
                    <a:pt x="968" y="356"/>
                  </a:lnTo>
                  <a:lnTo>
                    <a:pt x="948" y="356"/>
                  </a:lnTo>
                  <a:lnTo>
                    <a:pt x="968" y="337"/>
                  </a:lnTo>
                  <a:lnTo>
                    <a:pt x="889" y="396"/>
                  </a:lnTo>
                  <a:lnTo>
                    <a:pt x="830" y="416"/>
                  </a:lnTo>
                  <a:lnTo>
                    <a:pt x="790" y="435"/>
                  </a:lnTo>
                  <a:lnTo>
                    <a:pt x="770" y="435"/>
                  </a:lnTo>
                  <a:lnTo>
                    <a:pt x="790" y="416"/>
                  </a:lnTo>
                  <a:lnTo>
                    <a:pt x="711" y="416"/>
                  </a:lnTo>
                  <a:lnTo>
                    <a:pt x="652" y="376"/>
                  </a:lnTo>
                  <a:lnTo>
                    <a:pt x="632" y="337"/>
                  </a:lnTo>
                  <a:lnTo>
                    <a:pt x="612" y="277"/>
                  </a:lnTo>
                  <a:lnTo>
                    <a:pt x="652" y="258"/>
                  </a:lnTo>
                  <a:lnTo>
                    <a:pt x="632" y="258"/>
                  </a:lnTo>
                  <a:lnTo>
                    <a:pt x="652" y="238"/>
                  </a:lnTo>
                  <a:lnTo>
                    <a:pt x="672" y="198"/>
                  </a:lnTo>
                  <a:lnTo>
                    <a:pt x="632" y="218"/>
                  </a:lnTo>
                  <a:lnTo>
                    <a:pt x="612" y="218"/>
                  </a:lnTo>
                  <a:lnTo>
                    <a:pt x="632" y="198"/>
                  </a:lnTo>
                  <a:lnTo>
                    <a:pt x="652" y="178"/>
                  </a:lnTo>
                  <a:lnTo>
                    <a:pt x="652" y="159"/>
                  </a:lnTo>
                  <a:lnTo>
                    <a:pt x="672" y="139"/>
                  </a:lnTo>
                  <a:lnTo>
                    <a:pt x="672" y="119"/>
                  </a:lnTo>
                  <a:lnTo>
                    <a:pt x="652" y="119"/>
                  </a:lnTo>
                  <a:lnTo>
                    <a:pt x="691" y="60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29"/>
            <p:cNvSpPr/>
            <p:nvPr/>
          </p:nvSpPr>
          <p:spPr>
            <a:xfrm>
              <a:off x="-1692875" y="36413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29"/>
            <p:cNvSpPr/>
            <p:nvPr/>
          </p:nvSpPr>
          <p:spPr>
            <a:xfrm>
              <a:off x="-1600025" y="3561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29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29"/>
            <p:cNvSpPr/>
            <p:nvPr/>
          </p:nvSpPr>
          <p:spPr>
            <a:xfrm>
              <a:off x="-1619775" y="3485250"/>
              <a:ext cx="41500" cy="78050"/>
            </a:xfrm>
            <a:custGeom>
              <a:rect b="b" l="l" r="r" t="t"/>
              <a:pathLst>
                <a:path extrusionOk="0" h="3122" w="1660">
                  <a:moveTo>
                    <a:pt x="454" y="159"/>
                  </a:moveTo>
                  <a:lnTo>
                    <a:pt x="469" y="163"/>
                  </a:lnTo>
                  <a:lnTo>
                    <a:pt x="469" y="163"/>
                  </a:lnTo>
                  <a:lnTo>
                    <a:pt x="474" y="159"/>
                  </a:lnTo>
                  <a:close/>
                  <a:moveTo>
                    <a:pt x="1422" y="238"/>
                  </a:moveTo>
                  <a:lnTo>
                    <a:pt x="1422" y="257"/>
                  </a:lnTo>
                  <a:lnTo>
                    <a:pt x="1462" y="257"/>
                  </a:lnTo>
                  <a:lnTo>
                    <a:pt x="1422" y="238"/>
                  </a:lnTo>
                  <a:close/>
                  <a:moveTo>
                    <a:pt x="119" y="1057"/>
                  </a:moveTo>
                  <a:lnTo>
                    <a:pt x="138" y="1067"/>
                  </a:lnTo>
                  <a:lnTo>
                    <a:pt x="158" y="1067"/>
                  </a:lnTo>
                  <a:lnTo>
                    <a:pt x="119" y="1057"/>
                  </a:lnTo>
                  <a:close/>
                  <a:moveTo>
                    <a:pt x="40" y="988"/>
                  </a:moveTo>
                  <a:lnTo>
                    <a:pt x="40" y="1008"/>
                  </a:lnTo>
                  <a:lnTo>
                    <a:pt x="40" y="1028"/>
                  </a:lnTo>
                  <a:lnTo>
                    <a:pt x="0" y="1028"/>
                  </a:lnTo>
                  <a:lnTo>
                    <a:pt x="79" y="1087"/>
                  </a:lnTo>
                  <a:lnTo>
                    <a:pt x="138" y="1107"/>
                  </a:lnTo>
                  <a:lnTo>
                    <a:pt x="217" y="1126"/>
                  </a:lnTo>
                  <a:lnTo>
                    <a:pt x="217" y="1126"/>
                  </a:lnTo>
                  <a:lnTo>
                    <a:pt x="119" y="1087"/>
                  </a:lnTo>
                  <a:lnTo>
                    <a:pt x="40" y="1047"/>
                  </a:lnTo>
                  <a:lnTo>
                    <a:pt x="79" y="1047"/>
                  </a:lnTo>
                  <a:lnTo>
                    <a:pt x="119" y="1057"/>
                  </a:lnTo>
                  <a:lnTo>
                    <a:pt x="119" y="1057"/>
                  </a:lnTo>
                  <a:lnTo>
                    <a:pt x="99" y="1047"/>
                  </a:lnTo>
                  <a:lnTo>
                    <a:pt x="99" y="1028"/>
                  </a:lnTo>
                  <a:lnTo>
                    <a:pt x="119" y="1028"/>
                  </a:lnTo>
                  <a:lnTo>
                    <a:pt x="119" y="1008"/>
                  </a:lnTo>
                  <a:lnTo>
                    <a:pt x="79" y="988"/>
                  </a:lnTo>
                  <a:close/>
                  <a:moveTo>
                    <a:pt x="158" y="1146"/>
                  </a:moveTo>
                  <a:lnTo>
                    <a:pt x="178" y="1166"/>
                  </a:lnTo>
                  <a:lnTo>
                    <a:pt x="217" y="1185"/>
                  </a:lnTo>
                  <a:lnTo>
                    <a:pt x="138" y="1146"/>
                  </a:lnTo>
                  <a:close/>
                  <a:moveTo>
                    <a:pt x="217" y="1166"/>
                  </a:moveTo>
                  <a:lnTo>
                    <a:pt x="257" y="1186"/>
                  </a:lnTo>
                  <a:lnTo>
                    <a:pt x="296" y="1205"/>
                  </a:lnTo>
                  <a:lnTo>
                    <a:pt x="336" y="1205"/>
                  </a:lnTo>
                  <a:lnTo>
                    <a:pt x="316" y="1225"/>
                  </a:lnTo>
                  <a:lnTo>
                    <a:pt x="296" y="1225"/>
                  </a:lnTo>
                  <a:lnTo>
                    <a:pt x="277" y="1205"/>
                  </a:lnTo>
                  <a:lnTo>
                    <a:pt x="257" y="1205"/>
                  </a:lnTo>
                  <a:lnTo>
                    <a:pt x="217" y="1186"/>
                  </a:lnTo>
                  <a:lnTo>
                    <a:pt x="198" y="1166"/>
                  </a:lnTo>
                  <a:close/>
                  <a:moveTo>
                    <a:pt x="119" y="1699"/>
                  </a:moveTo>
                  <a:lnTo>
                    <a:pt x="119" y="1719"/>
                  </a:lnTo>
                  <a:lnTo>
                    <a:pt x="138" y="1719"/>
                  </a:lnTo>
                  <a:lnTo>
                    <a:pt x="138" y="1699"/>
                  </a:lnTo>
                  <a:close/>
                  <a:moveTo>
                    <a:pt x="119" y="1857"/>
                  </a:moveTo>
                  <a:lnTo>
                    <a:pt x="119" y="1877"/>
                  </a:lnTo>
                  <a:lnTo>
                    <a:pt x="178" y="1897"/>
                  </a:lnTo>
                  <a:lnTo>
                    <a:pt x="138" y="1877"/>
                  </a:lnTo>
                  <a:lnTo>
                    <a:pt x="138" y="1857"/>
                  </a:lnTo>
                  <a:close/>
                  <a:moveTo>
                    <a:pt x="79" y="1936"/>
                  </a:moveTo>
                  <a:lnTo>
                    <a:pt x="99" y="1956"/>
                  </a:lnTo>
                  <a:lnTo>
                    <a:pt x="119" y="1936"/>
                  </a:lnTo>
                  <a:close/>
                  <a:moveTo>
                    <a:pt x="277" y="2272"/>
                  </a:moveTo>
                  <a:lnTo>
                    <a:pt x="277" y="2292"/>
                  </a:lnTo>
                  <a:lnTo>
                    <a:pt x="316" y="2292"/>
                  </a:lnTo>
                  <a:lnTo>
                    <a:pt x="277" y="2272"/>
                  </a:lnTo>
                  <a:close/>
                  <a:moveTo>
                    <a:pt x="1245" y="2529"/>
                  </a:moveTo>
                  <a:lnTo>
                    <a:pt x="1264" y="2549"/>
                  </a:lnTo>
                  <a:lnTo>
                    <a:pt x="1284" y="2549"/>
                  </a:lnTo>
                  <a:lnTo>
                    <a:pt x="1245" y="2529"/>
                  </a:lnTo>
                  <a:close/>
                  <a:moveTo>
                    <a:pt x="40" y="2647"/>
                  </a:moveTo>
                  <a:lnTo>
                    <a:pt x="99" y="266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40" y="2647"/>
                  </a:lnTo>
                  <a:close/>
                  <a:moveTo>
                    <a:pt x="119" y="2726"/>
                  </a:moveTo>
                  <a:lnTo>
                    <a:pt x="137" y="2728"/>
                  </a:lnTo>
                  <a:lnTo>
                    <a:pt x="137" y="2728"/>
                  </a:lnTo>
                  <a:lnTo>
                    <a:pt x="138" y="2726"/>
                  </a:lnTo>
                  <a:close/>
                  <a:moveTo>
                    <a:pt x="810" y="2786"/>
                  </a:moveTo>
                  <a:lnTo>
                    <a:pt x="830" y="2805"/>
                  </a:lnTo>
                  <a:lnTo>
                    <a:pt x="830" y="2786"/>
                  </a:lnTo>
                  <a:close/>
                  <a:moveTo>
                    <a:pt x="1136" y="2805"/>
                  </a:moveTo>
                  <a:lnTo>
                    <a:pt x="1146" y="2809"/>
                  </a:lnTo>
                  <a:lnTo>
                    <a:pt x="1146" y="2809"/>
                  </a:lnTo>
                  <a:lnTo>
                    <a:pt x="1146" y="2805"/>
                  </a:lnTo>
                  <a:close/>
                  <a:moveTo>
                    <a:pt x="237" y="2805"/>
                  </a:moveTo>
                  <a:lnTo>
                    <a:pt x="237" y="2825"/>
                  </a:lnTo>
                  <a:lnTo>
                    <a:pt x="257" y="2825"/>
                  </a:lnTo>
                  <a:lnTo>
                    <a:pt x="237" y="2805"/>
                  </a:lnTo>
                  <a:close/>
                  <a:moveTo>
                    <a:pt x="1146" y="2809"/>
                  </a:moveTo>
                  <a:lnTo>
                    <a:pt x="1146" y="2825"/>
                  </a:lnTo>
                  <a:lnTo>
                    <a:pt x="1126" y="2825"/>
                  </a:lnTo>
                  <a:lnTo>
                    <a:pt x="1166" y="2845"/>
                  </a:lnTo>
                  <a:lnTo>
                    <a:pt x="1185" y="2825"/>
                  </a:lnTo>
                  <a:lnTo>
                    <a:pt x="1146" y="2809"/>
                  </a:lnTo>
                  <a:close/>
                  <a:moveTo>
                    <a:pt x="929" y="2805"/>
                  </a:moveTo>
                  <a:lnTo>
                    <a:pt x="948" y="2825"/>
                  </a:lnTo>
                  <a:lnTo>
                    <a:pt x="929" y="2825"/>
                  </a:lnTo>
                  <a:lnTo>
                    <a:pt x="1027" y="2845"/>
                  </a:lnTo>
                  <a:lnTo>
                    <a:pt x="1146" y="2884"/>
                  </a:lnTo>
                  <a:lnTo>
                    <a:pt x="1126" y="2865"/>
                  </a:lnTo>
                  <a:lnTo>
                    <a:pt x="1067" y="2845"/>
                  </a:lnTo>
                  <a:lnTo>
                    <a:pt x="929" y="2805"/>
                  </a:lnTo>
                  <a:close/>
                  <a:moveTo>
                    <a:pt x="257" y="2884"/>
                  </a:moveTo>
                  <a:lnTo>
                    <a:pt x="316" y="2904"/>
                  </a:lnTo>
                  <a:lnTo>
                    <a:pt x="336" y="2904"/>
                  </a:lnTo>
                  <a:lnTo>
                    <a:pt x="296" y="2884"/>
                  </a:lnTo>
                  <a:close/>
                  <a:moveTo>
                    <a:pt x="1077" y="3062"/>
                  </a:moveTo>
                  <a:lnTo>
                    <a:pt x="1087" y="3082"/>
                  </a:lnTo>
                  <a:lnTo>
                    <a:pt x="1087" y="3062"/>
                  </a:lnTo>
                  <a:close/>
                  <a:moveTo>
                    <a:pt x="948" y="3082"/>
                  </a:moveTo>
                  <a:lnTo>
                    <a:pt x="929" y="3102"/>
                  </a:lnTo>
                  <a:lnTo>
                    <a:pt x="948" y="3102"/>
                  </a:lnTo>
                  <a:lnTo>
                    <a:pt x="948" y="3082"/>
                  </a:lnTo>
                  <a:close/>
                  <a:moveTo>
                    <a:pt x="1106" y="1"/>
                  </a:moveTo>
                  <a:lnTo>
                    <a:pt x="1087" y="20"/>
                  </a:lnTo>
                  <a:lnTo>
                    <a:pt x="1106" y="40"/>
                  </a:lnTo>
                  <a:lnTo>
                    <a:pt x="1047" y="40"/>
                  </a:lnTo>
                  <a:lnTo>
                    <a:pt x="1087" y="60"/>
                  </a:lnTo>
                  <a:lnTo>
                    <a:pt x="1027" y="40"/>
                  </a:lnTo>
                  <a:lnTo>
                    <a:pt x="948" y="20"/>
                  </a:lnTo>
                  <a:lnTo>
                    <a:pt x="929" y="20"/>
                  </a:lnTo>
                  <a:lnTo>
                    <a:pt x="948" y="40"/>
                  </a:lnTo>
                  <a:lnTo>
                    <a:pt x="948" y="60"/>
                  </a:lnTo>
                  <a:lnTo>
                    <a:pt x="929" y="60"/>
                  </a:lnTo>
                  <a:lnTo>
                    <a:pt x="889" y="40"/>
                  </a:lnTo>
                  <a:lnTo>
                    <a:pt x="889" y="60"/>
                  </a:lnTo>
                  <a:lnTo>
                    <a:pt x="869" y="40"/>
                  </a:lnTo>
                  <a:lnTo>
                    <a:pt x="810" y="40"/>
                  </a:lnTo>
                  <a:lnTo>
                    <a:pt x="909" y="80"/>
                  </a:lnTo>
                  <a:lnTo>
                    <a:pt x="889" y="80"/>
                  </a:lnTo>
                  <a:lnTo>
                    <a:pt x="968" y="9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48" y="99"/>
                  </a:lnTo>
                  <a:lnTo>
                    <a:pt x="909" y="99"/>
                  </a:lnTo>
                  <a:lnTo>
                    <a:pt x="830" y="60"/>
                  </a:lnTo>
                  <a:lnTo>
                    <a:pt x="810" y="60"/>
                  </a:lnTo>
                  <a:lnTo>
                    <a:pt x="731" y="40"/>
                  </a:lnTo>
                  <a:lnTo>
                    <a:pt x="790" y="60"/>
                  </a:lnTo>
                  <a:lnTo>
                    <a:pt x="790" y="80"/>
                  </a:lnTo>
                  <a:lnTo>
                    <a:pt x="770" y="80"/>
                  </a:lnTo>
                  <a:lnTo>
                    <a:pt x="751" y="60"/>
                  </a:lnTo>
                  <a:lnTo>
                    <a:pt x="691" y="40"/>
                  </a:lnTo>
                  <a:lnTo>
                    <a:pt x="691" y="60"/>
                  </a:lnTo>
                  <a:lnTo>
                    <a:pt x="731" y="99"/>
                  </a:lnTo>
                  <a:lnTo>
                    <a:pt x="731" y="119"/>
                  </a:lnTo>
                  <a:lnTo>
                    <a:pt x="711" y="99"/>
                  </a:lnTo>
                  <a:lnTo>
                    <a:pt x="672" y="99"/>
                  </a:lnTo>
                  <a:lnTo>
                    <a:pt x="691" y="119"/>
                  </a:lnTo>
                  <a:lnTo>
                    <a:pt x="691" y="119"/>
                  </a:lnTo>
                  <a:lnTo>
                    <a:pt x="632" y="99"/>
                  </a:lnTo>
                  <a:lnTo>
                    <a:pt x="573" y="99"/>
                  </a:lnTo>
                  <a:lnTo>
                    <a:pt x="612" y="119"/>
                  </a:lnTo>
                  <a:lnTo>
                    <a:pt x="612" y="139"/>
                  </a:lnTo>
                  <a:lnTo>
                    <a:pt x="652" y="159"/>
                  </a:lnTo>
                  <a:lnTo>
                    <a:pt x="593" y="139"/>
                  </a:lnTo>
                  <a:lnTo>
                    <a:pt x="593" y="139"/>
                  </a:lnTo>
                  <a:lnTo>
                    <a:pt x="691" y="198"/>
                  </a:lnTo>
                  <a:lnTo>
                    <a:pt x="751" y="218"/>
                  </a:lnTo>
                  <a:lnTo>
                    <a:pt x="770" y="238"/>
                  </a:lnTo>
                  <a:lnTo>
                    <a:pt x="770" y="238"/>
                  </a:lnTo>
                  <a:lnTo>
                    <a:pt x="711" y="218"/>
                  </a:lnTo>
                  <a:lnTo>
                    <a:pt x="652" y="198"/>
                  </a:lnTo>
                  <a:lnTo>
                    <a:pt x="593" y="178"/>
                  </a:lnTo>
                  <a:lnTo>
                    <a:pt x="553" y="178"/>
                  </a:lnTo>
                  <a:lnTo>
                    <a:pt x="553" y="198"/>
                  </a:lnTo>
                  <a:lnTo>
                    <a:pt x="514" y="178"/>
                  </a:lnTo>
                  <a:lnTo>
                    <a:pt x="469" y="163"/>
                  </a:lnTo>
                  <a:lnTo>
                    <a:pt x="469" y="163"/>
                  </a:lnTo>
                  <a:lnTo>
                    <a:pt x="454" y="178"/>
                  </a:lnTo>
                  <a:lnTo>
                    <a:pt x="395" y="178"/>
                  </a:lnTo>
                  <a:lnTo>
                    <a:pt x="454" y="218"/>
                  </a:lnTo>
                  <a:lnTo>
                    <a:pt x="435" y="218"/>
                  </a:lnTo>
                  <a:lnTo>
                    <a:pt x="375" y="198"/>
                  </a:lnTo>
                  <a:lnTo>
                    <a:pt x="395" y="218"/>
                  </a:lnTo>
                  <a:lnTo>
                    <a:pt x="375" y="238"/>
                  </a:lnTo>
                  <a:lnTo>
                    <a:pt x="336" y="238"/>
                  </a:lnTo>
                  <a:lnTo>
                    <a:pt x="375" y="257"/>
                  </a:lnTo>
                  <a:lnTo>
                    <a:pt x="435" y="277"/>
                  </a:lnTo>
                  <a:lnTo>
                    <a:pt x="336" y="277"/>
                  </a:lnTo>
                  <a:lnTo>
                    <a:pt x="395" y="317"/>
                  </a:lnTo>
                  <a:lnTo>
                    <a:pt x="494" y="336"/>
                  </a:lnTo>
                  <a:lnTo>
                    <a:pt x="435" y="336"/>
                  </a:lnTo>
                  <a:lnTo>
                    <a:pt x="356" y="317"/>
                  </a:lnTo>
                  <a:lnTo>
                    <a:pt x="257" y="297"/>
                  </a:lnTo>
                  <a:lnTo>
                    <a:pt x="257" y="317"/>
                  </a:lnTo>
                  <a:lnTo>
                    <a:pt x="237" y="317"/>
                  </a:lnTo>
                  <a:lnTo>
                    <a:pt x="296" y="336"/>
                  </a:lnTo>
                  <a:lnTo>
                    <a:pt x="356" y="356"/>
                  </a:lnTo>
                  <a:lnTo>
                    <a:pt x="277" y="317"/>
                  </a:lnTo>
                  <a:lnTo>
                    <a:pt x="316" y="317"/>
                  </a:lnTo>
                  <a:lnTo>
                    <a:pt x="375" y="336"/>
                  </a:lnTo>
                  <a:lnTo>
                    <a:pt x="395" y="356"/>
                  </a:lnTo>
                  <a:lnTo>
                    <a:pt x="435" y="376"/>
                  </a:lnTo>
                  <a:lnTo>
                    <a:pt x="514" y="435"/>
                  </a:lnTo>
                  <a:lnTo>
                    <a:pt x="454" y="435"/>
                  </a:lnTo>
                  <a:lnTo>
                    <a:pt x="415" y="415"/>
                  </a:lnTo>
                  <a:lnTo>
                    <a:pt x="356" y="396"/>
                  </a:lnTo>
                  <a:lnTo>
                    <a:pt x="375" y="415"/>
                  </a:lnTo>
                  <a:lnTo>
                    <a:pt x="336" y="415"/>
                  </a:lnTo>
                  <a:lnTo>
                    <a:pt x="375" y="435"/>
                  </a:lnTo>
                  <a:lnTo>
                    <a:pt x="395" y="455"/>
                  </a:lnTo>
                  <a:lnTo>
                    <a:pt x="375" y="455"/>
                  </a:lnTo>
                  <a:lnTo>
                    <a:pt x="296" y="435"/>
                  </a:lnTo>
                  <a:lnTo>
                    <a:pt x="277" y="455"/>
                  </a:lnTo>
                  <a:lnTo>
                    <a:pt x="237" y="475"/>
                  </a:lnTo>
                  <a:lnTo>
                    <a:pt x="217" y="475"/>
                  </a:lnTo>
                  <a:lnTo>
                    <a:pt x="217" y="514"/>
                  </a:lnTo>
                  <a:lnTo>
                    <a:pt x="296" y="514"/>
                  </a:lnTo>
                  <a:lnTo>
                    <a:pt x="356" y="534"/>
                  </a:lnTo>
                  <a:lnTo>
                    <a:pt x="454" y="573"/>
                  </a:lnTo>
                  <a:lnTo>
                    <a:pt x="395" y="573"/>
                  </a:lnTo>
                  <a:lnTo>
                    <a:pt x="415" y="593"/>
                  </a:lnTo>
                  <a:lnTo>
                    <a:pt x="454" y="593"/>
                  </a:lnTo>
                  <a:lnTo>
                    <a:pt x="474" y="613"/>
                  </a:lnTo>
                  <a:lnTo>
                    <a:pt x="435" y="613"/>
                  </a:lnTo>
                  <a:lnTo>
                    <a:pt x="395" y="593"/>
                  </a:lnTo>
                  <a:lnTo>
                    <a:pt x="395" y="613"/>
                  </a:lnTo>
                  <a:lnTo>
                    <a:pt x="336" y="593"/>
                  </a:lnTo>
                  <a:lnTo>
                    <a:pt x="277" y="573"/>
                  </a:lnTo>
                  <a:lnTo>
                    <a:pt x="237" y="554"/>
                  </a:lnTo>
                  <a:lnTo>
                    <a:pt x="237" y="573"/>
                  </a:lnTo>
                  <a:lnTo>
                    <a:pt x="158" y="554"/>
                  </a:lnTo>
                  <a:lnTo>
                    <a:pt x="158" y="573"/>
                  </a:lnTo>
                  <a:lnTo>
                    <a:pt x="138" y="573"/>
                  </a:lnTo>
                  <a:lnTo>
                    <a:pt x="217" y="593"/>
                  </a:lnTo>
                  <a:lnTo>
                    <a:pt x="158" y="613"/>
                  </a:lnTo>
                  <a:lnTo>
                    <a:pt x="119" y="633"/>
                  </a:lnTo>
                  <a:lnTo>
                    <a:pt x="178" y="633"/>
                  </a:lnTo>
                  <a:lnTo>
                    <a:pt x="198" y="652"/>
                  </a:lnTo>
                  <a:lnTo>
                    <a:pt x="119" y="652"/>
                  </a:lnTo>
                  <a:lnTo>
                    <a:pt x="119" y="672"/>
                  </a:lnTo>
                  <a:lnTo>
                    <a:pt x="158" y="712"/>
                  </a:lnTo>
                  <a:lnTo>
                    <a:pt x="237" y="731"/>
                  </a:lnTo>
                  <a:lnTo>
                    <a:pt x="237" y="751"/>
                  </a:lnTo>
                  <a:lnTo>
                    <a:pt x="198" y="731"/>
                  </a:lnTo>
                  <a:lnTo>
                    <a:pt x="257" y="771"/>
                  </a:lnTo>
                  <a:lnTo>
                    <a:pt x="277" y="791"/>
                  </a:lnTo>
                  <a:lnTo>
                    <a:pt x="257" y="791"/>
                  </a:lnTo>
                  <a:lnTo>
                    <a:pt x="198" y="751"/>
                  </a:lnTo>
                  <a:lnTo>
                    <a:pt x="158" y="751"/>
                  </a:lnTo>
                  <a:lnTo>
                    <a:pt x="158" y="771"/>
                  </a:lnTo>
                  <a:lnTo>
                    <a:pt x="138" y="771"/>
                  </a:lnTo>
                  <a:lnTo>
                    <a:pt x="316" y="889"/>
                  </a:lnTo>
                  <a:lnTo>
                    <a:pt x="435" y="909"/>
                  </a:lnTo>
                  <a:lnTo>
                    <a:pt x="533" y="968"/>
                  </a:lnTo>
                  <a:lnTo>
                    <a:pt x="454" y="968"/>
                  </a:lnTo>
                  <a:lnTo>
                    <a:pt x="375" y="949"/>
                  </a:lnTo>
                  <a:lnTo>
                    <a:pt x="336" y="949"/>
                  </a:lnTo>
                  <a:lnTo>
                    <a:pt x="316" y="929"/>
                  </a:lnTo>
                  <a:lnTo>
                    <a:pt x="375" y="929"/>
                  </a:lnTo>
                  <a:lnTo>
                    <a:pt x="237" y="909"/>
                  </a:lnTo>
                  <a:lnTo>
                    <a:pt x="198" y="870"/>
                  </a:lnTo>
                  <a:lnTo>
                    <a:pt x="158" y="870"/>
                  </a:lnTo>
                  <a:lnTo>
                    <a:pt x="59" y="850"/>
                  </a:lnTo>
                  <a:lnTo>
                    <a:pt x="59" y="850"/>
                  </a:lnTo>
                  <a:lnTo>
                    <a:pt x="79" y="870"/>
                  </a:lnTo>
                  <a:lnTo>
                    <a:pt x="99" y="889"/>
                  </a:lnTo>
                  <a:lnTo>
                    <a:pt x="59" y="870"/>
                  </a:lnTo>
                  <a:lnTo>
                    <a:pt x="59" y="870"/>
                  </a:lnTo>
                  <a:lnTo>
                    <a:pt x="79" y="88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99" y="929"/>
                  </a:lnTo>
                  <a:lnTo>
                    <a:pt x="138" y="949"/>
                  </a:lnTo>
                  <a:lnTo>
                    <a:pt x="59" y="949"/>
                  </a:lnTo>
                  <a:lnTo>
                    <a:pt x="99" y="968"/>
                  </a:lnTo>
                  <a:lnTo>
                    <a:pt x="99" y="988"/>
                  </a:lnTo>
                  <a:lnTo>
                    <a:pt x="178" y="1008"/>
                  </a:lnTo>
                  <a:lnTo>
                    <a:pt x="277" y="1028"/>
                  </a:lnTo>
                  <a:lnTo>
                    <a:pt x="296" y="1047"/>
                  </a:lnTo>
                  <a:lnTo>
                    <a:pt x="296" y="1067"/>
                  </a:lnTo>
                  <a:lnTo>
                    <a:pt x="257" y="1067"/>
                  </a:lnTo>
                  <a:lnTo>
                    <a:pt x="237" y="1047"/>
                  </a:lnTo>
                  <a:lnTo>
                    <a:pt x="257" y="1087"/>
                  </a:lnTo>
                  <a:lnTo>
                    <a:pt x="257" y="1087"/>
                  </a:lnTo>
                  <a:lnTo>
                    <a:pt x="198" y="1067"/>
                  </a:lnTo>
                  <a:lnTo>
                    <a:pt x="198" y="1047"/>
                  </a:lnTo>
                  <a:lnTo>
                    <a:pt x="178" y="1047"/>
                  </a:lnTo>
                  <a:lnTo>
                    <a:pt x="178" y="1067"/>
                  </a:lnTo>
                  <a:lnTo>
                    <a:pt x="237" y="1107"/>
                  </a:lnTo>
                  <a:lnTo>
                    <a:pt x="217" y="1126"/>
                  </a:lnTo>
                  <a:lnTo>
                    <a:pt x="119" y="1107"/>
                  </a:lnTo>
                  <a:lnTo>
                    <a:pt x="79" y="1126"/>
                  </a:lnTo>
                  <a:lnTo>
                    <a:pt x="79" y="1146"/>
                  </a:lnTo>
                  <a:lnTo>
                    <a:pt x="40" y="1146"/>
                  </a:lnTo>
                  <a:lnTo>
                    <a:pt x="119" y="1166"/>
                  </a:lnTo>
                  <a:lnTo>
                    <a:pt x="158" y="1166"/>
                  </a:lnTo>
                  <a:lnTo>
                    <a:pt x="217" y="1225"/>
                  </a:lnTo>
                  <a:lnTo>
                    <a:pt x="277" y="1284"/>
                  </a:lnTo>
                  <a:lnTo>
                    <a:pt x="217" y="1265"/>
                  </a:lnTo>
                  <a:lnTo>
                    <a:pt x="158" y="1225"/>
                  </a:lnTo>
                  <a:lnTo>
                    <a:pt x="119" y="1205"/>
                  </a:lnTo>
                  <a:lnTo>
                    <a:pt x="40" y="1186"/>
                  </a:lnTo>
                  <a:lnTo>
                    <a:pt x="79" y="1205"/>
                  </a:lnTo>
                  <a:lnTo>
                    <a:pt x="99" y="1225"/>
                  </a:lnTo>
                  <a:lnTo>
                    <a:pt x="59" y="1225"/>
                  </a:lnTo>
                  <a:lnTo>
                    <a:pt x="79" y="1265"/>
                  </a:lnTo>
                  <a:lnTo>
                    <a:pt x="119" y="1265"/>
                  </a:lnTo>
                  <a:lnTo>
                    <a:pt x="138" y="1284"/>
                  </a:lnTo>
                  <a:lnTo>
                    <a:pt x="119" y="1304"/>
                  </a:lnTo>
                  <a:lnTo>
                    <a:pt x="119" y="1324"/>
                  </a:lnTo>
                  <a:lnTo>
                    <a:pt x="119" y="1344"/>
                  </a:lnTo>
                  <a:lnTo>
                    <a:pt x="119" y="1363"/>
                  </a:lnTo>
                  <a:lnTo>
                    <a:pt x="158" y="1363"/>
                  </a:lnTo>
                  <a:lnTo>
                    <a:pt x="138" y="1344"/>
                  </a:lnTo>
                  <a:lnTo>
                    <a:pt x="217" y="1344"/>
                  </a:lnTo>
                  <a:lnTo>
                    <a:pt x="237" y="1363"/>
                  </a:lnTo>
                  <a:lnTo>
                    <a:pt x="257" y="1383"/>
                  </a:lnTo>
                  <a:lnTo>
                    <a:pt x="277" y="1403"/>
                  </a:lnTo>
                  <a:lnTo>
                    <a:pt x="277" y="1423"/>
                  </a:lnTo>
                  <a:lnTo>
                    <a:pt x="296" y="1423"/>
                  </a:lnTo>
                  <a:lnTo>
                    <a:pt x="336" y="1442"/>
                  </a:lnTo>
                  <a:lnTo>
                    <a:pt x="316" y="1462"/>
                  </a:lnTo>
                  <a:lnTo>
                    <a:pt x="296" y="1462"/>
                  </a:lnTo>
                  <a:lnTo>
                    <a:pt x="257" y="1442"/>
                  </a:lnTo>
                  <a:lnTo>
                    <a:pt x="198" y="1423"/>
                  </a:lnTo>
                  <a:lnTo>
                    <a:pt x="178" y="1403"/>
                  </a:lnTo>
                  <a:lnTo>
                    <a:pt x="138" y="1383"/>
                  </a:lnTo>
                  <a:lnTo>
                    <a:pt x="40" y="1363"/>
                  </a:lnTo>
                  <a:lnTo>
                    <a:pt x="40" y="1363"/>
                  </a:lnTo>
                  <a:lnTo>
                    <a:pt x="59" y="1383"/>
                  </a:lnTo>
                  <a:lnTo>
                    <a:pt x="20" y="1383"/>
                  </a:lnTo>
                  <a:lnTo>
                    <a:pt x="59" y="1403"/>
                  </a:lnTo>
                  <a:lnTo>
                    <a:pt x="158" y="1423"/>
                  </a:lnTo>
                  <a:lnTo>
                    <a:pt x="138" y="1403"/>
                  </a:lnTo>
                  <a:lnTo>
                    <a:pt x="158" y="1403"/>
                  </a:lnTo>
                  <a:lnTo>
                    <a:pt x="217" y="1442"/>
                  </a:lnTo>
                  <a:lnTo>
                    <a:pt x="257" y="1462"/>
                  </a:lnTo>
                  <a:lnTo>
                    <a:pt x="237" y="1462"/>
                  </a:lnTo>
                  <a:lnTo>
                    <a:pt x="237" y="1482"/>
                  </a:lnTo>
                  <a:lnTo>
                    <a:pt x="198" y="1462"/>
                  </a:lnTo>
                  <a:lnTo>
                    <a:pt x="119" y="1442"/>
                  </a:lnTo>
                  <a:lnTo>
                    <a:pt x="158" y="1462"/>
                  </a:lnTo>
                  <a:lnTo>
                    <a:pt x="158" y="1462"/>
                  </a:lnTo>
                  <a:lnTo>
                    <a:pt x="178" y="148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158" y="1482"/>
                  </a:lnTo>
                  <a:lnTo>
                    <a:pt x="158" y="1482"/>
                  </a:lnTo>
                  <a:lnTo>
                    <a:pt x="178" y="1502"/>
                  </a:lnTo>
                  <a:lnTo>
                    <a:pt x="217" y="1521"/>
                  </a:lnTo>
                  <a:lnTo>
                    <a:pt x="277" y="1541"/>
                  </a:lnTo>
                  <a:lnTo>
                    <a:pt x="336" y="1561"/>
                  </a:lnTo>
                  <a:lnTo>
                    <a:pt x="336" y="1581"/>
                  </a:lnTo>
                  <a:lnTo>
                    <a:pt x="336" y="1600"/>
                  </a:lnTo>
                  <a:lnTo>
                    <a:pt x="277" y="1600"/>
                  </a:lnTo>
                  <a:lnTo>
                    <a:pt x="336" y="1620"/>
                  </a:lnTo>
                  <a:lnTo>
                    <a:pt x="257" y="1620"/>
                  </a:lnTo>
                  <a:lnTo>
                    <a:pt x="257" y="1600"/>
                  </a:lnTo>
                  <a:lnTo>
                    <a:pt x="237" y="1581"/>
                  </a:lnTo>
                  <a:lnTo>
                    <a:pt x="178" y="1561"/>
                  </a:lnTo>
                  <a:lnTo>
                    <a:pt x="138" y="1561"/>
                  </a:lnTo>
                  <a:lnTo>
                    <a:pt x="217" y="1600"/>
                  </a:lnTo>
                  <a:lnTo>
                    <a:pt x="198" y="1600"/>
                  </a:lnTo>
                  <a:lnTo>
                    <a:pt x="138" y="1581"/>
                  </a:lnTo>
                  <a:lnTo>
                    <a:pt x="178" y="1600"/>
                  </a:lnTo>
                  <a:lnTo>
                    <a:pt x="198" y="1620"/>
                  </a:lnTo>
                  <a:lnTo>
                    <a:pt x="79" y="1600"/>
                  </a:lnTo>
                  <a:lnTo>
                    <a:pt x="119" y="1620"/>
                  </a:lnTo>
                  <a:lnTo>
                    <a:pt x="138" y="1620"/>
                  </a:lnTo>
                  <a:lnTo>
                    <a:pt x="138" y="1640"/>
                  </a:lnTo>
                  <a:lnTo>
                    <a:pt x="119" y="1660"/>
                  </a:lnTo>
                  <a:lnTo>
                    <a:pt x="119" y="1679"/>
                  </a:lnTo>
                  <a:lnTo>
                    <a:pt x="158" y="1679"/>
                  </a:lnTo>
                  <a:lnTo>
                    <a:pt x="138" y="1660"/>
                  </a:lnTo>
                  <a:lnTo>
                    <a:pt x="198" y="1660"/>
                  </a:lnTo>
                  <a:lnTo>
                    <a:pt x="217" y="1679"/>
                  </a:lnTo>
                  <a:lnTo>
                    <a:pt x="217" y="1699"/>
                  </a:lnTo>
                  <a:lnTo>
                    <a:pt x="217" y="1739"/>
                  </a:lnTo>
                  <a:lnTo>
                    <a:pt x="257" y="1758"/>
                  </a:lnTo>
                  <a:lnTo>
                    <a:pt x="198" y="1758"/>
                  </a:lnTo>
                  <a:lnTo>
                    <a:pt x="138" y="1739"/>
                  </a:lnTo>
                  <a:lnTo>
                    <a:pt x="158" y="1758"/>
                  </a:lnTo>
                  <a:lnTo>
                    <a:pt x="20" y="1758"/>
                  </a:lnTo>
                  <a:lnTo>
                    <a:pt x="20" y="1778"/>
                  </a:lnTo>
                  <a:lnTo>
                    <a:pt x="99" y="1778"/>
                  </a:lnTo>
                  <a:lnTo>
                    <a:pt x="119" y="1798"/>
                  </a:lnTo>
                  <a:lnTo>
                    <a:pt x="99" y="1798"/>
                  </a:lnTo>
                  <a:lnTo>
                    <a:pt x="138" y="1818"/>
                  </a:lnTo>
                  <a:lnTo>
                    <a:pt x="40" y="1818"/>
                  </a:lnTo>
                  <a:lnTo>
                    <a:pt x="79" y="1837"/>
                  </a:lnTo>
                  <a:lnTo>
                    <a:pt x="99" y="1837"/>
                  </a:lnTo>
                  <a:lnTo>
                    <a:pt x="158" y="1857"/>
                  </a:lnTo>
                  <a:lnTo>
                    <a:pt x="198" y="1877"/>
                  </a:lnTo>
                  <a:lnTo>
                    <a:pt x="178" y="1877"/>
                  </a:lnTo>
                  <a:lnTo>
                    <a:pt x="178" y="1897"/>
                  </a:lnTo>
                  <a:lnTo>
                    <a:pt x="217" y="1897"/>
                  </a:lnTo>
                  <a:lnTo>
                    <a:pt x="257" y="1916"/>
                  </a:lnTo>
                  <a:lnTo>
                    <a:pt x="237" y="1936"/>
                  </a:lnTo>
                  <a:lnTo>
                    <a:pt x="158" y="1916"/>
                  </a:lnTo>
                  <a:lnTo>
                    <a:pt x="158" y="1916"/>
                  </a:lnTo>
                  <a:lnTo>
                    <a:pt x="217" y="1956"/>
                  </a:lnTo>
                  <a:lnTo>
                    <a:pt x="237" y="1976"/>
                  </a:lnTo>
                  <a:lnTo>
                    <a:pt x="277" y="1976"/>
                  </a:lnTo>
                  <a:lnTo>
                    <a:pt x="316" y="1995"/>
                  </a:lnTo>
                  <a:lnTo>
                    <a:pt x="237" y="1995"/>
                  </a:lnTo>
                  <a:lnTo>
                    <a:pt x="237" y="1976"/>
                  </a:lnTo>
                  <a:lnTo>
                    <a:pt x="138" y="1976"/>
                  </a:lnTo>
                  <a:lnTo>
                    <a:pt x="99" y="1956"/>
                  </a:lnTo>
                  <a:lnTo>
                    <a:pt x="99" y="1956"/>
                  </a:lnTo>
                  <a:lnTo>
                    <a:pt x="119" y="1976"/>
                  </a:lnTo>
                  <a:lnTo>
                    <a:pt x="79" y="1976"/>
                  </a:lnTo>
                  <a:lnTo>
                    <a:pt x="79" y="1995"/>
                  </a:lnTo>
                  <a:lnTo>
                    <a:pt x="138" y="1995"/>
                  </a:lnTo>
                  <a:lnTo>
                    <a:pt x="198" y="2015"/>
                  </a:lnTo>
                  <a:lnTo>
                    <a:pt x="99" y="2015"/>
                  </a:lnTo>
                  <a:lnTo>
                    <a:pt x="119" y="2035"/>
                  </a:lnTo>
                  <a:lnTo>
                    <a:pt x="138" y="2035"/>
                  </a:lnTo>
                  <a:lnTo>
                    <a:pt x="217" y="2074"/>
                  </a:lnTo>
                  <a:lnTo>
                    <a:pt x="316" y="2074"/>
                  </a:lnTo>
                  <a:lnTo>
                    <a:pt x="375" y="2094"/>
                  </a:lnTo>
                  <a:lnTo>
                    <a:pt x="395" y="2114"/>
                  </a:lnTo>
                  <a:lnTo>
                    <a:pt x="356" y="2114"/>
                  </a:lnTo>
                  <a:lnTo>
                    <a:pt x="336" y="2094"/>
                  </a:lnTo>
                  <a:lnTo>
                    <a:pt x="316" y="2074"/>
                  </a:lnTo>
                  <a:lnTo>
                    <a:pt x="316" y="2094"/>
                  </a:lnTo>
                  <a:lnTo>
                    <a:pt x="356" y="2114"/>
                  </a:lnTo>
                  <a:lnTo>
                    <a:pt x="296" y="2114"/>
                  </a:lnTo>
                  <a:lnTo>
                    <a:pt x="158" y="2074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20" y="2094"/>
                  </a:lnTo>
                  <a:lnTo>
                    <a:pt x="0" y="2094"/>
                  </a:lnTo>
                  <a:lnTo>
                    <a:pt x="79" y="2134"/>
                  </a:lnTo>
                  <a:lnTo>
                    <a:pt x="198" y="2153"/>
                  </a:lnTo>
                  <a:lnTo>
                    <a:pt x="198" y="2173"/>
                  </a:lnTo>
                  <a:lnTo>
                    <a:pt x="178" y="2173"/>
                  </a:lnTo>
                  <a:lnTo>
                    <a:pt x="138" y="2153"/>
                  </a:lnTo>
                  <a:lnTo>
                    <a:pt x="138" y="2153"/>
                  </a:lnTo>
                  <a:lnTo>
                    <a:pt x="198" y="2193"/>
                  </a:lnTo>
                  <a:lnTo>
                    <a:pt x="198" y="2213"/>
                  </a:lnTo>
                  <a:lnTo>
                    <a:pt x="198" y="2232"/>
                  </a:lnTo>
                  <a:lnTo>
                    <a:pt x="257" y="2252"/>
                  </a:lnTo>
                  <a:lnTo>
                    <a:pt x="356" y="2252"/>
                  </a:lnTo>
                  <a:lnTo>
                    <a:pt x="356" y="2272"/>
                  </a:lnTo>
                  <a:lnTo>
                    <a:pt x="375" y="2272"/>
                  </a:lnTo>
                  <a:lnTo>
                    <a:pt x="415" y="2292"/>
                  </a:lnTo>
                  <a:lnTo>
                    <a:pt x="415" y="2312"/>
                  </a:lnTo>
                  <a:lnTo>
                    <a:pt x="356" y="2292"/>
                  </a:lnTo>
                  <a:lnTo>
                    <a:pt x="336" y="2312"/>
                  </a:lnTo>
                  <a:lnTo>
                    <a:pt x="356" y="2331"/>
                  </a:lnTo>
                  <a:lnTo>
                    <a:pt x="356" y="2331"/>
                  </a:lnTo>
                  <a:lnTo>
                    <a:pt x="296" y="2312"/>
                  </a:lnTo>
                  <a:lnTo>
                    <a:pt x="277" y="2292"/>
                  </a:lnTo>
                  <a:lnTo>
                    <a:pt x="257" y="2292"/>
                  </a:lnTo>
                  <a:lnTo>
                    <a:pt x="138" y="2272"/>
                  </a:lnTo>
                  <a:lnTo>
                    <a:pt x="178" y="2292"/>
                  </a:lnTo>
                  <a:lnTo>
                    <a:pt x="237" y="2292"/>
                  </a:lnTo>
                  <a:lnTo>
                    <a:pt x="257" y="2312"/>
                  </a:lnTo>
                  <a:lnTo>
                    <a:pt x="198" y="2312"/>
                  </a:lnTo>
                  <a:lnTo>
                    <a:pt x="178" y="2331"/>
                  </a:lnTo>
                  <a:lnTo>
                    <a:pt x="158" y="2351"/>
                  </a:lnTo>
                  <a:lnTo>
                    <a:pt x="59" y="2331"/>
                  </a:lnTo>
                  <a:lnTo>
                    <a:pt x="138" y="2371"/>
                  </a:lnTo>
                  <a:lnTo>
                    <a:pt x="178" y="2391"/>
                  </a:lnTo>
                  <a:lnTo>
                    <a:pt x="178" y="2410"/>
                  </a:lnTo>
                  <a:lnTo>
                    <a:pt x="217" y="2430"/>
                  </a:lnTo>
                  <a:lnTo>
                    <a:pt x="277" y="2450"/>
                  </a:lnTo>
                  <a:lnTo>
                    <a:pt x="296" y="2450"/>
                  </a:lnTo>
                  <a:lnTo>
                    <a:pt x="277" y="2410"/>
                  </a:lnTo>
                  <a:lnTo>
                    <a:pt x="257" y="2410"/>
                  </a:lnTo>
                  <a:lnTo>
                    <a:pt x="296" y="2391"/>
                  </a:lnTo>
                  <a:lnTo>
                    <a:pt x="178" y="2371"/>
                  </a:lnTo>
                  <a:lnTo>
                    <a:pt x="178" y="2351"/>
                  </a:lnTo>
                  <a:lnTo>
                    <a:pt x="217" y="2351"/>
                  </a:lnTo>
                  <a:lnTo>
                    <a:pt x="316" y="2391"/>
                  </a:lnTo>
                  <a:lnTo>
                    <a:pt x="356" y="2391"/>
                  </a:lnTo>
                  <a:lnTo>
                    <a:pt x="375" y="2410"/>
                  </a:lnTo>
                  <a:lnTo>
                    <a:pt x="415" y="2410"/>
                  </a:lnTo>
                  <a:lnTo>
                    <a:pt x="435" y="2391"/>
                  </a:lnTo>
                  <a:lnTo>
                    <a:pt x="514" y="2410"/>
                  </a:lnTo>
                  <a:lnTo>
                    <a:pt x="652" y="2470"/>
                  </a:lnTo>
                  <a:lnTo>
                    <a:pt x="652" y="2470"/>
                  </a:lnTo>
                  <a:lnTo>
                    <a:pt x="593" y="2450"/>
                  </a:lnTo>
                  <a:lnTo>
                    <a:pt x="593" y="2450"/>
                  </a:lnTo>
                  <a:lnTo>
                    <a:pt x="672" y="2489"/>
                  </a:lnTo>
                  <a:lnTo>
                    <a:pt x="553" y="2470"/>
                  </a:lnTo>
                  <a:lnTo>
                    <a:pt x="553" y="2489"/>
                  </a:lnTo>
                  <a:lnTo>
                    <a:pt x="553" y="2509"/>
                  </a:lnTo>
                  <a:lnTo>
                    <a:pt x="612" y="2509"/>
                  </a:lnTo>
                  <a:lnTo>
                    <a:pt x="593" y="2489"/>
                  </a:lnTo>
                  <a:lnTo>
                    <a:pt x="652" y="2509"/>
                  </a:lnTo>
                  <a:lnTo>
                    <a:pt x="632" y="2509"/>
                  </a:lnTo>
                  <a:lnTo>
                    <a:pt x="632" y="2529"/>
                  </a:lnTo>
                  <a:lnTo>
                    <a:pt x="672" y="2529"/>
                  </a:lnTo>
                  <a:lnTo>
                    <a:pt x="751" y="2568"/>
                  </a:lnTo>
                  <a:lnTo>
                    <a:pt x="632" y="2568"/>
                  </a:lnTo>
                  <a:lnTo>
                    <a:pt x="494" y="2529"/>
                  </a:lnTo>
                  <a:lnTo>
                    <a:pt x="514" y="2549"/>
                  </a:lnTo>
                  <a:lnTo>
                    <a:pt x="316" y="2489"/>
                  </a:lnTo>
                  <a:lnTo>
                    <a:pt x="277" y="2509"/>
                  </a:lnTo>
                  <a:lnTo>
                    <a:pt x="277" y="2529"/>
                  </a:lnTo>
                  <a:lnTo>
                    <a:pt x="138" y="2509"/>
                  </a:lnTo>
                  <a:lnTo>
                    <a:pt x="158" y="2529"/>
                  </a:lnTo>
                  <a:lnTo>
                    <a:pt x="138" y="2529"/>
                  </a:lnTo>
                  <a:lnTo>
                    <a:pt x="79" y="2549"/>
                  </a:lnTo>
                  <a:lnTo>
                    <a:pt x="178" y="2549"/>
                  </a:lnTo>
                  <a:lnTo>
                    <a:pt x="217" y="2568"/>
                  </a:lnTo>
                  <a:lnTo>
                    <a:pt x="198" y="2568"/>
                  </a:lnTo>
                  <a:lnTo>
                    <a:pt x="217" y="2588"/>
                  </a:lnTo>
                  <a:lnTo>
                    <a:pt x="237" y="2568"/>
                  </a:lnTo>
                  <a:lnTo>
                    <a:pt x="277" y="2568"/>
                  </a:lnTo>
                  <a:lnTo>
                    <a:pt x="316" y="2588"/>
                  </a:lnTo>
                  <a:lnTo>
                    <a:pt x="435" y="2588"/>
                  </a:lnTo>
                  <a:lnTo>
                    <a:pt x="435" y="2608"/>
                  </a:lnTo>
                  <a:lnTo>
                    <a:pt x="435" y="2628"/>
                  </a:lnTo>
                  <a:lnTo>
                    <a:pt x="277" y="2588"/>
                  </a:lnTo>
                  <a:lnTo>
                    <a:pt x="296" y="2608"/>
                  </a:lnTo>
                  <a:lnTo>
                    <a:pt x="257" y="2628"/>
                  </a:lnTo>
                  <a:lnTo>
                    <a:pt x="217" y="2608"/>
                  </a:lnTo>
                  <a:lnTo>
                    <a:pt x="138" y="2608"/>
                  </a:lnTo>
                  <a:lnTo>
                    <a:pt x="138" y="2588"/>
                  </a:lnTo>
                  <a:lnTo>
                    <a:pt x="99" y="2628"/>
                  </a:lnTo>
                  <a:lnTo>
                    <a:pt x="79" y="2608"/>
                  </a:lnTo>
                  <a:lnTo>
                    <a:pt x="59" y="2608"/>
                  </a:lnTo>
                  <a:lnTo>
                    <a:pt x="59" y="2628"/>
                  </a:lnTo>
                  <a:lnTo>
                    <a:pt x="158" y="264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119" y="2667"/>
                  </a:lnTo>
                  <a:lnTo>
                    <a:pt x="119" y="2687"/>
                  </a:lnTo>
                  <a:lnTo>
                    <a:pt x="158" y="2707"/>
                  </a:lnTo>
                  <a:lnTo>
                    <a:pt x="217" y="2726"/>
                  </a:lnTo>
                  <a:lnTo>
                    <a:pt x="257" y="2726"/>
                  </a:lnTo>
                  <a:lnTo>
                    <a:pt x="292" y="2744"/>
                  </a:lnTo>
                  <a:lnTo>
                    <a:pt x="292" y="2744"/>
                  </a:lnTo>
                  <a:lnTo>
                    <a:pt x="137" y="2728"/>
                  </a:lnTo>
                  <a:lnTo>
                    <a:pt x="137" y="2728"/>
                  </a:lnTo>
                  <a:lnTo>
                    <a:pt x="119" y="2746"/>
                  </a:lnTo>
                  <a:lnTo>
                    <a:pt x="178" y="2746"/>
                  </a:lnTo>
                  <a:lnTo>
                    <a:pt x="237" y="2766"/>
                  </a:lnTo>
                  <a:lnTo>
                    <a:pt x="257" y="2786"/>
                  </a:lnTo>
                  <a:lnTo>
                    <a:pt x="237" y="2786"/>
                  </a:lnTo>
                  <a:lnTo>
                    <a:pt x="277" y="2805"/>
                  </a:lnTo>
                  <a:lnTo>
                    <a:pt x="316" y="2825"/>
                  </a:lnTo>
                  <a:lnTo>
                    <a:pt x="395" y="2825"/>
                  </a:lnTo>
                  <a:lnTo>
                    <a:pt x="336" y="2845"/>
                  </a:lnTo>
                  <a:lnTo>
                    <a:pt x="237" y="2825"/>
                  </a:lnTo>
                  <a:lnTo>
                    <a:pt x="237" y="2845"/>
                  </a:lnTo>
                  <a:lnTo>
                    <a:pt x="138" y="2845"/>
                  </a:lnTo>
                  <a:lnTo>
                    <a:pt x="119" y="2865"/>
                  </a:lnTo>
                  <a:lnTo>
                    <a:pt x="198" y="2865"/>
                  </a:lnTo>
                  <a:lnTo>
                    <a:pt x="257" y="2884"/>
                  </a:lnTo>
                  <a:lnTo>
                    <a:pt x="237" y="2865"/>
                  </a:lnTo>
                  <a:lnTo>
                    <a:pt x="237" y="2865"/>
                  </a:lnTo>
                  <a:lnTo>
                    <a:pt x="316" y="2884"/>
                  </a:lnTo>
                  <a:lnTo>
                    <a:pt x="395" y="2904"/>
                  </a:lnTo>
                  <a:lnTo>
                    <a:pt x="435" y="2924"/>
                  </a:lnTo>
                  <a:lnTo>
                    <a:pt x="474" y="2924"/>
                  </a:lnTo>
                  <a:lnTo>
                    <a:pt x="375" y="2884"/>
                  </a:lnTo>
                  <a:lnTo>
                    <a:pt x="336" y="2865"/>
                  </a:lnTo>
                  <a:lnTo>
                    <a:pt x="395" y="2884"/>
                  </a:lnTo>
                  <a:lnTo>
                    <a:pt x="415" y="2865"/>
                  </a:lnTo>
                  <a:lnTo>
                    <a:pt x="435" y="2865"/>
                  </a:lnTo>
                  <a:lnTo>
                    <a:pt x="494" y="2845"/>
                  </a:lnTo>
                  <a:lnTo>
                    <a:pt x="415" y="2825"/>
                  </a:lnTo>
                  <a:lnTo>
                    <a:pt x="336" y="2805"/>
                  </a:lnTo>
                  <a:lnTo>
                    <a:pt x="395" y="2786"/>
                  </a:lnTo>
                  <a:lnTo>
                    <a:pt x="435" y="2805"/>
                  </a:lnTo>
                  <a:lnTo>
                    <a:pt x="415" y="2825"/>
                  </a:lnTo>
                  <a:lnTo>
                    <a:pt x="514" y="2825"/>
                  </a:lnTo>
                  <a:lnTo>
                    <a:pt x="632" y="2865"/>
                  </a:lnTo>
                  <a:lnTo>
                    <a:pt x="691" y="2884"/>
                  </a:lnTo>
                  <a:lnTo>
                    <a:pt x="711" y="2904"/>
                  </a:lnTo>
                  <a:lnTo>
                    <a:pt x="770" y="2944"/>
                  </a:lnTo>
                  <a:lnTo>
                    <a:pt x="790" y="2944"/>
                  </a:lnTo>
                  <a:lnTo>
                    <a:pt x="790" y="2963"/>
                  </a:lnTo>
                  <a:lnTo>
                    <a:pt x="810" y="2963"/>
                  </a:lnTo>
                  <a:lnTo>
                    <a:pt x="849" y="2983"/>
                  </a:lnTo>
                  <a:lnTo>
                    <a:pt x="849" y="2983"/>
                  </a:lnTo>
                  <a:lnTo>
                    <a:pt x="652" y="2963"/>
                  </a:lnTo>
                  <a:lnTo>
                    <a:pt x="494" y="2944"/>
                  </a:lnTo>
                  <a:lnTo>
                    <a:pt x="494" y="2963"/>
                  </a:lnTo>
                  <a:lnTo>
                    <a:pt x="533" y="2983"/>
                  </a:lnTo>
                  <a:lnTo>
                    <a:pt x="435" y="2963"/>
                  </a:lnTo>
                  <a:lnTo>
                    <a:pt x="336" y="2944"/>
                  </a:lnTo>
                  <a:lnTo>
                    <a:pt x="375" y="2963"/>
                  </a:lnTo>
                  <a:lnTo>
                    <a:pt x="435" y="2983"/>
                  </a:lnTo>
                  <a:lnTo>
                    <a:pt x="395" y="2983"/>
                  </a:lnTo>
                  <a:lnTo>
                    <a:pt x="435" y="3003"/>
                  </a:lnTo>
                  <a:lnTo>
                    <a:pt x="514" y="3042"/>
                  </a:lnTo>
                  <a:lnTo>
                    <a:pt x="514" y="3023"/>
                  </a:lnTo>
                  <a:lnTo>
                    <a:pt x="533" y="3023"/>
                  </a:lnTo>
                  <a:lnTo>
                    <a:pt x="593" y="3042"/>
                  </a:lnTo>
                  <a:lnTo>
                    <a:pt x="632" y="3023"/>
                  </a:lnTo>
                  <a:lnTo>
                    <a:pt x="672" y="3023"/>
                  </a:lnTo>
                  <a:lnTo>
                    <a:pt x="691" y="3042"/>
                  </a:lnTo>
                  <a:lnTo>
                    <a:pt x="731" y="3042"/>
                  </a:lnTo>
                  <a:lnTo>
                    <a:pt x="711" y="3023"/>
                  </a:lnTo>
                  <a:lnTo>
                    <a:pt x="751" y="3023"/>
                  </a:lnTo>
                  <a:lnTo>
                    <a:pt x="751" y="3003"/>
                  </a:lnTo>
                  <a:lnTo>
                    <a:pt x="790" y="3023"/>
                  </a:lnTo>
                  <a:lnTo>
                    <a:pt x="770" y="3003"/>
                  </a:lnTo>
                  <a:lnTo>
                    <a:pt x="790" y="3003"/>
                  </a:lnTo>
                  <a:lnTo>
                    <a:pt x="909" y="3042"/>
                  </a:lnTo>
                  <a:lnTo>
                    <a:pt x="869" y="3042"/>
                  </a:lnTo>
                  <a:lnTo>
                    <a:pt x="790" y="3023"/>
                  </a:lnTo>
                  <a:lnTo>
                    <a:pt x="790" y="3042"/>
                  </a:lnTo>
                  <a:lnTo>
                    <a:pt x="830" y="3062"/>
                  </a:lnTo>
                  <a:lnTo>
                    <a:pt x="869" y="3062"/>
                  </a:lnTo>
                  <a:lnTo>
                    <a:pt x="929" y="3082"/>
                  </a:lnTo>
                  <a:lnTo>
                    <a:pt x="948" y="3082"/>
                  </a:lnTo>
                  <a:lnTo>
                    <a:pt x="1027" y="3102"/>
                  </a:lnTo>
                  <a:lnTo>
                    <a:pt x="1047" y="3082"/>
                  </a:lnTo>
                  <a:lnTo>
                    <a:pt x="1106" y="3102"/>
                  </a:lnTo>
                  <a:lnTo>
                    <a:pt x="1106" y="3102"/>
                  </a:lnTo>
                  <a:lnTo>
                    <a:pt x="1047" y="3062"/>
                  </a:lnTo>
                  <a:lnTo>
                    <a:pt x="1077" y="3062"/>
                  </a:lnTo>
                  <a:lnTo>
                    <a:pt x="1067" y="3042"/>
                  </a:lnTo>
                  <a:lnTo>
                    <a:pt x="1027" y="3042"/>
                  </a:lnTo>
                  <a:lnTo>
                    <a:pt x="1008" y="3023"/>
                  </a:lnTo>
                  <a:lnTo>
                    <a:pt x="988" y="3023"/>
                  </a:lnTo>
                  <a:lnTo>
                    <a:pt x="889" y="2983"/>
                  </a:lnTo>
                  <a:lnTo>
                    <a:pt x="968" y="3003"/>
                  </a:lnTo>
                  <a:lnTo>
                    <a:pt x="1027" y="3023"/>
                  </a:lnTo>
                  <a:lnTo>
                    <a:pt x="1008" y="3003"/>
                  </a:lnTo>
                  <a:lnTo>
                    <a:pt x="1047" y="3003"/>
                  </a:lnTo>
                  <a:lnTo>
                    <a:pt x="968" y="2983"/>
                  </a:lnTo>
                  <a:lnTo>
                    <a:pt x="1008" y="2983"/>
                  </a:lnTo>
                  <a:lnTo>
                    <a:pt x="909" y="2963"/>
                  </a:lnTo>
                  <a:lnTo>
                    <a:pt x="889" y="2944"/>
                  </a:lnTo>
                  <a:lnTo>
                    <a:pt x="869" y="2924"/>
                  </a:lnTo>
                  <a:lnTo>
                    <a:pt x="849" y="2944"/>
                  </a:lnTo>
                  <a:lnTo>
                    <a:pt x="869" y="2944"/>
                  </a:lnTo>
                  <a:lnTo>
                    <a:pt x="909" y="2963"/>
                  </a:lnTo>
                  <a:lnTo>
                    <a:pt x="909" y="2963"/>
                  </a:lnTo>
                  <a:lnTo>
                    <a:pt x="830" y="2944"/>
                  </a:lnTo>
                  <a:lnTo>
                    <a:pt x="770" y="2924"/>
                  </a:lnTo>
                  <a:lnTo>
                    <a:pt x="869" y="2924"/>
                  </a:lnTo>
                  <a:lnTo>
                    <a:pt x="849" y="2904"/>
                  </a:lnTo>
                  <a:lnTo>
                    <a:pt x="909" y="2924"/>
                  </a:lnTo>
                  <a:lnTo>
                    <a:pt x="929" y="2944"/>
                  </a:lnTo>
                  <a:lnTo>
                    <a:pt x="968" y="2944"/>
                  </a:lnTo>
                  <a:lnTo>
                    <a:pt x="929" y="2924"/>
                  </a:lnTo>
                  <a:lnTo>
                    <a:pt x="948" y="2924"/>
                  </a:lnTo>
                  <a:lnTo>
                    <a:pt x="869" y="2884"/>
                  </a:lnTo>
                  <a:lnTo>
                    <a:pt x="849" y="2865"/>
                  </a:lnTo>
                  <a:lnTo>
                    <a:pt x="830" y="2845"/>
                  </a:lnTo>
                  <a:lnTo>
                    <a:pt x="869" y="2825"/>
                  </a:lnTo>
                  <a:lnTo>
                    <a:pt x="790" y="2825"/>
                  </a:lnTo>
                  <a:lnTo>
                    <a:pt x="770" y="2805"/>
                  </a:lnTo>
                  <a:lnTo>
                    <a:pt x="770" y="2786"/>
                  </a:lnTo>
                  <a:lnTo>
                    <a:pt x="810" y="2786"/>
                  </a:lnTo>
                  <a:lnTo>
                    <a:pt x="731" y="2726"/>
                  </a:lnTo>
                  <a:lnTo>
                    <a:pt x="632" y="2746"/>
                  </a:lnTo>
                  <a:lnTo>
                    <a:pt x="593" y="2726"/>
                  </a:lnTo>
                  <a:lnTo>
                    <a:pt x="652" y="2726"/>
                  </a:lnTo>
                  <a:lnTo>
                    <a:pt x="668" y="2710"/>
                  </a:lnTo>
                  <a:lnTo>
                    <a:pt x="668" y="2710"/>
                  </a:lnTo>
                  <a:lnTo>
                    <a:pt x="810" y="2746"/>
                  </a:lnTo>
                  <a:lnTo>
                    <a:pt x="810" y="2746"/>
                  </a:lnTo>
                  <a:lnTo>
                    <a:pt x="751" y="2707"/>
                  </a:lnTo>
                  <a:lnTo>
                    <a:pt x="711" y="2687"/>
                  </a:lnTo>
                  <a:lnTo>
                    <a:pt x="830" y="2707"/>
                  </a:lnTo>
                  <a:lnTo>
                    <a:pt x="869" y="2746"/>
                  </a:lnTo>
                  <a:lnTo>
                    <a:pt x="849" y="2746"/>
                  </a:lnTo>
                  <a:lnTo>
                    <a:pt x="869" y="2766"/>
                  </a:lnTo>
                  <a:lnTo>
                    <a:pt x="869" y="2786"/>
                  </a:lnTo>
                  <a:lnTo>
                    <a:pt x="909" y="2786"/>
                  </a:lnTo>
                  <a:lnTo>
                    <a:pt x="929" y="2805"/>
                  </a:lnTo>
                  <a:lnTo>
                    <a:pt x="1027" y="2805"/>
                  </a:lnTo>
                  <a:lnTo>
                    <a:pt x="1008" y="2786"/>
                  </a:lnTo>
                  <a:lnTo>
                    <a:pt x="1087" y="2805"/>
                  </a:lnTo>
                  <a:lnTo>
                    <a:pt x="1136" y="2805"/>
                  </a:lnTo>
                  <a:lnTo>
                    <a:pt x="988" y="2746"/>
                  </a:lnTo>
                  <a:lnTo>
                    <a:pt x="948" y="2726"/>
                  </a:lnTo>
                  <a:lnTo>
                    <a:pt x="968" y="2707"/>
                  </a:lnTo>
                  <a:lnTo>
                    <a:pt x="1027" y="2746"/>
                  </a:lnTo>
                  <a:lnTo>
                    <a:pt x="1106" y="2766"/>
                  </a:lnTo>
                  <a:lnTo>
                    <a:pt x="1087" y="2746"/>
                  </a:lnTo>
                  <a:lnTo>
                    <a:pt x="1106" y="2746"/>
                  </a:lnTo>
                  <a:lnTo>
                    <a:pt x="1067" y="2726"/>
                  </a:lnTo>
                  <a:lnTo>
                    <a:pt x="1087" y="2707"/>
                  </a:lnTo>
                  <a:lnTo>
                    <a:pt x="1166" y="2707"/>
                  </a:lnTo>
                  <a:lnTo>
                    <a:pt x="1185" y="2726"/>
                  </a:lnTo>
                  <a:lnTo>
                    <a:pt x="1166" y="2726"/>
                  </a:lnTo>
                  <a:lnTo>
                    <a:pt x="1166" y="2746"/>
                  </a:lnTo>
                  <a:lnTo>
                    <a:pt x="1205" y="2746"/>
                  </a:lnTo>
                  <a:lnTo>
                    <a:pt x="1205" y="2766"/>
                  </a:lnTo>
                  <a:lnTo>
                    <a:pt x="1264" y="2766"/>
                  </a:lnTo>
                  <a:lnTo>
                    <a:pt x="1264" y="2746"/>
                  </a:lnTo>
                  <a:lnTo>
                    <a:pt x="1324" y="2746"/>
                  </a:lnTo>
                  <a:lnTo>
                    <a:pt x="1343" y="2726"/>
                  </a:lnTo>
                  <a:lnTo>
                    <a:pt x="1363" y="2726"/>
                  </a:lnTo>
                  <a:lnTo>
                    <a:pt x="1343" y="2707"/>
                  </a:lnTo>
                  <a:lnTo>
                    <a:pt x="1363" y="2707"/>
                  </a:lnTo>
                  <a:lnTo>
                    <a:pt x="1343" y="2687"/>
                  </a:lnTo>
                  <a:lnTo>
                    <a:pt x="1284" y="2667"/>
                  </a:lnTo>
                  <a:lnTo>
                    <a:pt x="1205" y="2628"/>
                  </a:lnTo>
                  <a:lnTo>
                    <a:pt x="1304" y="2667"/>
                  </a:lnTo>
                  <a:lnTo>
                    <a:pt x="1304" y="2647"/>
                  </a:lnTo>
                  <a:lnTo>
                    <a:pt x="1245" y="2628"/>
                  </a:lnTo>
                  <a:lnTo>
                    <a:pt x="1185" y="2608"/>
                  </a:lnTo>
                  <a:lnTo>
                    <a:pt x="1166" y="2588"/>
                  </a:lnTo>
                  <a:lnTo>
                    <a:pt x="1225" y="2588"/>
                  </a:lnTo>
                  <a:lnTo>
                    <a:pt x="1264" y="2608"/>
                  </a:lnTo>
                  <a:lnTo>
                    <a:pt x="1284" y="2628"/>
                  </a:lnTo>
                  <a:lnTo>
                    <a:pt x="1324" y="2628"/>
                  </a:lnTo>
                  <a:lnTo>
                    <a:pt x="1284" y="2608"/>
                  </a:lnTo>
                  <a:lnTo>
                    <a:pt x="1304" y="2608"/>
                  </a:lnTo>
                  <a:lnTo>
                    <a:pt x="1383" y="2588"/>
                  </a:lnTo>
                  <a:lnTo>
                    <a:pt x="1324" y="2568"/>
                  </a:lnTo>
                  <a:lnTo>
                    <a:pt x="1284" y="2549"/>
                  </a:lnTo>
                  <a:lnTo>
                    <a:pt x="1264" y="2568"/>
                  </a:lnTo>
                  <a:lnTo>
                    <a:pt x="1205" y="2529"/>
                  </a:lnTo>
                  <a:lnTo>
                    <a:pt x="1225" y="2529"/>
                  </a:lnTo>
                  <a:lnTo>
                    <a:pt x="1284" y="2509"/>
                  </a:lnTo>
                  <a:lnTo>
                    <a:pt x="1304" y="2529"/>
                  </a:lnTo>
                  <a:lnTo>
                    <a:pt x="1324" y="2549"/>
                  </a:lnTo>
                  <a:lnTo>
                    <a:pt x="1363" y="2568"/>
                  </a:lnTo>
                  <a:lnTo>
                    <a:pt x="1343" y="2549"/>
                  </a:lnTo>
                  <a:lnTo>
                    <a:pt x="1343" y="2529"/>
                  </a:lnTo>
                  <a:lnTo>
                    <a:pt x="1324" y="2529"/>
                  </a:lnTo>
                  <a:lnTo>
                    <a:pt x="1324" y="2509"/>
                  </a:lnTo>
                  <a:lnTo>
                    <a:pt x="1363" y="2509"/>
                  </a:lnTo>
                  <a:lnTo>
                    <a:pt x="1363" y="2489"/>
                  </a:lnTo>
                  <a:lnTo>
                    <a:pt x="1304" y="2470"/>
                  </a:lnTo>
                  <a:lnTo>
                    <a:pt x="1225" y="2450"/>
                  </a:lnTo>
                  <a:lnTo>
                    <a:pt x="1304" y="2450"/>
                  </a:lnTo>
                  <a:lnTo>
                    <a:pt x="1304" y="2470"/>
                  </a:lnTo>
                  <a:lnTo>
                    <a:pt x="1324" y="2450"/>
                  </a:lnTo>
                  <a:lnTo>
                    <a:pt x="1185" y="2410"/>
                  </a:lnTo>
                  <a:lnTo>
                    <a:pt x="1284" y="2410"/>
                  </a:lnTo>
                  <a:lnTo>
                    <a:pt x="1363" y="2430"/>
                  </a:lnTo>
                  <a:lnTo>
                    <a:pt x="1363" y="2430"/>
                  </a:lnTo>
                  <a:lnTo>
                    <a:pt x="1324" y="2410"/>
                  </a:lnTo>
                  <a:lnTo>
                    <a:pt x="1383" y="2410"/>
                  </a:lnTo>
                  <a:lnTo>
                    <a:pt x="1383" y="2391"/>
                  </a:lnTo>
                  <a:lnTo>
                    <a:pt x="1343" y="2371"/>
                  </a:lnTo>
                  <a:lnTo>
                    <a:pt x="1284" y="2331"/>
                  </a:lnTo>
                  <a:lnTo>
                    <a:pt x="1264" y="2312"/>
                  </a:lnTo>
                  <a:lnTo>
                    <a:pt x="1363" y="2331"/>
                  </a:lnTo>
                  <a:lnTo>
                    <a:pt x="1383" y="2351"/>
                  </a:lnTo>
                  <a:lnTo>
                    <a:pt x="1422" y="2351"/>
                  </a:lnTo>
                  <a:lnTo>
                    <a:pt x="1403" y="2331"/>
                  </a:lnTo>
                  <a:lnTo>
                    <a:pt x="1422" y="2331"/>
                  </a:lnTo>
                  <a:lnTo>
                    <a:pt x="1422" y="2312"/>
                  </a:lnTo>
                  <a:lnTo>
                    <a:pt x="1383" y="2312"/>
                  </a:lnTo>
                  <a:lnTo>
                    <a:pt x="1324" y="2292"/>
                  </a:lnTo>
                  <a:lnTo>
                    <a:pt x="1304" y="2272"/>
                  </a:lnTo>
                  <a:lnTo>
                    <a:pt x="1343" y="2272"/>
                  </a:lnTo>
                  <a:lnTo>
                    <a:pt x="1324" y="2252"/>
                  </a:lnTo>
                  <a:lnTo>
                    <a:pt x="1304" y="2232"/>
                  </a:lnTo>
                  <a:lnTo>
                    <a:pt x="1363" y="2252"/>
                  </a:lnTo>
                  <a:lnTo>
                    <a:pt x="1304" y="2213"/>
                  </a:lnTo>
                  <a:lnTo>
                    <a:pt x="1225" y="2193"/>
                  </a:lnTo>
                  <a:lnTo>
                    <a:pt x="1185" y="2193"/>
                  </a:lnTo>
                  <a:lnTo>
                    <a:pt x="1205" y="2213"/>
                  </a:lnTo>
                  <a:lnTo>
                    <a:pt x="1205" y="2232"/>
                  </a:lnTo>
                  <a:lnTo>
                    <a:pt x="1146" y="2232"/>
                  </a:lnTo>
                  <a:lnTo>
                    <a:pt x="1087" y="2213"/>
                  </a:lnTo>
                  <a:lnTo>
                    <a:pt x="1126" y="2213"/>
                  </a:lnTo>
                  <a:lnTo>
                    <a:pt x="1067" y="2193"/>
                  </a:lnTo>
                  <a:lnTo>
                    <a:pt x="1047" y="2193"/>
                  </a:lnTo>
                  <a:lnTo>
                    <a:pt x="948" y="2173"/>
                  </a:lnTo>
                  <a:lnTo>
                    <a:pt x="929" y="2134"/>
                  </a:lnTo>
                  <a:lnTo>
                    <a:pt x="1008" y="2153"/>
                  </a:lnTo>
                  <a:lnTo>
                    <a:pt x="1087" y="2193"/>
                  </a:lnTo>
                  <a:lnTo>
                    <a:pt x="1067" y="2173"/>
                  </a:lnTo>
                  <a:lnTo>
                    <a:pt x="1146" y="2193"/>
                  </a:lnTo>
                  <a:lnTo>
                    <a:pt x="1087" y="2153"/>
                  </a:lnTo>
                  <a:lnTo>
                    <a:pt x="988" y="2134"/>
                  </a:lnTo>
                  <a:lnTo>
                    <a:pt x="948" y="2134"/>
                  </a:lnTo>
                  <a:lnTo>
                    <a:pt x="948" y="2114"/>
                  </a:lnTo>
                  <a:lnTo>
                    <a:pt x="988" y="2114"/>
                  </a:lnTo>
                  <a:lnTo>
                    <a:pt x="1008" y="2134"/>
                  </a:lnTo>
                  <a:lnTo>
                    <a:pt x="1027" y="2114"/>
                  </a:lnTo>
                  <a:lnTo>
                    <a:pt x="1008" y="2114"/>
                  </a:lnTo>
                  <a:lnTo>
                    <a:pt x="988" y="2094"/>
                  </a:lnTo>
                  <a:lnTo>
                    <a:pt x="1027" y="2094"/>
                  </a:lnTo>
                  <a:lnTo>
                    <a:pt x="1067" y="2114"/>
                  </a:lnTo>
                  <a:lnTo>
                    <a:pt x="1106" y="2134"/>
                  </a:lnTo>
                  <a:lnTo>
                    <a:pt x="1106" y="2153"/>
                  </a:lnTo>
                  <a:lnTo>
                    <a:pt x="1166" y="2153"/>
                  </a:lnTo>
                  <a:lnTo>
                    <a:pt x="1225" y="2173"/>
                  </a:lnTo>
                  <a:lnTo>
                    <a:pt x="1343" y="2213"/>
                  </a:lnTo>
                  <a:lnTo>
                    <a:pt x="1343" y="2193"/>
                  </a:lnTo>
                  <a:lnTo>
                    <a:pt x="1383" y="2193"/>
                  </a:lnTo>
                  <a:lnTo>
                    <a:pt x="1343" y="2173"/>
                  </a:lnTo>
                  <a:lnTo>
                    <a:pt x="1363" y="2173"/>
                  </a:lnTo>
                  <a:lnTo>
                    <a:pt x="1363" y="2153"/>
                  </a:lnTo>
                  <a:lnTo>
                    <a:pt x="1304" y="2134"/>
                  </a:lnTo>
                  <a:lnTo>
                    <a:pt x="1363" y="2134"/>
                  </a:lnTo>
                  <a:lnTo>
                    <a:pt x="1363" y="2114"/>
                  </a:lnTo>
                  <a:lnTo>
                    <a:pt x="1324" y="2074"/>
                  </a:lnTo>
                  <a:lnTo>
                    <a:pt x="1363" y="2074"/>
                  </a:lnTo>
                  <a:lnTo>
                    <a:pt x="1403" y="2094"/>
                  </a:lnTo>
                  <a:lnTo>
                    <a:pt x="1422" y="2074"/>
                  </a:lnTo>
                  <a:lnTo>
                    <a:pt x="1403" y="2055"/>
                  </a:lnTo>
                  <a:lnTo>
                    <a:pt x="1363" y="2035"/>
                  </a:lnTo>
                  <a:lnTo>
                    <a:pt x="1324" y="1995"/>
                  </a:lnTo>
                  <a:lnTo>
                    <a:pt x="1324" y="1976"/>
                  </a:lnTo>
                  <a:lnTo>
                    <a:pt x="1324" y="1956"/>
                  </a:lnTo>
                  <a:lnTo>
                    <a:pt x="1383" y="1976"/>
                  </a:lnTo>
                  <a:lnTo>
                    <a:pt x="1343" y="1956"/>
                  </a:lnTo>
                  <a:lnTo>
                    <a:pt x="1403" y="1956"/>
                  </a:lnTo>
                  <a:lnTo>
                    <a:pt x="1383" y="1936"/>
                  </a:lnTo>
                  <a:lnTo>
                    <a:pt x="1363" y="1916"/>
                  </a:lnTo>
                  <a:lnTo>
                    <a:pt x="1422" y="1916"/>
                  </a:lnTo>
                  <a:lnTo>
                    <a:pt x="1422" y="1897"/>
                  </a:lnTo>
                  <a:lnTo>
                    <a:pt x="1383" y="1877"/>
                  </a:lnTo>
                  <a:lnTo>
                    <a:pt x="1324" y="1837"/>
                  </a:lnTo>
                  <a:lnTo>
                    <a:pt x="1422" y="1877"/>
                  </a:lnTo>
                  <a:lnTo>
                    <a:pt x="1383" y="1778"/>
                  </a:lnTo>
                  <a:lnTo>
                    <a:pt x="1383" y="1699"/>
                  </a:lnTo>
                  <a:lnTo>
                    <a:pt x="1403" y="1699"/>
                  </a:lnTo>
                  <a:lnTo>
                    <a:pt x="1403" y="1679"/>
                  </a:lnTo>
                  <a:lnTo>
                    <a:pt x="1363" y="1640"/>
                  </a:lnTo>
                  <a:lnTo>
                    <a:pt x="1343" y="1600"/>
                  </a:lnTo>
                  <a:lnTo>
                    <a:pt x="1343" y="1581"/>
                  </a:lnTo>
                  <a:lnTo>
                    <a:pt x="1363" y="1581"/>
                  </a:lnTo>
                  <a:lnTo>
                    <a:pt x="1324" y="1561"/>
                  </a:lnTo>
                  <a:lnTo>
                    <a:pt x="1264" y="1541"/>
                  </a:lnTo>
                  <a:lnTo>
                    <a:pt x="1126" y="1502"/>
                  </a:lnTo>
                  <a:lnTo>
                    <a:pt x="1126" y="1482"/>
                  </a:lnTo>
                  <a:lnTo>
                    <a:pt x="1166" y="1502"/>
                  </a:lnTo>
                  <a:lnTo>
                    <a:pt x="1225" y="1502"/>
                  </a:lnTo>
                  <a:lnTo>
                    <a:pt x="1304" y="1521"/>
                  </a:lnTo>
                  <a:lnTo>
                    <a:pt x="1383" y="1561"/>
                  </a:lnTo>
                  <a:lnTo>
                    <a:pt x="1324" y="1502"/>
                  </a:lnTo>
                  <a:lnTo>
                    <a:pt x="1343" y="1502"/>
                  </a:lnTo>
                  <a:lnTo>
                    <a:pt x="1343" y="148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403" y="1521"/>
                  </a:lnTo>
                  <a:lnTo>
                    <a:pt x="1442" y="1541"/>
                  </a:lnTo>
                  <a:lnTo>
                    <a:pt x="1422" y="1502"/>
                  </a:lnTo>
                  <a:lnTo>
                    <a:pt x="1422" y="1482"/>
                  </a:lnTo>
                  <a:lnTo>
                    <a:pt x="1442" y="1482"/>
                  </a:lnTo>
                  <a:lnTo>
                    <a:pt x="1383" y="1462"/>
                  </a:lnTo>
                  <a:lnTo>
                    <a:pt x="1363" y="1442"/>
                  </a:lnTo>
                  <a:lnTo>
                    <a:pt x="1304" y="1403"/>
                  </a:lnTo>
                  <a:lnTo>
                    <a:pt x="1304" y="1403"/>
                  </a:lnTo>
                  <a:lnTo>
                    <a:pt x="1403" y="1442"/>
                  </a:lnTo>
                  <a:lnTo>
                    <a:pt x="1343" y="1403"/>
                  </a:lnTo>
                  <a:lnTo>
                    <a:pt x="1343" y="1383"/>
                  </a:lnTo>
                  <a:lnTo>
                    <a:pt x="1422" y="1383"/>
                  </a:lnTo>
                  <a:lnTo>
                    <a:pt x="1403" y="1363"/>
                  </a:lnTo>
                  <a:lnTo>
                    <a:pt x="1383" y="1344"/>
                  </a:lnTo>
                  <a:lnTo>
                    <a:pt x="1422" y="1363"/>
                  </a:lnTo>
                  <a:lnTo>
                    <a:pt x="1442" y="1324"/>
                  </a:lnTo>
                  <a:lnTo>
                    <a:pt x="1462" y="1304"/>
                  </a:lnTo>
                  <a:lnTo>
                    <a:pt x="1501" y="1304"/>
                  </a:lnTo>
                  <a:lnTo>
                    <a:pt x="1462" y="1265"/>
                  </a:lnTo>
                  <a:lnTo>
                    <a:pt x="1403" y="1225"/>
                  </a:lnTo>
                  <a:lnTo>
                    <a:pt x="1383" y="1225"/>
                  </a:lnTo>
                  <a:lnTo>
                    <a:pt x="1343" y="1205"/>
                  </a:lnTo>
                  <a:lnTo>
                    <a:pt x="1304" y="1186"/>
                  </a:lnTo>
                  <a:lnTo>
                    <a:pt x="1304" y="1166"/>
                  </a:lnTo>
                  <a:lnTo>
                    <a:pt x="1343" y="1186"/>
                  </a:lnTo>
                  <a:lnTo>
                    <a:pt x="1383" y="1186"/>
                  </a:lnTo>
                  <a:lnTo>
                    <a:pt x="1422" y="1205"/>
                  </a:lnTo>
                  <a:lnTo>
                    <a:pt x="1422" y="1186"/>
                  </a:lnTo>
                  <a:lnTo>
                    <a:pt x="1482" y="1186"/>
                  </a:lnTo>
                  <a:lnTo>
                    <a:pt x="1462" y="1166"/>
                  </a:lnTo>
                  <a:lnTo>
                    <a:pt x="1422" y="1126"/>
                  </a:lnTo>
                  <a:lnTo>
                    <a:pt x="1422" y="1126"/>
                  </a:lnTo>
                  <a:lnTo>
                    <a:pt x="1462" y="1146"/>
                  </a:lnTo>
                  <a:lnTo>
                    <a:pt x="1501" y="1146"/>
                  </a:lnTo>
                  <a:lnTo>
                    <a:pt x="1462" y="1126"/>
                  </a:lnTo>
                  <a:lnTo>
                    <a:pt x="1383" y="1087"/>
                  </a:lnTo>
                  <a:lnTo>
                    <a:pt x="1403" y="1087"/>
                  </a:lnTo>
                  <a:lnTo>
                    <a:pt x="1383" y="1067"/>
                  </a:lnTo>
                  <a:lnTo>
                    <a:pt x="1383" y="1067"/>
                  </a:lnTo>
                  <a:lnTo>
                    <a:pt x="1462" y="1107"/>
                  </a:lnTo>
                  <a:lnTo>
                    <a:pt x="1422" y="1067"/>
                  </a:lnTo>
                  <a:lnTo>
                    <a:pt x="1363" y="1047"/>
                  </a:lnTo>
                  <a:lnTo>
                    <a:pt x="1403" y="1047"/>
                  </a:lnTo>
                  <a:lnTo>
                    <a:pt x="1343" y="1008"/>
                  </a:lnTo>
                  <a:lnTo>
                    <a:pt x="1284" y="968"/>
                  </a:lnTo>
                  <a:lnTo>
                    <a:pt x="1343" y="968"/>
                  </a:lnTo>
                  <a:lnTo>
                    <a:pt x="1442" y="988"/>
                  </a:lnTo>
                  <a:lnTo>
                    <a:pt x="1422" y="1008"/>
                  </a:lnTo>
                  <a:lnTo>
                    <a:pt x="1403" y="1008"/>
                  </a:lnTo>
                  <a:lnTo>
                    <a:pt x="1482" y="1028"/>
                  </a:lnTo>
                  <a:lnTo>
                    <a:pt x="1521" y="1008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501" y="929"/>
                  </a:lnTo>
                  <a:lnTo>
                    <a:pt x="1521" y="909"/>
                  </a:lnTo>
                  <a:lnTo>
                    <a:pt x="1501" y="889"/>
                  </a:lnTo>
                  <a:lnTo>
                    <a:pt x="1561" y="870"/>
                  </a:lnTo>
                  <a:lnTo>
                    <a:pt x="1561" y="830"/>
                  </a:lnTo>
                  <a:lnTo>
                    <a:pt x="1580" y="810"/>
                  </a:lnTo>
                  <a:lnTo>
                    <a:pt x="1561" y="791"/>
                  </a:lnTo>
                  <a:lnTo>
                    <a:pt x="1541" y="751"/>
                  </a:lnTo>
                  <a:lnTo>
                    <a:pt x="1541" y="751"/>
                  </a:lnTo>
                  <a:lnTo>
                    <a:pt x="1580" y="771"/>
                  </a:lnTo>
                  <a:lnTo>
                    <a:pt x="1580" y="771"/>
                  </a:lnTo>
                  <a:lnTo>
                    <a:pt x="1501" y="712"/>
                  </a:lnTo>
                  <a:lnTo>
                    <a:pt x="1482" y="672"/>
                  </a:lnTo>
                  <a:lnTo>
                    <a:pt x="1442" y="633"/>
                  </a:lnTo>
                  <a:lnTo>
                    <a:pt x="1343" y="573"/>
                  </a:lnTo>
                  <a:lnTo>
                    <a:pt x="1403" y="593"/>
                  </a:lnTo>
                  <a:lnTo>
                    <a:pt x="1462" y="613"/>
                  </a:lnTo>
                  <a:lnTo>
                    <a:pt x="1422" y="573"/>
                  </a:lnTo>
                  <a:lnTo>
                    <a:pt x="1442" y="573"/>
                  </a:lnTo>
                  <a:lnTo>
                    <a:pt x="1482" y="593"/>
                  </a:lnTo>
                  <a:lnTo>
                    <a:pt x="1501" y="593"/>
                  </a:lnTo>
                  <a:lnTo>
                    <a:pt x="1482" y="573"/>
                  </a:lnTo>
                  <a:lnTo>
                    <a:pt x="1501" y="573"/>
                  </a:lnTo>
                  <a:lnTo>
                    <a:pt x="1422" y="534"/>
                  </a:lnTo>
                  <a:lnTo>
                    <a:pt x="1383" y="494"/>
                  </a:lnTo>
                  <a:lnTo>
                    <a:pt x="1363" y="494"/>
                  </a:lnTo>
                  <a:lnTo>
                    <a:pt x="1324" y="475"/>
                  </a:lnTo>
                  <a:lnTo>
                    <a:pt x="1343" y="475"/>
                  </a:lnTo>
                  <a:lnTo>
                    <a:pt x="1304" y="415"/>
                  </a:lnTo>
                  <a:lnTo>
                    <a:pt x="1304" y="356"/>
                  </a:lnTo>
                  <a:lnTo>
                    <a:pt x="1324" y="297"/>
                  </a:lnTo>
                  <a:lnTo>
                    <a:pt x="1363" y="257"/>
                  </a:lnTo>
                  <a:lnTo>
                    <a:pt x="1403" y="277"/>
                  </a:lnTo>
                  <a:lnTo>
                    <a:pt x="1383" y="257"/>
                  </a:lnTo>
                  <a:lnTo>
                    <a:pt x="1403" y="257"/>
                  </a:lnTo>
                  <a:lnTo>
                    <a:pt x="1422" y="238"/>
                  </a:lnTo>
                  <a:lnTo>
                    <a:pt x="1422" y="218"/>
                  </a:lnTo>
                  <a:lnTo>
                    <a:pt x="1521" y="218"/>
                  </a:lnTo>
                  <a:lnTo>
                    <a:pt x="1541" y="198"/>
                  </a:lnTo>
                  <a:lnTo>
                    <a:pt x="1521" y="178"/>
                  </a:lnTo>
                  <a:lnTo>
                    <a:pt x="1521" y="178"/>
                  </a:lnTo>
                  <a:lnTo>
                    <a:pt x="1600" y="198"/>
                  </a:lnTo>
                  <a:lnTo>
                    <a:pt x="1659" y="218"/>
                  </a:lnTo>
                  <a:lnTo>
                    <a:pt x="1640" y="178"/>
                  </a:lnTo>
                  <a:lnTo>
                    <a:pt x="1600" y="159"/>
                  </a:lnTo>
                  <a:lnTo>
                    <a:pt x="1580" y="178"/>
                  </a:lnTo>
                  <a:lnTo>
                    <a:pt x="1541" y="139"/>
                  </a:lnTo>
                  <a:lnTo>
                    <a:pt x="1521" y="119"/>
                  </a:lnTo>
                  <a:lnTo>
                    <a:pt x="1383" y="80"/>
                  </a:lnTo>
                  <a:lnTo>
                    <a:pt x="1205" y="20"/>
                  </a:lnTo>
                  <a:lnTo>
                    <a:pt x="1205" y="40"/>
                  </a:lnTo>
                  <a:lnTo>
                    <a:pt x="1146" y="20"/>
                  </a:lnTo>
                  <a:lnTo>
                    <a:pt x="1106" y="1"/>
                  </a:lnTo>
                  <a:close/>
                  <a:moveTo>
                    <a:pt x="1027" y="3102"/>
                  </a:moveTo>
                  <a:lnTo>
                    <a:pt x="1106" y="3121"/>
                  </a:lnTo>
                  <a:lnTo>
                    <a:pt x="1067" y="31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29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29"/>
            <p:cNvSpPr/>
            <p:nvPr/>
          </p:nvSpPr>
          <p:spPr>
            <a:xfrm>
              <a:off x="-1617800" y="35178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0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29"/>
            <p:cNvSpPr/>
            <p:nvPr/>
          </p:nvSpPr>
          <p:spPr>
            <a:xfrm>
              <a:off x="-1614850" y="35568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29"/>
            <p:cNvSpPr/>
            <p:nvPr/>
          </p:nvSpPr>
          <p:spPr>
            <a:xfrm>
              <a:off x="-1530900" y="3470425"/>
              <a:ext cx="42000" cy="38550"/>
            </a:xfrm>
            <a:custGeom>
              <a:rect b="b" l="l" r="r" t="t"/>
              <a:pathLst>
                <a:path extrusionOk="0" h="1542" w="1680">
                  <a:moveTo>
                    <a:pt x="218" y="1245"/>
                  </a:moveTo>
                  <a:lnTo>
                    <a:pt x="218" y="1245"/>
                  </a:lnTo>
                  <a:lnTo>
                    <a:pt x="218" y="1245"/>
                  </a:lnTo>
                  <a:close/>
                  <a:moveTo>
                    <a:pt x="1344" y="1265"/>
                  </a:moveTo>
                  <a:lnTo>
                    <a:pt x="1344" y="1285"/>
                  </a:lnTo>
                  <a:lnTo>
                    <a:pt x="1354" y="1265"/>
                  </a:lnTo>
                  <a:close/>
                  <a:moveTo>
                    <a:pt x="310" y="1265"/>
                  </a:moveTo>
                  <a:lnTo>
                    <a:pt x="300" y="1296"/>
                  </a:lnTo>
                  <a:lnTo>
                    <a:pt x="310" y="1265"/>
                  </a:lnTo>
                  <a:close/>
                  <a:moveTo>
                    <a:pt x="1304" y="1314"/>
                  </a:moveTo>
                  <a:lnTo>
                    <a:pt x="1284" y="1344"/>
                  </a:lnTo>
                  <a:lnTo>
                    <a:pt x="1304" y="1324"/>
                  </a:lnTo>
                  <a:lnTo>
                    <a:pt x="1304" y="1314"/>
                  </a:lnTo>
                  <a:close/>
                  <a:moveTo>
                    <a:pt x="1284" y="1344"/>
                  </a:moveTo>
                  <a:lnTo>
                    <a:pt x="1284" y="1344"/>
                  </a:lnTo>
                  <a:lnTo>
                    <a:pt x="1284" y="1344"/>
                  </a:lnTo>
                  <a:close/>
                  <a:moveTo>
                    <a:pt x="1585" y="1348"/>
                  </a:moveTo>
                  <a:lnTo>
                    <a:pt x="1574" y="1364"/>
                  </a:lnTo>
                  <a:lnTo>
                    <a:pt x="1581" y="1364"/>
                  </a:lnTo>
                  <a:lnTo>
                    <a:pt x="1585" y="1348"/>
                  </a:lnTo>
                  <a:close/>
                  <a:moveTo>
                    <a:pt x="376" y="1265"/>
                  </a:moveTo>
                  <a:lnTo>
                    <a:pt x="336" y="1344"/>
                  </a:lnTo>
                  <a:lnTo>
                    <a:pt x="336" y="1364"/>
                  </a:lnTo>
                  <a:lnTo>
                    <a:pt x="336" y="1384"/>
                  </a:lnTo>
                  <a:lnTo>
                    <a:pt x="356" y="1324"/>
                  </a:lnTo>
                  <a:lnTo>
                    <a:pt x="376" y="1265"/>
                  </a:lnTo>
                  <a:close/>
                  <a:moveTo>
                    <a:pt x="1561" y="1344"/>
                  </a:moveTo>
                  <a:lnTo>
                    <a:pt x="1541" y="1364"/>
                  </a:lnTo>
                  <a:lnTo>
                    <a:pt x="1561" y="1384"/>
                  </a:lnTo>
                  <a:lnTo>
                    <a:pt x="1574" y="1364"/>
                  </a:lnTo>
                  <a:lnTo>
                    <a:pt x="1561" y="1364"/>
                  </a:lnTo>
                  <a:lnTo>
                    <a:pt x="1561" y="1344"/>
                  </a:lnTo>
                  <a:close/>
                  <a:moveTo>
                    <a:pt x="1092" y="1377"/>
                  </a:moveTo>
                  <a:lnTo>
                    <a:pt x="1087" y="1384"/>
                  </a:lnTo>
                  <a:lnTo>
                    <a:pt x="1084" y="1398"/>
                  </a:lnTo>
                  <a:lnTo>
                    <a:pt x="1092" y="1377"/>
                  </a:lnTo>
                  <a:close/>
                  <a:moveTo>
                    <a:pt x="1660" y="1384"/>
                  </a:moveTo>
                  <a:lnTo>
                    <a:pt x="1660" y="1423"/>
                  </a:lnTo>
                  <a:lnTo>
                    <a:pt x="1660" y="1443"/>
                  </a:lnTo>
                  <a:lnTo>
                    <a:pt x="1679" y="1423"/>
                  </a:lnTo>
                  <a:lnTo>
                    <a:pt x="1679" y="1403"/>
                  </a:lnTo>
                  <a:lnTo>
                    <a:pt x="1660" y="1384"/>
                  </a:lnTo>
                  <a:close/>
                  <a:moveTo>
                    <a:pt x="1304" y="1344"/>
                  </a:moveTo>
                  <a:lnTo>
                    <a:pt x="1304" y="1364"/>
                  </a:lnTo>
                  <a:lnTo>
                    <a:pt x="1284" y="1364"/>
                  </a:lnTo>
                  <a:lnTo>
                    <a:pt x="1284" y="1344"/>
                  </a:lnTo>
                  <a:lnTo>
                    <a:pt x="1265" y="1384"/>
                  </a:lnTo>
                  <a:lnTo>
                    <a:pt x="1265" y="1463"/>
                  </a:lnTo>
                  <a:lnTo>
                    <a:pt x="1284" y="1463"/>
                  </a:lnTo>
                  <a:lnTo>
                    <a:pt x="1284" y="1443"/>
                  </a:lnTo>
                  <a:lnTo>
                    <a:pt x="1304" y="1423"/>
                  </a:lnTo>
                  <a:lnTo>
                    <a:pt x="1304" y="1443"/>
                  </a:lnTo>
                  <a:lnTo>
                    <a:pt x="1324" y="1344"/>
                  </a:lnTo>
                  <a:close/>
                  <a:moveTo>
                    <a:pt x="1084" y="1398"/>
                  </a:moveTo>
                  <a:lnTo>
                    <a:pt x="1067" y="1443"/>
                  </a:lnTo>
                  <a:lnTo>
                    <a:pt x="1067" y="1463"/>
                  </a:lnTo>
                  <a:lnTo>
                    <a:pt x="1067" y="1482"/>
                  </a:lnTo>
                  <a:lnTo>
                    <a:pt x="1084" y="1398"/>
                  </a:lnTo>
                  <a:close/>
                  <a:moveTo>
                    <a:pt x="119" y="1"/>
                  </a:moveTo>
                  <a:lnTo>
                    <a:pt x="99" y="40"/>
                  </a:lnTo>
                  <a:lnTo>
                    <a:pt x="99" y="80"/>
                  </a:lnTo>
                  <a:lnTo>
                    <a:pt x="80" y="119"/>
                  </a:lnTo>
                  <a:lnTo>
                    <a:pt x="60" y="139"/>
                  </a:lnTo>
                  <a:lnTo>
                    <a:pt x="40" y="297"/>
                  </a:lnTo>
                  <a:lnTo>
                    <a:pt x="20" y="475"/>
                  </a:lnTo>
                  <a:lnTo>
                    <a:pt x="20" y="534"/>
                  </a:lnTo>
                  <a:lnTo>
                    <a:pt x="1" y="594"/>
                  </a:lnTo>
                  <a:lnTo>
                    <a:pt x="20" y="613"/>
                  </a:lnTo>
                  <a:lnTo>
                    <a:pt x="20" y="574"/>
                  </a:lnTo>
                  <a:lnTo>
                    <a:pt x="40" y="594"/>
                  </a:lnTo>
                  <a:lnTo>
                    <a:pt x="40" y="633"/>
                  </a:lnTo>
                  <a:lnTo>
                    <a:pt x="60" y="594"/>
                  </a:lnTo>
                  <a:lnTo>
                    <a:pt x="40" y="653"/>
                  </a:lnTo>
                  <a:lnTo>
                    <a:pt x="20" y="732"/>
                  </a:lnTo>
                  <a:lnTo>
                    <a:pt x="40" y="752"/>
                  </a:lnTo>
                  <a:lnTo>
                    <a:pt x="40" y="732"/>
                  </a:lnTo>
                  <a:lnTo>
                    <a:pt x="60" y="712"/>
                  </a:lnTo>
                  <a:lnTo>
                    <a:pt x="60" y="752"/>
                  </a:lnTo>
                  <a:lnTo>
                    <a:pt x="60" y="791"/>
                  </a:lnTo>
                  <a:lnTo>
                    <a:pt x="60" y="811"/>
                  </a:lnTo>
                  <a:lnTo>
                    <a:pt x="60" y="850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99" y="712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80" y="831"/>
                  </a:lnTo>
                  <a:lnTo>
                    <a:pt x="80" y="870"/>
                  </a:lnTo>
                  <a:lnTo>
                    <a:pt x="99" y="870"/>
                  </a:lnTo>
                  <a:lnTo>
                    <a:pt x="99" y="890"/>
                  </a:lnTo>
                  <a:lnTo>
                    <a:pt x="80" y="910"/>
                  </a:lnTo>
                  <a:lnTo>
                    <a:pt x="80" y="989"/>
                  </a:lnTo>
                  <a:lnTo>
                    <a:pt x="99" y="969"/>
                  </a:lnTo>
                  <a:lnTo>
                    <a:pt x="119" y="929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9" y="949"/>
                  </a:lnTo>
                  <a:lnTo>
                    <a:pt x="139" y="969"/>
                  </a:lnTo>
                  <a:lnTo>
                    <a:pt x="139" y="1028"/>
                  </a:lnTo>
                  <a:lnTo>
                    <a:pt x="139" y="1048"/>
                  </a:lnTo>
                  <a:lnTo>
                    <a:pt x="159" y="1048"/>
                  </a:lnTo>
                  <a:lnTo>
                    <a:pt x="178" y="1008"/>
                  </a:lnTo>
                  <a:lnTo>
                    <a:pt x="178" y="1068"/>
                  </a:lnTo>
                  <a:lnTo>
                    <a:pt x="198" y="949"/>
                  </a:lnTo>
                  <a:lnTo>
                    <a:pt x="218" y="910"/>
                  </a:lnTo>
                  <a:lnTo>
                    <a:pt x="238" y="870"/>
                  </a:lnTo>
                  <a:lnTo>
                    <a:pt x="238" y="929"/>
                  </a:lnTo>
                  <a:lnTo>
                    <a:pt x="218" y="989"/>
                  </a:lnTo>
                  <a:lnTo>
                    <a:pt x="198" y="1107"/>
                  </a:lnTo>
                  <a:lnTo>
                    <a:pt x="218" y="1107"/>
                  </a:lnTo>
                  <a:lnTo>
                    <a:pt x="218" y="1147"/>
                  </a:lnTo>
                  <a:lnTo>
                    <a:pt x="198" y="1186"/>
                  </a:lnTo>
                  <a:lnTo>
                    <a:pt x="218" y="1226"/>
                  </a:lnTo>
                  <a:lnTo>
                    <a:pt x="218" y="1245"/>
                  </a:lnTo>
                  <a:lnTo>
                    <a:pt x="238" y="1186"/>
                  </a:lnTo>
                  <a:lnTo>
                    <a:pt x="238" y="1206"/>
                  </a:lnTo>
                  <a:lnTo>
                    <a:pt x="238" y="1265"/>
                  </a:lnTo>
                  <a:lnTo>
                    <a:pt x="257" y="1245"/>
                  </a:lnTo>
                  <a:lnTo>
                    <a:pt x="257" y="1265"/>
                  </a:lnTo>
                  <a:lnTo>
                    <a:pt x="277" y="1245"/>
                  </a:lnTo>
                  <a:lnTo>
                    <a:pt x="297" y="1206"/>
                  </a:lnTo>
                  <a:lnTo>
                    <a:pt x="317" y="1245"/>
                  </a:lnTo>
                  <a:lnTo>
                    <a:pt x="310" y="1265"/>
                  </a:lnTo>
                  <a:lnTo>
                    <a:pt x="356" y="1127"/>
                  </a:lnTo>
                  <a:lnTo>
                    <a:pt x="356" y="1186"/>
                  </a:lnTo>
                  <a:lnTo>
                    <a:pt x="336" y="1285"/>
                  </a:lnTo>
                  <a:lnTo>
                    <a:pt x="336" y="1265"/>
                  </a:lnTo>
                  <a:lnTo>
                    <a:pt x="317" y="1305"/>
                  </a:lnTo>
                  <a:lnTo>
                    <a:pt x="317" y="1324"/>
                  </a:lnTo>
                  <a:lnTo>
                    <a:pt x="336" y="1305"/>
                  </a:lnTo>
                  <a:lnTo>
                    <a:pt x="356" y="1265"/>
                  </a:lnTo>
                  <a:lnTo>
                    <a:pt x="376" y="1226"/>
                  </a:lnTo>
                  <a:lnTo>
                    <a:pt x="396" y="1186"/>
                  </a:lnTo>
                  <a:lnTo>
                    <a:pt x="435" y="1087"/>
                  </a:lnTo>
                  <a:lnTo>
                    <a:pt x="435" y="1147"/>
                  </a:lnTo>
                  <a:lnTo>
                    <a:pt x="415" y="1265"/>
                  </a:lnTo>
                  <a:lnTo>
                    <a:pt x="415" y="1344"/>
                  </a:lnTo>
                  <a:lnTo>
                    <a:pt x="435" y="1285"/>
                  </a:lnTo>
                  <a:lnTo>
                    <a:pt x="455" y="1226"/>
                  </a:lnTo>
                  <a:lnTo>
                    <a:pt x="455" y="1305"/>
                  </a:lnTo>
                  <a:lnTo>
                    <a:pt x="475" y="1324"/>
                  </a:lnTo>
                  <a:lnTo>
                    <a:pt x="475" y="1364"/>
                  </a:lnTo>
                  <a:lnTo>
                    <a:pt x="494" y="1384"/>
                  </a:lnTo>
                  <a:lnTo>
                    <a:pt x="514" y="1384"/>
                  </a:lnTo>
                  <a:lnTo>
                    <a:pt x="514" y="1285"/>
                  </a:lnTo>
                  <a:lnTo>
                    <a:pt x="494" y="1364"/>
                  </a:lnTo>
                  <a:lnTo>
                    <a:pt x="514" y="1245"/>
                  </a:lnTo>
                  <a:lnTo>
                    <a:pt x="554" y="1147"/>
                  </a:lnTo>
                  <a:lnTo>
                    <a:pt x="554" y="1166"/>
                  </a:lnTo>
                  <a:lnTo>
                    <a:pt x="554" y="1206"/>
                  </a:lnTo>
                  <a:lnTo>
                    <a:pt x="573" y="1166"/>
                  </a:lnTo>
                  <a:lnTo>
                    <a:pt x="573" y="1127"/>
                  </a:lnTo>
                  <a:lnTo>
                    <a:pt x="593" y="1107"/>
                  </a:lnTo>
                  <a:lnTo>
                    <a:pt x="593" y="1147"/>
                  </a:lnTo>
                  <a:lnTo>
                    <a:pt x="573" y="1206"/>
                  </a:lnTo>
                  <a:lnTo>
                    <a:pt x="593" y="1186"/>
                  </a:lnTo>
                  <a:lnTo>
                    <a:pt x="573" y="1265"/>
                  </a:lnTo>
                  <a:lnTo>
                    <a:pt x="573" y="1305"/>
                  </a:lnTo>
                  <a:lnTo>
                    <a:pt x="554" y="1364"/>
                  </a:lnTo>
                  <a:lnTo>
                    <a:pt x="573" y="1344"/>
                  </a:lnTo>
                  <a:lnTo>
                    <a:pt x="573" y="1344"/>
                  </a:lnTo>
                  <a:lnTo>
                    <a:pt x="554" y="1423"/>
                  </a:lnTo>
                  <a:lnTo>
                    <a:pt x="554" y="1443"/>
                  </a:lnTo>
                  <a:lnTo>
                    <a:pt x="573" y="1423"/>
                  </a:lnTo>
                  <a:lnTo>
                    <a:pt x="573" y="1443"/>
                  </a:lnTo>
                  <a:lnTo>
                    <a:pt x="593" y="1384"/>
                  </a:lnTo>
                  <a:lnTo>
                    <a:pt x="613" y="1443"/>
                  </a:lnTo>
                  <a:lnTo>
                    <a:pt x="633" y="1463"/>
                  </a:lnTo>
                  <a:lnTo>
                    <a:pt x="633" y="1403"/>
                  </a:lnTo>
                  <a:lnTo>
                    <a:pt x="652" y="1384"/>
                  </a:lnTo>
                  <a:lnTo>
                    <a:pt x="652" y="1403"/>
                  </a:lnTo>
                  <a:lnTo>
                    <a:pt x="652" y="1443"/>
                  </a:lnTo>
                  <a:lnTo>
                    <a:pt x="652" y="1463"/>
                  </a:lnTo>
                  <a:lnTo>
                    <a:pt x="692" y="1423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712" y="1384"/>
                  </a:lnTo>
                  <a:lnTo>
                    <a:pt x="751" y="1305"/>
                  </a:lnTo>
                  <a:lnTo>
                    <a:pt x="731" y="1364"/>
                  </a:lnTo>
                  <a:lnTo>
                    <a:pt x="731" y="1403"/>
                  </a:lnTo>
                  <a:lnTo>
                    <a:pt x="751" y="1403"/>
                  </a:lnTo>
                  <a:lnTo>
                    <a:pt x="751" y="1423"/>
                  </a:lnTo>
                  <a:lnTo>
                    <a:pt x="830" y="1226"/>
                  </a:lnTo>
                  <a:lnTo>
                    <a:pt x="870" y="1127"/>
                  </a:lnTo>
                  <a:lnTo>
                    <a:pt x="889" y="1008"/>
                  </a:lnTo>
                  <a:lnTo>
                    <a:pt x="889" y="1068"/>
                  </a:lnTo>
                  <a:lnTo>
                    <a:pt x="909" y="1107"/>
                  </a:lnTo>
                  <a:lnTo>
                    <a:pt x="889" y="1186"/>
                  </a:lnTo>
                  <a:lnTo>
                    <a:pt x="889" y="1206"/>
                  </a:lnTo>
                  <a:lnTo>
                    <a:pt x="870" y="1245"/>
                  </a:lnTo>
                  <a:lnTo>
                    <a:pt x="870" y="1324"/>
                  </a:lnTo>
                  <a:lnTo>
                    <a:pt x="850" y="1384"/>
                  </a:lnTo>
                  <a:lnTo>
                    <a:pt x="850" y="1324"/>
                  </a:lnTo>
                  <a:lnTo>
                    <a:pt x="830" y="1364"/>
                  </a:lnTo>
                  <a:lnTo>
                    <a:pt x="830" y="1403"/>
                  </a:lnTo>
                  <a:lnTo>
                    <a:pt x="810" y="1502"/>
                  </a:lnTo>
                  <a:lnTo>
                    <a:pt x="830" y="1482"/>
                  </a:lnTo>
                  <a:lnTo>
                    <a:pt x="830" y="1463"/>
                  </a:lnTo>
                  <a:lnTo>
                    <a:pt x="850" y="1502"/>
                  </a:lnTo>
                  <a:lnTo>
                    <a:pt x="850" y="1482"/>
                  </a:lnTo>
                  <a:lnTo>
                    <a:pt x="870" y="1463"/>
                  </a:lnTo>
                  <a:lnTo>
                    <a:pt x="870" y="1482"/>
                  </a:lnTo>
                  <a:lnTo>
                    <a:pt x="889" y="1403"/>
                  </a:lnTo>
                  <a:lnTo>
                    <a:pt x="909" y="1403"/>
                  </a:lnTo>
                  <a:lnTo>
                    <a:pt x="909" y="1423"/>
                  </a:lnTo>
                  <a:lnTo>
                    <a:pt x="889" y="1482"/>
                  </a:lnTo>
                  <a:lnTo>
                    <a:pt x="909" y="1443"/>
                  </a:lnTo>
                  <a:lnTo>
                    <a:pt x="929" y="1443"/>
                  </a:lnTo>
                  <a:lnTo>
                    <a:pt x="949" y="1364"/>
                  </a:lnTo>
                  <a:lnTo>
                    <a:pt x="968" y="1265"/>
                  </a:lnTo>
                  <a:lnTo>
                    <a:pt x="988" y="1245"/>
                  </a:lnTo>
                  <a:lnTo>
                    <a:pt x="1008" y="1245"/>
                  </a:lnTo>
                  <a:lnTo>
                    <a:pt x="988" y="1285"/>
                  </a:lnTo>
                  <a:lnTo>
                    <a:pt x="968" y="1305"/>
                  </a:lnTo>
                  <a:lnTo>
                    <a:pt x="1008" y="1285"/>
                  </a:lnTo>
                  <a:lnTo>
                    <a:pt x="1008" y="1324"/>
                  </a:lnTo>
                  <a:lnTo>
                    <a:pt x="988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1028" y="1285"/>
                  </a:lnTo>
                  <a:lnTo>
                    <a:pt x="1047" y="1305"/>
                  </a:lnTo>
                  <a:lnTo>
                    <a:pt x="1047" y="1324"/>
                  </a:lnTo>
                  <a:lnTo>
                    <a:pt x="1047" y="1403"/>
                  </a:lnTo>
                  <a:lnTo>
                    <a:pt x="1047" y="1463"/>
                  </a:lnTo>
                  <a:lnTo>
                    <a:pt x="1067" y="1384"/>
                  </a:lnTo>
                  <a:lnTo>
                    <a:pt x="1107" y="1305"/>
                  </a:lnTo>
                  <a:lnTo>
                    <a:pt x="1087" y="1324"/>
                  </a:lnTo>
                  <a:lnTo>
                    <a:pt x="1087" y="1305"/>
                  </a:lnTo>
                  <a:lnTo>
                    <a:pt x="1087" y="1265"/>
                  </a:lnTo>
                  <a:lnTo>
                    <a:pt x="1107" y="1226"/>
                  </a:lnTo>
                  <a:lnTo>
                    <a:pt x="1126" y="1186"/>
                  </a:lnTo>
                  <a:lnTo>
                    <a:pt x="1126" y="1206"/>
                  </a:lnTo>
                  <a:lnTo>
                    <a:pt x="1126" y="1226"/>
                  </a:lnTo>
                  <a:lnTo>
                    <a:pt x="1126" y="1285"/>
                  </a:lnTo>
                  <a:lnTo>
                    <a:pt x="1092" y="1377"/>
                  </a:lnTo>
                  <a:lnTo>
                    <a:pt x="1146" y="1305"/>
                  </a:lnTo>
                  <a:lnTo>
                    <a:pt x="1186" y="1245"/>
                  </a:lnTo>
                  <a:lnTo>
                    <a:pt x="1166" y="1305"/>
                  </a:lnTo>
                  <a:lnTo>
                    <a:pt x="1146" y="1364"/>
                  </a:lnTo>
                  <a:lnTo>
                    <a:pt x="1126" y="1403"/>
                  </a:lnTo>
                  <a:lnTo>
                    <a:pt x="1107" y="1482"/>
                  </a:lnTo>
                  <a:lnTo>
                    <a:pt x="1126" y="1443"/>
                  </a:lnTo>
                  <a:lnTo>
                    <a:pt x="1146" y="1423"/>
                  </a:lnTo>
                  <a:lnTo>
                    <a:pt x="1146" y="1463"/>
                  </a:lnTo>
                  <a:lnTo>
                    <a:pt x="1186" y="1443"/>
                  </a:lnTo>
                  <a:lnTo>
                    <a:pt x="1186" y="1403"/>
                  </a:lnTo>
                  <a:lnTo>
                    <a:pt x="1186" y="1384"/>
                  </a:lnTo>
                  <a:lnTo>
                    <a:pt x="1205" y="1403"/>
                  </a:lnTo>
                  <a:lnTo>
                    <a:pt x="1225" y="1384"/>
                  </a:lnTo>
                  <a:lnTo>
                    <a:pt x="1245" y="1403"/>
                  </a:lnTo>
                  <a:lnTo>
                    <a:pt x="1245" y="1384"/>
                  </a:lnTo>
                  <a:lnTo>
                    <a:pt x="1265" y="1364"/>
                  </a:lnTo>
                  <a:lnTo>
                    <a:pt x="1245" y="1364"/>
                  </a:lnTo>
                  <a:lnTo>
                    <a:pt x="1245" y="1344"/>
                  </a:lnTo>
                  <a:lnTo>
                    <a:pt x="1245" y="1285"/>
                  </a:lnTo>
                  <a:lnTo>
                    <a:pt x="1284" y="1245"/>
                  </a:lnTo>
                  <a:lnTo>
                    <a:pt x="1304" y="1226"/>
                  </a:lnTo>
                  <a:lnTo>
                    <a:pt x="1304" y="1206"/>
                  </a:lnTo>
                  <a:lnTo>
                    <a:pt x="1324" y="1186"/>
                  </a:lnTo>
                  <a:lnTo>
                    <a:pt x="1344" y="1186"/>
                  </a:lnTo>
                  <a:lnTo>
                    <a:pt x="1344" y="1226"/>
                  </a:lnTo>
                  <a:lnTo>
                    <a:pt x="1324" y="1245"/>
                  </a:lnTo>
                  <a:lnTo>
                    <a:pt x="1304" y="1305"/>
                  </a:lnTo>
                  <a:lnTo>
                    <a:pt x="1304" y="1314"/>
                  </a:lnTo>
                  <a:lnTo>
                    <a:pt x="1324" y="1285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54" y="1265"/>
                  </a:lnTo>
                  <a:lnTo>
                    <a:pt x="1363" y="1265"/>
                  </a:lnTo>
                  <a:lnTo>
                    <a:pt x="1344" y="1305"/>
                  </a:lnTo>
                  <a:lnTo>
                    <a:pt x="1324" y="1384"/>
                  </a:lnTo>
                  <a:lnTo>
                    <a:pt x="1363" y="1305"/>
                  </a:lnTo>
                  <a:lnTo>
                    <a:pt x="1344" y="1364"/>
                  </a:lnTo>
                  <a:lnTo>
                    <a:pt x="1363" y="1324"/>
                  </a:lnTo>
                  <a:lnTo>
                    <a:pt x="1383" y="1305"/>
                  </a:lnTo>
                  <a:lnTo>
                    <a:pt x="1383" y="1305"/>
                  </a:lnTo>
                  <a:lnTo>
                    <a:pt x="1363" y="1344"/>
                  </a:lnTo>
                  <a:lnTo>
                    <a:pt x="1383" y="1344"/>
                  </a:lnTo>
                  <a:lnTo>
                    <a:pt x="1403" y="1285"/>
                  </a:lnTo>
                  <a:lnTo>
                    <a:pt x="1403" y="1226"/>
                  </a:lnTo>
                  <a:lnTo>
                    <a:pt x="1423" y="1166"/>
                  </a:lnTo>
                  <a:lnTo>
                    <a:pt x="1462" y="1166"/>
                  </a:lnTo>
                  <a:lnTo>
                    <a:pt x="1462" y="1226"/>
                  </a:lnTo>
                  <a:lnTo>
                    <a:pt x="1482" y="1166"/>
                  </a:lnTo>
                  <a:lnTo>
                    <a:pt x="1482" y="1206"/>
                  </a:lnTo>
                  <a:lnTo>
                    <a:pt x="1482" y="1245"/>
                  </a:lnTo>
                  <a:lnTo>
                    <a:pt x="1462" y="1245"/>
                  </a:lnTo>
                  <a:lnTo>
                    <a:pt x="1462" y="1265"/>
                  </a:lnTo>
                  <a:lnTo>
                    <a:pt x="1442" y="1324"/>
                  </a:lnTo>
                  <a:lnTo>
                    <a:pt x="1442" y="1364"/>
                  </a:lnTo>
                  <a:lnTo>
                    <a:pt x="1462" y="1285"/>
                  </a:lnTo>
                  <a:lnTo>
                    <a:pt x="1462" y="1305"/>
                  </a:lnTo>
                  <a:lnTo>
                    <a:pt x="1462" y="1364"/>
                  </a:lnTo>
                  <a:lnTo>
                    <a:pt x="1475" y="1338"/>
                  </a:lnTo>
                  <a:lnTo>
                    <a:pt x="1475" y="1338"/>
                  </a:lnTo>
                  <a:lnTo>
                    <a:pt x="1462" y="1403"/>
                  </a:lnTo>
                  <a:lnTo>
                    <a:pt x="1482" y="1423"/>
                  </a:lnTo>
                  <a:lnTo>
                    <a:pt x="1482" y="1384"/>
                  </a:lnTo>
                  <a:lnTo>
                    <a:pt x="1482" y="1344"/>
                  </a:lnTo>
                  <a:lnTo>
                    <a:pt x="1502" y="1344"/>
                  </a:lnTo>
                  <a:lnTo>
                    <a:pt x="1502" y="1364"/>
                  </a:lnTo>
                  <a:lnTo>
                    <a:pt x="1521" y="1364"/>
                  </a:lnTo>
                  <a:lnTo>
                    <a:pt x="1521" y="1384"/>
                  </a:lnTo>
                  <a:lnTo>
                    <a:pt x="1541" y="1324"/>
                  </a:lnTo>
                  <a:lnTo>
                    <a:pt x="1521" y="1324"/>
                  </a:lnTo>
                  <a:lnTo>
                    <a:pt x="1521" y="1305"/>
                  </a:lnTo>
                  <a:lnTo>
                    <a:pt x="1541" y="1285"/>
                  </a:lnTo>
                  <a:lnTo>
                    <a:pt x="1561" y="1265"/>
                  </a:lnTo>
                  <a:lnTo>
                    <a:pt x="1581" y="1265"/>
                  </a:lnTo>
                  <a:lnTo>
                    <a:pt x="1600" y="1226"/>
                  </a:lnTo>
                  <a:lnTo>
                    <a:pt x="1600" y="1285"/>
                  </a:lnTo>
                  <a:lnTo>
                    <a:pt x="1585" y="1348"/>
                  </a:lnTo>
                  <a:lnTo>
                    <a:pt x="1600" y="1324"/>
                  </a:lnTo>
                  <a:lnTo>
                    <a:pt x="1620" y="1364"/>
                  </a:lnTo>
                  <a:lnTo>
                    <a:pt x="1600" y="1423"/>
                  </a:lnTo>
                  <a:lnTo>
                    <a:pt x="1600" y="1463"/>
                  </a:lnTo>
                  <a:lnTo>
                    <a:pt x="1600" y="1482"/>
                  </a:lnTo>
                  <a:lnTo>
                    <a:pt x="1620" y="1463"/>
                  </a:lnTo>
                  <a:lnTo>
                    <a:pt x="1620" y="1384"/>
                  </a:lnTo>
                  <a:lnTo>
                    <a:pt x="1640" y="1384"/>
                  </a:lnTo>
                  <a:lnTo>
                    <a:pt x="1660" y="1344"/>
                  </a:lnTo>
                  <a:lnTo>
                    <a:pt x="1423" y="732"/>
                  </a:lnTo>
                  <a:lnTo>
                    <a:pt x="1126" y="60"/>
                  </a:lnTo>
                  <a:lnTo>
                    <a:pt x="1087" y="119"/>
                  </a:lnTo>
                  <a:lnTo>
                    <a:pt x="1087" y="139"/>
                  </a:lnTo>
                  <a:lnTo>
                    <a:pt x="1087" y="198"/>
                  </a:lnTo>
                  <a:lnTo>
                    <a:pt x="1067" y="218"/>
                  </a:lnTo>
                  <a:lnTo>
                    <a:pt x="1047" y="238"/>
                  </a:lnTo>
                  <a:lnTo>
                    <a:pt x="1047" y="198"/>
                  </a:lnTo>
                  <a:lnTo>
                    <a:pt x="1067" y="159"/>
                  </a:lnTo>
                  <a:lnTo>
                    <a:pt x="1067" y="100"/>
                  </a:lnTo>
                  <a:lnTo>
                    <a:pt x="1047" y="100"/>
                  </a:lnTo>
                  <a:lnTo>
                    <a:pt x="1047" y="60"/>
                  </a:lnTo>
                  <a:lnTo>
                    <a:pt x="1028" y="80"/>
                  </a:lnTo>
                  <a:lnTo>
                    <a:pt x="1008" y="119"/>
                  </a:lnTo>
                  <a:lnTo>
                    <a:pt x="1008" y="80"/>
                  </a:lnTo>
                  <a:lnTo>
                    <a:pt x="1028" y="40"/>
                  </a:lnTo>
                  <a:lnTo>
                    <a:pt x="1008" y="40"/>
                  </a:lnTo>
                  <a:lnTo>
                    <a:pt x="988" y="80"/>
                  </a:lnTo>
                  <a:lnTo>
                    <a:pt x="988" y="80"/>
                  </a:lnTo>
                  <a:lnTo>
                    <a:pt x="968" y="159"/>
                  </a:lnTo>
                  <a:lnTo>
                    <a:pt x="968" y="139"/>
                  </a:lnTo>
                  <a:lnTo>
                    <a:pt x="949" y="159"/>
                  </a:lnTo>
                  <a:lnTo>
                    <a:pt x="988" y="80"/>
                  </a:lnTo>
                  <a:lnTo>
                    <a:pt x="929" y="179"/>
                  </a:lnTo>
                  <a:lnTo>
                    <a:pt x="929" y="159"/>
                  </a:lnTo>
                  <a:lnTo>
                    <a:pt x="889" y="218"/>
                  </a:lnTo>
                  <a:lnTo>
                    <a:pt x="870" y="258"/>
                  </a:lnTo>
                  <a:lnTo>
                    <a:pt x="870" y="218"/>
                  </a:lnTo>
                  <a:lnTo>
                    <a:pt x="870" y="198"/>
                  </a:lnTo>
                  <a:lnTo>
                    <a:pt x="850" y="218"/>
                  </a:lnTo>
                  <a:lnTo>
                    <a:pt x="870" y="119"/>
                  </a:lnTo>
                  <a:lnTo>
                    <a:pt x="889" y="119"/>
                  </a:lnTo>
                  <a:lnTo>
                    <a:pt x="889" y="80"/>
                  </a:lnTo>
                  <a:lnTo>
                    <a:pt x="889" y="40"/>
                  </a:lnTo>
                  <a:lnTo>
                    <a:pt x="850" y="40"/>
                  </a:lnTo>
                  <a:lnTo>
                    <a:pt x="810" y="60"/>
                  </a:lnTo>
                  <a:lnTo>
                    <a:pt x="791" y="40"/>
                  </a:lnTo>
                  <a:lnTo>
                    <a:pt x="771" y="60"/>
                  </a:lnTo>
                  <a:lnTo>
                    <a:pt x="751" y="1"/>
                  </a:lnTo>
                  <a:lnTo>
                    <a:pt x="692" y="1"/>
                  </a:lnTo>
                  <a:lnTo>
                    <a:pt x="672" y="21"/>
                  </a:lnTo>
                  <a:lnTo>
                    <a:pt x="652" y="40"/>
                  </a:lnTo>
                  <a:lnTo>
                    <a:pt x="652" y="1"/>
                  </a:lnTo>
                  <a:lnTo>
                    <a:pt x="613" y="80"/>
                  </a:lnTo>
                  <a:lnTo>
                    <a:pt x="573" y="119"/>
                  </a:lnTo>
                  <a:lnTo>
                    <a:pt x="534" y="159"/>
                  </a:lnTo>
                  <a:lnTo>
                    <a:pt x="494" y="258"/>
                  </a:lnTo>
                  <a:lnTo>
                    <a:pt x="494" y="198"/>
                  </a:lnTo>
                  <a:lnTo>
                    <a:pt x="514" y="139"/>
                  </a:lnTo>
                  <a:lnTo>
                    <a:pt x="494" y="179"/>
                  </a:lnTo>
                  <a:lnTo>
                    <a:pt x="475" y="198"/>
                  </a:lnTo>
                  <a:lnTo>
                    <a:pt x="475" y="159"/>
                  </a:lnTo>
                  <a:lnTo>
                    <a:pt x="494" y="119"/>
                  </a:lnTo>
                  <a:lnTo>
                    <a:pt x="494" y="100"/>
                  </a:lnTo>
                  <a:lnTo>
                    <a:pt x="475" y="119"/>
                  </a:lnTo>
                  <a:lnTo>
                    <a:pt x="475" y="100"/>
                  </a:lnTo>
                  <a:lnTo>
                    <a:pt x="455" y="179"/>
                  </a:lnTo>
                  <a:lnTo>
                    <a:pt x="415" y="238"/>
                  </a:lnTo>
                  <a:lnTo>
                    <a:pt x="415" y="277"/>
                  </a:lnTo>
                  <a:lnTo>
                    <a:pt x="356" y="317"/>
                  </a:lnTo>
                  <a:lnTo>
                    <a:pt x="297" y="337"/>
                  </a:lnTo>
                  <a:lnTo>
                    <a:pt x="238" y="317"/>
                  </a:lnTo>
                  <a:lnTo>
                    <a:pt x="198" y="277"/>
                  </a:lnTo>
                  <a:lnTo>
                    <a:pt x="218" y="238"/>
                  </a:lnTo>
                  <a:lnTo>
                    <a:pt x="198" y="258"/>
                  </a:lnTo>
                  <a:lnTo>
                    <a:pt x="178" y="238"/>
                  </a:lnTo>
                  <a:lnTo>
                    <a:pt x="198" y="238"/>
                  </a:lnTo>
                  <a:lnTo>
                    <a:pt x="178" y="19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59" y="198"/>
                  </a:lnTo>
                  <a:lnTo>
                    <a:pt x="159" y="179"/>
                  </a:lnTo>
                  <a:lnTo>
                    <a:pt x="139" y="139"/>
                  </a:lnTo>
                  <a:lnTo>
                    <a:pt x="139" y="119"/>
                  </a:lnTo>
                  <a:lnTo>
                    <a:pt x="119" y="139"/>
                  </a:lnTo>
                  <a:lnTo>
                    <a:pt x="119" y="80"/>
                  </a:lnTo>
                  <a:lnTo>
                    <a:pt x="119" y="1"/>
                  </a:lnTo>
                  <a:close/>
                  <a:moveTo>
                    <a:pt x="1047" y="1324"/>
                  </a:moveTo>
                  <a:lnTo>
                    <a:pt x="1008" y="1403"/>
                  </a:lnTo>
                  <a:lnTo>
                    <a:pt x="988" y="1482"/>
                  </a:lnTo>
                  <a:lnTo>
                    <a:pt x="988" y="1463"/>
                  </a:lnTo>
                  <a:lnTo>
                    <a:pt x="988" y="1443"/>
                  </a:lnTo>
                  <a:lnTo>
                    <a:pt x="968" y="1443"/>
                  </a:lnTo>
                  <a:lnTo>
                    <a:pt x="968" y="1423"/>
                  </a:lnTo>
                  <a:lnTo>
                    <a:pt x="949" y="1423"/>
                  </a:lnTo>
                  <a:lnTo>
                    <a:pt x="929" y="1463"/>
                  </a:lnTo>
                  <a:lnTo>
                    <a:pt x="929" y="1502"/>
                  </a:lnTo>
                  <a:lnTo>
                    <a:pt x="968" y="1502"/>
                  </a:lnTo>
                  <a:lnTo>
                    <a:pt x="968" y="1542"/>
                  </a:lnTo>
                  <a:lnTo>
                    <a:pt x="1028" y="1443"/>
                  </a:lnTo>
                  <a:lnTo>
                    <a:pt x="1028" y="1384"/>
                  </a:lnTo>
                  <a:lnTo>
                    <a:pt x="1047" y="1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29"/>
            <p:cNvSpPr/>
            <p:nvPr/>
          </p:nvSpPr>
          <p:spPr>
            <a:xfrm>
              <a:off x="-1500775" y="3505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29"/>
            <p:cNvSpPr/>
            <p:nvPr/>
          </p:nvSpPr>
          <p:spPr>
            <a:xfrm>
              <a:off x="-1570900" y="3408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29"/>
            <p:cNvSpPr/>
            <p:nvPr/>
          </p:nvSpPr>
          <p:spPr>
            <a:xfrm>
              <a:off x="-1572875" y="3408225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29"/>
            <p:cNvSpPr/>
            <p:nvPr/>
          </p:nvSpPr>
          <p:spPr>
            <a:xfrm>
              <a:off x="-1629175" y="3384025"/>
              <a:ext cx="61750" cy="41500"/>
            </a:xfrm>
            <a:custGeom>
              <a:rect b="b" l="l" r="r" t="t"/>
              <a:pathLst>
                <a:path extrusionOk="0" h="1660" w="2470">
                  <a:moveTo>
                    <a:pt x="850" y="237"/>
                  </a:moveTo>
                  <a:lnTo>
                    <a:pt x="850" y="237"/>
                  </a:lnTo>
                  <a:lnTo>
                    <a:pt x="850" y="237"/>
                  </a:lnTo>
                  <a:close/>
                  <a:moveTo>
                    <a:pt x="1186" y="257"/>
                  </a:moveTo>
                  <a:lnTo>
                    <a:pt x="1186" y="257"/>
                  </a:lnTo>
                  <a:lnTo>
                    <a:pt x="1186" y="257"/>
                  </a:lnTo>
                  <a:close/>
                  <a:moveTo>
                    <a:pt x="1285" y="198"/>
                  </a:moveTo>
                  <a:lnTo>
                    <a:pt x="1245" y="237"/>
                  </a:lnTo>
                  <a:lnTo>
                    <a:pt x="1245" y="257"/>
                  </a:lnTo>
                  <a:lnTo>
                    <a:pt x="1225" y="277"/>
                  </a:lnTo>
                  <a:lnTo>
                    <a:pt x="1245" y="277"/>
                  </a:lnTo>
                  <a:lnTo>
                    <a:pt x="1265" y="257"/>
                  </a:lnTo>
                  <a:lnTo>
                    <a:pt x="1285" y="198"/>
                  </a:lnTo>
                  <a:close/>
                  <a:moveTo>
                    <a:pt x="2055" y="435"/>
                  </a:moveTo>
                  <a:lnTo>
                    <a:pt x="2055" y="435"/>
                  </a:lnTo>
                  <a:lnTo>
                    <a:pt x="2055" y="435"/>
                  </a:lnTo>
                  <a:close/>
                  <a:moveTo>
                    <a:pt x="1660" y="652"/>
                  </a:moveTo>
                  <a:lnTo>
                    <a:pt x="1660" y="672"/>
                  </a:lnTo>
                  <a:lnTo>
                    <a:pt x="1680" y="672"/>
                  </a:lnTo>
                  <a:lnTo>
                    <a:pt x="1660" y="652"/>
                  </a:lnTo>
                  <a:close/>
                  <a:moveTo>
                    <a:pt x="2253" y="692"/>
                  </a:moveTo>
                  <a:lnTo>
                    <a:pt x="2253" y="692"/>
                  </a:lnTo>
                  <a:lnTo>
                    <a:pt x="2253" y="692"/>
                  </a:lnTo>
                  <a:close/>
                  <a:moveTo>
                    <a:pt x="2470" y="692"/>
                  </a:moveTo>
                  <a:lnTo>
                    <a:pt x="2470" y="692"/>
                  </a:lnTo>
                  <a:lnTo>
                    <a:pt x="2470" y="692"/>
                  </a:lnTo>
                  <a:close/>
                  <a:moveTo>
                    <a:pt x="2253" y="692"/>
                  </a:moveTo>
                  <a:lnTo>
                    <a:pt x="2243" y="711"/>
                  </a:lnTo>
                  <a:lnTo>
                    <a:pt x="2253" y="692"/>
                  </a:lnTo>
                  <a:close/>
                  <a:moveTo>
                    <a:pt x="2243" y="711"/>
                  </a:moveTo>
                  <a:lnTo>
                    <a:pt x="2230" y="737"/>
                  </a:lnTo>
                  <a:lnTo>
                    <a:pt x="2233" y="731"/>
                  </a:lnTo>
                  <a:lnTo>
                    <a:pt x="2243" y="711"/>
                  </a:lnTo>
                  <a:close/>
                  <a:moveTo>
                    <a:pt x="2230" y="737"/>
                  </a:moveTo>
                  <a:lnTo>
                    <a:pt x="2218" y="761"/>
                  </a:lnTo>
                  <a:lnTo>
                    <a:pt x="2230" y="737"/>
                  </a:lnTo>
                  <a:close/>
                  <a:moveTo>
                    <a:pt x="2218" y="761"/>
                  </a:moveTo>
                  <a:lnTo>
                    <a:pt x="2213" y="771"/>
                  </a:lnTo>
                  <a:lnTo>
                    <a:pt x="2218" y="761"/>
                  </a:lnTo>
                  <a:close/>
                  <a:moveTo>
                    <a:pt x="2213" y="771"/>
                  </a:moveTo>
                  <a:lnTo>
                    <a:pt x="2204" y="789"/>
                  </a:lnTo>
                  <a:lnTo>
                    <a:pt x="2213" y="771"/>
                  </a:lnTo>
                  <a:close/>
                  <a:moveTo>
                    <a:pt x="2371" y="731"/>
                  </a:moveTo>
                  <a:lnTo>
                    <a:pt x="2332" y="790"/>
                  </a:lnTo>
                  <a:lnTo>
                    <a:pt x="2371" y="751"/>
                  </a:lnTo>
                  <a:lnTo>
                    <a:pt x="2391" y="731"/>
                  </a:lnTo>
                  <a:close/>
                  <a:moveTo>
                    <a:pt x="2401" y="850"/>
                  </a:moveTo>
                  <a:lnTo>
                    <a:pt x="2391" y="869"/>
                  </a:lnTo>
                  <a:lnTo>
                    <a:pt x="2391" y="869"/>
                  </a:lnTo>
                  <a:lnTo>
                    <a:pt x="2411" y="850"/>
                  </a:lnTo>
                  <a:close/>
                  <a:moveTo>
                    <a:pt x="2272" y="929"/>
                  </a:moveTo>
                  <a:lnTo>
                    <a:pt x="2246" y="968"/>
                  </a:lnTo>
                  <a:lnTo>
                    <a:pt x="2253" y="968"/>
                  </a:lnTo>
                  <a:lnTo>
                    <a:pt x="2272" y="929"/>
                  </a:lnTo>
                  <a:close/>
                  <a:moveTo>
                    <a:pt x="2238" y="968"/>
                  </a:moveTo>
                  <a:lnTo>
                    <a:pt x="2233" y="988"/>
                  </a:lnTo>
                  <a:lnTo>
                    <a:pt x="2246" y="968"/>
                  </a:lnTo>
                  <a:close/>
                  <a:moveTo>
                    <a:pt x="80" y="988"/>
                  </a:moveTo>
                  <a:lnTo>
                    <a:pt x="80" y="988"/>
                  </a:lnTo>
                  <a:lnTo>
                    <a:pt x="80" y="988"/>
                  </a:lnTo>
                  <a:lnTo>
                    <a:pt x="67" y="1027"/>
                  </a:lnTo>
                  <a:lnTo>
                    <a:pt x="80" y="988"/>
                  </a:lnTo>
                  <a:close/>
                  <a:moveTo>
                    <a:pt x="67" y="1027"/>
                  </a:moveTo>
                  <a:lnTo>
                    <a:pt x="62" y="1043"/>
                  </a:lnTo>
                  <a:lnTo>
                    <a:pt x="67" y="1027"/>
                  </a:lnTo>
                  <a:close/>
                  <a:moveTo>
                    <a:pt x="2312" y="1027"/>
                  </a:moveTo>
                  <a:lnTo>
                    <a:pt x="2292" y="1067"/>
                  </a:lnTo>
                  <a:lnTo>
                    <a:pt x="2312" y="1047"/>
                  </a:lnTo>
                  <a:lnTo>
                    <a:pt x="2312" y="1027"/>
                  </a:lnTo>
                  <a:close/>
                  <a:moveTo>
                    <a:pt x="1858" y="1087"/>
                  </a:moveTo>
                  <a:lnTo>
                    <a:pt x="1838" y="1146"/>
                  </a:lnTo>
                  <a:lnTo>
                    <a:pt x="1858" y="1126"/>
                  </a:lnTo>
                  <a:lnTo>
                    <a:pt x="1858" y="1146"/>
                  </a:lnTo>
                  <a:lnTo>
                    <a:pt x="1877" y="1106"/>
                  </a:lnTo>
                  <a:lnTo>
                    <a:pt x="1877" y="1087"/>
                  </a:lnTo>
                  <a:close/>
                  <a:moveTo>
                    <a:pt x="179" y="1264"/>
                  </a:moveTo>
                  <a:lnTo>
                    <a:pt x="179" y="1264"/>
                  </a:lnTo>
                  <a:lnTo>
                    <a:pt x="179" y="1264"/>
                  </a:lnTo>
                  <a:close/>
                  <a:moveTo>
                    <a:pt x="100" y="1284"/>
                  </a:moveTo>
                  <a:lnTo>
                    <a:pt x="100" y="1284"/>
                  </a:lnTo>
                  <a:lnTo>
                    <a:pt x="100" y="1284"/>
                  </a:lnTo>
                  <a:close/>
                  <a:moveTo>
                    <a:pt x="2154" y="1245"/>
                  </a:moveTo>
                  <a:lnTo>
                    <a:pt x="2154" y="1264"/>
                  </a:lnTo>
                  <a:lnTo>
                    <a:pt x="2138" y="1304"/>
                  </a:lnTo>
                  <a:lnTo>
                    <a:pt x="2174" y="1245"/>
                  </a:lnTo>
                  <a:close/>
                  <a:moveTo>
                    <a:pt x="2138" y="1304"/>
                  </a:moveTo>
                  <a:lnTo>
                    <a:pt x="2138" y="1304"/>
                  </a:lnTo>
                  <a:lnTo>
                    <a:pt x="2138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68" y="1327"/>
                  </a:lnTo>
                  <a:lnTo>
                    <a:pt x="2174" y="1314"/>
                  </a:lnTo>
                  <a:lnTo>
                    <a:pt x="2174" y="1304"/>
                  </a:lnTo>
                  <a:close/>
                  <a:moveTo>
                    <a:pt x="2450" y="672"/>
                  </a:moveTo>
                  <a:lnTo>
                    <a:pt x="2411" y="731"/>
                  </a:lnTo>
                  <a:lnTo>
                    <a:pt x="2411" y="711"/>
                  </a:lnTo>
                  <a:lnTo>
                    <a:pt x="2430" y="692"/>
                  </a:lnTo>
                  <a:lnTo>
                    <a:pt x="2430" y="692"/>
                  </a:lnTo>
                  <a:lnTo>
                    <a:pt x="2391" y="711"/>
                  </a:lnTo>
                  <a:lnTo>
                    <a:pt x="2391" y="751"/>
                  </a:lnTo>
                  <a:lnTo>
                    <a:pt x="2371" y="771"/>
                  </a:lnTo>
                  <a:lnTo>
                    <a:pt x="2351" y="790"/>
                  </a:lnTo>
                  <a:lnTo>
                    <a:pt x="2312" y="869"/>
                  </a:lnTo>
                  <a:lnTo>
                    <a:pt x="2312" y="869"/>
                  </a:lnTo>
                  <a:lnTo>
                    <a:pt x="2332" y="790"/>
                  </a:lnTo>
                  <a:lnTo>
                    <a:pt x="2332" y="771"/>
                  </a:lnTo>
                  <a:lnTo>
                    <a:pt x="2292" y="850"/>
                  </a:lnTo>
                  <a:lnTo>
                    <a:pt x="2253" y="889"/>
                  </a:lnTo>
                  <a:lnTo>
                    <a:pt x="2272" y="909"/>
                  </a:lnTo>
                  <a:lnTo>
                    <a:pt x="2272" y="889"/>
                  </a:lnTo>
                  <a:lnTo>
                    <a:pt x="2292" y="869"/>
                  </a:lnTo>
                  <a:lnTo>
                    <a:pt x="2272" y="929"/>
                  </a:lnTo>
                  <a:lnTo>
                    <a:pt x="2292" y="889"/>
                  </a:lnTo>
                  <a:lnTo>
                    <a:pt x="2292" y="909"/>
                  </a:lnTo>
                  <a:lnTo>
                    <a:pt x="2272" y="948"/>
                  </a:lnTo>
                  <a:lnTo>
                    <a:pt x="2272" y="948"/>
                  </a:lnTo>
                  <a:lnTo>
                    <a:pt x="2292" y="929"/>
                  </a:lnTo>
                  <a:lnTo>
                    <a:pt x="2292" y="929"/>
                  </a:lnTo>
                  <a:lnTo>
                    <a:pt x="2233" y="1087"/>
                  </a:lnTo>
                  <a:lnTo>
                    <a:pt x="2174" y="1245"/>
                  </a:lnTo>
                  <a:lnTo>
                    <a:pt x="2193" y="1245"/>
                  </a:lnTo>
                  <a:lnTo>
                    <a:pt x="2213" y="1225"/>
                  </a:lnTo>
                  <a:lnTo>
                    <a:pt x="2174" y="1314"/>
                  </a:lnTo>
                  <a:lnTo>
                    <a:pt x="2174" y="1343"/>
                  </a:lnTo>
                  <a:lnTo>
                    <a:pt x="2174" y="1363"/>
                  </a:lnTo>
                  <a:lnTo>
                    <a:pt x="2213" y="1324"/>
                  </a:lnTo>
                  <a:lnTo>
                    <a:pt x="2193" y="1324"/>
                  </a:lnTo>
                  <a:lnTo>
                    <a:pt x="2253" y="1245"/>
                  </a:lnTo>
                  <a:lnTo>
                    <a:pt x="2253" y="1225"/>
                  </a:lnTo>
                  <a:lnTo>
                    <a:pt x="2233" y="1225"/>
                  </a:lnTo>
                  <a:lnTo>
                    <a:pt x="2272" y="1166"/>
                  </a:lnTo>
                  <a:lnTo>
                    <a:pt x="2292" y="1067"/>
                  </a:lnTo>
                  <a:lnTo>
                    <a:pt x="2292" y="1027"/>
                  </a:lnTo>
                  <a:lnTo>
                    <a:pt x="2292" y="1008"/>
                  </a:lnTo>
                  <a:lnTo>
                    <a:pt x="2312" y="968"/>
                  </a:lnTo>
                  <a:lnTo>
                    <a:pt x="2292" y="988"/>
                  </a:lnTo>
                  <a:lnTo>
                    <a:pt x="2292" y="988"/>
                  </a:lnTo>
                  <a:lnTo>
                    <a:pt x="2351" y="869"/>
                  </a:lnTo>
                  <a:lnTo>
                    <a:pt x="2371" y="869"/>
                  </a:lnTo>
                  <a:lnTo>
                    <a:pt x="2351" y="889"/>
                  </a:lnTo>
                  <a:lnTo>
                    <a:pt x="2312" y="968"/>
                  </a:lnTo>
                  <a:lnTo>
                    <a:pt x="2332" y="968"/>
                  </a:lnTo>
                  <a:lnTo>
                    <a:pt x="2351" y="929"/>
                  </a:lnTo>
                  <a:lnTo>
                    <a:pt x="2351" y="909"/>
                  </a:lnTo>
                  <a:lnTo>
                    <a:pt x="2391" y="850"/>
                  </a:lnTo>
                  <a:lnTo>
                    <a:pt x="2401" y="850"/>
                  </a:lnTo>
                  <a:lnTo>
                    <a:pt x="2411" y="830"/>
                  </a:lnTo>
                  <a:lnTo>
                    <a:pt x="2450" y="751"/>
                  </a:lnTo>
                  <a:lnTo>
                    <a:pt x="2470" y="692"/>
                  </a:lnTo>
                  <a:lnTo>
                    <a:pt x="2430" y="771"/>
                  </a:lnTo>
                  <a:lnTo>
                    <a:pt x="2430" y="751"/>
                  </a:lnTo>
                  <a:lnTo>
                    <a:pt x="2450" y="672"/>
                  </a:lnTo>
                  <a:close/>
                  <a:moveTo>
                    <a:pt x="1717" y="1387"/>
                  </a:moveTo>
                  <a:lnTo>
                    <a:pt x="1709" y="1403"/>
                  </a:lnTo>
                  <a:lnTo>
                    <a:pt x="1717" y="1387"/>
                  </a:lnTo>
                  <a:close/>
                  <a:moveTo>
                    <a:pt x="1917" y="1264"/>
                  </a:moveTo>
                  <a:lnTo>
                    <a:pt x="1838" y="1403"/>
                  </a:lnTo>
                  <a:lnTo>
                    <a:pt x="1877" y="1324"/>
                  </a:lnTo>
                  <a:lnTo>
                    <a:pt x="1877" y="1304"/>
                  </a:lnTo>
                  <a:lnTo>
                    <a:pt x="1897" y="1264"/>
                  </a:lnTo>
                  <a:close/>
                  <a:moveTo>
                    <a:pt x="1709" y="1403"/>
                  </a:moveTo>
                  <a:lnTo>
                    <a:pt x="1709" y="1403"/>
                  </a:lnTo>
                  <a:lnTo>
                    <a:pt x="1709" y="1403"/>
                  </a:lnTo>
                  <a:close/>
                  <a:moveTo>
                    <a:pt x="2138" y="1304"/>
                  </a:moveTo>
                  <a:lnTo>
                    <a:pt x="2114" y="1343"/>
                  </a:lnTo>
                  <a:lnTo>
                    <a:pt x="2075" y="1403"/>
                  </a:lnTo>
                  <a:lnTo>
                    <a:pt x="2114" y="1363"/>
                  </a:lnTo>
                  <a:lnTo>
                    <a:pt x="2138" y="1304"/>
                  </a:lnTo>
                  <a:close/>
                  <a:moveTo>
                    <a:pt x="2168" y="1327"/>
                  </a:moveTo>
                  <a:lnTo>
                    <a:pt x="2134" y="1403"/>
                  </a:lnTo>
                  <a:lnTo>
                    <a:pt x="2154" y="1383"/>
                  </a:lnTo>
                  <a:lnTo>
                    <a:pt x="2168" y="1327"/>
                  </a:lnTo>
                  <a:close/>
                  <a:moveTo>
                    <a:pt x="692" y="1442"/>
                  </a:moveTo>
                  <a:lnTo>
                    <a:pt x="692" y="1442"/>
                  </a:lnTo>
                  <a:lnTo>
                    <a:pt x="692" y="1442"/>
                  </a:lnTo>
                  <a:close/>
                  <a:moveTo>
                    <a:pt x="988" y="1363"/>
                  </a:moveTo>
                  <a:lnTo>
                    <a:pt x="969" y="1383"/>
                  </a:lnTo>
                  <a:lnTo>
                    <a:pt x="929" y="1442"/>
                  </a:lnTo>
                  <a:lnTo>
                    <a:pt x="929" y="1452"/>
                  </a:lnTo>
                  <a:lnTo>
                    <a:pt x="949" y="1422"/>
                  </a:lnTo>
                  <a:lnTo>
                    <a:pt x="969" y="1403"/>
                  </a:lnTo>
                  <a:lnTo>
                    <a:pt x="988" y="1363"/>
                  </a:lnTo>
                  <a:close/>
                  <a:moveTo>
                    <a:pt x="1146" y="1442"/>
                  </a:moveTo>
                  <a:lnTo>
                    <a:pt x="1140" y="1462"/>
                  </a:lnTo>
                  <a:lnTo>
                    <a:pt x="1146" y="1462"/>
                  </a:lnTo>
                  <a:lnTo>
                    <a:pt x="1146" y="1442"/>
                  </a:lnTo>
                  <a:close/>
                  <a:moveTo>
                    <a:pt x="1087" y="1383"/>
                  </a:moveTo>
                  <a:lnTo>
                    <a:pt x="1048" y="1482"/>
                  </a:lnTo>
                  <a:lnTo>
                    <a:pt x="1067" y="1442"/>
                  </a:lnTo>
                  <a:lnTo>
                    <a:pt x="1087" y="1383"/>
                  </a:lnTo>
                  <a:close/>
                  <a:moveTo>
                    <a:pt x="2095" y="1403"/>
                  </a:moveTo>
                  <a:lnTo>
                    <a:pt x="2075" y="1422"/>
                  </a:lnTo>
                  <a:lnTo>
                    <a:pt x="2055" y="1482"/>
                  </a:lnTo>
                  <a:lnTo>
                    <a:pt x="2055" y="1482"/>
                  </a:lnTo>
                  <a:lnTo>
                    <a:pt x="2095" y="1403"/>
                  </a:lnTo>
                  <a:close/>
                  <a:moveTo>
                    <a:pt x="1048" y="1482"/>
                  </a:moveTo>
                  <a:lnTo>
                    <a:pt x="1048" y="1482"/>
                  </a:lnTo>
                  <a:lnTo>
                    <a:pt x="1048" y="1482"/>
                  </a:lnTo>
                  <a:close/>
                  <a:moveTo>
                    <a:pt x="1067" y="1482"/>
                  </a:moveTo>
                  <a:lnTo>
                    <a:pt x="1067" y="1482"/>
                  </a:lnTo>
                  <a:lnTo>
                    <a:pt x="1067" y="1482"/>
                  </a:lnTo>
                  <a:close/>
                  <a:moveTo>
                    <a:pt x="969" y="1482"/>
                  </a:moveTo>
                  <a:lnTo>
                    <a:pt x="969" y="1482"/>
                  </a:lnTo>
                  <a:lnTo>
                    <a:pt x="969" y="1482"/>
                  </a:lnTo>
                  <a:close/>
                  <a:moveTo>
                    <a:pt x="1522" y="1475"/>
                  </a:moveTo>
                  <a:lnTo>
                    <a:pt x="1488" y="1498"/>
                  </a:lnTo>
                  <a:lnTo>
                    <a:pt x="1488" y="1498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522" y="1482"/>
                  </a:lnTo>
                  <a:lnTo>
                    <a:pt x="1522" y="1475"/>
                  </a:lnTo>
                  <a:close/>
                  <a:moveTo>
                    <a:pt x="1305" y="1422"/>
                  </a:moveTo>
                  <a:lnTo>
                    <a:pt x="1305" y="1442"/>
                  </a:lnTo>
                  <a:lnTo>
                    <a:pt x="1285" y="1482"/>
                  </a:lnTo>
                  <a:lnTo>
                    <a:pt x="1265" y="1501"/>
                  </a:lnTo>
                  <a:lnTo>
                    <a:pt x="1305" y="1422"/>
                  </a:lnTo>
                  <a:close/>
                  <a:moveTo>
                    <a:pt x="1146" y="1482"/>
                  </a:moveTo>
                  <a:lnTo>
                    <a:pt x="1146" y="1501"/>
                  </a:lnTo>
                  <a:lnTo>
                    <a:pt x="1166" y="1501"/>
                  </a:lnTo>
                  <a:lnTo>
                    <a:pt x="1166" y="1482"/>
                  </a:lnTo>
                  <a:close/>
                  <a:moveTo>
                    <a:pt x="521" y="1508"/>
                  </a:moveTo>
                  <a:lnTo>
                    <a:pt x="514" y="1521"/>
                  </a:lnTo>
                  <a:lnTo>
                    <a:pt x="514" y="1541"/>
                  </a:lnTo>
                  <a:lnTo>
                    <a:pt x="521" y="1508"/>
                  </a:lnTo>
                  <a:close/>
                  <a:moveTo>
                    <a:pt x="761" y="1541"/>
                  </a:moveTo>
                  <a:lnTo>
                    <a:pt x="760" y="1543"/>
                  </a:lnTo>
                  <a:lnTo>
                    <a:pt x="760" y="1543"/>
                  </a:lnTo>
                  <a:lnTo>
                    <a:pt x="761" y="1541"/>
                  </a:lnTo>
                  <a:close/>
                  <a:moveTo>
                    <a:pt x="969" y="1442"/>
                  </a:moveTo>
                  <a:lnTo>
                    <a:pt x="949" y="1462"/>
                  </a:lnTo>
                  <a:lnTo>
                    <a:pt x="929" y="1462"/>
                  </a:lnTo>
                  <a:lnTo>
                    <a:pt x="929" y="1452"/>
                  </a:lnTo>
                  <a:lnTo>
                    <a:pt x="909" y="1482"/>
                  </a:lnTo>
                  <a:lnTo>
                    <a:pt x="890" y="1561"/>
                  </a:lnTo>
                  <a:lnTo>
                    <a:pt x="909" y="1541"/>
                  </a:lnTo>
                  <a:lnTo>
                    <a:pt x="929" y="1521"/>
                  </a:lnTo>
                  <a:lnTo>
                    <a:pt x="929" y="1541"/>
                  </a:lnTo>
                  <a:lnTo>
                    <a:pt x="969" y="1442"/>
                  </a:lnTo>
                  <a:close/>
                  <a:moveTo>
                    <a:pt x="1364" y="1501"/>
                  </a:moveTo>
                  <a:lnTo>
                    <a:pt x="1324" y="1541"/>
                  </a:lnTo>
                  <a:lnTo>
                    <a:pt x="1324" y="1561"/>
                  </a:lnTo>
                  <a:lnTo>
                    <a:pt x="1344" y="1541"/>
                  </a:lnTo>
                  <a:lnTo>
                    <a:pt x="1364" y="1501"/>
                  </a:lnTo>
                  <a:close/>
                  <a:moveTo>
                    <a:pt x="1818" y="1541"/>
                  </a:moveTo>
                  <a:lnTo>
                    <a:pt x="1818" y="156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18" y="1541"/>
                  </a:lnTo>
                  <a:close/>
                  <a:moveTo>
                    <a:pt x="1739" y="1383"/>
                  </a:moveTo>
                  <a:lnTo>
                    <a:pt x="1719" y="1403"/>
                  </a:lnTo>
                  <a:lnTo>
                    <a:pt x="1700" y="1422"/>
                  </a:lnTo>
                  <a:lnTo>
                    <a:pt x="1709" y="1403"/>
                  </a:lnTo>
                  <a:lnTo>
                    <a:pt x="1660" y="1501"/>
                  </a:lnTo>
                  <a:lnTo>
                    <a:pt x="1640" y="1482"/>
                  </a:lnTo>
                  <a:lnTo>
                    <a:pt x="1640" y="1501"/>
                  </a:lnTo>
                  <a:lnTo>
                    <a:pt x="1621" y="1600"/>
                  </a:lnTo>
                  <a:lnTo>
                    <a:pt x="1660" y="1521"/>
                  </a:lnTo>
                  <a:lnTo>
                    <a:pt x="1700" y="1501"/>
                  </a:lnTo>
                  <a:lnTo>
                    <a:pt x="1719" y="1442"/>
                  </a:lnTo>
                  <a:lnTo>
                    <a:pt x="1759" y="1403"/>
                  </a:lnTo>
                  <a:lnTo>
                    <a:pt x="1759" y="1383"/>
                  </a:lnTo>
                  <a:close/>
                  <a:moveTo>
                    <a:pt x="238" y="0"/>
                  </a:moveTo>
                  <a:lnTo>
                    <a:pt x="198" y="60"/>
                  </a:lnTo>
                  <a:lnTo>
                    <a:pt x="198" y="79"/>
                  </a:lnTo>
                  <a:lnTo>
                    <a:pt x="179" y="119"/>
                  </a:lnTo>
                  <a:lnTo>
                    <a:pt x="159" y="139"/>
                  </a:lnTo>
                  <a:lnTo>
                    <a:pt x="100" y="297"/>
                  </a:lnTo>
                  <a:lnTo>
                    <a:pt x="40" y="455"/>
                  </a:lnTo>
                  <a:lnTo>
                    <a:pt x="60" y="455"/>
                  </a:lnTo>
                  <a:lnTo>
                    <a:pt x="40" y="514"/>
                  </a:lnTo>
                  <a:lnTo>
                    <a:pt x="21" y="553"/>
                  </a:lnTo>
                  <a:lnTo>
                    <a:pt x="21" y="573"/>
                  </a:lnTo>
                  <a:lnTo>
                    <a:pt x="40" y="553"/>
                  </a:lnTo>
                  <a:lnTo>
                    <a:pt x="40" y="573"/>
                  </a:lnTo>
                  <a:lnTo>
                    <a:pt x="40" y="593"/>
                  </a:lnTo>
                  <a:lnTo>
                    <a:pt x="60" y="573"/>
                  </a:lnTo>
                  <a:lnTo>
                    <a:pt x="60" y="573"/>
                  </a:lnTo>
                  <a:lnTo>
                    <a:pt x="40" y="632"/>
                  </a:lnTo>
                  <a:lnTo>
                    <a:pt x="1" y="692"/>
                  </a:lnTo>
                  <a:lnTo>
                    <a:pt x="1" y="711"/>
                  </a:lnTo>
                  <a:lnTo>
                    <a:pt x="21" y="711"/>
                  </a:lnTo>
                  <a:lnTo>
                    <a:pt x="40" y="692"/>
                  </a:lnTo>
                  <a:lnTo>
                    <a:pt x="40" y="731"/>
                  </a:lnTo>
                  <a:lnTo>
                    <a:pt x="21" y="771"/>
                  </a:lnTo>
                  <a:lnTo>
                    <a:pt x="1" y="830"/>
                  </a:lnTo>
                  <a:lnTo>
                    <a:pt x="40" y="751"/>
                  </a:lnTo>
                  <a:lnTo>
                    <a:pt x="40" y="771"/>
                  </a:lnTo>
                  <a:lnTo>
                    <a:pt x="80" y="692"/>
                  </a:lnTo>
                  <a:lnTo>
                    <a:pt x="80" y="711"/>
                  </a:lnTo>
                  <a:lnTo>
                    <a:pt x="60" y="751"/>
                  </a:lnTo>
                  <a:lnTo>
                    <a:pt x="21" y="810"/>
                  </a:lnTo>
                  <a:lnTo>
                    <a:pt x="21" y="850"/>
                  </a:lnTo>
                  <a:lnTo>
                    <a:pt x="40" y="850"/>
                  </a:lnTo>
                  <a:lnTo>
                    <a:pt x="21" y="889"/>
                  </a:lnTo>
                  <a:lnTo>
                    <a:pt x="1" y="948"/>
                  </a:lnTo>
                  <a:lnTo>
                    <a:pt x="21" y="948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40" y="929"/>
                  </a:lnTo>
                  <a:lnTo>
                    <a:pt x="40" y="948"/>
                  </a:lnTo>
                  <a:lnTo>
                    <a:pt x="40" y="968"/>
                  </a:lnTo>
                  <a:lnTo>
                    <a:pt x="60" y="948"/>
                  </a:lnTo>
                  <a:lnTo>
                    <a:pt x="60" y="948"/>
                  </a:lnTo>
                  <a:lnTo>
                    <a:pt x="40" y="1008"/>
                  </a:lnTo>
                  <a:lnTo>
                    <a:pt x="21" y="1067"/>
                  </a:lnTo>
                  <a:lnTo>
                    <a:pt x="40" y="1027"/>
                  </a:lnTo>
                  <a:lnTo>
                    <a:pt x="60" y="1027"/>
                  </a:lnTo>
                  <a:lnTo>
                    <a:pt x="80" y="988"/>
                  </a:lnTo>
                  <a:lnTo>
                    <a:pt x="80" y="988"/>
                  </a:lnTo>
                  <a:lnTo>
                    <a:pt x="100" y="929"/>
                  </a:lnTo>
                  <a:lnTo>
                    <a:pt x="139" y="889"/>
                  </a:lnTo>
                  <a:lnTo>
                    <a:pt x="159" y="869"/>
                  </a:lnTo>
                  <a:lnTo>
                    <a:pt x="119" y="968"/>
                  </a:lnTo>
                  <a:lnTo>
                    <a:pt x="60" y="1087"/>
                  </a:lnTo>
                  <a:lnTo>
                    <a:pt x="100" y="1047"/>
                  </a:lnTo>
                  <a:lnTo>
                    <a:pt x="80" y="1087"/>
                  </a:lnTo>
                  <a:lnTo>
                    <a:pt x="80" y="1126"/>
                  </a:lnTo>
                  <a:lnTo>
                    <a:pt x="60" y="1166"/>
                  </a:lnTo>
                  <a:lnTo>
                    <a:pt x="60" y="1205"/>
                  </a:lnTo>
                  <a:lnTo>
                    <a:pt x="60" y="1225"/>
                  </a:lnTo>
                  <a:lnTo>
                    <a:pt x="100" y="1166"/>
                  </a:lnTo>
                  <a:lnTo>
                    <a:pt x="100" y="1166"/>
                  </a:lnTo>
                  <a:lnTo>
                    <a:pt x="80" y="1205"/>
                  </a:lnTo>
                  <a:lnTo>
                    <a:pt x="80" y="1225"/>
                  </a:lnTo>
                  <a:lnTo>
                    <a:pt x="100" y="1225"/>
                  </a:lnTo>
                  <a:lnTo>
                    <a:pt x="100" y="1264"/>
                  </a:lnTo>
                  <a:lnTo>
                    <a:pt x="100" y="1284"/>
                  </a:lnTo>
                  <a:lnTo>
                    <a:pt x="139" y="1185"/>
                  </a:lnTo>
                  <a:lnTo>
                    <a:pt x="139" y="1225"/>
                  </a:lnTo>
                  <a:lnTo>
                    <a:pt x="119" y="1284"/>
                  </a:lnTo>
                  <a:lnTo>
                    <a:pt x="198" y="1126"/>
                  </a:lnTo>
                  <a:lnTo>
                    <a:pt x="179" y="1185"/>
                  </a:lnTo>
                  <a:lnTo>
                    <a:pt x="159" y="1264"/>
                  </a:lnTo>
                  <a:lnTo>
                    <a:pt x="159" y="1245"/>
                  </a:lnTo>
                  <a:lnTo>
                    <a:pt x="139" y="1304"/>
                  </a:lnTo>
                  <a:lnTo>
                    <a:pt x="119" y="1343"/>
                  </a:lnTo>
                  <a:lnTo>
                    <a:pt x="139" y="1343"/>
                  </a:lnTo>
                  <a:lnTo>
                    <a:pt x="139" y="1363"/>
                  </a:lnTo>
                  <a:lnTo>
                    <a:pt x="159" y="1304"/>
                  </a:lnTo>
                  <a:lnTo>
                    <a:pt x="179" y="1264"/>
                  </a:lnTo>
                  <a:lnTo>
                    <a:pt x="165" y="1284"/>
                  </a:lnTo>
                  <a:lnTo>
                    <a:pt x="179" y="1245"/>
                  </a:lnTo>
                  <a:lnTo>
                    <a:pt x="218" y="1185"/>
                  </a:lnTo>
                  <a:lnTo>
                    <a:pt x="277" y="1106"/>
                  </a:lnTo>
                  <a:lnTo>
                    <a:pt x="258" y="1146"/>
                  </a:lnTo>
                  <a:lnTo>
                    <a:pt x="218" y="1264"/>
                  </a:lnTo>
                  <a:lnTo>
                    <a:pt x="238" y="1245"/>
                  </a:lnTo>
                  <a:lnTo>
                    <a:pt x="238" y="1264"/>
                  </a:lnTo>
                  <a:lnTo>
                    <a:pt x="218" y="1324"/>
                  </a:lnTo>
                  <a:lnTo>
                    <a:pt x="258" y="1225"/>
                  </a:lnTo>
                  <a:lnTo>
                    <a:pt x="277" y="1225"/>
                  </a:lnTo>
                  <a:lnTo>
                    <a:pt x="258" y="1245"/>
                  </a:lnTo>
                  <a:lnTo>
                    <a:pt x="238" y="1304"/>
                  </a:lnTo>
                  <a:lnTo>
                    <a:pt x="258" y="1324"/>
                  </a:lnTo>
                  <a:lnTo>
                    <a:pt x="258" y="1363"/>
                  </a:lnTo>
                  <a:lnTo>
                    <a:pt x="258" y="1383"/>
                  </a:lnTo>
                  <a:lnTo>
                    <a:pt x="277" y="1383"/>
                  </a:lnTo>
                  <a:lnTo>
                    <a:pt x="291" y="1330"/>
                  </a:lnTo>
                  <a:lnTo>
                    <a:pt x="317" y="1264"/>
                  </a:lnTo>
                  <a:lnTo>
                    <a:pt x="356" y="1199"/>
                  </a:lnTo>
                  <a:lnTo>
                    <a:pt x="356" y="1205"/>
                  </a:lnTo>
                  <a:lnTo>
                    <a:pt x="376" y="1185"/>
                  </a:lnTo>
                  <a:lnTo>
                    <a:pt x="376" y="1166"/>
                  </a:lnTo>
                  <a:lnTo>
                    <a:pt x="396" y="1126"/>
                  </a:lnTo>
                  <a:lnTo>
                    <a:pt x="396" y="1166"/>
                  </a:lnTo>
                  <a:lnTo>
                    <a:pt x="376" y="1225"/>
                  </a:lnTo>
                  <a:lnTo>
                    <a:pt x="396" y="1205"/>
                  </a:lnTo>
                  <a:lnTo>
                    <a:pt x="396" y="1205"/>
                  </a:lnTo>
                  <a:lnTo>
                    <a:pt x="356" y="1284"/>
                  </a:lnTo>
                  <a:lnTo>
                    <a:pt x="337" y="1324"/>
                  </a:lnTo>
                  <a:lnTo>
                    <a:pt x="317" y="1383"/>
                  </a:lnTo>
                  <a:lnTo>
                    <a:pt x="337" y="1363"/>
                  </a:lnTo>
                  <a:lnTo>
                    <a:pt x="297" y="1442"/>
                  </a:lnTo>
                  <a:lnTo>
                    <a:pt x="317" y="1442"/>
                  </a:lnTo>
                  <a:lnTo>
                    <a:pt x="317" y="1462"/>
                  </a:lnTo>
                  <a:lnTo>
                    <a:pt x="337" y="1383"/>
                  </a:lnTo>
                  <a:lnTo>
                    <a:pt x="337" y="1442"/>
                  </a:lnTo>
                  <a:lnTo>
                    <a:pt x="356" y="1482"/>
                  </a:lnTo>
                  <a:lnTo>
                    <a:pt x="376" y="1422"/>
                  </a:lnTo>
                  <a:lnTo>
                    <a:pt x="396" y="1403"/>
                  </a:lnTo>
                  <a:lnTo>
                    <a:pt x="396" y="1403"/>
                  </a:lnTo>
                  <a:lnTo>
                    <a:pt x="376" y="1442"/>
                  </a:lnTo>
                  <a:lnTo>
                    <a:pt x="376" y="1482"/>
                  </a:lnTo>
                  <a:lnTo>
                    <a:pt x="416" y="1442"/>
                  </a:lnTo>
                  <a:lnTo>
                    <a:pt x="455" y="1363"/>
                  </a:lnTo>
                  <a:lnTo>
                    <a:pt x="455" y="1403"/>
                  </a:lnTo>
                  <a:lnTo>
                    <a:pt x="455" y="1442"/>
                  </a:lnTo>
                  <a:lnTo>
                    <a:pt x="475" y="1462"/>
                  </a:lnTo>
                  <a:lnTo>
                    <a:pt x="574" y="1284"/>
                  </a:lnTo>
                  <a:lnTo>
                    <a:pt x="633" y="1166"/>
                  </a:lnTo>
                  <a:lnTo>
                    <a:pt x="672" y="1067"/>
                  </a:lnTo>
                  <a:lnTo>
                    <a:pt x="672" y="1126"/>
                  </a:lnTo>
                  <a:lnTo>
                    <a:pt x="653" y="1166"/>
                  </a:lnTo>
                  <a:lnTo>
                    <a:pt x="633" y="1245"/>
                  </a:lnTo>
                  <a:lnTo>
                    <a:pt x="633" y="1225"/>
                  </a:lnTo>
                  <a:lnTo>
                    <a:pt x="593" y="1383"/>
                  </a:lnTo>
                  <a:lnTo>
                    <a:pt x="554" y="1422"/>
                  </a:lnTo>
                  <a:lnTo>
                    <a:pt x="574" y="1363"/>
                  </a:lnTo>
                  <a:lnTo>
                    <a:pt x="534" y="1442"/>
                  </a:lnTo>
                  <a:lnTo>
                    <a:pt x="521" y="1508"/>
                  </a:lnTo>
                  <a:lnTo>
                    <a:pt x="534" y="1482"/>
                  </a:lnTo>
                  <a:lnTo>
                    <a:pt x="534" y="1541"/>
                  </a:lnTo>
                  <a:lnTo>
                    <a:pt x="554" y="1521"/>
                  </a:lnTo>
                  <a:lnTo>
                    <a:pt x="554" y="1541"/>
                  </a:lnTo>
                  <a:lnTo>
                    <a:pt x="593" y="1462"/>
                  </a:lnTo>
                  <a:lnTo>
                    <a:pt x="593" y="1482"/>
                  </a:lnTo>
                  <a:lnTo>
                    <a:pt x="574" y="1521"/>
                  </a:lnTo>
                  <a:lnTo>
                    <a:pt x="613" y="1501"/>
                  </a:lnTo>
                  <a:lnTo>
                    <a:pt x="653" y="1422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712" y="1343"/>
                  </a:lnTo>
                  <a:lnTo>
                    <a:pt x="692" y="1403"/>
                  </a:lnTo>
                  <a:lnTo>
                    <a:pt x="672" y="1403"/>
                  </a:lnTo>
                  <a:lnTo>
                    <a:pt x="672" y="1422"/>
                  </a:lnTo>
                  <a:lnTo>
                    <a:pt x="692" y="1422"/>
                  </a:lnTo>
                  <a:lnTo>
                    <a:pt x="732" y="1363"/>
                  </a:lnTo>
                  <a:lnTo>
                    <a:pt x="732" y="1383"/>
                  </a:lnTo>
                  <a:lnTo>
                    <a:pt x="672" y="1501"/>
                  </a:lnTo>
                  <a:lnTo>
                    <a:pt x="692" y="1442"/>
                  </a:lnTo>
                  <a:lnTo>
                    <a:pt x="653" y="1501"/>
                  </a:lnTo>
                  <a:lnTo>
                    <a:pt x="633" y="1521"/>
                  </a:lnTo>
                  <a:lnTo>
                    <a:pt x="653" y="1482"/>
                  </a:lnTo>
                  <a:lnTo>
                    <a:pt x="633" y="1482"/>
                  </a:lnTo>
                  <a:lnTo>
                    <a:pt x="613" y="1521"/>
                  </a:lnTo>
                  <a:lnTo>
                    <a:pt x="613" y="1541"/>
                  </a:lnTo>
                  <a:lnTo>
                    <a:pt x="633" y="1561"/>
                  </a:lnTo>
                  <a:lnTo>
                    <a:pt x="633" y="1580"/>
                  </a:lnTo>
                  <a:lnTo>
                    <a:pt x="692" y="1501"/>
                  </a:lnTo>
                  <a:lnTo>
                    <a:pt x="712" y="1442"/>
                  </a:lnTo>
                  <a:lnTo>
                    <a:pt x="751" y="1383"/>
                  </a:lnTo>
                  <a:lnTo>
                    <a:pt x="712" y="1482"/>
                  </a:lnTo>
                  <a:lnTo>
                    <a:pt x="712" y="1521"/>
                  </a:lnTo>
                  <a:lnTo>
                    <a:pt x="751" y="1442"/>
                  </a:lnTo>
                  <a:lnTo>
                    <a:pt x="791" y="1383"/>
                  </a:lnTo>
                  <a:lnTo>
                    <a:pt x="771" y="1403"/>
                  </a:lnTo>
                  <a:lnTo>
                    <a:pt x="771" y="1383"/>
                  </a:lnTo>
                  <a:lnTo>
                    <a:pt x="791" y="1343"/>
                  </a:lnTo>
                  <a:lnTo>
                    <a:pt x="811" y="1304"/>
                  </a:lnTo>
                  <a:lnTo>
                    <a:pt x="830" y="1264"/>
                  </a:lnTo>
                  <a:lnTo>
                    <a:pt x="830" y="1304"/>
                  </a:lnTo>
                  <a:lnTo>
                    <a:pt x="811" y="1363"/>
                  </a:lnTo>
                  <a:lnTo>
                    <a:pt x="732" y="1501"/>
                  </a:lnTo>
                  <a:lnTo>
                    <a:pt x="732" y="1521"/>
                  </a:lnTo>
                  <a:lnTo>
                    <a:pt x="732" y="1541"/>
                  </a:lnTo>
                  <a:lnTo>
                    <a:pt x="771" y="1442"/>
                  </a:lnTo>
                  <a:lnTo>
                    <a:pt x="811" y="1383"/>
                  </a:lnTo>
                  <a:lnTo>
                    <a:pt x="870" y="1324"/>
                  </a:lnTo>
                  <a:lnTo>
                    <a:pt x="811" y="1442"/>
                  </a:lnTo>
                  <a:lnTo>
                    <a:pt x="791" y="1482"/>
                  </a:lnTo>
                  <a:lnTo>
                    <a:pt x="761" y="1541"/>
                  </a:lnTo>
                  <a:lnTo>
                    <a:pt x="771" y="1521"/>
                  </a:lnTo>
                  <a:lnTo>
                    <a:pt x="791" y="1501"/>
                  </a:lnTo>
                  <a:lnTo>
                    <a:pt x="791" y="1541"/>
                  </a:lnTo>
                  <a:lnTo>
                    <a:pt x="830" y="1521"/>
                  </a:lnTo>
                  <a:lnTo>
                    <a:pt x="830" y="1482"/>
                  </a:lnTo>
                  <a:lnTo>
                    <a:pt x="850" y="1462"/>
                  </a:lnTo>
                  <a:lnTo>
                    <a:pt x="850" y="1482"/>
                  </a:lnTo>
                  <a:lnTo>
                    <a:pt x="850" y="1501"/>
                  </a:lnTo>
                  <a:lnTo>
                    <a:pt x="870" y="1482"/>
                  </a:lnTo>
                  <a:lnTo>
                    <a:pt x="890" y="1482"/>
                  </a:lnTo>
                  <a:lnTo>
                    <a:pt x="909" y="1462"/>
                  </a:lnTo>
                  <a:lnTo>
                    <a:pt x="890" y="1462"/>
                  </a:lnTo>
                  <a:lnTo>
                    <a:pt x="890" y="1442"/>
                  </a:lnTo>
                  <a:lnTo>
                    <a:pt x="909" y="1383"/>
                  </a:lnTo>
                  <a:lnTo>
                    <a:pt x="949" y="1343"/>
                  </a:lnTo>
                  <a:lnTo>
                    <a:pt x="969" y="1324"/>
                  </a:lnTo>
                  <a:lnTo>
                    <a:pt x="988" y="1324"/>
                  </a:lnTo>
                  <a:lnTo>
                    <a:pt x="988" y="1304"/>
                  </a:lnTo>
                  <a:lnTo>
                    <a:pt x="1008" y="1284"/>
                  </a:lnTo>
                  <a:lnTo>
                    <a:pt x="988" y="1363"/>
                  </a:lnTo>
                  <a:lnTo>
                    <a:pt x="1008" y="1343"/>
                  </a:lnTo>
                  <a:lnTo>
                    <a:pt x="988" y="1383"/>
                  </a:lnTo>
                  <a:lnTo>
                    <a:pt x="988" y="1403"/>
                  </a:lnTo>
                  <a:lnTo>
                    <a:pt x="1008" y="1383"/>
                  </a:lnTo>
                  <a:lnTo>
                    <a:pt x="1008" y="1383"/>
                  </a:lnTo>
                  <a:lnTo>
                    <a:pt x="988" y="1422"/>
                  </a:lnTo>
                  <a:lnTo>
                    <a:pt x="969" y="1482"/>
                  </a:lnTo>
                  <a:lnTo>
                    <a:pt x="1008" y="1422"/>
                  </a:lnTo>
                  <a:lnTo>
                    <a:pt x="1008" y="1442"/>
                  </a:lnTo>
                  <a:lnTo>
                    <a:pt x="1048" y="1403"/>
                  </a:lnTo>
                  <a:lnTo>
                    <a:pt x="1067" y="1343"/>
                  </a:lnTo>
                  <a:lnTo>
                    <a:pt x="1087" y="1284"/>
                  </a:lnTo>
                  <a:lnTo>
                    <a:pt x="1127" y="1284"/>
                  </a:lnTo>
                  <a:lnTo>
                    <a:pt x="1127" y="1324"/>
                  </a:lnTo>
                  <a:lnTo>
                    <a:pt x="1107" y="1363"/>
                  </a:lnTo>
                  <a:lnTo>
                    <a:pt x="1087" y="1383"/>
                  </a:lnTo>
                  <a:lnTo>
                    <a:pt x="1087" y="1422"/>
                  </a:lnTo>
                  <a:lnTo>
                    <a:pt x="1067" y="1482"/>
                  </a:lnTo>
                  <a:lnTo>
                    <a:pt x="1087" y="1442"/>
                  </a:lnTo>
                  <a:lnTo>
                    <a:pt x="1107" y="1422"/>
                  </a:lnTo>
                  <a:lnTo>
                    <a:pt x="1107" y="1422"/>
                  </a:lnTo>
                  <a:lnTo>
                    <a:pt x="1067" y="1521"/>
                  </a:lnTo>
                  <a:lnTo>
                    <a:pt x="1067" y="1541"/>
                  </a:lnTo>
                  <a:lnTo>
                    <a:pt x="1087" y="1501"/>
                  </a:lnTo>
                  <a:lnTo>
                    <a:pt x="1107" y="1462"/>
                  </a:lnTo>
                  <a:lnTo>
                    <a:pt x="1127" y="1442"/>
                  </a:lnTo>
                  <a:lnTo>
                    <a:pt x="1107" y="1482"/>
                  </a:lnTo>
                  <a:lnTo>
                    <a:pt x="1127" y="1482"/>
                  </a:lnTo>
                  <a:lnTo>
                    <a:pt x="1127" y="1501"/>
                  </a:lnTo>
                  <a:lnTo>
                    <a:pt x="1140" y="1462"/>
                  </a:lnTo>
                  <a:lnTo>
                    <a:pt x="1127" y="1462"/>
                  </a:lnTo>
                  <a:lnTo>
                    <a:pt x="1146" y="1422"/>
                  </a:lnTo>
                  <a:lnTo>
                    <a:pt x="1166" y="1403"/>
                  </a:lnTo>
                  <a:lnTo>
                    <a:pt x="1206" y="1403"/>
                  </a:lnTo>
                  <a:lnTo>
                    <a:pt x="1225" y="1363"/>
                  </a:lnTo>
                  <a:lnTo>
                    <a:pt x="1206" y="1422"/>
                  </a:lnTo>
                  <a:lnTo>
                    <a:pt x="1186" y="1482"/>
                  </a:lnTo>
                  <a:lnTo>
                    <a:pt x="1206" y="1462"/>
                  </a:lnTo>
                  <a:lnTo>
                    <a:pt x="1186" y="1541"/>
                  </a:lnTo>
                  <a:lnTo>
                    <a:pt x="1166" y="1600"/>
                  </a:lnTo>
                  <a:lnTo>
                    <a:pt x="1186" y="1600"/>
                  </a:lnTo>
                  <a:lnTo>
                    <a:pt x="1206" y="1521"/>
                  </a:lnTo>
                  <a:lnTo>
                    <a:pt x="1225" y="1501"/>
                  </a:lnTo>
                  <a:lnTo>
                    <a:pt x="1225" y="1521"/>
                  </a:lnTo>
                  <a:lnTo>
                    <a:pt x="1245" y="1442"/>
                  </a:lnTo>
                  <a:lnTo>
                    <a:pt x="1245" y="1501"/>
                  </a:lnTo>
                  <a:lnTo>
                    <a:pt x="1225" y="1541"/>
                  </a:lnTo>
                  <a:lnTo>
                    <a:pt x="1225" y="1580"/>
                  </a:lnTo>
                  <a:lnTo>
                    <a:pt x="1245" y="1541"/>
                  </a:lnTo>
                  <a:lnTo>
                    <a:pt x="1265" y="1501"/>
                  </a:lnTo>
                  <a:lnTo>
                    <a:pt x="1265" y="1501"/>
                  </a:lnTo>
                  <a:lnTo>
                    <a:pt x="1285" y="1521"/>
                  </a:lnTo>
                  <a:lnTo>
                    <a:pt x="1285" y="1501"/>
                  </a:lnTo>
                  <a:lnTo>
                    <a:pt x="1324" y="1442"/>
                  </a:lnTo>
                  <a:lnTo>
                    <a:pt x="1324" y="1422"/>
                  </a:lnTo>
                  <a:lnTo>
                    <a:pt x="1344" y="1363"/>
                  </a:lnTo>
                  <a:lnTo>
                    <a:pt x="1344" y="1403"/>
                  </a:lnTo>
                  <a:lnTo>
                    <a:pt x="1324" y="1462"/>
                  </a:lnTo>
                  <a:lnTo>
                    <a:pt x="1364" y="1422"/>
                  </a:lnTo>
                  <a:lnTo>
                    <a:pt x="1384" y="1403"/>
                  </a:lnTo>
                  <a:lnTo>
                    <a:pt x="1403" y="1363"/>
                  </a:lnTo>
                  <a:lnTo>
                    <a:pt x="1423" y="1324"/>
                  </a:lnTo>
                  <a:lnTo>
                    <a:pt x="1403" y="1403"/>
                  </a:lnTo>
                  <a:lnTo>
                    <a:pt x="1384" y="1442"/>
                  </a:lnTo>
                  <a:lnTo>
                    <a:pt x="1364" y="1501"/>
                  </a:lnTo>
                  <a:lnTo>
                    <a:pt x="1364" y="1521"/>
                  </a:lnTo>
                  <a:lnTo>
                    <a:pt x="1324" y="1580"/>
                  </a:lnTo>
                  <a:lnTo>
                    <a:pt x="1344" y="1561"/>
                  </a:lnTo>
                  <a:lnTo>
                    <a:pt x="1364" y="1541"/>
                  </a:lnTo>
                  <a:lnTo>
                    <a:pt x="1364" y="1561"/>
                  </a:lnTo>
                  <a:lnTo>
                    <a:pt x="1384" y="1501"/>
                  </a:lnTo>
                  <a:lnTo>
                    <a:pt x="1403" y="1442"/>
                  </a:lnTo>
                  <a:lnTo>
                    <a:pt x="1403" y="1442"/>
                  </a:lnTo>
                  <a:lnTo>
                    <a:pt x="1384" y="1521"/>
                  </a:lnTo>
                  <a:lnTo>
                    <a:pt x="1403" y="1521"/>
                  </a:lnTo>
                  <a:lnTo>
                    <a:pt x="1403" y="1501"/>
                  </a:lnTo>
                  <a:lnTo>
                    <a:pt x="1443" y="1422"/>
                  </a:lnTo>
                  <a:lnTo>
                    <a:pt x="1463" y="1363"/>
                  </a:lnTo>
                  <a:lnTo>
                    <a:pt x="1482" y="1343"/>
                  </a:lnTo>
                  <a:lnTo>
                    <a:pt x="1502" y="1304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502" y="1284"/>
                  </a:lnTo>
                  <a:lnTo>
                    <a:pt x="1522" y="1264"/>
                  </a:lnTo>
                  <a:lnTo>
                    <a:pt x="1502" y="1363"/>
                  </a:lnTo>
                  <a:lnTo>
                    <a:pt x="1443" y="1482"/>
                  </a:lnTo>
                  <a:lnTo>
                    <a:pt x="1384" y="1620"/>
                  </a:lnTo>
                  <a:lnTo>
                    <a:pt x="1384" y="1620"/>
                  </a:lnTo>
                  <a:lnTo>
                    <a:pt x="1403" y="1600"/>
                  </a:lnTo>
                  <a:lnTo>
                    <a:pt x="1423" y="1620"/>
                  </a:lnTo>
                  <a:lnTo>
                    <a:pt x="1423" y="1640"/>
                  </a:lnTo>
                  <a:lnTo>
                    <a:pt x="1463" y="1561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482" y="1501"/>
                  </a:lnTo>
                  <a:lnTo>
                    <a:pt x="1488" y="1498"/>
                  </a:lnTo>
                  <a:lnTo>
                    <a:pt x="1488" y="1498"/>
                  </a:lnTo>
                  <a:lnTo>
                    <a:pt x="1502" y="1462"/>
                  </a:lnTo>
                  <a:lnTo>
                    <a:pt x="1522" y="1462"/>
                  </a:lnTo>
                  <a:lnTo>
                    <a:pt x="1522" y="1475"/>
                  </a:lnTo>
                  <a:lnTo>
                    <a:pt x="1542" y="1462"/>
                  </a:lnTo>
                  <a:lnTo>
                    <a:pt x="1561" y="1442"/>
                  </a:lnTo>
                  <a:lnTo>
                    <a:pt x="1581" y="1403"/>
                  </a:lnTo>
                  <a:lnTo>
                    <a:pt x="1621" y="1324"/>
                  </a:lnTo>
                  <a:lnTo>
                    <a:pt x="1640" y="1304"/>
                  </a:lnTo>
                  <a:lnTo>
                    <a:pt x="1660" y="1245"/>
                  </a:lnTo>
                  <a:lnTo>
                    <a:pt x="1680" y="1264"/>
                  </a:lnTo>
                  <a:lnTo>
                    <a:pt x="1640" y="1304"/>
                  </a:lnTo>
                  <a:lnTo>
                    <a:pt x="1660" y="1324"/>
                  </a:lnTo>
                  <a:lnTo>
                    <a:pt x="1680" y="1304"/>
                  </a:lnTo>
                  <a:lnTo>
                    <a:pt x="1640" y="1363"/>
                  </a:lnTo>
                  <a:lnTo>
                    <a:pt x="1621" y="1383"/>
                  </a:lnTo>
                  <a:lnTo>
                    <a:pt x="1621" y="1403"/>
                  </a:lnTo>
                  <a:lnTo>
                    <a:pt x="1581" y="1501"/>
                  </a:lnTo>
                  <a:lnTo>
                    <a:pt x="1601" y="1462"/>
                  </a:lnTo>
                  <a:lnTo>
                    <a:pt x="1640" y="1403"/>
                  </a:lnTo>
                  <a:lnTo>
                    <a:pt x="1621" y="1482"/>
                  </a:lnTo>
                  <a:lnTo>
                    <a:pt x="1640" y="1482"/>
                  </a:lnTo>
                  <a:lnTo>
                    <a:pt x="1660" y="1442"/>
                  </a:lnTo>
                  <a:lnTo>
                    <a:pt x="1700" y="1363"/>
                  </a:lnTo>
                  <a:lnTo>
                    <a:pt x="1719" y="1324"/>
                  </a:lnTo>
                  <a:lnTo>
                    <a:pt x="1739" y="1304"/>
                  </a:lnTo>
                  <a:lnTo>
                    <a:pt x="1759" y="1264"/>
                  </a:lnTo>
                  <a:lnTo>
                    <a:pt x="1739" y="1245"/>
                  </a:lnTo>
                  <a:lnTo>
                    <a:pt x="1779" y="1166"/>
                  </a:lnTo>
                  <a:lnTo>
                    <a:pt x="1818" y="1106"/>
                  </a:lnTo>
                  <a:lnTo>
                    <a:pt x="1877" y="1027"/>
                  </a:lnTo>
                  <a:lnTo>
                    <a:pt x="1858" y="1087"/>
                  </a:lnTo>
                  <a:lnTo>
                    <a:pt x="1877" y="1047"/>
                  </a:lnTo>
                  <a:lnTo>
                    <a:pt x="1877" y="1067"/>
                  </a:lnTo>
                  <a:lnTo>
                    <a:pt x="1897" y="1067"/>
                  </a:lnTo>
                  <a:lnTo>
                    <a:pt x="1917" y="1027"/>
                  </a:lnTo>
                  <a:lnTo>
                    <a:pt x="1937" y="948"/>
                  </a:lnTo>
                  <a:lnTo>
                    <a:pt x="1937" y="988"/>
                  </a:lnTo>
                  <a:lnTo>
                    <a:pt x="1917" y="1047"/>
                  </a:lnTo>
                  <a:lnTo>
                    <a:pt x="1917" y="1067"/>
                  </a:lnTo>
                  <a:lnTo>
                    <a:pt x="1858" y="1205"/>
                  </a:lnTo>
                  <a:lnTo>
                    <a:pt x="1877" y="1185"/>
                  </a:lnTo>
                  <a:lnTo>
                    <a:pt x="1779" y="1363"/>
                  </a:lnTo>
                  <a:lnTo>
                    <a:pt x="1798" y="1403"/>
                  </a:lnTo>
                  <a:lnTo>
                    <a:pt x="1798" y="1422"/>
                  </a:lnTo>
                  <a:lnTo>
                    <a:pt x="1818" y="1403"/>
                  </a:lnTo>
                  <a:lnTo>
                    <a:pt x="1759" y="1541"/>
                  </a:lnTo>
                  <a:lnTo>
                    <a:pt x="1779" y="1521"/>
                  </a:lnTo>
                  <a:lnTo>
                    <a:pt x="1779" y="1541"/>
                  </a:lnTo>
                  <a:lnTo>
                    <a:pt x="1759" y="1600"/>
                  </a:lnTo>
                  <a:lnTo>
                    <a:pt x="1798" y="1541"/>
                  </a:lnTo>
                  <a:lnTo>
                    <a:pt x="1818" y="1462"/>
                  </a:lnTo>
                  <a:lnTo>
                    <a:pt x="1818" y="1482"/>
                  </a:lnTo>
                  <a:lnTo>
                    <a:pt x="1838" y="1462"/>
                  </a:lnTo>
                  <a:lnTo>
                    <a:pt x="1838" y="1403"/>
                  </a:lnTo>
                  <a:lnTo>
                    <a:pt x="1877" y="1403"/>
                  </a:lnTo>
                  <a:lnTo>
                    <a:pt x="1877" y="1442"/>
                  </a:lnTo>
                  <a:lnTo>
                    <a:pt x="1858" y="1482"/>
                  </a:lnTo>
                  <a:lnTo>
                    <a:pt x="1838" y="1501"/>
                  </a:lnTo>
                  <a:lnTo>
                    <a:pt x="1838" y="154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38" y="1580"/>
                  </a:lnTo>
                  <a:lnTo>
                    <a:pt x="1818" y="1620"/>
                  </a:lnTo>
                  <a:lnTo>
                    <a:pt x="1877" y="1541"/>
                  </a:lnTo>
                  <a:lnTo>
                    <a:pt x="1858" y="1600"/>
                  </a:lnTo>
                  <a:lnTo>
                    <a:pt x="1838" y="1660"/>
                  </a:lnTo>
                  <a:lnTo>
                    <a:pt x="1877" y="1580"/>
                  </a:lnTo>
                  <a:lnTo>
                    <a:pt x="1897" y="1541"/>
                  </a:lnTo>
                  <a:lnTo>
                    <a:pt x="1937" y="1501"/>
                  </a:lnTo>
                  <a:lnTo>
                    <a:pt x="1956" y="1442"/>
                  </a:lnTo>
                  <a:lnTo>
                    <a:pt x="1956" y="1462"/>
                  </a:lnTo>
                  <a:lnTo>
                    <a:pt x="1976" y="1422"/>
                  </a:lnTo>
                  <a:lnTo>
                    <a:pt x="1976" y="1383"/>
                  </a:lnTo>
                  <a:lnTo>
                    <a:pt x="1996" y="1383"/>
                  </a:lnTo>
                  <a:lnTo>
                    <a:pt x="1996" y="1403"/>
                  </a:lnTo>
                  <a:lnTo>
                    <a:pt x="1917" y="1580"/>
                  </a:lnTo>
                  <a:lnTo>
                    <a:pt x="1956" y="1521"/>
                  </a:lnTo>
                  <a:lnTo>
                    <a:pt x="1976" y="1482"/>
                  </a:lnTo>
                  <a:lnTo>
                    <a:pt x="1996" y="1462"/>
                  </a:lnTo>
                  <a:lnTo>
                    <a:pt x="2016" y="1442"/>
                  </a:lnTo>
                  <a:lnTo>
                    <a:pt x="2055" y="1343"/>
                  </a:lnTo>
                  <a:lnTo>
                    <a:pt x="2055" y="1383"/>
                  </a:lnTo>
                  <a:lnTo>
                    <a:pt x="2016" y="1482"/>
                  </a:lnTo>
                  <a:lnTo>
                    <a:pt x="2035" y="1482"/>
                  </a:lnTo>
                  <a:lnTo>
                    <a:pt x="1996" y="1600"/>
                  </a:lnTo>
                  <a:lnTo>
                    <a:pt x="2016" y="1580"/>
                  </a:lnTo>
                  <a:lnTo>
                    <a:pt x="2035" y="1541"/>
                  </a:lnTo>
                  <a:lnTo>
                    <a:pt x="2035" y="1521"/>
                  </a:lnTo>
                  <a:lnTo>
                    <a:pt x="2055" y="1482"/>
                  </a:lnTo>
                  <a:lnTo>
                    <a:pt x="2075" y="1403"/>
                  </a:lnTo>
                  <a:lnTo>
                    <a:pt x="2095" y="1324"/>
                  </a:lnTo>
                  <a:lnTo>
                    <a:pt x="2095" y="1284"/>
                  </a:lnTo>
                  <a:lnTo>
                    <a:pt x="2095" y="1245"/>
                  </a:lnTo>
                  <a:lnTo>
                    <a:pt x="2055" y="1324"/>
                  </a:lnTo>
                  <a:lnTo>
                    <a:pt x="2035" y="1383"/>
                  </a:lnTo>
                  <a:lnTo>
                    <a:pt x="2016" y="1383"/>
                  </a:lnTo>
                  <a:lnTo>
                    <a:pt x="2035" y="1343"/>
                  </a:lnTo>
                  <a:lnTo>
                    <a:pt x="2055" y="1304"/>
                  </a:lnTo>
                  <a:lnTo>
                    <a:pt x="2095" y="1225"/>
                  </a:lnTo>
                  <a:lnTo>
                    <a:pt x="2154" y="1106"/>
                  </a:lnTo>
                  <a:lnTo>
                    <a:pt x="2213" y="1027"/>
                  </a:lnTo>
                  <a:lnTo>
                    <a:pt x="2233" y="968"/>
                  </a:lnTo>
                  <a:lnTo>
                    <a:pt x="2238" y="968"/>
                  </a:lnTo>
                  <a:lnTo>
                    <a:pt x="2253" y="909"/>
                  </a:lnTo>
                  <a:lnTo>
                    <a:pt x="2253" y="889"/>
                  </a:lnTo>
                  <a:lnTo>
                    <a:pt x="2233" y="909"/>
                  </a:lnTo>
                  <a:lnTo>
                    <a:pt x="2272" y="850"/>
                  </a:lnTo>
                  <a:lnTo>
                    <a:pt x="2272" y="830"/>
                  </a:lnTo>
                  <a:lnTo>
                    <a:pt x="2272" y="810"/>
                  </a:lnTo>
                  <a:lnTo>
                    <a:pt x="2233" y="889"/>
                  </a:lnTo>
                  <a:lnTo>
                    <a:pt x="2233" y="869"/>
                  </a:lnTo>
                  <a:lnTo>
                    <a:pt x="2213" y="869"/>
                  </a:lnTo>
                  <a:lnTo>
                    <a:pt x="2193" y="889"/>
                  </a:lnTo>
                  <a:lnTo>
                    <a:pt x="2174" y="909"/>
                  </a:lnTo>
                  <a:lnTo>
                    <a:pt x="2154" y="948"/>
                  </a:lnTo>
                  <a:lnTo>
                    <a:pt x="2134" y="968"/>
                  </a:lnTo>
                  <a:lnTo>
                    <a:pt x="2114" y="968"/>
                  </a:lnTo>
                  <a:lnTo>
                    <a:pt x="2134" y="929"/>
                  </a:lnTo>
                  <a:lnTo>
                    <a:pt x="2075" y="988"/>
                  </a:lnTo>
                  <a:lnTo>
                    <a:pt x="2055" y="1087"/>
                  </a:lnTo>
                  <a:lnTo>
                    <a:pt x="2035" y="1126"/>
                  </a:lnTo>
                  <a:lnTo>
                    <a:pt x="2035" y="1106"/>
                  </a:lnTo>
                  <a:lnTo>
                    <a:pt x="2035" y="1067"/>
                  </a:lnTo>
                  <a:lnTo>
                    <a:pt x="2095" y="929"/>
                  </a:lnTo>
                  <a:lnTo>
                    <a:pt x="2035" y="1008"/>
                  </a:lnTo>
                  <a:lnTo>
                    <a:pt x="2075" y="909"/>
                  </a:lnTo>
                  <a:lnTo>
                    <a:pt x="2114" y="869"/>
                  </a:lnTo>
                  <a:lnTo>
                    <a:pt x="2114" y="889"/>
                  </a:lnTo>
                  <a:lnTo>
                    <a:pt x="2134" y="869"/>
                  </a:lnTo>
                  <a:lnTo>
                    <a:pt x="2134" y="889"/>
                  </a:lnTo>
                  <a:lnTo>
                    <a:pt x="2154" y="830"/>
                  </a:lnTo>
                  <a:lnTo>
                    <a:pt x="2174" y="830"/>
                  </a:lnTo>
                  <a:lnTo>
                    <a:pt x="2193" y="790"/>
                  </a:lnTo>
                  <a:lnTo>
                    <a:pt x="2193" y="751"/>
                  </a:lnTo>
                  <a:lnTo>
                    <a:pt x="2213" y="711"/>
                  </a:lnTo>
                  <a:lnTo>
                    <a:pt x="2193" y="731"/>
                  </a:lnTo>
                  <a:lnTo>
                    <a:pt x="2233" y="613"/>
                  </a:lnTo>
                  <a:lnTo>
                    <a:pt x="2253" y="613"/>
                  </a:lnTo>
                  <a:lnTo>
                    <a:pt x="2253" y="593"/>
                  </a:lnTo>
                  <a:lnTo>
                    <a:pt x="2253" y="573"/>
                  </a:lnTo>
                  <a:lnTo>
                    <a:pt x="2154" y="751"/>
                  </a:lnTo>
                  <a:lnTo>
                    <a:pt x="2134" y="771"/>
                  </a:lnTo>
                  <a:lnTo>
                    <a:pt x="2114" y="751"/>
                  </a:lnTo>
                  <a:lnTo>
                    <a:pt x="2154" y="711"/>
                  </a:lnTo>
                  <a:lnTo>
                    <a:pt x="2193" y="632"/>
                  </a:lnTo>
                  <a:lnTo>
                    <a:pt x="2174" y="652"/>
                  </a:lnTo>
                  <a:lnTo>
                    <a:pt x="2174" y="632"/>
                  </a:lnTo>
                  <a:lnTo>
                    <a:pt x="2154" y="672"/>
                  </a:lnTo>
                  <a:lnTo>
                    <a:pt x="2154" y="652"/>
                  </a:lnTo>
                  <a:lnTo>
                    <a:pt x="2174" y="573"/>
                  </a:lnTo>
                  <a:lnTo>
                    <a:pt x="2193" y="593"/>
                  </a:lnTo>
                  <a:lnTo>
                    <a:pt x="2213" y="534"/>
                  </a:lnTo>
                  <a:lnTo>
                    <a:pt x="2213" y="553"/>
                  </a:lnTo>
                  <a:lnTo>
                    <a:pt x="2233" y="494"/>
                  </a:lnTo>
                  <a:lnTo>
                    <a:pt x="2213" y="494"/>
                  </a:lnTo>
                  <a:lnTo>
                    <a:pt x="2213" y="514"/>
                  </a:lnTo>
                  <a:lnTo>
                    <a:pt x="2193" y="514"/>
                  </a:lnTo>
                  <a:lnTo>
                    <a:pt x="2233" y="435"/>
                  </a:lnTo>
                  <a:lnTo>
                    <a:pt x="2233" y="415"/>
                  </a:lnTo>
                  <a:lnTo>
                    <a:pt x="2213" y="395"/>
                  </a:lnTo>
                  <a:lnTo>
                    <a:pt x="2193" y="395"/>
                  </a:lnTo>
                  <a:lnTo>
                    <a:pt x="2174" y="455"/>
                  </a:lnTo>
                  <a:lnTo>
                    <a:pt x="2114" y="534"/>
                  </a:lnTo>
                  <a:lnTo>
                    <a:pt x="2154" y="435"/>
                  </a:lnTo>
                  <a:lnTo>
                    <a:pt x="2154" y="376"/>
                  </a:lnTo>
                  <a:lnTo>
                    <a:pt x="2144" y="405"/>
                  </a:lnTo>
                  <a:lnTo>
                    <a:pt x="2144" y="405"/>
                  </a:lnTo>
                  <a:lnTo>
                    <a:pt x="2134" y="415"/>
                  </a:lnTo>
                  <a:lnTo>
                    <a:pt x="2114" y="455"/>
                  </a:lnTo>
                  <a:lnTo>
                    <a:pt x="2114" y="455"/>
                  </a:lnTo>
                  <a:lnTo>
                    <a:pt x="2141" y="415"/>
                  </a:lnTo>
                  <a:lnTo>
                    <a:pt x="2141" y="415"/>
                  </a:lnTo>
                  <a:lnTo>
                    <a:pt x="2134" y="435"/>
                  </a:lnTo>
                  <a:lnTo>
                    <a:pt x="2114" y="494"/>
                  </a:lnTo>
                  <a:lnTo>
                    <a:pt x="2075" y="553"/>
                  </a:lnTo>
                  <a:lnTo>
                    <a:pt x="2055" y="553"/>
                  </a:lnTo>
                  <a:lnTo>
                    <a:pt x="2095" y="494"/>
                  </a:lnTo>
                  <a:lnTo>
                    <a:pt x="2114" y="474"/>
                  </a:lnTo>
                  <a:lnTo>
                    <a:pt x="2114" y="455"/>
                  </a:lnTo>
                  <a:lnTo>
                    <a:pt x="2114" y="435"/>
                  </a:lnTo>
                  <a:lnTo>
                    <a:pt x="2114" y="356"/>
                  </a:lnTo>
                  <a:lnTo>
                    <a:pt x="2075" y="415"/>
                  </a:lnTo>
                  <a:lnTo>
                    <a:pt x="2055" y="455"/>
                  </a:lnTo>
                  <a:lnTo>
                    <a:pt x="2075" y="435"/>
                  </a:lnTo>
                  <a:lnTo>
                    <a:pt x="2075" y="455"/>
                  </a:lnTo>
                  <a:lnTo>
                    <a:pt x="2035" y="534"/>
                  </a:lnTo>
                  <a:lnTo>
                    <a:pt x="2035" y="494"/>
                  </a:lnTo>
                  <a:lnTo>
                    <a:pt x="2035" y="455"/>
                  </a:lnTo>
                  <a:lnTo>
                    <a:pt x="2055" y="415"/>
                  </a:lnTo>
                  <a:lnTo>
                    <a:pt x="2055" y="435"/>
                  </a:lnTo>
                  <a:lnTo>
                    <a:pt x="2075" y="395"/>
                  </a:lnTo>
                  <a:lnTo>
                    <a:pt x="2035" y="395"/>
                  </a:lnTo>
                  <a:lnTo>
                    <a:pt x="2035" y="376"/>
                  </a:lnTo>
                  <a:lnTo>
                    <a:pt x="2035" y="356"/>
                  </a:lnTo>
                  <a:lnTo>
                    <a:pt x="1996" y="415"/>
                  </a:lnTo>
                  <a:lnTo>
                    <a:pt x="1976" y="494"/>
                  </a:lnTo>
                  <a:lnTo>
                    <a:pt x="1976" y="455"/>
                  </a:lnTo>
                  <a:lnTo>
                    <a:pt x="1996" y="415"/>
                  </a:lnTo>
                  <a:lnTo>
                    <a:pt x="1996" y="395"/>
                  </a:lnTo>
                  <a:lnTo>
                    <a:pt x="1976" y="395"/>
                  </a:lnTo>
                  <a:lnTo>
                    <a:pt x="1996" y="356"/>
                  </a:lnTo>
                  <a:lnTo>
                    <a:pt x="1956" y="395"/>
                  </a:lnTo>
                  <a:lnTo>
                    <a:pt x="1976" y="356"/>
                  </a:lnTo>
                  <a:lnTo>
                    <a:pt x="1976" y="336"/>
                  </a:lnTo>
                  <a:lnTo>
                    <a:pt x="1956" y="336"/>
                  </a:lnTo>
                  <a:lnTo>
                    <a:pt x="1917" y="376"/>
                  </a:lnTo>
                  <a:lnTo>
                    <a:pt x="1897" y="415"/>
                  </a:lnTo>
                  <a:lnTo>
                    <a:pt x="1858" y="435"/>
                  </a:lnTo>
                  <a:lnTo>
                    <a:pt x="1858" y="435"/>
                  </a:lnTo>
                  <a:lnTo>
                    <a:pt x="1917" y="356"/>
                  </a:lnTo>
                  <a:lnTo>
                    <a:pt x="1937" y="316"/>
                  </a:lnTo>
                  <a:lnTo>
                    <a:pt x="1937" y="297"/>
                  </a:lnTo>
                  <a:lnTo>
                    <a:pt x="1917" y="297"/>
                  </a:lnTo>
                  <a:lnTo>
                    <a:pt x="1897" y="316"/>
                  </a:lnTo>
                  <a:lnTo>
                    <a:pt x="1858" y="376"/>
                  </a:lnTo>
                  <a:lnTo>
                    <a:pt x="1858" y="376"/>
                  </a:lnTo>
                  <a:lnTo>
                    <a:pt x="1877" y="316"/>
                  </a:lnTo>
                  <a:lnTo>
                    <a:pt x="1838" y="376"/>
                  </a:lnTo>
                  <a:lnTo>
                    <a:pt x="1818" y="376"/>
                  </a:lnTo>
                  <a:lnTo>
                    <a:pt x="1838" y="336"/>
                  </a:lnTo>
                  <a:lnTo>
                    <a:pt x="1798" y="395"/>
                  </a:lnTo>
                  <a:lnTo>
                    <a:pt x="1759" y="474"/>
                  </a:lnTo>
                  <a:lnTo>
                    <a:pt x="1759" y="514"/>
                  </a:lnTo>
                  <a:lnTo>
                    <a:pt x="1779" y="494"/>
                  </a:lnTo>
                  <a:lnTo>
                    <a:pt x="1798" y="474"/>
                  </a:lnTo>
                  <a:lnTo>
                    <a:pt x="1798" y="474"/>
                  </a:lnTo>
                  <a:lnTo>
                    <a:pt x="1779" y="534"/>
                  </a:lnTo>
                  <a:lnTo>
                    <a:pt x="1759" y="613"/>
                  </a:lnTo>
                  <a:lnTo>
                    <a:pt x="1759" y="573"/>
                  </a:lnTo>
                  <a:lnTo>
                    <a:pt x="1739" y="613"/>
                  </a:lnTo>
                  <a:lnTo>
                    <a:pt x="1739" y="652"/>
                  </a:lnTo>
                  <a:lnTo>
                    <a:pt x="1680" y="711"/>
                  </a:lnTo>
                  <a:lnTo>
                    <a:pt x="1700" y="672"/>
                  </a:lnTo>
                  <a:lnTo>
                    <a:pt x="1719" y="632"/>
                  </a:lnTo>
                  <a:lnTo>
                    <a:pt x="1739" y="553"/>
                  </a:lnTo>
                  <a:lnTo>
                    <a:pt x="1719" y="593"/>
                  </a:lnTo>
                  <a:lnTo>
                    <a:pt x="1680" y="692"/>
                  </a:lnTo>
                  <a:lnTo>
                    <a:pt x="1660" y="731"/>
                  </a:lnTo>
                  <a:lnTo>
                    <a:pt x="1660" y="711"/>
                  </a:lnTo>
                  <a:lnTo>
                    <a:pt x="1660" y="672"/>
                  </a:lnTo>
                  <a:lnTo>
                    <a:pt x="1621" y="692"/>
                  </a:lnTo>
                  <a:lnTo>
                    <a:pt x="1660" y="632"/>
                  </a:lnTo>
                  <a:lnTo>
                    <a:pt x="1660" y="652"/>
                  </a:lnTo>
                  <a:lnTo>
                    <a:pt x="1680" y="613"/>
                  </a:lnTo>
                  <a:lnTo>
                    <a:pt x="1700" y="573"/>
                  </a:lnTo>
                  <a:lnTo>
                    <a:pt x="1719" y="514"/>
                  </a:lnTo>
                  <a:lnTo>
                    <a:pt x="1739" y="455"/>
                  </a:lnTo>
                  <a:lnTo>
                    <a:pt x="1798" y="356"/>
                  </a:lnTo>
                  <a:lnTo>
                    <a:pt x="1798" y="316"/>
                  </a:lnTo>
                  <a:lnTo>
                    <a:pt x="1779" y="336"/>
                  </a:lnTo>
                  <a:lnTo>
                    <a:pt x="1759" y="336"/>
                  </a:lnTo>
                  <a:lnTo>
                    <a:pt x="1739" y="376"/>
                  </a:lnTo>
                  <a:lnTo>
                    <a:pt x="1759" y="316"/>
                  </a:lnTo>
                  <a:lnTo>
                    <a:pt x="1739" y="316"/>
                  </a:lnTo>
                  <a:lnTo>
                    <a:pt x="1700" y="356"/>
                  </a:lnTo>
                  <a:lnTo>
                    <a:pt x="1700" y="356"/>
                  </a:lnTo>
                  <a:lnTo>
                    <a:pt x="1719" y="277"/>
                  </a:lnTo>
                  <a:lnTo>
                    <a:pt x="1700" y="277"/>
                  </a:lnTo>
                  <a:lnTo>
                    <a:pt x="1660" y="316"/>
                  </a:lnTo>
                  <a:lnTo>
                    <a:pt x="1621" y="356"/>
                  </a:lnTo>
                  <a:lnTo>
                    <a:pt x="1601" y="336"/>
                  </a:lnTo>
                  <a:lnTo>
                    <a:pt x="1601" y="277"/>
                  </a:lnTo>
                  <a:lnTo>
                    <a:pt x="1581" y="297"/>
                  </a:lnTo>
                  <a:lnTo>
                    <a:pt x="1561" y="297"/>
                  </a:lnTo>
                  <a:lnTo>
                    <a:pt x="1581" y="257"/>
                  </a:lnTo>
                  <a:lnTo>
                    <a:pt x="1581" y="237"/>
                  </a:lnTo>
                  <a:lnTo>
                    <a:pt x="1561" y="257"/>
                  </a:lnTo>
                  <a:lnTo>
                    <a:pt x="1542" y="277"/>
                  </a:lnTo>
                  <a:lnTo>
                    <a:pt x="1502" y="356"/>
                  </a:lnTo>
                  <a:lnTo>
                    <a:pt x="1542" y="257"/>
                  </a:lnTo>
                  <a:lnTo>
                    <a:pt x="1542" y="257"/>
                  </a:lnTo>
                  <a:lnTo>
                    <a:pt x="1463" y="277"/>
                  </a:lnTo>
                  <a:lnTo>
                    <a:pt x="1403" y="277"/>
                  </a:lnTo>
                  <a:lnTo>
                    <a:pt x="1403" y="257"/>
                  </a:lnTo>
                  <a:lnTo>
                    <a:pt x="1384" y="257"/>
                  </a:lnTo>
                  <a:lnTo>
                    <a:pt x="1344" y="297"/>
                  </a:lnTo>
                  <a:lnTo>
                    <a:pt x="1324" y="316"/>
                  </a:lnTo>
                  <a:lnTo>
                    <a:pt x="1305" y="316"/>
                  </a:lnTo>
                  <a:lnTo>
                    <a:pt x="1305" y="297"/>
                  </a:lnTo>
                  <a:lnTo>
                    <a:pt x="1285" y="336"/>
                  </a:lnTo>
                  <a:lnTo>
                    <a:pt x="1245" y="395"/>
                  </a:lnTo>
                  <a:lnTo>
                    <a:pt x="1206" y="514"/>
                  </a:lnTo>
                  <a:lnTo>
                    <a:pt x="1186" y="514"/>
                  </a:lnTo>
                  <a:lnTo>
                    <a:pt x="1206" y="474"/>
                  </a:lnTo>
                  <a:lnTo>
                    <a:pt x="1206" y="435"/>
                  </a:lnTo>
                  <a:lnTo>
                    <a:pt x="1206" y="415"/>
                  </a:lnTo>
                  <a:lnTo>
                    <a:pt x="1245" y="336"/>
                  </a:lnTo>
                  <a:lnTo>
                    <a:pt x="1285" y="257"/>
                  </a:lnTo>
                  <a:lnTo>
                    <a:pt x="1285" y="257"/>
                  </a:lnTo>
                  <a:lnTo>
                    <a:pt x="1245" y="316"/>
                  </a:lnTo>
                  <a:lnTo>
                    <a:pt x="1225" y="316"/>
                  </a:lnTo>
                  <a:lnTo>
                    <a:pt x="1225" y="277"/>
                  </a:lnTo>
                  <a:lnTo>
                    <a:pt x="1225" y="257"/>
                  </a:lnTo>
                  <a:lnTo>
                    <a:pt x="1245" y="237"/>
                  </a:lnTo>
                  <a:lnTo>
                    <a:pt x="1225" y="218"/>
                  </a:lnTo>
                  <a:lnTo>
                    <a:pt x="1206" y="257"/>
                  </a:lnTo>
                  <a:lnTo>
                    <a:pt x="1186" y="297"/>
                  </a:lnTo>
                  <a:lnTo>
                    <a:pt x="1186" y="277"/>
                  </a:lnTo>
                  <a:lnTo>
                    <a:pt x="1166" y="336"/>
                  </a:lnTo>
                  <a:lnTo>
                    <a:pt x="1186" y="257"/>
                  </a:lnTo>
                  <a:lnTo>
                    <a:pt x="1166" y="297"/>
                  </a:lnTo>
                  <a:lnTo>
                    <a:pt x="1146" y="316"/>
                  </a:lnTo>
                  <a:lnTo>
                    <a:pt x="1146" y="297"/>
                  </a:lnTo>
                  <a:lnTo>
                    <a:pt x="1146" y="277"/>
                  </a:lnTo>
                  <a:lnTo>
                    <a:pt x="1166" y="218"/>
                  </a:lnTo>
                  <a:lnTo>
                    <a:pt x="1127" y="257"/>
                  </a:lnTo>
                  <a:lnTo>
                    <a:pt x="1146" y="218"/>
                  </a:lnTo>
                  <a:lnTo>
                    <a:pt x="1107" y="198"/>
                  </a:lnTo>
                  <a:lnTo>
                    <a:pt x="1107" y="178"/>
                  </a:lnTo>
                  <a:lnTo>
                    <a:pt x="1087" y="158"/>
                  </a:lnTo>
                  <a:lnTo>
                    <a:pt x="1067" y="178"/>
                  </a:lnTo>
                  <a:lnTo>
                    <a:pt x="1028" y="237"/>
                  </a:lnTo>
                  <a:lnTo>
                    <a:pt x="1028" y="257"/>
                  </a:lnTo>
                  <a:lnTo>
                    <a:pt x="1008" y="297"/>
                  </a:lnTo>
                  <a:lnTo>
                    <a:pt x="988" y="336"/>
                  </a:lnTo>
                  <a:lnTo>
                    <a:pt x="969" y="336"/>
                  </a:lnTo>
                  <a:lnTo>
                    <a:pt x="988" y="297"/>
                  </a:lnTo>
                  <a:lnTo>
                    <a:pt x="988" y="257"/>
                  </a:lnTo>
                  <a:lnTo>
                    <a:pt x="1008" y="218"/>
                  </a:lnTo>
                  <a:lnTo>
                    <a:pt x="988" y="218"/>
                  </a:lnTo>
                  <a:lnTo>
                    <a:pt x="1008" y="178"/>
                  </a:lnTo>
                  <a:lnTo>
                    <a:pt x="988" y="198"/>
                  </a:lnTo>
                  <a:lnTo>
                    <a:pt x="949" y="218"/>
                  </a:lnTo>
                  <a:lnTo>
                    <a:pt x="969" y="198"/>
                  </a:lnTo>
                  <a:lnTo>
                    <a:pt x="988" y="158"/>
                  </a:lnTo>
                  <a:lnTo>
                    <a:pt x="969" y="178"/>
                  </a:lnTo>
                  <a:lnTo>
                    <a:pt x="988" y="139"/>
                  </a:lnTo>
                  <a:lnTo>
                    <a:pt x="969" y="158"/>
                  </a:lnTo>
                  <a:lnTo>
                    <a:pt x="949" y="178"/>
                  </a:lnTo>
                  <a:lnTo>
                    <a:pt x="909" y="257"/>
                  </a:lnTo>
                  <a:lnTo>
                    <a:pt x="909" y="237"/>
                  </a:lnTo>
                  <a:lnTo>
                    <a:pt x="890" y="257"/>
                  </a:lnTo>
                  <a:lnTo>
                    <a:pt x="949" y="178"/>
                  </a:lnTo>
                  <a:lnTo>
                    <a:pt x="870" y="277"/>
                  </a:lnTo>
                  <a:lnTo>
                    <a:pt x="890" y="237"/>
                  </a:lnTo>
                  <a:lnTo>
                    <a:pt x="870" y="257"/>
                  </a:lnTo>
                  <a:lnTo>
                    <a:pt x="870" y="237"/>
                  </a:lnTo>
                  <a:lnTo>
                    <a:pt x="830" y="297"/>
                  </a:lnTo>
                  <a:lnTo>
                    <a:pt x="811" y="336"/>
                  </a:lnTo>
                  <a:lnTo>
                    <a:pt x="811" y="297"/>
                  </a:lnTo>
                  <a:lnTo>
                    <a:pt x="850" y="198"/>
                  </a:lnTo>
                  <a:lnTo>
                    <a:pt x="850" y="218"/>
                  </a:lnTo>
                  <a:lnTo>
                    <a:pt x="850" y="237"/>
                  </a:lnTo>
                  <a:lnTo>
                    <a:pt x="870" y="178"/>
                  </a:lnTo>
                  <a:lnTo>
                    <a:pt x="870" y="139"/>
                  </a:lnTo>
                  <a:lnTo>
                    <a:pt x="850" y="119"/>
                  </a:lnTo>
                  <a:lnTo>
                    <a:pt x="830" y="11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771" y="139"/>
                  </a:lnTo>
                  <a:lnTo>
                    <a:pt x="751" y="79"/>
                  </a:lnTo>
                  <a:lnTo>
                    <a:pt x="692" y="79"/>
                  </a:lnTo>
                  <a:lnTo>
                    <a:pt x="672" y="119"/>
                  </a:lnTo>
                  <a:lnTo>
                    <a:pt x="672" y="60"/>
                  </a:lnTo>
                  <a:lnTo>
                    <a:pt x="633" y="139"/>
                  </a:lnTo>
                  <a:lnTo>
                    <a:pt x="593" y="158"/>
                  </a:lnTo>
                  <a:lnTo>
                    <a:pt x="554" y="198"/>
                  </a:lnTo>
                  <a:lnTo>
                    <a:pt x="495" y="297"/>
                  </a:lnTo>
                  <a:lnTo>
                    <a:pt x="514" y="237"/>
                  </a:lnTo>
                  <a:lnTo>
                    <a:pt x="554" y="178"/>
                  </a:lnTo>
                  <a:lnTo>
                    <a:pt x="514" y="218"/>
                  </a:lnTo>
                  <a:lnTo>
                    <a:pt x="495" y="237"/>
                  </a:lnTo>
                  <a:lnTo>
                    <a:pt x="495" y="237"/>
                  </a:lnTo>
                  <a:lnTo>
                    <a:pt x="514" y="198"/>
                  </a:lnTo>
                  <a:lnTo>
                    <a:pt x="514" y="178"/>
                  </a:lnTo>
                  <a:lnTo>
                    <a:pt x="534" y="158"/>
                  </a:lnTo>
                  <a:lnTo>
                    <a:pt x="534" y="139"/>
                  </a:lnTo>
                  <a:lnTo>
                    <a:pt x="514" y="158"/>
                  </a:lnTo>
                  <a:lnTo>
                    <a:pt x="514" y="139"/>
                  </a:lnTo>
                  <a:lnTo>
                    <a:pt x="475" y="218"/>
                  </a:lnTo>
                  <a:lnTo>
                    <a:pt x="435" y="277"/>
                  </a:lnTo>
                  <a:lnTo>
                    <a:pt x="416" y="316"/>
                  </a:lnTo>
                  <a:lnTo>
                    <a:pt x="416" y="297"/>
                  </a:lnTo>
                  <a:lnTo>
                    <a:pt x="356" y="336"/>
                  </a:lnTo>
                  <a:lnTo>
                    <a:pt x="277" y="336"/>
                  </a:lnTo>
                  <a:lnTo>
                    <a:pt x="238" y="297"/>
                  </a:lnTo>
                  <a:lnTo>
                    <a:pt x="258" y="257"/>
                  </a:lnTo>
                  <a:lnTo>
                    <a:pt x="238" y="257"/>
                  </a:lnTo>
                  <a:lnTo>
                    <a:pt x="238" y="237"/>
                  </a:lnTo>
                  <a:lnTo>
                    <a:pt x="258" y="198"/>
                  </a:lnTo>
                  <a:lnTo>
                    <a:pt x="238" y="218"/>
                  </a:lnTo>
                  <a:lnTo>
                    <a:pt x="218" y="237"/>
                  </a:lnTo>
                  <a:lnTo>
                    <a:pt x="218" y="198"/>
                  </a:lnTo>
                  <a:lnTo>
                    <a:pt x="238" y="198"/>
                  </a:lnTo>
                  <a:lnTo>
                    <a:pt x="218" y="178"/>
                  </a:lnTo>
                  <a:lnTo>
                    <a:pt x="218" y="158"/>
                  </a:lnTo>
                  <a:lnTo>
                    <a:pt x="218" y="119"/>
                  </a:lnTo>
                  <a:lnTo>
                    <a:pt x="198" y="139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29"/>
            <p:cNvSpPr/>
            <p:nvPr/>
          </p:nvSpPr>
          <p:spPr>
            <a:xfrm>
              <a:off x="-1572875" y="34082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29"/>
            <p:cNvSpPr/>
            <p:nvPr/>
          </p:nvSpPr>
          <p:spPr>
            <a:xfrm>
              <a:off x="-1607925" y="34215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29"/>
            <p:cNvSpPr/>
            <p:nvPr/>
          </p:nvSpPr>
          <p:spPr>
            <a:xfrm>
              <a:off x="-1578300" y="3422050"/>
              <a:ext cx="525" cy="25"/>
            </a:xfrm>
            <a:custGeom>
              <a:rect b="b" l="l" r="r" t="t"/>
              <a:pathLst>
                <a:path extrusionOk="0" h="1" w="21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29"/>
            <p:cNvSpPr/>
            <p:nvPr/>
          </p:nvSpPr>
          <p:spPr>
            <a:xfrm>
              <a:off x="-1684975" y="3350450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29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29"/>
            <p:cNvSpPr/>
            <p:nvPr/>
          </p:nvSpPr>
          <p:spPr>
            <a:xfrm>
              <a:off x="-1696325" y="3346500"/>
              <a:ext cx="18800" cy="6925"/>
            </a:xfrm>
            <a:custGeom>
              <a:rect b="b" l="l" r="r" t="t"/>
              <a:pathLst>
                <a:path extrusionOk="0" h="277" w="752">
                  <a:moveTo>
                    <a:pt x="435" y="40"/>
                  </a:moveTo>
                  <a:lnTo>
                    <a:pt x="455" y="59"/>
                  </a:lnTo>
                  <a:lnTo>
                    <a:pt x="455" y="79"/>
                  </a:lnTo>
                  <a:lnTo>
                    <a:pt x="494" y="79"/>
                  </a:lnTo>
                  <a:lnTo>
                    <a:pt x="435" y="40"/>
                  </a:lnTo>
                  <a:close/>
                  <a:moveTo>
                    <a:pt x="494" y="79"/>
                  </a:moveTo>
                  <a:lnTo>
                    <a:pt x="521" y="86"/>
                  </a:lnTo>
                  <a:lnTo>
                    <a:pt x="521" y="86"/>
                  </a:lnTo>
                  <a:lnTo>
                    <a:pt x="514" y="79"/>
                  </a:lnTo>
                  <a:close/>
                  <a:moveTo>
                    <a:pt x="652" y="158"/>
                  </a:moveTo>
                  <a:lnTo>
                    <a:pt x="672" y="178"/>
                  </a:lnTo>
                  <a:lnTo>
                    <a:pt x="712" y="178"/>
                  </a:lnTo>
                  <a:lnTo>
                    <a:pt x="692" y="158"/>
                  </a:lnTo>
                  <a:close/>
                  <a:moveTo>
                    <a:pt x="1" y="0"/>
                  </a:moveTo>
                  <a:lnTo>
                    <a:pt x="40" y="40"/>
                  </a:lnTo>
                  <a:lnTo>
                    <a:pt x="99" y="59"/>
                  </a:lnTo>
                  <a:lnTo>
                    <a:pt x="60" y="59"/>
                  </a:lnTo>
                  <a:lnTo>
                    <a:pt x="99" y="79"/>
                  </a:lnTo>
                  <a:lnTo>
                    <a:pt x="178" y="119"/>
                  </a:lnTo>
                  <a:lnTo>
                    <a:pt x="198" y="11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238" y="119"/>
                  </a:lnTo>
                  <a:lnTo>
                    <a:pt x="356" y="138"/>
                  </a:lnTo>
                  <a:lnTo>
                    <a:pt x="336" y="138"/>
                  </a:lnTo>
                  <a:lnTo>
                    <a:pt x="376" y="158"/>
                  </a:lnTo>
                  <a:lnTo>
                    <a:pt x="396" y="158"/>
                  </a:lnTo>
                  <a:lnTo>
                    <a:pt x="356" y="119"/>
                  </a:lnTo>
                  <a:lnTo>
                    <a:pt x="356" y="119"/>
                  </a:lnTo>
                  <a:lnTo>
                    <a:pt x="396" y="138"/>
                  </a:lnTo>
                  <a:lnTo>
                    <a:pt x="415" y="138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178"/>
                  </a:lnTo>
                  <a:lnTo>
                    <a:pt x="534" y="178"/>
                  </a:lnTo>
                  <a:lnTo>
                    <a:pt x="455" y="138"/>
                  </a:lnTo>
                  <a:lnTo>
                    <a:pt x="455" y="158"/>
                  </a:lnTo>
                  <a:lnTo>
                    <a:pt x="494" y="178"/>
                  </a:lnTo>
                  <a:lnTo>
                    <a:pt x="514" y="178"/>
                  </a:lnTo>
                  <a:lnTo>
                    <a:pt x="593" y="217"/>
                  </a:lnTo>
                  <a:lnTo>
                    <a:pt x="573" y="237"/>
                  </a:lnTo>
                  <a:lnTo>
                    <a:pt x="593" y="237"/>
                  </a:lnTo>
                  <a:lnTo>
                    <a:pt x="672" y="257"/>
                  </a:lnTo>
                  <a:lnTo>
                    <a:pt x="692" y="237"/>
                  </a:lnTo>
                  <a:lnTo>
                    <a:pt x="751" y="257"/>
                  </a:lnTo>
                  <a:lnTo>
                    <a:pt x="692" y="198"/>
                  </a:lnTo>
                  <a:lnTo>
                    <a:pt x="731" y="217"/>
                  </a:lnTo>
                  <a:lnTo>
                    <a:pt x="712" y="198"/>
                  </a:lnTo>
                  <a:lnTo>
                    <a:pt x="672" y="178"/>
                  </a:lnTo>
                  <a:lnTo>
                    <a:pt x="633" y="158"/>
                  </a:lnTo>
                  <a:lnTo>
                    <a:pt x="554" y="119"/>
                  </a:lnTo>
                  <a:lnTo>
                    <a:pt x="633" y="138"/>
                  </a:lnTo>
                  <a:lnTo>
                    <a:pt x="652" y="158"/>
                  </a:lnTo>
                  <a:lnTo>
                    <a:pt x="652" y="138"/>
                  </a:lnTo>
                  <a:lnTo>
                    <a:pt x="712" y="158"/>
                  </a:lnTo>
                  <a:lnTo>
                    <a:pt x="633" y="119"/>
                  </a:lnTo>
                  <a:lnTo>
                    <a:pt x="652" y="119"/>
                  </a:lnTo>
                  <a:lnTo>
                    <a:pt x="573" y="99"/>
                  </a:lnTo>
                  <a:lnTo>
                    <a:pt x="534" y="59"/>
                  </a:lnTo>
                  <a:lnTo>
                    <a:pt x="514" y="59"/>
                  </a:lnTo>
                  <a:lnTo>
                    <a:pt x="534" y="79"/>
                  </a:lnTo>
                  <a:lnTo>
                    <a:pt x="573" y="99"/>
                  </a:lnTo>
                  <a:lnTo>
                    <a:pt x="573" y="99"/>
                  </a:lnTo>
                  <a:lnTo>
                    <a:pt x="521" y="86"/>
                  </a:lnTo>
                  <a:lnTo>
                    <a:pt x="521" y="86"/>
                  </a:lnTo>
                  <a:lnTo>
                    <a:pt x="534" y="9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317" y="79"/>
                  </a:lnTo>
                  <a:lnTo>
                    <a:pt x="178" y="20"/>
                  </a:lnTo>
                  <a:lnTo>
                    <a:pt x="159" y="40"/>
                  </a:lnTo>
                  <a:lnTo>
                    <a:pt x="178" y="40"/>
                  </a:lnTo>
                  <a:lnTo>
                    <a:pt x="198" y="59"/>
                  </a:lnTo>
                  <a:lnTo>
                    <a:pt x="99" y="40"/>
                  </a:lnTo>
                  <a:lnTo>
                    <a:pt x="1" y="0"/>
                  </a:lnTo>
                  <a:close/>
                  <a:moveTo>
                    <a:pt x="672" y="257"/>
                  </a:moveTo>
                  <a:lnTo>
                    <a:pt x="751" y="277"/>
                  </a:lnTo>
                  <a:lnTo>
                    <a:pt x="712" y="257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29"/>
            <p:cNvSpPr/>
            <p:nvPr/>
          </p:nvSpPr>
          <p:spPr>
            <a:xfrm>
              <a:off x="-1679050" y="3346000"/>
              <a:ext cx="3000" cy="1500"/>
            </a:xfrm>
            <a:custGeom>
              <a:rect b="b" l="l" r="r" t="t"/>
              <a:pathLst>
                <a:path extrusionOk="0" h="60" w="120">
                  <a:moveTo>
                    <a:pt x="119" y="60"/>
                  </a:moveTo>
                  <a:lnTo>
                    <a:pt x="119" y="6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0" y="40"/>
                  </a:lnTo>
                  <a:lnTo>
                    <a:pt x="119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29"/>
            <p:cNvSpPr/>
            <p:nvPr/>
          </p:nvSpPr>
          <p:spPr>
            <a:xfrm>
              <a:off x="-1681025" y="3345500"/>
              <a:ext cx="2000" cy="1025"/>
            </a:xfrm>
            <a:custGeom>
              <a:rect b="b" l="l" r="r" t="t"/>
              <a:pathLst>
                <a:path extrusionOk="0" h="41" w="80">
                  <a:moveTo>
                    <a:pt x="1" y="1"/>
                  </a:moveTo>
                  <a:lnTo>
                    <a:pt x="33" y="9"/>
                  </a:lnTo>
                  <a:lnTo>
                    <a:pt x="33" y="9"/>
                  </a:lnTo>
                  <a:lnTo>
                    <a:pt x="21" y="1"/>
                  </a:lnTo>
                  <a:close/>
                  <a:moveTo>
                    <a:pt x="33" y="9"/>
                  </a:moveTo>
                  <a:lnTo>
                    <a:pt x="80" y="40"/>
                  </a:lnTo>
                  <a:lnTo>
                    <a:pt x="80" y="20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29"/>
            <p:cNvSpPr/>
            <p:nvPr/>
          </p:nvSpPr>
          <p:spPr>
            <a:xfrm>
              <a:off x="-1702750" y="3291175"/>
              <a:ext cx="39525" cy="57325"/>
            </a:xfrm>
            <a:custGeom>
              <a:rect b="b" l="l" r="r" t="t"/>
              <a:pathLst>
                <a:path extrusionOk="0" h="2293" w="1581">
                  <a:moveTo>
                    <a:pt x="1403" y="356"/>
                  </a:moveTo>
                  <a:lnTo>
                    <a:pt x="1403" y="376"/>
                  </a:lnTo>
                  <a:lnTo>
                    <a:pt x="1423" y="376"/>
                  </a:lnTo>
                  <a:lnTo>
                    <a:pt x="1403" y="356"/>
                  </a:lnTo>
                  <a:close/>
                  <a:moveTo>
                    <a:pt x="179" y="752"/>
                  </a:moveTo>
                  <a:lnTo>
                    <a:pt x="208" y="761"/>
                  </a:lnTo>
                  <a:lnTo>
                    <a:pt x="198" y="752"/>
                  </a:lnTo>
                  <a:close/>
                  <a:moveTo>
                    <a:pt x="139" y="732"/>
                  </a:moveTo>
                  <a:lnTo>
                    <a:pt x="100" y="752"/>
                  </a:lnTo>
                  <a:lnTo>
                    <a:pt x="179" y="771"/>
                  </a:lnTo>
                  <a:lnTo>
                    <a:pt x="159" y="752"/>
                  </a:lnTo>
                  <a:lnTo>
                    <a:pt x="179" y="752"/>
                  </a:lnTo>
                  <a:lnTo>
                    <a:pt x="139" y="732"/>
                  </a:lnTo>
                  <a:close/>
                  <a:moveTo>
                    <a:pt x="208" y="761"/>
                  </a:moveTo>
                  <a:lnTo>
                    <a:pt x="218" y="77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38" y="771"/>
                  </a:lnTo>
                  <a:lnTo>
                    <a:pt x="208" y="761"/>
                  </a:lnTo>
                  <a:close/>
                  <a:moveTo>
                    <a:pt x="1403" y="870"/>
                  </a:moveTo>
                  <a:lnTo>
                    <a:pt x="1443" y="910"/>
                  </a:lnTo>
                  <a:lnTo>
                    <a:pt x="1443" y="910"/>
                  </a:lnTo>
                  <a:lnTo>
                    <a:pt x="1423" y="870"/>
                  </a:lnTo>
                  <a:close/>
                  <a:moveTo>
                    <a:pt x="139" y="890"/>
                  </a:moveTo>
                  <a:lnTo>
                    <a:pt x="238" y="929"/>
                  </a:lnTo>
                  <a:lnTo>
                    <a:pt x="179" y="890"/>
                  </a:lnTo>
                  <a:close/>
                  <a:moveTo>
                    <a:pt x="1033" y="1537"/>
                  </a:moveTo>
                  <a:lnTo>
                    <a:pt x="1028" y="1542"/>
                  </a:lnTo>
                  <a:lnTo>
                    <a:pt x="1048" y="1542"/>
                  </a:lnTo>
                  <a:lnTo>
                    <a:pt x="1033" y="1537"/>
                  </a:lnTo>
                  <a:close/>
                  <a:moveTo>
                    <a:pt x="139" y="1561"/>
                  </a:moveTo>
                  <a:lnTo>
                    <a:pt x="159" y="1581"/>
                  </a:lnTo>
                  <a:lnTo>
                    <a:pt x="218" y="1581"/>
                  </a:lnTo>
                  <a:lnTo>
                    <a:pt x="139" y="1561"/>
                  </a:lnTo>
                  <a:close/>
                  <a:moveTo>
                    <a:pt x="40" y="1621"/>
                  </a:moveTo>
                  <a:lnTo>
                    <a:pt x="119" y="1660"/>
                  </a:lnTo>
                  <a:lnTo>
                    <a:pt x="139" y="1680"/>
                  </a:lnTo>
                  <a:lnTo>
                    <a:pt x="159" y="1700"/>
                  </a:lnTo>
                  <a:lnTo>
                    <a:pt x="198" y="1719"/>
                  </a:lnTo>
                  <a:lnTo>
                    <a:pt x="258" y="1739"/>
                  </a:lnTo>
                  <a:lnTo>
                    <a:pt x="277" y="1739"/>
                  </a:lnTo>
                  <a:lnTo>
                    <a:pt x="238" y="1719"/>
                  </a:lnTo>
                  <a:lnTo>
                    <a:pt x="218" y="1700"/>
                  </a:lnTo>
                  <a:lnTo>
                    <a:pt x="258" y="1700"/>
                  </a:lnTo>
                  <a:lnTo>
                    <a:pt x="139" y="1660"/>
                  </a:lnTo>
                  <a:lnTo>
                    <a:pt x="159" y="1640"/>
                  </a:lnTo>
                  <a:lnTo>
                    <a:pt x="139" y="1640"/>
                  </a:lnTo>
                  <a:lnTo>
                    <a:pt x="40" y="1621"/>
                  </a:lnTo>
                  <a:close/>
                  <a:moveTo>
                    <a:pt x="475" y="1818"/>
                  </a:moveTo>
                  <a:lnTo>
                    <a:pt x="495" y="1838"/>
                  </a:lnTo>
                  <a:lnTo>
                    <a:pt x="514" y="1838"/>
                  </a:lnTo>
                  <a:lnTo>
                    <a:pt x="475" y="1818"/>
                  </a:lnTo>
                  <a:close/>
                  <a:moveTo>
                    <a:pt x="1245" y="1996"/>
                  </a:moveTo>
                  <a:lnTo>
                    <a:pt x="1304" y="2016"/>
                  </a:lnTo>
                  <a:lnTo>
                    <a:pt x="1304" y="2016"/>
                  </a:lnTo>
                  <a:lnTo>
                    <a:pt x="1285" y="1996"/>
                  </a:lnTo>
                  <a:close/>
                  <a:moveTo>
                    <a:pt x="159" y="2095"/>
                  </a:moveTo>
                  <a:lnTo>
                    <a:pt x="179" y="2114"/>
                  </a:lnTo>
                  <a:lnTo>
                    <a:pt x="198" y="2095"/>
                  </a:lnTo>
                  <a:close/>
                  <a:moveTo>
                    <a:pt x="1462" y="1"/>
                  </a:moveTo>
                  <a:lnTo>
                    <a:pt x="850" y="317"/>
                  </a:lnTo>
                  <a:lnTo>
                    <a:pt x="297" y="633"/>
                  </a:lnTo>
                  <a:lnTo>
                    <a:pt x="198" y="692"/>
                  </a:lnTo>
                  <a:lnTo>
                    <a:pt x="238" y="692"/>
                  </a:lnTo>
                  <a:lnTo>
                    <a:pt x="238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297" y="771"/>
                  </a:lnTo>
                  <a:lnTo>
                    <a:pt x="317" y="771"/>
                  </a:lnTo>
                  <a:lnTo>
                    <a:pt x="337" y="791"/>
                  </a:lnTo>
                  <a:lnTo>
                    <a:pt x="337" y="811"/>
                  </a:lnTo>
                  <a:lnTo>
                    <a:pt x="297" y="791"/>
                  </a:lnTo>
                  <a:lnTo>
                    <a:pt x="277" y="79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58" y="791"/>
                  </a:lnTo>
                  <a:lnTo>
                    <a:pt x="277" y="811"/>
                  </a:lnTo>
                  <a:lnTo>
                    <a:pt x="258" y="811"/>
                  </a:lnTo>
                  <a:lnTo>
                    <a:pt x="238" y="791"/>
                  </a:lnTo>
                  <a:lnTo>
                    <a:pt x="238" y="811"/>
                  </a:lnTo>
                  <a:lnTo>
                    <a:pt x="258" y="831"/>
                  </a:lnTo>
                  <a:lnTo>
                    <a:pt x="198" y="811"/>
                  </a:lnTo>
                  <a:lnTo>
                    <a:pt x="218" y="831"/>
                  </a:lnTo>
                  <a:lnTo>
                    <a:pt x="159" y="831"/>
                  </a:lnTo>
                  <a:lnTo>
                    <a:pt x="179" y="850"/>
                  </a:lnTo>
                  <a:lnTo>
                    <a:pt x="218" y="870"/>
                  </a:lnTo>
                  <a:lnTo>
                    <a:pt x="277" y="870"/>
                  </a:lnTo>
                  <a:lnTo>
                    <a:pt x="356" y="910"/>
                  </a:lnTo>
                  <a:lnTo>
                    <a:pt x="356" y="929"/>
                  </a:lnTo>
                  <a:lnTo>
                    <a:pt x="297" y="929"/>
                  </a:lnTo>
                  <a:lnTo>
                    <a:pt x="337" y="949"/>
                  </a:lnTo>
                  <a:lnTo>
                    <a:pt x="297" y="949"/>
                  </a:lnTo>
                  <a:lnTo>
                    <a:pt x="297" y="969"/>
                  </a:lnTo>
                  <a:lnTo>
                    <a:pt x="258" y="949"/>
                  </a:lnTo>
                  <a:lnTo>
                    <a:pt x="258" y="929"/>
                  </a:lnTo>
                  <a:lnTo>
                    <a:pt x="198" y="929"/>
                  </a:lnTo>
                  <a:lnTo>
                    <a:pt x="159" y="910"/>
                  </a:lnTo>
                  <a:lnTo>
                    <a:pt x="176" y="945"/>
                  </a:lnTo>
                  <a:lnTo>
                    <a:pt x="176" y="945"/>
                  </a:lnTo>
                  <a:lnTo>
                    <a:pt x="100" y="929"/>
                  </a:lnTo>
                  <a:lnTo>
                    <a:pt x="80" y="929"/>
                  </a:lnTo>
                  <a:lnTo>
                    <a:pt x="119" y="949"/>
                  </a:lnTo>
                  <a:lnTo>
                    <a:pt x="159" y="949"/>
                  </a:lnTo>
                  <a:lnTo>
                    <a:pt x="159" y="969"/>
                  </a:lnTo>
                  <a:lnTo>
                    <a:pt x="139" y="969"/>
                  </a:lnTo>
                  <a:lnTo>
                    <a:pt x="139" y="989"/>
                  </a:lnTo>
                  <a:lnTo>
                    <a:pt x="119" y="989"/>
                  </a:lnTo>
                  <a:lnTo>
                    <a:pt x="179" y="1008"/>
                  </a:lnTo>
                  <a:lnTo>
                    <a:pt x="179" y="1008"/>
                  </a:lnTo>
                  <a:lnTo>
                    <a:pt x="159" y="989"/>
                  </a:lnTo>
                  <a:lnTo>
                    <a:pt x="198" y="989"/>
                  </a:lnTo>
                  <a:lnTo>
                    <a:pt x="218" y="1008"/>
                  </a:lnTo>
                  <a:lnTo>
                    <a:pt x="218" y="1028"/>
                  </a:lnTo>
                  <a:lnTo>
                    <a:pt x="238" y="1048"/>
                  </a:lnTo>
                  <a:lnTo>
                    <a:pt x="258" y="1087"/>
                  </a:lnTo>
                  <a:lnTo>
                    <a:pt x="198" y="1087"/>
                  </a:lnTo>
                  <a:lnTo>
                    <a:pt x="139" y="1048"/>
                  </a:lnTo>
                  <a:lnTo>
                    <a:pt x="139" y="1028"/>
                  </a:lnTo>
                  <a:lnTo>
                    <a:pt x="139" y="1008"/>
                  </a:lnTo>
                  <a:lnTo>
                    <a:pt x="119" y="1028"/>
                  </a:lnTo>
                  <a:lnTo>
                    <a:pt x="119" y="1048"/>
                  </a:lnTo>
                  <a:lnTo>
                    <a:pt x="159" y="1087"/>
                  </a:lnTo>
                  <a:lnTo>
                    <a:pt x="139" y="1087"/>
                  </a:lnTo>
                  <a:lnTo>
                    <a:pt x="80" y="1068"/>
                  </a:lnTo>
                  <a:lnTo>
                    <a:pt x="21" y="1068"/>
                  </a:lnTo>
                  <a:lnTo>
                    <a:pt x="21" y="1087"/>
                  </a:lnTo>
                  <a:lnTo>
                    <a:pt x="119" y="1107"/>
                  </a:lnTo>
                  <a:lnTo>
                    <a:pt x="100" y="1127"/>
                  </a:lnTo>
                  <a:lnTo>
                    <a:pt x="139" y="1127"/>
                  </a:lnTo>
                  <a:lnTo>
                    <a:pt x="179" y="1147"/>
                  </a:lnTo>
                  <a:lnTo>
                    <a:pt x="159" y="1147"/>
                  </a:lnTo>
                  <a:lnTo>
                    <a:pt x="119" y="1127"/>
                  </a:lnTo>
                  <a:lnTo>
                    <a:pt x="119" y="1147"/>
                  </a:lnTo>
                  <a:lnTo>
                    <a:pt x="100" y="1147"/>
                  </a:lnTo>
                  <a:lnTo>
                    <a:pt x="159" y="1166"/>
                  </a:lnTo>
                  <a:lnTo>
                    <a:pt x="198" y="1206"/>
                  </a:lnTo>
                  <a:lnTo>
                    <a:pt x="179" y="1206"/>
                  </a:lnTo>
                  <a:lnTo>
                    <a:pt x="159" y="1186"/>
                  </a:lnTo>
                  <a:lnTo>
                    <a:pt x="139" y="1186"/>
                  </a:lnTo>
                  <a:lnTo>
                    <a:pt x="139" y="1166"/>
                  </a:lnTo>
                  <a:lnTo>
                    <a:pt x="119" y="1186"/>
                  </a:lnTo>
                  <a:lnTo>
                    <a:pt x="179" y="1226"/>
                  </a:lnTo>
                  <a:lnTo>
                    <a:pt x="218" y="1226"/>
                  </a:lnTo>
                  <a:lnTo>
                    <a:pt x="258" y="1245"/>
                  </a:lnTo>
                  <a:lnTo>
                    <a:pt x="159" y="1245"/>
                  </a:lnTo>
                  <a:lnTo>
                    <a:pt x="218" y="1265"/>
                  </a:lnTo>
                  <a:lnTo>
                    <a:pt x="238" y="1285"/>
                  </a:lnTo>
                  <a:lnTo>
                    <a:pt x="277" y="1305"/>
                  </a:lnTo>
                  <a:lnTo>
                    <a:pt x="218" y="1305"/>
                  </a:lnTo>
                  <a:lnTo>
                    <a:pt x="198" y="1285"/>
                  </a:lnTo>
                  <a:lnTo>
                    <a:pt x="139" y="1285"/>
                  </a:lnTo>
                  <a:lnTo>
                    <a:pt x="100" y="1245"/>
                  </a:lnTo>
                  <a:lnTo>
                    <a:pt x="80" y="1245"/>
                  </a:lnTo>
                  <a:lnTo>
                    <a:pt x="100" y="1265"/>
                  </a:lnTo>
                  <a:lnTo>
                    <a:pt x="119" y="1285"/>
                  </a:lnTo>
                  <a:lnTo>
                    <a:pt x="80" y="1285"/>
                  </a:lnTo>
                  <a:lnTo>
                    <a:pt x="80" y="1305"/>
                  </a:lnTo>
                  <a:lnTo>
                    <a:pt x="119" y="1305"/>
                  </a:lnTo>
                  <a:lnTo>
                    <a:pt x="179" y="1324"/>
                  </a:lnTo>
                  <a:lnTo>
                    <a:pt x="100" y="1324"/>
                  </a:lnTo>
                  <a:lnTo>
                    <a:pt x="139" y="1344"/>
                  </a:lnTo>
                  <a:lnTo>
                    <a:pt x="218" y="1384"/>
                  </a:lnTo>
                  <a:lnTo>
                    <a:pt x="277" y="1384"/>
                  </a:lnTo>
                  <a:lnTo>
                    <a:pt x="297" y="1403"/>
                  </a:lnTo>
                  <a:lnTo>
                    <a:pt x="317" y="1403"/>
                  </a:lnTo>
                  <a:lnTo>
                    <a:pt x="356" y="1423"/>
                  </a:lnTo>
                  <a:lnTo>
                    <a:pt x="396" y="1423"/>
                  </a:lnTo>
                  <a:lnTo>
                    <a:pt x="356" y="1443"/>
                  </a:lnTo>
                  <a:lnTo>
                    <a:pt x="297" y="1443"/>
                  </a:lnTo>
                  <a:lnTo>
                    <a:pt x="159" y="1384"/>
                  </a:lnTo>
                  <a:lnTo>
                    <a:pt x="1" y="1324"/>
                  </a:lnTo>
                  <a:lnTo>
                    <a:pt x="21" y="1364"/>
                  </a:lnTo>
                  <a:lnTo>
                    <a:pt x="21" y="1384"/>
                  </a:lnTo>
                  <a:lnTo>
                    <a:pt x="1" y="1384"/>
                  </a:lnTo>
                  <a:lnTo>
                    <a:pt x="80" y="1423"/>
                  </a:lnTo>
                  <a:lnTo>
                    <a:pt x="179" y="1463"/>
                  </a:lnTo>
                  <a:lnTo>
                    <a:pt x="159" y="1463"/>
                  </a:lnTo>
                  <a:lnTo>
                    <a:pt x="179" y="1482"/>
                  </a:lnTo>
                  <a:lnTo>
                    <a:pt x="198" y="1502"/>
                  </a:lnTo>
                  <a:lnTo>
                    <a:pt x="198" y="1522"/>
                  </a:lnTo>
                  <a:lnTo>
                    <a:pt x="238" y="1542"/>
                  </a:lnTo>
                  <a:lnTo>
                    <a:pt x="337" y="1561"/>
                  </a:lnTo>
                  <a:lnTo>
                    <a:pt x="337" y="1581"/>
                  </a:lnTo>
                  <a:lnTo>
                    <a:pt x="356" y="1581"/>
                  </a:lnTo>
                  <a:lnTo>
                    <a:pt x="396" y="1621"/>
                  </a:lnTo>
                  <a:lnTo>
                    <a:pt x="337" y="1601"/>
                  </a:lnTo>
                  <a:lnTo>
                    <a:pt x="317" y="1621"/>
                  </a:lnTo>
                  <a:lnTo>
                    <a:pt x="337" y="1640"/>
                  </a:lnTo>
                  <a:lnTo>
                    <a:pt x="277" y="1601"/>
                  </a:lnTo>
                  <a:lnTo>
                    <a:pt x="297" y="1601"/>
                  </a:lnTo>
                  <a:lnTo>
                    <a:pt x="258" y="1581"/>
                  </a:lnTo>
                  <a:lnTo>
                    <a:pt x="218" y="1581"/>
                  </a:lnTo>
                  <a:lnTo>
                    <a:pt x="238" y="1601"/>
                  </a:lnTo>
                  <a:lnTo>
                    <a:pt x="179" y="1601"/>
                  </a:lnTo>
                  <a:lnTo>
                    <a:pt x="159" y="1621"/>
                  </a:lnTo>
                  <a:lnTo>
                    <a:pt x="159" y="1640"/>
                  </a:lnTo>
                  <a:lnTo>
                    <a:pt x="198" y="1640"/>
                  </a:lnTo>
                  <a:lnTo>
                    <a:pt x="277" y="1680"/>
                  </a:lnTo>
                  <a:lnTo>
                    <a:pt x="317" y="1700"/>
                  </a:lnTo>
                  <a:lnTo>
                    <a:pt x="337" y="1719"/>
                  </a:lnTo>
                  <a:lnTo>
                    <a:pt x="376" y="1719"/>
                  </a:lnTo>
                  <a:lnTo>
                    <a:pt x="396" y="1700"/>
                  </a:lnTo>
                  <a:lnTo>
                    <a:pt x="495" y="1719"/>
                  </a:lnTo>
                  <a:lnTo>
                    <a:pt x="613" y="1798"/>
                  </a:lnTo>
                  <a:lnTo>
                    <a:pt x="554" y="1779"/>
                  </a:lnTo>
                  <a:lnTo>
                    <a:pt x="633" y="1818"/>
                  </a:lnTo>
                  <a:lnTo>
                    <a:pt x="514" y="1798"/>
                  </a:lnTo>
                  <a:lnTo>
                    <a:pt x="534" y="1818"/>
                  </a:lnTo>
                  <a:lnTo>
                    <a:pt x="514" y="1838"/>
                  </a:lnTo>
                  <a:lnTo>
                    <a:pt x="574" y="1838"/>
                  </a:lnTo>
                  <a:lnTo>
                    <a:pt x="574" y="1818"/>
                  </a:lnTo>
                  <a:lnTo>
                    <a:pt x="613" y="1838"/>
                  </a:lnTo>
                  <a:lnTo>
                    <a:pt x="593" y="1858"/>
                  </a:lnTo>
                  <a:lnTo>
                    <a:pt x="633" y="1877"/>
                  </a:lnTo>
                  <a:lnTo>
                    <a:pt x="712" y="1897"/>
                  </a:lnTo>
                  <a:lnTo>
                    <a:pt x="593" y="1897"/>
                  </a:lnTo>
                  <a:lnTo>
                    <a:pt x="455" y="1838"/>
                  </a:lnTo>
                  <a:lnTo>
                    <a:pt x="475" y="1858"/>
                  </a:lnTo>
                  <a:lnTo>
                    <a:pt x="475" y="1858"/>
                  </a:lnTo>
                  <a:lnTo>
                    <a:pt x="277" y="1779"/>
                  </a:lnTo>
                  <a:lnTo>
                    <a:pt x="258" y="1798"/>
                  </a:lnTo>
                  <a:lnTo>
                    <a:pt x="238" y="1818"/>
                  </a:lnTo>
                  <a:lnTo>
                    <a:pt x="100" y="1779"/>
                  </a:lnTo>
                  <a:lnTo>
                    <a:pt x="119" y="1818"/>
                  </a:lnTo>
                  <a:lnTo>
                    <a:pt x="40" y="1818"/>
                  </a:lnTo>
                  <a:lnTo>
                    <a:pt x="80" y="1838"/>
                  </a:lnTo>
                  <a:lnTo>
                    <a:pt x="100" y="1838"/>
                  </a:lnTo>
                  <a:lnTo>
                    <a:pt x="179" y="1858"/>
                  </a:lnTo>
                  <a:lnTo>
                    <a:pt x="159" y="1858"/>
                  </a:lnTo>
                  <a:lnTo>
                    <a:pt x="179" y="1877"/>
                  </a:lnTo>
                  <a:lnTo>
                    <a:pt x="198" y="1858"/>
                  </a:lnTo>
                  <a:lnTo>
                    <a:pt x="238" y="1858"/>
                  </a:lnTo>
                  <a:lnTo>
                    <a:pt x="277" y="1877"/>
                  </a:lnTo>
                  <a:lnTo>
                    <a:pt x="337" y="1897"/>
                  </a:lnTo>
                  <a:lnTo>
                    <a:pt x="356" y="1877"/>
                  </a:lnTo>
                  <a:lnTo>
                    <a:pt x="396" y="1897"/>
                  </a:lnTo>
                  <a:lnTo>
                    <a:pt x="380" y="1913"/>
                  </a:lnTo>
                  <a:lnTo>
                    <a:pt x="380" y="1913"/>
                  </a:lnTo>
                  <a:lnTo>
                    <a:pt x="238" y="1877"/>
                  </a:lnTo>
                  <a:lnTo>
                    <a:pt x="258" y="1897"/>
                  </a:lnTo>
                  <a:lnTo>
                    <a:pt x="179" y="1897"/>
                  </a:lnTo>
                  <a:lnTo>
                    <a:pt x="159" y="1877"/>
                  </a:lnTo>
                  <a:lnTo>
                    <a:pt x="139" y="1877"/>
                  </a:lnTo>
                  <a:lnTo>
                    <a:pt x="139" y="1897"/>
                  </a:lnTo>
                  <a:lnTo>
                    <a:pt x="119" y="1877"/>
                  </a:lnTo>
                  <a:lnTo>
                    <a:pt x="100" y="1877"/>
                  </a:lnTo>
                  <a:lnTo>
                    <a:pt x="100" y="1858"/>
                  </a:lnTo>
                  <a:lnTo>
                    <a:pt x="60" y="1897"/>
                  </a:lnTo>
                  <a:lnTo>
                    <a:pt x="40" y="1877"/>
                  </a:lnTo>
                  <a:lnTo>
                    <a:pt x="21" y="1877"/>
                  </a:lnTo>
                  <a:lnTo>
                    <a:pt x="119" y="1937"/>
                  </a:lnTo>
                  <a:lnTo>
                    <a:pt x="60" y="1937"/>
                  </a:lnTo>
                  <a:lnTo>
                    <a:pt x="80" y="1956"/>
                  </a:lnTo>
                  <a:lnTo>
                    <a:pt x="100" y="1976"/>
                  </a:lnTo>
                  <a:lnTo>
                    <a:pt x="159" y="1996"/>
                  </a:lnTo>
                  <a:lnTo>
                    <a:pt x="218" y="2016"/>
                  </a:lnTo>
                  <a:lnTo>
                    <a:pt x="238" y="2016"/>
                  </a:lnTo>
                  <a:lnTo>
                    <a:pt x="258" y="2035"/>
                  </a:lnTo>
                  <a:lnTo>
                    <a:pt x="80" y="1996"/>
                  </a:lnTo>
                  <a:lnTo>
                    <a:pt x="60" y="1996"/>
                  </a:lnTo>
                  <a:lnTo>
                    <a:pt x="119" y="2035"/>
                  </a:lnTo>
                  <a:lnTo>
                    <a:pt x="179" y="2035"/>
                  </a:lnTo>
                  <a:lnTo>
                    <a:pt x="198" y="2055"/>
                  </a:lnTo>
                  <a:lnTo>
                    <a:pt x="179" y="2075"/>
                  </a:lnTo>
                  <a:lnTo>
                    <a:pt x="218" y="2095"/>
                  </a:lnTo>
                  <a:lnTo>
                    <a:pt x="258" y="2095"/>
                  </a:lnTo>
                  <a:lnTo>
                    <a:pt x="317" y="2134"/>
                  </a:lnTo>
                  <a:lnTo>
                    <a:pt x="277" y="2134"/>
                  </a:lnTo>
                  <a:lnTo>
                    <a:pt x="179" y="2114"/>
                  </a:lnTo>
                  <a:lnTo>
                    <a:pt x="119" y="2114"/>
                  </a:lnTo>
                  <a:lnTo>
                    <a:pt x="60" y="2095"/>
                  </a:lnTo>
                  <a:lnTo>
                    <a:pt x="80" y="2114"/>
                  </a:lnTo>
                  <a:lnTo>
                    <a:pt x="40" y="2114"/>
                  </a:lnTo>
                  <a:lnTo>
                    <a:pt x="80" y="2134"/>
                  </a:lnTo>
                  <a:lnTo>
                    <a:pt x="139" y="2134"/>
                  </a:lnTo>
                  <a:lnTo>
                    <a:pt x="258" y="2193"/>
                  </a:lnTo>
                  <a:lnTo>
                    <a:pt x="258" y="2174"/>
                  </a:lnTo>
                  <a:lnTo>
                    <a:pt x="238" y="2174"/>
                  </a:lnTo>
                  <a:lnTo>
                    <a:pt x="198" y="2154"/>
                  </a:lnTo>
                  <a:lnTo>
                    <a:pt x="179" y="2134"/>
                  </a:lnTo>
                  <a:lnTo>
                    <a:pt x="179" y="2134"/>
                  </a:lnTo>
                  <a:lnTo>
                    <a:pt x="258" y="2174"/>
                  </a:lnTo>
                  <a:lnTo>
                    <a:pt x="317" y="2193"/>
                  </a:lnTo>
                  <a:lnTo>
                    <a:pt x="376" y="2213"/>
                  </a:lnTo>
                  <a:lnTo>
                    <a:pt x="416" y="2233"/>
                  </a:lnTo>
                  <a:lnTo>
                    <a:pt x="396" y="2213"/>
                  </a:lnTo>
                  <a:lnTo>
                    <a:pt x="317" y="2174"/>
                  </a:lnTo>
                  <a:lnTo>
                    <a:pt x="297" y="2174"/>
                  </a:lnTo>
                  <a:lnTo>
                    <a:pt x="258" y="2154"/>
                  </a:lnTo>
                  <a:lnTo>
                    <a:pt x="337" y="2174"/>
                  </a:lnTo>
                  <a:lnTo>
                    <a:pt x="356" y="2154"/>
                  </a:lnTo>
                  <a:lnTo>
                    <a:pt x="376" y="2154"/>
                  </a:lnTo>
                  <a:lnTo>
                    <a:pt x="416" y="2134"/>
                  </a:lnTo>
                  <a:lnTo>
                    <a:pt x="356" y="2114"/>
                  </a:lnTo>
                  <a:lnTo>
                    <a:pt x="277" y="2095"/>
                  </a:lnTo>
                  <a:lnTo>
                    <a:pt x="277" y="2075"/>
                  </a:lnTo>
                  <a:lnTo>
                    <a:pt x="337" y="2095"/>
                  </a:lnTo>
                  <a:lnTo>
                    <a:pt x="356" y="2114"/>
                  </a:lnTo>
                  <a:lnTo>
                    <a:pt x="435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33"/>
                  </a:lnTo>
                  <a:lnTo>
                    <a:pt x="692" y="2253"/>
                  </a:lnTo>
                  <a:lnTo>
                    <a:pt x="751" y="2253"/>
                  </a:lnTo>
                  <a:lnTo>
                    <a:pt x="791" y="2272"/>
                  </a:lnTo>
                  <a:lnTo>
                    <a:pt x="791" y="2253"/>
                  </a:lnTo>
                  <a:lnTo>
                    <a:pt x="830" y="2272"/>
                  </a:lnTo>
                  <a:lnTo>
                    <a:pt x="850" y="2292"/>
                  </a:lnTo>
                  <a:lnTo>
                    <a:pt x="890" y="2292"/>
                  </a:lnTo>
                  <a:lnTo>
                    <a:pt x="870" y="2272"/>
                  </a:lnTo>
                  <a:lnTo>
                    <a:pt x="791" y="2233"/>
                  </a:lnTo>
                  <a:lnTo>
                    <a:pt x="811" y="2233"/>
                  </a:lnTo>
                  <a:lnTo>
                    <a:pt x="811" y="2213"/>
                  </a:lnTo>
                  <a:lnTo>
                    <a:pt x="771" y="2193"/>
                  </a:lnTo>
                  <a:lnTo>
                    <a:pt x="771" y="2174"/>
                  </a:lnTo>
                  <a:lnTo>
                    <a:pt x="811" y="2174"/>
                  </a:lnTo>
                  <a:lnTo>
                    <a:pt x="712" y="2154"/>
                  </a:lnTo>
                  <a:lnTo>
                    <a:pt x="712" y="2134"/>
                  </a:lnTo>
                  <a:lnTo>
                    <a:pt x="712" y="2114"/>
                  </a:lnTo>
                  <a:lnTo>
                    <a:pt x="751" y="2134"/>
                  </a:lnTo>
                  <a:lnTo>
                    <a:pt x="771" y="2154"/>
                  </a:lnTo>
                  <a:lnTo>
                    <a:pt x="771" y="2134"/>
                  </a:lnTo>
                  <a:lnTo>
                    <a:pt x="751" y="2114"/>
                  </a:lnTo>
                  <a:lnTo>
                    <a:pt x="672" y="2075"/>
                  </a:lnTo>
                  <a:lnTo>
                    <a:pt x="574" y="2055"/>
                  </a:lnTo>
                  <a:lnTo>
                    <a:pt x="534" y="2035"/>
                  </a:lnTo>
                  <a:lnTo>
                    <a:pt x="593" y="2035"/>
                  </a:lnTo>
                  <a:lnTo>
                    <a:pt x="751" y="2075"/>
                  </a:lnTo>
                  <a:lnTo>
                    <a:pt x="751" y="2075"/>
                  </a:lnTo>
                  <a:lnTo>
                    <a:pt x="712" y="2055"/>
                  </a:lnTo>
                  <a:lnTo>
                    <a:pt x="672" y="2016"/>
                  </a:lnTo>
                  <a:lnTo>
                    <a:pt x="771" y="2055"/>
                  </a:lnTo>
                  <a:lnTo>
                    <a:pt x="811" y="2095"/>
                  </a:lnTo>
                  <a:lnTo>
                    <a:pt x="791" y="2095"/>
                  </a:lnTo>
                  <a:lnTo>
                    <a:pt x="791" y="2114"/>
                  </a:lnTo>
                  <a:lnTo>
                    <a:pt x="850" y="2134"/>
                  </a:lnTo>
                  <a:lnTo>
                    <a:pt x="870" y="2174"/>
                  </a:lnTo>
                  <a:lnTo>
                    <a:pt x="929" y="2154"/>
                  </a:lnTo>
                  <a:lnTo>
                    <a:pt x="969" y="2174"/>
                  </a:lnTo>
                  <a:lnTo>
                    <a:pt x="949" y="2154"/>
                  </a:lnTo>
                  <a:lnTo>
                    <a:pt x="1008" y="2174"/>
                  </a:lnTo>
                  <a:lnTo>
                    <a:pt x="1067" y="2174"/>
                  </a:lnTo>
                  <a:lnTo>
                    <a:pt x="1067" y="2193"/>
                  </a:lnTo>
                  <a:lnTo>
                    <a:pt x="1087" y="2213"/>
                  </a:lnTo>
                  <a:lnTo>
                    <a:pt x="1107" y="2213"/>
                  </a:lnTo>
                  <a:lnTo>
                    <a:pt x="1127" y="2193"/>
                  </a:lnTo>
                  <a:lnTo>
                    <a:pt x="929" y="2114"/>
                  </a:lnTo>
                  <a:lnTo>
                    <a:pt x="909" y="2075"/>
                  </a:lnTo>
                  <a:lnTo>
                    <a:pt x="929" y="2075"/>
                  </a:lnTo>
                  <a:lnTo>
                    <a:pt x="969" y="2095"/>
                  </a:lnTo>
                  <a:lnTo>
                    <a:pt x="1048" y="2134"/>
                  </a:lnTo>
                  <a:lnTo>
                    <a:pt x="1048" y="2134"/>
                  </a:lnTo>
                  <a:lnTo>
                    <a:pt x="1028" y="2114"/>
                  </a:lnTo>
                  <a:lnTo>
                    <a:pt x="1048" y="2114"/>
                  </a:lnTo>
                  <a:lnTo>
                    <a:pt x="1008" y="2095"/>
                  </a:lnTo>
                  <a:lnTo>
                    <a:pt x="1028" y="2075"/>
                  </a:lnTo>
                  <a:lnTo>
                    <a:pt x="1107" y="2095"/>
                  </a:lnTo>
                  <a:lnTo>
                    <a:pt x="1127" y="2095"/>
                  </a:lnTo>
                  <a:lnTo>
                    <a:pt x="1107" y="2114"/>
                  </a:lnTo>
                  <a:lnTo>
                    <a:pt x="1146" y="2134"/>
                  </a:lnTo>
                  <a:lnTo>
                    <a:pt x="1127" y="2134"/>
                  </a:lnTo>
                  <a:lnTo>
                    <a:pt x="1186" y="2154"/>
                  </a:lnTo>
                  <a:lnTo>
                    <a:pt x="1206" y="2154"/>
                  </a:lnTo>
                  <a:lnTo>
                    <a:pt x="1206" y="2134"/>
                  </a:lnTo>
                  <a:lnTo>
                    <a:pt x="1186" y="2134"/>
                  </a:lnTo>
                  <a:lnTo>
                    <a:pt x="1186" y="2114"/>
                  </a:lnTo>
                  <a:lnTo>
                    <a:pt x="1265" y="2134"/>
                  </a:lnTo>
                  <a:lnTo>
                    <a:pt x="1285" y="2114"/>
                  </a:lnTo>
                  <a:lnTo>
                    <a:pt x="1304" y="2114"/>
                  </a:lnTo>
                  <a:lnTo>
                    <a:pt x="1285" y="2095"/>
                  </a:lnTo>
                  <a:lnTo>
                    <a:pt x="1304" y="2095"/>
                  </a:lnTo>
                  <a:lnTo>
                    <a:pt x="1285" y="2075"/>
                  </a:lnTo>
                  <a:lnTo>
                    <a:pt x="1245" y="2055"/>
                  </a:lnTo>
                  <a:lnTo>
                    <a:pt x="1146" y="2016"/>
                  </a:lnTo>
                  <a:lnTo>
                    <a:pt x="1146" y="2016"/>
                  </a:lnTo>
                  <a:lnTo>
                    <a:pt x="1265" y="2055"/>
                  </a:lnTo>
                  <a:lnTo>
                    <a:pt x="1245" y="2035"/>
                  </a:lnTo>
                  <a:lnTo>
                    <a:pt x="1304" y="2035"/>
                  </a:lnTo>
                  <a:lnTo>
                    <a:pt x="1245" y="2016"/>
                  </a:lnTo>
                  <a:lnTo>
                    <a:pt x="1206" y="1996"/>
                  </a:lnTo>
                  <a:lnTo>
                    <a:pt x="1127" y="1976"/>
                  </a:lnTo>
                  <a:lnTo>
                    <a:pt x="1127" y="1956"/>
                  </a:lnTo>
                  <a:lnTo>
                    <a:pt x="1186" y="1976"/>
                  </a:lnTo>
                  <a:lnTo>
                    <a:pt x="1206" y="1996"/>
                  </a:lnTo>
                  <a:lnTo>
                    <a:pt x="1225" y="1996"/>
                  </a:lnTo>
                  <a:lnTo>
                    <a:pt x="1265" y="1976"/>
                  </a:lnTo>
                  <a:lnTo>
                    <a:pt x="1324" y="1976"/>
                  </a:lnTo>
                  <a:lnTo>
                    <a:pt x="1265" y="1956"/>
                  </a:lnTo>
                  <a:lnTo>
                    <a:pt x="1206" y="1917"/>
                  </a:lnTo>
                  <a:lnTo>
                    <a:pt x="1225" y="1937"/>
                  </a:lnTo>
                  <a:lnTo>
                    <a:pt x="1225" y="1937"/>
                  </a:lnTo>
                  <a:lnTo>
                    <a:pt x="1146" y="1897"/>
                  </a:lnTo>
                  <a:lnTo>
                    <a:pt x="1245" y="1897"/>
                  </a:lnTo>
                  <a:lnTo>
                    <a:pt x="1265" y="1917"/>
                  </a:lnTo>
                  <a:lnTo>
                    <a:pt x="1285" y="1937"/>
                  </a:lnTo>
                  <a:lnTo>
                    <a:pt x="1304" y="1937"/>
                  </a:lnTo>
                  <a:lnTo>
                    <a:pt x="1304" y="1917"/>
                  </a:lnTo>
                  <a:lnTo>
                    <a:pt x="1285" y="1897"/>
                  </a:lnTo>
                  <a:lnTo>
                    <a:pt x="1324" y="1877"/>
                  </a:lnTo>
                  <a:lnTo>
                    <a:pt x="1285" y="1838"/>
                  </a:lnTo>
                  <a:lnTo>
                    <a:pt x="1285" y="1818"/>
                  </a:lnTo>
                  <a:lnTo>
                    <a:pt x="1166" y="1779"/>
                  </a:lnTo>
                  <a:lnTo>
                    <a:pt x="1206" y="1779"/>
                  </a:lnTo>
                  <a:lnTo>
                    <a:pt x="1245" y="1798"/>
                  </a:lnTo>
                  <a:lnTo>
                    <a:pt x="1344" y="1818"/>
                  </a:lnTo>
                  <a:lnTo>
                    <a:pt x="1285" y="1779"/>
                  </a:lnTo>
                  <a:lnTo>
                    <a:pt x="1344" y="1798"/>
                  </a:lnTo>
                  <a:lnTo>
                    <a:pt x="1344" y="1779"/>
                  </a:lnTo>
                  <a:lnTo>
                    <a:pt x="1304" y="1739"/>
                  </a:lnTo>
                  <a:lnTo>
                    <a:pt x="1265" y="1700"/>
                  </a:lnTo>
                  <a:lnTo>
                    <a:pt x="1245" y="1680"/>
                  </a:lnTo>
                  <a:lnTo>
                    <a:pt x="1344" y="1719"/>
                  </a:lnTo>
                  <a:lnTo>
                    <a:pt x="1364" y="1739"/>
                  </a:lnTo>
                  <a:lnTo>
                    <a:pt x="1383" y="1739"/>
                  </a:lnTo>
                  <a:lnTo>
                    <a:pt x="1383" y="1719"/>
                  </a:lnTo>
                  <a:lnTo>
                    <a:pt x="1403" y="1719"/>
                  </a:lnTo>
                  <a:lnTo>
                    <a:pt x="1403" y="1700"/>
                  </a:lnTo>
                  <a:lnTo>
                    <a:pt x="1364" y="1680"/>
                  </a:lnTo>
                  <a:lnTo>
                    <a:pt x="1304" y="1660"/>
                  </a:lnTo>
                  <a:lnTo>
                    <a:pt x="1364" y="1660"/>
                  </a:lnTo>
                  <a:lnTo>
                    <a:pt x="1324" y="1640"/>
                  </a:lnTo>
                  <a:lnTo>
                    <a:pt x="1304" y="1640"/>
                  </a:lnTo>
                  <a:lnTo>
                    <a:pt x="1285" y="1601"/>
                  </a:lnTo>
                  <a:lnTo>
                    <a:pt x="1344" y="1621"/>
                  </a:lnTo>
                  <a:lnTo>
                    <a:pt x="1285" y="1581"/>
                  </a:lnTo>
                  <a:lnTo>
                    <a:pt x="1206" y="1561"/>
                  </a:lnTo>
                  <a:lnTo>
                    <a:pt x="1166" y="1561"/>
                  </a:lnTo>
                  <a:lnTo>
                    <a:pt x="1186" y="1581"/>
                  </a:lnTo>
                  <a:lnTo>
                    <a:pt x="1186" y="1601"/>
                  </a:lnTo>
                  <a:lnTo>
                    <a:pt x="1127" y="1601"/>
                  </a:lnTo>
                  <a:lnTo>
                    <a:pt x="1067" y="1581"/>
                  </a:lnTo>
                  <a:lnTo>
                    <a:pt x="1107" y="1581"/>
                  </a:lnTo>
                  <a:lnTo>
                    <a:pt x="1048" y="1561"/>
                  </a:lnTo>
                  <a:lnTo>
                    <a:pt x="1028" y="1561"/>
                  </a:lnTo>
                  <a:lnTo>
                    <a:pt x="949" y="1522"/>
                  </a:lnTo>
                  <a:lnTo>
                    <a:pt x="909" y="1482"/>
                  </a:lnTo>
                  <a:lnTo>
                    <a:pt x="909" y="1482"/>
                  </a:lnTo>
                  <a:lnTo>
                    <a:pt x="988" y="1522"/>
                  </a:lnTo>
                  <a:lnTo>
                    <a:pt x="1033" y="1537"/>
                  </a:lnTo>
                  <a:lnTo>
                    <a:pt x="1033" y="1537"/>
                  </a:lnTo>
                  <a:lnTo>
                    <a:pt x="1048" y="1522"/>
                  </a:lnTo>
                  <a:lnTo>
                    <a:pt x="1127" y="1561"/>
                  </a:lnTo>
                  <a:lnTo>
                    <a:pt x="1067" y="1522"/>
                  </a:lnTo>
                  <a:lnTo>
                    <a:pt x="988" y="1502"/>
                  </a:lnTo>
                  <a:lnTo>
                    <a:pt x="929" y="1482"/>
                  </a:lnTo>
                  <a:lnTo>
                    <a:pt x="1008" y="1482"/>
                  </a:lnTo>
                  <a:lnTo>
                    <a:pt x="988" y="1463"/>
                  </a:lnTo>
                  <a:lnTo>
                    <a:pt x="969" y="1443"/>
                  </a:lnTo>
                  <a:lnTo>
                    <a:pt x="969" y="1443"/>
                  </a:lnTo>
                  <a:lnTo>
                    <a:pt x="1028" y="1463"/>
                  </a:lnTo>
                  <a:lnTo>
                    <a:pt x="1008" y="1463"/>
                  </a:lnTo>
                  <a:lnTo>
                    <a:pt x="1048" y="1482"/>
                  </a:lnTo>
                  <a:lnTo>
                    <a:pt x="1087" y="1502"/>
                  </a:lnTo>
                  <a:lnTo>
                    <a:pt x="1146" y="1522"/>
                  </a:lnTo>
                  <a:lnTo>
                    <a:pt x="1206" y="1542"/>
                  </a:lnTo>
                  <a:lnTo>
                    <a:pt x="1324" y="1581"/>
                  </a:lnTo>
                  <a:lnTo>
                    <a:pt x="1364" y="1581"/>
                  </a:lnTo>
                  <a:lnTo>
                    <a:pt x="1324" y="1542"/>
                  </a:lnTo>
                  <a:lnTo>
                    <a:pt x="1344" y="1542"/>
                  </a:lnTo>
                  <a:lnTo>
                    <a:pt x="1344" y="1522"/>
                  </a:lnTo>
                  <a:lnTo>
                    <a:pt x="1364" y="1522"/>
                  </a:lnTo>
                  <a:lnTo>
                    <a:pt x="1364" y="1502"/>
                  </a:lnTo>
                  <a:lnTo>
                    <a:pt x="1324" y="1463"/>
                  </a:lnTo>
                  <a:lnTo>
                    <a:pt x="1403" y="1463"/>
                  </a:lnTo>
                  <a:lnTo>
                    <a:pt x="1403" y="1443"/>
                  </a:lnTo>
                  <a:lnTo>
                    <a:pt x="1364" y="1403"/>
                  </a:lnTo>
                  <a:lnTo>
                    <a:pt x="1324" y="1364"/>
                  </a:lnTo>
                  <a:lnTo>
                    <a:pt x="1324" y="1344"/>
                  </a:lnTo>
                  <a:lnTo>
                    <a:pt x="1383" y="1344"/>
                  </a:lnTo>
                  <a:lnTo>
                    <a:pt x="1344" y="1324"/>
                  </a:lnTo>
                  <a:lnTo>
                    <a:pt x="1403" y="1324"/>
                  </a:lnTo>
                  <a:lnTo>
                    <a:pt x="1383" y="1305"/>
                  </a:lnTo>
                  <a:lnTo>
                    <a:pt x="1364" y="1285"/>
                  </a:lnTo>
                  <a:lnTo>
                    <a:pt x="1423" y="1285"/>
                  </a:lnTo>
                  <a:lnTo>
                    <a:pt x="1423" y="1265"/>
                  </a:lnTo>
                  <a:lnTo>
                    <a:pt x="1383" y="1245"/>
                  </a:lnTo>
                  <a:lnTo>
                    <a:pt x="1324" y="1206"/>
                  </a:lnTo>
                  <a:lnTo>
                    <a:pt x="1324" y="1206"/>
                  </a:lnTo>
                  <a:lnTo>
                    <a:pt x="1423" y="1245"/>
                  </a:lnTo>
                  <a:lnTo>
                    <a:pt x="1423" y="1245"/>
                  </a:lnTo>
                  <a:lnTo>
                    <a:pt x="1403" y="1147"/>
                  </a:lnTo>
                  <a:lnTo>
                    <a:pt x="1383" y="1068"/>
                  </a:lnTo>
                  <a:lnTo>
                    <a:pt x="1403" y="1068"/>
                  </a:lnTo>
                  <a:lnTo>
                    <a:pt x="1403" y="1048"/>
                  </a:lnTo>
                  <a:lnTo>
                    <a:pt x="1383" y="1008"/>
                  </a:lnTo>
                  <a:lnTo>
                    <a:pt x="1344" y="969"/>
                  </a:lnTo>
                  <a:lnTo>
                    <a:pt x="1344" y="949"/>
                  </a:lnTo>
                  <a:lnTo>
                    <a:pt x="1364" y="949"/>
                  </a:lnTo>
                  <a:lnTo>
                    <a:pt x="1324" y="929"/>
                  </a:lnTo>
                  <a:lnTo>
                    <a:pt x="1265" y="890"/>
                  </a:lnTo>
                  <a:lnTo>
                    <a:pt x="1146" y="870"/>
                  </a:lnTo>
                  <a:lnTo>
                    <a:pt x="1127" y="850"/>
                  </a:lnTo>
                  <a:lnTo>
                    <a:pt x="1166" y="850"/>
                  </a:lnTo>
                  <a:lnTo>
                    <a:pt x="1225" y="870"/>
                  </a:lnTo>
                  <a:lnTo>
                    <a:pt x="1324" y="890"/>
                  </a:lnTo>
                  <a:lnTo>
                    <a:pt x="1403" y="929"/>
                  </a:lnTo>
                  <a:lnTo>
                    <a:pt x="1344" y="870"/>
                  </a:lnTo>
                  <a:lnTo>
                    <a:pt x="1344" y="850"/>
                  </a:lnTo>
                  <a:lnTo>
                    <a:pt x="1383" y="850"/>
                  </a:lnTo>
                  <a:lnTo>
                    <a:pt x="1383" y="870"/>
                  </a:lnTo>
                  <a:lnTo>
                    <a:pt x="1403" y="870"/>
                  </a:lnTo>
                  <a:lnTo>
                    <a:pt x="1383" y="850"/>
                  </a:lnTo>
                  <a:lnTo>
                    <a:pt x="1403" y="850"/>
                  </a:lnTo>
                  <a:lnTo>
                    <a:pt x="1423" y="870"/>
                  </a:lnTo>
                  <a:lnTo>
                    <a:pt x="142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811"/>
                  </a:lnTo>
                  <a:lnTo>
                    <a:pt x="1383" y="811"/>
                  </a:lnTo>
                  <a:lnTo>
                    <a:pt x="1324" y="771"/>
                  </a:lnTo>
                  <a:lnTo>
                    <a:pt x="1403" y="791"/>
                  </a:lnTo>
                  <a:lnTo>
                    <a:pt x="1403" y="791"/>
                  </a:lnTo>
                  <a:lnTo>
                    <a:pt x="1344" y="771"/>
                  </a:lnTo>
                  <a:lnTo>
                    <a:pt x="1344" y="752"/>
                  </a:lnTo>
                  <a:lnTo>
                    <a:pt x="1423" y="752"/>
                  </a:lnTo>
                  <a:lnTo>
                    <a:pt x="1403" y="732"/>
                  </a:lnTo>
                  <a:lnTo>
                    <a:pt x="1383" y="712"/>
                  </a:lnTo>
                  <a:lnTo>
                    <a:pt x="1383" y="712"/>
                  </a:lnTo>
                  <a:lnTo>
                    <a:pt x="1443" y="732"/>
                  </a:lnTo>
                  <a:lnTo>
                    <a:pt x="1462" y="692"/>
                  </a:lnTo>
                  <a:lnTo>
                    <a:pt x="1462" y="673"/>
                  </a:lnTo>
                  <a:lnTo>
                    <a:pt x="1502" y="653"/>
                  </a:lnTo>
                  <a:lnTo>
                    <a:pt x="1482" y="633"/>
                  </a:lnTo>
                  <a:lnTo>
                    <a:pt x="1423" y="593"/>
                  </a:lnTo>
                  <a:lnTo>
                    <a:pt x="1403" y="593"/>
                  </a:lnTo>
                  <a:lnTo>
                    <a:pt x="1344" y="574"/>
                  </a:lnTo>
                  <a:lnTo>
                    <a:pt x="1324" y="554"/>
                  </a:lnTo>
                  <a:lnTo>
                    <a:pt x="1304" y="534"/>
                  </a:lnTo>
                  <a:lnTo>
                    <a:pt x="1304" y="534"/>
                  </a:lnTo>
                  <a:lnTo>
                    <a:pt x="1364" y="554"/>
                  </a:lnTo>
                  <a:lnTo>
                    <a:pt x="1383" y="554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43" y="534"/>
                  </a:lnTo>
                  <a:lnTo>
                    <a:pt x="1482" y="554"/>
                  </a:lnTo>
                  <a:lnTo>
                    <a:pt x="1482" y="554"/>
                  </a:lnTo>
                  <a:lnTo>
                    <a:pt x="1462" y="534"/>
                  </a:lnTo>
                  <a:lnTo>
                    <a:pt x="1423" y="495"/>
                  </a:lnTo>
                  <a:lnTo>
                    <a:pt x="1462" y="514"/>
                  </a:lnTo>
                  <a:lnTo>
                    <a:pt x="1502" y="514"/>
                  </a:lnTo>
                  <a:lnTo>
                    <a:pt x="1502" y="495"/>
                  </a:lnTo>
                  <a:lnTo>
                    <a:pt x="1462" y="475"/>
                  </a:lnTo>
                  <a:lnTo>
                    <a:pt x="1383" y="455"/>
                  </a:lnTo>
                  <a:lnTo>
                    <a:pt x="1403" y="455"/>
                  </a:lnTo>
                  <a:lnTo>
                    <a:pt x="1383" y="435"/>
                  </a:lnTo>
                  <a:lnTo>
                    <a:pt x="1383" y="435"/>
                  </a:lnTo>
                  <a:lnTo>
                    <a:pt x="1482" y="475"/>
                  </a:lnTo>
                  <a:lnTo>
                    <a:pt x="1423" y="435"/>
                  </a:lnTo>
                  <a:lnTo>
                    <a:pt x="1383" y="416"/>
                  </a:lnTo>
                  <a:lnTo>
                    <a:pt x="1403" y="416"/>
                  </a:lnTo>
                  <a:lnTo>
                    <a:pt x="1383" y="396"/>
                  </a:lnTo>
                  <a:lnTo>
                    <a:pt x="1403" y="396"/>
                  </a:lnTo>
                  <a:lnTo>
                    <a:pt x="1344" y="376"/>
                  </a:lnTo>
                  <a:lnTo>
                    <a:pt x="1304" y="337"/>
                  </a:lnTo>
                  <a:lnTo>
                    <a:pt x="1364" y="337"/>
                  </a:lnTo>
                  <a:lnTo>
                    <a:pt x="1443" y="356"/>
                  </a:lnTo>
                  <a:lnTo>
                    <a:pt x="1443" y="376"/>
                  </a:lnTo>
                  <a:lnTo>
                    <a:pt x="1522" y="376"/>
                  </a:lnTo>
                  <a:lnTo>
                    <a:pt x="1541" y="356"/>
                  </a:lnTo>
                  <a:lnTo>
                    <a:pt x="1541" y="317"/>
                  </a:lnTo>
                  <a:lnTo>
                    <a:pt x="1522" y="297"/>
                  </a:lnTo>
                  <a:lnTo>
                    <a:pt x="1522" y="277"/>
                  </a:lnTo>
                  <a:lnTo>
                    <a:pt x="1502" y="258"/>
                  </a:lnTo>
                  <a:lnTo>
                    <a:pt x="1443" y="218"/>
                  </a:lnTo>
                  <a:lnTo>
                    <a:pt x="1502" y="238"/>
                  </a:lnTo>
                  <a:lnTo>
                    <a:pt x="1561" y="218"/>
                  </a:lnTo>
                  <a:lnTo>
                    <a:pt x="1561" y="198"/>
                  </a:lnTo>
                  <a:lnTo>
                    <a:pt x="1581" y="179"/>
                  </a:lnTo>
                  <a:lnTo>
                    <a:pt x="1561" y="139"/>
                  </a:lnTo>
                  <a:lnTo>
                    <a:pt x="1541" y="119"/>
                  </a:lnTo>
                  <a:lnTo>
                    <a:pt x="1581" y="119"/>
                  </a:lnTo>
                  <a:lnTo>
                    <a:pt x="1522" y="80"/>
                  </a:lnTo>
                  <a:lnTo>
                    <a:pt x="1502" y="60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29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29"/>
            <p:cNvSpPr/>
            <p:nvPr/>
          </p:nvSpPr>
          <p:spPr>
            <a:xfrm>
              <a:off x="-1699275" y="3344525"/>
              <a:ext cx="25" cy="500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29"/>
            <p:cNvSpPr/>
            <p:nvPr/>
          </p:nvSpPr>
          <p:spPr>
            <a:xfrm>
              <a:off x="-1610900" y="33149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29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29"/>
            <p:cNvSpPr/>
            <p:nvPr/>
          </p:nvSpPr>
          <p:spPr>
            <a:xfrm>
              <a:off x="-1607450" y="3317850"/>
              <a:ext cx="1525" cy="5450"/>
            </a:xfrm>
            <a:custGeom>
              <a:rect b="b" l="l" r="r" t="t"/>
              <a:pathLst>
                <a:path extrusionOk="0" h="218" w="61">
                  <a:moveTo>
                    <a:pt x="60" y="1"/>
                  </a:moveTo>
                  <a:lnTo>
                    <a:pt x="40" y="20"/>
                  </a:lnTo>
                  <a:lnTo>
                    <a:pt x="40" y="80"/>
                  </a:lnTo>
                  <a:lnTo>
                    <a:pt x="1" y="218"/>
                  </a:lnTo>
                  <a:lnTo>
                    <a:pt x="40" y="11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29"/>
            <p:cNvSpPr/>
            <p:nvPr/>
          </p:nvSpPr>
          <p:spPr>
            <a:xfrm>
              <a:off x="-1602000" y="3297600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29"/>
            <p:cNvSpPr/>
            <p:nvPr/>
          </p:nvSpPr>
          <p:spPr>
            <a:xfrm>
              <a:off x="-1612375" y="3293150"/>
              <a:ext cx="39525" cy="35600"/>
            </a:xfrm>
            <a:custGeom>
              <a:rect b="b" l="l" r="r" t="t"/>
              <a:pathLst>
                <a:path extrusionOk="0" h="1424" w="1581">
                  <a:moveTo>
                    <a:pt x="929" y="60"/>
                  </a:moveTo>
                  <a:lnTo>
                    <a:pt x="909" y="100"/>
                  </a:lnTo>
                  <a:lnTo>
                    <a:pt x="929" y="80"/>
                  </a:lnTo>
                  <a:lnTo>
                    <a:pt x="929" y="60"/>
                  </a:lnTo>
                  <a:close/>
                  <a:moveTo>
                    <a:pt x="376" y="100"/>
                  </a:moveTo>
                  <a:lnTo>
                    <a:pt x="376" y="100"/>
                  </a:lnTo>
                  <a:lnTo>
                    <a:pt x="376" y="100"/>
                  </a:lnTo>
                  <a:close/>
                  <a:moveTo>
                    <a:pt x="870" y="100"/>
                  </a:moveTo>
                  <a:lnTo>
                    <a:pt x="870" y="100"/>
                  </a:lnTo>
                  <a:lnTo>
                    <a:pt x="870" y="100"/>
                  </a:lnTo>
                  <a:close/>
                  <a:moveTo>
                    <a:pt x="474" y="119"/>
                  </a:moveTo>
                  <a:lnTo>
                    <a:pt x="474" y="119"/>
                  </a:lnTo>
                  <a:lnTo>
                    <a:pt x="474" y="119"/>
                  </a:lnTo>
                  <a:close/>
                  <a:moveTo>
                    <a:pt x="415" y="119"/>
                  </a:moveTo>
                  <a:lnTo>
                    <a:pt x="395" y="15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415" y="119"/>
                  </a:lnTo>
                  <a:close/>
                  <a:moveTo>
                    <a:pt x="771" y="139"/>
                  </a:moveTo>
                  <a:lnTo>
                    <a:pt x="751" y="179"/>
                  </a:lnTo>
                  <a:lnTo>
                    <a:pt x="756" y="184"/>
                  </a:lnTo>
                  <a:lnTo>
                    <a:pt x="771" y="139"/>
                  </a:lnTo>
                  <a:close/>
                  <a:moveTo>
                    <a:pt x="633" y="100"/>
                  </a:moveTo>
                  <a:lnTo>
                    <a:pt x="593" y="159"/>
                  </a:lnTo>
                  <a:lnTo>
                    <a:pt x="573" y="218"/>
                  </a:lnTo>
                  <a:lnTo>
                    <a:pt x="534" y="317"/>
                  </a:lnTo>
                  <a:lnTo>
                    <a:pt x="534" y="337"/>
                  </a:lnTo>
                  <a:lnTo>
                    <a:pt x="553" y="337"/>
                  </a:lnTo>
                  <a:lnTo>
                    <a:pt x="573" y="297"/>
                  </a:lnTo>
                  <a:lnTo>
                    <a:pt x="573" y="317"/>
                  </a:lnTo>
                  <a:lnTo>
                    <a:pt x="613" y="198"/>
                  </a:lnTo>
                  <a:lnTo>
                    <a:pt x="633" y="100"/>
                  </a:lnTo>
                  <a:close/>
                  <a:moveTo>
                    <a:pt x="672" y="297"/>
                  </a:moveTo>
                  <a:lnTo>
                    <a:pt x="672" y="337"/>
                  </a:lnTo>
                  <a:lnTo>
                    <a:pt x="692" y="297"/>
                  </a:lnTo>
                  <a:close/>
                  <a:moveTo>
                    <a:pt x="316" y="277"/>
                  </a:moveTo>
                  <a:lnTo>
                    <a:pt x="316" y="317"/>
                  </a:lnTo>
                  <a:lnTo>
                    <a:pt x="316" y="337"/>
                  </a:lnTo>
                  <a:lnTo>
                    <a:pt x="297" y="376"/>
                  </a:lnTo>
                  <a:lnTo>
                    <a:pt x="316" y="277"/>
                  </a:lnTo>
                  <a:close/>
                  <a:moveTo>
                    <a:pt x="158" y="831"/>
                  </a:moveTo>
                  <a:lnTo>
                    <a:pt x="152" y="850"/>
                  </a:lnTo>
                  <a:lnTo>
                    <a:pt x="158" y="850"/>
                  </a:lnTo>
                  <a:lnTo>
                    <a:pt x="158" y="831"/>
                  </a:lnTo>
                  <a:close/>
                  <a:moveTo>
                    <a:pt x="139" y="850"/>
                  </a:moveTo>
                  <a:lnTo>
                    <a:pt x="139" y="890"/>
                  </a:lnTo>
                  <a:lnTo>
                    <a:pt x="152" y="850"/>
                  </a:lnTo>
                  <a:close/>
                  <a:moveTo>
                    <a:pt x="277" y="870"/>
                  </a:moveTo>
                  <a:lnTo>
                    <a:pt x="257" y="890"/>
                  </a:lnTo>
                  <a:lnTo>
                    <a:pt x="277" y="890"/>
                  </a:lnTo>
                  <a:lnTo>
                    <a:pt x="277" y="870"/>
                  </a:lnTo>
                  <a:close/>
                  <a:moveTo>
                    <a:pt x="139" y="890"/>
                  </a:moveTo>
                  <a:lnTo>
                    <a:pt x="132" y="916"/>
                  </a:lnTo>
                  <a:lnTo>
                    <a:pt x="132" y="916"/>
                  </a:lnTo>
                  <a:lnTo>
                    <a:pt x="139" y="910"/>
                  </a:lnTo>
                  <a:lnTo>
                    <a:pt x="139" y="890"/>
                  </a:lnTo>
                  <a:close/>
                  <a:moveTo>
                    <a:pt x="830" y="989"/>
                  </a:moveTo>
                  <a:lnTo>
                    <a:pt x="810" y="1008"/>
                  </a:lnTo>
                  <a:lnTo>
                    <a:pt x="830" y="1008"/>
                  </a:lnTo>
                  <a:lnTo>
                    <a:pt x="830" y="989"/>
                  </a:lnTo>
                  <a:close/>
                  <a:moveTo>
                    <a:pt x="744" y="1324"/>
                  </a:moveTo>
                  <a:lnTo>
                    <a:pt x="731" y="1364"/>
                  </a:lnTo>
                  <a:lnTo>
                    <a:pt x="751" y="1324"/>
                  </a:lnTo>
                  <a:close/>
                  <a:moveTo>
                    <a:pt x="771" y="1384"/>
                  </a:moveTo>
                  <a:lnTo>
                    <a:pt x="771" y="1384"/>
                  </a:lnTo>
                  <a:lnTo>
                    <a:pt x="771" y="1384"/>
                  </a:lnTo>
                  <a:close/>
                  <a:moveTo>
                    <a:pt x="1028" y="1384"/>
                  </a:moveTo>
                  <a:lnTo>
                    <a:pt x="1028" y="1384"/>
                  </a:lnTo>
                  <a:lnTo>
                    <a:pt x="1028" y="1384"/>
                  </a:lnTo>
                  <a:close/>
                  <a:moveTo>
                    <a:pt x="810" y="1"/>
                  </a:moveTo>
                  <a:lnTo>
                    <a:pt x="791" y="100"/>
                  </a:lnTo>
                  <a:lnTo>
                    <a:pt x="771" y="198"/>
                  </a:lnTo>
                  <a:lnTo>
                    <a:pt x="756" y="184"/>
                  </a:lnTo>
                  <a:lnTo>
                    <a:pt x="751" y="198"/>
                  </a:lnTo>
                  <a:lnTo>
                    <a:pt x="712" y="218"/>
                  </a:lnTo>
                  <a:lnTo>
                    <a:pt x="692" y="277"/>
                  </a:lnTo>
                  <a:lnTo>
                    <a:pt x="692" y="356"/>
                  </a:lnTo>
                  <a:lnTo>
                    <a:pt x="672" y="376"/>
                  </a:lnTo>
                  <a:lnTo>
                    <a:pt x="672" y="396"/>
                  </a:lnTo>
                  <a:lnTo>
                    <a:pt x="672" y="435"/>
                  </a:lnTo>
                  <a:lnTo>
                    <a:pt x="652" y="435"/>
                  </a:lnTo>
                  <a:lnTo>
                    <a:pt x="672" y="376"/>
                  </a:lnTo>
                  <a:lnTo>
                    <a:pt x="652" y="356"/>
                  </a:lnTo>
                  <a:lnTo>
                    <a:pt x="633" y="376"/>
                  </a:lnTo>
                  <a:lnTo>
                    <a:pt x="652" y="317"/>
                  </a:lnTo>
                  <a:lnTo>
                    <a:pt x="652" y="297"/>
                  </a:lnTo>
                  <a:lnTo>
                    <a:pt x="672" y="297"/>
                  </a:lnTo>
                  <a:lnTo>
                    <a:pt x="672" y="277"/>
                  </a:lnTo>
                  <a:lnTo>
                    <a:pt x="672" y="218"/>
                  </a:lnTo>
                  <a:lnTo>
                    <a:pt x="652" y="277"/>
                  </a:lnTo>
                  <a:lnTo>
                    <a:pt x="652" y="218"/>
                  </a:lnTo>
                  <a:lnTo>
                    <a:pt x="633" y="198"/>
                  </a:lnTo>
                  <a:lnTo>
                    <a:pt x="613" y="198"/>
                  </a:lnTo>
                  <a:lnTo>
                    <a:pt x="613" y="238"/>
                  </a:lnTo>
                  <a:lnTo>
                    <a:pt x="593" y="337"/>
                  </a:lnTo>
                  <a:lnTo>
                    <a:pt x="573" y="376"/>
                  </a:lnTo>
                  <a:lnTo>
                    <a:pt x="573" y="396"/>
                  </a:lnTo>
                  <a:lnTo>
                    <a:pt x="573" y="435"/>
                  </a:lnTo>
                  <a:lnTo>
                    <a:pt x="593" y="455"/>
                  </a:lnTo>
                  <a:lnTo>
                    <a:pt x="573" y="534"/>
                  </a:lnTo>
                  <a:lnTo>
                    <a:pt x="553" y="613"/>
                  </a:lnTo>
                  <a:lnTo>
                    <a:pt x="514" y="712"/>
                  </a:lnTo>
                  <a:lnTo>
                    <a:pt x="514" y="712"/>
                  </a:lnTo>
                  <a:lnTo>
                    <a:pt x="534" y="594"/>
                  </a:lnTo>
                  <a:lnTo>
                    <a:pt x="514" y="574"/>
                  </a:lnTo>
                  <a:lnTo>
                    <a:pt x="494" y="594"/>
                  </a:lnTo>
                  <a:lnTo>
                    <a:pt x="494" y="633"/>
                  </a:lnTo>
                  <a:lnTo>
                    <a:pt x="514" y="633"/>
                  </a:lnTo>
                  <a:lnTo>
                    <a:pt x="494" y="673"/>
                  </a:lnTo>
                  <a:lnTo>
                    <a:pt x="474" y="712"/>
                  </a:lnTo>
                  <a:lnTo>
                    <a:pt x="455" y="791"/>
                  </a:lnTo>
                  <a:lnTo>
                    <a:pt x="455" y="752"/>
                  </a:lnTo>
                  <a:lnTo>
                    <a:pt x="455" y="692"/>
                  </a:lnTo>
                  <a:lnTo>
                    <a:pt x="455" y="673"/>
                  </a:lnTo>
                  <a:lnTo>
                    <a:pt x="474" y="534"/>
                  </a:lnTo>
                  <a:lnTo>
                    <a:pt x="474" y="554"/>
                  </a:lnTo>
                  <a:lnTo>
                    <a:pt x="514" y="337"/>
                  </a:lnTo>
                  <a:lnTo>
                    <a:pt x="494" y="317"/>
                  </a:lnTo>
                  <a:lnTo>
                    <a:pt x="474" y="317"/>
                  </a:lnTo>
                  <a:lnTo>
                    <a:pt x="494" y="179"/>
                  </a:lnTo>
                  <a:lnTo>
                    <a:pt x="474" y="198"/>
                  </a:lnTo>
                  <a:lnTo>
                    <a:pt x="474" y="179"/>
                  </a:lnTo>
                  <a:lnTo>
                    <a:pt x="474" y="119"/>
                  </a:lnTo>
                  <a:lnTo>
                    <a:pt x="455" y="179"/>
                  </a:lnTo>
                  <a:lnTo>
                    <a:pt x="455" y="258"/>
                  </a:lnTo>
                  <a:lnTo>
                    <a:pt x="435" y="238"/>
                  </a:lnTo>
                  <a:lnTo>
                    <a:pt x="435" y="258"/>
                  </a:lnTo>
                  <a:lnTo>
                    <a:pt x="435" y="277"/>
                  </a:lnTo>
                  <a:lnTo>
                    <a:pt x="455" y="317"/>
                  </a:lnTo>
                  <a:lnTo>
                    <a:pt x="435" y="416"/>
                  </a:lnTo>
                  <a:lnTo>
                    <a:pt x="435" y="435"/>
                  </a:lnTo>
                  <a:lnTo>
                    <a:pt x="435" y="475"/>
                  </a:lnTo>
                  <a:lnTo>
                    <a:pt x="417" y="475"/>
                  </a:lnTo>
                  <a:lnTo>
                    <a:pt x="435" y="317"/>
                  </a:lnTo>
                  <a:lnTo>
                    <a:pt x="415" y="337"/>
                  </a:lnTo>
                  <a:lnTo>
                    <a:pt x="415" y="297"/>
                  </a:lnTo>
                  <a:lnTo>
                    <a:pt x="415" y="258"/>
                  </a:lnTo>
                  <a:lnTo>
                    <a:pt x="415" y="238"/>
                  </a:lnTo>
                  <a:lnTo>
                    <a:pt x="415" y="198"/>
                  </a:lnTo>
                  <a:lnTo>
                    <a:pt x="415" y="17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76" y="218"/>
                  </a:lnTo>
                  <a:lnTo>
                    <a:pt x="376" y="159"/>
                  </a:lnTo>
                  <a:lnTo>
                    <a:pt x="376" y="100"/>
                  </a:lnTo>
                  <a:lnTo>
                    <a:pt x="356" y="159"/>
                  </a:lnTo>
                  <a:lnTo>
                    <a:pt x="356" y="179"/>
                  </a:lnTo>
                  <a:lnTo>
                    <a:pt x="336" y="198"/>
                  </a:lnTo>
                  <a:lnTo>
                    <a:pt x="326" y="228"/>
                  </a:lnTo>
                  <a:lnTo>
                    <a:pt x="336" y="179"/>
                  </a:lnTo>
                  <a:lnTo>
                    <a:pt x="316" y="198"/>
                  </a:lnTo>
                  <a:lnTo>
                    <a:pt x="316" y="179"/>
                  </a:lnTo>
                  <a:lnTo>
                    <a:pt x="297" y="238"/>
                  </a:lnTo>
                  <a:lnTo>
                    <a:pt x="297" y="297"/>
                  </a:lnTo>
                  <a:lnTo>
                    <a:pt x="277" y="317"/>
                  </a:lnTo>
                  <a:lnTo>
                    <a:pt x="277" y="297"/>
                  </a:lnTo>
                  <a:lnTo>
                    <a:pt x="257" y="337"/>
                  </a:lnTo>
                  <a:lnTo>
                    <a:pt x="257" y="376"/>
                  </a:lnTo>
                  <a:lnTo>
                    <a:pt x="237" y="455"/>
                  </a:lnTo>
                  <a:lnTo>
                    <a:pt x="237" y="396"/>
                  </a:lnTo>
                  <a:lnTo>
                    <a:pt x="237" y="317"/>
                  </a:lnTo>
                  <a:lnTo>
                    <a:pt x="257" y="297"/>
                  </a:lnTo>
                  <a:lnTo>
                    <a:pt x="237" y="297"/>
                  </a:lnTo>
                  <a:lnTo>
                    <a:pt x="237" y="179"/>
                  </a:lnTo>
                  <a:lnTo>
                    <a:pt x="218" y="198"/>
                  </a:lnTo>
                  <a:lnTo>
                    <a:pt x="218" y="218"/>
                  </a:lnTo>
                  <a:lnTo>
                    <a:pt x="218" y="238"/>
                  </a:lnTo>
                  <a:lnTo>
                    <a:pt x="218" y="258"/>
                  </a:lnTo>
                  <a:lnTo>
                    <a:pt x="178" y="396"/>
                  </a:lnTo>
                  <a:lnTo>
                    <a:pt x="198" y="376"/>
                  </a:lnTo>
                  <a:lnTo>
                    <a:pt x="218" y="317"/>
                  </a:lnTo>
                  <a:lnTo>
                    <a:pt x="198" y="396"/>
                  </a:lnTo>
                  <a:lnTo>
                    <a:pt x="178" y="455"/>
                  </a:lnTo>
                  <a:lnTo>
                    <a:pt x="158" y="514"/>
                  </a:lnTo>
                  <a:lnTo>
                    <a:pt x="158" y="554"/>
                  </a:lnTo>
                  <a:lnTo>
                    <a:pt x="178" y="534"/>
                  </a:lnTo>
                  <a:lnTo>
                    <a:pt x="198" y="435"/>
                  </a:lnTo>
                  <a:lnTo>
                    <a:pt x="218" y="396"/>
                  </a:lnTo>
                  <a:lnTo>
                    <a:pt x="198" y="455"/>
                  </a:lnTo>
                  <a:lnTo>
                    <a:pt x="218" y="475"/>
                  </a:lnTo>
                  <a:lnTo>
                    <a:pt x="218" y="495"/>
                  </a:lnTo>
                  <a:lnTo>
                    <a:pt x="237" y="554"/>
                  </a:lnTo>
                  <a:lnTo>
                    <a:pt x="237" y="475"/>
                  </a:lnTo>
                  <a:lnTo>
                    <a:pt x="257" y="396"/>
                  </a:lnTo>
                  <a:lnTo>
                    <a:pt x="277" y="376"/>
                  </a:lnTo>
                  <a:lnTo>
                    <a:pt x="277" y="396"/>
                  </a:lnTo>
                  <a:lnTo>
                    <a:pt x="277" y="435"/>
                  </a:lnTo>
                  <a:lnTo>
                    <a:pt x="257" y="475"/>
                  </a:lnTo>
                  <a:lnTo>
                    <a:pt x="237" y="574"/>
                  </a:lnTo>
                  <a:lnTo>
                    <a:pt x="198" y="692"/>
                  </a:lnTo>
                  <a:lnTo>
                    <a:pt x="178" y="771"/>
                  </a:lnTo>
                  <a:lnTo>
                    <a:pt x="158" y="850"/>
                  </a:lnTo>
                  <a:lnTo>
                    <a:pt x="158" y="890"/>
                  </a:lnTo>
                  <a:lnTo>
                    <a:pt x="158" y="910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2" y="916"/>
                  </a:lnTo>
                  <a:lnTo>
                    <a:pt x="132" y="916"/>
                  </a:lnTo>
                  <a:lnTo>
                    <a:pt x="119" y="929"/>
                  </a:lnTo>
                  <a:lnTo>
                    <a:pt x="119" y="910"/>
                  </a:lnTo>
                  <a:lnTo>
                    <a:pt x="139" y="732"/>
                  </a:lnTo>
                  <a:lnTo>
                    <a:pt x="158" y="574"/>
                  </a:lnTo>
                  <a:lnTo>
                    <a:pt x="139" y="554"/>
                  </a:lnTo>
                  <a:lnTo>
                    <a:pt x="139" y="574"/>
                  </a:lnTo>
                  <a:lnTo>
                    <a:pt x="119" y="594"/>
                  </a:lnTo>
                  <a:lnTo>
                    <a:pt x="119" y="594"/>
                  </a:lnTo>
                  <a:lnTo>
                    <a:pt x="158" y="396"/>
                  </a:lnTo>
                  <a:lnTo>
                    <a:pt x="139" y="435"/>
                  </a:lnTo>
                  <a:lnTo>
                    <a:pt x="119" y="495"/>
                  </a:lnTo>
                  <a:lnTo>
                    <a:pt x="119" y="455"/>
                  </a:lnTo>
                  <a:lnTo>
                    <a:pt x="99" y="514"/>
                  </a:lnTo>
                  <a:lnTo>
                    <a:pt x="99" y="495"/>
                  </a:lnTo>
                  <a:lnTo>
                    <a:pt x="79" y="594"/>
                  </a:lnTo>
                  <a:lnTo>
                    <a:pt x="79" y="613"/>
                  </a:lnTo>
                  <a:lnTo>
                    <a:pt x="99" y="594"/>
                  </a:lnTo>
                  <a:lnTo>
                    <a:pt x="79" y="653"/>
                  </a:lnTo>
                  <a:lnTo>
                    <a:pt x="79" y="752"/>
                  </a:lnTo>
                  <a:lnTo>
                    <a:pt x="79" y="771"/>
                  </a:lnTo>
                  <a:lnTo>
                    <a:pt x="60" y="791"/>
                  </a:lnTo>
                  <a:lnTo>
                    <a:pt x="79" y="791"/>
                  </a:lnTo>
                  <a:lnTo>
                    <a:pt x="79" y="811"/>
                  </a:lnTo>
                  <a:lnTo>
                    <a:pt x="99" y="811"/>
                  </a:lnTo>
                  <a:lnTo>
                    <a:pt x="99" y="850"/>
                  </a:lnTo>
                  <a:lnTo>
                    <a:pt x="79" y="969"/>
                  </a:lnTo>
                  <a:lnTo>
                    <a:pt x="60" y="989"/>
                  </a:lnTo>
                  <a:lnTo>
                    <a:pt x="60" y="949"/>
                  </a:lnTo>
                  <a:lnTo>
                    <a:pt x="79" y="870"/>
                  </a:lnTo>
                  <a:lnTo>
                    <a:pt x="60" y="870"/>
                  </a:lnTo>
                  <a:lnTo>
                    <a:pt x="60" y="910"/>
                  </a:lnTo>
                  <a:lnTo>
                    <a:pt x="60" y="929"/>
                  </a:lnTo>
                  <a:lnTo>
                    <a:pt x="40" y="1008"/>
                  </a:lnTo>
                  <a:lnTo>
                    <a:pt x="20" y="1008"/>
                  </a:lnTo>
                  <a:lnTo>
                    <a:pt x="20" y="1028"/>
                  </a:lnTo>
                  <a:lnTo>
                    <a:pt x="0" y="1107"/>
                  </a:lnTo>
                  <a:lnTo>
                    <a:pt x="0" y="1186"/>
                  </a:lnTo>
                  <a:lnTo>
                    <a:pt x="20" y="1087"/>
                  </a:lnTo>
                  <a:lnTo>
                    <a:pt x="20" y="1107"/>
                  </a:lnTo>
                  <a:lnTo>
                    <a:pt x="20" y="1186"/>
                  </a:lnTo>
                  <a:lnTo>
                    <a:pt x="40" y="1147"/>
                  </a:lnTo>
                  <a:lnTo>
                    <a:pt x="40" y="1166"/>
                  </a:lnTo>
                  <a:lnTo>
                    <a:pt x="60" y="1127"/>
                  </a:lnTo>
                  <a:lnTo>
                    <a:pt x="60" y="1087"/>
                  </a:lnTo>
                  <a:lnTo>
                    <a:pt x="79" y="1087"/>
                  </a:lnTo>
                  <a:lnTo>
                    <a:pt x="79" y="1107"/>
                  </a:lnTo>
                  <a:lnTo>
                    <a:pt x="99" y="1068"/>
                  </a:lnTo>
                  <a:lnTo>
                    <a:pt x="99" y="1107"/>
                  </a:lnTo>
                  <a:lnTo>
                    <a:pt x="119" y="1048"/>
                  </a:lnTo>
                  <a:lnTo>
                    <a:pt x="119" y="1068"/>
                  </a:lnTo>
                  <a:lnTo>
                    <a:pt x="139" y="969"/>
                  </a:lnTo>
                  <a:lnTo>
                    <a:pt x="158" y="929"/>
                  </a:lnTo>
                  <a:lnTo>
                    <a:pt x="178" y="929"/>
                  </a:lnTo>
                  <a:lnTo>
                    <a:pt x="158" y="969"/>
                  </a:lnTo>
                  <a:lnTo>
                    <a:pt x="158" y="989"/>
                  </a:lnTo>
                  <a:lnTo>
                    <a:pt x="139" y="1028"/>
                  </a:lnTo>
                  <a:lnTo>
                    <a:pt x="139" y="1068"/>
                  </a:lnTo>
                  <a:lnTo>
                    <a:pt x="158" y="1028"/>
                  </a:lnTo>
                  <a:lnTo>
                    <a:pt x="158" y="1008"/>
                  </a:lnTo>
                  <a:lnTo>
                    <a:pt x="198" y="929"/>
                  </a:lnTo>
                  <a:lnTo>
                    <a:pt x="218" y="910"/>
                  </a:lnTo>
                  <a:lnTo>
                    <a:pt x="237" y="890"/>
                  </a:lnTo>
                  <a:lnTo>
                    <a:pt x="237" y="929"/>
                  </a:lnTo>
                  <a:lnTo>
                    <a:pt x="257" y="831"/>
                  </a:lnTo>
                  <a:lnTo>
                    <a:pt x="277" y="811"/>
                  </a:lnTo>
                  <a:lnTo>
                    <a:pt x="277" y="870"/>
                  </a:lnTo>
                  <a:lnTo>
                    <a:pt x="316" y="791"/>
                  </a:lnTo>
                  <a:lnTo>
                    <a:pt x="316" y="692"/>
                  </a:lnTo>
                  <a:lnTo>
                    <a:pt x="336" y="653"/>
                  </a:lnTo>
                  <a:lnTo>
                    <a:pt x="336" y="673"/>
                  </a:lnTo>
                  <a:lnTo>
                    <a:pt x="336" y="712"/>
                  </a:lnTo>
                  <a:lnTo>
                    <a:pt x="316" y="850"/>
                  </a:lnTo>
                  <a:lnTo>
                    <a:pt x="356" y="771"/>
                  </a:lnTo>
                  <a:lnTo>
                    <a:pt x="336" y="870"/>
                  </a:lnTo>
                  <a:lnTo>
                    <a:pt x="316" y="929"/>
                  </a:lnTo>
                  <a:lnTo>
                    <a:pt x="316" y="890"/>
                  </a:lnTo>
                  <a:lnTo>
                    <a:pt x="297" y="910"/>
                  </a:lnTo>
                  <a:lnTo>
                    <a:pt x="297" y="929"/>
                  </a:lnTo>
                  <a:lnTo>
                    <a:pt x="277" y="929"/>
                  </a:lnTo>
                  <a:lnTo>
                    <a:pt x="277" y="949"/>
                  </a:lnTo>
                  <a:lnTo>
                    <a:pt x="257" y="989"/>
                  </a:lnTo>
                  <a:lnTo>
                    <a:pt x="257" y="1048"/>
                  </a:lnTo>
                  <a:lnTo>
                    <a:pt x="257" y="1087"/>
                  </a:lnTo>
                  <a:lnTo>
                    <a:pt x="277" y="1068"/>
                  </a:lnTo>
                  <a:lnTo>
                    <a:pt x="277" y="1127"/>
                  </a:lnTo>
                  <a:lnTo>
                    <a:pt x="257" y="1186"/>
                  </a:lnTo>
                  <a:lnTo>
                    <a:pt x="237" y="1186"/>
                  </a:lnTo>
                  <a:lnTo>
                    <a:pt x="237" y="1226"/>
                  </a:lnTo>
                  <a:lnTo>
                    <a:pt x="237" y="1245"/>
                  </a:lnTo>
                  <a:lnTo>
                    <a:pt x="257" y="1245"/>
                  </a:lnTo>
                  <a:lnTo>
                    <a:pt x="297" y="1028"/>
                  </a:lnTo>
                  <a:lnTo>
                    <a:pt x="316" y="1008"/>
                  </a:lnTo>
                  <a:lnTo>
                    <a:pt x="336" y="1028"/>
                  </a:lnTo>
                  <a:lnTo>
                    <a:pt x="316" y="1068"/>
                  </a:lnTo>
                  <a:lnTo>
                    <a:pt x="297" y="1166"/>
                  </a:lnTo>
                  <a:lnTo>
                    <a:pt x="316" y="1127"/>
                  </a:lnTo>
                  <a:lnTo>
                    <a:pt x="316" y="1107"/>
                  </a:lnTo>
                  <a:lnTo>
                    <a:pt x="336" y="1127"/>
                  </a:lnTo>
                  <a:lnTo>
                    <a:pt x="336" y="1226"/>
                  </a:lnTo>
                  <a:lnTo>
                    <a:pt x="316" y="1226"/>
                  </a:lnTo>
                  <a:lnTo>
                    <a:pt x="316" y="1265"/>
                  </a:lnTo>
                  <a:lnTo>
                    <a:pt x="297" y="1245"/>
                  </a:lnTo>
                  <a:lnTo>
                    <a:pt x="297" y="1305"/>
                  </a:lnTo>
                  <a:lnTo>
                    <a:pt x="316" y="1305"/>
                  </a:lnTo>
                  <a:lnTo>
                    <a:pt x="316" y="1384"/>
                  </a:lnTo>
                  <a:lnTo>
                    <a:pt x="336" y="1403"/>
                  </a:lnTo>
                  <a:lnTo>
                    <a:pt x="356" y="1384"/>
                  </a:lnTo>
                  <a:lnTo>
                    <a:pt x="376" y="1324"/>
                  </a:lnTo>
                  <a:lnTo>
                    <a:pt x="395" y="1245"/>
                  </a:lnTo>
                  <a:lnTo>
                    <a:pt x="376" y="1344"/>
                  </a:lnTo>
                  <a:lnTo>
                    <a:pt x="395" y="1344"/>
                  </a:lnTo>
                  <a:lnTo>
                    <a:pt x="395" y="1403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35" y="1305"/>
                  </a:lnTo>
                  <a:lnTo>
                    <a:pt x="415" y="1324"/>
                  </a:lnTo>
                  <a:lnTo>
                    <a:pt x="415" y="1285"/>
                  </a:lnTo>
                  <a:lnTo>
                    <a:pt x="435" y="1206"/>
                  </a:lnTo>
                  <a:lnTo>
                    <a:pt x="455" y="1206"/>
                  </a:lnTo>
                  <a:lnTo>
                    <a:pt x="435" y="1265"/>
                  </a:lnTo>
                  <a:lnTo>
                    <a:pt x="435" y="1305"/>
                  </a:lnTo>
                  <a:lnTo>
                    <a:pt x="435" y="1344"/>
                  </a:lnTo>
                  <a:lnTo>
                    <a:pt x="435" y="1403"/>
                  </a:lnTo>
                  <a:lnTo>
                    <a:pt x="474" y="1344"/>
                  </a:lnTo>
                  <a:lnTo>
                    <a:pt x="494" y="1265"/>
                  </a:lnTo>
                  <a:lnTo>
                    <a:pt x="474" y="1305"/>
                  </a:lnTo>
                  <a:lnTo>
                    <a:pt x="494" y="1226"/>
                  </a:lnTo>
                  <a:lnTo>
                    <a:pt x="494" y="1265"/>
                  </a:lnTo>
                  <a:lnTo>
                    <a:pt x="514" y="1305"/>
                  </a:lnTo>
                  <a:lnTo>
                    <a:pt x="494" y="1344"/>
                  </a:lnTo>
                  <a:lnTo>
                    <a:pt x="494" y="1324"/>
                  </a:lnTo>
                  <a:lnTo>
                    <a:pt x="474" y="1364"/>
                  </a:lnTo>
                  <a:lnTo>
                    <a:pt x="474" y="1403"/>
                  </a:lnTo>
                  <a:lnTo>
                    <a:pt x="494" y="1364"/>
                  </a:lnTo>
                  <a:lnTo>
                    <a:pt x="514" y="1344"/>
                  </a:lnTo>
                  <a:lnTo>
                    <a:pt x="514" y="1364"/>
                  </a:lnTo>
                  <a:lnTo>
                    <a:pt x="514" y="1384"/>
                  </a:lnTo>
                  <a:lnTo>
                    <a:pt x="534" y="1403"/>
                  </a:lnTo>
                  <a:lnTo>
                    <a:pt x="553" y="1344"/>
                  </a:lnTo>
                  <a:lnTo>
                    <a:pt x="573" y="1344"/>
                  </a:lnTo>
                  <a:lnTo>
                    <a:pt x="593" y="1206"/>
                  </a:lnTo>
                  <a:lnTo>
                    <a:pt x="593" y="1305"/>
                  </a:lnTo>
                  <a:lnTo>
                    <a:pt x="573" y="1384"/>
                  </a:lnTo>
                  <a:lnTo>
                    <a:pt x="593" y="1344"/>
                  </a:lnTo>
                  <a:lnTo>
                    <a:pt x="593" y="1384"/>
                  </a:lnTo>
                  <a:lnTo>
                    <a:pt x="613" y="1403"/>
                  </a:lnTo>
                  <a:lnTo>
                    <a:pt x="613" y="1384"/>
                  </a:lnTo>
                  <a:lnTo>
                    <a:pt x="633" y="1344"/>
                  </a:lnTo>
                  <a:lnTo>
                    <a:pt x="652" y="1305"/>
                  </a:lnTo>
                  <a:lnTo>
                    <a:pt x="692" y="1285"/>
                  </a:lnTo>
                  <a:lnTo>
                    <a:pt x="652" y="1364"/>
                  </a:lnTo>
                  <a:lnTo>
                    <a:pt x="633" y="1403"/>
                  </a:lnTo>
                  <a:lnTo>
                    <a:pt x="652" y="1423"/>
                  </a:lnTo>
                  <a:lnTo>
                    <a:pt x="672" y="1423"/>
                  </a:lnTo>
                  <a:lnTo>
                    <a:pt x="692" y="1403"/>
                  </a:lnTo>
                  <a:lnTo>
                    <a:pt x="692" y="1324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692" y="1384"/>
                  </a:lnTo>
                  <a:lnTo>
                    <a:pt x="692" y="1384"/>
                  </a:lnTo>
                  <a:lnTo>
                    <a:pt x="731" y="1324"/>
                  </a:lnTo>
                  <a:lnTo>
                    <a:pt x="744" y="1324"/>
                  </a:lnTo>
                  <a:lnTo>
                    <a:pt x="751" y="1305"/>
                  </a:lnTo>
                  <a:lnTo>
                    <a:pt x="771" y="1226"/>
                  </a:lnTo>
                  <a:lnTo>
                    <a:pt x="771" y="1166"/>
                  </a:lnTo>
                  <a:lnTo>
                    <a:pt x="751" y="1206"/>
                  </a:lnTo>
                  <a:lnTo>
                    <a:pt x="731" y="1206"/>
                  </a:lnTo>
                  <a:lnTo>
                    <a:pt x="731" y="1147"/>
                  </a:lnTo>
                  <a:lnTo>
                    <a:pt x="751" y="1087"/>
                  </a:lnTo>
                  <a:lnTo>
                    <a:pt x="751" y="1048"/>
                  </a:lnTo>
                  <a:lnTo>
                    <a:pt x="791" y="949"/>
                  </a:lnTo>
                  <a:lnTo>
                    <a:pt x="810" y="929"/>
                  </a:lnTo>
                  <a:lnTo>
                    <a:pt x="791" y="1008"/>
                  </a:lnTo>
                  <a:lnTo>
                    <a:pt x="771" y="1068"/>
                  </a:lnTo>
                  <a:lnTo>
                    <a:pt x="791" y="1048"/>
                  </a:lnTo>
                  <a:lnTo>
                    <a:pt x="771" y="1147"/>
                  </a:lnTo>
                  <a:lnTo>
                    <a:pt x="791" y="1068"/>
                  </a:lnTo>
                  <a:lnTo>
                    <a:pt x="810" y="989"/>
                  </a:lnTo>
                  <a:lnTo>
                    <a:pt x="810" y="949"/>
                  </a:lnTo>
                  <a:lnTo>
                    <a:pt x="830" y="989"/>
                  </a:lnTo>
                  <a:lnTo>
                    <a:pt x="850" y="969"/>
                  </a:lnTo>
                  <a:lnTo>
                    <a:pt x="850" y="1028"/>
                  </a:lnTo>
                  <a:lnTo>
                    <a:pt x="830" y="1008"/>
                  </a:lnTo>
                  <a:lnTo>
                    <a:pt x="830" y="1048"/>
                  </a:lnTo>
                  <a:lnTo>
                    <a:pt x="810" y="1107"/>
                  </a:lnTo>
                  <a:lnTo>
                    <a:pt x="810" y="1166"/>
                  </a:lnTo>
                  <a:lnTo>
                    <a:pt x="791" y="1226"/>
                  </a:lnTo>
                  <a:lnTo>
                    <a:pt x="771" y="1344"/>
                  </a:lnTo>
                  <a:lnTo>
                    <a:pt x="771" y="1384"/>
                  </a:lnTo>
                  <a:lnTo>
                    <a:pt x="791" y="1344"/>
                  </a:lnTo>
                  <a:lnTo>
                    <a:pt x="810" y="1344"/>
                  </a:lnTo>
                  <a:lnTo>
                    <a:pt x="830" y="1305"/>
                  </a:lnTo>
                  <a:lnTo>
                    <a:pt x="830" y="1364"/>
                  </a:lnTo>
                  <a:lnTo>
                    <a:pt x="850" y="1364"/>
                  </a:lnTo>
                  <a:lnTo>
                    <a:pt x="870" y="1324"/>
                  </a:lnTo>
                  <a:lnTo>
                    <a:pt x="870" y="1384"/>
                  </a:lnTo>
                  <a:lnTo>
                    <a:pt x="870" y="1403"/>
                  </a:lnTo>
                  <a:lnTo>
                    <a:pt x="889" y="1384"/>
                  </a:lnTo>
                  <a:lnTo>
                    <a:pt x="909" y="1344"/>
                  </a:lnTo>
                  <a:lnTo>
                    <a:pt x="949" y="1305"/>
                  </a:lnTo>
                  <a:lnTo>
                    <a:pt x="949" y="1285"/>
                  </a:lnTo>
                  <a:lnTo>
                    <a:pt x="968" y="1305"/>
                  </a:lnTo>
                  <a:lnTo>
                    <a:pt x="949" y="1344"/>
                  </a:lnTo>
                  <a:lnTo>
                    <a:pt x="968" y="1364"/>
                  </a:lnTo>
                  <a:lnTo>
                    <a:pt x="988" y="1305"/>
                  </a:lnTo>
                  <a:lnTo>
                    <a:pt x="988" y="1364"/>
                  </a:lnTo>
                  <a:lnTo>
                    <a:pt x="1008" y="1344"/>
                  </a:lnTo>
                  <a:lnTo>
                    <a:pt x="1008" y="1324"/>
                  </a:lnTo>
                  <a:lnTo>
                    <a:pt x="1028" y="1384"/>
                  </a:lnTo>
                  <a:lnTo>
                    <a:pt x="1047" y="1344"/>
                  </a:lnTo>
                  <a:lnTo>
                    <a:pt x="1067" y="1265"/>
                  </a:lnTo>
                  <a:lnTo>
                    <a:pt x="1047" y="1384"/>
                  </a:lnTo>
                  <a:lnTo>
                    <a:pt x="1126" y="1344"/>
                  </a:lnTo>
                  <a:lnTo>
                    <a:pt x="1205" y="1305"/>
                  </a:lnTo>
                  <a:lnTo>
                    <a:pt x="1186" y="1344"/>
                  </a:lnTo>
                  <a:lnTo>
                    <a:pt x="1205" y="1324"/>
                  </a:lnTo>
                  <a:lnTo>
                    <a:pt x="1245" y="1305"/>
                  </a:lnTo>
                  <a:lnTo>
                    <a:pt x="1265" y="1265"/>
                  </a:lnTo>
                  <a:lnTo>
                    <a:pt x="1284" y="1265"/>
                  </a:lnTo>
                  <a:lnTo>
                    <a:pt x="1304" y="1245"/>
                  </a:lnTo>
                  <a:lnTo>
                    <a:pt x="1324" y="1166"/>
                  </a:lnTo>
                  <a:lnTo>
                    <a:pt x="1324" y="1048"/>
                  </a:lnTo>
                  <a:lnTo>
                    <a:pt x="1344" y="1028"/>
                  </a:lnTo>
                  <a:lnTo>
                    <a:pt x="1344" y="1068"/>
                  </a:lnTo>
                  <a:lnTo>
                    <a:pt x="1344" y="1107"/>
                  </a:lnTo>
                  <a:lnTo>
                    <a:pt x="1344" y="1127"/>
                  </a:lnTo>
                  <a:lnTo>
                    <a:pt x="1324" y="1226"/>
                  </a:lnTo>
                  <a:lnTo>
                    <a:pt x="1304" y="1305"/>
                  </a:lnTo>
                  <a:lnTo>
                    <a:pt x="1344" y="1226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83" y="1265"/>
                  </a:lnTo>
                  <a:lnTo>
                    <a:pt x="1363" y="1305"/>
                  </a:lnTo>
                  <a:lnTo>
                    <a:pt x="1363" y="1285"/>
                  </a:lnTo>
                  <a:lnTo>
                    <a:pt x="1344" y="1285"/>
                  </a:lnTo>
                  <a:lnTo>
                    <a:pt x="1344" y="1305"/>
                  </a:lnTo>
                  <a:lnTo>
                    <a:pt x="1324" y="1344"/>
                  </a:lnTo>
                  <a:lnTo>
                    <a:pt x="1363" y="1324"/>
                  </a:lnTo>
                  <a:lnTo>
                    <a:pt x="1383" y="1324"/>
                  </a:lnTo>
                  <a:lnTo>
                    <a:pt x="1383" y="1285"/>
                  </a:lnTo>
                  <a:lnTo>
                    <a:pt x="1403" y="1245"/>
                  </a:lnTo>
                  <a:lnTo>
                    <a:pt x="1403" y="1265"/>
                  </a:lnTo>
                  <a:lnTo>
                    <a:pt x="1423" y="1206"/>
                  </a:lnTo>
                  <a:lnTo>
                    <a:pt x="1403" y="1285"/>
                  </a:lnTo>
                  <a:lnTo>
                    <a:pt x="1423" y="1226"/>
                  </a:lnTo>
                  <a:lnTo>
                    <a:pt x="1442" y="1226"/>
                  </a:lnTo>
                  <a:lnTo>
                    <a:pt x="1462" y="1245"/>
                  </a:lnTo>
                  <a:lnTo>
                    <a:pt x="1462" y="1285"/>
                  </a:lnTo>
                  <a:lnTo>
                    <a:pt x="1482" y="1265"/>
                  </a:lnTo>
                  <a:lnTo>
                    <a:pt x="1482" y="1305"/>
                  </a:lnTo>
                  <a:lnTo>
                    <a:pt x="1502" y="1324"/>
                  </a:lnTo>
                  <a:lnTo>
                    <a:pt x="1521" y="1324"/>
                  </a:lnTo>
                  <a:lnTo>
                    <a:pt x="1541" y="1364"/>
                  </a:lnTo>
                  <a:lnTo>
                    <a:pt x="1561" y="1324"/>
                  </a:lnTo>
                  <a:lnTo>
                    <a:pt x="1581" y="1285"/>
                  </a:lnTo>
                  <a:lnTo>
                    <a:pt x="1265" y="692"/>
                  </a:lnTo>
                  <a:lnTo>
                    <a:pt x="968" y="179"/>
                  </a:lnTo>
                  <a:lnTo>
                    <a:pt x="949" y="238"/>
                  </a:lnTo>
                  <a:lnTo>
                    <a:pt x="949" y="218"/>
                  </a:lnTo>
                  <a:lnTo>
                    <a:pt x="949" y="159"/>
                  </a:lnTo>
                  <a:lnTo>
                    <a:pt x="929" y="198"/>
                  </a:lnTo>
                  <a:lnTo>
                    <a:pt x="909" y="218"/>
                  </a:lnTo>
                  <a:lnTo>
                    <a:pt x="909" y="258"/>
                  </a:lnTo>
                  <a:lnTo>
                    <a:pt x="889" y="297"/>
                  </a:lnTo>
                  <a:lnTo>
                    <a:pt x="889" y="238"/>
                  </a:lnTo>
                  <a:lnTo>
                    <a:pt x="909" y="198"/>
                  </a:lnTo>
                  <a:lnTo>
                    <a:pt x="909" y="119"/>
                  </a:lnTo>
                  <a:lnTo>
                    <a:pt x="909" y="100"/>
                  </a:lnTo>
                  <a:lnTo>
                    <a:pt x="909" y="80"/>
                  </a:lnTo>
                  <a:lnTo>
                    <a:pt x="909" y="40"/>
                  </a:lnTo>
                  <a:lnTo>
                    <a:pt x="889" y="60"/>
                  </a:lnTo>
                  <a:lnTo>
                    <a:pt x="889" y="119"/>
                  </a:lnTo>
                  <a:lnTo>
                    <a:pt x="870" y="179"/>
                  </a:lnTo>
                  <a:lnTo>
                    <a:pt x="870" y="100"/>
                  </a:lnTo>
                  <a:lnTo>
                    <a:pt x="850" y="139"/>
                  </a:lnTo>
                  <a:lnTo>
                    <a:pt x="830" y="218"/>
                  </a:lnTo>
                  <a:lnTo>
                    <a:pt x="830" y="277"/>
                  </a:lnTo>
                  <a:lnTo>
                    <a:pt x="830" y="317"/>
                  </a:lnTo>
                  <a:lnTo>
                    <a:pt x="830" y="376"/>
                  </a:lnTo>
                  <a:lnTo>
                    <a:pt x="810" y="396"/>
                  </a:lnTo>
                  <a:lnTo>
                    <a:pt x="791" y="297"/>
                  </a:lnTo>
                  <a:lnTo>
                    <a:pt x="830" y="159"/>
                  </a:lnTo>
                  <a:lnTo>
                    <a:pt x="850" y="1"/>
                  </a:lnTo>
                  <a:lnTo>
                    <a:pt x="830" y="21"/>
                  </a:lnTo>
                  <a:lnTo>
                    <a:pt x="810" y="21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29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29"/>
            <p:cNvSpPr/>
            <p:nvPr/>
          </p:nvSpPr>
          <p:spPr>
            <a:xfrm>
              <a:off x="-1607450" y="32995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29"/>
            <p:cNvSpPr/>
            <p:nvPr/>
          </p:nvSpPr>
          <p:spPr>
            <a:xfrm>
              <a:off x="-1360550" y="3908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29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29"/>
            <p:cNvSpPr/>
            <p:nvPr/>
          </p:nvSpPr>
          <p:spPr>
            <a:xfrm>
              <a:off x="-1371900" y="3904975"/>
              <a:ext cx="19275" cy="6950"/>
            </a:xfrm>
            <a:custGeom>
              <a:rect b="b" l="l" r="r" t="t"/>
              <a:pathLst>
                <a:path extrusionOk="0" h="278" w="771">
                  <a:moveTo>
                    <a:pt x="672" y="1"/>
                  </a:moveTo>
                  <a:lnTo>
                    <a:pt x="593" y="21"/>
                  </a:lnTo>
                  <a:lnTo>
                    <a:pt x="613" y="21"/>
                  </a:lnTo>
                  <a:lnTo>
                    <a:pt x="672" y="1"/>
                  </a:lnTo>
                  <a:close/>
                  <a:moveTo>
                    <a:pt x="712" y="21"/>
                  </a:moveTo>
                  <a:lnTo>
                    <a:pt x="705" y="27"/>
                  </a:lnTo>
                  <a:lnTo>
                    <a:pt x="705" y="27"/>
                  </a:lnTo>
                  <a:lnTo>
                    <a:pt x="732" y="40"/>
                  </a:lnTo>
                  <a:lnTo>
                    <a:pt x="732" y="40"/>
                  </a:lnTo>
                  <a:lnTo>
                    <a:pt x="712" y="21"/>
                  </a:lnTo>
                  <a:close/>
                  <a:moveTo>
                    <a:pt x="613" y="1"/>
                  </a:moveTo>
                  <a:lnTo>
                    <a:pt x="514" y="21"/>
                  </a:lnTo>
                  <a:lnTo>
                    <a:pt x="475" y="40"/>
                  </a:lnTo>
                  <a:lnTo>
                    <a:pt x="514" y="40"/>
                  </a:lnTo>
                  <a:lnTo>
                    <a:pt x="593" y="21"/>
                  </a:lnTo>
                  <a:lnTo>
                    <a:pt x="613" y="1"/>
                  </a:lnTo>
                  <a:close/>
                  <a:moveTo>
                    <a:pt x="396" y="60"/>
                  </a:moveTo>
                  <a:lnTo>
                    <a:pt x="415" y="80"/>
                  </a:lnTo>
                  <a:lnTo>
                    <a:pt x="455" y="60"/>
                  </a:lnTo>
                  <a:close/>
                  <a:moveTo>
                    <a:pt x="613" y="100"/>
                  </a:moveTo>
                  <a:lnTo>
                    <a:pt x="593" y="119"/>
                  </a:lnTo>
                  <a:lnTo>
                    <a:pt x="613" y="119"/>
                  </a:lnTo>
                  <a:lnTo>
                    <a:pt x="613" y="100"/>
                  </a:lnTo>
                  <a:close/>
                  <a:moveTo>
                    <a:pt x="99" y="238"/>
                  </a:moveTo>
                  <a:lnTo>
                    <a:pt x="1" y="277"/>
                  </a:lnTo>
                  <a:lnTo>
                    <a:pt x="40" y="277"/>
                  </a:lnTo>
                  <a:lnTo>
                    <a:pt x="99" y="238"/>
                  </a:lnTo>
                  <a:close/>
                  <a:moveTo>
                    <a:pt x="692" y="21"/>
                  </a:moveTo>
                  <a:lnTo>
                    <a:pt x="652" y="40"/>
                  </a:lnTo>
                  <a:lnTo>
                    <a:pt x="514" y="40"/>
                  </a:lnTo>
                  <a:lnTo>
                    <a:pt x="455" y="60"/>
                  </a:lnTo>
                  <a:lnTo>
                    <a:pt x="494" y="60"/>
                  </a:lnTo>
                  <a:lnTo>
                    <a:pt x="455" y="80"/>
                  </a:lnTo>
                  <a:lnTo>
                    <a:pt x="475" y="80"/>
                  </a:lnTo>
                  <a:lnTo>
                    <a:pt x="297" y="139"/>
                  </a:lnTo>
                  <a:lnTo>
                    <a:pt x="159" y="198"/>
                  </a:lnTo>
                  <a:lnTo>
                    <a:pt x="198" y="218"/>
                  </a:lnTo>
                  <a:lnTo>
                    <a:pt x="99" y="238"/>
                  </a:lnTo>
                  <a:lnTo>
                    <a:pt x="80" y="277"/>
                  </a:lnTo>
                  <a:lnTo>
                    <a:pt x="99" y="277"/>
                  </a:lnTo>
                  <a:lnTo>
                    <a:pt x="119" y="258"/>
                  </a:lnTo>
                  <a:lnTo>
                    <a:pt x="198" y="258"/>
                  </a:lnTo>
                  <a:lnTo>
                    <a:pt x="218" y="238"/>
                  </a:lnTo>
                  <a:lnTo>
                    <a:pt x="198" y="238"/>
                  </a:lnTo>
                  <a:lnTo>
                    <a:pt x="257" y="218"/>
                  </a:lnTo>
                  <a:lnTo>
                    <a:pt x="356" y="179"/>
                  </a:lnTo>
                  <a:lnTo>
                    <a:pt x="396" y="179"/>
                  </a:lnTo>
                  <a:lnTo>
                    <a:pt x="396" y="159"/>
                  </a:lnTo>
                  <a:lnTo>
                    <a:pt x="356" y="159"/>
                  </a:lnTo>
                  <a:lnTo>
                    <a:pt x="396" y="139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80"/>
                  </a:lnTo>
                  <a:lnTo>
                    <a:pt x="554" y="100"/>
                  </a:lnTo>
                  <a:lnTo>
                    <a:pt x="534" y="100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494" y="119"/>
                  </a:lnTo>
                  <a:lnTo>
                    <a:pt x="514" y="119"/>
                  </a:lnTo>
                  <a:lnTo>
                    <a:pt x="593" y="100"/>
                  </a:lnTo>
                  <a:lnTo>
                    <a:pt x="613" y="100"/>
                  </a:lnTo>
                  <a:lnTo>
                    <a:pt x="692" y="80"/>
                  </a:lnTo>
                  <a:lnTo>
                    <a:pt x="692" y="60"/>
                  </a:lnTo>
                  <a:lnTo>
                    <a:pt x="771" y="40"/>
                  </a:lnTo>
                  <a:lnTo>
                    <a:pt x="692" y="40"/>
                  </a:lnTo>
                  <a:lnTo>
                    <a:pt x="705" y="27"/>
                  </a:lnTo>
                  <a:lnTo>
                    <a:pt x="705" y="27"/>
                  </a:lnTo>
                  <a:lnTo>
                    <a:pt x="692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29"/>
            <p:cNvSpPr/>
            <p:nvPr/>
          </p:nvSpPr>
          <p:spPr>
            <a:xfrm>
              <a:off x="-1388675" y="3898575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29"/>
            <p:cNvSpPr/>
            <p:nvPr/>
          </p:nvSpPr>
          <p:spPr>
            <a:xfrm>
              <a:off x="-1360050" y="3902525"/>
              <a:ext cx="2500" cy="500"/>
            </a:xfrm>
            <a:custGeom>
              <a:rect b="b" l="l" r="r" t="t"/>
              <a:pathLst>
                <a:path extrusionOk="0" h="20" w="100">
                  <a:moveTo>
                    <a:pt x="99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29"/>
            <p:cNvSpPr/>
            <p:nvPr/>
          </p:nvSpPr>
          <p:spPr>
            <a:xfrm>
              <a:off x="-1356600" y="3901525"/>
              <a:ext cx="2000" cy="525"/>
            </a:xfrm>
            <a:custGeom>
              <a:rect b="b" l="l" r="r" t="t"/>
              <a:pathLst>
                <a:path extrusionOk="0" h="21" w="80">
                  <a:moveTo>
                    <a:pt x="1" y="20"/>
                  </a:moveTo>
                  <a:lnTo>
                    <a:pt x="1" y="2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29"/>
            <p:cNvSpPr/>
            <p:nvPr/>
          </p:nvSpPr>
          <p:spPr>
            <a:xfrm>
              <a:off x="-1395600" y="3860050"/>
              <a:ext cx="43975" cy="52850"/>
            </a:xfrm>
            <a:custGeom>
              <a:rect b="b" l="l" r="r" t="t"/>
              <a:pathLst>
                <a:path extrusionOk="0" h="2114" w="1759">
                  <a:moveTo>
                    <a:pt x="1225" y="573"/>
                  </a:moveTo>
                  <a:lnTo>
                    <a:pt x="1225" y="593"/>
                  </a:lnTo>
                  <a:lnTo>
                    <a:pt x="1284" y="593"/>
                  </a:lnTo>
                  <a:lnTo>
                    <a:pt x="1245" y="573"/>
                  </a:lnTo>
                  <a:close/>
                  <a:moveTo>
                    <a:pt x="60" y="1126"/>
                  </a:moveTo>
                  <a:lnTo>
                    <a:pt x="60" y="1146"/>
                  </a:lnTo>
                  <a:lnTo>
                    <a:pt x="80" y="1126"/>
                  </a:lnTo>
                  <a:close/>
                  <a:moveTo>
                    <a:pt x="80" y="1146"/>
                  </a:moveTo>
                  <a:lnTo>
                    <a:pt x="1" y="1185"/>
                  </a:lnTo>
                  <a:lnTo>
                    <a:pt x="20" y="1185"/>
                  </a:lnTo>
                  <a:lnTo>
                    <a:pt x="1" y="1205"/>
                  </a:lnTo>
                  <a:lnTo>
                    <a:pt x="1" y="1225"/>
                  </a:lnTo>
                  <a:lnTo>
                    <a:pt x="20" y="1205"/>
                  </a:lnTo>
                  <a:lnTo>
                    <a:pt x="60" y="1185"/>
                  </a:lnTo>
                  <a:lnTo>
                    <a:pt x="60" y="1185"/>
                  </a:lnTo>
                  <a:lnTo>
                    <a:pt x="40" y="1205"/>
                  </a:lnTo>
                  <a:lnTo>
                    <a:pt x="139" y="1166"/>
                  </a:lnTo>
                  <a:lnTo>
                    <a:pt x="99" y="1166"/>
                  </a:lnTo>
                  <a:lnTo>
                    <a:pt x="119" y="1146"/>
                  </a:lnTo>
                  <a:close/>
                  <a:moveTo>
                    <a:pt x="1284" y="1205"/>
                  </a:moveTo>
                  <a:lnTo>
                    <a:pt x="1253" y="1213"/>
                  </a:lnTo>
                  <a:lnTo>
                    <a:pt x="1253" y="1213"/>
                  </a:lnTo>
                  <a:lnTo>
                    <a:pt x="1265" y="1225"/>
                  </a:lnTo>
                  <a:lnTo>
                    <a:pt x="1284" y="1205"/>
                  </a:lnTo>
                  <a:close/>
                  <a:moveTo>
                    <a:pt x="218" y="1264"/>
                  </a:moveTo>
                  <a:lnTo>
                    <a:pt x="198" y="1284"/>
                  </a:lnTo>
                  <a:lnTo>
                    <a:pt x="238" y="1264"/>
                  </a:lnTo>
                  <a:close/>
                  <a:moveTo>
                    <a:pt x="1620" y="1363"/>
                  </a:moveTo>
                  <a:lnTo>
                    <a:pt x="1581" y="138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40" y="1363"/>
                  </a:lnTo>
                  <a:close/>
                  <a:moveTo>
                    <a:pt x="1699" y="1403"/>
                  </a:moveTo>
                  <a:lnTo>
                    <a:pt x="1640" y="1423"/>
                  </a:lnTo>
                  <a:lnTo>
                    <a:pt x="1660" y="1423"/>
                  </a:lnTo>
                  <a:lnTo>
                    <a:pt x="1719" y="1403"/>
                  </a:lnTo>
                  <a:close/>
                  <a:moveTo>
                    <a:pt x="376" y="1423"/>
                  </a:moveTo>
                  <a:lnTo>
                    <a:pt x="356" y="1442"/>
                  </a:lnTo>
                  <a:lnTo>
                    <a:pt x="336" y="1442"/>
                  </a:lnTo>
                  <a:lnTo>
                    <a:pt x="376" y="1423"/>
                  </a:lnTo>
                  <a:close/>
                  <a:moveTo>
                    <a:pt x="336" y="1502"/>
                  </a:moveTo>
                  <a:lnTo>
                    <a:pt x="297" y="1521"/>
                  </a:lnTo>
                  <a:lnTo>
                    <a:pt x="317" y="1521"/>
                  </a:lnTo>
                  <a:lnTo>
                    <a:pt x="336" y="1502"/>
                  </a:lnTo>
                  <a:close/>
                  <a:moveTo>
                    <a:pt x="1541" y="1581"/>
                  </a:moveTo>
                  <a:lnTo>
                    <a:pt x="1541" y="1590"/>
                  </a:lnTo>
                  <a:lnTo>
                    <a:pt x="1541" y="1590"/>
                  </a:lnTo>
                  <a:lnTo>
                    <a:pt x="1561" y="1581"/>
                  </a:lnTo>
                  <a:close/>
                  <a:moveTo>
                    <a:pt x="613" y="1640"/>
                  </a:moveTo>
                  <a:lnTo>
                    <a:pt x="633" y="1660"/>
                  </a:lnTo>
                  <a:lnTo>
                    <a:pt x="652" y="1640"/>
                  </a:lnTo>
                  <a:close/>
                  <a:moveTo>
                    <a:pt x="1008" y="1640"/>
                  </a:moveTo>
                  <a:lnTo>
                    <a:pt x="949" y="1660"/>
                  </a:lnTo>
                  <a:lnTo>
                    <a:pt x="968" y="1660"/>
                  </a:lnTo>
                  <a:lnTo>
                    <a:pt x="968" y="1679"/>
                  </a:lnTo>
                  <a:lnTo>
                    <a:pt x="1008" y="1660"/>
                  </a:lnTo>
                  <a:lnTo>
                    <a:pt x="1008" y="1640"/>
                  </a:lnTo>
                  <a:close/>
                  <a:moveTo>
                    <a:pt x="1034" y="1923"/>
                  </a:moveTo>
                  <a:lnTo>
                    <a:pt x="968" y="1956"/>
                  </a:lnTo>
                  <a:lnTo>
                    <a:pt x="889" y="1976"/>
                  </a:lnTo>
                  <a:lnTo>
                    <a:pt x="909" y="1956"/>
                  </a:lnTo>
                  <a:lnTo>
                    <a:pt x="929" y="1936"/>
                  </a:lnTo>
                  <a:lnTo>
                    <a:pt x="968" y="1936"/>
                  </a:lnTo>
                  <a:lnTo>
                    <a:pt x="1034" y="1923"/>
                  </a:lnTo>
                  <a:close/>
                  <a:moveTo>
                    <a:pt x="830" y="2015"/>
                  </a:moveTo>
                  <a:lnTo>
                    <a:pt x="810" y="2035"/>
                  </a:lnTo>
                  <a:lnTo>
                    <a:pt x="830" y="2035"/>
                  </a:lnTo>
                  <a:lnTo>
                    <a:pt x="830" y="2015"/>
                  </a:lnTo>
                  <a:close/>
                  <a:moveTo>
                    <a:pt x="791" y="0"/>
                  </a:moveTo>
                  <a:lnTo>
                    <a:pt x="633" y="198"/>
                  </a:lnTo>
                  <a:lnTo>
                    <a:pt x="475" y="415"/>
                  </a:lnTo>
                  <a:lnTo>
                    <a:pt x="297" y="672"/>
                  </a:lnTo>
                  <a:lnTo>
                    <a:pt x="139" y="968"/>
                  </a:lnTo>
                  <a:lnTo>
                    <a:pt x="178" y="948"/>
                  </a:lnTo>
                  <a:lnTo>
                    <a:pt x="159" y="968"/>
                  </a:lnTo>
                  <a:lnTo>
                    <a:pt x="119" y="968"/>
                  </a:lnTo>
                  <a:lnTo>
                    <a:pt x="99" y="1008"/>
                  </a:lnTo>
                  <a:lnTo>
                    <a:pt x="159" y="1027"/>
                  </a:lnTo>
                  <a:lnTo>
                    <a:pt x="99" y="1047"/>
                  </a:lnTo>
                  <a:lnTo>
                    <a:pt x="40" y="1106"/>
                  </a:lnTo>
                  <a:lnTo>
                    <a:pt x="60" y="1126"/>
                  </a:lnTo>
                  <a:lnTo>
                    <a:pt x="99" y="1106"/>
                  </a:lnTo>
                  <a:lnTo>
                    <a:pt x="159" y="1087"/>
                  </a:lnTo>
                  <a:lnTo>
                    <a:pt x="198" y="1087"/>
                  </a:lnTo>
                  <a:lnTo>
                    <a:pt x="218" y="1106"/>
                  </a:lnTo>
                  <a:lnTo>
                    <a:pt x="238" y="1106"/>
                  </a:lnTo>
                  <a:lnTo>
                    <a:pt x="257" y="1087"/>
                  </a:lnTo>
                  <a:lnTo>
                    <a:pt x="277" y="1087"/>
                  </a:lnTo>
                  <a:lnTo>
                    <a:pt x="277" y="1106"/>
                  </a:lnTo>
                  <a:lnTo>
                    <a:pt x="218" y="1126"/>
                  </a:lnTo>
                  <a:lnTo>
                    <a:pt x="159" y="1146"/>
                  </a:lnTo>
                  <a:lnTo>
                    <a:pt x="198" y="1146"/>
                  </a:lnTo>
                  <a:lnTo>
                    <a:pt x="198" y="1166"/>
                  </a:lnTo>
                  <a:lnTo>
                    <a:pt x="178" y="1166"/>
                  </a:lnTo>
                  <a:lnTo>
                    <a:pt x="99" y="1205"/>
                  </a:lnTo>
                  <a:lnTo>
                    <a:pt x="178" y="1185"/>
                  </a:lnTo>
                  <a:lnTo>
                    <a:pt x="198" y="1185"/>
                  </a:lnTo>
                  <a:lnTo>
                    <a:pt x="159" y="1205"/>
                  </a:lnTo>
                  <a:lnTo>
                    <a:pt x="218" y="1205"/>
                  </a:lnTo>
                  <a:lnTo>
                    <a:pt x="277" y="1185"/>
                  </a:lnTo>
                  <a:lnTo>
                    <a:pt x="356" y="1166"/>
                  </a:lnTo>
                  <a:lnTo>
                    <a:pt x="356" y="1185"/>
                  </a:lnTo>
                  <a:lnTo>
                    <a:pt x="317" y="1205"/>
                  </a:lnTo>
                  <a:lnTo>
                    <a:pt x="356" y="1205"/>
                  </a:lnTo>
                  <a:lnTo>
                    <a:pt x="336" y="1225"/>
                  </a:lnTo>
                  <a:lnTo>
                    <a:pt x="297" y="1245"/>
                  </a:lnTo>
                  <a:lnTo>
                    <a:pt x="297" y="1225"/>
                  </a:lnTo>
                  <a:lnTo>
                    <a:pt x="257" y="1225"/>
                  </a:lnTo>
                  <a:lnTo>
                    <a:pt x="198" y="1245"/>
                  </a:lnTo>
                  <a:lnTo>
                    <a:pt x="178" y="1264"/>
                  </a:lnTo>
                  <a:lnTo>
                    <a:pt x="257" y="1245"/>
                  </a:lnTo>
                  <a:lnTo>
                    <a:pt x="238" y="1264"/>
                  </a:lnTo>
                  <a:lnTo>
                    <a:pt x="257" y="1264"/>
                  </a:lnTo>
                  <a:lnTo>
                    <a:pt x="139" y="1304"/>
                  </a:lnTo>
                  <a:lnTo>
                    <a:pt x="159" y="1304"/>
                  </a:lnTo>
                  <a:lnTo>
                    <a:pt x="139" y="1324"/>
                  </a:lnTo>
                  <a:lnTo>
                    <a:pt x="178" y="1304"/>
                  </a:lnTo>
                  <a:lnTo>
                    <a:pt x="238" y="1304"/>
                  </a:lnTo>
                  <a:lnTo>
                    <a:pt x="218" y="1324"/>
                  </a:lnTo>
                  <a:lnTo>
                    <a:pt x="198" y="1343"/>
                  </a:lnTo>
                  <a:lnTo>
                    <a:pt x="277" y="1324"/>
                  </a:lnTo>
                  <a:lnTo>
                    <a:pt x="238" y="1324"/>
                  </a:lnTo>
                  <a:lnTo>
                    <a:pt x="277" y="1304"/>
                  </a:lnTo>
                  <a:lnTo>
                    <a:pt x="317" y="1304"/>
                  </a:lnTo>
                  <a:lnTo>
                    <a:pt x="336" y="1324"/>
                  </a:lnTo>
                  <a:lnTo>
                    <a:pt x="376" y="1324"/>
                  </a:lnTo>
                  <a:lnTo>
                    <a:pt x="317" y="1343"/>
                  </a:lnTo>
                  <a:lnTo>
                    <a:pt x="238" y="1363"/>
                  </a:lnTo>
                  <a:lnTo>
                    <a:pt x="238" y="1343"/>
                  </a:lnTo>
                  <a:lnTo>
                    <a:pt x="218" y="1363"/>
                  </a:lnTo>
                  <a:lnTo>
                    <a:pt x="277" y="1383"/>
                  </a:lnTo>
                  <a:lnTo>
                    <a:pt x="257" y="1383"/>
                  </a:lnTo>
                  <a:lnTo>
                    <a:pt x="218" y="1423"/>
                  </a:lnTo>
                  <a:lnTo>
                    <a:pt x="257" y="1403"/>
                  </a:lnTo>
                  <a:lnTo>
                    <a:pt x="257" y="1423"/>
                  </a:lnTo>
                  <a:lnTo>
                    <a:pt x="336" y="1403"/>
                  </a:lnTo>
                  <a:lnTo>
                    <a:pt x="336" y="1403"/>
                  </a:lnTo>
                  <a:lnTo>
                    <a:pt x="277" y="1423"/>
                  </a:lnTo>
                  <a:lnTo>
                    <a:pt x="277" y="1442"/>
                  </a:lnTo>
                  <a:lnTo>
                    <a:pt x="238" y="1462"/>
                  </a:lnTo>
                  <a:lnTo>
                    <a:pt x="257" y="1462"/>
                  </a:lnTo>
                  <a:lnTo>
                    <a:pt x="297" y="1452"/>
                  </a:lnTo>
                  <a:lnTo>
                    <a:pt x="297" y="1452"/>
                  </a:lnTo>
                  <a:lnTo>
                    <a:pt x="297" y="1462"/>
                  </a:lnTo>
                  <a:lnTo>
                    <a:pt x="376" y="1462"/>
                  </a:lnTo>
                  <a:lnTo>
                    <a:pt x="396" y="1442"/>
                  </a:lnTo>
                  <a:lnTo>
                    <a:pt x="455" y="1423"/>
                  </a:lnTo>
                  <a:lnTo>
                    <a:pt x="435" y="1442"/>
                  </a:lnTo>
                  <a:lnTo>
                    <a:pt x="396" y="1462"/>
                  </a:lnTo>
                  <a:lnTo>
                    <a:pt x="494" y="1462"/>
                  </a:lnTo>
                  <a:lnTo>
                    <a:pt x="534" y="1442"/>
                  </a:lnTo>
                  <a:lnTo>
                    <a:pt x="475" y="1482"/>
                  </a:lnTo>
                  <a:lnTo>
                    <a:pt x="415" y="1482"/>
                  </a:lnTo>
                  <a:lnTo>
                    <a:pt x="356" y="1521"/>
                  </a:lnTo>
                  <a:lnTo>
                    <a:pt x="356" y="1541"/>
                  </a:lnTo>
                  <a:lnTo>
                    <a:pt x="317" y="1541"/>
                  </a:lnTo>
                  <a:lnTo>
                    <a:pt x="317" y="1561"/>
                  </a:lnTo>
                  <a:lnTo>
                    <a:pt x="435" y="1521"/>
                  </a:lnTo>
                  <a:lnTo>
                    <a:pt x="356" y="1561"/>
                  </a:lnTo>
                  <a:lnTo>
                    <a:pt x="396" y="1561"/>
                  </a:lnTo>
                  <a:lnTo>
                    <a:pt x="475" y="1541"/>
                  </a:lnTo>
                  <a:lnTo>
                    <a:pt x="534" y="1521"/>
                  </a:lnTo>
                  <a:lnTo>
                    <a:pt x="573" y="1521"/>
                  </a:lnTo>
                  <a:lnTo>
                    <a:pt x="613" y="1502"/>
                  </a:lnTo>
                  <a:lnTo>
                    <a:pt x="573" y="1502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13" y="1521"/>
                  </a:lnTo>
                  <a:lnTo>
                    <a:pt x="573" y="1541"/>
                  </a:lnTo>
                  <a:lnTo>
                    <a:pt x="435" y="1581"/>
                  </a:lnTo>
                  <a:lnTo>
                    <a:pt x="277" y="1620"/>
                  </a:lnTo>
                  <a:lnTo>
                    <a:pt x="317" y="1640"/>
                  </a:lnTo>
                  <a:lnTo>
                    <a:pt x="297" y="1660"/>
                  </a:lnTo>
                  <a:lnTo>
                    <a:pt x="396" y="1640"/>
                  </a:lnTo>
                  <a:lnTo>
                    <a:pt x="494" y="1600"/>
                  </a:lnTo>
                  <a:lnTo>
                    <a:pt x="494" y="1620"/>
                  </a:lnTo>
                  <a:lnTo>
                    <a:pt x="455" y="1620"/>
                  </a:lnTo>
                  <a:lnTo>
                    <a:pt x="514" y="1640"/>
                  </a:lnTo>
                  <a:lnTo>
                    <a:pt x="593" y="1640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712" y="1600"/>
                  </a:lnTo>
                  <a:lnTo>
                    <a:pt x="751" y="1600"/>
                  </a:lnTo>
                  <a:lnTo>
                    <a:pt x="692" y="1620"/>
                  </a:lnTo>
                  <a:lnTo>
                    <a:pt x="692" y="1640"/>
                  </a:lnTo>
                  <a:lnTo>
                    <a:pt x="712" y="1640"/>
                  </a:lnTo>
                  <a:lnTo>
                    <a:pt x="652" y="1660"/>
                  </a:lnTo>
                  <a:lnTo>
                    <a:pt x="613" y="1660"/>
                  </a:lnTo>
                  <a:lnTo>
                    <a:pt x="514" y="1699"/>
                  </a:lnTo>
                  <a:lnTo>
                    <a:pt x="554" y="1699"/>
                  </a:lnTo>
                  <a:lnTo>
                    <a:pt x="613" y="1679"/>
                  </a:lnTo>
                  <a:lnTo>
                    <a:pt x="554" y="1719"/>
                  </a:lnTo>
                  <a:lnTo>
                    <a:pt x="554" y="1739"/>
                  </a:lnTo>
                  <a:lnTo>
                    <a:pt x="455" y="1778"/>
                  </a:lnTo>
                  <a:lnTo>
                    <a:pt x="652" y="1778"/>
                  </a:lnTo>
                  <a:lnTo>
                    <a:pt x="692" y="1758"/>
                  </a:lnTo>
                  <a:lnTo>
                    <a:pt x="712" y="1758"/>
                  </a:lnTo>
                  <a:lnTo>
                    <a:pt x="712" y="1739"/>
                  </a:lnTo>
                  <a:lnTo>
                    <a:pt x="652" y="1739"/>
                  </a:lnTo>
                  <a:lnTo>
                    <a:pt x="692" y="1719"/>
                  </a:lnTo>
                  <a:lnTo>
                    <a:pt x="554" y="1758"/>
                  </a:lnTo>
                  <a:lnTo>
                    <a:pt x="573" y="1739"/>
                  </a:lnTo>
                  <a:lnTo>
                    <a:pt x="593" y="1719"/>
                  </a:lnTo>
                  <a:lnTo>
                    <a:pt x="692" y="1699"/>
                  </a:lnTo>
                  <a:lnTo>
                    <a:pt x="771" y="1699"/>
                  </a:lnTo>
                  <a:lnTo>
                    <a:pt x="791" y="1679"/>
                  </a:lnTo>
                  <a:lnTo>
                    <a:pt x="810" y="1660"/>
                  </a:lnTo>
                  <a:lnTo>
                    <a:pt x="889" y="1620"/>
                  </a:lnTo>
                  <a:lnTo>
                    <a:pt x="1028" y="1600"/>
                  </a:lnTo>
                  <a:lnTo>
                    <a:pt x="968" y="1620"/>
                  </a:lnTo>
                  <a:lnTo>
                    <a:pt x="1067" y="1620"/>
                  </a:lnTo>
                  <a:lnTo>
                    <a:pt x="1008" y="1640"/>
                  </a:lnTo>
                  <a:lnTo>
                    <a:pt x="1087" y="1640"/>
                  </a:lnTo>
                  <a:lnTo>
                    <a:pt x="1166" y="1620"/>
                  </a:lnTo>
                  <a:lnTo>
                    <a:pt x="1146" y="1640"/>
                  </a:lnTo>
                  <a:lnTo>
                    <a:pt x="1067" y="1679"/>
                  </a:lnTo>
                  <a:lnTo>
                    <a:pt x="909" y="1719"/>
                  </a:lnTo>
                  <a:lnTo>
                    <a:pt x="949" y="1719"/>
                  </a:lnTo>
                  <a:lnTo>
                    <a:pt x="731" y="1778"/>
                  </a:lnTo>
                  <a:lnTo>
                    <a:pt x="731" y="1798"/>
                  </a:lnTo>
                  <a:lnTo>
                    <a:pt x="731" y="1818"/>
                  </a:lnTo>
                  <a:lnTo>
                    <a:pt x="593" y="1877"/>
                  </a:lnTo>
                  <a:lnTo>
                    <a:pt x="613" y="1877"/>
                  </a:lnTo>
                  <a:lnTo>
                    <a:pt x="554" y="1916"/>
                  </a:lnTo>
                  <a:lnTo>
                    <a:pt x="613" y="1897"/>
                  </a:lnTo>
                  <a:lnTo>
                    <a:pt x="692" y="1857"/>
                  </a:lnTo>
                  <a:lnTo>
                    <a:pt x="672" y="1877"/>
                  </a:lnTo>
                  <a:lnTo>
                    <a:pt x="692" y="1877"/>
                  </a:lnTo>
                  <a:lnTo>
                    <a:pt x="712" y="1857"/>
                  </a:lnTo>
                  <a:lnTo>
                    <a:pt x="751" y="1837"/>
                  </a:lnTo>
                  <a:lnTo>
                    <a:pt x="850" y="1818"/>
                  </a:lnTo>
                  <a:lnTo>
                    <a:pt x="850" y="1798"/>
                  </a:lnTo>
                  <a:lnTo>
                    <a:pt x="889" y="1778"/>
                  </a:lnTo>
                  <a:lnTo>
                    <a:pt x="889" y="1798"/>
                  </a:lnTo>
                  <a:lnTo>
                    <a:pt x="909" y="1798"/>
                  </a:lnTo>
                  <a:lnTo>
                    <a:pt x="751" y="1857"/>
                  </a:lnTo>
                  <a:lnTo>
                    <a:pt x="791" y="1857"/>
                  </a:lnTo>
                  <a:lnTo>
                    <a:pt x="751" y="1877"/>
                  </a:lnTo>
                  <a:lnTo>
                    <a:pt x="712" y="1897"/>
                  </a:lnTo>
                  <a:lnTo>
                    <a:pt x="692" y="1897"/>
                  </a:lnTo>
                  <a:lnTo>
                    <a:pt x="672" y="1916"/>
                  </a:lnTo>
                  <a:lnTo>
                    <a:pt x="633" y="1916"/>
                  </a:lnTo>
                  <a:lnTo>
                    <a:pt x="613" y="1956"/>
                  </a:lnTo>
                  <a:lnTo>
                    <a:pt x="573" y="1956"/>
                  </a:lnTo>
                  <a:lnTo>
                    <a:pt x="573" y="1976"/>
                  </a:lnTo>
                  <a:lnTo>
                    <a:pt x="672" y="1956"/>
                  </a:lnTo>
                  <a:lnTo>
                    <a:pt x="672" y="1956"/>
                  </a:lnTo>
                  <a:lnTo>
                    <a:pt x="633" y="1976"/>
                  </a:lnTo>
                  <a:lnTo>
                    <a:pt x="573" y="2015"/>
                  </a:lnTo>
                  <a:lnTo>
                    <a:pt x="652" y="1976"/>
                  </a:lnTo>
                  <a:lnTo>
                    <a:pt x="652" y="1995"/>
                  </a:lnTo>
                  <a:lnTo>
                    <a:pt x="692" y="1976"/>
                  </a:lnTo>
                  <a:lnTo>
                    <a:pt x="751" y="1976"/>
                  </a:lnTo>
                  <a:lnTo>
                    <a:pt x="791" y="1956"/>
                  </a:lnTo>
                  <a:lnTo>
                    <a:pt x="850" y="1936"/>
                  </a:lnTo>
                  <a:lnTo>
                    <a:pt x="870" y="1936"/>
                  </a:lnTo>
                  <a:lnTo>
                    <a:pt x="870" y="1956"/>
                  </a:lnTo>
                  <a:lnTo>
                    <a:pt x="672" y="2015"/>
                  </a:lnTo>
                  <a:lnTo>
                    <a:pt x="692" y="2015"/>
                  </a:lnTo>
                  <a:lnTo>
                    <a:pt x="672" y="2035"/>
                  </a:lnTo>
                  <a:lnTo>
                    <a:pt x="731" y="2015"/>
                  </a:lnTo>
                  <a:lnTo>
                    <a:pt x="791" y="1995"/>
                  </a:lnTo>
                  <a:lnTo>
                    <a:pt x="810" y="1995"/>
                  </a:lnTo>
                  <a:lnTo>
                    <a:pt x="810" y="2015"/>
                  </a:lnTo>
                  <a:lnTo>
                    <a:pt x="850" y="1995"/>
                  </a:lnTo>
                  <a:lnTo>
                    <a:pt x="949" y="1976"/>
                  </a:lnTo>
                  <a:lnTo>
                    <a:pt x="909" y="1995"/>
                  </a:lnTo>
                  <a:lnTo>
                    <a:pt x="830" y="2035"/>
                  </a:lnTo>
                  <a:lnTo>
                    <a:pt x="712" y="2094"/>
                  </a:lnTo>
                  <a:lnTo>
                    <a:pt x="731" y="2094"/>
                  </a:lnTo>
                  <a:lnTo>
                    <a:pt x="731" y="2114"/>
                  </a:lnTo>
                  <a:lnTo>
                    <a:pt x="751" y="2094"/>
                  </a:lnTo>
                  <a:lnTo>
                    <a:pt x="791" y="2074"/>
                  </a:lnTo>
                  <a:lnTo>
                    <a:pt x="810" y="2074"/>
                  </a:lnTo>
                  <a:lnTo>
                    <a:pt x="929" y="2055"/>
                  </a:lnTo>
                  <a:lnTo>
                    <a:pt x="929" y="2035"/>
                  </a:lnTo>
                  <a:lnTo>
                    <a:pt x="909" y="2055"/>
                  </a:lnTo>
                  <a:lnTo>
                    <a:pt x="850" y="2055"/>
                  </a:lnTo>
                  <a:lnTo>
                    <a:pt x="909" y="2035"/>
                  </a:lnTo>
                  <a:lnTo>
                    <a:pt x="988" y="2015"/>
                  </a:lnTo>
                  <a:lnTo>
                    <a:pt x="1087" y="1995"/>
                  </a:lnTo>
                  <a:lnTo>
                    <a:pt x="1087" y="1976"/>
                  </a:lnTo>
                  <a:lnTo>
                    <a:pt x="1067" y="1995"/>
                  </a:lnTo>
                  <a:lnTo>
                    <a:pt x="968" y="2015"/>
                  </a:lnTo>
                  <a:lnTo>
                    <a:pt x="909" y="2015"/>
                  </a:lnTo>
                  <a:lnTo>
                    <a:pt x="988" y="1995"/>
                  </a:lnTo>
                  <a:lnTo>
                    <a:pt x="988" y="1976"/>
                  </a:lnTo>
                  <a:lnTo>
                    <a:pt x="1008" y="1956"/>
                  </a:lnTo>
                  <a:lnTo>
                    <a:pt x="1042" y="1921"/>
                  </a:lnTo>
                  <a:lnTo>
                    <a:pt x="1042" y="1921"/>
                  </a:lnTo>
                  <a:lnTo>
                    <a:pt x="1067" y="1916"/>
                  </a:lnTo>
                  <a:lnTo>
                    <a:pt x="1186" y="1877"/>
                  </a:lnTo>
                  <a:lnTo>
                    <a:pt x="1284" y="1877"/>
                  </a:lnTo>
                  <a:lnTo>
                    <a:pt x="1324" y="1857"/>
                  </a:lnTo>
                  <a:lnTo>
                    <a:pt x="1383" y="1837"/>
                  </a:lnTo>
                  <a:lnTo>
                    <a:pt x="1423" y="1818"/>
                  </a:lnTo>
                  <a:lnTo>
                    <a:pt x="1403" y="1818"/>
                  </a:lnTo>
                  <a:lnTo>
                    <a:pt x="1462" y="1798"/>
                  </a:lnTo>
                  <a:lnTo>
                    <a:pt x="1521" y="1798"/>
                  </a:lnTo>
                  <a:lnTo>
                    <a:pt x="1541" y="1778"/>
                  </a:lnTo>
                  <a:lnTo>
                    <a:pt x="1502" y="1778"/>
                  </a:lnTo>
                  <a:lnTo>
                    <a:pt x="1403" y="1798"/>
                  </a:lnTo>
                  <a:lnTo>
                    <a:pt x="1403" y="1778"/>
                  </a:lnTo>
                  <a:lnTo>
                    <a:pt x="1363" y="1778"/>
                  </a:lnTo>
                  <a:lnTo>
                    <a:pt x="1363" y="1758"/>
                  </a:lnTo>
                  <a:lnTo>
                    <a:pt x="1304" y="1778"/>
                  </a:lnTo>
                  <a:lnTo>
                    <a:pt x="1265" y="1758"/>
                  </a:lnTo>
                  <a:lnTo>
                    <a:pt x="1344" y="1758"/>
                  </a:lnTo>
                  <a:lnTo>
                    <a:pt x="1344" y="1739"/>
                  </a:lnTo>
                  <a:lnTo>
                    <a:pt x="1304" y="1739"/>
                  </a:lnTo>
                  <a:lnTo>
                    <a:pt x="1225" y="1758"/>
                  </a:lnTo>
                  <a:lnTo>
                    <a:pt x="1126" y="1798"/>
                  </a:lnTo>
                  <a:lnTo>
                    <a:pt x="1107" y="1798"/>
                  </a:lnTo>
                  <a:lnTo>
                    <a:pt x="1146" y="1778"/>
                  </a:lnTo>
                  <a:lnTo>
                    <a:pt x="1146" y="1758"/>
                  </a:lnTo>
                  <a:lnTo>
                    <a:pt x="1126" y="1758"/>
                  </a:lnTo>
                  <a:lnTo>
                    <a:pt x="1284" y="1719"/>
                  </a:lnTo>
                  <a:lnTo>
                    <a:pt x="1186" y="1719"/>
                  </a:lnTo>
                  <a:lnTo>
                    <a:pt x="1284" y="1699"/>
                  </a:lnTo>
                  <a:lnTo>
                    <a:pt x="1324" y="1699"/>
                  </a:lnTo>
                  <a:lnTo>
                    <a:pt x="1344" y="1719"/>
                  </a:lnTo>
                  <a:lnTo>
                    <a:pt x="1363" y="1719"/>
                  </a:lnTo>
                  <a:lnTo>
                    <a:pt x="1383" y="1699"/>
                  </a:lnTo>
                  <a:lnTo>
                    <a:pt x="1423" y="1719"/>
                  </a:lnTo>
                  <a:lnTo>
                    <a:pt x="1482" y="1679"/>
                  </a:lnTo>
                  <a:lnTo>
                    <a:pt x="1521" y="1660"/>
                  </a:lnTo>
                  <a:lnTo>
                    <a:pt x="1502" y="1660"/>
                  </a:lnTo>
                  <a:lnTo>
                    <a:pt x="1600" y="1620"/>
                  </a:lnTo>
                  <a:lnTo>
                    <a:pt x="1620" y="1620"/>
                  </a:lnTo>
                  <a:lnTo>
                    <a:pt x="1620" y="1640"/>
                  </a:lnTo>
                  <a:lnTo>
                    <a:pt x="1640" y="1620"/>
                  </a:lnTo>
                  <a:lnTo>
                    <a:pt x="1660" y="1620"/>
                  </a:lnTo>
                  <a:lnTo>
                    <a:pt x="1660" y="1600"/>
                  </a:lnTo>
                  <a:lnTo>
                    <a:pt x="1442" y="1640"/>
                  </a:lnTo>
                  <a:lnTo>
                    <a:pt x="1423" y="1640"/>
                  </a:lnTo>
                  <a:lnTo>
                    <a:pt x="1423" y="1620"/>
                  </a:lnTo>
                  <a:lnTo>
                    <a:pt x="1482" y="1620"/>
                  </a:lnTo>
                  <a:lnTo>
                    <a:pt x="1561" y="1600"/>
                  </a:lnTo>
                  <a:lnTo>
                    <a:pt x="1541" y="1600"/>
                  </a:lnTo>
                  <a:lnTo>
                    <a:pt x="1541" y="1590"/>
                  </a:lnTo>
                  <a:lnTo>
                    <a:pt x="1541" y="1590"/>
                  </a:lnTo>
                  <a:lnTo>
                    <a:pt x="1521" y="1600"/>
                  </a:lnTo>
                  <a:lnTo>
                    <a:pt x="1521" y="1581"/>
                  </a:lnTo>
                  <a:lnTo>
                    <a:pt x="1600" y="1541"/>
                  </a:lnTo>
                  <a:lnTo>
                    <a:pt x="1600" y="1561"/>
                  </a:lnTo>
                  <a:lnTo>
                    <a:pt x="1640" y="1541"/>
                  </a:lnTo>
                  <a:lnTo>
                    <a:pt x="1640" y="1561"/>
                  </a:lnTo>
                  <a:lnTo>
                    <a:pt x="1699" y="1541"/>
                  </a:lnTo>
                  <a:lnTo>
                    <a:pt x="1699" y="1521"/>
                  </a:lnTo>
                  <a:lnTo>
                    <a:pt x="1680" y="1521"/>
                  </a:lnTo>
                  <a:lnTo>
                    <a:pt x="1759" y="1502"/>
                  </a:lnTo>
                  <a:lnTo>
                    <a:pt x="1739" y="1482"/>
                  </a:lnTo>
                  <a:lnTo>
                    <a:pt x="1759" y="1462"/>
                  </a:lnTo>
                  <a:lnTo>
                    <a:pt x="1739" y="1442"/>
                  </a:lnTo>
                  <a:lnTo>
                    <a:pt x="1680" y="1462"/>
                  </a:lnTo>
                  <a:lnTo>
                    <a:pt x="1581" y="1462"/>
                  </a:lnTo>
                  <a:lnTo>
                    <a:pt x="1699" y="1442"/>
                  </a:lnTo>
                  <a:lnTo>
                    <a:pt x="1680" y="1442"/>
                  </a:lnTo>
                  <a:lnTo>
                    <a:pt x="1699" y="1423"/>
                  </a:lnTo>
                  <a:lnTo>
                    <a:pt x="1739" y="1403"/>
                  </a:lnTo>
                  <a:lnTo>
                    <a:pt x="1680" y="1423"/>
                  </a:lnTo>
                  <a:lnTo>
                    <a:pt x="1620" y="1442"/>
                  </a:lnTo>
                  <a:lnTo>
                    <a:pt x="1561" y="1462"/>
                  </a:lnTo>
                  <a:lnTo>
                    <a:pt x="1541" y="1442"/>
                  </a:lnTo>
                  <a:lnTo>
                    <a:pt x="1600" y="1423"/>
                  </a:lnTo>
                  <a:lnTo>
                    <a:pt x="1640" y="1423"/>
                  </a:lnTo>
                  <a:lnTo>
                    <a:pt x="1660" y="1383"/>
                  </a:lnTo>
                  <a:lnTo>
                    <a:pt x="1719" y="1363"/>
                  </a:lnTo>
                  <a:lnTo>
                    <a:pt x="1660" y="136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20" y="1383"/>
                  </a:lnTo>
                  <a:lnTo>
                    <a:pt x="1541" y="1403"/>
                  </a:lnTo>
                  <a:lnTo>
                    <a:pt x="1561" y="1363"/>
                  </a:lnTo>
                  <a:lnTo>
                    <a:pt x="1600" y="1343"/>
                  </a:lnTo>
                  <a:lnTo>
                    <a:pt x="1660" y="1343"/>
                  </a:lnTo>
                  <a:lnTo>
                    <a:pt x="1660" y="1324"/>
                  </a:lnTo>
                  <a:lnTo>
                    <a:pt x="1640" y="1324"/>
                  </a:lnTo>
                  <a:lnTo>
                    <a:pt x="1660" y="1304"/>
                  </a:lnTo>
                  <a:lnTo>
                    <a:pt x="1680" y="1284"/>
                  </a:lnTo>
                  <a:lnTo>
                    <a:pt x="1600" y="1304"/>
                  </a:lnTo>
                  <a:lnTo>
                    <a:pt x="1521" y="1324"/>
                  </a:lnTo>
                  <a:lnTo>
                    <a:pt x="1561" y="1304"/>
                  </a:lnTo>
                  <a:lnTo>
                    <a:pt x="1600" y="1304"/>
                  </a:lnTo>
                  <a:lnTo>
                    <a:pt x="1600" y="1284"/>
                  </a:lnTo>
                  <a:lnTo>
                    <a:pt x="1620" y="1284"/>
                  </a:lnTo>
                  <a:lnTo>
                    <a:pt x="1600" y="1264"/>
                  </a:lnTo>
                  <a:lnTo>
                    <a:pt x="1600" y="1264"/>
                  </a:lnTo>
                  <a:lnTo>
                    <a:pt x="1640" y="1245"/>
                  </a:lnTo>
                  <a:lnTo>
                    <a:pt x="1581" y="1245"/>
                  </a:lnTo>
                  <a:lnTo>
                    <a:pt x="1640" y="1225"/>
                  </a:lnTo>
                  <a:lnTo>
                    <a:pt x="1640" y="1205"/>
                  </a:lnTo>
                  <a:lnTo>
                    <a:pt x="1502" y="1205"/>
                  </a:lnTo>
                  <a:lnTo>
                    <a:pt x="1600" y="1185"/>
                  </a:lnTo>
                  <a:lnTo>
                    <a:pt x="1620" y="1185"/>
                  </a:lnTo>
                  <a:lnTo>
                    <a:pt x="1660" y="1166"/>
                  </a:lnTo>
                  <a:lnTo>
                    <a:pt x="1640" y="1166"/>
                  </a:lnTo>
                  <a:lnTo>
                    <a:pt x="1640" y="1146"/>
                  </a:lnTo>
                  <a:lnTo>
                    <a:pt x="1600" y="1146"/>
                  </a:lnTo>
                  <a:lnTo>
                    <a:pt x="1541" y="1166"/>
                  </a:lnTo>
                  <a:lnTo>
                    <a:pt x="1521" y="1166"/>
                  </a:lnTo>
                  <a:lnTo>
                    <a:pt x="1541" y="1146"/>
                  </a:lnTo>
                  <a:lnTo>
                    <a:pt x="1521" y="1146"/>
                  </a:lnTo>
                  <a:lnTo>
                    <a:pt x="1502" y="1126"/>
                  </a:lnTo>
                  <a:lnTo>
                    <a:pt x="1561" y="1106"/>
                  </a:lnTo>
                  <a:lnTo>
                    <a:pt x="1482" y="1126"/>
                  </a:lnTo>
                  <a:lnTo>
                    <a:pt x="1403" y="1146"/>
                  </a:lnTo>
                  <a:lnTo>
                    <a:pt x="1363" y="1166"/>
                  </a:lnTo>
                  <a:lnTo>
                    <a:pt x="1403" y="1185"/>
                  </a:lnTo>
                  <a:lnTo>
                    <a:pt x="1423" y="1185"/>
                  </a:lnTo>
                  <a:lnTo>
                    <a:pt x="1363" y="1205"/>
                  </a:lnTo>
                  <a:lnTo>
                    <a:pt x="1304" y="1225"/>
                  </a:lnTo>
                  <a:lnTo>
                    <a:pt x="1265" y="1225"/>
                  </a:lnTo>
                  <a:lnTo>
                    <a:pt x="1245" y="1245"/>
                  </a:lnTo>
                  <a:lnTo>
                    <a:pt x="1166" y="1264"/>
                  </a:lnTo>
                  <a:lnTo>
                    <a:pt x="1126" y="1245"/>
                  </a:lnTo>
                  <a:lnTo>
                    <a:pt x="1205" y="1225"/>
                  </a:lnTo>
                  <a:lnTo>
                    <a:pt x="1253" y="1213"/>
                  </a:lnTo>
                  <a:lnTo>
                    <a:pt x="1253" y="1213"/>
                  </a:lnTo>
                  <a:lnTo>
                    <a:pt x="1245" y="1205"/>
                  </a:lnTo>
                  <a:lnTo>
                    <a:pt x="1324" y="1185"/>
                  </a:lnTo>
                  <a:lnTo>
                    <a:pt x="1265" y="1185"/>
                  </a:lnTo>
                  <a:lnTo>
                    <a:pt x="1186" y="1225"/>
                  </a:lnTo>
                  <a:lnTo>
                    <a:pt x="1146" y="1225"/>
                  </a:lnTo>
                  <a:lnTo>
                    <a:pt x="1166" y="1205"/>
                  </a:lnTo>
                  <a:lnTo>
                    <a:pt x="1186" y="1205"/>
                  </a:lnTo>
                  <a:lnTo>
                    <a:pt x="1146" y="1185"/>
                  </a:lnTo>
                  <a:lnTo>
                    <a:pt x="1205" y="1166"/>
                  </a:lnTo>
                  <a:lnTo>
                    <a:pt x="1205" y="1166"/>
                  </a:lnTo>
                  <a:lnTo>
                    <a:pt x="1186" y="1185"/>
                  </a:lnTo>
                  <a:lnTo>
                    <a:pt x="1225" y="1185"/>
                  </a:lnTo>
                  <a:lnTo>
                    <a:pt x="1284" y="1166"/>
                  </a:lnTo>
                  <a:lnTo>
                    <a:pt x="1344" y="1146"/>
                  </a:lnTo>
                  <a:lnTo>
                    <a:pt x="1403" y="1126"/>
                  </a:lnTo>
                  <a:lnTo>
                    <a:pt x="1521" y="1106"/>
                  </a:lnTo>
                  <a:lnTo>
                    <a:pt x="1521" y="1087"/>
                  </a:lnTo>
                  <a:lnTo>
                    <a:pt x="1541" y="1067"/>
                  </a:lnTo>
                  <a:lnTo>
                    <a:pt x="1502" y="1067"/>
                  </a:lnTo>
                  <a:lnTo>
                    <a:pt x="1502" y="1047"/>
                  </a:lnTo>
                  <a:lnTo>
                    <a:pt x="1502" y="1027"/>
                  </a:lnTo>
                  <a:lnTo>
                    <a:pt x="1442" y="1027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462" y="968"/>
                  </a:lnTo>
                  <a:lnTo>
                    <a:pt x="1403" y="948"/>
                  </a:lnTo>
                  <a:lnTo>
                    <a:pt x="1383" y="948"/>
                  </a:lnTo>
                  <a:lnTo>
                    <a:pt x="1383" y="929"/>
                  </a:lnTo>
                  <a:lnTo>
                    <a:pt x="1442" y="929"/>
                  </a:lnTo>
                  <a:lnTo>
                    <a:pt x="1442" y="909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442" y="889"/>
                  </a:lnTo>
                  <a:lnTo>
                    <a:pt x="1403" y="889"/>
                  </a:lnTo>
                  <a:lnTo>
                    <a:pt x="1442" y="850"/>
                  </a:lnTo>
                  <a:lnTo>
                    <a:pt x="1403" y="850"/>
                  </a:lnTo>
                  <a:lnTo>
                    <a:pt x="1324" y="869"/>
                  </a:lnTo>
                  <a:lnTo>
                    <a:pt x="1423" y="830"/>
                  </a:lnTo>
                  <a:lnTo>
                    <a:pt x="1344" y="790"/>
                  </a:lnTo>
                  <a:lnTo>
                    <a:pt x="1304" y="731"/>
                  </a:lnTo>
                  <a:lnTo>
                    <a:pt x="1324" y="731"/>
                  </a:lnTo>
                  <a:lnTo>
                    <a:pt x="1304" y="711"/>
                  </a:lnTo>
                  <a:lnTo>
                    <a:pt x="1265" y="692"/>
                  </a:lnTo>
                  <a:lnTo>
                    <a:pt x="1225" y="692"/>
                  </a:lnTo>
                  <a:lnTo>
                    <a:pt x="1225" y="672"/>
                  </a:lnTo>
                  <a:lnTo>
                    <a:pt x="1186" y="672"/>
                  </a:lnTo>
                  <a:lnTo>
                    <a:pt x="1107" y="692"/>
                  </a:lnTo>
                  <a:lnTo>
                    <a:pt x="1008" y="731"/>
                  </a:lnTo>
                  <a:lnTo>
                    <a:pt x="988" y="731"/>
                  </a:lnTo>
                  <a:lnTo>
                    <a:pt x="1028" y="711"/>
                  </a:lnTo>
                  <a:lnTo>
                    <a:pt x="1067" y="692"/>
                  </a:lnTo>
                  <a:lnTo>
                    <a:pt x="1067" y="672"/>
                  </a:lnTo>
                  <a:lnTo>
                    <a:pt x="1166" y="652"/>
                  </a:lnTo>
                  <a:lnTo>
                    <a:pt x="1245" y="632"/>
                  </a:lnTo>
                  <a:lnTo>
                    <a:pt x="1166" y="632"/>
                  </a:lnTo>
                  <a:lnTo>
                    <a:pt x="1166" y="613"/>
                  </a:lnTo>
                  <a:lnTo>
                    <a:pt x="1166" y="593"/>
                  </a:lnTo>
                  <a:lnTo>
                    <a:pt x="1205" y="593"/>
                  </a:lnTo>
                  <a:lnTo>
                    <a:pt x="1225" y="573"/>
                  </a:lnTo>
                  <a:lnTo>
                    <a:pt x="1245" y="553"/>
                  </a:lnTo>
                  <a:lnTo>
                    <a:pt x="1245" y="553"/>
                  </a:lnTo>
                  <a:lnTo>
                    <a:pt x="1186" y="573"/>
                  </a:lnTo>
                  <a:lnTo>
                    <a:pt x="1107" y="573"/>
                  </a:lnTo>
                  <a:lnTo>
                    <a:pt x="1186" y="553"/>
                  </a:lnTo>
                  <a:lnTo>
                    <a:pt x="1107" y="553"/>
                  </a:lnTo>
                  <a:lnTo>
                    <a:pt x="1126" y="534"/>
                  </a:lnTo>
                  <a:lnTo>
                    <a:pt x="1186" y="494"/>
                  </a:lnTo>
                  <a:lnTo>
                    <a:pt x="1166" y="494"/>
                  </a:lnTo>
                  <a:lnTo>
                    <a:pt x="1166" y="455"/>
                  </a:lnTo>
                  <a:lnTo>
                    <a:pt x="1166" y="435"/>
                  </a:lnTo>
                  <a:lnTo>
                    <a:pt x="1186" y="415"/>
                  </a:lnTo>
                  <a:lnTo>
                    <a:pt x="1146" y="395"/>
                  </a:lnTo>
                  <a:lnTo>
                    <a:pt x="1087" y="395"/>
                  </a:lnTo>
                  <a:lnTo>
                    <a:pt x="1067" y="415"/>
                  </a:lnTo>
                  <a:lnTo>
                    <a:pt x="1008" y="435"/>
                  </a:lnTo>
                  <a:lnTo>
                    <a:pt x="968" y="435"/>
                  </a:lnTo>
                  <a:lnTo>
                    <a:pt x="1008" y="415"/>
                  </a:lnTo>
                  <a:lnTo>
                    <a:pt x="1047" y="395"/>
                  </a:lnTo>
                  <a:lnTo>
                    <a:pt x="1087" y="376"/>
                  </a:lnTo>
                  <a:lnTo>
                    <a:pt x="1087" y="356"/>
                  </a:lnTo>
                  <a:lnTo>
                    <a:pt x="1126" y="336"/>
                  </a:lnTo>
                  <a:lnTo>
                    <a:pt x="1107" y="336"/>
                  </a:lnTo>
                  <a:lnTo>
                    <a:pt x="1087" y="316"/>
                  </a:lnTo>
                  <a:lnTo>
                    <a:pt x="1126" y="316"/>
                  </a:lnTo>
                  <a:lnTo>
                    <a:pt x="1107" y="297"/>
                  </a:lnTo>
                  <a:lnTo>
                    <a:pt x="1067" y="316"/>
                  </a:lnTo>
                  <a:lnTo>
                    <a:pt x="988" y="316"/>
                  </a:lnTo>
                  <a:lnTo>
                    <a:pt x="1067" y="297"/>
                  </a:lnTo>
                  <a:lnTo>
                    <a:pt x="1008" y="297"/>
                  </a:lnTo>
                  <a:lnTo>
                    <a:pt x="968" y="316"/>
                  </a:lnTo>
                  <a:lnTo>
                    <a:pt x="988" y="297"/>
                  </a:lnTo>
                  <a:lnTo>
                    <a:pt x="850" y="297"/>
                  </a:lnTo>
                  <a:lnTo>
                    <a:pt x="909" y="277"/>
                  </a:lnTo>
                  <a:lnTo>
                    <a:pt x="889" y="277"/>
                  </a:lnTo>
                  <a:lnTo>
                    <a:pt x="988" y="237"/>
                  </a:lnTo>
                  <a:lnTo>
                    <a:pt x="988" y="257"/>
                  </a:lnTo>
                  <a:lnTo>
                    <a:pt x="968" y="257"/>
                  </a:lnTo>
                  <a:lnTo>
                    <a:pt x="949" y="277"/>
                  </a:lnTo>
                  <a:lnTo>
                    <a:pt x="968" y="277"/>
                  </a:lnTo>
                  <a:lnTo>
                    <a:pt x="1028" y="237"/>
                  </a:lnTo>
                  <a:lnTo>
                    <a:pt x="1067" y="218"/>
                  </a:lnTo>
                  <a:lnTo>
                    <a:pt x="1067" y="198"/>
                  </a:lnTo>
                  <a:lnTo>
                    <a:pt x="1047" y="178"/>
                  </a:lnTo>
                  <a:lnTo>
                    <a:pt x="1008" y="158"/>
                  </a:lnTo>
                  <a:lnTo>
                    <a:pt x="988" y="139"/>
                  </a:lnTo>
                  <a:lnTo>
                    <a:pt x="1028" y="99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988" y="40"/>
                  </a:lnTo>
                  <a:lnTo>
                    <a:pt x="929" y="40"/>
                  </a:lnTo>
                  <a:lnTo>
                    <a:pt x="988" y="20"/>
                  </a:lnTo>
                  <a:lnTo>
                    <a:pt x="870" y="20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29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29"/>
            <p:cNvSpPr/>
            <p:nvPr/>
          </p:nvSpPr>
          <p:spPr>
            <a:xfrm>
              <a:off x="-1375850" y="3911900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29"/>
            <p:cNvSpPr/>
            <p:nvPr/>
          </p:nvSpPr>
          <p:spPr>
            <a:xfrm>
              <a:off x="-1318575" y="4000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29"/>
            <p:cNvSpPr/>
            <p:nvPr/>
          </p:nvSpPr>
          <p:spPr>
            <a:xfrm>
              <a:off x="-1317575" y="399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29"/>
            <p:cNvSpPr/>
            <p:nvPr/>
          </p:nvSpPr>
          <p:spPr>
            <a:xfrm>
              <a:off x="-1323500" y="3961275"/>
              <a:ext cx="57300" cy="48900"/>
            </a:xfrm>
            <a:custGeom>
              <a:rect b="b" l="l" r="r" t="t"/>
              <a:pathLst>
                <a:path extrusionOk="0" h="1956" w="2292">
                  <a:moveTo>
                    <a:pt x="1699" y="60"/>
                  </a:moveTo>
                  <a:lnTo>
                    <a:pt x="1699" y="60"/>
                  </a:lnTo>
                  <a:lnTo>
                    <a:pt x="1699" y="60"/>
                  </a:lnTo>
                  <a:close/>
                  <a:moveTo>
                    <a:pt x="1758" y="1"/>
                  </a:moveTo>
                  <a:lnTo>
                    <a:pt x="1758" y="40"/>
                  </a:lnTo>
                  <a:lnTo>
                    <a:pt x="1778" y="60"/>
                  </a:lnTo>
                  <a:lnTo>
                    <a:pt x="1778" y="99"/>
                  </a:lnTo>
                  <a:lnTo>
                    <a:pt x="1798" y="99"/>
                  </a:lnTo>
                  <a:lnTo>
                    <a:pt x="1798" y="60"/>
                  </a:lnTo>
                  <a:lnTo>
                    <a:pt x="1778" y="40"/>
                  </a:lnTo>
                  <a:lnTo>
                    <a:pt x="1778" y="1"/>
                  </a:lnTo>
                  <a:close/>
                  <a:moveTo>
                    <a:pt x="929" y="218"/>
                  </a:moveTo>
                  <a:lnTo>
                    <a:pt x="948" y="257"/>
                  </a:lnTo>
                  <a:lnTo>
                    <a:pt x="948" y="297"/>
                  </a:lnTo>
                  <a:lnTo>
                    <a:pt x="929" y="277"/>
                  </a:lnTo>
                  <a:lnTo>
                    <a:pt x="968" y="376"/>
                  </a:lnTo>
                  <a:lnTo>
                    <a:pt x="968" y="336"/>
                  </a:lnTo>
                  <a:lnTo>
                    <a:pt x="988" y="356"/>
                  </a:lnTo>
                  <a:lnTo>
                    <a:pt x="988" y="317"/>
                  </a:lnTo>
                  <a:lnTo>
                    <a:pt x="948" y="238"/>
                  </a:lnTo>
                  <a:lnTo>
                    <a:pt x="929" y="218"/>
                  </a:lnTo>
                  <a:close/>
                  <a:moveTo>
                    <a:pt x="652" y="415"/>
                  </a:moveTo>
                  <a:lnTo>
                    <a:pt x="652" y="455"/>
                  </a:lnTo>
                  <a:lnTo>
                    <a:pt x="672" y="475"/>
                  </a:lnTo>
                  <a:lnTo>
                    <a:pt x="672" y="455"/>
                  </a:lnTo>
                  <a:lnTo>
                    <a:pt x="652" y="415"/>
                  </a:lnTo>
                  <a:close/>
                  <a:moveTo>
                    <a:pt x="593" y="494"/>
                  </a:moveTo>
                  <a:lnTo>
                    <a:pt x="593" y="514"/>
                  </a:lnTo>
                  <a:lnTo>
                    <a:pt x="613" y="534"/>
                  </a:lnTo>
                  <a:lnTo>
                    <a:pt x="613" y="534"/>
                  </a:lnTo>
                  <a:lnTo>
                    <a:pt x="593" y="494"/>
                  </a:lnTo>
                  <a:close/>
                  <a:moveTo>
                    <a:pt x="652" y="494"/>
                  </a:moveTo>
                  <a:lnTo>
                    <a:pt x="652" y="514"/>
                  </a:lnTo>
                  <a:lnTo>
                    <a:pt x="652" y="534"/>
                  </a:lnTo>
                  <a:lnTo>
                    <a:pt x="672" y="514"/>
                  </a:lnTo>
                  <a:lnTo>
                    <a:pt x="652" y="494"/>
                  </a:lnTo>
                  <a:close/>
                  <a:moveTo>
                    <a:pt x="139" y="751"/>
                  </a:moveTo>
                  <a:lnTo>
                    <a:pt x="139" y="771"/>
                  </a:lnTo>
                  <a:lnTo>
                    <a:pt x="158" y="771"/>
                  </a:lnTo>
                  <a:lnTo>
                    <a:pt x="139" y="751"/>
                  </a:lnTo>
                  <a:close/>
                  <a:moveTo>
                    <a:pt x="79" y="988"/>
                  </a:moveTo>
                  <a:lnTo>
                    <a:pt x="79" y="1008"/>
                  </a:lnTo>
                  <a:lnTo>
                    <a:pt x="99" y="1028"/>
                  </a:lnTo>
                  <a:lnTo>
                    <a:pt x="79" y="988"/>
                  </a:lnTo>
                  <a:close/>
                  <a:moveTo>
                    <a:pt x="2173" y="1047"/>
                  </a:moveTo>
                  <a:lnTo>
                    <a:pt x="2193" y="1087"/>
                  </a:lnTo>
                  <a:lnTo>
                    <a:pt x="2193" y="1047"/>
                  </a:lnTo>
                  <a:close/>
                  <a:moveTo>
                    <a:pt x="415" y="1146"/>
                  </a:moveTo>
                  <a:lnTo>
                    <a:pt x="415" y="1166"/>
                  </a:lnTo>
                  <a:lnTo>
                    <a:pt x="422" y="1166"/>
                  </a:lnTo>
                  <a:lnTo>
                    <a:pt x="415" y="1146"/>
                  </a:lnTo>
                  <a:close/>
                  <a:moveTo>
                    <a:pt x="435" y="1146"/>
                  </a:moveTo>
                  <a:lnTo>
                    <a:pt x="435" y="1166"/>
                  </a:lnTo>
                  <a:lnTo>
                    <a:pt x="422" y="1166"/>
                  </a:lnTo>
                  <a:lnTo>
                    <a:pt x="435" y="1205"/>
                  </a:lnTo>
                  <a:lnTo>
                    <a:pt x="450" y="1191"/>
                  </a:lnTo>
                  <a:lnTo>
                    <a:pt x="435" y="1146"/>
                  </a:lnTo>
                  <a:close/>
                  <a:moveTo>
                    <a:pt x="455" y="1186"/>
                  </a:moveTo>
                  <a:lnTo>
                    <a:pt x="450" y="1191"/>
                  </a:lnTo>
                  <a:lnTo>
                    <a:pt x="455" y="1205"/>
                  </a:lnTo>
                  <a:lnTo>
                    <a:pt x="455" y="1186"/>
                  </a:lnTo>
                  <a:close/>
                  <a:moveTo>
                    <a:pt x="455" y="1205"/>
                  </a:moveTo>
                  <a:lnTo>
                    <a:pt x="455" y="1205"/>
                  </a:lnTo>
                  <a:lnTo>
                    <a:pt x="455" y="1205"/>
                  </a:lnTo>
                  <a:close/>
                  <a:moveTo>
                    <a:pt x="107" y="1186"/>
                  </a:moveTo>
                  <a:lnTo>
                    <a:pt x="119" y="1245"/>
                  </a:lnTo>
                  <a:lnTo>
                    <a:pt x="139" y="1265"/>
                  </a:lnTo>
                  <a:lnTo>
                    <a:pt x="107" y="1186"/>
                  </a:lnTo>
                  <a:close/>
                  <a:moveTo>
                    <a:pt x="1660" y="1344"/>
                  </a:moveTo>
                  <a:lnTo>
                    <a:pt x="1660" y="1344"/>
                  </a:lnTo>
                  <a:lnTo>
                    <a:pt x="1660" y="1344"/>
                  </a:lnTo>
                  <a:close/>
                  <a:moveTo>
                    <a:pt x="845" y="1462"/>
                  </a:moveTo>
                  <a:lnTo>
                    <a:pt x="850" y="1482"/>
                  </a:lnTo>
                  <a:lnTo>
                    <a:pt x="869" y="1561"/>
                  </a:lnTo>
                  <a:lnTo>
                    <a:pt x="869" y="1561"/>
                  </a:lnTo>
                  <a:lnTo>
                    <a:pt x="850" y="1462"/>
                  </a:lnTo>
                  <a:close/>
                  <a:moveTo>
                    <a:pt x="198" y="1581"/>
                  </a:moveTo>
                  <a:lnTo>
                    <a:pt x="208" y="1600"/>
                  </a:lnTo>
                  <a:lnTo>
                    <a:pt x="198" y="1581"/>
                  </a:lnTo>
                  <a:close/>
                  <a:moveTo>
                    <a:pt x="208" y="1600"/>
                  </a:moveTo>
                  <a:lnTo>
                    <a:pt x="208" y="1600"/>
                  </a:lnTo>
                  <a:lnTo>
                    <a:pt x="208" y="1600"/>
                  </a:lnTo>
                  <a:close/>
                  <a:moveTo>
                    <a:pt x="208" y="1600"/>
                  </a:moveTo>
                  <a:lnTo>
                    <a:pt x="218" y="1620"/>
                  </a:lnTo>
                  <a:lnTo>
                    <a:pt x="208" y="1600"/>
                  </a:lnTo>
                  <a:close/>
                  <a:moveTo>
                    <a:pt x="316" y="1719"/>
                  </a:moveTo>
                  <a:lnTo>
                    <a:pt x="316" y="1739"/>
                  </a:lnTo>
                  <a:lnTo>
                    <a:pt x="336" y="1798"/>
                  </a:lnTo>
                  <a:lnTo>
                    <a:pt x="316" y="1719"/>
                  </a:lnTo>
                  <a:close/>
                  <a:moveTo>
                    <a:pt x="395" y="1600"/>
                  </a:moveTo>
                  <a:lnTo>
                    <a:pt x="395" y="1620"/>
                  </a:lnTo>
                  <a:lnTo>
                    <a:pt x="415" y="1699"/>
                  </a:lnTo>
                  <a:lnTo>
                    <a:pt x="435" y="1837"/>
                  </a:lnTo>
                  <a:lnTo>
                    <a:pt x="435" y="1739"/>
                  </a:lnTo>
                  <a:lnTo>
                    <a:pt x="395" y="1600"/>
                  </a:lnTo>
                  <a:close/>
                  <a:moveTo>
                    <a:pt x="711" y="1837"/>
                  </a:moveTo>
                  <a:lnTo>
                    <a:pt x="731" y="1857"/>
                  </a:lnTo>
                  <a:lnTo>
                    <a:pt x="731" y="1837"/>
                  </a:lnTo>
                  <a:close/>
                  <a:moveTo>
                    <a:pt x="60" y="1126"/>
                  </a:moveTo>
                  <a:lnTo>
                    <a:pt x="60" y="1166"/>
                  </a:lnTo>
                  <a:lnTo>
                    <a:pt x="79" y="1245"/>
                  </a:lnTo>
                  <a:lnTo>
                    <a:pt x="60" y="1205"/>
                  </a:lnTo>
                  <a:lnTo>
                    <a:pt x="60" y="1186"/>
                  </a:lnTo>
                  <a:lnTo>
                    <a:pt x="40" y="1186"/>
                  </a:lnTo>
                  <a:lnTo>
                    <a:pt x="40" y="1205"/>
                  </a:lnTo>
                  <a:lnTo>
                    <a:pt x="60" y="1245"/>
                  </a:lnTo>
                  <a:lnTo>
                    <a:pt x="79" y="1344"/>
                  </a:lnTo>
                  <a:lnTo>
                    <a:pt x="99" y="1344"/>
                  </a:lnTo>
                  <a:lnTo>
                    <a:pt x="99" y="1383"/>
                  </a:lnTo>
                  <a:lnTo>
                    <a:pt x="158" y="1482"/>
                  </a:lnTo>
                  <a:lnTo>
                    <a:pt x="158" y="1521"/>
                  </a:lnTo>
                  <a:lnTo>
                    <a:pt x="178" y="1521"/>
                  </a:lnTo>
                  <a:lnTo>
                    <a:pt x="178" y="1482"/>
                  </a:lnTo>
                  <a:lnTo>
                    <a:pt x="198" y="1541"/>
                  </a:lnTo>
                  <a:lnTo>
                    <a:pt x="198" y="1521"/>
                  </a:lnTo>
                  <a:lnTo>
                    <a:pt x="218" y="1581"/>
                  </a:lnTo>
                  <a:lnTo>
                    <a:pt x="218" y="1561"/>
                  </a:lnTo>
                  <a:lnTo>
                    <a:pt x="257" y="1679"/>
                  </a:lnTo>
                  <a:lnTo>
                    <a:pt x="237" y="1679"/>
                  </a:lnTo>
                  <a:lnTo>
                    <a:pt x="237" y="1660"/>
                  </a:lnTo>
                  <a:lnTo>
                    <a:pt x="218" y="1620"/>
                  </a:lnTo>
                  <a:lnTo>
                    <a:pt x="218" y="1620"/>
                  </a:lnTo>
                  <a:lnTo>
                    <a:pt x="218" y="1640"/>
                  </a:lnTo>
                  <a:lnTo>
                    <a:pt x="237" y="1719"/>
                  </a:lnTo>
                  <a:lnTo>
                    <a:pt x="237" y="1739"/>
                  </a:lnTo>
                  <a:lnTo>
                    <a:pt x="257" y="1818"/>
                  </a:lnTo>
                  <a:lnTo>
                    <a:pt x="297" y="1897"/>
                  </a:lnTo>
                  <a:lnTo>
                    <a:pt x="257" y="1798"/>
                  </a:lnTo>
                  <a:lnTo>
                    <a:pt x="257" y="1798"/>
                  </a:lnTo>
                  <a:lnTo>
                    <a:pt x="277" y="1818"/>
                  </a:lnTo>
                  <a:lnTo>
                    <a:pt x="297" y="1897"/>
                  </a:lnTo>
                  <a:lnTo>
                    <a:pt x="297" y="1818"/>
                  </a:lnTo>
                  <a:lnTo>
                    <a:pt x="316" y="1837"/>
                  </a:lnTo>
                  <a:lnTo>
                    <a:pt x="316" y="1818"/>
                  </a:lnTo>
                  <a:lnTo>
                    <a:pt x="297" y="1778"/>
                  </a:lnTo>
                  <a:lnTo>
                    <a:pt x="297" y="1739"/>
                  </a:lnTo>
                  <a:lnTo>
                    <a:pt x="277" y="1640"/>
                  </a:lnTo>
                  <a:lnTo>
                    <a:pt x="297" y="1719"/>
                  </a:lnTo>
                  <a:lnTo>
                    <a:pt x="316" y="1778"/>
                  </a:lnTo>
                  <a:lnTo>
                    <a:pt x="316" y="1758"/>
                  </a:lnTo>
                  <a:lnTo>
                    <a:pt x="297" y="1660"/>
                  </a:lnTo>
                  <a:lnTo>
                    <a:pt x="297" y="1600"/>
                  </a:lnTo>
                  <a:lnTo>
                    <a:pt x="277" y="1581"/>
                  </a:lnTo>
                  <a:lnTo>
                    <a:pt x="277" y="1620"/>
                  </a:lnTo>
                  <a:lnTo>
                    <a:pt x="277" y="1620"/>
                  </a:lnTo>
                  <a:lnTo>
                    <a:pt x="257" y="1581"/>
                  </a:lnTo>
                  <a:lnTo>
                    <a:pt x="257" y="1541"/>
                  </a:lnTo>
                  <a:lnTo>
                    <a:pt x="237" y="1541"/>
                  </a:lnTo>
                  <a:lnTo>
                    <a:pt x="257" y="1600"/>
                  </a:lnTo>
                  <a:lnTo>
                    <a:pt x="257" y="1600"/>
                  </a:lnTo>
                  <a:lnTo>
                    <a:pt x="178" y="1442"/>
                  </a:lnTo>
                  <a:lnTo>
                    <a:pt x="139" y="1284"/>
                  </a:lnTo>
                  <a:lnTo>
                    <a:pt x="119" y="1284"/>
                  </a:lnTo>
                  <a:lnTo>
                    <a:pt x="119" y="1324"/>
                  </a:lnTo>
                  <a:lnTo>
                    <a:pt x="60" y="1126"/>
                  </a:lnTo>
                  <a:close/>
                  <a:moveTo>
                    <a:pt x="297" y="1897"/>
                  </a:moveTo>
                  <a:lnTo>
                    <a:pt x="297" y="1897"/>
                  </a:lnTo>
                  <a:lnTo>
                    <a:pt x="297" y="1897"/>
                  </a:lnTo>
                  <a:close/>
                  <a:moveTo>
                    <a:pt x="652" y="1837"/>
                  </a:moveTo>
                  <a:lnTo>
                    <a:pt x="672" y="1916"/>
                  </a:lnTo>
                  <a:lnTo>
                    <a:pt x="657" y="1840"/>
                  </a:lnTo>
                  <a:lnTo>
                    <a:pt x="652" y="1837"/>
                  </a:lnTo>
                  <a:close/>
                  <a:moveTo>
                    <a:pt x="711" y="1916"/>
                  </a:moveTo>
                  <a:lnTo>
                    <a:pt x="711" y="1916"/>
                  </a:lnTo>
                  <a:lnTo>
                    <a:pt x="711" y="1916"/>
                  </a:lnTo>
                  <a:close/>
                  <a:moveTo>
                    <a:pt x="1482" y="1"/>
                  </a:moveTo>
                  <a:lnTo>
                    <a:pt x="1502" y="60"/>
                  </a:lnTo>
                  <a:lnTo>
                    <a:pt x="1502" y="80"/>
                  </a:lnTo>
                  <a:lnTo>
                    <a:pt x="1482" y="60"/>
                  </a:lnTo>
                  <a:lnTo>
                    <a:pt x="1482" y="20"/>
                  </a:lnTo>
                  <a:lnTo>
                    <a:pt x="1462" y="20"/>
                  </a:lnTo>
                  <a:lnTo>
                    <a:pt x="1442" y="80"/>
                  </a:lnTo>
                  <a:lnTo>
                    <a:pt x="1462" y="159"/>
                  </a:lnTo>
                  <a:lnTo>
                    <a:pt x="1462" y="178"/>
                  </a:lnTo>
                  <a:lnTo>
                    <a:pt x="1442" y="159"/>
                  </a:lnTo>
                  <a:lnTo>
                    <a:pt x="1442" y="198"/>
                  </a:lnTo>
                  <a:lnTo>
                    <a:pt x="1442" y="218"/>
                  </a:lnTo>
                  <a:lnTo>
                    <a:pt x="1423" y="198"/>
                  </a:lnTo>
                  <a:lnTo>
                    <a:pt x="1442" y="139"/>
                  </a:lnTo>
                  <a:lnTo>
                    <a:pt x="1423" y="99"/>
                  </a:lnTo>
                  <a:lnTo>
                    <a:pt x="1403" y="99"/>
                  </a:lnTo>
                  <a:lnTo>
                    <a:pt x="1403" y="80"/>
                  </a:lnTo>
                  <a:lnTo>
                    <a:pt x="1383" y="297"/>
                  </a:lnTo>
                  <a:lnTo>
                    <a:pt x="1403" y="415"/>
                  </a:lnTo>
                  <a:lnTo>
                    <a:pt x="1423" y="514"/>
                  </a:lnTo>
                  <a:lnTo>
                    <a:pt x="1403" y="475"/>
                  </a:lnTo>
                  <a:lnTo>
                    <a:pt x="1383" y="435"/>
                  </a:lnTo>
                  <a:lnTo>
                    <a:pt x="1363" y="356"/>
                  </a:lnTo>
                  <a:lnTo>
                    <a:pt x="1383" y="376"/>
                  </a:lnTo>
                  <a:lnTo>
                    <a:pt x="1344" y="218"/>
                  </a:lnTo>
                  <a:lnTo>
                    <a:pt x="1344" y="139"/>
                  </a:lnTo>
                  <a:lnTo>
                    <a:pt x="1324" y="40"/>
                  </a:lnTo>
                  <a:lnTo>
                    <a:pt x="1304" y="60"/>
                  </a:lnTo>
                  <a:lnTo>
                    <a:pt x="1284" y="80"/>
                  </a:lnTo>
                  <a:lnTo>
                    <a:pt x="1284" y="99"/>
                  </a:lnTo>
                  <a:lnTo>
                    <a:pt x="1265" y="80"/>
                  </a:lnTo>
                  <a:lnTo>
                    <a:pt x="1284" y="159"/>
                  </a:lnTo>
                  <a:lnTo>
                    <a:pt x="1284" y="159"/>
                  </a:lnTo>
                  <a:lnTo>
                    <a:pt x="1265" y="139"/>
                  </a:lnTo>
                  <a:lnTo>
                    <a:pt x="1245" y="80"/>
                  </a:lnTo>
                  <a:lnTo>
                    <a:pt x="1245" y="139"/>
                  </a:lnTo>
                  <a:lnTo>
                    <a:pt x="1245" y="218"/>
                  </a:lnTo>
                  <a:lnTo>
                    <a:pt x="1265" y="297"/>
                  </a:lnTo>
                  <a:lnTo>
                    <a:pt x="1265" y="336"/>
                  </a:lnTo>
                  <a:lnTo>
                    <a:pt x="1245" y="336"/>
                  </a:lnTo>
                  <a:lnTo>
                    <a:pt x="1245" y="297"/>
                  </a:lnTo>
                  <a:lnTo>
                    <a:pt x="1245" y="277"/>
                  </a:lnTo>
                  <a:lnTo>
                    <a:pt x="1225" y="317"/>
                  </a:lnTo>
                  <a:lnTo>
                    <a:pt x="1225" y="257"/>
                  </a:lnTo>
                  <a:lnTo>
                    <a:pt x="1225" y="238"/>
                  </a:lnTo>
                  <a:lnTo>
                    <a:pt x="1225" y="218"/>
                  </a:lnTo>
                  <a:lnTo>
                    <a:pt x="1205" y="238"/>
                  </a:lnTo>
                  <a:lnTo>
                    <a:pt x="1205" y="297"/>
                  </a:lnTo>
                  <a:lnTo>
                    <a:pt x="1185" y="297"/>
                  </a:lnTo>
                  <a:lnTo>
                    <a:pt x="1185" y="198"/>
                  </a:lnTo>
                  <a:lnTo>
                    <a:pt x="1185" y="159"/>
                  </a:lnTo>
                  <a:lnTo>
                    <a:pt x="1205" y="218"/>
                  </a:lnTo>
                  <a:lnTo>
                    <a:pt x="1185" y="139"/>
                  </a:lnTo>
                  <a:lnTo>
                    <a:pt x="1205" y="159"/>
                  </a:lnTo>
                  <a:lnTo>
                    <a:pt x="1225" y="159"/>
                  </a:lnTo>
                  <a:lnTo>
                    <a:pt x="1225" y="99"/>
                  </a:lnTo>
                  <a:lnTo>
                    <a:pt x="1225" y="80"/>
                  </a:lnTo>
                  <a:lnTo>
                    <a:pt x="1205" y="80"/>
                  </a:lnTo>
                  <a:lnTo>
                    <a:pt x="1185" y="99"/>
                  </a:lnTo>
                  <a:lnTo>
                    <a:pt x="1166" y="60"/>
                  </a:lnTo>
                  <a:lnTo>
                    <a:pt x="1166" y="159"/>
                  </a:lnTo>
                  <a:lnTo>
                    <a:pt x="1166" y="198"/>
                  </a:lnTo>
                  <a:lnTo>
                    <a:pt x="1146" y="159"/>
                  </a:lnTo>
                  <a:lnTo>
                    <a:pt x="1146" y="257"/>
                  </a:lnTo>
                  <a:lnTo>
                    <a:pt x="1146" y="297"/>
                  </a:lnTo>
                  <a:lnTo>
                    <a:pt x="1166" y="317"/>
                  </a:lnTo>
                  <a:lnTo>
                    <a:pt x="1166" y="356"/>
                  </a:lnTo>
                  <a:lnTo>
                    <a:pt x="1166" y="396"/>
                  </a:lnTo>
                  <a:lnTo>
                    <a:pt x="1146" y="356"/>
                  </a:lnTo>
                  <a:lnTo>
                    <a:pt x="1126" y="178"/>
                  </a:lnTo>
                  <a:lnTo>
                    <a:pt x="1126" y="159"/>
                  </a:lnTo>
                  <a:lnTo>
                    <a:pt x="1106" y="139"/>
                  </a:lnTo>
                  <a:lnTo>
                    <a:pt x="1106" y="139"/>
                  </a:lnTo>
                  <a:lnTo>
                    <a:pt x="1126" y="257"/>
                  </a:lnTo>
                  <a:lnTo>
                    <a:pt x="1126" y="336"/>
                  </a:lnTo>
                  <a:lnTo>
                    <a:pt x="1106" y="415"/>
                  </a:lnTo>
                  <a:lnTo>
                    <a:pt x="1087" y="336"/>
                  </a:lnTo>
                  <a:lnTo>
                    <a:pt x="1106" y="297"/>
                  </a:lnTo>
                  <a:lnTo>
                    <a:pt x="1106" y="238"/>
                  </a:lnTo>
                  <a:lnTo>
                    <a:pt x="1087" y="159"/>
                  </a:lnTo>
                  <a:lnTo>
                    <a:pt x="1087" y="198"/>
                  </a:lnTo>
                  <a:lnTo>
                    <a:pt x="1087" y="238"/>
                  </a:lnTo>
                  <a:lnTo>
                    <a:pt x="1067" y="198"/>
                  </a:lnTo>
                  <a:lnTo>
                    <a:pt x="1047" y="198"/>
                  </a:lnTo>
                  <a:lnTo>
                    <a:pt x="1047" y="238"/>
                  </a:lnTo>
                  <a:lnTo>
                    <a:pt x="1047" y="277"/>
                  </a:lnTo>
                  <a:lnTo>
                    <a:pt x="1027" y="277"/>
                  </a:lnTo>
                  <a:lnTo>
                    <a:pt x="1027" y="297"/>
                  </a:lnTo>
                  <a:lnTo>
                    <a:pt x="988" y="297"/>
                  </a:lnTo>
                  <a:lnTo>
                    <a:pt x="1008" y="336"/>
                  </a:lnTo>
                  <a:lnTo>
                    <a:pt x="1008" y="317"/>
                  </a:lnTo>
                  <a:lnTo>
                    <a:pt x="1027" y="336"/>
                  </a:lnTo>
                  <a:lnTo>
                    <a:pt x="1047" y="396"/>
                  </a:lnTo>
                  <a:lnTo>
                    <a:pt x="1027" y="435"/>
                  </a:lnTo>
                  <a:lnTo>
                    <a:pt x="1027" y="455"/>
                  </a:lnTo>
                  <a:lnTo>
                    <a:pt x="1008" y="475"/>
                  </a:lnTo>
                  <a:lnTo>
                    <a:pt x="1027" y="494"/>
                  </a:lnTo>
                  <a:lnTo>
                    <a:pt x="1008" y="534"/>
                  </a:lnTo>
                  <a:lnTo>
                    <a:pt x="988" y="455"/>
                  </a:lnTo>
                  <a:lnTo>
                    <a:pt x="968" y="475"/>
                  </a:lnTo>
                  <a:lnTo>
                    <a:pt x="968" y="455"/>
                  </a:lnTo>
                  <a:lnTo>
                    <a:pt x="948" y="455"/>
                  </a:lnTo>
                  <a:lnTo>
                    <a:pt x="948" y="415"/>
                  </a:lnTo>
                  <a:lnTo>
                    <a:pt x="929" y="376"/>
                  </a:lnTo>
                  <a:lnTo>
                    <a:pt x="909" y="396"/>
                  </a:lnTo>
                  <a:lnTo>
                    <a:pt x="909" y="455"/>
                  </a:lnTo>
                  <a:lnTo>
                    <a:pt x="929" y="514"/>
                  </a:lnTo>
                  <a:lnTo>
                    <a:pt x="948" y="573"/>
                  </a:lnTo>
                  <a:lnTo>
                    <a:pt x="929" y="573"/>
                  </a:lnTo>
                  <a:lnTo>
                    <a:pt x="929" y="593"/>
                  </a:lnTo>
                  <a:lnTo>
                    <a:pt x="909" y="593"/>
                  </a:lnTo>
                  <a:lnTo>
                    <a:pt x="889" y="554"/>
                  </a:lnTo>
                  <a:lnTo>
                    <a:pt x="869" y="534"/>
                  </a:lnTo>
                  <a:lnTo>
                    <a:pt x="889" y="514"/>
                  </a:lnTo>
                  <a:lnTo>
                    <a:pt x="889" y="494"/>
                  </a:lnTo>
                  <a:lnTo>
                    <a:pt x="869" y="435"/>
                  </a:lnTo>
                  <a:lnTo>
                    <a:pt x="869" y="455"/>
                  </a:lnTo>
                  <a:lnTo>
                    <a:pt x="850" y="415"/>
                  </a:lnTo>
                  <a:lnTo>
                    <a:pt x="850" y="455"/>
                  </a:lnTo>
                  <a:lnTo>
                    <a:pt x="850" y="475"/>
                  </a:lnTo>
                  <a:lnTo>
                    <a:pt x="830" y="356"/>
                  </a:lnTo>
                  <a:lnTo>
                    <a:pt x="830" y="376"/>
                  </a:lnTo>
                  <a:lnTo>
                    <a:pt x="810" y="376"/>
                  </a:lnTo>
                  <a:lnTo>
                    <a:pt x="810" y="396"/>
                  </a:lnTo>
                  <a:lnTo>
                    <a:pt x="810" y="415"/>
                  </a:lnTo>
                  <a:lnTo>
                    <a:pt x="830" y="396"/>
                  </a:lnTo>
                  <a:lnTo>
                    <a:pt x="830" y="435"/>
                  </a:lnTo>
                  <a:lnTo>
                    <a:pt x="810" y="435"/>
                  </a:lnTo>
                  <a:lnTo>
                    <a:pt x="790" y="415"/>
                  </a:lnTo>
                  <a:lnTo>
                    <a:pt x="790" y="475"/>
                  </a:lnTo>
                  <a:lnTo>
                    <a:pt x="810" y="455"/>
                  </a:lnTo>
                  <a:lnTo>
                    <a:pt x="810" y="494"/>
                  </a:lnTo>
                  <a:lnTo>
                    <a:pt x="810" y="514"/>
                  </a:lnTo>
                  <a:lnTo>
                    <a:pt x="790" y="534"/>
                  </a:lnTo>
                  <a:lnTo>
                    <a:pt x="790" y="554"/>
                  </a:lnTo>
                  <a:lnTo>
                    <a:pt x="771" y="593"/>
                  </a:lnTo>
                  <a:lnTo>
                    <a:pt x="771" y="534"/>
                  </a:lnTo>
                  <a:lnTo>
                    <a:pt x="751" y="455"/>
                  </a:lnTo>
                  <a:lnTo>
                    <a:pt x="771" y="455"/>
                  </a:lnTo>
                  <a:lnTo>
                    <a:pt x="771" y="435"/>
                  </a:lnTo>
                  <a:lnTo>
                    <a:pt x="751" y="435"/>
                  </a:lnTo>
                  <a:lnTo>
                    <a:pt x="731" y="494"/>
                  </a:lnTo>
                  <a:lnTo>
                    <a:pt x="731" y="475"/>
                  </a:lnTo>
                  <a:lnTo>
                    <a:pt x="711" y="415"/>
                  </a:lnTo>
                  <a:lnTo>
                    <a:pt x="692" y="376"/>
                  </a:lnTo>
                  <a:lnTo>
                    <a:pt x="672" y="376"/>
                  </a:lnTo>
                  <a:lnTo>
                    <a:pt x="711" y="455"/>
                  </a:lnTo>
                  <a:lnTo>
                    <a:pt x="692" y="475"/>
                  </a:lnTo>
                  <a:lnTo>
                    <a:pt x="711" y="534"/>
                  </a:lnTo>
                  <a:lnTo>
                    <a:pt x="692" y="494"/>
                  </a:lnTo>
                  <a:lnTo>
                    <a:pt x="672" y="475"/>
                  </a:lnTo>
                  <a:lnTo>
                    <a:pt x="672" y="573"/>
                  </a:lnTo>
                  <a:lnTo>
                    <a:pt x="652" y="534"/>
                  </a:lnTo>
                  <a:lnTo>
                    <a:pt x="652" y="573"/>
                  </a:lnTo>
                  <a:lnTo>
                    <a:pt x="672" y="613"/>
                  </a:lnTo>
                  <a:lnTo>
                    <a:pt x="672" y="652"/>
                  </a:lnTo>
                  <a:lnTo>
                    <a:pt x="652" y="633"/>
                  </a:lnTo>
                  <a:lnTo>
                    <a:pt x="632" y="573"/>
                  </a:lnTo>
                  <a:lnTo>
                    <a:pt x="632" y="633"/>
                  </a:lnTo>
                  <a:lnTo>
                    <a:pt x="632" y="652"/>
                  </a:lnTo>
                  <a:lnTo>
                    <a:pt x="652" y="692"/>
                  </a:lnTo>
                  <a:lnTo>
                    <a:pt x="652" y="731"/>
                  </a:lnTo>
                  <a:lnTo>
                    <a:pt x="613" y="672"/>
                  </a:lnTo>
                  <a:lnTo>
                    <a:pt x="613" y="633"/>
                  </a:lnTo>
                  <a:lnTo>
                    <a:pt x="593" y="573"/>
                  </a:lnTo>
                  <a:lnTo>
                    <a:pt x="593" y="554"/>
                  </a:lnTo>
                  <a:lnTo>
                    <a:pt x="573" y="554"/>
                  </a:lnTo>
                  <a:lnTo>
                    <a:pt x="573" y="494"/>
                  </a:lnTo>
                  <a:lnTo>
                    <a:pt x="553" y="514"/>
                  </a:lnTo>
                  <a:lnTo>
                    <a:pt x="573" y="573"/>
                  </a:lnTo>
                  <a:lnTo>
                    <a:pt x="573" y="633"/>
                  </a:lnTo>
                  <a:lnTo>
                    <a:pt x="553" y="554"/>
                  </a:lnTo>
                  <a:lnTo>
                    <a:pt x="534" y="573"/>
                  </a:lnTo>
                  <a:lnTo>
                    <a:pt x="553" y="593"/>
                  </a:lnTo>
                  <a:lnTo>
                    <a:pt x="573" y="672"/>
                  </a:lnTo>
                  <a:lnTo>
                    <a:pt x="593" y="731"/>
                  </a:lnTo>
                  <a:lnTo>
                    <a:pt x="593" y="771"/>
                  </a:lnTo>
                  <a:lnTo>
                    <a:pt x="613" y="830"/>
                  </a:lnTo>
                  <a:lnTo>
                    <a:pt x="613" y="850"/>
                  </a:lnTo>
                  <a:lnTo>
                    <a:pt x="553" y="771"/>
                  </a:lnTo>
                  <a:lnTo>
                    <a:pt x="534" y="633"/>
                  </a:lnTo>
                  <a:lnTo>
                    <a:pt x="494" y="475"/>
                  </a:lnTo>
                  <a:lnTo>
                    <a:pt x="474" y="514"/>
                  </a:lnTo>
                  <a:lnTo>
                    <a:pt x="455" y="494"/>
                  </a:lnTo>
                  <a:lnTo>
                    <a:pt x="474" y="593"/>
                  </a:lnTo>
                  <a:lnTo>
                    <a:pt x="494" y="692"/>
                  </a:lnTo>
                  <a:lnTo>
                    <a:pt x="474" y="672"/>
                  </a:lnTo>
                  <a:lnTo>
                    <a:pt x="474" y="692"/>
                  </a:lnTo>
                  <a:lnTo>
                    <a:pt x="455" y="731"/>
                  </a:lnTo>
                  <a:lnTo>
                    <a:pt x="474" y="791"/>
                  </a:lnTo>
                  <a:lnTo>
                    <a:pt x="494" y="870"/>
                  </a:lnTo>
                  <a:lnTo>
                    <a:pt x="494" y="889"/>
                  </a:lnTo>
                  <a:lnTo>
                    <a:pt x="494" y="949"/>
                  </a:lnTo>
                  <a:lnTo>
                    <a:pt x="474" y="889"/>
                  </a:lnTo>
                  <a:lnTo>
                    <a:pt x="455" y="870"/>
                  </a:lnTo>
                  <a:lnTo>
                    <a:pt x="455" y="909"/>
                  </a:lnTo>
                  <a:lnTo>
                    <a:pt x="435" y="850"/>
                  </a:lnTo>
                  <a:lnTo>
                    <a:pt x="455" y="830"/>
                  </a:lnTo>
                  <a:lnTo>
                    <a:pt x="455" y="810"/>
                  </a:lnTo>
                  <a:lnTo>
                    <a:pt x="435" y="791"/>
                  </a:lnTo>
                  <a:lnTo>
                    <a:pt x="395" y="692"/>
                  </a:lnTo>
                  <a:lnTo>
                    <a:pt x="415" y="751"/>
                  </a:lnTo>
                  <a:lnTo>
                    <a:pt x="415" y="810"/>
                  </a:lnTo>
                  <a:lnTo>
                    <a:pt x="395" y="751"/>
                  </a:lnTo>
                  <a:lnTo>
                    <a:pt x="356" y="751"/>
                  </a:lnTo>
                  <a:lnTo>
                    <a:pt x="316" y="652"/>
                  </a:lnTo>
                  <a:lnTo>
                    <a:pt x="316" y="731"/>
                  </a:lnTo>
                  <a:lnTo>
                    <a:pt x="316" y="791"/>
                  </a:lnTo>
                  <a:lnTo>
                    <a:pt x="336" y="830"/>
                  </a:lnTo>
                  <a:lnTo>
                    <a:pt x="336" y="889"/>
                  </a:lnTo>
                  <a:lnTo>
                    <a:pt x="356" y="909"/>
                  </a:lnTo>
                  <a:lnTo>
                    <a:pt x="356" y="870"/>
                  </a:lnTo>
                  <a:lnTo>
                    <a:pt x="356" y="830"/>
                  </a:lnTo>
                  <a:lnTo>
                    <a:pt x="376" y="870"/>
                  </a:lnTo>
                  <a:lnTo>
                    <a:pt x="356" y="751"/>
                  </a:lnTo>
                  <a:lnTo>
                    <a:pt x="376" y="791"/>
                  </a:lnTo>
                  <a:lnTo>
                    <a:pt x="395" y="889"/>
                  </a:lnTo>
                  <a:lnTo>
                    <a:pt x="395" y="929"/>
                  </a:lnTo>
                  <a:lnTo>
                    <a:pt x="395" y="949"/>
                  </a:lnTo>
                  <a:lnTo>
                    <a:pt x="415" y="988"/>
                  </a:lnTo>
                  <a:lnTo>
                    <a:pt x="435" y="988"/>
                  </a:lnTo>
                  <a:lnTo>
                    <a:pt x="474" y="1087"/>
                  </a:lnTo>
                  <a:lnTo>
                    <a:pt x="494" y="1225"/>
                  </a:lnTo>
                  <a:lnTo>
                    <a:pt x="474" y="1166"/>
                  </a:lnTo>
                  <a:lnTo>
                    <a:pt x="474" y="1265"/>
                  </a:lnTo>
                  <a:lnTo>
                    <a:pt x="455" y="1205"/>
                  </a:lnTo>
                  <a:lnTo>
                    <a:pt x="455" y="1245"/>
                  </a:lnTo>
                  <a:lnTo>
                    <a:pt x="455" y="1284"/>
                  </a:lnTo>
                  <a:lnTo>
                    <a:pt x="474" y="1344"/>
                  </a:lnTo>
                  <a:lnTo>
                    <a:pt x="474" y="1344"/>
                  </a:lnTo>
                  <a:lnTo>
                    <a:pt x="455" y="1324"/>
                  </a:lnTo>
                  <a:lnTo>
                    <a:pt x="435" y="1265"/>
                  </a:lnTo>
                  <a:lnTo>
                    <a:pt x="415" y="1245"/>
                  </a:lnTo>
                  <a:lnTo>
                    <a:pt x="376" y="1107"/>
                  </a:lnTo>
                  <a:lnTo>
                    <a:pt x="376" y="1146"/>
                  </a:lnTo>
                  <a:lnTo>
                    <a:pt x="336" y="929"/>
                  </a:lnTo>
                  <a:lnTo>
                    <a:pt x="297" y="909"/>
                  </a:lnTo>
                  <a:lnTo>
                    <a:pt x="277" y="929"/>
                  </a:lnTo>
                  <a:lnTo>
                    <a:pt x="297" y="1028"/>
                  </a:lnTo>
                  <a:lnTo>
                    <a:pt x="297" y="1047"/>
                  </a:lnTo>
                  <a:lnTo>
                    <a:pt x="316" y="1087"/>
                  </a:lnTo>
                  <a:lnTo>
                    <a:pt x="297" y="1087"/>
                  </a:lnTo>
                  <a:lnTo>
                    <a:pt x="297" y="1107"/>
                  </a:lnTo>
                  <a:lnTo>
                    <a:pt x="257" y="949"/>
                  </a:lnTo>
                  <a:lnTo>
                    <a:pt x="257" y="968"/>
                  </a:lnTo>
                  <a:lnTo>
                    <a:pt x="218" y="929"/>
                  </a:lnTo>
                  <a:lnTo>
                    <a:pt x="218" y="889"/>
                  </a:lnTo>
                  <a:lnTo>
                    <a:pt x="237" y="889"/>
                  </a:lnTo>
                  <a:lnTo>
                    <a:pt x="277" y="929"/>
                  </a:lnTo>
                  <a:lnTo>
                    <a:pt x="277" y="929"/>
                  </a:lnTo>
                  <a:lnTo>
                    <a:pt x="237" y="771"/>
                  </a:lnTo>
                  <a:lnTo>
                    <a:pt x="237" y="810"/>
                  </a:lnTo>
                  <a:lnTo>
                    <a:pt x="218" y="791"/>
                  </a:lnTo>
                  <a:lnTo>
                    <a:pt x="198" y="731"/>
                  </a:lnTo>
                  <a:lnTo>
                    <a:pt x="218" y="810"/>
                  </a:lnTo>
                  <a:lnTo>
                    <a:pt x="237" y="889"/>
                  </a:lnTo>
                  <a:lnTo>
                    <a:pt x="237" y="889"/>
                  </a:lnTo>
                  <a:lnTo>
                    <a:pt x="218" y="870"/>
                  </a:lnTo>
                  <a:lnTo>
                    <a:pt x="198" y="850"/>
                  </a:lnTo>
                  <a:lnTo>
                    <a:pt x="178" y="830"/>
                  </a:lnTo>
                  <a:lnTo>
                    <a:pt x="178" y="810"/>
                  </a:lnTo>
                  <a:lnTo>
                    <a:pt x="158" y="810"/>
                  </a:lnTo>
                  <a:lnTo>
                    <a:pt x="139" y="771"/>
                  </a:lnTo>
                  <a:lnTo>
                    <a:pt x="158" y="870"/>
                  </a:lnTo>
                  <a:lnTo>
                    <a:pt x="119" y="810"/>
                  </a:lnTo>
                  <a:lnTo>
                    <a:pt x="99" y="751"/>
                  </a:lnTo>
                  <a:lnTo>
                    <a:pt x="119" y="830"/>
                  </a:lnTo>
                  <a:lnTo>
                    <a:pt x="119" y="870"/>
                  </a:lnTo>
                  <a:lnTo>
                    <a:pt x="139" y="929"/>
                  </a:lnTo>
                  <a:lnTo>
                    <a:pt x="158" y="988"/>
                  </a:lnTo>
                  <a:lnTo>
                    <a:pt x="158" y="1008"/>
                  </a:lnTo>
                  <a:lnTo>
                    <a:pt x="178" y="1047"/>
                  </a:lnTo>
                  <a:lnTo>
                    <a:pt x="158" y="1047"/>
                  </a:lnTo>
                  <a:lnTo>
                    <a:pt x="99" y="850"/>
                  </a:lnTo>
                  <a:lnTo>
                    <a:pt x="99" y="870"/>
                  </a:lnTo>
                  <a:lnTo>
                    <a:pt x="79" y="870"/>
                  </a:lnTo>
                  <a:lnTo>
                    <a:pt x="99" y="929"/>
                  </a:lnTo>
                  <a:lnTo>
                    <a:pt x="119" y="968"/>
                  </a:lnTo>
                  <a:lnTo>
                    <a:pt x="119" y="988"/>
                  </a:lnTo>
                  <a:lnTo>
                    <a:pt x="99" y="988"/>
                  </a:lnTo>
                  <a:lnTo>
                    <a:pt x="119" y="1028"/>
                  </a:lnTo>
                  <a:lnTo>
                    <a:pt x="139" y="1146"/>
                  </a:lnTo>
                  <a:lnTo>
                    <a:pt x="119" y="1107"/>
                  </a:lnTo>
                  <a:lnTo>
                    <a:pt x="79" y="1008"/>
                  </a:lnTo>
                  <a:lnTo>
                    <a:pt x="20" y="889"/>
                  </a:lnTo>
                  <a:lnTo>
                    <a:pt x="20" y="909"/>
                  </a:lnTo>
                  <a:lnTo>
                    <a:pt x="0" y="909"/>
                  </a:lnTo>
                  <a:lnTo>
                    <a:pt x="20" y="929"/>
                  </a:lnTo>
                  <a:lnTo>
                    <a:pt x="40" y="968"/>
                  </a:lnTo>
                  <a:lnTo>
                    <a:pt x="40" y="988"/>
                  </a:lnTo>
                  <a:lnTo>
                    <a:pt x="79" y="1107"/>
                  </a:lnTo>
                  <a:lnTo>
                    <a:pt x="79" y="1097"/>
                  </a:lnTo>
                  <a:lnTo>
                    <a:pt x="99" y="1166"/>
                  </a:lnTo>
                  <a:lnTo>
                    <a:pt x="107" y="1186"/>
                  </a:lnTo>
                  <a:lnTo>
                    <a:pt x="107" y="1186"/>
                  </a:lnTo>
                  <a:lnTo>
                    <a:pt x="99" y="1146"/>
                  </a:lnTo>
                  <a:lnTo>
                    <a:pt x="99" y="110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158" y="1186"/>
                  </a:lnTo>
                  <a:lnTo>
                    <a:pt x="178" y="1225"/>
                  </a:lnTo>
                  <a:lnTo>
                    <a:pt x="158" y="1146"/>
                  </a:lnTo>
                  <a:lnTo>
                    <a:pt x="139" y="1067"/>
                  </a:lnTo>
                  <a:lnTo>
                    <a:pt x="158" y="1087"/>
                  </a:lnTo>
                  <a:lnTo>
                    <a:pt x="178" y="1126"/>
                  </a:lnTo>
                  <a:lnTo>
                    <a:pt x="178" y="1166"/>
                  </a:lnTo>
                  <a:lnTo>
                    <a:pt x="198" y="1245"/>
                  </a:lnTo>
                  <a:lnTo>
                    <a:pt x="237" y="1383"/>
                  </a:lnTo>
                  <a:lnTo>
                    <a:pt x="237" y="1462"/>
                  </a:lnTo>
                  <a:lnTo>
                    <a:pt x="257" y="1521"/>
                  </a:lnTo>
                  <a:lnTo>
                    <a:pt x="257" y="1502"/>
                  </a:lnTo>
                  <a:lnTo>
                    <a:pt x="297" y="1581"/>
                  </a:lnTo>
                  <a:lnTo>
                    <a:pt x="316" y="1620"/>
                  </a:lnTo>
                  <a:lnTo>
                    <a:pt x="316" y="1660"/>
                  </a:lnTo>
                  <a:lnTo>
                    <a:pt x="336" y="1699"/>
                  </a:lnTo>
                  <a:lnTo>
                    <a:pt x="336" y="1679"/>
                  </a:lnTo>
                  <a:lnTo>
                    <a:pt x="316" y="1581"/>
                  </a:lnTo>
                  <a:lnTo>
                    <a:pt x="336" y="1581"/>
                  </a:lnTo>
                  <a:lnTo>
                    <a:pt x="336" y="1561"/>
                  </a:lnTo>
                  <a:lnTo>
                    <a:pt x="336" y="1541"/>
                  </a:lnTo>
                  <a:lnTo>
                    <a:pt x="356" y="1561"/>
                  </a:lnTo>
                  <a:lnTo>
                    <a:pt x="336" y="1482"/>
                  </a:lnTo>
                  <a:lnTo>
                    <a:pt x="336" y="1462"/>
                  </a:lnTo>
                  <a:lnTo>
                    <a:pt x="336" y="1442"/>
                  </a:lnTo>
                  <a:lnTo>
                    <a:pt x="356" y="1521"/>
                  </a:lnTo>
                  <a:lnTo>
                    <a:pt x="376" y="1502"/>
                  </a:lnTo>
                  <a:lnTo>
                    <a:pt x="356" y="1403"/>
                  </a:lnTo>
                  <a:lnTo>
                    <a:pt x="316" y="1324"/>
                  </a:lnTo>
                  <a:lnTo>
                    <a:pt x="297" y="1265"/>
                  </a:lnTo>
                  <a:lnTo>
                    <a:pt x="316" y="1304"/>
                  </a:lnTo>
                  <a:lnTo>
                    <a:pt x="336" y="1324"/>
                  </a:lnTo>
                  <a:lnTo>
                    <a:pt x="395" y="1462"/>
                  </a:lnTo>
                  <a:lnTo>
                    <a:pt x="376" y="1363"/>
                  </a:lnTo>
                  <a:lnTo>
                    <a:pt x="415" y="1482"/>
                  </a:lnTo>
                  <a:lnTo>
                    <a:pt x="415" y="1541"/>
                  </a:lnTo>
                  <a:lnTo>
                    <a:pt x="395" y="1521"/>
                  </a:lnTo>
                  <a:lnTo>
                    <a:pt x="395" y="1541"/>
                  </a:lnTo>
                  <a:lnTo>
                    <a:pt x="376" y="1521"/>
                  </a:lnTo>
                  <a:lnTo>
                    <a:pt x="376" y="1521"/>
                  </a:lnTo>
                  <a:lnTo>
                    <a:pt x="395" y="1581"/>
                  </a:lnTo>
                  <a:lnTo>
                    <a:pt x="395" y="1600"/>
                  </a:lnTo>
                  <a:lnTo>
                    <a:pt x="435" y="1679"/>
                  </a:lnTo>
                  <a:lnTo>
                    <a:pt x="474" y="1798"/>
                  </a:lnTo>
                  <a:lnTo>
                    <a:pt x="474" y="1818"/>
                  </a:lnTo>
                  <a:lnTo>
                    <a:pt x="494" y="1837"/>
                  </a:lnTo>
                  <a:lnTo>
                    <a:pt x="455" y="1640"/>
                  </a:lnTo>
                  <a:lnTo>
                    <a:pt x="455" y="1600"/>
                  </a:lnTo>
                  <a:lnTo>
                    <a:pt x="474" y="1620"/>
                  </a:lnTo>
                  <a:lnTo>
                    <a:pt x="474" y="1660"/>
                  </a:lnTo>
                  <a:lnTo>
                    <a:pt x="494" y="1739"/>
                  </a:lnTo>
                  <a:lnTo>
                    <a:pt x="494" y="1719"/>
                  </a:lnTo>
                  <a:lnTo>
                    <a:pt x="514" y="1739"/>
                  </a:lnTo>
                  <a:lnTo>
                    <a:pt x="494" y="1699"/>
                  </a:lnTo>
                  <a:lnTo>
                    <a:pt x="514" y="1719"/>
                  </a:lnTo>
                  <a:lnTo>
                    <a:pt x="553" y="1778"/>
                  </a:lnTo>
                  <a:lnTo>
                    <a:pt x="553" y="1798"/>
                  </a:lnTo>
                  <a:lnTo>
                    <a:pt x="534" y="1778"/>
                  </a:lnTo>
                  <a:lnTo>
                    <a:pt x="534" y="1798"/>
                  </a:lnTo>
                  <a:lnTo>
                    <a:pt x="553" y="1837"/>
                  </a:lnTo>
                  <a:lnTo>
                    <a:pt x="534" y="1837"/>
                  </a:lnTo>
                  <a:lnTo>
                    <a:pt x="553" y="1877"/>
                  </a:lnTo>
                  <a:lnTo>
                    <a:pt x="573" y="1897"/>
                  </a:lnTo>
                  <a:lnTo>
                    <a:pt x="573" y="1857"/>
                  </a:lnTo>
                  <a:lnTo>
                    <a:pt x="593" y="1936"/>
                  </a:lnTo>
                  <a:lnTo>
                    <a:pt x="613" y="1936"/>
                  </a:lnTo>
                  <a:lnTo>
                    <a:pt x="613" y="1956"/>
                  </a:lnTo>
                  <a:lnTo>
                    <a:pt x="632" y="1956"/>
                  </a:lnTo>
                  <a:lnTo>
                    <a:pt x="632" y="1877"/>
                  </a:lnTo>
                  <a:lnTo>
                    <a:pt x="613" y="1778"/>
                  </a:lnTo>
                  <a:lnTo>
                    <a:pt x="652" y="1897"/>
                  </a:lnTo>
                  <a:lnTo>
                    <a:pt x="672" y="1936"/>
                  </a:lnTo>
                  <a:lnTo>
                    <a:pt x="632" y="1818"/>
                  </a:lnTo>
                  <a:lnTo>
                    <a:pt x="632" y="1739"/>
                  </a:lnTo>
                  <a:lnTo>
                    <a:pt x="652" y="1818"/>
                  </a:lnTo>
                  <a:lnTo>
                    <a:pt x="657" y="1840"/>
                  </a:lnTo>
                  <a:lnTo>
                    <a:pt x="692" y="1857"/>
                  </a:lnTo>
                  <a:lnTo>
                    <a:pt x="711" y="1916"/>
                  </a:lnTo>
                  <a:lnTo>
                    <a:pt x="711" y="1857"/>
                  </a:lnTo>
                  <a:lnTo>
                    <a:pt x="692" y="1778"/>
                  </a:lnTo>
                  <a:lnTo>
                    <a:pt x="692" y="1818"/>
                  </a:lnTo>
                  <a:lnTo>
                    <a:pt x="672" y="1739"/>
                  </a:lnTo>
                  <a:lnTo>
                    <a:pt x="672" y="1739"/>
                  </a:lnTo>
                  <a:lnTo>
                    <a:pt x="692" y="1758"/>
                  </a:lnTo>
                  <a:lnTo>
                    <a:pt x="711" y="1798"/>
                  </a:lnTo>
                  <a:lnTo>
                    <a:pt x="731" y="1837"/>
                  </a:lnTo>
                  <a:lnTo>
                    <a:pt x="751" y="1837"/>
                  </a:lnTo>
                  <a:lnTo>
                    <a:pt x="771" y="1877"/>
                  </a:lnTo>
                  <a:lnTo>
                    <a:pt x="771" y="1818"/>
                  </a:lnTo>
                  <a:lnTo>
                    <a:pt x="731" y="1739"/>
                  </a:lnTo>
                  <a:lnTo>
                    <a:pt x="731" y="1739"/>
                  </a:lnTo>
                  <a:lnTo>
                    <a:pt x="751" y="1758"/>
                  </a:lnTo>
                  <a:lnTo>
                    <a:pt x="771" y="1798"/>
                  </a:lnTo>
                  <a:lnTo>
                    <a:pt x="771" y="1818"/>
                  </a:lnTo>
                  <a:lnTo>
                    <a:pt x="790" y="1818"/>
                  </a:lnTo>
                  <a:lnTo>
                    <a:pt x="781" y="1783"/>
                  </a:lnTo>
                  <a:lnTo>
                    <a:pt x="781" y="1783"/>
                  </a:lnTo>
                  <a:lnTo>
                    <a:pt x="810" y="1857"/>
                  </a:lnTo>
                  <a:lnTo>
                    <a:pt x="810" y="1837"/>
                  </a:lnTo>
                  <a:lnTo>
                    <a:pt x="830" y="1857"/>
                  </a:lnTo>
                  <a:lnTo>
                    <a:pt x="830" y="1837"/>
                  </a:lnTo>
                  <a:lnTo>
                    <a:pt x="830" y="1798"/>
                  </a:lnTo>
                  <a:lnTo>
                    <a:pt x="830" y="1739"/>
                  </a:lnTo>
                  <a:lnTo>
                    <a:pt x="850" y="1719"/>
                  </a:lnTo>
                  <a:lnTo>
                    <a:pt x="869" y="1818"/>
                  </a:lnTo>
                  <a:lnTo>
                    <a:pt x="850" y="1837"/>
                  </a:lnTo>
                  <a:lnTo>
                    <a:pt x="869" y="1877"/>
                  </a:lnTo>
                  <a:lnTo>
                    <a:pt x="869" y="1857"/>
                  </a:lnTo>
                  <a:lnTo>
                    <a:pt x="889" y="1857"/>
                  </a:lnTo>
                  <a:lnTo>
                    <a:pt x="889" y="1837"/>
                  </a:lnTo>
                  <a:lnTo>
                    <a:pt x="869" y="1758"/>
                  </a:lnTo>
                  <a:lnTo>
                    <a:pt x="869" y="1739"/>
                  </a:lnTo>
                  <a:lnTo>
                    <a:pt x="889" y="1758"/>
                  </a:lnTo>
                  <a:lnTo>
                    <a:pt x="889" y="1739"/>
                  </a:lnTo>
                  <a:lnTo>
                    <a:pt x="909" y="1719"/>
                  </a:lnTo>
                  <a:lnTo>
                    <a:pt x="889" y="1620"/>
                  </a:lnTo>
                  <a:lnTo>
                    <a:pt x="889" y="1640"/>
                  </a:lnTo>
                  <a:lnTo>
                    <a:pt x="869" y="1581"/>
                  </a:lnTo>
                  <a:lnTo>
                    <a:pt x="869" y="1620"/>
                  </a:lnTo>
                  <a:lnTo>
                    <a:pt x="869" y="1640"/>
                  </a:lnTo>
                  <a:lnTo>
                    <a:pt x="830" y="1581"/>
                  </a:lnTo>
                  <a:lnTo>
                    <a:pt x="830" y="1541"/>
                  </a:lnTo>
                  <a:lnTo>
                    <a:pt x="810" y="1462"/>
                  </a:lnTo>
                  <a:lnTo>
                    <a:pt x="810" y="1383"/>
                  </a:lnTo>
                  <a:lnTo>
                    <a:pt x="810" y="1344"/>
                  </a:lnTo>
                  <a:lnTo>
                    <a:pt x="830" y="1423"/>
                  </a:lnTo>
                  <a:lnTo>
                    <a:pt x="830" y="1462"/>
                  </a:lnTo>
                  <a:lnTo>
                    <a:pt x="845" y="1462"/>
                  </a:lnTo>
                  <a:lnTo>
                    <a:pt x="830" y="1403"/>
                  </a:lnTo>
                  <a:lnTo>
                    <a:pt x="830" y="1363"/>
                  </a:lnTo>
                  <a:lnTo>
                    <a:pt x="850" y="1403"/>
                  </a:lnTo>
                  <a:lnTo>
                    <a:pt x="850" y="1363"/>
                  </a:lnTo>
                  <a:lnTo>
                    <a:pt x="869" y="1423"/>
                  </a:lnTo>
                  <a:lnTo>
                    <a:pt x="869" y="1462"/>
                  </a:lnTo>
                  <a:lnTo>
                    <a:pt x="869" y="1502"/>
                  </a:lnTo>
                  <a:lnTo>
                    <a:pt x="909" y="1620"/>
                  </a:lnTo>
                  <a:lnTo>
                    <a:pt x="929" y="1739"/>
                  </a:lnTo>
                  <a:lnTo>
                    <a:pt x="948" y="1778"/>
                  </a:lnTo>
                  <a:lnTo>
                    <a:pt x="948" y="1739"/>
                  </a:lnTo>
                  <a:lnTo>
                    <a:pt x="968" y="1739"/>
                  </a:lnTo>
                  <a:lnTo>
                    <a:pt x="968" y="1679"/>
                  </a:lnTo>
                  <a:lnTo>
                    <a:pt x="988" y="1739"/>
                  </a:lnTo>
                  <a:lnTo>
                    <a:pt x="1008" y="1679"/>
                  </a:lnTo>
                  <a:lnTo>
                    <a:pt x="1027" y="1758"/>
                  </a:lnTo>
                  <a:lnTo>
                    <a:pt x="1047" y="1758"/>
                  </a:lnTo>
                  <a:lnTo>
                    <a:pt x="1047" y="1699"/>
                  </a:lnTo>
                  <a:lnTo>
                    <a:pt x="1047" y="1640"/>
                  </a:lnTo>
                  <a:lnTo>
                    <a:pt x="1067" y="1640"/>
                  </a:lnTo>
                  <a:lnTo>
                    <a:pt x="1087" y="1679"/>
                  </a:lnTo>
                  <a:lnTo>
                    <a:pt x="1087" y="1640"/>
                  </a:lnTo>
                  <a:lnTo>
                    <a:pt x="1106" y="1699"/>
                  </a:lnTo>
                  <a:lnTo>
                    <a:pt x="1106" y="1679"/>
                  </a:lnTo>
                  <a:lnTo>
                    <a:pt x="1126" y="1640"/>
                  </a:lnTo>
                  <a:lnTo>
                    <a:pt x="1146" y="1699"/>
                  </a:lnTo>
                  <a:lnTo>
                    <a:pt x="1146" y="1660"/>
                  </a:lnTo>
                  <a:lnTo>
                    <a:pt x="1146" y="1581"/>
                  </a:lnTo>
                  <a:lnTo>
                    <a:pt x="1166" y="1679"/>
                  </a:lnTo>
                  <a:lnTo>
                    <a:pt x="1205" y="1620"/>
                  </a:lnTo>
                  <a:lnTo>
                    <a:pt x="1265" y="1581"/>
                  </a:lnTo>
                  <a:lnTo>
                    <a:pt x="1265" y="1600"/>
                  </a:lnTo>
                  <a:lnTo>
                    <a:pt x="1284" y="1581"/>
                  </a:lnTo>
                  <a:lnTo>
                    <a:pt x="1284" y="1541"/>
                  </a:lnTo>
                  <a:lnTo>
                    <a:pt x="1304" y="1502"/>
                  </a:lnTo>
                  <a:lnTo>
                    <a:pt x="1324" y="1502"/>
                  </a:lnTo>
                  <a:lnTo>
                    <a:pt x="1324" y="1462"/>
                  </a:lnTo>
                  <a:lnTo>
                    <a:pt x="1304" y="1403"/>
                  </a:lnTo>
                  <a:lnTo>
                    <a:pt x="1284" y="1284"/>
                  </a:lnTo>
                  <a:lnTo>
                    <a:pt x="1284" y="1265"/>
                  </a:lnTo>
                  <a:lnTo>
                    <a:pt x="1304" y="1304"/>
                  </a:lnTo>
                  <a:lnTo>
                    <a:pt x="1304" y="1344"/>
                  </a:lnTo>
                  <a:lnTo>
                    <a:pt x="1324" y="1363"/>
                  </a:lnTo>
                  <a:lnTo>
                    <a:pt x="1344" y="144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383" y="1521"/>
                  </a:lnTo>
                  <a:lnTo>
                    <a:pt x="1363" y="1581"/>
                  </a:lnTo>
                  <a:lnTo>
                    <a:pt x="1383" y="1541"/>
                  </a:lnTo>
                  <a:lnTo>
                    <a:pt x="1403" y="1541"/>
                  </a:lnTo>
                  <a:lnTo>
                    <a:pt x="1403" y="1482"/>
                  </a:lnTo>
                  <a:lnTo>
                    <a:pt x="1403" y="1462"/>
                  </a:lnTo>
                  <a:lnTo>
                    <a:pt x="1403" y="1403"/>
                  </a:lnTo>
                  <a:lnTo>
                    <a:pt x="1423" y="1502"/>
                  </a:lnTo>
                  <a:lnTo>
                    <a:pt x="1423" y="1442"/>
                  </a:lnTo>
                  <a:lnTo>
                    <a:pt x="1423" y="1423"/>
                  </a:lnTo>
                  <a:lnTo>
                    <a:pt x="1442" y="1423"/>
                  </a:lnTo>
                  <a:lnTo>
                    <a:pt x="1442" y="1442"/>
                  </a:lnTo>
                  <a:lnTo>
                    <a:pt x="1462" y="1502"/>
                  </a:lnTo>
                  <a:lnTo>
                    <a:pt x="1462" y="1462"/>
                  </a:lnTo>
                  <a:lnTo>
                    <a:pt x="1462" y="1442"/>
                  </a:lnTo>
                  <a:lnTo>
                    <a:pt x="1482" y="1482"/>
                  </a:lnTo>
                  <a:lnTo>
                    <a:pt x="1502" y="1502"/>
                  </a:lnTo>
                  <a:lnTo>
                    <a:pt x="1521" y="1502"/>
                  </a:lnTo>
                  <a:lnTo>
                    <a:pt x="1541" y="1521"/>
                  </a:lnTo>
                  <a:lnTo>
                    <a:pt x="1561" y="1482"/>
                  </a:lnTo>
                  <a:lnTo>
                    <a:pt x="1561" y="1423"/>
                  </a:lnTo>
                  <a:lnTo>
                    <a:pt x="1541" y="1403"/>
                  </a:lnTo>
                  <a:lnTo>
                    <a:pt x="1541" y="1344"/>
                  </a:lnTo>
                  <a:lnTo>
                    <a:pt x="1541" y="1324"/>
                  </a:lnTo>
                  <a:lnTo>
                    <a:pt x="1541" y="1304"/>
                  </a:lnTo>
                  <a:lnTo>
                    <a:pt x="1561" y="1344"/>
                  </a:lnTo>
                  <a:lnTo>
                    <a:pt x="1561" y="1383"/>
                  </a:lnTo>
                  <a:lnTo>
                    <a:pt x="1581" y="1423"/>
                  </a:lnTo>
                  <a:lnTo>
                    <a:pt x="1600" y="1423"/>
                  </a:lnTo>
                  <a:lnTo>
                    <a:pt x="1600" y="1462"/>
                  </a:lnTo>
                  <a:lnTo>
                    <a:pt x="1620" y="1442"/>
                  </a:lnTo>
                  <a:lnTo>
                    <a:pt x="1620" y="1482"/>
                  </a:lnTo>
                  <a:lnTo>
                    <a:pt x="1640" y="1462"/>
                  </a:lnTo>
                  <a:lnTo>
                    <a:pt x="1640" y="1423"/>
                  </a:lnTo>
                  <a:lnTo>
                    <a:pt x="1660" y="1324"/>
                  </a:lnTo>
                  <a:lnTo>
                    <a:pt x="1660" y="1344"/>
                  </a:lnTo>
                  <a:lnTo>
                    <a:pt x="1679" y="1265"/>
                  </a:lnTo>
                  <a:lnTo>
                    <a:pt x="1679" y="1205"/>
                  </a:lnTo>
                  <a:lnTo>
                    <a:pt x="1699" y="1265"/>
                  </a:lnTo>
                  <a:lnTo>
                    <a:pt x="1699" y="1324"/>
                  </a:lnTo>
                  <a:lnTo>
                    <a:pt x="1679" y="1324"/>
                  </a:lnTo>
                  <a:lnTo>
                    <a:pt x="1699" y="1403"/>
                  </a:lnTo>
                  <a:lnTo>
                    <a:pt x="1719" y="1423"/>
                  </a:lnTo>
                  <a:lnTo>
                    <a:pt x="1739" y="1442"/>
                  </a:lnTo>
                  <a:lnTo>
                    <a:pt x="1758" y="1423"/>
                  </a:lnTo>
                  <a:lnTo>
                    <a:pt x="1778" y="1403"/>
                  </a:lnTo>
                  <a:lnTo>
                    <a:pt x="1798" y="1383"/>
                  </a:lnTo>
                  <a:lnTo>
                    <a:pt x="1798" y="1363"/>
                  </a:lnTo>
                  <a:lnTo>
                    <a:pt x="1837" y="1423"/>
                  </a:lnTo>
                  <a:lnTo>
                    <a:pt x="1857" y="1403"/>
                  </a:lnTo>
                  <a:lnTo>
                    <a:pt x="1877" y="1403"/>
                  </a:lnTo>
                  <a:lnTo>
                    <a:pt x="1897" y="1344"/>
                  </a:lnTo>
                  <a:lnTo>
                    <a:pt x="1897" y="1403"/>
                  </a:lnTo>
                  <a:lnTo>
                    <a:pt x="1916" y="1304"/>
                  </a:lnTo>
                  <a:lnTo>
                    <a:pt x="1936" y="1265"/>
                  </a:lnTo>
                  <a:lnTo>
                    <a:pt x="1956" y="1225"/>
                  </a:lnTo>
                  <a:lnTo>
                    <a:pt x="1976" y="1186"/>
                  </a:lnTo>
                  <a:lnTo>
                    <a:pt x="1976" y="1205"/>
                  </a:lnTo>
                  <a:lnTo>
                    <a:pt x="1976" y="1245"/>
                  </a:lnTo>
                  <a:lnTo>
                    <a:pt x="1995" y="1265"/>
                  </a:lnTo>
                  <a:lnTo>
                    <a:pt x="1995" y="1166"/>
                  </a:lnTo>
                  <a:lnTo>
                    <a:pt x="1995" y="1107"/>
                  </a:lnTo>
                  <a:lnTo>
                    <a:pt x="1995" y="1067"/>
                  </a:lnTo>
                  <a:lnTo>
                    <a:pt x="2015" y="1047"/>
                  </a:lnTo>
                  <a:lnTo>
                    <a:pt x="2015" y="1067"/>
                  </a:lnTo>
                  <a:lnTo>
                    <a:pt x="2035" y="1008"/>
                  </a:lnTo>
                  <a:lnTo>
                    <a:pt x="2074" y="988"/>
                  </a:lnTo>
                  <a:lnTo>
                    <a:pt x="2114" y="968"/>
                  </a:lnTo>
                  <a:lnTo>
                    <a:pt x="2173" y="988"/>
                  </a:lnTo>
                  <a:lnTo>
                    <a:pt x="2153" y="1047"/>
                  </a:lnTo>
                  <a:lnTo>
                    <a:pt x="2173" y="1028"/>
                  </a:lnTo>
                  <a:lnTo>
                    <a:pt x="2193" y="1047"/>
                  </a:lnTo>
                  <a:lnTo>
                    <a:pt x="2193" y="1028"/>
                  </a:lnTo>
                  <a:lnTo>
                    <a:pt x="2213" y="1067"/>
                  </a:lnTo>
                  <a:lnTo>
                    <a:pt x="2213" y="1087"/>
                  </a:lnTo>
                  <a:lnTo>
                    <a:pt x="2232" y="1126"/>
                  </a:lnTo>
                  <a:lnTo>
                    <a:pt x="2252" y="1146"/>
                  </a:lnTo>
                  <a:lnTo>
                    <a:pt x="2252" y="1126"/>
                  </a:lnTo>
                  <a:lnTo>
                    <a:pt x="2292" y="1265"/>
                  </a:lnTo>
                  <a:lnTo>
                    <a:pt x="2292" y="1186"/>
                  </a:lnTo>
                  <a:lnTo>
                    <a:pt x="2292" y="1166"/>
                  </a:lnTo>
                  <a:lnTo>
                    <a:pt x="2292" y="1126"/>
                  </a:lnTo>
                  <a:lnTo>
                    <a:pt x="2292" y="1107"/>
                  </a:lnTo>
                  <a:lnTo>
                    <a:pt x="2292" y="929"/>
                  </a:lnTo>
                  <a:lnTo>
                    <a:pt x="2272" y="771"/>
                  </a:lnTo>
                  <a:lnTo>
                    <a:pt x="2252" y="771"/>
                  </a:lnTo>
                  <a:lnTo>
                    <a:pt x="2252" y="712"/>
                  </a:lnTo>
                  <a:lnTo>
                    <a:pt x="2252" y="652"/>
                  </a:lnTo>
                  <a:lnTo>
                    <a:pt x="2232" y="652"/>
                  </a:lnTo>
                  <a:lnTo>
                    <a:pt x="2232" y="672"/>
                  </a:lnTo>
                  <a:lnTo>
                    <a:pt x="2213" y="652"/>
                  </a:lnTo>
                  <a:lnTo>
                    <a:pt x="2193" y="593"/>
                  </a:lnTo>
                  <a:lnTo>
                    <a:pt x="2193" y="534"/>
                  </a:lnTo>
                  <a:lnTo>
                    <a:pt x="2193" y="514"/>
                  </a:lnTo>
                  <a:lnTo>
                    <a:pt x="2173" y="534"/>
                  </a:lnTo>
                  <a:lnTo>
                    <a:pt x="2173" y="554"/>
                  </a:lnTo>
                  <a:lnTo>
                    <a:pt x="2153" y="514"/>
                  </a:lnTo>
                  <a:lnTo>
                    <a:pt x="2153" y="475"/>
                  </a:lnTo>
                  <a:lnTo>
                    <a:pt x="2153" y="455"/>
                  </a:lnTo>
                  <a:lnTo>
                    <a:pt x="2134" y="415"/>
                  </a:lnTo>
                  <a:lnTo>
                    <a:pt x="2134" y="494"/>
                  </a:lnTo>
                  <a:lnTo>
                    <a:pt x="2134" y="554"/>
                  </a:lnTo>
                  <a:lnTo>
                    <a:pt x="2114" y="514"/>
                  </a:lnTo>
                  <a:lnTo>
                    <a:pt x="2134" y="435"/>
                  </a:lnTo>
                  <a:lnTo>
                    <a:pt x="2114" y="396"/>
                  </a:lnTo>
                  <a:lnTo>
                    <a:pt x="2094" y="396"/>
                  </a:lnTo>
                  <a:lnTo>
                    <a:pt x="2094" y="356"/>
                  </a:lnTo>
                  <a:lnTo>
                    <a:pt x="2074" y="297"/>
                  </a:lnTo>
                  <a:lnTo>
                    <a:pt x="2074" y="317"/>
                  </a:lnTo>
                  <a:lnTo>
                    <a:pt x="2074" y="356"/>
                  </a:lnTo>
                  <a:lnTo>
                    <a:pt x="2055" y="356"/>
                  </a:lnTo>
                  <a:lnTo>
                    <a:pt x="2055" y="336"/>
                  </a:lnTo>
                  <a:lnTo>
                    <a:pt x="2055" y="317"/>
                  </a:lnTo>
                  <a:lnTo>
                    <a:pt x="2035" y="297"/>
                  </a:lnTo>
                  <a:lnTo>
                    <a:pt x="2035" y="257"/>
                  </a:lnTo>
                  <a:lnTo>
                    <a:pt x="2015" y="218"/>
                  </a:lnTo>
                  <a:lnTo>
                    <a:pt x="2015" y="257"/>
                  </a:lnTo>
                  <a:lnTo>
                    <a:pt x="1995" y="257"/>
                  </a:lnTo>
                  <a:lnTo>
                    <a:pt x="1995" y="356"/>
                  </a:lnTo>
                  <a:lnTo>
                    <a:pt x="1995" y="415"/>
                  </a:lnTo>
                  <a:lnTo>
                    <a:pt x="1995" y="435"/>
                  </a:lnTo>
                  <a:lnTo>
                    <a:pt x="1976" y="336"/>
                  </a:lnTo>
                  <a:lnTo>
                    <a:pt x="1956" y="198"/>
                  </a:lnTo>
                  <a:lnTo>
                    <a:pt x="1956" y="218"/>
                  </a:lnTo>
                  <a:lnTo>
                    <a:pt x="1936" y="218"/>
                  </a:lnTo>
                  <a:lnTo>
                    <a:pt x="1936" y="178"/>
                  </a:lnTo>
                  <a:lnTo>
                    <a:pt x="1936" y="139"/>
                  </a:lnTo>
                  <a:lnTo>
                    <a:pt x="1916" y="99"/>
                  </a:lnTo>
                  <a:lnTo>
                    <a:pt x="1897" y="80"/>
                  </a:lnTo>
                  <a:lnTo>
                    <a:pt x="1897" y="159"/>
                  </a:lnTo>
                  <a:lnTo>
                    <a:pt x="1877" y="119"/>
                  </a:lnTo>
                  <a:lnTo>
                    <a:pt x="1877" y="99"/>
                  </a:lnTo>
                  <a:lnTo>
                    <a:pt x="1857" y="99"/>
                  </a:lnTo>
                  <a:lnTo>
                    <a:pt x="1837" y="60"/>
                  </a:lnTo>
                  <a:lnTo>
                    <a:pt x="1837" y="159"/>
                  </a:lnTo>
                  <a:lnTo>
                    <a:pt x="1818" y="119"/>
                  </a:lnTo>
                  <a:lnTo>
                    <a:pt x="1818" y="238"/>
                  </a:lnTo>
                  <a:lnTo>
                    <a:pt x="1798" y="178"/>
                  </a:lnTo>
                  <a:lnTo>
                    <a:pt x="1778" y="99"/>
                  </a:lnTo>
                  <a:lnTo>
                    <a:pt x="1778" y="119"/>
                  </a:lnTo>
                  <a:lnTo>
                    <a:pt x="1778" y="198"/>
                  </a:lnTo>
                  <a:lnTo>
                    <a:pt x="1758" y="297"/>
                  </a:lnTo>
                  <a:lnTo>
                    <a:pt x="1739" y="238"/>
                  </a:lnTo>
                  <a:lnTo>
                    <a:pt x="1739" y="159"/>
                  </a:lnTo>
                  <a:lnTo>
                    <a:pt x="1719" y="139"/>
                  </a:lnTo>
                  <a:lnTo>
                    <a:pt x="1699" y="60"/>
                  </a:lnTo>
                  <a:lnTo>
                    <a:pt x="1719" y="178"/>
                  </a:lnTo>
                  <a:lnTo>
                    <a:pt x="1699" y="178"/>
                  </a:lnTo>
                  <a:lnTo>
                    <a:pt x="1699" y="159"/>
                  </a:lnTo>
                  <a:lnTo>
                    <a:pt x="1679" y="99"/>
                  </a:lnTo>
                  <a:lnTo>
                    <a:pt x="1660" y="80"/>
                  </a:lnTo>
                  <a:lnTo>
                    <a:pt x="1640" y="60"/>
                  </a:lnTo>
                  <a:lnTo>
                    <a:pt x="1620" y="40"/>
                  </a:lnTo>
                  <a:lnTo>
                    <a:pt x="1620" y="60"/>
                  </a:lnTo>
                  <a:lnTo>
                    <a:pt x="1640" y="178"/>
                  </a:lnTo>
                  <a:lnTo>
                    <a:pt x="1640" y="238"/>
                  </a:lnTo>
                  <a:lnTo>
                    <a:pt x="1620" y="277"/>
                  </a:lnTo>
                  <a:lnTo>
                    <a:pt x="1640" y="297"/>
                  </a:lnTo>
                  <a:lnTo>
                    <a:pt x="1640" y="336"/>
                  </a:lnTo>
                  <a:lnTo>
                    <a:pt x="1620" y="297"/>
                  </a:lnTo>
                  <a:lnTo>
                    <a:pt x="1620" y="238"/>
                  </a:lnTo>
                  <a:lnTo>
                    <a:pt x="1600" y="257"/>
                  </a:lnTo>
                  <a:lnTo>
                    <a:pt x="1600" y="178"/>
                  </a:lnTo>
                  <a:lnTo>
                    <a:pt x="1581" y="139"/>
                  </a:lnTo>
                  <a:lnTo>
                    <a:pt x="1581" y="80"/>
                  </a:lnTo>
                  <a:lnTo>
                    <a:pt x="1561" y="99"/>
                  </a:lnTo>
                  <a:lnTo>
                    <a:pt x="1561" y="20"/>
                  </a:lnTo>
                  <a:lnTo>
                    <a:pt x="1541" y="40"/>
                  </a:lnTo>
                  <a:lnTo>
                    <a:pt x="1541" y="80"/>
                  </a:lnTo>
                  <a:lnTo>
                    <a:pt x="1521" y="2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29"/>
            <p:cNvSpPr/>
            <p:nvPr/>
          </p:nvSpPr>
          <p:spPr>
            <a:xfrm>
              <a:off x="-1317575" y="3999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29"/>
            <p:cNvSpPr/>
            <p:nvPr/>
          </p:nvSpPr>
          <p:spPr>
            <a:xfrm>
              <a:off x="-1297825" y="396720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29"/>
            <p:cNvSpPr/>
            <p:nvPr/>
          </p:nvSpPr>
          <p:spPr>
            <a:xfrm>
              <a:off x="-1322525" y="398597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29"/>
            <p:cNvSpPr/>
            <p:nvPr/>
          </p:nvSpPr>
          <p:spPr>
            <a:xfrm>
              <a:off x="-1189200" y="3983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29"/>
            <p:cNvSpPr/>
            <p:nvPr/>
          </p:nvSpPr>
          <p:spPr>
            <a:xfrm>
              <a:off x="-1161050" y="3983000"/>
              <a:ext cx="1025" cy="2500"/>
            </a:xfrm>
            <a:custGeom>
              <a:rect b="b" l="l" r="r" t="t"/>
              <a:pathLst>
                <a:path extrusionOk="0" h="100" w="41">
                  <a:moveTo>
                    <a:pt x="1" y="1"/>
                  </a:moveTo>
                  <a:lnTo>
                    <a:pt x="1" y="80"/>
                  </a:lnTo>
                  <a:lnTo>
                    <a:pt x="21" y="8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29"/>
            <p:cNvSpPr/>
            <p:nvPr/>
          </p:nvSpPr>
          <p:spPr>
            <a:xfrm>
              <a:off x="-1146725" y="3974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29"/>
            <p:cNvSpPr/>
            <p:nvPr/>
          </p:nvSpPr>
          <p:spPr>
            <a:xfrm>
              <a:off x="-1145250" y="39637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0"/>
                  </a:moveTo>
                  <a:lnTo>
                    <a:pt x="1" y="20"/>
                  </a:lnTo>
                  <a:lnTo>
                    <a:pt x="21" y="2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29"/>
            <p:cNvSpPr/>
            <p:nvPr/>
          </p:nvSpPr>
          <p:spPr>
            <a:xfrm>
              <a:off x="-1144750" y="3964250"/>
              <a:ext cx="4475" cy="5450"/>
            </a:xfrm>
            <a:custGeom>
              <a:rect b="b" l="l" r="r" t="t"/>
              <a:pathLst>
                <a:path extrusionOk="0" h="218" w="179">
                  <a:moveTo>
                    <a:pt x="40" y="79"/>
                  </a:moveTo>
                  <a:lnTo>
                    <a:pt x="40" y="99"/>
                  </a:lnTo>
                  <a:lnTo>
                    <a:pt x="53" y="112"/>
                  </a:lnTo>
                  <a:lnTo>
                    <a:pt x="40" y="79"/>
                  </a:lnTo>
                  <a:close/>
                  <a:moveTo>
                    <a:pt x="1" y="0"/>
                  </a:moveTo>
                  <a:lnTo>
                    <a:pt x="20" y="40"/>
                  </a:lnTo>
                  <a:lnTo>
                    <a:pt x="20" y="59"/>
                  </a:lnTo>
                  <a:lnTo>
                    <a:pt x="40" y="79"/>
                  </a:lnTo>
                  <a:lnTo>
                    <a:pt x="80" y="119"/>
                  </a:lnTo>
                  <a:lnTo>
                    <a:pt x="119" y="119"/>
                  </a:lnTo>
                  <a:lnTo>
                    <a:pt x="99" y="79"/>
                  </a:lnTo>
                  <a:lnTo>
                    <a:pt x="80" y="40"/>
                  </a:lnTo>
                  <a:lnTo>
                    <a:pt x="1" y="0"/>
                  </a:lnTo>
                  <a:close/>
                  <a:moveTo>
                    <a:pt x="53" y="112"/>
                  </a:moveTo>
                  <a:lnTo>
                    <a:pt x="80" y="178"/>
                  </a:lnTo>
                  <a:lnTo>
                    <a:pt x="80" y="138"/>
                  </a:lnTo>
                  <a:lnTo>
                    <a:pt x="60" y="119"/>
                  </a:lnTo>
                  <a:lnTo>
                    <a:pt x="53" y="112"/>
                  </a:lnTo>
                  <a:close/>
                  <a:moveTo>
                    <a:pt x="99" y="40"/>
                  </a:moveTo>
                  <a:lnTo>
                    <a:pt x="119" y="119"/>
                  </a:lnTo>
                  <a:lnTo>
                    <a:pt x="178" y="217"/>
                  </a:lnTo>
                  <a:lnTo>
                    <a:pt x="159" y="119"/>
                  </a:lnTo>
                  <a:lnTo>
                    <a:pt x="159" y="79"/>
                  </a:lnTo>
                  <a:lnTo>
                    <a:pt x="9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29"/>
            <p:cNvSpPr/>
            <p:nvPr/>
          </p:nvSpPr>
          <p:spPr>
            <a:xfrm>
              <a:off x="-1198075" y="3951400"/>
              <a:ext cx="54350" cy="41500"/>
            </a:xfrm>
            <a:custGeom>
              <a:rect b="b" l="l" r="r" t="t"/>
              <a:pathLst>
                <a:path extrusionOk="0" h="1660" w="2174">
                  <a:moveTo>
                    <a:pt x="1008" y="0"/>
                  </a:moveTo>
                  <a:lnTo>
                    <a:pt x="988" y="40"/>
                  </a:lnTo>
                  <a:lnTo>
                    <a:pt x="988" y="60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1008" y="0"/>
                  </a:lnTo>
                  <a:close/>
                  <a:moveTo>
                    <a:pt x="2035" y="850"/>
                  </a:moveTo>
                  <a:lnTo>
                    <a:pt x="2035" y="870"/>
                  </a:lnTo>
                  <a:lnTo>
                    <a:pt x="2055" y="909"/>
                  </a:lnTo>
                  <a:lnTo>
                    <a:pt x="2055" y="889"/>
                  </a:lnTo>
                  <a:lnTo>
                    <a:pt x="2074" y="889"/>
                  </a:lnTo>
                  <a:lnTo>
                    <a:pt x="2035" y="850"/>
                  </a:lnTo>
                  <a:close/>
                  <a:moveTo>
                    <a:pt x="2015" y="870"/>
                  </a:moveTo>
                  <a:lnTo>
                    <a:pt x="2015" y="889"/>
                  </a:lnTo>
                  <a:lnTo>
                    <a:pt x="1995" y="889"/>
                  </a:lnTo>
                  <a:lnTo>
                    <a:pt x="2035" y="929"/>
                  </a:lnTo>
                  <a:lnTo>
                    <a:pt x="2035" y="889"/>
                  </a:lnTo>
                  <a:lnTo>
                    <a:pt x="2015" y="870"/>
                  </a:lnTo>
                  <a:close/>
                  <a:moveTo>
                    <a:pt x="1837" y="988"/>
                  </a:moveTo>
                  <a:lnTo>
                    <a:pt x="1837" y="1008"/>
                  </a:lnTo>
                  <a:lnTo>
                    <a:pt x="1857" y="1008"/>
                  </a:lnTo>
                  <a:lnTo>
                    <a:pt x="1837" y="988"/>
                  </a:lnTo>
                  <a:close/>
                  <a:moveTo>
                    <a:pt x="1600" y="1028"/>
                  </a:moveTo>
                  <a:lnTo>
                    <a:pt x="1620" y="1087"/>
                  </a:lnTo>
                  <a:lnTo>
                    <a:pt x="1620" y="1067"/>
                  </a:lnTo>
                  <a:lnTo>
                    <a:pt x="1600" y="1028"/>
                  </a:lnTo>
                  <a:close/>
                  <a:moveTo>
                    <a:pt x="1640" y="1107"/>
                  </a:moveTo>
                  <a:lnTo>
                    <a:pt x="1640" y="1126"/>
                  </a:lnTo>
                  <a:lnTo>
                    <a:pt x="1640" y="1146"/>
                  </a:lnTo>
                  <a:lnTo>
                    <a:pt x="1620" y="1146"/>
                  </a:lnTo>
                  <a:lnTo>
                    <a:pt x="1620" y="1166"/>
                  </a:lnTo>
                  <a:lnTo>
                    <a:pt x="1660" y="1245"/>
                  </a:lnTo>
                  <a:lnTo>
                    <a:pt x="1660" y="1225"/>
                  </a:lnTo>
                  <a:lnTo>
                    <a:pt x="1679" y="1245"/>
                  </a:lnTo>
                  <a:lnTo>
                    <a:pt x="1699" y="1265"/>
                  </a:lnTo>
                  <a:lnTo>
                    <a:pt x="1699" y="1265"/>
                  </a:lnTo>
                  <a:lnTo>
                    <a:pt x="1679" y="1225"/>
                  </a:lnTo>
                  <a:lnTo>
                    <a:pt x="1679" y="1205"/>
                  </a:lnTo>
                  <a:lnTo>
                    <a:pt x="1640" y="1107"/>
                  </a:lnTo>
                  <a:close/>
                  <a:moveTo>
                    <a:pt x="1344" y="1265"/>
                  </a:moveTo>
                  <a:lnTo>
                    <a:pt x="1344" y="1265"/>
                  </a:lnTo>
                  <a:lnTo>
                    <a:pt x="1344" y="1265"/>
                  </a:lnTo>
                  <a:close/>
                  <a:moveTo>
                    <a:pt x="1482" y="1265"/>
                  </a:moveTo>
                  <a:lnTo>
                    <a:pt x="1482" y="1265"/>
                  </a:lnTo>
                  <a:lnTo>
                    <a:pt x="1482" y="1265"/>
                  </a:lnTo>
                  <a:close/>
                  <a:moveTo>
                    <a:pt x="1541" y="1363"/>
                  </a:moveTo>
                  <a:lnTo>
                    <a:pt x="1541" y="1363"/>
                  </a:lnTo>
                  <a:lnTo>
                    <a:pt x="1541" y="1363"/>
                  </a:lnTo>
                  <a:close/>
                  <a:moveTo>
                    <a:pt x="1383" y="1383"/>
                  </a:moveTo>
                  <a:lnTo>
                    <a:pt x="1403" y="1442"/>
                  </a:lnTo>
                  <a:lnTo>
                    <a:pt x="1442" y="1442"/>
                  </a:lnTo>
                  <a:lnTo>
                    <a:pt x="1462" y="1462"/>
                  </a:lnTo>
                  <a:lnTo>
                    <a:pt x="1462" y="1423"/>
                  </a:lnTo>
                  <a:lnTo>
                    <a:pt x="1442" y="1403"/>
                  </a:lnTo>
                  <a:lnTo>
                    <a:pt x="1423" y="1383"/>
                  </a:lnTo>
                  <a:lnTo>
                    <a:pt x="1423" y="1403"/>
                  </a:lnTo>
                  <a:lnTo>
                    <a:pt x="1403" y="1383"/>
                  </a:lnTo>
                  <a:close/>
                  <a:moveTo>
                    <a:pt x="1223" y="1482"/>
                  </a:moveTo>
                  <a:lnTo>
                    <a:pt x="1225" y="1502"/>
                  </a:lnTo>
                  <a:lnTo>
                    <a:pt x="1225" y="1482"/>
                  </a:lnTo>
                  <a:close/>
                  <a:moveTo>
                    <a:pt x="1080" y="1581"/>
                  </a:moveTo>
                  <a:lnTo>
                    <a:pt x="1087" y="1600"/>
                  </a:lnTo>
                  <a:lnTo>
                    <a:pt x="1087" y="1581"/>
                  </a:lnTo>
                  <a:close/>
                  <a:moveTo>
                    <a:pt x="1107" y="0"/>
                  </a:moveTo>
                  <a:lnTo>
                    <a:pt x="1107" y="40"/>
                  </a:lnTo>
                  <a:lnTo>
                    <a:pt x="1087" y="60"/>
                  </a:lnTo>
                  <a:lnTo>
                    <a:pt x="1087" y="99"/>
                  </a:lnTo>
                  <a:lnTo>
                    <a:pt x="1107" y="159"/>
                  </a:lnTo>
                  <a:lnTo>
                    <a:pt x="1146" y="277"/>
                  </a:lnTo>
                  <a:lnTo>
                    <a:pt x="1146" y="297"/>
                  </a:lnTo>
                  <a:lnTo>
                    <a:pt x="1126" y="257"/>
                  </a:lnTo>
                  <a:lnTo>
                    <a:pt x="1107" y="218"/>
                  </a:lnTo>
                  <a:lnTo>
                    <a:pt x="1087" y="218"/>
                  </a:lnTo>
                  <a:lnTo>
                    <a:pt x="1067" y="119"/>
                  </a:lnTo>
                  <a:lnTo>
                    <a:pt x="1047" y="40"/>
                  </a:lnTo>
                  <a:lnTo>
                    <a:pt x="1047" y="119"/>
                  </a:lnTo>
                  <a:lnTo>
                    <a:pt x="1027" y="119"/>
                  </a:lnTo>
                  <a:lnTo>
                    <a:pt x="1027" y="139"/>
                  </a:lnTo>
                  <a:lnTo>
                    <a:pt x="1008" y="119"/>
                  </a:lnTo>
                  <a:lnTo>
                    <a:pt x="988" y="79"/>
                  </a:lnTo>
                  <a:lnTo>
                    <a:pt x="988" y="60"/>
                  </a:lnTo>
                  <a:lnTo>
                    <a:pt x="968" y="60"/>
                  </a:lnTo>
                  <a:lnTo>
                    <a:pt x="988" y="99"/>
                  </a:lnTo>
                  <a:lnTo>
                    <a:pt x="988" y="139"/>
                  </a:lnTo>
                  <a:lnTo>
                    <a:pt x="988" y="198"/>
                  </a:lnTo>
                  <a:lnTo>
                    <a:pt x="948" y="99"/>
                  </a:lnTo>
                  <a:lnTo>
                    <a:pt x="968" y="159"/>
                  </a:lnTo>
                  <a:lnTo>
                    <a:pt x="968" y="178"/>
                  </a:lnTo>
                  <a:lnTo>
                    <a:pt x="948" y="178"/>
                  </a:lnTo>
                  <a:lnTo>
                    <a:pt x="929" y="159"/>
                  </a:lnTo>
                  <a:lnTo>
                    <a:pt x="909" y="119"/>
                  </a:lnTo>
                  <a:lnTo>
                    <a:pt x="909" y="139"/>
                  </a:lnTo>
                  <a:lnTo>
                    <a:pt x="909" y="178"/>
                  </a:lnTo>
                  <a:lnTo>
                    <a:pt x="889" y="119"/>
                  </a:lnTo>
                  <a:lnTo>
                    <a:pt x="830" y="119"/>
                  </a:lnTo>
                  <a:lnTo>
                    <a:pt x="810" y="99"/>
                  </a:lnTo>
                  <a:lnTo>
                    <a:pt x="810" y="159"/>
                  </a:lnTo>
                  <a:lnTo>
                    <a:pt x="810" y="218"/>
                  </a:lnTo>
                  <a:lnTo>
                    <a:pt x="810" y="238"/>
                  </a:lnTo>
                  <a:lnTo>
                    <a:pt x="850" y="277"/>
                  </a:lnTo>
                  <a:lnTo>
                    <a:pt x="850" y="317"/>
                  </a:lnTo>
                  <a:lnTo>
                    <a:pt x="830" y="336"/>
                  </a:lnTo>
                  <a:lnTo>
                    <a:pt x="810" y="297"/>
                  </a:lnTo>
                  <a:lnTo>
                    <a:pt x="810" y="257"/>
                  </a:lnTo>
                  <a:lnTo>
                    <a:pt x="790" y="218"/>
                  </a:lnTo>
                  <a:lnTo>
                    <a:pt x="771" y="218"/>
                  </a:lnTo>
                  <a:lnTo>
                    <a:pt x="751" y="178"/>
                  </a:lnTo>
                  <a:lnTo>
                    <a:pt x="731" y="218"/>
                  </a:lnTo>
                  <a:lnTo>
                    <a:pt x="711" y="178"/>
                  </a:lnTo>
                  <a:lnTo>
                    <a:pt x="711" y="198"/>
                  </a:lnTo>
                  <a:lnTo>
                    <a:pt x="711" y="238"/>
                  </a:lnTo>
                  <a:lnTo>
                    <a:pt x="731" y="317"/>
                  </a:lnTo>
                  <a:lnTo>
                    <a:pt x="692" y="238"/>
                  </a:lnTo>
                  <a:lnTo>
                    <a:pt x="711" y="336"/>
                  </a:lnTo>
                  <a:lnTo>
                    <a:pt x="692" y="317"/>
                  </a:lnTo>
                  <a:lnTo>
                    <a:pt x="692" y="356"/>
                  </a:lnTo>
                  <a:lnTo>
                    <a:pt x="692" y="396"/>
                  </a:lnTo>
                  <a:lnTo>
                    <a:pt x="711" y="455"/>
                  </a:lnTo>
                  <a:lnTo>
                    <a:pt x="692" y="415"/>
                  </a:lnTo>
                  <a:lnTo>
                    <a:pt x="672" y="396"/>
                  </a:lnTo>
                  <a:lnTo>
                    <a:pt x="632" y="317"/>
                  </a:lnTo>
                  <a:lnTo>
                    <a:pt x="652" y="317"/>
                  </a:lnTo>
                  <a:lnTo>
                    <a:pt x="652" y="336"/>
                  </a:lnTo>
                  <a:lnTo>
                    <a:pt x="672" y="356"/>
                  </a:lnTo>
                  <a:lnTo>
                    <a:pt x="672" y="336"/>
                  </a:lnTo>
                  <a:lnTo>
                    <a:pt x="632" y="277"/>
                  </a:lnTo>
                  <a:lnTo>
                    <a:pt x="613" y="257"/>
                  </a:lnTo>
                  <a:lnTo>
                    <a:pt x="573" y="257"/>
                  </a:lnTo>
                  <a:lnTo>
                    <a:pt x="553" y="297"/>
                  </a:lnTo>
                  <a:lnTo>
                    <a:pt x="534" y="317"/>
                  </a:lnTo>
                  <a:lnTo>
                    <a:pt x="553" y="396"/>
                  </a:lnTo>
                  <a:lnTo>
                    <a:pt x="553" y="396"/>
                  </a:lnTo>
                  <a:lnTo>
                    <a:pt x="534" y="336"/>
                  </a:lnTo>
                  <a:lnTo>
                    <a:pt x="474" y="297"/>
                  </a:lnTo>
                  <a:lnTo>
                    <a:pt x="455" y="297"/>
                  </a:lnTo>
                  <a:lnTo>
                    <a:pt x="435" y="317"/>
                  </a:lnTo>
                  <a:lnTo>
                    <a:pt x="435" y="336"/>
                  </a:lnTo>
                  <a:lnTo>
                    <a:pt x="435" y="376"/>
                  </a:lnTo>
                  <a:lnTo>
                    <a:pt x="395" y="336"/>
                  </a:lnTo>
                  <a:lnTo>
                    <a:pt x="395" y="336"/>
                  </a:lnTo>
                  <a:lnTo>
                    <a:pt x="415" y="415"/>
                  </a:lnTo>
                  <a:lnTo>
                    <a:pt x="395" y="475"/>
                  </a:lnTo>
                  <a:lnTo>
                    <a:pt x="395" y="514"/>
                  </a:lnTo>
                  <a:lnTo>
                    <a:pt x="415" y="633"/>
                  </a:lnTo>
                  <a:lnTo>
                    <a:pt x="395" y="573"/>
                  </a:lnTo>
                  <a:lnTo>
                    <a:pt x="376" y="514"/>
                  </a:lnTo>
                  <a:lnTo>
                    <a:pt x="376" y="554"/>
                  </a:lnTo>
                  <a:lnTo>
                    <a:pt x="376" y="573"/>
                  </a:lnTo>
                  <a:lnTo>
                    <a:pt x="356" y="554"/>
                  </a:lnTo>
                  <a:lnTo>
                    <a:pt x="356" y="514"/>
                  </a:lnTo>
                  <a:lnTo>
                    <a:pt x="336" y="494"/>
                  </a:lnTo>
                  <a:lnTo>
                    <a:pt x="336" y="514"/>
                  </a:lnTo>
                  <a:lnTo>
                    <a:pt x="316" y="494"/>
                  </a:lnTo>
                  <a:lnTo>
                    <a:pt x="356" y="593"/>
                  </a:lnTo>
                  <a:lnTo>
                    <a:pt x="356" y="652"/>
                  </a:lnTo>
                  <a:lnTo>
                    <a:pt x="356" y="692"/>
                  </a:lnTo>
                  <a:lnTo>
                    <a:pt x="336" y="751"/>
                  </a:lnTo>
                  <a:lnTo>
                    <a:pt x="297" y="791"/>
                  </a:lnTo>
                  <a:lnTo>
                    <a:pt x="237" y="810"/>
                  </a:lnTo>
                  <a:lnTo>
                    <a:pt x="198" y="810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58" y="771"/>
                  </a:lnTo>
                  <a:lnTo>
                    <a:pt x="158" y="751"/>
                  </a:lnTo>
                  <a:lnTo>
                    <a:pt x="139" y="731"/>
                  </a:lnTo>
                  <a:lnTo>
                    <a:pt x="139" y="771"/>
                  </a:lnTo>
                  <a:lnTo>
                    <a:pt x="139" y="791"/>
                  </a:lnTo>
                  <a:lnTo>
                    <a:pt x="119" y="751"/>
                  </a:lnTo>
                  <a:lnTo>
                    <a:pt x="99" y="731"/>
                  </a:lnTo>
                  <a:lnTo>
                    <a:pt x="79" y="712"/>
                  </a:lnTo>
                  <a:lnTo>
                    <a:pt x="60" y="692"/>
                  </a:lnTo>
                  <a:lnTo>
                    <a:pt x="60" y="712"/>
                  </a:lnTo>
                  <a:lnTo>
                    <a:pt x="20" y="652"/>
                  </a:lnTo>
                  <a:lnTo>
                    <a:pt x="0" y="593"/>
                  </a:lnTo>
                  <a:lnTo>
                    <a:pt x="0" y="672"/>
                  </a:lnTo>
                  <a:lnTo>
                    <a:pt x="20" y="672"/>
                  </a:lnTo>
                  <a:lnTo>
                    <a:pt x="20" y="712"/>
                  </a:lnTo>
                  <a:lnTo>
                    <a:pt x="20" y="751"/>
                  </a:lnTo>
                  <a:lnTo>
                    <a:pt x="79" y="909"/>
                  </a:lnTo>
                  <a:lnTo>
                    <a:pt x="139" y="1047"/>
                  </a:lnTo>
                  <a:lnTo>
                    <a:pt x="139" y="1067"/>
                  </a:lnTo>
                  <a:lnTo>
                    <a:pt x="158" y="1107"/>
                  </a:lnTo>
                  <a:lnTo>
                    <a:pt x="198" y="1146"/>
                  </a:lnTo>
                  <a:lnTo>
                    <a:pt x="198" y="1126"/>
                  </a:lnTo>
                  <a:lnTo>
                    <a:pt x="218" y="1146"/>
                  </a:lnTo>
                  <a:lnTo>
                    <a:pt x="237" y="1166"/>
                  </a:lnTo>
                  <a:lnTo>
                    <a:pt x="237" y="1146"/>
                  </a:lnTo>
                  <a:lnTo>
                    <a:pt x="257" y="1205"/>
                  </a:lnTo>
                  <a:lnTo>
                    <a:pt x="277" y="1265"/>
                  </a:lnTo>
                  <a:lnTo>
                    <a:pt x="297" y="1284"/>
                  </a:lnTo>
                  <a:lnTo>
                    <a:pt x="297" y="1265"/>
                  </a:lnTo>
                  <a:lnTo>
                    <a:pt x="297" y="1245"/>
                  </a:lnTo>
                  <a:lnTo>
                    <a:pt x="316" y="1265"/>
                  </a:lnTo>
                  <a:lnTo>
                    <a:pt x="336" y="1304"/>
                  </a:lnTo>
                  <a:lnTo>
                    <a:pt x="356" y="1324"/>
                  </a:lnTo>
                  <a:lnTo>
                    <a:pt x="336" y="1284"/>
                  </a:lnTo>
                  <a:lnTo>
                    <a:pt x="336" y="1265"/>
                  </a:lnTo>
                  <a:lnTo>
                    <a:pt x="356" y="1284"/>
                  </a:lnTo>
                  <a:lnTo>
                    <a:pt x="316" y="1205"/>
                  </a:lnTo>
                  <a:lnTo>
                    <a:pt x="316" y="1166"/>
                  </a:lnTo>
                  <a:lnTo>
                    <a:pt x="336" y="1225"/>
                  </a:lnTo>
                  <a:lnTo>
                    <a:pt x="356" y="1265"/>
                  </a:lnTo>
                  <a:lnTo>
                    <a:pt x="376" y="1344"/>
                  </a:lnTo>
                  <a:lnTo>
                    <a:pt x="395" y="1363"/>
                  </a:lnTo>
                  <a:lnTo>
                    <a:pt x="415" y="1363"/>
                  </a:lnTo>
                  <a:lnTo>
                    <a:pt x="415" y="1383"/>
                  </a:lnTo>
                  <a:lnTo>
                    <a:pt x="415" y="1403"/>
                  </a:lnTo>
                  <a:lnTo>
                    <a:pt x="455" y="1462"/>
                  </a:lnTo>
                  <a:lnTo>
                    <a:pt x="455" y="1442"/>
                  </a:lnTo>
                  <a:lnTo>
                    <a:pt x="455" y="1403"/>
                  </a:lnTo>
                  <a:lnTo>
                    <a:pt x="455" y="1383"/>
                  </a:lnTo>
                  <a:lnTo>
                    <a:pt x="474" y="1383"/>
                  </a:lnTo>
                  <a:lnTo>
                    <a:pt x="474" y="1423"/>
                  </a:lnTo>
                  <a:lnTo>
                    <a:pt x="494" y="1423"/>
                  </a:lnTo>
                  <a:lnTo>
                    <a:pt x="514" y="1482"/>
                  </a:lnTo>
                  <a:lnTo>
                    <a:pt x="553" y="1521"/>
                  </a:lnTo>
                  <a:lnTo>
                    <a:pt x="534" y="1482"/>
                  </a:lnTo>
                  <a:lnTo>
                    <a:pt x="553" y="1482"/>
                  </a:lnTo>
                  <a:lnTo>
                    <a:pt x="534" y="1423"/>
                  </a:lnTo>
                  <a:lnTo>
                    <a:pt x="573" y="1482"/>
                  </a:lnTo>
                  <a:lnTo>
                    <a:pt x="573" y="1482"/>
                  </a:lnTo>
                  <a:lnTo>
                    <a:pt x="534" y="1363"/>
                  </a:lnTo>
                  <a:lnTo>
                    <a:pt x="514" y="1324"/>
                  </a:lnTo>
                  <a:lnTo>
                    <a:pt x="514" y="1284"/>
                  </a:lnTo>
                  <a:lnTo>
                    <a:pt x="573" y="1403"/>
                  </a:lnTo>
                  <a:lnTo>
                    <a:pt x="593" y="1462"/>
                  </a:lnTo>
                  <a:lnTo>
                    <a:pt x="613" y="1502"/>
                  </a:lnTo>
                  <a:lnTo>
                    <a:pt x="632" y="1502"/>
                  </a:lnTo>
                  <a:lnTo>
                    <a:pt x="632" y="1521"/>
                  </a:lnTo>
                  <a:lnTo>
                    <a:pt x="652" y="1581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692" y="1541"/>
                  </a:lnTo>
                  <a:lnTo>
                    <a:pt x="711" y="1600"/>
                  </a:lnTo>
                  <a:lnTo>
                    <a:pt x="751" y="1600"/>
                  </a:lnTo>
                  <a:lnTo>
                    <a:pt x="751" y="1581"/>
                  </a:lnTo>
                  <a:lnTo>
                    <a:pt x="751" y="1541"/>
                  </a:lnTo>
                  <a:lnTo>
                    <a:pt x="771" y="1561"/>
                  </a:lnTo>
                  <a:lnTo>
                    <a:pt x="790" y="1620"/>
                  </a:lnTo>
                  <a:lnTo>
                    <a:pt x="771" y="1541"/>
                  </a:lnTo>
                  <a:lnTo>
                    <a:pt x="751" y="1442"/>
                  </a:lnTo>
                  <a:lnTo>
                    <a:pt x="790" y="1502"/>
                  </a:lnTo>
                  <a:lnTo>
                    <a:pt x="810" y="1581"/>
                  </a:lnTo>
                  <a:lnTo>
                    <a:pt x="810" y="1620"/>
                  </a:lnTo>
                  <a:lnTo>
                    <a:pt x="830" y="1620"/>
                  </a:lnTo>
                  <a:lnTo>
                    <a:pt x="814" y="1589"/>
                  </a:lnTo>
                  <a:lnTo>
                    <a:pt x="850" y="1660"/>
                  </a:lnTo>
                  <a:lnTo>
                    <a:pt x="869" y="1660"/>
                  </a:lnTo>
                  <a:lnTo>
                    <a:pt x="850" y="1600"/>
                  </a:lnTo>
                  <a:lnTo>
                    <a:pt x="830" y="1561"/>
                  </a:lnTo>
                  <a:lnTo>
                    <a:pt x="850" y="1640"/>
                  </a:lnTo>
                  <a:lnTo>
                    <a:pt x="850" y="1640"/>
                  </a:lnTo>
                  <a:lnTo>
                    <a:pt x="830" y="1600"/>
                  </a:lnTo>
                  <a:lnTo>
                    <a:pt x="810" y="1561"/>
                  </a:lnTo>
                  <a:lnTo>
                    <a:pt x="810" y="1521"/>
                  </a:lnTo>
                  <a:lnTo>
                    <a:pt x="810" y="1482"/>
                  </a:lnTo>
                  <a:lnTo>
                    <a:pt x="790" y="1383"/>
                  </a:lnTo>
                  <a:lnTo>
                    <a:pt x="830" y="1423"/>
                  </a:lnTo>
                  <a:lnTo>
                    <a:pt x="869" y="1541"/>
                  </a:lnTo>
                  <a:lnTo>
                    <a:pt x="869" y="1521"/>
                  </a:lnTo>
                  <a:lnTo>
                    <a:pt x="909" y="1561"/>
                  </a:lnTo>
                  <a:lnTo>
                    <a:pt x="869" y="1482"/>
                  </a:lnTo>
                  <a:lnTo>
                    <a:pt x="889" y="1462"/>
                  </a:lnTo>
                  <a:lnTo>
                    <a:pt x="889" y="1482"/>
                  </a:lnTo>
                  <a:lnTo>
                    <a:pt x="929" y="1561"/>
                  </a:lnTo>
                  <a:lnTo>
                    <a:pt x="948" y="1561"/>
                  </a:lnTo>
                  <a:lnTo>
                    <a:pt x="968" y="1581"/>
                  </a:lnTo>
                  <a:lnTo>
                    <a:pt x="988" y="1600"/>
                  </a:lnTo>
                  <a:lnTo>
                    <a:pt x="1008" y="1581"/>
                  </a:lnTo>
                  <a:lnTo>
                    <a:pt x="968" y="1502"/>
                  </a:lnTo>
                  <a:lnTo>
                    <a:pt x="988" y="1581"/>
                  </a:lnTo>
                  <a:lnTo>
                    <a:pt x="948" y="1462"/>
                  </a:lnTo>
                  <a:lnTo>
                    <a:pt x="934" y="1373"/>
                  </a:lnTo>
                  <a:lnTo>
                    <a:pt x="948" y="1403"/>
                  </a:lnTo>
                  <a:lnTo>
                    <a:pt x="948" y="1363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04"/>
                  </a:lnTo>
                  <a:lnTo>
                    <a:pt x="948" y="1344"/>
                  </a:lnTo>
                  <a:lnTo>
                    <a:pt x="968" y="1383"/>
                  </a:lnTo>
                  <a:lnTo>
                    <a:pt x="968" y="1363"/>
                  </a:lnTo>
                  <a:lnTo>
                    <a:pt x="968" y="1324"/>
                  </a:lnTo>
                  <a:lnTo>
                    <a:pt x="988" y="1363"/>
                  </a:lnTo>
                  <a:lnTo>
                    <a:pt x="1008" y="1442"/>
                  </a:lnTo>
                  <a:lnTo>
                    <a:pt x="1027" y="1482"/>
                  </a:lnTo>
                  <a:lnTo>
                    <a:pt x="1027" y="1541"/>
                  </a:lnTo>
                  <a:lnTo>
                    <a:pt x="1047" y="1521"/>
                  </a:lnTo>
                  <a:lnTo>
                    <a:pt x="1067" y="1600"/>
                  </a:lnTo>
                  <a:lnTo>
                    <a:pt x="1067" y="1581"/>
                  </a:lnTo>
                  <a:lnTo>
                    <a:pt x="1080" y="1581"/>
                  </a:lnTo>
                  <a:lnTo>
                    <a:pt x="1067" y="1541"/>
                  </a:lnTo>
                  <a:lnTo>
                    <a:pt x="1107" y="1581"/>
                  </a:lnTo>
                  <a:lnTo>
                    <a:pt x="1146" y="1581"/>
                  </a:lnTo>
                  <a:lnTo>
                    <a:pt x="1126" y="1541"/>
                  </a:lnTo>
                  <a:lnTo>
                    <a:pt x="1126" y="1521"/>
                  </a:lnTo>
                  <a:lnTo>
                    <a:pt x="1146" y="1541"/>
                  </a:lnTo>
                  <a:lnTo>
                    <a:pt x="1166" y="1561"/>
                  </a:lnTo>
                  <a:lnTo>
                    <a:pt x="1166" y="1521"/>
                  </a:lnTo>
                  <a:lnTo>
                    <a:pt x="1146" y="1442"/>
                  </a:lnTo>
                  <a:lnTo>
                    <a:pt x="1186" y="1482"/>
                  </a:lnTo>
                  <a:lnTo>
                    <a:pt x="1166" y="1403"/>
                  </a:lnTo>
                  <a:lnTo>
                    <a:pt x="1166" y="1383"/>
                  </a:lnTo>
                  <a:lnTo>
                    <a:pt x="1186" y="1383"/>
                  </a:lnTo>
                  <a:lnTo>
                    <a:pt x="1186" y="1462"/>
                  </a:lnTo>
                  <a:lnTo>
                    <a:pt x="1205" y="1482"/>
                  </a:lnTo>
                  <a:lnTo>
                    <a:pt x="1223" y="1482"/>
                  </a:lnTo>
                  <a:lnTo>
                    <a:pt x="1205" y="1284"/>
                  </a:lnTo>
                  <a:lnTo>
                    <a:pt x="1166" y="1186"/>
                  </a:lnTo>
                  <a:lnTo>
                    <a:pt x="1126" y="1067"/>
                  </a:lnTo>
                  <a:lnTo>
                    <a:pt x="1146" y="1107"/>
                  </a:lnTo>
                  <a:lnTo>
                    <a:pt x="1186" y="1146"/>
                  </a:lnTo>
                  <a:lnTo>
                    <a:pt x="1205" y="1205"/>
                  </a:lnTo>
                  <a:lnTo>
                    <a:pt x="1225" y="1265"/>
                  </a:lnTo>
                  <a:lnTo>
                    <a:pt x="1205" y="1225"/>
                  </a:lnTo>
                  <a:lnTo>
                    <a:pt x="1186" y="1205"/>
                  </a:lnTo>
                  <a:lnTo>
                    <a:pt x="1265" y="1344"/>
                  </a:lnTo>
                  <a:lnTo>
                    <a:pt x="1265" y="1403"/>
                  </a:lnTo>
                  <a:lnTo>
                    <a:pt x="1284" y="1442"/>
                  </a:lnTo>
                  <a:lnTo>
                    <a:pt x="1324" y="1521"/>
                  </a:lnTo>
                  <a:lnTo>
                    <a:pt x="1324" y="1502"/>
                  </a:lnTo>
                  <a:lnTo>
                    <a:pt x="1324" y="1482"/>
                  </a:lnTo>
                  <a:lnTo>
                    <a:pt x="1344" y="1502"/>
                  </a:lnTo>
                  <a:lnTo>
                    <a:pt x="1344" y="148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44" y="1403"/>
                  </a:lnTo>
                  <a:lnTo>
                    <a:pt x="1344" y="1403"/>
                  </a:lnTo>
                  <a:lnTo>
                    <a:pt x="1363" y="1423"/>
                  </a:lnTo>
                  <a:lnTo>
                    <a:pt x="1383" y="1462"/>
                  </a:lnTo>
                  <a:lnTo>
                    <a:pt x="1383" y="1423"/>
                  </a:lnTo>
                  <a:lnTo>
                    <a:pt x="1383" y="1403"/>
                  </a:lnTo>
                  <a:lnTo>
                    <a:pt x="1363" y="1344"/>
                  </a:lnTo>
                  <a:lnTo>
                    <a:pt x="1324" y="1245"/>
                  </a:lnTo>
                  <a:lnTo>
                    <a:pt x="1324" y="1205"/>
                  </a:lnTo>
                  <a:lnTo>
                    <a:pt x="1344" y="1205"/>
                  </a:lnTo>
                  <a:lnTo>
                    <a:pt x="1344" y="1245"/>
                  </a:lnTo>
                  <a:lnTo>
                    <a:pt x="1344" y="1265"/>
                  </a:lnTo>
                  <a:lnTo>
                    <a:pt x="1363" y="1225"/>
                  </a:lnTo>
                  <a:lnTo>
                    <a:pt x="1383" y="1284"/>
                  </a:lnTo>
                  <a:lnTo>
                    <a:pt x="1383" y="1304"/>
                  </a:lnTo>
                  <a:lnTo>
                    <a:pt x="1383" y="1324"/>
                  </a:lnTo>
                  <a:lnTo>
                    <a:pt x="1403" y="1304"/>
                  </a:lnTo>
                  <a:lnTo>
                    <a:pt x="1383" y="1225"/>
                  </a:lnTo>
                  <a:lnTo>
                    <a:pt x="1403" y="1225"/>
                  </a:lnTo>
                  <a:lnTo>
                    <a:pt x="1403" y="1245"/>
                  </a:lnTo>
                  <a:lnTo>
                    <a:pt x="1442" y="1344"/>
                  </a:lnTo>
                  <a:lnTo>
                    <a:pt x="1462" y="1423"/>
                  </a:lnTo>
                  <a:lnTo>
                    <a:pt x="1462" y="1363"/>
                  </a:lnTo>
                  <a:lnTo>
                    <a:pt x="1442" y="1304"/>
                  </a:lnTo>
                  <a:lnTo>
                    <a:pt x="1423" y="1245"/>
                  </a:lnTo>
                  <a:lnTo>
                    <a:pt x="1462" y="1324"/>
                  </a:lnTo>
                  <a:lnTo>
                    <a:pt x="1482" y="1363"/>
                  </a:lnTo>
                  <a:lnTo>
                    <a:pt x="1482" y="1363"/>
                  </a:lnTo>
                  <a:lnTo>
                    <a:pt x="1462" y="1284"/>
                  </a:lnTo>
                  <a:lnTo>
                    <a:pt x="1442" y="1205"/>
                  </a:lnTo>
                  <a:lnTo>
                    <a:pt x="1423" y="1166"/>
                  </a:lnTo>
                  <a:lnTo>
                    <a:pt x="1423" y="1126"/>
                  </a:lnTo>
                  <a:lnTo>
                    <a:pt x="1403" y="1087"/>
                  </a:lnTo>
                  <a:lnTo>
                    <a:pt x="1423" y="1107"/>
                  </a:lnTo>
                  <a:lnTo>
                    <a:pt x="1423" y="1126"/>
                  </a:lnTo>
                  <a:lnTo>
                    <a:pt x="1462" y="1166"/>
                  </a:lnTo>
                  <a:lnTo>
                    <a:pt x="1482" y="1265"/>
                  </a:lnTo>
                  <a:lnTo>
                    <a:pt x="1482" y="1186"/>
                  </a:lnTo>
                  <a:lnTo>
                    <a:pt x="1482" y="1107"/>
                  </a:lnTo>
                  <a:lnTo>
                    <a:pt x="1502" y="1166"/>
                  </a:lnTo>
                  <a:lnTo>
                    <a:pt x="1502" y="1225"/>
                  </a:lnTo>
                  <a:lnTo>
                    <a:pt x="1521" y="1265"/>
                  </a:lnTo>
                  <a:lnTo>
                    <a:pt x="1541" y="1363"/>
                  </a:lnTo>
                  <a:lnTo>
                    <a:pt x="1541" y="1304"/>
                  </a:lnTo>
                  <a:lnTo>
                    <a:pt x="1541" y="1284"/>
                  </a:lnTo>
                  <a:lnTo>
                    <a:pt x="1561" y="1304"/>
                  </a:lnTo>
                  <a:lnTo>
                    <a:pt x="1581" y="1265"/>
                  </a:lnTo>
                  <a:lnTo>
                    <a:pt x="1561" y="1245"/>
                  </a:lnTo>
                  <a:lnTo>
                    <a:pt x="1561" y="1225"/>
                  </a:lnTo>
                  <a:lnTo>
                    <a:pt x="1581" y="1225"/>
                  </a:lnTo>
                  <a:lnTo>
                    <a:pt x="1581" y="1205"/>
                  </a:lnTo>
                  <a:lnTo>
                    <a:pt x="1620" y="1205"/>
                  </a:lnTo>
                  <a:lnTo>
                    <a:pt x="1620" y="1186"/>
                  </a:lnTo>
                  <a:lnTo>
                    <a:pt x="1600" y="1166"/>
                  </a:lnTo>
                  <a:lnTo>
                    <a:pt x="1600" y="1186"/>
                  </a:lnTo>
                  <a:lnTo>
                    <a:pt x="1581" y="1166"/>
                  </a:lnTo>
                  <a:lnTo>
                    <a:pt x="1561" y="1107"/>
                  </a:lnTo>
                  <a:lnTo>
                    <a:pt x="1561" y="1067"/>
                  </a:lnTo>
                  <a:lnTo>
                    <a:pt x="1561" y="1028"/>
                  </a:lnTo>
                  <a:lnTo>
                    <a:pt x="1581" y="1028"/>
                  </a:lnTo>
                  <a:lnTo>
                    <a:pt x="1561" y="1008"/>
                  </a:lnTo>
                  <a:lnTo>
                    <a:pt x="1561" y="968"/>
                  </a:lnTo>
                  <a:lnTo>
                    <a:pt x="1581" y="968"/>
                  </a:lnTo>
                  <a:lnTo>
                    <a:pt x="1600" y="1028"/>
                  </a:lnTo>
                  <a:lnTo>
                    <a:pt x="1620" y="1008"/>
                  </a:lnTo>
                  <a:lnTo>
                    <a:pt x="1620" y="1047"/>
                  </a:lnTo>
                  <a:lnTo>
                    <a:pt x="1640" y="1067"/>
                  </a:lnTo>
                  <a:lnTo>
                    <a:pt x="1640" y="1047"/>
                  </a:lnTo>
                  <a:lnTo>
                    <a:pt x="1640" y="1028"/>
                  </a:lnTo>
                  <a:lnTo>
                    <a:pt x="1660" y="1067"/>
                  </a:lnTo>
                  <a:lnTo>
                    <a:pt x="1660" y="1047"/>
                  </a:lnTo>
                  <a:lnTo>
                    <a:pt x="1679" y="1087"/>
                  </a:lnTo>
                  <a:lnTo>
                    <a:pt x="1679" y="1067"/>
                  </a:lnTo>
                  <a:lnTo>
                    <a:pt x="1679" y="1028"/>
                  </a:lnTo>
                  <a:lnTo>
                    <a:pt x="1660" y="968"/>
                  </a:lnTo>
                  <a:lnTo>
                    <a:pt x="1640" y="909"/>
                  </a:lnTo>
                  <a:lnTo>
                    <a:pt x="1640" y="889"/>
                  </a:lnTo>
                  <a:lnTo>
                    <a:pt x="1660" y="889"/>
                  </a:lnTo>
                  <a:lnTo>
                    <a:pt x="1679" y="929"/>
                  </a:lnTo>
                  <a:lnTo>
                    <a:pt x="1679" y="889"/>
                  </a:lnTo>
                  <a:lnTo>
                    <a:pt x="1699" y="929"/>
                  </a:lnTo>
                  <a:lnTo>
                    <a:pt x="1699" y="909"/>
                  </a:lnTo>
                  <a:lnTo>
                    <a:pt x="1719" y="949"/>
                  </a:lnTo>
                  <a:lnTo>
                    <a:pt x="1699" y="968"/>
                  </a:lnTo>
                  <a:lnTo>
                    <a:pt x="1699" y="988"/>
                  </a:lnTo>
                  <a:lnTo>
                    <a:pt x="1719" y="1047"/>
                  </a:lnTo>
                  <a:lnTo>
                    <a:pt x="1739" y="1067"/>
                  </a:lnTo>
                  <a:lnTo>
                    <a:pt x="1719" y="988"/>
                  </a:lnTo>
                  <a:lnTo>
                    <a:pt x="1719" y="988"/>
                  </a:lnTo>
                  <a:lnTo>
                    <a:pt x="1739" y="1008"/>
                  </a:lnTo>
                  <a:lnTo>
                    <a:pt x="1758" y="1047"/>
                  </a:lnTo>
                  <a:lnTo>
                    <a:pt x="1758" y="1008"/>
                  </a:lnTo>
                  <a:lnTo>
                    <a:pt x="1758" y="988"/>
                  </a:lnTo>
                  <a:lnTo>
                    <a:pt x="1798" y="1087"/>
                  </a:lnTo>
                  <a:lnTo>
                    <a:pt x="1798" y="1067"/>
                  </a:lnTo>
                  <a:lnTo>
                    <a:pt x="1778" y="1028"/>
                  </a:lnTo>
                  <a:lnTo>
                    <a:pt x="1837" y="1028"/>
                  </a:lnTo>
                  <a:lnTo>
                    <a:pt x="1798" y="968"/>
                  </a:lnTo>
                  <a:lnTo>
                    <a:pt x="1798" y="988"/>
                  </a:lnTo>
                  <a:lnTo>
                    <a:pt x="1798" y="1008"/>
                  </a:lnTo>
                  <a:lnTo>
                    <a:pt x="1778" y="968"/>
                  </a:lnTo>
                  <a:lnTo>
                    <a:pt x="1778" y="929"/>
                  </a:lnTo>
                  <a:lnTo>
                    <a:pt x="1798" y="929"/>
                  </a:lnTo>
                  <a:lnTo>
                    <a:pt x="1818" y="909"/>
                  </a:lnTo>
                  <a:lnTo>
                    <a:pt x="1818" y="870"/>
                  </a:lnTo>
                  <a:lnTo>
                    <a:pt x="1837" y="909"/>
                  </a:lnTo>
                  <a:lnTo>
                    <a:pt x="1857" y="988"/>
                  </a:lnTo>
                  <a:lnTo>
                    <a:pt x="1857" y="949"/>
                  </a:lnTo>
                  <a:lnTo>
                    <a:pt x="1877" y="968"/>
                  </a:lnTo>
                  <a:lnTo>
                    <a:pt x="1916" y="1008"/>
                  </a:lnTo>
                  <a:lnTo>
                    <a:pt x="1936" y="1047"/>
                  </a:lnTo>
                  <a:lnTo>
                    <a:pt x="1936" y="1067"/>
                  </a:lnTo>
                  <a:lnTo>
                    <a:pt x="1956" y="1047"/>
                  </a:lnTo>
                  <a:lnTo>
                    <a:pt x="1916" y="968"/>
                  </a:lnTo>
                  <a:lnTo>
                    <a:pt x="1916" y="949"/>
                  </a:lnTo>
                  <a:lnTo>
                    <a:pt x="1936" y="949"/>
                  </a:lnTo>
                  <a:lnTo>
                    <a:pt x="1956" y="988"/>
                  </a:lnTo>
                  <a:lnTo>
                    <a:pt x="1976" y="1008"/>
                  </a:lnTo>
                  <a:lnTo>
                    <a:pt x="1976" y="1008"/>
                  </a:lnTo>
                  <a:lnTo>
                    <a:pt x="1956" y="968"/>
                  </a:lnTo>
                  <a:lnTo>
                    <a:pt x="1946" y="929"/>
                  </a:lnTo>
                  <a:lnTo>
                    <a:pt x="1956" y="929"/>
                  </a:lnTo>
                  <a:lnTo>
                    <a:pt x="1956" y="909"/>
                  </a:lnTo>
                  <a:lnTo>
                    <a:pt x="1956" y="889"/>
                  </a:lnTo>
                  <a:lnTo>
                    <a:pt x="1943" y="916"/>
                  </a:lnTo>
                  <a:lnTo>
                    <a:pt x="1936" y="889"/>
                  </a:lnTo>
                  <a:lnTo>
                    <a:pt x="1916" y="850"/>
                  </a:lnTo>
                  <a:lnTo>
                    <a:pt x="1916" y="850"/>
                  </a:lnTo>
                  <a:lnTo>
                    <a:pt x="1936" y="870"/>
                  </a:lnTo>
                  <a:lnTo>
                    <a:pt x="1936" y="850"/>
                  </a:lnTo>
                  <a:lnTo>
                    <a:pt x="1956" y="889"/>
                  </a:lnTo>
                  <a:lnTo>
                    <a:pt x="1956" y="850"/>
                  </a:lnTo>
                  <a:lnTo>
                    <a:pt x="1936" y="830"/>
                  </a:lnTo>
                  <a:lnTo>
                    <a:pt x="1916" y="771"/>
                  </a:lnTo>
                  <a:lnTo>
                    <a:pt x="1936" y="791"/>
                  </a:lnTo>
                  <a:lnTo>
                    <a:pt x="1956" y="830"/>
                  </a:lnTo>
                  <a:lnTo>
                    <a:pt x="1956" y="791"/>
                  </a:lnTo>
                  <a:lnTo>
                    <a:pt x="1956" y="771"/>
                  </a:lnTo>
                  <a:lnTo>
                    <a:pt x="1936" y="731"/>
                  </a:lnTo>
                  <a:lnTo>
                    <a:pt x="1936" y="692"/>
                  </a:lnTo>
                  <a:lnTo>
                    <a:pt x="1976" y="751"/>
                  </a:lnTo>
                  <a:lnTo>
                    <a:pt x="1995" y="791"/>
                  </a:lnTo>
                  <a:lnTo>
                    <a:pt x="2015" y="850"/>
                  </a:lnTo>
                  <a:lnTo>
                    <a:pt x="2015" y="870"/>
                  </a:lnTo>
                  <a:lnTo>
                    <a:pt x="2035" y="850"/>
                  </a:lnTo>
                  <a:lnTo>
                    <a:pt x="2015" y="791"/>
                  </a:lnTo>
                  <a:lnTo>
                    <a:pt x="2074" y="850"/>
                  </a:lnTo>
                  <a:lnTo>
                    <a:pt x="2055" y="810"/>
                  </a:lnTo>
                  <a:lnTo>
                    <a:pt x="2035" y="731"/>
                  </a:lnTo>
                  <a:lnTo>
                    <a:pt x="2015" y="692"/>
                  </a:lnTo>
                  <a:lnTo>
                    <a:pt x="1995" y="652"/>
                  </a:lnTo>
                  <a:lnTo>
                    <a:pt x="1976" y="593"/>
                  </a:lnTo>
                  <a:lnTo>
                    <a:pt x="1976" y="573"/>
                  </a:lnTo>
                  <a:lnTo>
                    <a:pt x="2035" y="652"/>
                  </a:lnTo>
                  <a:lnTo>
                    <a:pt x="2074" y="771"/>
                  </a:lnTo>
                  <a:lnTo>
                    <a:pt x="2134" y="929"/>
                  </a:lnTo>
                  <a:lnTo>
                    <a:pt x="2153" y="889"/>
                  </a:lnTo>
                  <a:lnTo>
                    <a:pt x="2173" y="889"/>
                  </a:lnTo>
                  <a:lnTo>
                    <a:pt x="2153" y="810"/>
                  </a:lnTo>
                  <a:lnTo>
                    <a:pt x="2114" y="712"/>
                  </a:lnTo>
                  <a:lnTo>
                    <a:pt x="2134" y="712"/>
                  </a:lnTo>
                  <a:lnTo>
                    <a:pt x="2134" y="692"/>
                  </a:lnTo>
                  <a:lnTo>
                    <a:pt x="2134" y="672"/>
                  </a:lnTo>
                  <a:lnTo>
                    <a:pt x="2153" y="672"/>
                  </a:lnTo>
                  <a:lnTo>
                    <a:pt x="2134" y="613"/>
                  </a:lnTo>
                  <a:lnTo>
                    <a:pt x="2094" y="534"/>
                  </a:lnTo>
                  <a:lnTo>
                    <a:pt x="2094" y="514"/>
                  </a:lnTo>
                  <a:lnTo>
                    <a:pt x="2094" y="494"/>
                  </a:lnTo>
                  <a:lnTo>
                    <a:pt x="2094" y="475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29"/>
            <p:cNvSpPr/>
            <p:nvPr/>
          </p:nvSpPr>
          <p:spPr>
            <a:xfrm>
              <a:off x="-1158575" y="3982025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1" y="0"/>
                  </a:moveTo>
                  <a:lnTo>
                    <a:pt x="1" y="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29"/>
            <p:cNvSpPr/>
            <p:nvPr/>
          </p:nvSpPr>
          <p:spPr>
            <a:xfrm>
              <a:off x="-1159550" y="4098050"/>
              <a:ext cx="500" cy="525"/>
            </a:xfrm>
            <a:custGeom>
              <a:rect b="b" l="l" r="r" t="t"/>
              <a:pathLst>
                <a:path extrusionOk="0" h="21" w="20">
                  <a:moveTo>
                    <a:pt x="0" y="21"/>
                  </a:move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29"/>
            <p:cNvSpPr/>
            <p:nvPr/>
          </p:nvSpPr>
          <p:spPr>
            <a:xfrm>
              <a:off x="-1161050" y="409707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100" y="0"/>
                  </a:moveTo>
                  <a:lnTo>
                    <a:pt x="60" y="2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80" y="2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29"/>
            <p:cNvSpPr/>
            <p:nvPr/>
          </p:nvSpPr>
          <p:spPr>
            <a:xfrm>
              <a:off x="-1159075" y="409657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20"/>
                  </a:lnTo>
                  <a:lnTo>
                    <a:pt x="4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29"/>
            <p:cNvSpPr/>
            <p:nvPr/>
          </p:nvSpPr>
          <p:spPr>
            <a:xfrm>
              <a:off x="-1164000" y="4095600"/>
              <a:ext cx="6450" cy="3475"/>
            </a:xfrm>
            <a:custGeom>
              <a:rect b="b" l="l" r="r" t="t"/>
              <a:pathLst>
                <a:path extrusionOk="0" h="139" w="258">
                  <a:moveTo>
                    <a:pt x="257" y="0"/>
                  </a:moveTo>
                  <a:lnTo>
                    <a:pt x="198" y="20"/>
                  </a:lnTo>
                  <a:lnTo>
                    <a:pt x="158" y="40"/>
                  </a:lnTo>
                  <a:lnTo>
                    <a:pt x="237" y="40"/>
                  </a:lnTo>
                  <a:lnTo>
                    <a:pt x="257" y="0"/>
                  </a:lnTo>
                  <a:close/>
                  <a:moveTo>
                    <a:pt x="79" y="40"/>
                  </a:moveTo>
                  <a:lnTo>
                    <a:pt x="0" y="99"/>
                  </a:lnTo>
                  <a:lnTo>
                    <a:pt x="20" y="99"/>
                  </a:lnTo>
                  <a:lnTo>
                    <a:pt x="0" y="138"/>
                  </a:lnTo>
                  <a:lnTo>
                    <a:pt x="40" y="99"/>
                  </a:lnTo>
                  <a:lnTo>
                    <a:pt x="79" y="99"/>
                  </a:lnTo>
                  <a:lnTo>
                    <a:pt x="60" y="119"/>
                  </a:lnTo>
                  <a:lnTo>
                    <a:pt x="139" y="59"/>
                  </a:lnTo>
                  <a:lnTo>
                    <a:pt x="99" y="59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29"/>
            <p:cNvSpPr/>
            <p:nvPr/>
          </p:nvSpPr>
          <p:spPr>
            <a:xfrm>
              <a:off x="-1174375" y="4056575"/>
              <a:ext cx="31625" cy="40025"/>
            </a:xfrm>
            <a:custGeom>
              <a:rect b="b" l="l" r="r" t="t"/>
              <a:pathLst>
                <a:path extrusionOk="0" h="1601" w="1265">
                  <a:moveTo>
                    <a:pt x="1028" y="149"/>
                  </a:moveTo>
                  <a:lnTo>
                    <a:pt x="1028" y="159"/>
                  </a:lnTo>
                  <a:lnTo>
                    <a:pt x="1047" y="159"/>
                  </a:lnTo>
                  <a:lnTo>
                    <a:pt x="1028" y="149"/>
                  </a:lnTo>
                  <a:close/>
                  <a:moveTo>
                    <a:pt x="60" y="573"/>
                  </a:moveTo>
                  <a:lnTo>
                    <a:pt x="40" y="593"/>
                  </a:lnTo>
                  <a:lnTo>
                    <a:pt x="60" y="593"/>
                  </a:lnTo>
                  <a:lnTo>
                    <a:pt x="50" y="603"/>
                  </a:lnTo>
                  <a:lnTo>
                    <a:pt x="50" y="603"/>
                  </a:lnTo>
                  <a:lnTo>
                    <a:pt x="99" y="593"/>
                  </a:lnTo>
                  <a:lnTo>
                    <a:pt x="99" y="573"/>
                  </a:lnTo>
                  <a:close/>
                  <a:moveTo>
                    <a:pt x="50" y="603"/>
                  </a:moveTo>
                  <a:lnTo>
                    <a:pt x="0" y="613"/>
                  </a:lnTo>
                  <a:lnTo>
                    <a:pt x="20" y="613"/>
                  </a:lnTo>
                  <a:lnTo>
                    <a:pt x="0" y="633"/>
                  </a:lnTo>
                  <a:lnTo>
                    <a:pt x="60" y="613"/>
                  </a:lnTo>
                  <a:lnTo>
                    <a:pt x="40" y="613"/>
                  </a:lnTo>
                  <a:lnTo>
                    <a:pt x="50" y="603"/>
                  </a:lnTo>
                  <a:close/>
                  <a:moveTo>
                    <a:pt x="336" y="1344"/>
                  </a:moveTo>
                  <a:lnTo>
                    <a:pt x="257" y="1383"/>
                  </a:lnTo>
                  <a:lnTo>
                    <a:pt x="277" y="1383"/>
                  </a:lnTo>
                  <a:lnTo>
                    <a:pt x="317" y="1364"/>
                  </a:lnTo>
                  <a:lnTo>
                    <a:pt x="336" y="1344"/>
                  </a:lnTo>
                  <a:close/>
                  <a:moveTo>
                    <a:pt x="791" y="1"/>
                  </a:moveTo>
                  <a:lnTo>
                    <a:pt x="791" y="20"/>
                  </a:lnTo>
                  <a:lnTo>
                    <a:pt x="652" y="20"/>
                  </a:lnTo>
                  <a:lnTo>
                    <a:pt x="692" y="40"/>
                  </a:lnTo>
                  <a:lnTo>
                    <a:pt x="672" y="40"/>
                  </a:lnTo>
                  <a:lnTo>
                    <a:pt x="652" y="60"/>
                  </a:lnTo>
                  <a:lnTo>
                    <a:pt x="534" y="60"/>
                  </a:lnTo>
                  <a:lnTo>
                    <a:pt x="514" y="80"/>
                  </a:lnTo>
                  <a:lnTo>
                    <a:pt x="534" y="80"/>
                  </a:lnTo>
                  <a:lnTo>
                    <a:pt x="554" y="99"/>
                  </a:lnTo>
                  <a:lnTo>
                    <a:pt x="534" y="11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415" y="119"/>
                  </a:lnTo>
                  <a:lnTo>
                    <a:pt x="514" y="139"/>
                  </a:lnTo>
                  <a:lnTo>
                    <a:pt x="573" y="139"/>
                  </a:lnTo>
                  <a:lnTo>
                    <a:pt x="554" y="159"/>
                  </a:lnTo>
                  <a:lnTo>
                    <a:pt x="514" y="159"/>
                  </a:lnTo>
                  <a:lnTo>
                    <a:pt x="435" y="139"/>
                  </a:lnTo>
                  <a:lnTo>
                    <a:pt x="415" y="159"/>
                  </a:lnTo>
                  <a:lnTo>
                    <a:pt x="396" y="178"/>
                  </a:lnTo>
                  <a:lnTo>
                    <a:pt x="297" y="178"/>
                  </a:lnTo>
                  <a:lnTo>
                    <a:pt x="317" y="198"/>
                  </a:lnTo>
                  <a:lnTo>
                    <a:pt x="356" y="218"/>
                  </a:lnTo>
                  <a:lnTo>
                    <a:pt x="336" y="218"/>
                  </a:lnTo>
                  <a:lnTo>
                    <a:pt x="336" y="238"/>
                  </a:lnTo>
                  <a:lnTo>
                    <a:pt x="297" y="238"/>
                  </a:lnTo>
                  <a:lnTo>
                    <a:pt x="317" y="257"/>
                  </a:lnTo>
                  <a:lnTo>
                    <a:pt x="238" y="257"/>
                  </a:lnTo>
                  <a:lnTo>
                    <a:pt x="218" y="277"/>
                  </a:lnTo>
                  <a:lnTo>
                    <a:pt x="257" y="277"/>
                  </a:lnTo>
                  <a:lnTo>
                    <a:pt x="257" y="297"/>
                  </a:lnTo>
                  <a:lnTo>
                    <a:pt x="317" y="297"/>
                  </a:lnTo>
                  <a:lnTo>
                    <a:pt x="238" y="317"/>
                  </a:lnTo>
                  <a:lnTo>
                    <a:pt x="435" y="317"/>
                  </a:lnTo>
                  <a:lnTo>
                    <a:pt x="396" y="336"/>
                  </a:lnTo>
                  <a:lnTo>
                    <a:pt x="198" y="336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218" y="376"/>
                  </a:lnTo>
                  <a:lnTo>
                    <a:pt x="139" y="376"/>
                  </a:lnTo>
                  <a:lnTo>
                    <a:pt x="139" y="396"/>
                  </a:lnTo>
                  <a:lnTo>
                    <a:pt x="99" y="415"/>
                  </a:lnTo>
                  <a:lnTo>
                    <a:pt x="79" y="415"/>
                  </a:lnTo>
                  <a:lnTo>
                    <a:pt x="159" y="435"/>
                  </a:lnTo>
                  <a:lnTo>
                    <a:pt x="119" y="455"/>
                  </a:lnTo>
                  <a:lnTo>
                    <a:pt x="99" y="455"/>
                  </a:lnTo>
                  <a:lnTo>
                    <a:pt x="99" y="475"/>
                  </a:lnTo>
                  <a:lnTo>
                    <a:pt x="79" y="494"/>
                  </a:lnTo>
                  <a:lnTo>
                    <a:pt x="99" y="494"/>
                  </a:lnTo>
                  <a:lnTo>
                    <a:pt x="60" y="514"/>
                  </a:lnTo>
                  <a:lnTo>
                    <a:pt x="119" y="514"/>
                  </a:lnTo>
                  <a:lnTo>
                    <a:pt x="119" y="534"/>
                  </a:lnTo>
                  <a:lnTo>
                    <a:pt x="99" y="534"/>
                  </a:lnTo>
                  <a:lnTo>
                    <a:pt x="60" y="554"/>
                  </a:lnTo>
                  <a:lnTo>
                    <a:pt x="238" y="554"/>
                  </a:lnTo>
                  <a:lnTo>
                    <a:pt x="178" y="573"/>
                  </a:lnTo>
                  <a:lnTo>
                    <a:pt x="99" y="593"/>
                  </a:lnTo>
                  <a:lnTo>
                    <a:pt x="119" y="593"/>
                  </a:lnTo>
                  <a:lnTo>
                    <a:pt x="159" y="613"/>
                  </a:lnTo>
                  <a:lnTo>
                    <a:pt x="297" y="613"/>
                  </a:lnTo>
                  <a:lnTo>
                    <a:pt x="257" y="633"/>
                  </a:lnTo>
                  <a:lnTo>
                    <a:pt x="198" y="653"/>
                  </a:lnTo>
                  <a:lnTo>
                    <a:pt x="139" y="653"/>
                  </a:lnTo>
                  <a:lnTo>
                    <a:pt x="159" y="672"/>
                  </a:lnTo>
                  <a:lnTo>
                    <a:pt x="79" y="712"/>
                  </a:lnTo>
                  <a:lnTo>
                    <a:pt x="178" y="692"/>
                  </a:lnTo>
                  <a:lnTo>
                    <a:pt x="198" y="692"/>
                  </a:lnTo>
                  <a:lnTo>
                    <a:pt x="178" y="712"/>
                  </a:lnTo>
                  <a:lnTo>
                    <a:pt x="99" y="732"/>
                  </a:lnTo>
                  <a:lnTo>
                    <a:pt x="99" y="751"/>
                  </a:lnTo>
                  <a:lnTo>
                    <a:pt x="79" y="791"/>
                  </a:lnTo>
                  <a:lnTo>
                    <a:pt x="60" y="811"/>
                  </a:lnTo>
                  <a:lnTo>
                    <a:pt x="79" y="830"/>
                  </a:lnTo>
                  <a:lnTo>
                    <a:pt x="139" y="801"/>
                  </a:lnTo>
                  <a:lnTo>
                    <a:pt x="139" y="801"/>
                  </a:lnTo>
                  <a:lnTo>
                    <a:pt x="198" y="791"/>
                  </a:lnTo>
                  <a:lnTo>
                    <a:pt x="317" y="771"/>
                  </a:lnTo>
                  <a:lnTo>
                    <a:pt x="297" y="791"/>
                  </a:lnTo>
                  <a:lnTo>
                    <a:pt x="257" y="791"/>
                  </a:lnTo>
                  <a:lnTo>
                    <a:pt x="297" y="811"/>
                  </a:lnTo>
                  <a:lnTo>
                    <a:pt x="317" y="791"/>
                  </a:lnTo>
                  <a:lnTo>
                    <a:pt x="356" y="791"/>
                  </a:lnTo>
                  <a:lnTo>
                    <a:pt x="317" y="811"/>
                  </a:lnTo>
                  <a:lnTo>
                    <a:pt x="257" y="830"/>
                  </a:lnTo>
                  <a:lnTo>
                    <a:pt x="336" y="830"/>
                  </a:lnTo>
                  <a:lnTo>
                    <a:pt x="297" y="850"/>
                  </a:lnTo>
                  <a:lnTo>
                    <a:pt x="198" y="850"/>
                  </a:lnTo>
                  <a:lnTo>
                    <a:pt x="159" y="870"/>
                  </a:lnTo>
                  <a:lnTo>
                    <a:pt x="119" y="870"/>
                  </a:lnTo>
                  <a:lnTo>
                    <a:pt x="119" y="890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60" y="929"/>
                  </a:lnTo>
                  <a:lnTo>
                    <a:pt x="119" y="929"/>
                  </a:lnTo>
                  <a:lnTo>
                    <a:pt x="60" y="969"/>
                  </a:lnTo>
                  <a:lnTo>
                    <a:pt x="60" y="1008"/>
                  </a:lnTo>
                  <a:lnTo>
                    <a:pt x="99" y="988"/>
                  </a:lnTo>
                  <a:lnTo>
                    <a:pt x="139" y="988"/>
                  </a:lnTo>
                  <a:lnTo>
                    <a:pt x="99" y="1008"/>
                  </a:lnTo>
                  <a:lnTo>
                    <a:pt x="79" y="1028"/>
                  </a:lnTo>
                  <a:lnTo>
                    <a:pt x="60" y="1028"/>
                  </a:lnTo>
                  <a:lnTo>
                    <a:pt x="79" y="1048"/>
                  </a:lnTo>
                  <a:lnTo>
                    <a:pt x="119" y="1048"/>
                  </a:lnTo>
                  <a:lnTo>
                    <a:pt x="218" y="1028"/>
                  </a:lnTo>
                  <a:lnTo>
                    <a:pt x="218" y="1048"/>
                  </a:lnTo>
                  <a:lnTo>
                    <a:pt x="178" y="1067"/>
                  </a:lnTo>
                  <a:lnTo>
                    <a:pt x="238" y="1048"/>
                  </a:lnTo>
                  <a:lnTo>
                    <a:pt x="277" y="1067"/>
                  </a:lnTo>
                  <a:lnTo>
                    <a:pt x="198" y="1067"/>
                  </a:lnTo>
                  <a:lnTo>
                    <a:pt x="159" y="1087"/>
                  </a:lnTo>
                  <a:lnTo>
                    <a:pt x="159" y="1107"/>
                  </a:lnTo>
                  <a:lnTo>
                    <a:pt x="159" y="1127"/>
                  </a:lnTo>
                  <a:lnTo>
                    <a:pt x="356" y="1107"/>
                  </a:lnTo>
                  <a:lnTo>
                    <a:pt x="475" y="1067"/>
                  </a:lnTo>
                  <a:lnTo>
                    <a:pt x="593" y="1048"/>
                  </a:lnTo>
                  <a:lnTo>
                    <a:pt x="593" y="1048"/>
                  </a:lnTo>
                  <a:lnTo>
                    <a:pt x="534" y="1087"/>
                  </a:lnTo>
                  <a:lnTo>
                    <a:pt x="514" y="1107"/>
                  </a:lnTo>
                  <a:lnTo>
                    <a:pt x="435" y="1127"/>
                  </a:lnTo>
                  <a:lnTo>
                    <a:pt x="396" y="1146"/>
                  </a:lnTo>
                  <a:lnTo>
                    <a:pt x="376" y="1146"/>
                  </a:lnTo>
                  <a:lnTo>
                    <a:pt x="435" y="1127"/>
                  </a:lnTo>
                  <a:lnTo>
                    <a:pt x="435" y="1107"/>
                  </a:lnTo>
                  <a:lnTo>
                    <a:pt x="297" y="1186"/>
                  </a:lnTo>
                  <a:lnTo>
                    <a:pt x="257" y="1186"/>
                  </a:lnTo>
                  <a:lnTo>
                    <a:pt x="297" y="1166"/>
                  </a:lnTo>
                  <a:lnTo>
                    <a:pt x="297" y="1166"/>
                  </a:lnTo>
                  <a:lnTo>
                    <a:pt x="238" y="1186"/>
                  </a:lnTo>
                  <a:lnTo>
                    <a:pt x="218" y="1186"/>
                  </a:lnTo>
                  <a:lnTo>
                    <a:pt x="119" y="1225"/>
                  </a:lnTo>
                  <a:lnTo>
                    <a:pt x="139" y="1245"/>
                  </a:lnTo>
                  <a:lnTo>
                    <a:pt x="159" y="1245"/>
                  </a:lnTo>
                  <a:lnTo>
                    <a:pt x="139" y="1265"/>
                  </a:lnTo>
                  <a:lnTo>
                    <a:pt x="198" y="1265"/>
                  </a:lnTo>
                  <a:lnTo>
                    <a:pt x="178" y="1285"/>
                  </a:lnTo>
                  <a:lnTo>
                    <a:pt x="257" y="1265"/>
                  </a:lnTo>
                  <a:lnTo>
                    <a:pt x="238" y="1285"/>
                  </a:lnTo>
                  <a:lnTo>
                    <a:pt x="198" y="1304"/>
                  </a:lnTo>
                  <a:lnTo>
                    <a:pt x="238" y="1304"/>
                  </a:lnTo>
                  <a:lnTo>
                    <a:pt x="238" y="1324"/>
                  </a:lnTo>
                  <a:lnTo>
                    <a:pt x="317" y="1285"/>
                  </a:lnTo>
                  <a:lnTo>
                    <a:pt x="415" y="1265"/>
                  </a:lnTo>
                  <a:lnTo>
                    <a:pt x="435" y="1265"/>
                  </a:lnTo>
                  <a:lnTo>
                    <a:pt x="455" y="1285"/>
                  </a:lnTo>
                  <a:lnTo>
                    <a:pt x="376" y="1285"/>
                  </a:lnTo>
                  <a:lnTo>
                    <a:pt x="435" y="1304"/>
                  </a:lnTo>
                  <a:lnTo>
                    <a:pt x="376" y="1324"/>
                  </a:lnTo>
                  <a:lnTo>
                    <a:pt x="356" y="1324"/>
                  </a:lnTo>
                  <a:lnTo>
                    <a:pt x="336" y="1344"/>
                  </a:lnTo>
                  <a:lnTo>
                    <a:pt x="356" y="1344"/>
                  </a:lnTo>
                  <a:lnTo>
                    <a:pt x="435" y="1324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17" y="1383"/>
                  </a:lnTo>
                  <a:lnTo>
                    <a:pt x="238" y="1403"/>
                  </a:lnTo>
                  <a:lnTo>
                    <a:pt x="257" y="1383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277" y="1344"/>
                  </a:lnTo>
                  <a:lnTo>
                    <a:pt x="277" y="1324"/>
                  </a:lnTo>
                  <a:lnTo>
                    <a:pt x="218" y="1324"/>
                  </a:lnTo>
                  <a:lnTo>
                    <a:pt x="198" y="1364"/>
                  </a:lnTo>
                  <a:lnTo>
                    <a:pt x="218" y="1383"/>
                  </a:lnTo>
                  <a:lnTo>
                    <a:pt x="178" y="1403"/>
                  </a:lnTo>
                  <a:lnTo>
                    <a:pt x="297" y="1423"/>
                  </a:lnTo>
                  <a:lnTo>
                    <a:pt x="356" y="1383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36" y="1403"/>
                  </a:lnTo>
                  <a:lnTo>
                    <a:pt x="297" y="1443"/>
                  </a:lnTo>
                  <a:lnTo>
                    <a:pt x="376" y="1423"/>
                  </a:lnTo>
                  <a:lnTo>
                    <a:pt x="455" y="1403"/>
                  </a:lnTo>
                  <a:lnTo>
                    <a:pt x="475" y="1383"/>
                  </a:lnTo>
                  <a:lnTo>
                    <a:pt x="534" y="1364"/>
                  </a:lnTo>
                  <a:lnTo>
                    <a:pt x="573" y="1364"/>
                  </a:lnTo>
                  <a:lnTo>
                    <a:pt x="554" y="1383"/>
                  </a:lnTo>
                  <a:lnTo>
                    <a:pt x="534" y="1383"/>
                  </a:lnTo>
                  <a:lnTo>
                    <a:pt x="514" y="1403"/>
                  </a:lnTo>
                  <a:lnTo>
                    <a:pt x="494" y="1423"/>
                  </a:lnTo>
                  <a:lnTo>
                    <a:pt x="317" y="1443"/>
                  </a:lnTo>
                  <a:lnTo>
                    <a:pt x="297" y="1462"/>
                  </a:lnTo>
                  <a:lnTo>
                    <a:pt x="317" y="1462"/>
                  </a:lnTo>
                  <a:lnTo>
                    <a:pt x="297" y="1482"/>
                  </a:lnTo>
                  <a:lnTo>
                    <a:pt x="297" y="1482"/>
                  </a:lnTo>
                  <a:lnTo>
                    <a:pt x="356" y="1462"/>
                  </a:lnTo>
                  <a:lnTo>
                    <a:pt x="396" y="1443"/>
                  </a:lnTo>
                  <a:lnTo>
                    <a:pt x="554" y="1443"/>
                  </a:lnTo>
                  <a:lnTo>
                    <a:pt x="494" y="1462"/>
                  </a:lnTo>
                  <a:lnTo>
                    <a:pt x="435" y="1482"/>
                  </a:lnTo>
                  <a:lnTo>
                    <a:pt x="396" y="1482"/>
                  </a:lnTo>
                  <a:lnTo>
                    <a:pt x="297" y="1522"/>
                  </a:lnTo>
                  <a:lnTo>
                    <a:pt x="356" y="1502"/>
                  </a:lnTo>
                  <a:lnTo>
                    <a:pt x="376" y="1502"/>
                  </a:lnTo>
                  <a:lnTo>
                    <a:pt x="356" y="1522"/>
                  </a:lnTo>
                  <a:lnTo>
                    <a:pt x="356" y="1541"/>
                  </a:lnTo>
                  <a:lnTo>
                    <a:pt x="396" y="1561"/>
                  </a:lnTo>
                  <a:lnTo>
                    <a:pt x="435" y="1541"/>
                  </a:lnTo>
                  <a:lnTo>
                    <a:pt x="455" y="1541"/>
                  </a:lnTo>
                  <a:lnTo>
                    <a:pt x="435" y="1561"/>
                  </a:lnTo>
                  <a:lnTo>
                    <a:pt x="455" y="1561"/>
                  </a:lnTo>
                  <a:lnTo>
                    <a:pt x="455" y="1581"/>
                  </a:lnTo>
                  <a:lnTo>
                    <a:pt x="475" y="1581"/>
                  </a:lnTo>
                  <a:lnTo>
                    <a:pt x="514" y="1561"/>
                  </a:lnTo>
                  <a:lnTo>
                    <a:pt x="554" y="1522"/>
                  </a:lnTo>
                  <a:lnTo>
                    <a:pt x="613" y="1541"/>
                  </a:lnTo>
                  <a:lnTo>
                    <a:pt x="692" y="1541"/>
                  </a:lnTo>
                  <a:lnTo>
                    <a:pt x="830" y="1304"/>
                  </a:lnTo>
                  <a:lnTo>
                    <a:pt x="968" y="1048"/>
                  </a:lnTo>
                  <a:lnTo>
                    <a:pt x="1245" y="396"/>
                  </a:lnTo>
                  <a:lnTo>
                    <a:pt x="1107" y="396"/>
                  </a:lnTo>
                  <a:lnTo>
                    <a:pt x="1166" y="376"/>
                  </a:lnTo>
                  <a:lnTo>
                    <a:pt x="1186" y="376"/>
                  </a:lnTo>
                  <a:lnTo>
                    <a:pt x="1166" y="356"/>
                  </a:lnTo>
                  <a:lnTo>
                    <a:pt x="1245" y="356"/>
                  </a:lnTo>
                  <a:lnTo>
                    <a:pt x="1245" y="336"/>
                  </a:lnTo>
                  <a:lnTo>
                    <a:pt x="1067" y="336"/>
                  </a:lnTo>
                  <a:lnTo>
                    <a:pt x="1047" y="317"/>
                  </a:lnTo>
                  <a:lnTo>
                    <a:pt x="1067" y="317"/>
                  </a:lnTo>
                  <a:lnTo>
                    <a:pt x="1008" y="277"/>
                  </a:lnTo>
                  <a:lnTo>
                    <a:pt x="988" y="238"/>
                  </a:lnTo>
                  <a:lnTo>
                    <a:pt x="968" y="198"/>
                  </a:lnTo>
                  <a:lnTo>
                    <a:pt x="1008" y="139"/>
                  </a:lnTo>
                  <a:lnTo>
                    <a:pt x="1028" y="149"/>
                  </a:lnTo>
                  <a:lnTo>
                    <a:pt x="1028" y="149"/>
                  </a:lnTo>
                  <a:lnTo>
                    <a:pt x="1028" y="139"/>
                  </a:lnTo>
                  <a:lnTo>
                    <a:pt x="1067" y="139"/>
                  </a:lnTo>
                  <a:lnTo>
                    <a:pt x="1087" y="119"/>
                  </a:lnTo>
                  <a:lnTo>
                    <a:pt x="1047" y="119"/>
                  </a:lnTo>
                  <a:lnTo>
                    <a:pt x="1087" y="99"/>
                  </a:lnTo>
                  <a:lnTo>
                    <a:pt x="1087" y="119"/>
                  </a:lnTo>
                  <a:lnTo>
                    <a:pt x="1107" y="99"/>
                  </a:lnTo>
                  <a:lnTo>
                    <a:pt x="1126" y="80"/>
                  </a:lnTo>
                  <a:lnTo>
                    <a:pt x="1146" y="80"/>
                  </a:lnTo>
                  <a:lnTo>
                    <a:pt x="1146" y="60"/>
                  </a:lnTo>
                  <a:lnTo>
                    <a:pt x="1265" y="60"/>
                  </a:lnTo>
                  <a:lnTo>
                    <a:pt x="1205" y="40"/>
                  </a:lnTo>
                  <a:lnTo>
                    <a:pt x="1146" y="40"/>
                  </a:lnTo>
                  <a:lnTo>
                    <a:pt x="1126" y="20"/>
                  </a:lnTo>
                  <a:lnTo>
                    <a:pt x="968" y="1"/>
                  </a:lnTo>
                  <a:close/>
                  <a:moveTo>
                    <a:pt x="475" y="1581"/>
                  </a:moveTo>
                  <a:lnTo>
                    <a:pt x="475" y="1601"/>
                  </a:lnTo>
                  <a:lnTo>
                    <a:pt x="514" y="1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29"/>
            <p:cNvSpPr/>
            <p:nvPr/>
          </p:nvSpPr>
          <p:spPr>
            <a:xfrm>
              <a:off x="-1164000" y="40956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20" y="0"/>
                  </a:moveTo>
                  <a:lnTo>
                    <a:pt x="2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29"/>
            <p:cNvSpPr/>
            <p:nvPr/>
          </p:nvSpPr>
          <p:spPr>
            <a:xfrm>
              <a:off x="-1395600" y="4100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29"/>
            <p:cNvSpPr/>
            <p:nvPr/>
          </p:nvSpPr>
          <p:spPr>
            <a:xfrm>
              <a:off x="-1397075" y="40990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29"/>
            <p:cNvSpPr/>
            <p:nvPr/>
          </p:nvSpPr>
          <p:spPr>
            <a:xfrm>
              <a:off x="-1435600" y="4052125"/>
              <a:ext cx="48425" cy="55350"/>
            </a:xfrm>
            <a:custGeom>
              <a:rect b="b" l="l" r="r" t="t"/>
              <a:pathLst>
                <a:path extrusionOk="0" h="2214" w="1937">
                  <a:moveTo>
                    <a:pt x="652" y="80"/>
                  </a:moveTo>
                  <a:lnTo>
                    <a:pt x="692" y="100"/>
                  </a:lnTo>
                  <a:lnTo>
                    <a:pt x="633" y="80"/>
                  </a:lnTo>
                  <a:close/>
                  <a:moveTo>
                    <a:pt x="1403" y="712"/>
                  </a:moveTo>
                  <a:lnTo>
                    <a:pt x="1403" y="732"/>
                  </a:lnTo>
                  <a:lnTo>
                    <a:pt x="1304" y="732"/>
                  </a:lnTo>
                  <a:lnTo>
                    <a:pt x="1344" y="712"/>
                  </a:lnTo>
                  <a:close/>
                  <a:moveTo>
                    <a:pt x="336" y="831"/>
                  </a:moveTo>
                  <a:lnTo>
                    <a:pt x="277" y="850"/>
                  </a:lnTo>
                  <a:lnTo>
                    <a:pt x="356" y="831"/>
                  </a:lnTo>
                  <a:close/>
                  <a:moveTo>
                    <a:pt x="218" y="969"/>
                  </a:moveTo>
                  <a:lnTo>
                    <a:pt x="198" y="989"/>
                  </a:lnTo>
                  <a:lnTo>
                    <a:pt x="238" y="989"/>
                  </a:lnTo>
                  <a:lnTo>
                    <a:pt x="218" y="969"/>
                  </a:lnTo>
                  <a:close/>
                  <a:moveTo>
                    <a:pt x="80" y="969"/>
                  </a:moveTo>
                  <a:lnTo>
                    <a:pt x="60" y="989"/>
                  </a:lnTo>
                  <a:lnTo>
                    <a:pt x="60" y="1008"/>
                  </a:lnTo>
                  <a:lnTo>
                    <a:pt x="40" y="1028"/>
                  </a:lnTo>
                  <a:lnTo>
                    <a:pt x="139" y="1048"/>
                  </a:lnTo>
                  <a:lnTo>
                    <a:pt x="198" y="1028"/>
                  </a:lnTo>
                  <a:lnTo>
                    <a:pt x="80" y="1028"/>
                  </a:lnTo>
                  <a:lnTo>
                    <a:pt x="99" y="1008"/>
                  </a:lnTo>
                  <a:lnTo>
                    <a:pt x="119" y="1008"/>
                  </a:lnTo>
                  <a:lnTo>
                    <a:pt x="99" y="989"/>
                  </a:lnTo>
                  <a:lnTo>
                    <a:pt x="139" y="989"/>
                  </a:lnTo>
                  <a:lnTo>
                    <a:pt x="139" y="969"/>
                  </a:lnTo>
                  <a:close/>
                  <a:moveTo>
                    <a:pt x="1778" y="1265"/>
                  </a:moveTo>
                  <a:lnTo>
                    <a:pt x="1719" y="1285"/>
                  </a:lnTo>
                  <a:lnTo>
                    <a:pt x="1739" y="1285"/>
                  </a:lnTo>
                  <a:lnTo>
                    <a:pt x="1778" y="1265"/>
                  </a:lnTo>
                  <a:close/>
                  <a:moveTo>
                    <a:pt x="376" y="1285"/>
                  </a:moveTo>
                  <a:lnTo>
                    <a:pt x="317" y="1305"/>
                  </a:lnTo>
                  <a:lnTo>
                    <a:pt x="317" y="1305"/>
                  </a:lnTo>
                  <a:lnTo>
                    <a:pt x="396" y="1285"/>
                  </a:lnTo>
                  <a:close/>
                  <a:moveTo>
                    <a:pt x="297" y="1245"/>
                  </a:moveTo>
                  <a:lnTo>
                    <a:pt x="198" y="1265"/>
                  </a:lnTo>
                  <a:lnTo>
                    <a:pt x="218" y="1265"/>
                  </a:lnTo>
                  <a:lnTo>
                    <a:pt x="218" y="1285"/>
                  </a:lnTo>
                  <a:lnTo>
                    <a:pt x="198" y="1305"/>
                  </a:lnTo>
                  <a:lnTo>
                    <a:pt x="198" y="1305"/>
                  </a:lnTo>
                  <a:lnTo>
                    <a:pt x="238" y="1285"/>
                  </a:lnTo>
                  <a:lnTo>
                    <a:pt x="336" y="1265"/>
                  </a:lnTo>
                  <a:lnTo>
                    <a:pt x="317" y="1265"/>
                  </a:lnTo>
                  <a:lnTo>
                    <a:pt x="336" y="1245"/>
                  </a:lnTo>
                  <a:close/>
                  <a:moveTo>
                    <a:pt x="1522" y="1324"/>
                  </a:moveTo>
                  <a:lnTo>
                    <a:pt x="1443" y="1344"/>
                  </a:lnTo>
                  <a:lnTo>
                    <a:pt x="1443" y="1349"/>
                  </a:lnTo>
                  <a:lnTo>
                    <a:pt x="1443" y="1349"/>
                  </a:lnTo>
                  <a:lnTo>
                    <a:pt x="1462" y="1344"/>
                  </a:lnTo>
                  <a:lnTo>
                    <a:pt x="1522" y="1324"/>
                  </a:lnTo>
                  <a:close/>
                  <a:moveTo>
                    <a:pt x="1482" y="1344"/>
                  </a:moveTo>
                  <a:lnTo>
                    <a:pt x="1443" y="1354"/>
                  </a:lnTo>
                  <a:lnTo>
                    <a:pt x="1443" y="1354"/>
                  </a:lnTo>
                  <a:lnTo>
                    <a:pt x="1443" y="1364"/>
                  </a:lnTo>
                  <a:lnTo>
                    <a:pt x="1482" y="1344"/>
                  </a:lnTo>
                  <a:close/>
                  <a:moveTo>
                    <a:pt x="1443" y="1349"/>
                  </a:moveTo>
                  <a:lnTo>
                    <a:pt x="1383" y="1364"/>
                  </a:lnTo>
                  <a:lnTo>
                    <a:pt x="1324" y="1384"/>
                  </a:lnTo>
                  <a:lnTo>
                    <a:pt x="1324" y="1384"/>
                  </a:lnTo>
                  <a:lnTo>
                    <a:pt x="1403" y="1364"/>
                  </a:lnTo>
                  <a:lnTo>
                    <a:pt x="1443" y="1354"/>
                  </a:lnTo>
                  <a:lnTo>
                    <a:pt x="1443" y="1354"/>
                  </a:lnTo>
                  <a:lnTo>
                    <a:pt x="1443" y="1349"/>
                  </a:lnTo>
                  <a:close/>
                  <a:moveTo>
                    <a:pt x="1798" y="1423"/>
                  </a:moveTo>
                  <a:lnTo>
                    <a:pt x="1786" y="1435"/>
                  </a:lnTo>
                  <a:lnTo>
                    <a:pt x="1786" y="1435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23"/>
                  </a:lnTo>
                  <a:close/>
                  <a:moveTo>
                    <a:pt x="1786" y="1435"/>
                  </a:moveTo>
                  <a:lnTo>
                    <a:pt x="1759" y="1443"/>
                  </a:lnTo>
                  <a:lnTo>
                    <a:pt x="1778" y="1443"/>
                  </a:lnTo>
                  <a:lnTo>
                    <a:pt x="1786" y="1435"/>
                  </a:lnTo>
                  <a:close/>
                  <a:moveTo>
                    <a:pt x="415" y="1443"/>
                  </a:moveTo>
                  <a:lnTo>
                    <a:pt x="396" y="1463"/>
                  </a:lnTo>
                  <a:lnTo>
                    <a:pt x="396" y="1463"/>
                  </a:lnTo>
                  <a:lnTo>
                    <a:pt x="455" y="1443"/>
                  </a:lnTo>
                  <a:close/>
                  <a:moveTo>
                    <a:pt x="1877" y="1443"/>
                  </a:moveTo>
                  <a:lnTo>
                    <a:pt x="1824" y="1456"/>
                  </a:lnTo>
                  <a:lnTo>
                    <a:pt x="1824" y="1456"/>
                  </a:lnTo>
                  <a:lnTo>
                    <a:pt x="1818" y="1463"/>
                  </a:lnTo>
                  <a:lnTo>
                    <a:pt x="1818" y="1463"/>
                  </a:lnTo>
                  <a:lnTo>
                    <a:pt x="1877" y="1443"/>
                  </a:lnTo>
                  <a:close/>
                  <a:moveTo>
                    <a:pt x="415" y="1463"/>
                  </a:moveTo>
                  <a:lnTo>
                    <a:pt x="415" y="1482"/>
                  </a:lnTo>
                  <a:lnTo>
                    <a:pt x="435" y="1489"/>
                  </a:lnTo>
                  <a:lnTo>
                    <a:pt x="435" y="1489"/>
                  </a:lnTo>
                  <a:lnTo>
                    <a:pt x="435" y="1482"/>
                  </a:lnTo>
                  <a:lnTo>
                    <a:pt x="435" y="1463"/>
                  </a:lnTo>
                  <a:close/>
                  <a:moveTo>
                    <a:pt x="435" y="1489"/>
                  </a:moveTo>
                  <a:lnTo>
                    <a:pt x="435" y="150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35" y="1489"/>
                  </a:lnTo>
                  <a:close/>
                  <a:moveTo>
                    <a:pt x="514" y="1640"/>
                  </a:moveTo>
                  <a:lnTo>
                    <a:pt x="475" y="1660"/>
                  </a:lnTo>
                  <a:lnTo>
                    <a:pt x="514" y="1660"/>
                  </a:lnTo>
                  <a:lnTo>
                    <a:pt x="514" y="1640"/>
                  </a:lnTo>
                  <a:close/>
                  <a:moveTo>
                    <a:pt x="1818" y="1640"/>
                  </a:moveTo>
                  <a:lnTo>
                    <a:pt x="1778" y="1660"/>
                  </a:lnTo>
                  <a:lnTo>
                    <a:pt x="1818" y="1640"/>
                  </a:lnTo>
                  <a:close/>
                  <a:moveTo>
                    <a:pt x="1620" y="1719"/>
                  </a:moveTo>
                  <a:lnTo>
                    <a:pt x="1601" y="1739"/>
                  </a:lnTo>
                  <a:lnTo>
                    <a:pt x="1601" y="1739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19"/>
                  </a:lnTo>
                  <a:close/>
                  <a:moveTo>
                    <a:pt x="1778" y="1660"/>
                  </a:moveTo>
                  <a:lnTo>
                    <a:pt x="1739" y="1680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39"/>
                  </a:lnTo>
                  <a:lnTo>
                    <a:pt x="1699" y="1700"/>
                  </a:lnTo>
                  <a:lnTo>
                    <a:pt x="1778" y="1660"/>
                  </a:lnTo>
                  <a:close/>
                  <a:moveTo>
                    <a:pt x="850" y="1846"/>
                  </a:moveTo>
                  <a:lnTo>
                    <a:pt x="771" y="1877"/>
                  </a:lnTo>
                  <a:lnTo>
                    <a:pt x="791" y="1858"/>
                  </a:lnTo>
                  <a:lnTo>
                    <a:pt x="850" y="1846"/>
                  </a:lnTo>
                  <a:close/>
                  <a:moveTo>
                    <a:pt x="1581" y="1897"/>
                  </a:moveTo>
                  <a:lnTo>
                    <a:pt x="1561" y="1907"/>
                  </a:lnTo>
                  <a:lnTo>
                    <a:pt x="1561" y="1907"/>
                  </a:lnTo>
                  <a:lnTo>
                    <a:pt x="1561" y="1917"/>
                  </a:lnTo>
                  <a:lnTo>
                    <a:pt x="1581" y="1897"/>
                  </a:lnTo>
                  <a:close/>
                  <a:moveTo>
                    <a:pt x="1660" y="1858"/>
                  </a:moveTo>
                  <a:lnTo>
                    <a:pt x="1581" y="1897"/>
                  </a:lnTo>
                  <a:lnTo>
                    <a:pt x="1601" y="1917"/>
                  </a:lnTo>
                  <a:lnTo>
                    <a:pt x="1640" y="1897"/>
                  </a:lnTo>
                  <a:lnTo>
                    <a:pt x="1660" y="1877"/>
                  </a:lnTo>
                  <a:lnTo>
                    <a:pt x="1699" y="1858"/>
                  </a:lnTo>
                  <a:close/>
                  <a:moveTo>
                    <a:pt x="1522" y="1956"/>
                  </a:moveTo>
                  <a:lnTo>
                    <a:pt x="1502" y="1976"/>
                  </a:lnTo>
                  <a:lnTo>
                    <a:pt x="1522" y="1976"/>
                  </a:lnTo>
                  <a:lnTo>
                    <a:pt x="1541" y="1956"/>
                  </a:lnTo>
                  <a:close/>
                  <a:moveTo>
                    <a:pt x="731" y="1"/>
                  </a:moveTo>
                  <a:lnTo>
                    <a:pt x="771" y="21"/>
                  </a:lnTo>
                  <a:lnTo>
                    <a:pt x="731" y="21"/>
                  </a:lnTo>
                  <a:lnTo>
                    <a:pt x="751" y="40"/>
                  </a:lnTo>
                  <a:lnTo>
                    <a:pt x="692" y="21"/>
                  </a:lnTo>
                  <a:lnTo>
                    <a:pt x="593" y="21"/>
                  </a:lnTo>
                  <a:lnTo>
                    <a:pt x="613" y="40"/>
                  </a:lnTo>
                  <a:lnTo>
                    <a:pt x="633" y="40"/>
                  </a:lnTo>
                  <a:lnTo>
                    <a:pt x="613" y="60"/>
                  </a:lnTo>
                  <a:lnTo>
                    <a:pt x="554" y="40"/>
                  </a:lnTo>
                  <a:lnTo>
                    <a:pt x="573" y="60"/>
                  </a:lnTo>
                  <a:lnTo>
                    <a:pt x="562" y="72"/>
                  </a:lnTo>
                  <a:lnTo>
                    <a:pt x="562" y="72"/>
                  </a:lnTo>
                  <a:lnTo>
                    <a:pt x="514" y="60"/>
                  </a:lnTo>
                  <a:lnTo>
                    <a:pt x="475" y="80"/>
                  </a:lnTo>
                  <a:lnTo>
                    <a:pt x="475" y="100"/>
                  </a:lnTo>
                  <a:lnTo>
                    <a:pt x="455" y="80"/>
                  </a:lnTo>
                  <a:lnTo>
                    <a:pt x="376" y="80"/>
                  </a:lnTo>
                  <a:lnTo>
                    <a:pt x="376" y="100"/>
                  </a:lnTo>
                  <a:lnTo>
                    <a:pt x="415" y="100"/>
                  </a:lnTo>
                  <a:lnTo>
                    <a:pt x="435" y="119"/>
                  </a:lnTo>
                  <a:lnTo>
                    <a:pt x="376" y="119"/>
                  </a:lnTo>
                  <a:lnTo>
                    <a:pt x="376" y="139"/>
                  </a:lnTo>
                  <a:lnTo>
                    <a:pt x="317" y="139"/>
                  </a:lnTo>
                  <a:lnTo>
                    <a:pt x="317" y="159"/>
                  </a:lnTo>
                  <a:lnTo>
                    <a:pt x="376" y="179"/>
                  </a:lnTo>
                  <a:lnTo>
                    <a:pt x="297" y="179"/>
                  </a:lnTo>
                  <a:lnTo>
                    <a:pt x="415" y="198"/>
                  </a:lnTo>
                  <a:lnTo>
                    <a:pt x="317" y="198"/>
                  </a:lnTo>
                  <a:lnTo>
                    <a:pt x="277" y="21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39" y="238"/>
                  </a:lnTo>
                  <a:lnTo>
                    <a:pt x="198" y="258"/>
                  </a:lnTo>
                  <a:lnTo>
                    <a:pt x="119" y="258"/>
                  </a:lnTo>
                  <a:lnTo>
                    <a:pt x="139" y="277"/>
                  </a:lnTo>
                  <a:lnTo>
                    <a:pt x="119" y="297"/>
                  </a:lnTo>
                  <a:lnTo>
                    <a:pt x="139" y="297"/>
                  </a:lnTo>
                  <a:lnTo>
                    <a:pt x="178" y="317"/>
                  </a:lnTo>
                  <a:lnTo>
                    <a:pt x="159" y="317"/>
                  </a:lnTo>
                  <a:lnTo>
                    <a:pt x="80" y="337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119" y="376"/>
                  </a:lnTo>
                  <a:lnTo>
                    <a:pt x="119" y="376"/>
                  </a:lnTo>
                  <a:lnTo>
                    <a:pt x="139" y="356"/>
                  </a:lnTo>
                  <a:lnTo>
                    <a:pt x="119" y="356"/>
                  </a:lnTo>
                  <a:lnTo>
                    <a:pt x="20" y="376"/>
                  </a:lnTo>
                  <a:lnTo>
                    <a:pt x="40" y="376"/>
                  </a:lnTo>
                  <a:lnTo>
                    <a:pt x="20" y="396"/>
                  </a:lnTo>
                  <a:lnTo>
                    <a:pt x="139" y="396"/>
                  </a:lnTo>
                  <a:lnTo>
                    <a:pt x="60" y="376"/>
                  </a:lnTo>
                  <a:lnTo>
                    <a:pt x="178" y="376"/>
                  </a:lnTo>
                  <a:lnTo>
                    <a:pt x="218" y="396"/>
                  </a:lnTo>
                  <a:lnTo>
                    <a:pt x="317" y="416"/>
                  </a:lnTo>
                  <a:lnTo>
                    <a:pt x="257" y="435"/>
                  </a:lnTo>
                  <a:lnTo>
                    <a:pt x="139" y="416"/>
                  </a:lnTo>
                  <a:lnTo>
                    <a:pt x="178" y="435"/>
                  </a:lnTo>
                  <a:lnTo>
                    <a:pt x="159" y="435"/>
                  </a:lnTo>
                  <a:lnTo>
                    <a:pt x="80" y="455"/>
                  </a:lnTo>
                  <a:lnTo>
                    <a:pt x="198" y="455"/>
                  </a:lnTo>
                  <a:lnTo>
                    <a:pt x="178" y="475"/>
                  </a:lnTo>
                  <a:lnTo>
                    <a:pt x="99" y="475"/>
                  </a:lnTo>
                  <a:lnTo>
                    <a:pt x="99" y="495"/>
                  </a:lnTo>
                  <a:lnTo>
                    <a:pt x="60" y="514"/>
                  </a:lnTo>
                  <a:lnTo>
                    <a:pt x="40" y="534"/>
                  </a:lnTo>
                  <a:lnTo>
                    <a:pt x="60" y="554"/>
                  </a:lnTo>
                  <a:lnTo>
                    <a:pt x="139" y="534"/>
                  </a:lnTo>
                  <a:lnTo>
                    <a:pt x="297" y="534"/>
                  </a:lnTo>
                  <a:lnTo>
                    <a:pt x="277" y="554"/>
                  </a:lnTo>
                  <a:lnTo>
                    <a:pt x="336" y="554"/>
                  </a:lnTo>
                  <a:lnTo>
                    <a:pt x="297" y="574"/>
                  </a:lnTo>
                  <a:lnTo>
                    <a:pt x="257" y="574"/>
                  </a:lnTo>
                  <a:lnTo>
                    <a:pt x="317" y="593"/>
                  </a:lnTo>
                  <a:lnTo>
                    <a:pt x="257" y="593"/>
                  </a:lnTo>
                  <a:lnTo>
                    <a:pt x="178" y="574"/>
                  </a:lnTo>
                  <a:lnTo>
                    <a:pt x="139" y="593"/>
                  </a:lnTo>
                  <a:lnTo>
                    <a:pt x="20" y="593"/>
                  </a:lnTo>
                  <a:lnTo>
                    <a:pt x="20" y="613"/>
                  </a:lnTo>
                  <a:lnTo>
                    <a:pt x="1" y="613"/>
                  </a:lnTo>
                  <a:lnTo>
                    <a:pt x="80" y="633"/>
                  </a:lnTo>
                  <a:lnTo>
                    <a:pt x="20" y="653"/>
                  </a:lnTo>
                  <a:lnTo>
                    <a:pt x="1" y="672"/>
                  </a:lnTo>
                  <a:lnTo>
                    <a:pt x="80" y="672"/>
                  </a:lnTo>
                  <a:lnTo>
                    <a:pt x="60" y="692"/>
                  </a:lnTo>
                  <a:lnTo>
                    <a:pt x="1" y="692"/>
                  </a:lnTo>
                  <a:lnTo>
                    <a:pt x="20" y="712"/>
                  </a:lnTo>
                  <a:lnTo>
                    <a:pt x="60" y="732"/>
                  </a:lnTo>
                  <a:lnTo>
                    <a:pt x="99" y="732"/>
                  </a:lnTo>
                  <a:lnTo>
                    <a:pt x="178" y="751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19" y="751"/>
                  </a:lnTo>
                  <a:lnTo>
                    <a:pt x="80" y="751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277" y="811"/>
                  </a:lnTo>
                  <a:lnTo>
                    <a:pt x="455" y="811"/>
                  </a:lnTo>
                  <a:lnTo>
                    <a:pt x="415" y="831"/>
                  </a:lnTo>
                  <a:lnTo>
                    <a:pt x="336" y="850"/>
                  </a:lnTo>
                  <a:lnTo>
                    <a:pt x="277" y="850"/>
                  </a:lnTo>
                  <a:lnTo>
                    <a:pt x="198" y="870"/>
                  </a:lnTo>
                  <a:lnTo>
                    <a:pt x="139" y="850"/>
                  </a:lnTo>
                  <a:lnTo>
                    <a:pt x="119" y="850"/>
                  </a:lnTo>
                  <a:lnTo>
                    <a:pt x="20" y="870"/>
                  </a:lnTo>
                  <a:lnTo>
                    <a:pt x="80" y="870"/>
                  </a:lnTo>
                  <a:lnTo>
                    <a:pt x="40" y="890"/>
                  </a:lnTo>
                  <a:lnTo>
                    <a:pt x="60" y="910"/>
                  </a:lnTo>
                  <a:lnTo>
                    <a:pt x="80" y="910"/>
                  </a:lnTo>
                  <a:lnTo>
                    <a:pt x="60" y="929"/>
                  </a:lnTo>
                  <a:lnTo>
                    <a:pt x="139" y="910"/>
                  </a:lnTo>
                  <a:lnTo>
                    <a:pt x="139" y="929"/>
                  </a:lnTo>
                  <a:lnTo>
                    <a:pt x="119" y="929"/>
                  </a:lnTo>
                  <a:lnTo>
                    <a:pt x="60" y="949"/>
                  </a:lnTo>
                  <a:lnTo>
                    <a:pt x="317" y="949"/>
                  </a:lnTo>
                  <a:lnTo>
                    <a:pt x="317" y="969"/>
                  </a:lnTo>
                  <a:lnTo>
                    <a:pt x="277" y="969"/>
                  </a:lnTo>
                  <a:lnTo>
                    <a:pt x="297" y="989"/>
                  </a:lnTo>
                  <a:lnTo>
                    <a:pt x="277" y="1008"/>
                  </a:lnTo>
                  <a:lnTo>
                    <a:pt x="257" y="1028"/>
                  </a:lnTo>
                  <a:lnTo>
                    <a:pt x="277" y="1028"/>
                  </a:lnTo>
                  <a:lnTo>
                    <a:pt x="178" y="1048"/>
                  </a:lnTo>
                  <a:lnTo>
                    <a:pt x="139" y="1068"/>
                  </a:lnTo>
                  <a:lnTo>
                    <a:pt x="297" y="1068"/>
                  </a:lnTo>
                  <a:lnTo>
                    <a:pt x="336" y="1048"/>
                  </a:lnTo>
                  <a:lnTo>
                    <a:pt x="396" y="1048"/>
                  </a:lnTo>
                  <a:lnTo>
                    <a:pt x="376" y="1068"/>
                  </a:lnTo>
                  <a:lnTo>
                    <a:pt x="336" y="1087"/>
                  </a:lnTo>
                  <a:lnTo>
                    <a:pt x="159" y="1068"/>
                  </a:lnTo>
                  <a:lnTo>
                    <a:pt x="139" y="1087"/>
                  </a:lnTo>
                  <a:lnTo>
                    <a:pt x="119" y="1107"/>
                  </a:lnTo>
                  <a:lnTo>
                    <a:pt x="218" y="1087"/>
                  </a:lnTo>
                  <a:lnTo>
                    <a:pt x="317" y="1107"/>
                  </a:lnTo>
                  <a:lnTo>
                    <a:pt x="396" y="1127"/>
                  </a:lnTo>
                  <a:lnTo>
                    <a:pt x="178" y="1127"/>
                  </a:lnTo>
                  <a:lnTo>
                    <a:pt x="198" y="1147"/>
                  </a:lnTo>
                  <a:lnTo>
                    <a:pt x="178" y="1147"/>
                  </a:lnTo>
                  <a:lnTo>
                    <a:pt x="178" y="1166"/>
                  </a:lnTo>
                  <a:lnTo>
                    <a:pt x="198" y="1186"/>
                  </a:lnTo>
                  <a:lnTo>
                    <a:pt x="238" y="1166"/>
                  </a:lnTo>
                  <a:lnTo>
                    <a:pt x="257" y="1166"/>
                  </a:lnTo>
                  <a:lnTo>
                    <a:pt x="238" y="1186"/>
                  </a:lnTo>
                  <a:lnTo>
                    <a:pt x="257" y="1186"/>
                  </a:lnTo>
                  <a:lnTo>
                    <a:pt x="238" y="1206"/>
                  </a:lnTo>
                  <a:lnTo>
                    <a:pt x="257" y="1206"/>
                  </a:lnTo>
                  <a:lnTo>
                    <a:pt x="257" y="1226"/>
                  </a:lnTo>
                  <a:lnTo>
                    <a:pt x="297" y="1226"/>
                  </a:lnTo>
                  <a:lnTo>
                    <a:pt x="277" y="1206"/>
                  </a:lnTo>
                  <a:lnTo>
                    <a:pt x="317" y="1206"/>
                  </a:lnTo>
                  <a:lnTo>
                    <a:pt x="356" y="1186"/>
                  </a:lnTo>
                  <a:lnTo>
                    <a:pt x="415" y="1206"/>
                  </a:lnTo>
                  <a:lnTo>
                    <a:pt x="435" y="1206"/>
                  </a:lnTo>
                  <a:lnTo>
                    <a:pt x="455" y="1226"/>
                  </a:lnTo>
                  <a:lnTo>
                    <a:pt x="475" y="1206"/>
                  </a:lnTo>
                  <a:lnTo>
                    <a:pt x="494" y="1206"/>
                  </a:lnTo>
                  <a:lnTo>
                    <a:pt x="494" y="1226"/>
                  </a:lnTo>
                  <a:lnTo>
                    <a:pt x="435" y="1245"/>
                  </a:lnTo>
                  <a:lnTo>
                    <a:pt x="455" y="1265"/>
                  </a:lnTo>
                  <a:lnTo>
                    <a:pt x="435" y="1265"/>
                  </a:lnTo>
                  <a:lnTo>
                    <a:pt x="435" y="1285"/>
                  </a:lnTo>
                  <a:lnTo>
                    <a:pt x="396" y="1285"/>
                  </a:lnTo>
                  <a:lnTo>
                    <a:pt x="336" y="1305"/>
                  </a:lnTo>
                  <a:lnTo>
                    <a:pt x="356" y="1305"/>
                  </a:lnTo>
                  <a:lnTo>
                    <a:pt x="376" y="1324"/>
                  </a:lnTo>
                  <a:lnTo>
                    <a:pt x="415" y="1324"/>
                  </a:lnTo>
                  <a:lnTo>
                    <a:pt x="475" y="1305"/>
                  </a:lnTo>
                  <a:lnTo>
                    <a:pt x="554" y="1285"/>
                  </a:lnTo>
                  <a:lnTo>
                    <a:pt x="554" y="1305"/>
                  </a:lnTo>
                  <a:lnTo>
                    <a:pt x="573" y="1305"/>
                  </a:lnTo>
                  <a:lnTo>
                    <a:pt x="554" y="1324"/>
                  </a:lnTo>
                  <a:lnTo>
                    <a:pt x="573" y="1324"/>
                  </a:lnTo>
                  <a:lnTo>
                    <a:pt x="534" y="1344"/>
                  </a:lnTo>
                  <a:lnTo>
                    <a:pt x="494" y="1364"/>
                  </a:lnTo>
                  <a:lnTo>
                    <a:pt x="494" y="1344"/>
                  </a:lnTo>
                  <a:lnTo>
                    <a:pt x="475" y="1344"/>
                  </a:lnTo>
                  <a:lnTo>
                    <a:pt x="396" y="1364"/>
                  </a:lnTo>
                  <a:lnTo>
                    <a:pt x="376" y="1364"/>
                  </a:lnTo>
                  <a:lnTo>
                    <a:pt x="317" y="1384"/>
                  </a:lnTo>
                  <a:lnTo>
                    <a:pt x="376" y="1384"/>
                  </a:lnTo>
                  <a:lnTo>
                    <a:pt x="415" y="1374"/>
                  </a:lnTo>
                  <a:lnTo>
                    <a:pt x="396" y="1384"/>
                  </a:lnTo>
                  <a:lnTo>
                    <a:pt x="455" y="1384"/>
                  </a:lnTo>
                  <a:lnTo>
                    <a:pt x="336" y="1423"/>
                  </a:lnTo>
                  <a:lnTo>
                    <a:pt x="376" y="1423"/>
                  </a:lnTo>
                  <a:lnTo>
                    <a:pt x="415" y="1403"/>
                  </a:lnTo>
                  <a:lnTo>
                    <a:pt x="415" y="1423"/>
                  </a:lnTo>
                  <a:lnTo>
                    <a:pt x="396" y="1423"/>
                  </a:lnTo>
                  <a:lnTo>
                    <a:pt x="396" y="1443"/>
                  </a:lnTo>
                  <a:lnTo>
                    <a:pt x="415" y="1443"/>
                  </a:lnTo>
                  <a:lnTo>
                    <a:pt x="475" y="1423"/>
                  </a:lnTo>
                  <a:lnTo>
                    <a:pt x="494" y="1423"/>
                  </a:lnTo>
                  <a:lnTo>
                    <a:pt x="514" y="1443"/>
                  </a:lnTo>
                  <a:lnTo>
                    <a:pt x="554" y="1463"/>
                  </a:lnTo>
                  <a:lnTo>
                    <a:pt x="514" y="148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75" y="1502"/>
                  </a:lnTo>
                  <a:lnTo>
                    <a:pt x="455" y="1522"/>
                  </a:lnTo>
                  <a:lnTo>
                    <a:pt x="396" y="1542"/>
                  </a:lnTo>
                  <a:lnTo>
                    <a:pt x="356" y="1561"/>
                  </a:lnTo>
                  <a:lnTo>
                    <a:pt x="435" y="1542"/>
                  </a:lnTo>
                  <a:lnTo>
                    <a:pt x="455" y="1542"/>
                  </a:lnTo>
                  <a:lnTo>
                    <a:pt x="455" y="1561"/>
                  </a:lnTo>
                  <a:lnTo>
                    <a:pt x="475" y="1542"/>
                  </a:lnTo>
                  <a:lnTo>
                    <a:pt x="514" y="1542"/>
                  </a:lnTo>
                  <a:lnTo>
                    <a:pt x="475" y="1561"/>
                  </a:lnTo>
                  <a:lnTo>
                    <a:pt x="435" y="1581"/>
                  </a:lnTo>
                  <a:lnTo>
                    <a:pt x="415" y="1601"/>
                  </a:lnTo>
                  <a:lnTo>
                    <a:pt x="435" y="1601"/>
                  </a:lnTo>
                  <a:lnTo>
                    <a:pt x="455" y="1581"/>
                  </a:lnTo>
                  <a:lnTo>
                    <a:pt x="554" y="1565"/>
                  </a:lnTo>
                  <a:lnTo>
                    <a:pt x="554" y="1581"/>
                  </a:lnTo>
                  <a:lnTo>
                    <a:pt x="593" y="1581"/>
                  </a:lnTo>
                  <a:lnTo>
                    <a:pt x="633" y="1561"/>
                  </a:lnTo>
                  <a:lnTo>
                    <a:pt x="613" y="1581"/>
                  </a:lnTo>
                  <a:lnTo>
                    <a:pt x="554" y="1601"/>
                  </a:lnTo>
                  <a:lnTo>
                    <a:pt x="633" y="1601"/>
                  </a:lnTo>
                  <a:lnTo>
                    <a:pt x="672" y="1581"/>
                  </a:lnTo>
                  <a:lnTo>
                    <a:pt x="731" y="1581"/>
                  </a:lnTo>
                  <a:lnTo>
                    <a:pt x="652" y="1621"/>
                  </a:lnTo>
                  <a:lnTo>
                    <a:pt x="613" y="1621"/>
                  </a:lnTo>
                  <a:lnTo>
                    <a:pt x="554" y="1660"/>
                  </a:lnTo>
                  <a:lnTo>
                    <a:pt x="534" y="1660"/>
                  </a:lnTo>
                  <a:lnTo>
                    <a:pt x="475" y="1680"/>
                  </a:lnTo>
                  <a:lnTo>
                    <a:pt x="514" y="1680"/>
                  </a:lnTo>
                  <a:lnTo>
                    <a:pt x="514" y="1700"/>
                  </a:lnTo>
                  <a:lnTo>
                    <a:pt x="554" y="1680"/>
                  </a:lnTo>
                  <a:lnTo>
                    <a:pt x="613" y="1660"/>
                  </a:lnTo>
                  <a:lnTo>
                    <a:pt x="554" y="1700"/>
                  </a:lnTo>
                  <a:lnTo>
                    <a:pt x="593" y="1700"/>
                  </a:lnTo>
                  <a:lnTo>
                    <a:pt x="672" y="1680"/>
                  </a:lnTo>
                  <a:lnTo>
                    <a:pt x="712" y="1640"/>
                  </a:lnTo>
                  <a:lnTo>
                    <a:pt x="771" y="1640"/>
                  </a:lnTo>
                  <a:lnTo>
                    <a:pt x="810" y="1621"/>
                  </a:lnTo>
                  <a:lnTo>
                    <a:pt x="850" y="1621"/>
                  </a:lnTo>
                  <a:lnTo>
                    <a:pt x="751" y="1680"/>
                  </a:lnTo>
                  <a:lnTo>
                    <a:pt x="633" y="1719"/>
                  </a:lnTo>
                  <a:lnTo>
                    <a:pt x="475" y="1759"/>
                  </a:lnTo>
                  <a:lnTo>
                    <a:pt x="514" y="1779"/>
                  </a:lnTo>
                  <a:lnTo>
                    <a:pt x="494" y="1798"/>
                  </a:lnTo>
                  <a:lnTo>
                    <a:pt x="573" y="1779"/>
                  </a:lnTo>
                  <a:lnTo>
                    <a:pt x="692" y="1739"/>
                  </a:lnTo>
                  <a:lnTo>
                    <a:pt x="672" y="1759"/>
                  </a:lnTo>
                  <a:lnTo>
                    <a:pt x="633" y="1759"/>
                  </a:lnTo>
                  <a:lnTo>
                    <a:pt x="692" y="1779"/>
                  </a:lnTo>
                  <a:lnTo>
                    <a:pt x="731" y="1779"/>
                  </a:lnTo>
                  <a:lnTo>
                    <a:pt x="791" y="1759"/>
                  </a:lnTo>
                  <a:lnTo>
                    <a:pt x="870" y="1739"/>
                  </a:lnTo>
                  <a:lnTo>
                    <a:pt x="890" y="1739"/>
                  </a:lnTo>
                  <a:lnTo>
                    <a:pt x="949" y="1719"/>
                  </a:lnTo>
                  <a:lnTo>
                    <a:pt x="949" y="1739"/>
                  </a:lnTo>
                  <a:lnTo>
                    <a:pt x="890" y="1759"/>
                  </a:lnTo>
                  <a:lnTo>
                    <a:pt x="909" y="1759"/>
                  </a:lnTo>
                  <a:lnTo>
                    <a:pt x="850" y="1779"/>
                  </a:lnTo>
                  <a:lnTo>
                    <a:pt x="810" y="1779"/>
                  </a:lnTo>
                  <a:lnTo>
                    <a:pt x="791" y="1798"/>
                  </a:lnTo>
                  <a:lnTo>
                    <a:pt x="751" y="1818"/>
                  </a:lnTo>
                  <a:lnTo>
                    <a:pt x="751" y="1818"/>
                  </a:lnTo>
                  <a:lnTo>
                    <a:pt x="810" y="1798"/>
                  </a:lnTo>
                  <a:lnTo>
                    <a:pt x="810" y="1798"/>
                  </a:lnTo>
                  <a:lnTo>
                    <a:pt x="751" y="1838"/>
                  </a:lnTo>
                  <a:lnTo>
                    <a:pt x="751" y="1858"/>
                  </a:lnTo>
                  <a:lnTo>
                    <a:pt x="751" y="1877"/>
                  </a:lnTo>
                  <a:lnTo>
                    <a:pt x="672" y="1937"/>
                  </a:lnTo>
                  <a:lnTo>
                    <a:pt x="672" y="1937"/>
                  </a:lnTo>
                  <a:lnTo>
                    <a:pt x="751" y="1917"/>
                  </a:lnTo>
                  <a:lnTo>
                    <a:pt x="791" y="1917"/>
                  </a:lnTo>
                  <a:lnTo>
                    <a:pt x="850" y="1897"/>
                  </a:lnTo>
                  <a:lnTo>
                    <a:pt x="909" y="1877"/>
                  </a:lnTo>
                  <a:lnTo>
                    <a:pt x="909" y="1858"/>
                  </a:lnTo>
                  <a:lnTo>
                    <a:pt x="870" y="1877"/>
                  </a:lnTo>
                  <a:lnTo>
                    <a:pt x="850" y="1877"/>
                  </a:lnTo>
                  <a:lnTo>
                    <a:pt x="868" y="1842"/>
                  </a:lnTo>
                  <a:lnTo>
                    <a:pt x="868" y="1842"/>
                  </a:lnTo>
                  <a:lnTo>
                    <a:pt x="890" y="1838"/>
                  </a:lnTo>
                  <a:lnTo>
                    <a:pt x="929" y="1818"/>
                  </a:lnTo>
                  <a:lnTo>
                    <a:pt x="949" y="1818"/>
                  </a:lnTo>
                  <a:lnTo>
                    <a:pt x="988" y="1798"/>
                  </a:lnTo>
                  <a:lnTo>
                    <a:pt x="988" y="1779"/>
                  </a:lnTo>
                  <a:lnTo>
                    <a:pt x="1087" y="1739"/>
                  </a:lnTo>
                  <a:lnTo>
                    <a:pt x="1225" y="1700"/>
                  </a:lnTo>
                  <a:lnTo>
                    <a:pt x="1225" y="1700"/>
                  </a:lnTo>
                  <a:lnTo>
                    <a:pt x="1166" y="1719"/>
                  </a:lnTo>
                  <a:lnTo>
                    <a:pt x="1245" y="1700"/>
                  </a:lnTo>
                  <a:lnTo>
                    <a:pt x="1146" y="1759"/>
                  </a:lnTo>
                  <a:lnTo>
                    <a:pt x="1166" y="1759"/>
                  </a:lnTo>
                  <a:lnTo>
                    <a:pt x="1166" y="1779"/>
                  </a:lnTo>
                  <a:lnTo>
                    <a:pt x="1206" y="1759"/>
                  </a:lnTo>
                  <a:lnTo>
                    <a:pt x="1186" y="1739"/>
                  </a:lnTo>
                  <a:lnTo>
                    <a:pt x="1225" y="1719"/>
                  </a:lnTo>
                  <a:lnTo>
                    <a:pt x="1225" y="1739"/>
                  </a:lnTo>
                  <a:lnTo>
                    <a:pt x="1265" y="1719"/>
                  </a:lnTo>
                  <a:lnTo>
                    <a:pt x="1344" y="1700"/>
                  </a:lnTo>
                  <a:lnTo>
                    <a:pt x="1344" y="1700"/>
                  </a:lnTo>
                  <a:lnTo>
                    <a:pt x="1324" y="1719"/>
                  </a:lnTo>
                  <a:lnTo>
                    <a:pt x="1245" y="1759"/>
                  </a:lnTo>
                  <a:lnTo>
                    <a:pt x="1107" y="1818"/>
                  </a:lnTo>
                  <a:lnTo>
                    <a:pt x="1146" y="1818"/>
                  </a:lnTo>
                  <a:lnTo>
                    <a:pt x="949" y="1877"/>
                  </a:lnTo>
                  <a:lnTo>
                    <a:pt x="929" y="1917"/>
                  </a:lnTo>
                  <a:lnTo>
                    <a:pt x="929" y="1937"/>
                  </a:lnTo>
                  <a:lnTo>
                    <a:pt x="810" y="1996"/>
                  </a:lnTo>
                  <a:lnTo>
                    <a:pt x="830" y="1996"/>
                  </a:lnTo>
                  <a:lnTo>
                    <a:pt x="830" y="2016"/>
                  </a:lnTo>
                  <a:lnTo>
                    <a:pt x="909" y="1996"/>
                  </a:lnTo>
                  <a:lnTo>
                    <a:pt x="909" y="1976"/>
                  </a:lnTo>
                  <a:lnTo>
                    <a:pt x="949" y="1956"/>
                  </a:lnTo>
                  <a:lnTo>
                    <a:pt x="1048" y="1917"/>
                  </a:lnTo>
                  <a:lnTo>
                    <a:pt x="1048" y="1897"/>
                  </a:lnTo>
                  <a:lnTo>
                    <a:pt x="1107" y="1897"/>
                  </a:lnTo>
                  <a:lnTo>
                    <a:pt x="969" y="1956"/>
                  </a:lnTo>
                  <a:lnTo>
                    <a:pt x="988" y="1956"/>
                  </a:lnTo>
                  <a:lnTo>
                    <a:pt x="969" y="1996"/>
                  </a:lnTo>
                  <a:lnTo>
                    <a:pt x="929" y="2016"/>
                  </a:lnTo>
                  <a:lnTo>
                    <a:pt x="890" y="2016"/>
                  </a:lnTo>
                  <a:lnTo>
                    <a:pt x="890" y="2035"/>
                  </a:lnTo>
                  <a:lnTo>
                    <a:pt x="870" y="2035"/>
                  </a:lnTo>
                  <a:lnTo>
                    <a:pt x="850" y="2055"/>
                  </a:lnTo>
                  <a:lnTo>
                    <a:pt x="850" y="2075"/>
                  </a:lnTo>
                  <a:lnTo>
                    <a:pt x="810" y="2095"/>
                  </a:lnTo>
                  <a:lnTo>
                    <a:pt x="909" y="2075"/>
                  </a:lnTo>
                  <a:lnTo>
                    <a:pt x="850" y="2114"/>
                  </a:lnTo>
                  <a:lnTo>
                    <a:pt x="791" y="2154"/>
                  </a:lnTo>
                  <a:lnTo>
                    <a:pt x="791" y="2154"/>
                  </a:lnTo>
                  <a:lnTo>
                    <a:pt x="870" y="2114"/>
                  </a:lnTo>
                  <a:lnTo>
                    <a:pt x="890" y="2114"/>
                  </a:lnTo>
                  <a:lnTo>
                    <a:pt x="909" y="2095"/>
                  </a:lnTo>
                  <a:lnTo>
                    <a:pt x="969" y="2075"/>
                  </a:lnTo>
                  <a:lnTo>
                    <a:pt x="1028" y="2055"/>
                  </a:lnTo>
                  <a:lnTo>
                    <a:pt x="1048" y="2055"/>
                  </a:lnTo>
                  <a:lnTo>
                    <a:pt x="890" y="2134"/>
                  </a:lnTo>
                  <a:lnTo>
                    <a:pt x="929" y="2134"/>
                  </a:lnTo>
                  <a:lnTo>
                    <a:pt x="909" y="2154"/>
                  </a:lnTo>
                  <a:lnTo>
                    <a:pt x="909" y="2154"/>
                  </a:lnTo>
                  <a:lnTo>
                    <a:pt x="969" y="2114"/>
                  </a:lnTo>
                  <a:lnTo>
                    <a:pt x="1028" y="2095"/>
                  </a:lnTo>
                  <a:lnTo>
                    <a:pt x="1067" y="2095"/>
                  </a:lnTo>
                  <a:lnTo>
                    <a:pt x="1166" y="2035"/>
                  </a:lnTo>
                  <a:lnTo>
                    <a:pt x="1146" y="2075"/>
                  </a:lnTo>
                  <a:lnTo>
                    <a:pt x="1048" y="2114"/>
                  </a:lnTo>
                  <a:lnTo>
                    <a:pt x="1067" y="2114"/>
                  </a:lnTo>
                  <a:lnTo>
                    <a:pt x="1028" y="2134"/>
                  </a:lnTo>
                  <a:lnTo>
                    <a:pt x="1048" y="2134"/>
                  </a:lnTo>
                  <a:lnTo>
                    <a:pt x="949" y="2213"/>
                  </a:lnTo>
                  <a:lnTo>
                    <a:pt x="988" y="2193"/>
                  </a:lnTo>
                  <a:lnTo>
                    <a:pt x="969" y="2213"/>
                  </a:lnTo>
                  <a:lnTo>
                    <a:pt x="988" y="2213"/>
                  </a:lnTo>
                  <a:lnTo>
                    <a:pt x="1028" y="2174"/>
                  </a:lnTo>
                  <a:lnTo>
                    <a:pt x="1048" y="2174"/>
                  </a:lnTo>
                  <a:lnTo>
                    <a:pt x="1097" y="2144"/>
                  </a:lnTo>
                  <a:lnTo>
                    <a:pt x="1097" y="2144"/>
                  </a:lnTo>
                  <a:lnTo>
                    <a:pt x="1087" y="2154"/>
                  </a:lnTo>
                  <a:lnTo>
                    <a:pt x="1206" y="2075"/>
                  </a:lnTo>
                  <a:lnTo>
                    <a:pt x="1304" y="2035"/>
                  </a:lnTo>
                  <a:lnTo>
                    <a:pt x="1285" y="2035"/>
                  </a:lnTo>
                  <a:lnTo>
                    <a:pt x="1186" y="2075"/>
                  </a:lnTo>
                  <a:lnTo>
                    <a:pt x="1146" y="2095"/>
                  </a:lnTo>
                  <a:lnTo>
                    <a:pt x="1206" y="2055"/>
                  </a:lnTo>
                  <a:lnTo>
                    <a:pt x="1225" y="2035"/>
                  </a:lnTo>
                  <a:lnTo>
                    <a:pt x="1265" y="1996"/>
                  </a:lnTo>
                  <a:lnTo>
                    <a:pt x="1186" y="2016"/>
                  </a:lnTo>
                  <a:lnTo>
                    <a:pt x="1133" y="2042"/>
                  </a:lnTo>
                  <a:lnTo>
                    <a:pt x="1133" y="2042"/>
                  </a:lnTo>
                  <a:lnTo>
                    <a:pt x="1146" y="2016"/>
                  </a:lnTo>
                  <a:lnTo>
                    <a:pt x="1186" y="2016"/>
                  </a:lnTo>
                  <a:lnTo>
                    <a:pt x="1265" y="1976"/>
                  </a:lnTo>
                  <a:lnTo>
                    <a:pt x="1383" y="1917"/>
                  </a:lnTo>
                  <a:lnTo>
                    <a:pt x="1482" y="1897"/>
                  </a:lnTo>
                  <a:lnTo>
                    <a:pt x="1541" y="1877"/>
                  </a:lnTo>
                  <a:lnTo>
                    <a:pt x="1561" y="1877"/>
                  </a:lnTo>
                  <a:lnTo>
                    <a:pt x="1601" y="1858"/>
                  </a:lnTo>
                  <a:lnTo>
                    <a:pt x="1640" y="1838"/>
                  </a:lnTo>
                  <a:lnTo>
                    <a:pt x="1640" y="1838"/>
                  </a:lnTo>
                  <a:lnTo>
                    <a:pt x="1620" y="1858"/>
                  </a:lnTo>
                  <a:lnTo>
                    <a:pt x="1601" y="1858"/>
                  </a:lnTo>
                  <a:lnTo>
                    <a:pt x="1462" y="1956"/>
                  </a:lnTo>
                  <a:lnTo>
                    <a:pt x="1324" y="2035"/>
                  </a:lnTo>
                  <a:lnTo>
                    <a:pt x="1364" y="2035"/>
                  </a:lnTo>
                  <a:lnTo>
                    <a:pt x="1186" y="2134"/>
                  </a:lnTo>
                  <a:lnTo>
                    <a:pt x="1225" y="2114"/>
                  </a:lnTo>
                  <a:lnTo>
                    <a:pt x="1285" y="2095"/>
                  </a:lnTo>
                  <a:lnTo>
                    <a:pt x="1245" y="2114"/>
                  </a:lnTo>
                  <a:lnTo>
                    <a:pt x="1225" y="2114"/>
                  </a:lnTo>
                  <a:lnTo>
                    <a:pt x="1225" y="2134"/>
                  </a:lnTo>
                  <a:lnTo>
                    <a:pt x="1245" y="2134"/>
                  </a:lnTo>
                  <a:lnTo>
                    <a:pt x="1304" y="2114"/>
                  </a:lnTo>
                  <a:lnTo>
                    <a:pt x="1285" y="2114"/>
                  </a:lnTo>
                  <a:lnTo>
                    <a:pt x="1383" y="2075"/>
                  </a:lnTo>
                  <a:lnTo>
                    <a:pt x="1364" y="2075"/>
                  </a:lnTo>
                  <a:lnTo>
                    <a:pt x="1383" y="2055"/>
                  </a:lnTo>
                  <a:lnTo>
                    <a:pt x="1364" y="2055"/>
                  </a:lnTo>
                  <a:lnTo>
                    <a:pt x="1423" y="2035"/>
                  </a:lnTo>
                  <a:lnTo>
                    <a:pt x="1522" y="1956"/>
                  </a:lnTo>
                  <a:lnTo>
                    <a:pt x="1561" y="1937"/>
                  </a:lnTo>
                  <a:lnTo>
                    <a:pt x="1541" y="1917"/>
                  </a:lnTo>
                  <a:lnTo>
                    <a:pt x="1561" y="1907"/>
                  </a:lnTo>
                  <a:lnTo>
                    <a:pt x="1561" y="1907"/>
                  </a:lnTo>
                  <a:lnTo>
                    <a:pt x="1561" y="1897"/>
                  </a:lnTo>
                  <a:lnTo>
                    <a:pt x="1680" y="1838"/>
                  </a:lnTo>
                  <a:lnTo>
                    <a:pt x="1699" y="1858"/>
                  </a:lnTo>
                  <a:lnTo>
                    <a:pt x="1739" y="1838"/>
                  </a:lnTo>
                  <a:lnTo>
                    <a:pt x="1818" y="1798"/>
                  </a:lnTo>
                  <a:lnTo>
                    <a:pt x="1877" y="1759"/>
                  </a:lnTo>
                  <a:lnTo>
                    <a:pt x="1818" y="1779"/>
                  </a:lnTo>
                  <a:lnTo>
                    <a:pt x="1857" y="1759"/>
                  </a:lnTo>
                  <a:lnTo>
                    <a:pt x="1818" y="1759"/>
                  </a:lnTo>
                  <a:lnTo>
                    <a:pt x="1778" y="1779"/>
                  </a:lnTo>
                  <a:lnTo>
                    <a:pt x="1739" y="1798"/>
                  </a:lnTo>
                  <a:lnTo>
                    <a:pt x="1640" y="1818"/>
                  </a:lnTo>
                  <a:lnTo>
                    <a:pt x="1640" y="1818"/>
                  </a:lnTo>
                  <a:lnTo>
                    <a:pt x="1778" y="1779"/>
                  </a:lnTo>
                  <a:lnTo>
                    <a:pt x="1798" y="1759"/>
                  </a:lnTo>
                  <a:lnTo>
                    <a:pt x="1778" y="1759"/>
                  </a:lnTo>
                  <a:lnTo>
                    <a:pt x="1719" y="1779"/>
                  </a:lnTo>
                  <a:lnTo>
                    <a:pt x="1739" y="1759"/>
                  </a:lnTo>
                  <a:lnTo>
                    <a:pt x="1660" y="1798"/>
                  </a:lnTo>
                  <a:lnTo>
                    <a:pt x="1601" y="1818"/>
                  </a:lnTo>
                  <a:lnTo>
                    <a:pt x="1601" y="1838"/>
                  </a:lnTo>
                  <a:lnTo>
                    <a:pt x="1620" y="1818"/>
                  </a:lnTo>
                  <a:lnTo>
                    <a:pt x="1660" y="1818"/>
                  </a:lnTo>
                  <a:lnTo>
                    <a:pt x="1581" y="1858"/>
                  </a:lnTo>
                  <a:lnTo>
                    <a:pt x="1522" y="1877"/>
                  </a:lnTo>
                  <a:lnTo>
                    <a:pt x="1581" y="1838"/>
                  </a:lnTo>
                  <a:lnTo>
                    <a:pt x="1601" y="1818"/>
                  </a:lnTo>
                  <a:lnTo>
                    <a:pt x="1581" y="1818"/>
                  </a:lnTo>
                  <a:lnTo>
                    <a:pt x="1640" y="1798"/>
                  </a:lnTo>
                  <a:lnTo>
                    <a:pt x="1660" y="1798"/>
                  </a:lnTo>
                  <a:lnTo>
                    <a:pt x="1739" y="1739"/>
                  </a:lnTo>
                  <a:lnTo>
                    <a:pt x="1680" y="1759"/>
                  </a:lnTo>
                  <a:lnTo>
                    <a:pt x="1660" y="1779"/>
                  </a:lnTo>
                  <a:lnTo>
                    <a:pt x="1680" y="1779"/>
                  </a:lnTo>
                  <a:lnTo>
                    <a:pt x="1581" y="1798"/>
                  </a:lnTo>
                  <a:lnTo>
                    <a:pt x="1541" y="1798"/>
                  </a:lnTo>
                  <a:lnTo>
                    <a:pt x="1561" y="1779"/>
                  </a:lnTo>
                  <a:lnTo>
                    <a:pt x="1482" y="1818"/>
                  </a:lnTo>
                  <a:lnTo>
                    <a:pt x="1462" y="1798"/>
                  </a:lnTo>
                  <a:lnTo>
                    <a:pt x="1522" y="1779"/>
                  </a:lnTo>
                  <a:lnTo>
                    <a:pt x="1502" y="1779"/>
                  </a:lnTo>
                  <a:lnTo>
                    <a:pt x="1403" y="1798"/>
                  </a:lnTo>
                  <a:lnTo>
                    <a:pt x="1324" y="1858"/>
                  </a:lnTo>
                  <a:lnTo>
                    <a:pt x="1285" y="1877"/>
                  </a:lnTo>
                  <a:lnTo>
                    <a:pt x="1285" y="1877"/>
                  </a:lnTo>
                  <a:lnTo>
                    <a:pt x="1304" y="1858"/>
                  </a:lnTo>
                  <a:lnTo>
                    <a:pt x="1344" y="1838"/>
                  </a:lnTo>
                  <a:lnTo>
                    <a:pt x="1344" y="1818"/>
                  </a:lnTo>
                  <a:lnTo>
                    <a:pt x="1324" y="1818"/>
                  </a:lnTo>
                  <a:lnTo>
                    <a:pt x="1462" y="1759"/>
                  </a:lnTo>
                  <a:lnTo>
                    <a:pt x="1383" y="1779"/>
                  </a:lnTo>
                  <a:lnTo>
                    <a:pt x="1383" y="1779"/>
                  </a:lnTo>
                  <a:lnTo>
                    <a:pt x="1482" y="1739"/>
                  </a:lnTo>
                  <a:lnTo>
                    <a:pt x="1522" y="1719"/>
                  </a:lnTo>
                  <a:lnTo>
                    <a:pt x="1502" y="1739"/>
                  </a:lnTo>
                  <a:lnTo>
                    <a:pt x="1541" y="1739"/>
                  </a:lnTo>
                  <a:lnTo>
                    <a:pt x="1522" y="1759"/>
                  </a:lnTo>
                  <a:lnTo>
                    <a:pt x="1581" y="1739"/>
                  </a:lnTo>
                  <a:lnTo>
                    <a:pt x="1601" y="1739"/>
                  </a:lnTo>
                  <a:lnTo>
                    <a:pt x="1660" y="1680"/>
                  </a:lnTo>
                  <a:lnTo>
                    <a:pt x="1778" y="1621"/>
                  </a:lnTo>
                  <a:lnTo>
                    <a:pt x="1818" y="1621"/>
                  </a:lnTo>
                  <a:lnTo>
                    <a:pt x="1818" y="1601"/>
                  </a:lnTo>
                  <a:lnTo>
                    <a:pt x="1620" y="1680"/>
                  </a:lnTo>
                  <a:lnTo>
                    <a:pt x="1601" y="1680"/>
                  </a:lnTo>
                  <a:lnTo>
                    <a:pt x="1601" y="1660"/>
                  </a:lnTo>
                  <a:lnTo>
                    <a:pt x="1739" y="1621"/>
                  </a:lnTo>
                  <a:lnTo>
                    <a:pt x="1699" y="1621"/>
                  </a:lnTo>
                  <a:lnTo>
                    <a:pt x="1719" y="1601"/>
                  </a:lnTo>
                  <a:lnTo>
                    <a:pt x="1719" y="1601"/>
                  </a:lnTo>
                  <a:lnTo>
                    <a:pt x="1680" y="1621"/>
                  </a:lnTo>
                  <a:lnTo>
                    <a:pt x="1699" y="1601"/>
                  </a:lnTo>
                  <a:lnTo>
                    <a:pt x="1759" y="1561"/>
                  </a:lnTo>
                  <a:lnTo>
                    <a:pt x="1778" y="1561"/>
                  </a:lnTo>
                  <a:lnTo>
                    <a:pt x="1759" y="1581"/>
                  </a:lnTo>
                  <a:lnTo>
                    <a:pt x="1778" y="1581"/>
                  </a:lnTo>
                  <a:lnTo>
                    <a:pt x="1818" y="1561"/>
                  </a:lnTo>
                  <a:lnTo>
                    <a:pt x="1857" y="1542"/>
                  </a:lnTo>
                  <a:lnTo>
                    <a:pt x="1857" y="1532"/>
                  </a:lnTo>
                  <a:lnTo>
                    <a:pt x="1857" y="1532"/>
                  </a:lnTo>
                  <a:lnTo>
                    <a:pt x="1917" y="1502"/>
                  </a:lnTo>
                  <a:lnTo>
                    <a:pt x="1897" y="1502"/>
                  </a:lnTo>
                  <a:lnTo>
                    <a:pt x="1917" y="1482"/>
                  </a:lnTo>
                  <a:lnTo>
                    <a:pt x="1936" y="1463"/>
                  </a:lnTo>
                  <a:lnTo>
                    <a:pt x="1917" y="1463"/>
                  </a:lnTo>
                  <a:lnTo>
                    <a:pt x="1857" y="1482"/>
                  </a:lnTo>
                  <a:lnTo>
                    <a:pt x="1759" y="1502"/>
                  </a:lnTo>
                  <a:lnTo>
                    <a:pt x="1857" y="1463"/>
                  </a:lnTo>
                  <a:lnTo>
                    <a:pt x="1897" y="1443"/>
                  </a:lnTo>
                  <a:lnTo>
                    <a:pt x="1798" y="1482"/>
                  </a:lnTo>
                  <a:lnTo>
                    <a:pt x="1719" y="1502"/>
                  </a:lnTo>
                  <a:lnTo>
                    <a:pt x="1719" y="1502"/>
                  </a:lnTo>
                  <a:lnTo>
                    <a:pt x="1798" y="1463"/>
                  </a:lnTo>
                  <a:lnTo>
                    <a:pt x="1824" y="1456"/>
                  </a:lnTo>
                  <a:lnTo>
                    <a:pt x="1824" y="1456"/>
                  </a:lnTo>
                  <a:lnTo>
                    <a:pt x="1838" y="1443"/>
                  </a:lnTo>
                  <a:lnTo>
                    <a:pt x="1897" y="1403"/>
                  </a:lnTo>
                  <a:lnTo>
                    <a:pt x="1897" y="1403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43"/>
                  </a:lnTo>
                  <a:lnTo>
                    <a:pt x="1719" y="1463"/>
                  </a:lnTo>
                  <a:lnTo>
                    <a:pt x="1739" y="1443"/>
                  </a:lnTo>
                  <a:lnTo>
                    <a:pt x="1778" y="1423"/>
                  </a:lnTo>
                  <a:lnTo>
                    <a:pt x="1818" y="1403"/>
                  </a:lnTo>
                  <a:lnTo>
                    <a:pt x="1818" y="1403"/>
                  </a:lnTo>
                  <a:lnTo>
                    <a:pt x="1798" y="1423"/>
                  </a:lnTo>
                  <a:lnTo>
                    <a:pt x="1877" y="1403"/>
                  </a:lnTo>
                  <a:lnTo>
                    <a:pt x="1818" y="1403"/>
                  </a:lnTo>
                  <a:lnTo>
                    <a:pt x="1818" y="1384"/>
                  </a:lnTo>
                  <a:lnTo>
                    <a:pt x="1838" y="1384"/>
                  </a:lnTo>
                  <a:lnTo>
                    <a:pt x="1838" y="1364"/>
                  </a:lnTo>
                  <a:lnTo>
                    <a:pt x="1778" y="1384"/>
                  </a:lnTo>
                  <a:lnTo>
                    <a:pt x="1699" y="1423"/>
                  </a:lnTo>
                  <a:lnTo>
                    <a:pt x="1759" y="1384"/>
                  </a:lnTo>
                  <a:lnTo>
                    <a:pt x="1778" y="1384"/>
                  </a:lnTo>
                  <a:lnTo>
                    <a:pt x="1798" y="1364"/>
                  </a:lnTo>
                  <a:lnTo>
                    <a:pt x="1778" y="1364"/>
                  </a:lnTo>
                  <a:lnTo>
                    <a:pt x="1818" y="1344"/>
                  </a:lnTo>
                  <a:lnTo>
                    <a:pt x="1759" y="1344"/>
                  </a:lnTo>
                  <a:lnTo>
                    <a:pt x="1818" y="1324"/>
                  </a:lnTo>
                  <a:lnTo>
                    <a:pt x="1680" y="1324"/>
                  </a:lnTo>
                  <a:lnTo>
                    <a:pt x="1778" y="1305"/>
                  </a:lnTo>
                  <a:lnTo>
                    <a:pt x="1818" y="1305"/>
                  </a:lnTo>
                  <a:lnTo>
                    <a:pt x="1838" y="1285"/>
                  </a:lnTo>
                  <a:lnTo>
                    <a:pt x="1818" y="1285"/>
                  </a:lnTo>
                  <a:lnTo>
                    <a:pt x="1838" y="1265"/>
                  </a:lnTo>
                  <a:lnTo>
                    <a:pt x="1719" y="1305"/>
                  </a:lnTo>
                  <a:lnTo>
                    <a:pt x="1719" y="1285"/>
                  </a:lnTo>
                  <a:lnTo>
                    <a:pt x="1699" y="1285"/>
                  </a:lnTo>
                  <a:lnTo>
                    <a:pt x="1739" y="1265"/>
                  </a:lnTo>
                  <a:lnTo>
                    <a:pt x="1680" y="1265"/>
                  </a:lnTo>
                  <a:lnTo>
                    <a:pt x="1601" y="1305"/>
                  </a:lnTo>
                  <a:lnTo>
                    <a:pt x="1601" y="1285"/>
                  </a:lnTo>
                  <a:lnTo>
                    <a:pt x="1561" y="1305"/>
                  </a:lnTo>
                  <a:lnTo>
                    <a:pt x="1581" y="1324"/>
                  </a:lnTo>
                  <a:lnTo>
                    <a:pt x="1601" y="1324"/>
                  </a:lnTo>
                  <a:lnTo>
                    <a:pt x="1561" y="1344"/>
                  </a:lnTo>
                  <a:lnTo>
                    <a:pt x="1482" y="1364"/>
                  </a:lnTo>
                  <a:lnTo>
                    <a:pt x="1443" y="1384"/>
                  </a:lnTo>
                  <a:lnTo>
                    <a:pt x="1364" y="1403"/>
                  </a:lnTo>
                  <a:lnTo>
                    <a:pt x="1324" y="1384"/>
                  </a:lnTo>
                  <a:lnTo>
                    <a:pt x="1344" y="1364"/>
                  </a:lnTo>
                  <a:lnTo>
                    <a:pt x="1364" y="1344"/>
                  </a:lnTo>
                  <a:lnTo>
                    <a:pt x="1344" y="1344"/>
                  </a:lnTo>
                  <a:lnTo>
                    <a:pt x="1403" y="1324"/>
                  </a:lnTo>
                  <a:lnTo>
                    <a:pt x="1482" y="1324"/>
                  </a:lnTo>
                  <a:lnTo>
                    <a:pt x="1601" y="1285"/>
                  </a:lnTo>
                  <a:lnTo>
                    <a:pt x="1719" y="1245"/>
                  </a:lnTo>
                  <a:lnTo>
                    <a:pt x="1699" y="1245"/>
                  </a:lnTo>
                  <a:lnTo>
                    <a:pt x="1739" y="1226"/>
                  </a:lnTo>
                  <a:lnTo>
                    <a:pt x="1660" y="1226"/>
                  </a:lnTo>
                  <a:lnTo>
                    <a:pt x="1719" y="1206"/>
                  </a:lnTo>
                  <a:lnTo>
                    <a:pt x="1699" y="1186"/>
                  </a:lnTo>
                  <a:lnTo>
                    <a:pt x="1660" y="1186"/>
                  </a:lnTo>
                  <a:lnTo>
                    <a:pt x="1719" y="1166"/>
                  </a:lnTo>
                  <a:lnTo>
                    <a:pt x="1719" y="1147"/>
                  </a:lnTo>
                  <a:lnTo>
                    <a:pt x="1601" y="1147"/>
                  </a:lnTo>
                  <a:lnTo>
                    <a:pt x="1601" y="1127"/>
                  </a:lnTo>
                  <a:lnTo>
                    <a:pt x="1620" y="1127"/>
                  </a:lnTo>
                  <a:lnTo>
                    <a:pt x="1660" y="1107"/>
                  </a:lnTo>
                  <a:lnTo>
                    <a:pt x="1620" y="1107"/>
                  </a:lnTo>
                  <a:lnTo>
                    <a:pt x="1680" y="1068"/>
                  </a:lnTo>
                  <a:lnTo>
                    <a:pt x="1620" y="1068"/>
                  </a:lnTo>
                  <a:lnTo>
                    <a:pt x="1541" y="1087"/>
                  </a:lnTo>
                  <a:lnTo>
                    <a:pt x="1541" y="1087"/>
                  </a:lnTo>
                  <a:lnTo>
                    <a:pt x="1660" y="1048"/>
                  </a:lnTo>
                  <a:lnTo>
                    <a:pt x="1601" y="1028"/>
                  </a:lnTo>
                  <a:lnTo>
                    <a:pt x="1561" y="989"/>
                  </a:lnTo>
                  <a:lnTo>
                    <a:pt x="1581" y="989"/>
                  </a:lnTo>
                  <a:lnTo>
                    <a:pt x="1561" y="969"/>
                  </a:lnTo>
                  <a:lnTo>
                    <a:pt x="1522" y="949"/>
                  </a:lnTo>
                  <a:lnTo>
                    <a:pt x="1482" y="949"/>
                  </a:lnTo>
                  <a:lnTo>
                    <a:pt x="1482" y="929"/>
                  </a:lnTo>
                  <a:lnTo>
                    <a:pt x="1383" y="929"/>
                  </a:lnTo>
                  <a:lnTo>
                    <a:pt x="1265" y="969"/>
                  </a:lnTo>
                  <a:lnTo>
                    <a:pt x="1245" y="949"/>
                  </a:lnTo>
                  <a:lnTo>
                    <a:pt x="1285" y="949"/>
                  </a:lnTo>
                  <a:lnTo>
                    <a:pt x="1344" y="929"/>
                  </a:lnTo>
                  <a:lnTo>
                    <a:pt x="1423" y="910"/>
                  </a:lnTo>
                  <a:lnTo>
                    <a:pt x="1443" y="910"/>
                  </a:lnTo>
                  <a:lnTo>
                    <a:pt x="1443" y="890"/>
                  </a:lnTo>
                  <a:lnTo>
                    <a:pt x="1462" y="870"/>
                  </a:lnTo>
                  <a:lnTo>
                    <a:pt x="1482" y="870"/>
                  </a:lnTo>
                  <a:lnTo>
                    <a:pt x="1482" y="890"/>
                  </a:lnTo>
                  <a:lnTo>
                    <a:pt x="1561" y="890"/>
                  </a:lnTo>
                  <a:lnTo>
                    <a:pt x="1522" y="870"/>
                  </a:lnTo>
                  <a:lnTo>
                    <a:pt x="1522" y="850"/>
                  </a:lnTo>
                  <a:lnTo>
                    <a:pt x="1423" y="850"/>
                  </a:lnTo>
                  <a:lnTo>
                    <a:pt x="1403" y="831"/>
                  </a:lnTo>
                  <a:lnTo>
                    <a:pt x="1482" y="811"/>
                  </a:lnTo>
                  <a:lnTo>
                    <a:pt x="1443" y="811"/>
                  </a:lnTo>
                  <a:lnTo>
                    <a:pt x="1423" y="791"/>
                  </a:lnTo>
                  <a:lnTo>
                    <a:pt x="1482" y="791"/>
                  </a:lnTo>
                  <a:lnTo>
                    <a:pt x="1482" y="771"/>
                  </a:lnTo>
                  <a:lnTo>
                    <a:pt x="1482" y="751"/>
                  </a:lnTo>
                  <a:lnTo>
                    <a:pt x="1522" y="751"/>
                  </a:lnTo>
                  <a:lnTo>
                    <a:pt x="1482" y="732"/>
                  </a:lnTo>
                  <a:lnTo>
                    <a:pt x="1403" y="712"/>
                  </a:lnTo>
                  <a:lnTo>
                    <a:pt x="1423" y="712"/>
                  </a:lnTo>
                  <a:lnTo>
                    <a:pt x="1423" y="692"/>
                  </a:lnTo>
                  <a:lnTo>
                    <a:pt x="1462" y="692"/>
                  </a:lnTo>
                  <a:lnTo>
                    <a:pt x="1443" y="672"/>
                  </a:lnTo>
                  <a:lnTo>
                    <a:pt x="1482" y="672"/>
                  </a:lnTo>
                  <a:lnTo>
                    <a:pt x="1462" y="653"/>
                  </a:lnTo>
                  <a:lnTo>
                    <a:pt x="1423" y="653"/>
                  </a:lnTo>
                  <a:lnTo>
                    <a:pt x="1324" y="633"/>
                  </a:lnTo>
                  <a:lnTo>
                    <a:pt x="1344" y="633"/>
                  </a:lnTo>
                  <a:lnTo>
                    <a:pt x="1324" y="613"/>
                  </a:lnTo>
                  <a:lnTo>
                    <a:pt x="1225" y="613"/>
                  </a:lnTo>
                  <a:lnTo>
                    <a:pt x="1265" y="593"/>
                  </a:lnTo>
                  <a:lnTo>
                    <a:pt x="1324" y="593"/>
                  </a:lnTo>
                  <a:lnTo>
                    <a:pt x="1324" y="613"/>
                  </a:lnTo>
                  <a:lnTo>
                    <a:pt x="1403" y="593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23" y="534"/>
                  </a:lnTo>
                  <a:lnTo>
                    <a:pt x="1403" y="514"/>
                  </a:lnTo>
                  <a:lnTo>
                    <a:pt x="1383" y="514"/>
                  </a:lnTo>
                  <a:lnTo>
                    <a:pt x="1443" y="495"/>
                  </a:lnTo>
                  <a:lnTo>
                    <a:pt x="1443" y="475"/>
                  </a:lnTo>
                  <a:lnTo>
                    <a:pt x="1443" y="455"/>
                  </a:lnTo>
                  <a:lnTo>
                    <a:pt x="1423" y="435"/>
                  </a:lnTo>
                  <a:lnTo>
                    <a:pt x="1383" y="435"/>
                  </a:lnTo>
                  <a:lnTo>
                    <a:pt x="1443" y="416"/>
                  </a:lnTo>
                  <a:lnTo>
                    <a:pt x="1344" y="416"/>
                  </a:lnTo>
                  <a:lnTo>
                    <a:pt x="1304" y="376"/>
                  </a:lnTo>
                  <a:lnTo>
                    <a:pt x="1265" y="356"/>
                  </a:lnTo>
                  <a:lnTo>
                    <a:pt x="1146" y="337"/>
                  </a:lnTo>
                  <a:lnTo>
                    <a:pt x="1206" y="337"/>
                  </a:lnTo>
                  <a:lnTo>
                    <a:pt x="1265" y="356"/>
                  </a:lnTo>
                  <a:lnTo>
                    <a:pt x="1225" y="337"/>
                  </a:lnTo>
                  <a:lnTo>
                    <a:pt x="1285" y="337"/>
                  </a:lnTo>
                  <a:lnTo>
                    <a:pt x="1304" y="317"/>
                  </a:lnTo>
                  <a:lnTo>
                    <a:pt x="1206" y="317"/>
                  </a:lnTo>
                  <a:lnTo>
                    <a:pt x="1146" y="297"/>
                  </a:lnTo>
                  <a:lnTo>
                    <a:pt x="1107" y="297"/>
                  </a:lnTo>
                  <a:lnTo>
                    <a:pt x="1107" y="277"/>
                  </a:lnTo>
                  <a:lnTo>
                    <a:pt x="1107" y="277"/>
                  </a:lnTo>
                  <a:lnTo>
                    <a:pt x="1067" y="238"/>
                  </a:lnTo>
                  <a:lnTo>
                    <a:pt x="1048" y="198"/>
                  </a:lnTo>
                  <a:lnTo>
                    <a:pt x="1048" y="159"/>
                  </a:lnTo>
                  <a:lnTo>
                    <a:pt x="1067" y="139"/>
                  </a:lnTo>
                  <a:lnTo>
                    <a:pt x="1107" y="139"/>
                  </a:lnTo>
                  <a:lnTo>
                    <a:pt x="1127" y="119"/>
                  </a:lnTo>
                  <a:lnTo>
                    <a:pt x="1107" y="100"/>
                  </a:lnTo>
                  <a:lnTo>
                    <a:pt x="1206" y="100"/>
                  </a:lnTo>
                  <a:lnTo>
                    <a:pt x="1225" y="80"/>
                  </a:lnTo>
                  <a:lnTo>
                    <a:pt x="1344" y="80"/>
                  </a:lnTo>
                  <a:lnTo>
                    <a:pt x="1265" y="60"/>
                  </a:lnTo>
                  <a:lnTo>
                    <a:pt x="1225" y="40"/>
                  </a:lnTo>
                  <a:lnTo>
                    <a:pt x="1206" y="40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29"/>
            <p:cNvSpPr/>
            <p:nvPr/>
          </p:nvSpPr>
          <p:spPr>
            <a:xfrm>
              <a:off x="-1397075" y="40990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0" y="0"/>
                  </a:moveTo>
                  <a:lnTo>
                    <a:pt x="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29"/>
            <p:cNvSpPr/>
            <p:nvPr/>
          </p:nvSpPr>
          <p:spPr>
            <a:xfrm>
              <a:off x="-1430175" y="40822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29"/>
            <p:cNvSpPr/>
            <p:nvPr/>
          </p:nvSpPr>
          <p:spPr>
            <a:xfrm>
              <a:off x="-1409425" y="4106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29"/>
            <p:cNvSpPr/>
            <p:nvPr/>
          </p:nvSpPr>
          <p:spPr>
            <a:xfrm>
              <a:off x="-1243500" y="413657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29"/>
            <p:cNvSpPr/>
            <p:nvPr/>
          </p:nvSpPr>
          <p:spPr>
            <a:xfrm>
              <a:off x="-1245000" y="4137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29"/>
            <p:cNvSpPr/>
            <p:nvPr/>
          </p:nvSpPr>
          <p:spPr>
            <a:xfrm>
              <a:off x="-1295850" y="4123725"/>
              <a:ext cx="53850" cy="43975"/>
            </a:xfrm>
            <a:custGeom>
              <a:rect b="b" l="l" r="r" t="t"/>
              <a:pathLst>
                <a:path extrusionOk="0" h="1759" w="2154">
                  <a:moveTo>
                    <a:pt x="1699" y="100"/>
                  </a:moveTo>
                  <a:lnTo>
                    <a:pt x="1699" y="139"/>
                  </a:lnTo>
                  <a:lnTo>
                    <a:pt x="1709" y="100"/>
                  </a:lnTo>
                  <a:close/>
                  <a:moveTo>
                    <a:pt x="1976" y="179"/>
                  </a:moveTo>
                  <a:lnTo>
                    <a:pt x="1956" y="278"/>
                  </a:lnTo>
                  <a:lnTo>
                    <a:pt x="1943" y="370"/>
                  </a:lnTo>
                  <a:lnTo>
                    <a:pt x="1956" y="317"/>
                  </a:lnTo>
                  <a:lnTo>
                    <a:pt x="1976" y="179"/>
                  </a:lnTo>
                  <a:close/>
                  <a:moveTo>
                    <a:pt x="1943" y="370"/>
                  </a:moveTo>
                  <a:lnTo>
                    <a:pt x="1936" y="396"/>
                  </a:lnTo>
                  <a:lnTo>
                    <a:pt x="1936" y="416"/>
                  </a:lnTo>
                  <a:lnTo>
                    <a:pt x="1943" y="370"/>
                  </a:lnTo>
                  <a:close/>
                  <a:moveTo>
                    <a:pt x="2045" y="455"/>
                  </a:moveTo>
                  <a:lnTo>
                    <a:pt x="2035" y="475"/>
                  </a:lnTo>
                  <a:lnTo>
                    <a:pt x="2035" y="495"/>
                  </a:lnTo>
                  <a:lnTo>
                    <a:pt x="2045" y="455"/>
                  </a:lnTo>
                  <a:close/>
                  <a:moveTo>
                    <a:pt x="2035" y="495"/>
                  </a:moveTo>
                  <a:lnTo>
                    <a:pt x="2022" y="534"/>
                  </a:lnTo>
                  <a:lnTo>
                    <a:pt x="2035" y="534"/>
                  </a:lnTo>
                  <a:lnTo>
                    <a:pt x="2035" y="495"/>
                  </a:lnTo>
                  <a:close/>
                  <a:moveTo>
                    <a:pt x="2134" y="198"/>
                  </a:moveTo>
                  <a:lnTo>
                    <a:pt x="2114" y="258"/>
                  </a:lnTo>
                  <a:lnTo>
                    <a:pt x="2114" y="238"/>
                  </a:lnTo>
                  <a:lnTo>
                    <a:pt x="2114" y="218"/>
                  </a:lnTo>
                  <a:lnTo>
                    <a:pt x="2094" y="258"/>
                  </a:lnTo>
                  <a:lnTo>
                    <a:pt x="2094" y="297"/>
                  </a:lnTo>
                  <a:lnTo>
                    <a:pt x="2074" y="337"/>
                  </a:lnTo>
                  <a:lnTo>
                    <a:pt x="2074" y="297"/>
                  </a:lnTo>
                  <a:lnTo>
                    <a:pt x="2074" y="278"/>
                  </a:lnTo>
                  <a:lnTo>
                    <a:pt x="2055" y="337"/>
                  </a:lnTo>
                  <a:lnTo>
                    <a:pt x="2055" y="317"/>
                  </a:lnTo>
                  <a:lnTo>
                    <a:pt x="2035" y="396"/>
                  </a:lnTo>
                  <a:lnTo>
                    <a:pt x="2015" y="455"/>
                  </a:lnTo>
                  <a:lnTo>
                    <a:pt x="2035" y="475"/>
                  </a:lnTo>
                  <a:lnTo>
                    <a:pt x="2035" y="455"/>
                  </a:lnTo>
                  <a:lnTo>
                    <a:pt x="2055" y="416"/>
                  </a:lnTo>
                  <a:lnTo>
                    <a:pt x="2045" y="455"/>
                  </a:lnTo>
                  <a:lnTo>
                    <a:pt x="2055" y="436"/>
                  </a:lnTo>
                  <a:lnTo>
                    <a:pt x="2055" y="475"/>
                  </a:lnTo>
                  <a:lnTo>
                    <a:pt x="2055" y="653"/>
                  </a:lnTo>
                  <a:lnTo>
                    <a:pt x="2035" y="811"/>
                  </a:lnTo>
                  <a:lnTo>
                    <a:pt x="2055" y="791"/>
                  </a:lnTo>
                  <a:lnTo>
                    <a:pt x="2042" y="923"/>
                  </a:lnTo>
                  <a:lnTo>
                    <a:pt x="2042" y="923"/>
                  </a:lnTo>
                  <a:lnTo>
                    <a:pt x="2055" y="870"/>
                  </a:lnTo>
                  <a:lnTo>
                    <a:pt x="2055" y="910"/>
                  </a:lnTo>
                  <a:lnTo>
                    <a:pt x="2055" y="929"/>
                  </a:lnTo>
                  <a:lnTo>
                    <a:pt x="2074" y="870"/>
                  </a:lnTo>
                  <a:lnTo>
                    <a:pt x="2074" y="890"/>
                  </a:lnTo>
                  <a:lnTo>
                    <a:pt x="2094" y="791"/>
                  </a:lnTo>
                  <a:lnTo>
                    <a:pt x="2094" y="771"/>
                  </a:lnTo>
                  <a:lnTo>
                    <a:pt x="2074" y="791"/>
                  </a:lnTo>
                  <a:lnTo>
                    <a:pt x="2094" y="732"/>
                  </a:lnTo>
                  <a:lnTo>
                    <a:pt x="2094" y="613"/>
                  </a:lnTo>
                  <a:lnTo>
                    <a:pt x="2094" y="594"/>
                  </a:lnTo>
                  <a:lnTo>
                    <a:pt x="2094" y="574"/>
                  </a:lnTo>
                  <a:lnTo>
                    <a:pt x="2074" y="613"/>
                  </a:lnTo>
                  <a:lnTo>
                    <a:pt x="2074" y="574"/>
                  </a:lnTo>
                  <a:lnTo>
                    <a:pt x="2074" y="554"/>
                  </a:lnTo>
                  <a:lnTo>
                    <a:pt x="2074" y="534"/>
                  </a:lnTo>
                  <a:lnTo>
                    <a:pt x="2094" y="416"/>
                  </a:lnTo>
                  <a:lnTo>
                    <a:pt x="2114" y="396"/>
                  </a:lnTo>
                  <a:lnTo>
                    <a:pt x="2094" y="436"/>
                  </a:lnTo>
                  <a:lnTo>
                    <a:pt x="2094" y="515"/>
                  </a:lnTo>
                  <a:lnTo>
                    <a:pt x="2114" y="475"/>
                  </a:lnTo>
                  <a:lnTo>
                    <a:pt x="2114" y="455"/>
                  </a:lnTo>
                  <a:lnTo>
                    <a:pt x="2134" y="376"/>
                  </a:lnTo>
                  <a:lnTo>
                    <a:pt x="2134" y="357"/>
                  </a:lnTo>
                  <a:lnTo>
                    <a:pt x="2153" y="278"/>
                  </a:lnTo>
                  <a:lnTo>
                    <a:pt x="2153" y="198"/>
                  </a:lnTo>
                  <a:lnTo>
                    <a:pt x="2134" y="278"/>
                  </a:lnTo>
                  <a:lnTo>
                    <a:pt x="2134" y="258"/>
                  </a:lnTo>
                  <a:lnTo>
                    <a:pt x="2134" y="198"/>
                  </a:lnTo>
                  <a:close/>
                  <a:moveTo>
                    <a:pt x="1815" y="935"/>
                  </a:moveTo>
                  <a:lnTo>
                    <a:pt x="1810" y="981"/>
                  </a:lnTo>
                  <a:lnTo>
                    <a:pt x="1798" y="969"/>
                  </a:lnTo>
                  <a:lnTo>
                    <a:pt x="1815" y="935"/>
                  </a:lnTo>
                  <a:close/>
                  <a:moveTo>
                    <a:pt x="2042" y="923"/>
                  </a:moveTo>
                  <a:lnTo>
                    <a:pt x="2035" y="949"/>
                  </a:lnTo>
                  <a:lnTo>
                    <a:pt x="2035" y="989"/>
                  </a:lnTo>
                  <a:lnTo>
                    <a:pt x="2042" y="923"/>
                  </a:lnTo>
                  <a:close/>
                  <a:moveTo>
                    <a:pt x="1947" y="898"/>
                  </a:moveTo>
                  <a:lnTo>
                    <a:pt x="1936" y="989"/>
                  </a:lnTo>
                  <a:lnTo>
                    <a:pt x="1936" y="949"/>
                  </a:lnTo>
                  <a:lnTo>
                    <a:pt x="1936" y="910"/>
                  </a:lnTo>
                  <a:lnTo>
                    <a:pt x="1947" y="898"/>
                  </a:lnTo>
                  <a:close/>
                  <a:moveTo>
                    <a:pt x="2035" y="989"/>
                  </a:moveTo>
                  <a:lnTo>
                    <a:pt x="2035" y="989"/>
                  </a:lnTo>
                  <a:lnTo>
                    <a:pt x="2035" y="989"/>
                  </a:lnTo>
                  <a:close/>
                  <a:moveTo>
                    <a:pt x="1995" y="989"/>
                  </a:moveTo>
                  <a:lnTo>
                    <a:pt x="1988" y="1044"/>
                  </a:lnTo>
                  <a:lnTo>
                    <a:pt x="1995" y="1028"/>
                  </a:lnTo>
                  <a:lnTo>
                    <a:pt x="1995" y="989"/>
                  </a:lnTo>
                  <a:close/>
                  <a:moveTo>
                    <a:pt x="1620" y="1127"/>
                  </a:moveTo>
                  <a:lnTo>
                    <a:pt x="1620" y="114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20" y="1127"/>
                  </a:lnTo>
                  <a:close/>
                  <a:moveTo>
                    <a:pt x="1818" y="1127"/>
                  </a:moveTo>
                  <a:lnTo>
                    <a:pt x="1808" y="1137"/>
                  </a:lnTo>
                  <a:lnTo>
                    <a:pt x="1818" y="1147"/>
                  </a:lnTo>
                  <a:lnTo>
                    <a:pt x="1818" y="1127"/>
                  </a:lnTo>
                  <a:close/>
                  <a:moveTo>
                    <a:pt x="1995" y="1166"/>
                  </a:moveTo>
                  <a:lnTo>
                    <a:pt x="1976" y="1186"/>
                  </a:lnTo>
                  <a:lnTo>
                    <a:pt x="1976" y="1206"/>
                  </a:lnTo>
                  <a:lnTo>
                    <a:pt x="1995" y="1166"/>
                  </a:lnTo>
                  <a:close/>
                  <a:moveTo>
                    <a:pt x="1857" y="1226"/>
                  </a:moveTo>
                  <a:lnTo>
                    <a:pt x="1857" y="1226"/>
                  </a:lnTo>
                  <a:lnTo>
                    <a:pt x="1857" y="1226"/>
                  </a:lnTo>
                  <a:close/>
                  <a:moveTo>
                    <a:pt x="1719" y="1087"/>
                  </a:moveTo>
                  <a:lnTo>
                    <a:pt x="1699" y="1107"/>
                  </a:lnTo>
                  <a:lnTo>
                    <a:pt x="1679" y="1226"/>
                  </a:lnTo>
                  <a:lnTo>
                    <a:pt x="1679" y="1324"/>
                  </a:lnTo>
                  <a:lnTo>
                    <a:pt x="1699" y="1245"/>
                  </a:lnTo>
                  <a:lnTo>
                    <a:pt x="1719" y="1206"/>
                  </a:lnTo>
                  <a:lnTo>
                    <a:pt x="1719" y="1087"/>
                  </a:lnTo>
                  <a:close/>
                  <a:moveTo>
                    <a:pt x="1482" y="1344"/>
                  </a:moveTo>
                  <a:lnTo>
                    <a:pt x="1482" y="1344"/>
                  </a:lnTo>
                  <a:lnTo>
                    <a:pt x="1482" y="1344"/>
                  </a:lnTo>
                  <a:close/>
                  <a:moveTo>
                    <a:pt x="277" y="1285"/>
                  </a:moveTo>
                  <a:lnTo>
                    <a:pt x="277" y="1305"/>
                  </a:lnTo>
                  <a:lnTo>
                    <a:pt x="277" y="1324"/>
                  </a:lnTo>
                  <a:lnTo>
                    <a:pt x="297" y="1384"/>
                  </a:lnTo>
                  <a:lnTo>
                    <a:pt x="277" y="1285"/>
                  </a:lnTo>
                  <a:close/>
                  <a:moveTo>
                    <a:pt x="1344" y="1364"/>
                  </a:moveTo>
                  <a:lnTo>
                    <a:pt x="1330" y="1403"/>
                  </a:lnTo>
                  <a:lnTo>
                    <a:pt x="1344" y="1403"/>
                  </a:lnTo>
                  <a:lnTo>
                    <a:pt x="1344" y="1364"/>
                  </a:lnTo>
                  <a:close/>
                  <a:moveTo>
                    <a:pt x="1442" y="1364"/>
                  </a:moveTo>
                  <a:lnTo>
                    <a:pt x="1462" y="1403"/>
                  </a:lnTo>
                  <a:lnTo>
                    <a:pt x="1462" y="1384"/>
                  </a:lnTo>
                  <a:lnTo>
                    <a:pt x="1442" y="1364"/>
                  </a:lnTo>
                  <a:close/>
                  <a:moveTo>
                    <a:pt x="1304" y="1403"/>
                  </a:moveTo>
                  <a:lnTo>
                    <a:pt x="1324" y="1423"/>
                  </a:lnTo>
                  <a:lnTo>
                    <a:pt x="1330" y="1403"/>
                  </a:lnTo>
                  <a:close/>
                  <a:moveTo>
                    <a:pt x="1482" y="1344"/>
                  </a:moveTo>
                  <a:lnTo>
                    <a:pt x="1462" y="1423"/>
                  </a:lnTo>
                  <a:lnTo>
                    <a:pt x="1482" y="1403"/>
                  </a:lnTo>
                  <a:lnTo>
                    <a:pt x="1482" y="1384"/>
                  </a:lnTo>
                  <a:lnTo>
                    <a:pt x="1482" y="1344"/>
                  </a:lnTo>
                  <a:close/>
                  <a:moveTo>
                    <a:pt x="1265" y="1443"/>
                  </a:moveTo>
                  <a:lnTo>
                    <a:pt x="1265" y="1463"/>
                  </a:lnTo>
                  <a:lnTo>
                    <a:pt x="1284" y="1482"/>
                  </a:lnTo>
                  <a:lnTo>
                    <a:pt x="1265" y="1443"/>
                  </a:lnTo>
                  <a:close/>
                  <a:moveTo>
                    <a:pt x="988" y="1522"/>
                  </a:moveTo>
                  <a:lnTo>
                    <a:pt x="968" y="1542"/>
                  </a:lnTo>
                  <a:lnTo>
                    <a:pt x="988" y="1561"/>
                  </a:lnTo>
                  <a:lnTo>
                    <a:pt x="988" y="1542"/>
                  </a:lnTo>
                  <a:lnTo>
                    <a:pt x="988" y="1522"/>
                  </a:lnTo>
                  <a:close/>
                  <a:moveTo>
                    <a:pt x="1166" y="1423"/>
                  </a:moveTo>
                  <a:lnTo>
                    <a:pt x="1146" y="1443"/>
                  </a:lnTo>
                  <a:lnTo>
                    <a:pt x="1146" y="1482"/>
                  </a:lnTo>
                  <a:lnTo>
                    <a:pt x="1166" y="1581"/>
                  </a:lnTo>
                  <a:lnTo>
                    <a:pt x="1186" y="1601"/>
                  </a:lnTo>
                  <a:lnTo>
                    <a:pt x="1186" y="1601"/>
                  </a:lnTo>
                  <a:lnTo>
                    <a:pt x="1166" y="1561"/>
                  </a:lnTo>
                  <a:lnTo>
                    <a:pt x="1166" y="1522"/>
                  </a:lnTo>
                  <a:lnTo>
                    <a:pt x="1186" y="1542"/>
                  </a:lnTo>
                  <a:lnTo>
                    <a:pt x="1166" y="1443"/>
                  </a:lnTo>
                  <a:lnTo>
                    <a:pt x="1166" y="1423"/>
                  </a:lnTo>
                  <a:close/>
                  <a:moveTo>
                    <a:pt x="949" y="1423"/>
                  </a:moveTo>
                  <a:lnTo>
                    <a:pt x="968" y="1443"/>
                  </a:lnTo>
                  <a:lnTo>
                    <a:pt x="968" y="1463"/>
                  </a:lnTo>
                  <a:lnTo>
                    <a:pt x="988" y="1522"/>
                  </a:lnTo>
                  <a:lnTo>
                    <a:pt x="988" y="1463"/>
                  </a:lnTo>
                  <a:lnTo>
                    <a:pt x="1008" y="1502"/>
                  </a:lnTo>
                  <a:lnTo>
                    <a:pt x="1008" y="1621"/>
                  </a:lnTo>
                  <a:lnTo>
                    <a:pt x="988" y="1561"/>
                  </a:lnTo>
                  <a:lnTo>
                    <a:pt x="988" y="1561"/>
                  </a:lnTo>
                  <a:lnTo>
                    <a:pt x="1008" y="1640"/>
                  </a:lnTo>
                  <a:lnTo>
                    <a:pt x="988" y="1621"/>
                  </a:lnTo>
                  <a:lnTo>
                    <a:pt x="968" y="1621"/>
                  </a:lnTo>
                  <a:lnTo>
                    <a:pt x="968" y="1640"/>
                  </a:lnTo>
                  <a:lnTo>
                    <a:pt x="949" y="1463"/>
                  </a:lnTo>
                  <a:lnTo>
                    <a:pt x="949" y="1423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1521" y="1"/>
                  </a:moveTo>
                  <a:lnTo>
                    <a:pt x="1502" y="40"/>
                  </a:lnTo>
                  <a:lnTo>
                    <a:pt x="1482" y="119"/>
                  </a:lnTo>
                  <a:lnTo>
                    <a:pt x="1462" y="119"/>
                  </a:lnTo>
                  <a:lnTo>
                    <a:pt x="1462" y="80"/>
                  </a:lnTo>
                  <a:lnTo>
                    <a:pt x="1442" y="139"/>
                  </a:lnTo>
                  <a:lnTo>
                    <a:pt x="1442" y="218"/>
                  </a:lnTo>
                  <a:lnTo>
                    <a:pt x="1462" y="278"/>
                  </a:lnTo>
                  <a:lnTo>
                    <a:pt x="1462" y="238"/>
                  </a:lnTo>
                  <a:lnTo>
                    <a:pt x="1482" y="218"/>
                  </a:lnTo>
                  <a:lnTo>
                    <a:pt x="1482" y="278"/>
                  </a:lnTo>
                  <a:lnTo>
                    <a:pt x="1482" y="357"/>
                  </a:lnTo>
                  <a:lnTo>
                    <a:pt x="1482" y="396"/>
                  </a:lnTo>
                  <a:lnTo>
                    <a:pt x="1482" y="495"/>
                  </a:lnTo>
                  <a:lnTo>
                    <a:pt x="1462" y="515"/>
                  </a:lnTo>
                  <a:lnTo>
                    <a:pt x="1462" y="436"/>
                  </a:lnTo>
                  <a:lnTo>
                    <a:pt x="1462" y="396"/>
                  </a:lnTo>
                  <a:lnTo>
                    <a:pt x="1462" y="297"/>
                  </a:lnTo>
                  <a:lnTo>
                    <a:pt x="1442" y="376"/>
                  </a:lnTo>
                  <a:lnTo>
                    <a:pt x="1442" y="436"/>
                  </a:lnTo>
                  <a:lnTo>
                    <a:pt x="1423" y="436"/>
                  </a:lnTo>
                  <a:lnTo>
                    <a:pt x="1423" y="455"/>
                  </a:lnTo>
                  <a:lnTo>
                    <a:pt x="1423" y="495"/>
                  </a:lnTo>
                  <a:lnTo>
                    <a:pt x="1403" y="416"/>
                  </a:lnTo>
                  <a:lnTo>
                    <a:pt x="1423" y="436"/>
                  </a:lnTo>
                  <a:lnTo>
                    <a:pt x="1423" y="396"/>
                  </a:lnTo>
                  <a:lnTo>
                    <a:pt x="1423" y="357"/>
                  </a:lnTo>
                  <a:lnTo>
                    <a:pt x="1423" y="297"/>
                  </a:lnTo>
                  <a:lnTo>
                    <a:pt x="1423" y="218"/>
                  </a:lnTo>
                  <a:lnTo>
                    <a:pt x="1442" y="100"/>
                  </a:lnTo>
                  <a:lnTo>
                    <a:pt x="1423" y="100"/>
                  </a:lnTo>
                  <a:lnTo>
                    <a:pt x="1423" y="60"/>
                  </a:lnTo>
                  <a:lnTo>
                    <a:pt x="1403" y="100"/>
                  </a:lnTo>
                  <a:lnTo>
                    <a:pt x="1383" y="159"/>
                  </a:lnTo>
                  <a:lnTo>
                    <a:pt x="1383" y="100"/>
                  </a:lnTo>
                  <a:lnTo>
                    <a:pt x="1363" y="100"/>
                  </a:lnTo>
                  <a:lnTo>
                    <a:pt x="1344" y="139"/>
                  </a:lnTo>
                  <a:lnTo>
                    <a:pt x="1344" y="80"/>
                  </a:lnTo>
                  <a:lnTo>
                    <a:pt x="1324" y="60"/>
                  </a:lnTo>
                  <a:lnTo>
                    <a:pt x="1324" y="80"/>
                  </a:lnTo>
                  <a:lnTo>
                    <a:pt x="1304" y="119"/>
                  </a:lnTo>
                  <a:lnTo>
                    <a:pt x="1284" y="179"/>
                  </a:lnTo>
                  <a:lnTo>
                    <a:pt x="1265" y="179"/>
                  </a:lnTo>
                  <a:lnTo>
                    <a:pt x="1265" y="139"/>
                  </a:lnTo>
                  <a:lnTo>
                    <a:pt x="1245" y="119"/>
                  </a:lnTo>
                  <a:lnTo>
                    <a:pt x="1245" y="159"/>
                  </a:lnTo>
                  <a:lnTo>
                    <a:pt x="1225" y="119"/>
                  </a:lnTo>
                  <a:lnTo>
                    <a:pt x="1225" y="139"/>
                  </a:lnTo>
                  <a:lnTo>
                    <a:pt x="1205" y="159"/>
                  </a:lnTo>
                  <a:lnTo>
                    <a:pt x="1205" y="100"/>
                  </a:lnTo>
                  <a:lnTo>
                    <a:pt x="1186" y="100"/>
                  </a:lnTo>
                  <a:lnTo>
                    <a:pt x="1186" y="139"/>
                  </a:lnTo>
                  <a:lnTo>
                    <a:pt x="1166" y="218"/>
                  </a:lnTo>
                  <a:lnTo>
                    <a:pt x="1166" y="119"/>
                  </a:lnTo>
                  <a:lnTo>
                    <a:pt x="1107" y="179"/>
                  </a:lnTo>
                  <a:lnTo>
                    <a:pt x="1047" y="218"/>
                  </a:lnTo>
                  <a:lnTo>
                    <a:pt x="1047" y="179"/>
                  </a:lnTo>
                  <a:lnTo>
                    <a:pt x="1028" y="198"/>
                  </a:lnTo>
                  <a:lnTo>
                    <a:pt x="1008" y="238"/>
                  </a:lnTo>
                  <a:lnTo>
                    <a:pt x="988" y="278"/>
                  </a:lnTo>
                  <a:lnTo>
                    <a:pt x="968" y="317"/>
                  </a:lnTo>
                  <a:lnTo>
                    <a:pt x="968" y="376"/>
                  </a:lnTo>
                  <a:lnTo>
                    <a:pt x="988" y="495"/>
                  </a:lnTo>
                  <a:lnTo>
                    <a:pt x="988" y="515"/>
                  </a:lnTo>
                  <a:lnTo>
                    <a:pt x="968" y="475"/>
                  </a:lnTo>
                  <a:lnTo>
                    <a:pt x="968" y="436"/>
                  </a:lnTo>
                  <a:lnTo>
                    <a:pt x="968" y="416"/>
                  </a:lnTo>
                  <a:lnTo>
                    <a:pt x="949" y="317"/>
                  </a:lnTo>
                  <a:lnTo>
                    <a:pt x="929" y="297"/>
                  </a:lnTo>
                  <a:lnTo>
                    <a:pt x="929" y="317"/>
                  </a:lnTo>
                  <a:lnTo>
                    <a:pt x="909" y="317"/>
                  </a:lnTo>
                  <a:lnTo>
                    <a:pt x="909" y="297"/>
                  </a:lnTo>
                  <a:lnTo>
                    <a:pt x="909" y="258"/>
                  </a:lnTo>
                  <a:lnTo>
                    <a:pt x="929" y="238"/>
                  </a:lnTo>
                  <a:lnTo>
                    <a:pt x="929" y="198"/>
                  </a:lnTo>
                  <a:lnTo>
                    <a:pt x="909" y="238"/>
                  </a:lnTo>
                  <a:lnTo>
                    <a:pt x="889" y="238"/>
                  </a:lnTo>
                  <a:lnTo>
                    <a:pt x="889" y="278"/>
                  </a:lnTo>
                  <a:lnTo>
                    <a:pt x="889" y="297"/>
                  </a:lnTo>
                  <a:lnTo>
                    <a:pt x="870" y="376"/>
                  </a:lnTo>
                  <a:lnTo>
                    <a:pt x="870" y="357"/>
                  </a:lnTo>
                  <a:lnTo>
                    <a:pt x="850" y="357"/>
                  </a:lnTo>
                  <a:lnTo>
                    <a:pt x="830" y="337"/>
                  </a:lnTo>
                  <a:lnTo>
                    <a:pt x="830" y="278"/>
                  </a:lnTo>
                  <a:lnTo>
                    <a:pt x="810" y="297"/>
                  </a:lnTo>
                  <a:lnTo>
                    <a:pt x="810" y="278"/>
                  </a:lnTo>
                  <a:lnTo>
                    <a:pt x="771" y="278"/>
                  </a:lnTo>
                  <a:lnTo>
                    <a:pt x="751" y="258"/>
                  </a:lnTo>
                  <a:lnTo>
                    <a:pt x="751" y="238"/>
                  </a:lnTo>
                  <a:lnTo>
                    <a:pt x="731" y="278"/>
                  </a:lnTo>
                  <a:lnTo>
                    <a:pt x="712" y="357"/>
                  </a:lnTo>
                  <a:lnTo>
                    <a:pt x="731" y="357"/>
                  </a:lnTo>
                  <a:lnTo>
                    <a:pt x="731" y="416"/>
                  </a:lnTo>
                  <a:lnTo>
                    <a:pt x="731" y="455"/>
                  </a:lnTo>
                  <a:lnTo>
                    <a:pt x="712" y="416"/>
                  </a:lnTo>
                  <a:lnTo>
                    <a:pt x="712" y="376"/>
                  </a:lnTo>
                  <a:lnTo>
                    <a:pt x="692" y="337"/>
                  </a:lnTo>
                  <a:lnTo>
                    <a:pt x="672" y="297"/>
                  </a:lnTo>
                  <a:lnTo>
                    <a:pt x="672" y="317"/>
                  </a:lnTo>
                  <a:lnTo>
                    <a:pt x="652" y="376"/>
                  </a:lnTo>
                  <a:lnTo>
                    <a:pt x="652" y="337"/>
                  </a:lnTo>
                  <a:lnTo>
                    <a:pt x="652" y="297"/>
                  </a:lnTo>
                  <a:lnTo>
                    <a:pt x="633" y="278"/>
                  </a:lnTo>
                  <a:lnTo>
                    <a:pt x="633" y="297"/>
                  </a:lnTo>
                  <a:lnTo>
                    <a:pt x="633" y="337"/>
                  </a:lnTo>
                  <a:lnTo>
                    <a:pt x="613" y="455"/>
                  </a:lnTo>
                  <a:lnTo>
                    <a:pt x="613" y="495"/>
                  </a:lnTo>
                  <a:lnTo>
                    <a:pt x="593" y="554"/>
                  </a:lnTo>
                  <a:lnTo>
                    <a:pt x="593" y="495"/>
                  </a:lnTo>
                  <a:lnTo>
                    <a:pt x="573" y="475"/>
                  </a:lnTo>
                  <a:lnTo>
                    <a:pt x="573" y="436"/>
                  </a:lnTo>
                  <a:lnTo>
                    <a:pt x="593" y="455"/>
                  </a:lnTo>
                  <a:lnTo>
                    <a:pt x="593" y="436"/>
                  </a:lnTo>
                  <a:lnTo>
                    <a:pt x="573" y="357"/>
                  </a:lnTo>
                  <a:lnTo>
                    <a:pt x="554" y="337"/>
                  </a:lnTo>
                  <a:lnTo>
                    <a:pt x="514" y="337"/>
                  </a:lnTo>
                  <a:lnTo>
                    <a:pt x="494" y="376"/>
                  </a:lnTo>
                  <a:lnTo>
                    <a:pt x="475" y="376"/>
                  </a:lnTo>
                  <a:lnTo>
                    <a:pt x="475" y="396"/>
                  </a:lnTo>
                  <a:lnTo>
                    <a:pt x="435" y="357"/>
                  </a:lnTo>
                  <a:lnTo>
                    <a:pt x="396" y="357"/>
                  </a:lnTo>
                  <a:lnTo>
                    <a:pt x="376" y="376"/>
                  </a:lnTo>
                  <a:lnTo>
                    <a:pt x="376" y="416"/>
                  </a:lnTo>
                  <a:lnTo>
                    <a:pt x="356" y="376"/>
                  </a:lnTo>
                  <a:lnTo>
                    <a:pt x="356" y="455"/>
                  </a:lnTo>
                  <a:lnTo>
                    <a:pt x="336" y="515"/>
                  </a:lnTo>
                  <a:lnTo>
                    <a:pt x="336" y="554"/>
                  </a:lnTo>
                  <a:lnTo>
                    <a:pt x="336" y="673"/>
                  </a:lnTo>
                  <a:lnTo>
                    <a:pt x="317" y="613"/>
                  </a:lnTo>
                  <a:lnTo>
                    <a:pt x="297" y="594"/>
                  </a:lnTo>
                  <a:lnTo>
                    <a:pt x="297" y="534"/>
                  </a:lnTo>
                  <a:lnTo>
                    <a:pt x="277" y="515"/>
                  </a:lnTo>
                  <a:lnTo>
                    <a:pt x="277" y="534"/>
                  </a:lnTo>
                  <a:lnTo>
                    <a:pt x="297" y="613"/>
                  </a:lnTo>
                  <a:lnTo>
                    <a:pt x="297" y="673"/>
                  </a:lnTo>
                  <a:lnTo>
                    <a:pt x="297" y="692"/>
                  </a:lnTo>
                  <a:lnTo>
                    <a:pt x="297" y="712"/>
                  </a:lnTo>
                  <a:lnTo>
                    <a:pt x="257" y="771"/>
                  </a:lnTo>
                  <a:lnTo>
                    <a:pt x="238" y="811"/>
                  </a:lnTo>
                  <a:lnTo>
                    <a:pt x="198" y="831"/>
                  </a:lnTo>
                  <a:lnTo>
                    <a:pt x="159" y="811"/>
                  </a:lnTo>
                  <a:lnTo>
                    <a:pt x="159" y="791"/>
                  </a:lnTo>
                  <a:lnTo>
                    <a:pt x="139" y="791"/>
                  </a:lnTo>
                  <a:lnTo>
                    <a:pt x="139" y="771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119" y="791"/>
                  </a:lnTo>
                  <a:lnTo>
                    <a:pt x="99" y="752"/>
                  </a:lnTo>
                  <a:lnTo>
                    <a:pt x="99" y="732"/>
                  </a:lnTo>
                  <a:lnTo>
                    <a:pt x="79" y="732"/>
                  </a:lnTo>
                  <a:lnTo>
                    <a:pt x="60" y="712"/>
                  </a:lnTo>
                  <a:lnTo>
                    <a:pt x="60" y="692"/>
                  </a:lnTo>
                  <a:lnTo>
                    <a:pt x="40" y="712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20" y="712"/>
                  </a:lnTo>
                  <a:lnTo>
                    <a:pt x="20" y="732"/>
                  </a:lnTo>
                  <a:lnTo>
                    <a:pt x="60" y="890"/>
                  </a:lnTo>
                  <a:lnTo>
                    <a:pt x="119" y="1048"/>
                  </a:lnTo>
                  <a:lnTo>
                    <a:pt x="139" y="1107"/>
                  </a:lnTo>
                  <a:lnTo>
                    <a:pt x="178" y="1166"/>
                  </a:lnTo>
                  <a:lnTo>
                    <a:pt x="159" y="1127"/>
                  </a:lnTo>
                  <a:lnTo>
                    <a:pt x="159" y="1127"/>
                  </a:lnTo>
                  <a:lnTo>
                    <a:pt x="178" y="1147"/>
                  </a:lnTo>
                  <a:lnTo>
                    <a:pt x="198" y="1186"/>
                  </a:lnTo>
                  <a:lnTo>
                    <a:pt x="198" y="1147"/>
                  </a:lnTo>
                  <a:lnTo>
                    <a:pt x="218" y="1206"/>
                  </a:lnTo>
                  <a:lnTo>
                    <a:pt x="238" y="1285"/>
                  </a:lnTo>
                  <a:lnTo>
                    <a:pt x="238" y="1265"/>
                  </a:lnTo>
                  <a:lnTo>
                    <a:pt x="238" y="1245"/>
                  </a:lnTo>
                  <a:lnTo>
                    <a:pt x="257" y="1285"/>
                  </a:lnTo>
                  <a:lnTo>
                    <a:pt x="257" y="1324"/>
                  </a:lnTo>
                  <a:lnTo>
                    <a:pt x="277" y="1305"/>
                  </a:lnTo>
                  <a:lnTo>
                    <a:pt x="257" y="1226"/>
                  </a:lnTo>
                  <a:lnTo>
                    <a:pt x="257" y="1186"/>
                  </a:lnTo>
                  <a:lnTo>
                    <a:pt x="277" y="1226"/>
                  </a:lnTo>
                  <a:lnTo>
                    <a:pt x="297" y="1285"/>
                  </a:lnTo>
                  <a:lnTo>
                    <a:pt x="297" y="1364"/>
                  </a:lnTo>
                  <a:lnTo>
                    <a:pt x="317" y="1384"/>
                  </a:lnTo>
                  <a:lnTo>
                    <a:pt x="336" y="1384"/>
                  </a:lnTo>
                  <a:lnTo>
                    <a:pt x="336" y="1423"/>
                  </a:lnTo>
                  <a:lnTo>
                    <a:pt x="356" y="1482"/>
                  </a:lnTo>
                  <a:lnTo>
                    <a:pt x="356" y="1443"/>
                  </a:lnTo>
                  <a:lnTo>
                    <a:pt x="356" y="1423"/>
                  </a:lnTo>
                  <a:lnTo>
                    <a:pt x="376" y="1443"/>
                  </a:lnTo>
                  <a:lnTo>
                    <a:pt x="376" y="1463"/>
                  </a:lnTo>
                  <a:lnTo>
                    <a:pt x="396" y="1522"/>
                  </a:lnTo>
                  <a:lnTo>
                    <a:pt x="415" y="1561"/>
                  </a:lnTo>
                  <a:lnTo>
                    <a:pt x="415" y="1522"/>
                  </a:lnTo>
                  <a:lnTo>
                    <a:pt x="415" y="1463"/>
                  </a:lnTo>
                  <a:lnTo>
                    <a:pt x="435" y="1522"/>
                  </a:lnTo>
                  <a:lnTo>
                    <a:pt x="415" y="1423"/>
                  </a:lnTo>
                  <a:lnTo>
                    <a:pt x="396" y="1344"/>
                  </a:lnTo>
                  <a:lnTo>
                    <a:pt x="435" y="1443"/>
                  </a:lnTo>
                  <a:lnTo>
                    <a:pt x="455" y="1561"/>
                  </a:lnTo>
                  <a:lnTo>
                    <a:pt x="455" y="1502"/>
                  </a:lnTo>
                  <a:lnTo>
                    <a:pt x="475" y="1542"/>
                  </a:lnTo>
                  <a:lnTo>
                    <a:pt x="475" y="1581"/>
                  </a:lnTo>
                  <a:lnTo>
                    <a:pt x="494" y="1640"/>
                  </a:lnTo>
                  <a:lnTo>
                    <a:pt x="494" y="1621"/>
                  </a:lnTo>
                  <a:lnTo>
                    <a:pt x="514" y="1660"/>
                  </a:lnTo>
                  <a:lnTo>
                    <a:pt x="514" y="1621"/>
                  </a:lnTo>
                  <a:lnTo>
                    <a:pt x="534" y="1700"/>
                  </a:lnTo>
                  <a:lnTo>
                    <a:pt x="534" y="1660"/>
                  </a:lnTo>
                  <a:lnTo>
                    <a:pt x="554" y="1680"/>
                  </a:lnTo>
                  <a:lnTo>
                    <a:pt x="554" y="1660"/>
                  </a:lnTo>
                  <a:lnTo>
                    <a:pt x="573" y="1700"/>
                  </a:lnTo>
                  <a:lnTo>
                    <a:pt x="573" y="1700"/>
                  </a:lnTo>
                  <a:lnTo>
                    <a:pt x="554" y="1621"/>
                  </a:lnTo>
                  <a:lnTo>
                    <a:pt x="573" y="1640"/>
                  </a:lnTo>
                  <a:lnTo>
                    <a:pt x="593" y="1700"/>
                  </a:lnTo>
                  <a:lnTo>
                    <a:pt x="554" y="1522"/>
                  </a:lnTo>
                  <a:lnTo>
                    <a:pt x="573" y="1581"/>
                  </a:lnTo>
                  <a:lnTo>
                    <a:pt x="593" y="1660"/>
                  </a:lnTo>
                  <a:lnTo>
                    <a:pt x="613" y="1759"/>
                  </a:lnTo>
                  <a:lnTo>
                    <a:pt x="613" y="1739"/>
                  </a:lnTo>
                  <a:lnTo>
                    <a:pt x="633" y="1759"/>
                  </a:lnTo>
                  <a:lnTo>
                    <a:pt x="633" y="1759"/>
                  </a:lnTo>
                  <a:lnTo>
                    <a:pt x="613" y="1660"/>
                  </a:lnTo>
                  <a:lnTo>
                    <a:pt x="613" y="1700"/>
                  </a:lnTo>
                  <a:lnTo>
                    <a:pt x="593" y="1640"/>
                  </a:lnTo>
                  <a:lnTo>
                    <a:pt x="593" y="1561"/>
                  </a:lnTo>
                  <a:lnTo>
                    <a:pt x="593" y="1463"/>
                  </a:lnTo>
                  <a:lnTo>
                    <a:pt x="613" y="1522"/>
                  </a:lnTo>
                  <a:lnTo>
                    <a:pt x="633" y="1640"/>
                  </a:lnTo>
                  <a:lnTo>
                    <a:pt x="633" y="1621"/>
                  </a:lnTo>
                  <a:lnTo>
                    <a:pt x="652" y="1700"/>
                  </a:lnTo>
                  <a:lnTo>
                    <a:pt x="633" y="1601"/>
                  </a:lnTo>
                  <a:lnTo>
                    <a:pt x="652" y="1581"/>
                  </a:lnTo>
                  <a:lnTo>
                    <a:pt x="652" y="1601"/>
                  </a:lnTo>
                  <a:lnTo>
                    <a:pt x="672" y="1660"/>
                  </a:lnTo>
                  <a:lnTo>
                    <a:pt x="672" y="1680"/>
                  </a:lnTo>
                  <a:lnTo>
                    <a:pt x="692" y="1700"/>
                  </a:lnTo>
                  <a:lnTo>
                    <a:pt x="712" y="1719"/>
                  </a:lnTo>
                  <a:lnTo>
                    <a:pt x="712" y="1700"/>
                  </a:lnTo>
                  <a:lnTo>
                    <a:pt x="672" y="1463"/>
                  </a:lnTo>
                  <a:lnTo>
                    <a:pt x="692" y="1482"/>
                  </a:lnTo>
                  <a:lnTo>
                    <a:pt x="692" y="1463"/>
                  </a:lnTo>
                  <a:lnTo>
                    <a:pt x="712" y="1522"/>
                  </a:lnTo>
                  <a:lnTo>
                    <a:pt x="712" y="1581"/>
                  </a:lnTo>
                  <a:lnTo>
                    <a:pt x="731" y="1680"/>
                  </a:lnTo>
                  <a:lnTo>
                    <a:pt x="751" y="1660"/>
                  </a:lnTo>
                  <a:lnTo>
                    <a:pt x="751" y="1739"/>
                  </a:lnTo>
                  <a:lnTo>
                    <a:pt x="771" y="1739"/>
                  </a:lnTo>
                  <a:lnTo>
                    <a:pt x="771" y="1680"/>
                  </a:lnTo>
                  <a:lnTo>
                    <a:pt x="791" y="1739"/>
                  </a:lnTo>
                  <a:lnTo>
                    <a:pt x="810" y="1759"/>
                  </a:lnTo>
                  <a:lnTo>
                    <a:pt x="810" y="1759"/>
                  </a:lnTo>
                  <a:lnTo>
                    <a:pt x="791" y="1700"/>
                  </a:lnTo>
                  <a:lnTo>
                    <a:pt x="791" y="1680"/>
                  </a:lnTo>
                  <a:lnTo>
                    <a:pt x="810" y="1700"/>
                  </a:lnTo>
                  <a:lnTo>
                    <a:pt x="810" y="1739"/>
                  </a:lnTo>
                  <a:lnTo>
                    <a:pt x="830" y="1739"/>
                  </a:lnTo>
                  <a:lnTo>
                    <a:pt x="830" y="1700"/>
                  </a:lnTo>
                  <a:lnTo>
                    <a:pt x="810" y="1601"/>
                  </a:lnTo>
                  <a:lnTo>
                    <a:pt x="830" y="1601"/>
                  </a:lnTo>
                  <a:lnTo>
                    <a:pt x="830" y="1621"/>
                  </a:lnTo>
                  <a:lnTo>
                    <a:pt x="850" y="1680"/>
                  </a:lnTo>
                  <a:lnTo>
                    <a:pt x="850" y="1660"/>
                  </a:lnTo>
                  <a:lnTo>
                    <a:pt x="870" y="1680"/>
                  </a:lnTo>
                  <a:lnTo>
                    <a:pt x="870" y="1463"/>
                  </a:lnTo>
                  <a:lnTo>
                    <a:pt x="830" y="1245"/>
                  </a:lnTo>
                  <a:lnTo>
                    <a:pt x="850" y="1285"/>
                  </a:lnTo>
                  <a:lnTo>
                    <a:pt x="870" y="1324"/>
                  </a:lnTo>
                  <a:lnTo>
                    <a:pt x="889" y="1403"/>
                  </a:lnTo>
                  <a:lnTo>
                    <a:pt x="889" y="1463"/>
                  </a:lnTo>
                  <a:lnTo>
                    <a:pt x="870" y="1403"/>
                  </a:lnTo>
                  <a:lnTo>
                    <a:pt x="909" y="1542"/>
                  </a:lnTo>
                  <a:lnTo>
                    <a:pt x="909" y="1601"/>
                  </a:lnTo>
                  <a:lnTo>
                    <a:pt x="889" y="1561"/>
                  </a:lnTo>
                  <a:lnTo>
                    <a:pt x="909" y="1640"/>
                  </a:lnTo>
                  <a:lnTo>
                    <a:pt x="909" y="1719"/>
                  </a:lnTo>
                  <a:lnTo>
                    <a:pt x="929" y="1719"/>
                  </a:lnTo>
                  <a:lnTo>
                    <a:pt x="929" y="1700"/>
                  </a:lnTo>
                  <a:lnTo>
                    <a:pt x="949" y="1680"/>
                  </a:lnTo>
                  <a:lnTo>
                    <a:pt x="949" y="1640"/>
                  </a:lnTo>
                  <a:lnTo>
                    <a:pt x="968" y="1680"/>
                  </a:lnTo>
                  <a:lnTo>
                    <a:pt x="988" y="1700"/>
                  </a:lnTo>
                  <a:lnTo>
                    <a:pt x="1008" y="1700"/>
                  </a:lnTo>
                  <a:lnTo>
                    <a:pt x="1008" y="1719"/>
                  </a:lnTo>
                  <a:lnTo>
                    <a:pt x="1028" y="1621"/>
                  </a:lnTo>
                  <a:lnTo>
                    <a:pt x="1008" y="1482"/>
                  </a:lnTo>
                  <a:lnTo>
                    <a:pt x="1028" y="1581"/>
                  </a:lnTo>
                  <a:lnTo>
                    <a:pt x="1047" y="1621"/>
                  </a:lnTo>
                  <a:lnTo>
                    <a:pt x="1028" y="1542"/>
                  </a:lnTo>
                  <a:lnTo>
                    <a:pt x="1028" y="1463"/>
                  </a:lnTo>
                  <a:lnTo>
                    <a:pt x="1028" y="1423"/>
                  </a:lnTo>
                  <a:lnTo>
                    <a:pt x="1028" y="1384"/>
                  </a:lnTo>
                  <a:lnTo>
                    <a:pt x="1047" y="1423"/>
                  </a:lnTo>
                  <a:lnTo>
                    <a:pt x="1047" y="1443"/>
                  </a:lnTo>
                  <a:lnTo>
                    <a:pt x="1067" y="1384"/>
                  </a:lnTo>
                  <a:lnTo>
                    <a:pt x="1067" y="1502"/>
                  </a:lnTo>
                  <a:lnTo>
                    <a:pt x="1067" y="1640"/>
                  </a:lnTo>
                  <a:lnTo>
                    <a:pt x="1087" y="1561"/>
                  </a:lnTo>
                  <a:lnTo>
                    <a:pt x="1087" y="1601"/>
                  </a:lnTo>
                  <a:lnTo>
                    <a:pt x="1107" y="1581"/>
                  </a:lnTo>
                  <a:lnTo>
                    <a:pt x="1107" y="1542"/>
                  </a:lnTo>
                  <a:lnTo>
                    <a:pt x="1126" y="1522"/>
                  </a:lnTo>
                  <a:lnTo>
                    <a:pt x="1146" y="1502"/>
                  </a:lnTo>
                  <a:lnTo>
                    <a:pt x="1126" y="1482"/>
                  </a:lnTo>
                  <a:lnTo>
                    <a:pt x="1126" y="1403"/>
                  </a:lnTo>
                  <a:lnTo>
                    <a:pt x="1126" y="1364"/>
                  </a:lnTo>
                  <a:lnTo>
                    <a:pt x="1146" y="1324"/>
                  </a:lnTo>
                  <a:lnTo>
                    <a:pt x="1146" y="1305"/>
                  </a:lnTo>
                  <a:lnTo>
                    <a:pt x="1146" y="1285"/>
                  </a:lnTo>
                  <a:lnTo>
                    <a:pt x="1166" y="1344"/>
                  </a:lnTo>
                  <a:lnTo>
                    <a:pt x="1166" y="1384"/>
                  </a:lnTo>
                  <a:lnTo>
                    <a:pt x="1186" y="1364"/>
                  </a:lnTo>
                  <a:lnTo>
                    <a:pt x="1186" y="1403"/>
                  </a:lnTo>
                  <a:lnTo>
                    <a:pt x="1186" y="1423"/>
                  </a:lnTo>
                  <a:lnTo>
                    <a:pt x="1205" y="1384"/>
                  </a:lnTo>
                  <a:lnTo>
                    <a:pt x="1205" y="1364"/>
                  </a:lnTo>
                  <a:lnTo>
                    <a:pt x="1205" y="1305"/>
                  </a:lnTo>
                  <a:lnTo>
                    <a:pt x="1205" y="1245"/>
                  </a:lnTo>
                  <a:lnTo>
                    <a:pt x="1225" y="1226"/>
                  </a:lnTo>
                  <a:lnTo>
                    <a:pt x="1245" y="1285"/>
                  </a:lnTo>
                  <a:lnTo>
                    <a:pt x="1245" y="1324"/>
                  </a:lnTo>
                  <a:lnTo>
                    <a:pt x="1245" y="1364"/>
                  </a:lnTo>
                  <a:lnTo>
                    <a:pt x="1265" y="1423"/>
                  </a:lnTo>
                  <a:lnTo>
                    <a:pt x="1265" y="1443"/>
                  </a:lnTo>
                  <a:lnTo>
                    <a:pt x="1284" y="1403"/>
                  </a:lnTo>
                  <a:lnTo>
                    <a:pt x="1284" y="1423"/>
                  </a:lnTo>
                  <a:lnTo>
                    <a:pt x="1304" y="1423"/>
                  </a:lnTo>
                  <a:lnTo>
                    <a:pt x="1304" y="1403"/>
                  </a:lnTo>
                  <a:lnTo>
                    <a:pt x="1284" y="1344"/>
                  </a:lnTo>
                  <a:lnTo>
                    <a:pt x="1304" y="1324"/>
                  </a:lnTo>
                  <a:lnTo>
                    <a:pt x="1324" y="1305"/>
                  </a:lnTo>
                  <a:lnTo>
                    <a:pt x="1324" y="1265"/>
                  </a:lnTo>
                  <a:lnTo>
                    <a:pt x="1344" y="1324"/>
                  </a:lnTo>
                  <a:lnTo>
                    <a:pt x="1344" y="1364"/>
                  </a:lnTo>
                  <a:lnTo>
                    <a:pt x="1363" y="1443"/>
                  </a:lnTo>
                  <a:lnTo>
                    <a:pt x="1363" y="1403"/>
                  </a:lnTo>
                  <a:lnTo>
                    <a:pt x="1383" y="1403"/>
                  </a:lnTo>
                  <a:lnTo>
                    <a:pt x="1383" y="1423"/>
                  </a:lnTo>
                  <a:lnTo>
                    <a:pt x="1403" y="1463"/>
                  </a:lnTo>
                  <a:lnTo>
                    <a:pt x="1403" y="1423"/>
                  </a:lnTo>
                  <a:lnTo>
                    <a:pt x="1403" y="1403"/>
                  </a:lnTo>
                  <a:lnTo>
                    <a:pt x="1403" y="1364"/>
                  </a:lnTo>
                  <a:lnTo>
                    <a:pt x="1423" y="1305"/>
                  </a:lnTo>
                  <a:lnTo>
                    <a:pt x="1403" y="1344"/>
                  </a:lnTo>
                  <a:lnTo>
                    <a:pt x="1403" y="1305"/>
                  </a:lnTo>
                  <a:lnTo>
                    <a:pt x="1423" y="1305"/>
                  </a:lnTo>
                  <a:lnTo>
                    <a:pt x="1423" y="1245"/>
                  </a:lnTo>
                  <a:lnTo>
                    <a:pt x="1442" y="1324"/>
                  </a:lnTo>
                  <a:lnTo>
                    <a:pt x="1442" y="1245"/>
                  </a:lnTo>
                  <a:lnTo>
                    <a:pt x="1442" y="1226"/>
                  </a:lnTo>
                  <a:lnTo>
                    <a:pt x="1462" y="1147"/>
                  </a:lnTo>
                  <a:lnTo>
                    <a:pt x="1462" y="1226"/>
                  </a:lnTo>
                  <a:lnTo>
                    <a:pt x="1462" y="1265"/>
                  </a:lnTo>
                  <a:lnTo>
                    <a:pt x="1462" y="1324"/>
                  </a:lnTo>
                  <a:lnTo>
                    <a:pt x="1462" y="1344"/>
                  </a:lnTo>
                  <a:lnTo>
                    <a:pt x="1482" y="1344"/>
                  </a:lnTo>
                  <a:lnTo>
                    <a:pt x="1482" y="1265"/>
                  </a:lnTo>
                  <a:lnTo>
                    <a:pt x="1502" y="1344"/>
                  </a:lnTo>
                  <a:lnTo>
                    <a:pt x="1502" y="1305"/>
                  </a:lnTo>
                  <a:lnTo>
                    <a:pt x="1502" y="1226"/>
                  </a:lnTo>
                  <a:lnTo>
                    <a:pt x="1502" y="1166"/>
                  </a:lnTo>
                  <a:lnTo>
                    <a:pt x="1502" y="1127"/>
                  </a:lnTo>
                  <a:lnTo>
                    <a:pt x="1502" y="1068"/>
                  </a:lnTo>
                  <a:lnTo>
                    <a:pt x="1521" y="1048"/>
                  </a:lnTo>
                  <a:lnTo>
                    <a:pt x="1521" y="1147"/>
                  </a:lnTo>
                  <a:lnTo>
                    <a:pt x="1521" y="1285"/>
                  </a:lnTo>
                  <a:lnTo>
                    <a:pt x="1521" y="1443"/>
                  </a:lnTo>
                  <a:lnTo>
                    <a:pt x="1541" y="1423"/>
                  </a:lnTo>
                  <a:lnTo>
                    <a:pt x="1541" y="1443"/>
                  </a:lnTo>
                  <a:lnTo>
                    <a:pt x="1561" y="1344"/>
                  </a:lnTo>
                  <a:lnTo>
                    <a:pt x="1561" y="1285"/>
                  </a:lnTo>
                  <a:lnTo>
                    <a:pt x="1581" y="1245"/>
                  </a:lnTo>
                  <a:lnTo>
                    <a:pt x="1600" y="1206"/>
                  </a:lnTo>
                  <a:lnTo>
                    <a:pt x="1600" y="1068"/>
                  </a:lnTo>
                  <a:lnTo>
                    <a:pt x="1620" y="1048"/>
                  </a:lnTo>
                  <a:lnTo>
                    <a:pt x="1620" y="989"/>
                  </a:lnTo>
                  <a:lnTo>
                    <a:pt x="1640" y="989"/>
                  </a:lnTo>
                  <a:lnTo>
                    <a:pt x="1620" y="1048"/>
                  </a:lnTo>
                  <a:lnTo>
                    <a:pt x="1640" y="1068"/>
                  </a:lnTo>
                  <a:lnTo>
                    <a:pt x="1640" y="108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40" y="1147"/>
                  </a:lnTo>
                  <a:lnTo>
                    <a:pt x="1660" y="1206"/>
                  </a:lnTo>
                  <a:lnTo>
                    <a:pt x="1679" y="1226"/>
                  </a:lnTo>
                  <a:lnTo>
                    <a:pt x="1679" y="1186"/>
                  </a:lnTo>
                  <a:lnTo>
                    <a:pt x="1679" y="1087"/>
                  </a:lnTo>
                  <a:lnTo>
                    <a:pt x="1699" y="1008"/>
                  </a:lnTo>
                  <a:lnTo>
                    <a:pt x="1699" y="969"/>
                  </a:lnTo>
                  <a:lnTo>
                    <a:pt x="1679" y="969"/>
                  </a:lnTo>
                  <a:lnTo>
                    <a:pt x="1679" y="870"/>
                  </a:lnTo>
                  <a:lnTo>
                    <a:pt x="1699" y="732"/>
                  </a:lnTo>
                  <a:lnTo>
                    <a:pt x="1699" y="791"/>
                  </a:lnTo>
                  <a:lnTo>
                    <a:pt x="1719" y="712"/>
                  </a:lnTo>
                  <a:lnTo>
                    <a:pt x="1719" y="831"/>
                  </a:lnTo>
                  <a:lnTo>
                    <a:pt x="1739" y="831"/>
                  </a:lnTo>
                  <a:lnTo>
                    <a:pt x="1739" y="850"/>
                  </a:lnTo>
                  <a:lnTo>
                    <a:pt x="1758" y="831"/>
                  </a:lnTo>
                  <a:lnTo>
                    <a:pt x="1739" y="771"/>
                  </a:lnTo>
                  <a:lnTo>
                    <a:pt x="1739" y="732"/>
                  </a:lnTo>
                  <a:lnTo>
                    <a:pt x="1758" y="732"/>
                  </a:lnTo>
                  <a:lnTo>
                    <a:pt x="1758" y="692"/>
                  </a:lnTo>
                  <a:lnTo>
                    <a:pt x="1758" y="613"/>
                  </a:lnTo>
                  <a:lnTo>
                    <a:pt x="1778" y="653"/>
                  </a:lnTo>
                  <a:lnTo>
                    <a:pt x="1778" y="732"/>
                  </a:lnTo>
                  <a:lnTo>
                    <a:pt x="1758" y="870"/>
                  </a:lnTo>
                  <a:lnTo>
                    <a:pt x="1758" y="870"/>
                  </a:lnTo>
                  <a:lnTo>
                    <a:pt x="1778" y="850"/>
                  </a:lnTo>
                  <a:lnTo>
                    <a:pt x="1778" y="850"/>
                  </a:lnTo>
                  <a:lnTo>
                    <a:pt x="1739" y="1068"/>
                  </a:lnTo>
                  <a:lnTo>
                    <a:pt x="1758" y="1087"/>
                  </a:lnTo>
                  <a:lnTo>
                    <a:pt x="1778" y="1087"/>
                  </a:lnTo>
                  <a:lnTo>
                    <a:pt x="1778" y="1226"/>
                  </a:lnTo>
                  <a:lnTo>
                    <a:pt x="1798" y="1285"/>
                  </a:lnTo>
                  <a:lnTo>
                    <a:pt x="1798" y="1226"/>
                  </a:lnTo>
                  <a:lnTo>
                    <a:pt x="1798" y="1147"/>
                  </a:lnTo>
                  <a:lnTo>
                    <a:pt x="1808" y="1137"/>
                  </a:lnTo>
                  <a:lnTo>
                    <a:pt x="1798" y="1127"/>
                  </a:lnTo>
                  <a:lnTo>
                    <a:pt x="1798" y="1087"/>
                  </a:lnTo>
                  <a:lnTo>
                    <a:pt x="1818" y="1048"/>
                  </a:lnTo>
                  <a:lnTo>
                    <a:pt x="1837" y="1107"/>
                  </a:lnTo>
                  <a:lnTo>
                    <a:pt x="1818" y="1166"/>
                  </a:lnTo>
                  <a:lnTo>
                    <a:pt x="1818" y="1206"/>
                  </a:lnTo>
                  <a:lnTo>
                    <a:pt x="1818" y="1226"/>
                  </a:lnTo>
                  <a:lnTo>
                    <a:pt x="1837" y="1245"/>
                  </a:lnTo>
                  <a:lnTo>
                    <a:pt x="1837" y="1285"/>
                  </a:lnTo>
                  <a:lnTo>
                    <a:pt x="1857" y="1186"/>
                  </a:lnTo>
                  <a:lnTo>
                    <a:pt x="1857" y="1226"/>
                  </a:lnTo>
                  <a:lnTo>
                    <a:pt x="1877" y="1186"/>
                  </a:lnTo>
                  <a:lnTo>
                    <a:pt x="1897" y="1127"/>
                  </a:lnTo>
                  <a:lnTo>
                    <a:pt x="1897" y="1087"/>
                  </a:lnTo>
                  <a:lnTo>
                    <a:pt x="1897" y="1048"/>
                  </a:lnTo>
                  <a:lnTo>
                    <a:pt x="1916" y="1008"/>
                  </a:lnTo>
                  <a:lnTo>
                    <a:pt x="1897" y="1226"/>
                  </a:lnTo>
                  <a:lnTo>
                    <a:pt x="1916" y="1087"/>
                  </a:lnTo>
                  <a:lnTo>
                    <a:pt x="1936" y="1087"/>
                  </a:lnTo>
                  <a:lnTo>
                    <a:pt x="1936" y="1048"/>
                  </a:lnTo>
                  <a:lnTo>
                    <a:pt x="1956" y="949"/>
                  </a:lnTo>
                  <a:lnTo>
                    <a:pt x="1976" y="989"/>
                  </a:lnTo>
                  <a:lnTo>
                    <a:pt x="1956" y="1087"/>
                  </a:lnTo>
                  <a:lnTo>
                    <a:pt x="1956" y="1107"/>
                  </a:lnTo>
                  <a:lnTo>
                    <a:pt x="1976" y="1087"/>
                  </a:lnTo>
                  <a:lnTo>
                    <a:pt x="1956" y="1206"/>
                  </a:lnTo>
                  <a:lnTo>
                    <a:pt x="1976" y="1186"/>
                  </a:lnTo>
                  <a:lnTo>
                    <a:pt x="1976" y="1147"/>
                  </a:lnTo>
                  <a:lnTo>
                    <a:pt x="1976" y="1127"/>
                  </a:lnTo>
                  <a:lnTo>
                    <a:pt x="1988" y="1044"/>
                  </a:lnTo>
                  <a:lnTo>
                    <a:pt x="1976" y="1068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76" y="989"/>
                  </a:lnTo>
                  <a:lnTo>
                    <a:pt x="1976" y="989"/>
                  </a:lnTo>
                  <a:lnTo>
                    <a:pt x="1995" y="929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95" y="949"/>
                  </a:lnTo>
                  <a:lnTo>
                    <a:pt x="2015" y="850"/>
                  </a:lnTo>
                  <a:lnTo>
                    <a:pt x="2015" y="831"/>
                  </a:lnTo>
                  <a:lnTo>
                    <a:pt x="1995" y="929"/>
                  </a:lnTo>
                  <a:lnTo>
                    <a:pt x="1976" y="890"/>
                  </a:lnTo>
                  <a:lnTo>
                    <a:pt x="1956" y="831"/>
                  </a:lnTo>
                  <a:lnTo>
                    <a:pt x="1976" y="692"/>
                  </a:lnTo>
                  <a:lnTo>
                    <a:pt x="2015" y="613"/>
                  </a:lnTo>
                  <a:lnTo>
                    <a:pt x="2015" y="554"/>
                  </a:lnTo>
                  <a:lnTo>
                    <a:pt x="2022" y="534"/>
                  </a:lnTo>
                  <a:lnTo>
                    <a:pt x="2015" y="534"/>
                  </a:lnTo>
                  <a:lnTo>
                    <a:pt x="2015" y="475"/>
                  </a:lnTo>
                  <a:lnTo>
                    <a:pt x="2015" y="455"/>
                  </a:lnTo>
                  <a:lnTo>
                    <a:pt x="1995" y="475"/>
                  </a:lnTo>
                  <a:lnTo>
                    <a:pt x="2015" y="416"/>
                  </a:lnTo>
                  <a:lnTo>
                    <a:pt x="2015" y="396"/>
                  </a:lnTo>
                  <a:lnTo>
                    <a:pt x="2035" y="357"/>
                  </a:lnTo>
                  <a:lnTo>
                    <a:pt x="2035" y="317"/>
                  </a:lnTo>
                  <a:lnTo>
                    <a:pt x="2015" y="357"/>
                  </a:lnTo>
                  <a:lnTo>
                    <a:pt x="2015" y="376"/>
                  </a:lnTo>
                  <a:lnTo>
                    <a:pt x="1995" y="455"/>
                  </a:lnTo>
                  <a:lnTo>
                    <a:pt x="1976" y="455"/>
                  </a:lnTo>
                  <a:lnTo>
                    <a:pt x="1956" y="475"/>
                  </a:lnTo>
                  <a:lnTo>
                    <a:pt x="1956" y="455"/>
                  </a:lnTo>
                  <a:lnTo>
                    <a:pt x="1936" y="554"/>
                  </a:lnTo>
                  <a:lnTo>
                    <a:pt x="1916" y="574"/>
                  </a:lnTo>
                  <a:lnTo>
                    <a:pt x="1936" y="495"/>
                  </a:lnTo>
                  <a:lnTo>
                    <a:pt x="1916" y="495"/>
                  </a:lnTo>
                  <a:lnTo>
                    <a:pt x="1916" y="515"/>
                  </a:lnTo>
                  <a:lnTo>
                    <a:pt x="1877" y="613"/>
                  </a:lnTo>
                  <a:lnTo>
                    <a:pt x="1897" y="712"/>
                  </a:lnTo>
                  <a:lnTo>
                    <a:pt x="1877" y="752"/>
                  </a:lnTo>
                  <a:lnTo>
                    <a:pt x="1877" y="732"/>
                  </a:lnTo>
                  <a:lnTo>
                    <a:pt x="1877" y="692"/>
                  </a:lnTo>
                  <a:lnTo>
                    <a:pt x="1877" y="534"/>
                  </a:lnTo>
                  <a:lnTo>
                    <a:pt x="1857" y="633"/>
                  </a:lnTo>
                  <a:lnTo>
                    <a:pt x="1857" y="515"/>
                  </a:lnTo>
                  <a:lnTo>
                    <a:pt x="1877" y="475"/>
                  </a:lnTo>
                  <a:lnTo>
                    <a:pt x="1897" y="495"/>
                  </a:lnTo>
                  <a:lnTo>
                    <a:pt x="1897" y="475"/>
                  </a:lnTo>
                  <a:lnTo>
                    <a:pt x="1916" y="475"/>
                  </a:lnTo>
                  <a:lnTo>
                    <a:pt x="1916" y="436"/>
                  </a:lnTo>
                  <a:lnTo>
                    <a:pt x="1936" y="416"/>
                  </a:lnTo>
                  <a:lnTo>
                    <a:pt x="1916" y="337"/>
                  </a:lnTo>
                  <a:lnTo>
                    <a:pt x="1916" y="317"/>
                  </a:lnTo>
                  <a:lnTo>
                    <a:pt x="1916" y="198"/>
                  </a:lnTo>
                  <a:lnTo>
                    <a:pt x="1936" y="198"/>
                  </a:lnTo>
                  <a:lnTo>
                    <a:pt x="1936" y="179"/>
                  </a:lnTo>
                  <a:lnTo>
                    <a:pt x="1936" y="159"/>
                  </a:lnTo>
                  <a:lnTo>
                    <a:pt x="1916" y="159"/>
                  </a:lnTo>
                  <a:lnTo>
                    <a:pt x="1877" y="357"/>
                  </a:lnTo>
                  <a:lnTo>
                    <a:pt x="1877" y="396"/>
                  </a:lnTo>
                  <a:lnTo>
                    <a:pt x="1857" y="376"/>
                  </a:lnTo>
                  <a:lnTo>
                    <a:pt x="1877" y="317"/>
                  </a:lnTo>
                  <a:lnTo>
                    <a:pt x="1877" y="238"/>
                  </a:lnTo>
                  <a:lnTo>
                    <a:pt x="1857" y="278"/>
                  </a:lnTo>
                  <a:lnTo>
                    <a:pt x="1857" y="258"/>
                  </a:lnTo>
                  <a:lnTo>
                    <a:pt x="1837" y="179"/>
                  </a:lnTo>
                  <a:lnTo>
                    <a:pt x="1877" y="179"/>
                  </a:lnTo>
                  <a:lnTo>
                    <a:pt x="1877" y="139"/>
                  </a:lnTo>
                  <a:lnTo>
                    <a:pt x="1877" y="100"/>
                  </a:lnTo>
                  <a:lnTo>
                    <a:pt x="1857" y="100"/>
                  </a:lnTo>
                  <a:lnTo>
                    <a:pt x="1857" y="21"/>
                  </a:lnTo>
                  <a:lnTo>
                    <a:pt x="1837" y="1"/>
                  </a:lnTo>
                  <a:lnTo>
                    <a:pt x="1818" y="21"/>
                  </a:lnTo>
                  <a:lnTo>
                    <a:pt x="1798" y="60"/>
                  </a:lnTo>
                  <a:lnTo>
                    <a:pt x="1778" y="60"/>
                  </a:lnTo>
                  <a:lnTo>
                    <a:pt x="1778" y="119"/>
                  </a:lnTo>
                  <a:lnTo>
                    <a:pt x="1758" y="198"/>
                  </a:lnTo>
                  <a:lnTo>
                    <a:pt x="1739" y="198"/>
                  </a:lnTo>
                  <a:lnTo>
                    <a:pt x="1758" y="100"/>
                  </a:lnTo>
                  <a:lnTo>
                    <a:pt x="1739" y="60"/>
                  </a:lnTo>
                  <a:lnTo>
                    <a:pt x="1739" y="1"/>
                  </a:lnTo>
                  <a:lnTo>
                    <a:pt x="1719" y="60"/>
                  </a:lnTo>
                  <a:lnTo>
                    <a:pt x="1709" y="100"/>
                  </a:lnTo>
                  <a:lnTo>
                    <a:pt x="1719" y="100"/>
                  </a:lnTo>
                  <a:lnTo>
                    <a:pt x="1699" y="179"/>
                  </a:lnTo>
                  <a:lnTo>
                    <a:pt x="1699" y="159"/>
                  </a:lnTo>
                  <a:lnTo>
                    <a:pt x="1679" y="100"/>
                  </a:lnTo>
                  <a:lnTo>
                    <a:pt x="1699" y="80"/>
                  </a:lnTo>
                  <a:lnTo>
                    <a:pt x="1699" y="60"/>
                  </a:lnTo>
                  <a:lnTo>
                    <a:pt x="1699" y="40"/>
                  </a:lnTo>
                  <a:lnTo>
                    <a:pt x="1679" y="40"/>
                  </a:lnTo>
                  <a:lnTo>
                    <a:pt x="1679" y="60"/>
                  </a:lnTo>
                  <a:lnTo>
                    <a:pt x="1660" y="60"/>
                  </a:lnTo>
                  <a:lnTo>
                    <a:pt x="1660" y="40"/>
                  </a:lnTo>
                  <a:lnTo>
                    <a:pt x="1660" y="21"/>
                  </a:lnTo>
                  <a:lnTo>
                    <a:pt x="1640" y="80"/>
                  </a:lnTo>
                  <a:lnTo>
                    <a:pt x="1620" y="80"/>
                  </a:lnTo>
                  <a:lnTo>
                    <a:pt x="1600" y="218"/>
                  </a:lnTo>
                  <a:lnTo>
                    <a:pt x="1600" y="119"/>
                  </a:lnTo>
                  <a:lnTo>
                    <a:pt x="1600" y="80"/>
                  </a:lnTo>
                  <a:lnTo>
                    <a:pt x="1581" y="40"/>
                  </a:lnTo>
                  <a:lnTo>
                    <a:pt x="1561" y="80"/>
                  </a:lnTo>
                  <a:lnTo>
                    <a:pt x="1541" y="119"/>
                  </a:lnTo>
                  <a:lnTo>
                    <a:pt x="1521" y="159"/>
                  </a:lnTo>
                  <a:lnTo>
                    <a:pt x="1541" y="60"/>
                  </a:lnTo>
                  <a:lnTo>
                    <a:pt x="1541" y="21"/>
                  </a:lnTo>
                  <a:lnTo>
                    <a:pt x="1541" y="1"/>
                  </a:lnTo>
                  <a:lnTo>
                    <a:pt x="1521" y="21"/>
                  </a:lnTo>
                  <a:lnTo>
                    <a:pt x="1521" y="1"/>
                  </a:lnTo>
                  <a:close/>
                  <a:moveTo>
                    <a:pt x="613" y="1759"/>
                  </a:moveTo>
                  <a:lnTo>
                    <a:pt x="613" y="1759"/>
                  </a:lnTo>
                  <a:lnTo>
                    <a:pt x="613" y="17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29"/>
            <p:cNvSpPr/>
            <p:nvPr/>
          </p:nvSpPr>
          <p:spPr>
            <a:xfrm>
              <a:off x="-1245000" y="41370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29"/>
            <p:cNvSpPr/>
            <p:nvPr/>
          </p:nvSpPr>
          <p:spPr>
            <a:xfrm>
              <a:off x="-1267700" y="41622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29"/>
            <p:cNvSpPr/>
            <p:nvPr/>
          </p:nvSpPr>
          <p:spPr>
            <a:xfrm>
              <a:off x="-1246475" y="41514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29"/>
            <p:cNvSpPr/>
            <p:nvPr/>
          </p:nvSpPr>
          <p:spPr>
            <a:xfrm>
              <a:off x="-1245000" y="4279275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29"/>
            <p:cNvSpPr/>
            <p:nvPr/>
          </p:nvSpPr>
          <p:spPr>
            <a:xfrm>
              <a:off x="-1226225" y="4308925"/>
              <a:ext cx="525" cy="0"/>
            </a:xfrm>
            <a:custGeom>
              <a:rect b="b" l="l" r="r" t="t"/>
              <a:pathLst>
                <a:path extrusionOk="0" h="0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8_1">
    <p:spTree>
      <p:nvGrpSpPr>
        <p:cNvPr id="7746" name="Shape 7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47" name="Google Shape;7747;p30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7748" name="Google Shape;7748;p30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30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30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30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30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30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30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30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30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30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30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30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30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30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30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30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30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30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30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30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30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30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30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30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30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30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30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30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30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30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30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30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30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30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30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30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30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30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30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30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30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30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30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30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30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30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30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30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30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30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30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30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30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30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30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30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30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30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30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30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30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30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30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30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30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30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30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30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30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30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30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30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30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30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30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30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30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30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30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30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30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30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30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30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30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30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30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30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30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30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30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30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30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30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30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30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30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30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30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30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30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30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30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30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30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30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30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30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30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30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30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30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30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30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30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30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30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5" name="Google Shape;7865;p30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6" name="Google Shape;7866;p30"/>
          <p:cNvSpPr txBox="1"/>
          <p:nvPr>
            <p:ph type="title"/>
          </p:nvPr>
        </p:nvSpPr>
        <p:spPr>
          <a:xfrm>
            <a:off x="710462" y="2859750"/>
            <a:ext cx="22728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7867" name="Google Shape;7867;p30"/>
          <p:cNvSpPr txBox="1"/>
          <p:nvPr>
            <p:ph idx="2" type="title"/>
          </p:nvPr>
        </p:nvSpPr>
        <p:spPr>
          <a:xfrm>
            <a:off x="3435600" y="2859750"/>
            <a:ext cx="22728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7868" name="Google Shape;7868;p30"/>
          <p:cNvSpPr txBox="1"/>
          <p:nvPr>
            <p:ph hasCustomPrompt="1" idx="3" type="title"/>
          </p:nvPr>
        </p:nvSpPr>
        <p:spPr>
          <a:xfrm>
            <a:off x="1467362" y="1802850"/>
            <a:ext cx="759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869" name="Google Shape;7869;p30"/>
          <p:cNvSpPr txBox="1"/>
          <p:nvPr>
            <p:ph idx="1" type="subTitle"/>
          </p:nvPr>
        </p:nvSpPr>
        <p:spPr>
          <a:xfrm>
            <a:off x="711212" y="3074058"/>
            <a:ext cx="22713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7870" name="Google Shape;7870;p30"/>
          <p:cNvSpPr txBox="1"/>
          <p:nvPr>
            <p:ph hasCustomPrompt="1" idx="4" type="title"/>
          </p:nvPr>
        </p:nvSpPr>
        <p:spPr>
          <a:xfrm>
            <a:off x="4192500" y="1802850"/>
            <a:ext cx="759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871" name="Google Shape;7871;p30"/>
          <p:cNvSpPr txBox="1"/>
          <p:nvPr>
            <p:ph idx="5" type="subTitle"/>
          </p:nvPr>
        </p:nvSpPr>
        <p:spPr>
          <a:xfrm>
            <a:off x="3436350" y="3074058"/>
            <a:ext cx="22713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7872" name="Google Shape;7872;p30"/>
          <p:cNvSpPr txBox="1"/>
          <p:nvPr>
            <p:ph idx="6" type="title"/>
          </p:nvPr>
        </p:nvSpPr>
        <p:spPr>
          <a:xfrm>
            <a:off x="720000" y="337185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7873" name="Google Shape;7873;p30"/>
          <p:cNvSpPr txBox="1"/>
          <p:nvPr>
            <p:ph idx="7" type="title"/>
          </p:nvPr>
        </p:nvSpPr>
        <p:spPr>
          <a:xfrm>
            <a:off x="6159496" y="2859750"/>
            <a:ext cx="22728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7874" name="Google Shape;7874;p30"/>
          <p:cNvSpPr txBox="1"/>
          <p:nvPr>
            <p:ph hasCustomPrompt="1" idx="8" type="title"/>
          </p:nvPr>
        </p:nvSpPr>
        <p:spPr>
          <a:xfrm>
            <a:off x="6916396" y="1802850"/>
            <a:ext cx="759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875" name="Google Shape;7875;p30"/>
          <p:cNvSpPr txBox="1"/>
          <p:nvPr>
            <p:ph idx="9" type="subTitle"/>
          </p:nvPr>
        </p:nvSpPr>
        <p:spPr>
          <a:xfrm>
            <a:off x="6160246" y="3074058"/>
            <a:ext cx="22713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grpSp>
        <p:nvGrpSpPr>
          <p:cNvPr id="7876" name="Google Shape;7876;p30"/>
          <p:cNvGrpSpPr/>
          <p:nvPr/>
        </p:nvGrpSpPr>
        <p:grpSpPr>
          <a:xfrm>
            <a:off x="8424000" y="1322517"/>
            <a:ext cx="679382" cy="871990"/>
            <a:chOff x="8619938" y="2813305"/>
            <a:chExt cx="679382" cy="871990"/>
          </a:xfrm>
        </p:grpSpPr>
        <p:sp>
          <p:nvSpPr>
            <p:cNvPr id="7877" name="Google Shape;7877;p30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30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30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30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30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30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30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30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30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30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30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30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30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30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30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30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30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30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30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30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30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30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30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30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30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30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30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30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05" name="Google Shape;7905;p30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7906" name="Google Shape;7906;p30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7" name="Google Shape;7907;p30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08" name="Google Shape;7908;p30"/>
          <p:cNvGrpSpPr/>
          <p:nvPr/>
        </p:nvGrpSpPr>
        <p:grpSpPr>
          <a:xfrm rot="9596373">
            <a:off x="-25477" y="427234"/>
            <a:ext cx="679359" cy="871961"/>
            <a:chOff x="8619938" y="2813305"/>
            <a:chExt cx="679382" cy="871990"/>
          </a:xfrm>
        </p:grpSpPr>
        <p:sp>
          <p:nvSpPr>
            <p:cNvPr id="7909" name="Google Shape;7909;p30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30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30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30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30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30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30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30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30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30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30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30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30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30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30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30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30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30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30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30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30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30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30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30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30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30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30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30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37" name="Google Shape;7937;p30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7938" name="Google Shape;7938;p30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9" name="Google Shape;7939;p30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40" name="Google Shape;7940;p30"/>
          <p:cNvGrpSpPr/>
          <p:nvPr/>
        </p:nvGrpSpPr>
        <p:grpSpPr>
          <a:xfrm flipH="1" rot="-7564507">
            <a:off x="7901328" y="4226458"/>
            <a:ext cx="1294629" cy="1350947"/>
            <a:chOff x="8465725" y="2863051"/>
            <a:chExt cx="1956212" cy="2041561"/>
          </a:xfrm>
        </p:grpSpPr>
        <p:sp>
          <p:nvSpPr>
            <p:cNvPr id="7941" name="Google Shape;7941;p30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30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30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30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30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30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30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30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30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30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30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30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30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30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30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30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30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30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30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30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30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30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30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30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30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30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30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30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30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30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30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30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30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30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30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30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30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30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30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30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30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30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30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30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">
    <p:spTree>
      <p:nvGrpSpPr>
        <p:cNvPr id="7985" name="Shape 7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86" name="Google Shape;7986;p31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7987" name="Google Shape;7987;p31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31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31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31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31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31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31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31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31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31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31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31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31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31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31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31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31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31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31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31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31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31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31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31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31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31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31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31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31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31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31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31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31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31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31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31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31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31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31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31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31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31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31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31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31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31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31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31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31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31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31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31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31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31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31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31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31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31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31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31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31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31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31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31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31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31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31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31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31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31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31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31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31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31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31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31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31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31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31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31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31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31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31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31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31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31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31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31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31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31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31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31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31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31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31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31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31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31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31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31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31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31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31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31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31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31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31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31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31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31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31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31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31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31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31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31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31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4" name="Google Shape;8104;p31"/>
          <p:cNvSpPr/>
          <p:nvPr/>
        </p:nvSpPr>
        <p:spPr>
          <a:xfrm rot="-5400000">
            <a:off x="2302741" y="-680239"/>
            <a:ext cx="4538517" cy="6503979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5" name="Google Shape;8105;p31"/>
          <p:cNvSpPr txBox="1"/>
          <p:nvPr>
            <p:ph type="title"/>
          </p:nvPr>
        </p:nvSpPr>
        <p:spPr>
          <a:xfrm>
            <a:off x="1892250" y="576050"/>
            <a:ext cx="5355600" cy="1097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7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8106" name="Google Shape;8106;p31"/>
          <p:cNvSpPr txBox="1"/>
          <p:nvPr>
            <p:ph idx="1" type="subTitle"/>
          </p:nvPr>
        </p:nvSpPr>
        <p:spPr>
          <a:xfrm>
            <a:off x="1892250" y="1674598"/>
            <a:ext cx="53595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8107" name="Google Shape;8107;p31"/>
          <p:cNvGrpSpPr/>
          <p:nvPr/>
        </p:nvGrpSpPr>
        <p:grpSpPr>
          <a:xfrm>
            <a:off x="8161488" y="-117259"/>
            <a:ext cx="1363145" cy="1433258"/>
            <a:chOff x="8529150" y="-173700"/>
            <a:chExt cx="1669089" cy="1754724"/>
          </a:xfrm>
        </p:grpSpPr>
        <p:sp>
          <p:nvSpPr>
            <p:cNvPr id="8108" name="Google Shape;8108;p31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31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31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31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31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31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31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31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31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31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31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31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31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31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31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31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31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31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31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31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31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31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31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31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31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31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31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31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31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31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31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31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31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31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31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31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31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31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31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31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31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31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0" name="Google Shape;8150;p31"/>
          <p:cNvGrpSpPr/>
          <p:nvPr/>
        </p:nvGrpSpPr>
        <p:grpSpPr>
          <a:xfrm>
            <a:off x="-184950" y="4376725"/>
            <a:ext cx="898165" cy="766770"/>
            <a:chOff x="-252625" y="2918525"/>
            <a:chExt cx="898165" cy="766770"/>
          </a:xfrm>
        </p:grpSpPr>
        <p:sp>
          <p:nvSpPr>
            <p:cNvPr id="8151" name="Google Shape;8151;p31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31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31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31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31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31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31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31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31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31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31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31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31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31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31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31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31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31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31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31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31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31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31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31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31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31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31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31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31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31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31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31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31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31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31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31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7" name="Google Shape;8187;p31"/>
          <p:cNvGrpSpPr/>
          <p:nvPr/>
        </p:nvGrpSpPr>
        <p:grpSpPr>
          <a:xfrm>
            <a:off x="45463" y="-42262"/>
            <a:ext cx="925639" cy="688028"/>
            <a:chOff x="8588925" y="2091476"/>
            <a:chExt cx="925639" cy="688028"/>
          </a:xfrm>
        </p:grpSpPr>
        <p:sp>
          <p:nvSpPr>
            <p:cNvPr id="8188" name="Google Shape;8188;p31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31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31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31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31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31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31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31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31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31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31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31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31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31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2" name="Google Shape;8202;p31"/>
          <p:cNvGrpSpPr/>
          <p:nvPr/>
        </p:nvGrpSpPr>
        <p:grpSpPr>
          <a:xfrm>
            <a:off x="7939200" y="3677975"/>
            <a:ext cx="1436750" cy="1718156"/>
            <a:chOff x="3853575" y="-2474775"/>
            <a:chExt cx="1436750" cy="1718156"/>
          </a:xfrm>
        </p:grpSpPr>
        <p:sp>
          <p:nvSpPr>
            <p:cNvPr id="8203" name="Google Shape;8203;p31"/>
            <p:cNvSpPr/>
            <p:nvPr/>
          </p:nvSpPr>
          <p:spPr>
            <a:xfrm>
              <a:off x="3873611" y="-1465718"/>
              <a:ext cx="573999" cy="351203"/>
            </a:xfrm>
            <a:custGeom>
              <a:rect b="b" l="l" r="r" t="t"/>
              <a:pathLst>
                <a:path extrusionOk="0" h="9343" w="15270">
                  <a:moveTo>
                    <a:pt x="9205" y="0"/>
                  </a:moveTo>
                  <a:lnTo>
                    <a:pt x="8988" y="20"/>
                  </a:lnTo>
                  <a:lnTo>
                    <a:pt x="8751" y="79"/>
                  </a:lnTo>
                  <a:lnTo>
                    <a:pt x="8514" y="178"/>
                  </a:lnTo>
                  <a:lnTo>
                    <a:pt x="8277" y="316"/>
                  </a:lnTo>
                  <a:lnTo>
                    <a:pt x="8040" y="454"/>
                  </a:lnTo>
                  <a:lnTo>
                    <a:pt x="7783" y="632"/>
                  </a:lnTo>
                  <a:lnTo>
                    <a:pt x="7309" y="1008"/>
                  </a:lnTo>
                  <a:lnTo>
                    <a:pt x="6855" y="1363"/>
                  </a:lnTo>
                  <a:lnTo>
                    <a:pt x="6420" y="1699"/>
                  </a:lnTo>
                  <a:lnTo>
                    <a:pt x="6223" y="1817"/>
                  </a:lnTo>
                  <a:lnTo>
                    <a:pt x="6025" y="1916"/>
                  </a:lnTo>
                  <a:lnTo>
                    <a:pt x="5867" y="1975"/>
                  </a:lnTo>
                  <a:lnTo>
                    <a:pt x="5709" y="1995"/>
                  </a:lnTo>
                  <a:lnTo>
                    <a:pt x="5551" y="1975"/>
                  </a:lnTo>
                  <a:lnTo>
                    <a:pt x="5354" y="1916"/>
                  </a:lnTo>
                  <a:lnTo>
                    <a:pt x="4840" y="1778"/>
                  </a:lnTo>
                  <a:lnTo>
                    <a:pt x="4228" y="1600"/>
                  </a:lnTo>
                  <a:lnTo>
                    <a:pt x="3576" y="1363"/>
                  </a:lnTo>
                  <a:lnTo>
                    <a:pt x="2312" y="968"/>
                  </a:lnTo>
                  <a:lnTo>
                    <a:pt x="1798" y="810"/>
                  </a:lnTo>
                  <a:lnTo>
                    <a:pt x="1581" y="770"/>
                  </a:lnTo>
                  <a:lnTo>
                    <a:pt x="1423" y="751"/>
                  </a:lnTo>
                  <a:lnTo>
                    <a:pt x="1028" y="751"/>
                  </a:lnTo>
                  <a:lnTo>
                    <a:pt x="831" y="790"/>
                  </a:lnTo>
                  <a:lnTo>
                    <a:pt x="633" y="869"/>
                  </a:lnTo>
                  <a:lnTo>
                    <a:pt x="455" y="968"/>
                  </a:lnTo>
                  <a:lnTo>
                    <a:pt x="317" y="1106"/>
                  </a:lnTo>
                  <a:lnTo>
                    <a:pt x="238" y="1185"/>
                  </a:lnTo>
                  <a:lnTo>
                    <a:pt x="179" y="1284"/>
                  </a:lnTo>
                  <a:lnTo>
                    <a:pt x="139" y="1383"/>
                  </a:lnTo>
                  <a:lnTo>
                    <a:pt x="100" y="1501"/>
                  </a:lnTo>
                  <a:lnTo>
                    <a:pt x="60" y="1699"/>
                  </a:lnTo>
                  <a:lnTo>
                    <a:pt x="21" y="1877"/>
                  </a:lnTo>
                  <a:lnTo>
                    <a:pt x="1" y="2054"/>
                  </a:lnTo>
                  <a:lnTo>
                    <a:pt x="1" y="2232"/>
                  </a:lnTo>
                  <a:lnTo>
                    <a:pt x="21" y="2410"/>
                  </a:lnTo>
                  <a:lnTo>
                    <a:pt x="60" y="2568"/>
                  </a:lnTo>
                  <a:lnTo>
                    <a:pt x="139" y="2726"/>
                  </a:lnTo>
                  <a:lnTo>
                    <a:pt x="238" y="2884"/>
                  </a:lnTo>
                  <a:lnTo>
                    <a:pt x="356" y="3002"/>
                  </a:lnTo>
                  <a:lnTo>
                    <a:pt x="495" y="3121"/>
                  </a:lnTo>
                  <a:lnTo>
                    <a:pt x="653" y="3239"/>
                  </a:lnTo>
                  <a:lnTo>
                    <a:pt x="1008" y="3477"/>
                  </a:lnTo>
                  <a:lnTo>
                    <a:pt x="1403" y="3674"/>
                  </a:lnTo>
                  <a:lnTo>
                    <a:pt x="1798" y="3852"/>
                  </a:lnTo>
                  <a:lnTo>
                    <a:pt x="1937" y="3911"/>
                  </a:lnTo>
                  <a:lnTo>
                    <a:pt x="1996" y="3931"/>
                  </a:lnTo>
                  <a:lnTo>
                    <a:pt x="2766" y="4207"/>
                  </a:lnTo>
                  <a:lnTo>
                    <a:pt x="3300" y="4385"/>
                  </a:lnTo>
                  <a:lnTo>
                    <a:pt x="3616" y="4464"/>
                  </a:lnTo>
                  <a:lnTo>
                    <a:pt x="3714" y="4484"/>
                  </a:lnTo>
                  <a:lnTo>
                    <a:pt x="3793" y="4622"/>
                  </a:lnTo>
                  <a:lnTo>
                    <a:pt x="4011" y="4918"/>
                  </a:lnTo>
                  <a:lnTo>
                    <a:pt x="4169" y="5116"/>
                  </a:lnTo>
                  <a:lnTo>
                    <a:pt x="4366" y="5313"/>
                  </a:lnTo>
                  <a:lnTo>
                    <a:pt x="4564" y="5531"/>
                  </a:lnTo>
                  <a:lnTo>
                    <a:pt x="4801" y="5709"/>
                  </a:lnTo>
                  <a:lnTo>
                    <a:pt x="5038" y="5886"/>
                  </a:lnTo>
                  <a:lnTo>
                    <a:pt x="5275" y="6005"/>
                  </a:lnTo>
                  <a:lnTo>
                    <a:pt x="5512" y="6104"/>
                  </a:lnTo>
                  <a:lnTo>
                    <a:pt x="5709" y="6163"/>
                  </a:lnTo>
                  <a:lnTo>
                    <a:pt x="6025" y="6242"/>
                  </a:lnTo>
                  <a:lnTo>
                    <a:pt x="6144" y="6262"/>
                  </a:lnTo>
                  <a:lnTo>
                    <a:pt x="6164" y="6400"/>
                  </a:lnTo>
                  <a:lnTo>
                    <a:pt x="6183" y="6578"/>
                  </a:lnTo>
                  <a:lnTo>
                    <a:pt x="6262" y="6775"/>
                  </a:lnTo>
                  <a:lnTo>
                    <a:pt x="6341" y="6992"/>
                  </a:lnTo>
                  <a:lnTo>
                    <a:pt x="6480" y="7210"/>
                  </a:lnTo>
                  <a:lnTo>
                    <a:pt x="6578" y="7308"/>
                  </a:lnTo>
                  <a:lnTo>
                    <a:pt x="6677" y="7407"/>
                  </a:lnTo>
                  <a:lnTo>
                    <a:pt x="6796" y="7506"/>
                  </a:lnTo>
                  <a:lnTo>
                    <a:pt x="6914" y="7585"/>
                  </a:lnTo>
                  <a:lnTo>
                    <a:pt x="7309" y="7802"/>
                  </a:lnTo>
                  <a:lnTo>
                    <a:pt x="7605" y="7921"/>
                  </a:lnTo>
                  <a:lnTo>
                    <a:pt x="7783" y="7980"/>
                  </a:lnTo>
                  <a:lnTo>
                    <a:pt x="7862" y="7980"/>
                  </a:lnTo>
                  <a:lnTo>
                    <a:pt x="7961" y="8138"/>
                  </a:lnTo>
                  <a:lnTo>
                    <a:pt x="8080" y="8296"/>
                  </a:lnTo>
                  <a:lnTo>
                    <a:pt x="8218" y="8474"/>
                  </a:lnTo>
                  <a:lnTo>
                    <a:pt x="8415" y="8671"/>
                  </a:lnTo>
                  <a:lnTo>
                    <a:pt x="8613" y="8849"/>
                  </a:lnTo>
                  <a:lnTo>
                    <a:pt x="8830" y="9007"/>
                  </a:lnTo>
                  <a:lnTo>
                    <a:pt x="8949" y="9066"/>
                  </a:lnTo>
                  <a:lnTo>
                    <a:pt x="9067" y="9106"/>
                  </a:lnTo>
                  <a:lnTo>
                    <a:pt x="9541" y="9205"/>
                  </a:lnTo>
                  <a:lnTo>
                    <a:pt x="10015" y="9284"/>
                  </a:lnTo>
                  <a:lnTo>
                    <a:pt x="10489" y="9343"/>
                  </a:lnTo>
                  <a:lnTo>
                    <a:pt x="11398" y="9343"/>
                  </a:lnTo>
                  <a:lnTo>
                    <a:pt x="11813" y="9303"/>
                  </a:lnTo>
                  <a:lnTo>
                    <a:pt x="12208" y="9264"/>
                  </a:lnTo>
                  <a:lnTo>
                    <a:pt x="12583" y="9185"/>
                  </a:lnTo>
                  <a:lnTo>
                    <a:pt x="12938" y="9126"/>
                  </a:lnTo>
                  <a:lnTo>
                    <a:pt x="13235" y="9047"/>
                  </a:lnTo>
                  <a:lnTo>
                    <a:pt x="13748" y="8889"/>
                  </a:lnTo>
                  <a:lnTo>
                    <a:pt x="14064" y="8790"/>
                  </a:lnTo>
                  <a:lnTo>
                    <a:pt x="14183" y="8731"/>
                  </a:lnTo>
                  <a:lnTo>
                    <a:pt x="15269" y="869"/>
                  </a:lnTo>
                  <a:lnTo>
                    <a:pt x="14479" y="731"/>
                  </a:lnTo>
                  <a:lnTo>
                    <a:pt x="12682" y="454"/>
                  </a:lnTo>
                  <a:lnTo>
                    <a:pt x="11635" y="296"/>
                  </a:lnTo>
                  <a:lnTo>
                    <a:pt x="10647" y="158"/>
                  </a:lnTo>
                  <a:lnTo>
                    <a:pt x="9798" y="59"/>
                  </a:lnTo>
                  <a:lnTo>
                    <a:pt x="920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31"/>
            <p:cNvSpPr/>
            <p:nvPr/>
          </p:nvSpPr>
          <p:spPr>
            <a:xfrm>
              <a:off x="4013224" y="-1297197"/>
              <a:ext cx="118822" cy="26050"/>
            </a:xfrm>
            <a:custGeom>
              <a:rect b="b" l="l" r="r" t="t"/>
              <a:pathLst>
                <a:path extrusionOk="0" h="693" w="3161">
                  <a:moveTo>
                    <a:pt x="0" y="1"/>
                  </a:moveTo>
                  <a:lnTo>
                    <a:pt x="158" y="258"/>
                  </a:lnTo>
                  <a:lnTo>
                    <a:pt x="1620" y="554"/>
                  </a:lnTo>
                  <a:lnTo>
                    <a:pt x="1896" y="613"/>
                  </a:lnTo>
                  <a:lnTo>
                    <a:pt x="2153" y="633"/>
                  </a:lnTo>
                  <a:lnTo>
                    <a:pt x="2647" y="672"/>
                  </a:lnTo>
                  <a:lnTo>
                    <a:pt x="3003" y="692"/>
                  </a:lnTo>
                  <a:lnTo>
                    <a:pt x="3161" y="692"/>
                  </a:lnTo>
                  <a:lnTo>
                    <a:pt x="2904" y="613"/>
                  </a:lnTo>
                  <a:lnTo>
                    <a:pt x="2568" y="554"/>
                  </a:lnTo>
                  <a:lnTo>
                    <a:pt x="2074" y="495"/>
                  </a:lnTo>
                  <a:lnTo>
                    <a:pt x="1758" y="435"/>
                  </a:lnTo>
                  <a:lnTo>
                    <a:pt x="1403" y="376"/>
                  </a:lnTo>
                  <a:lnTo>
                    <a:pt x="731" y="2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31"/>
            <p:cNvSpPr/>
            <p:nvPr/>
          </p:nvSpPr>
          <p:spPr>
            <a:xfrm>
              <a:off x="4103067" y="-1230360"/>
              <a:ext cx="60896" cy="10450"/>
            </a:xfrm>
            <a:custGeom>
              <a:rect b="b" l="l" r="r" t="t"/>
              <a:pathLst>
                <a:path extrusionOk="0" h="278" w="1620">
                  <a:moveTo>
                    <a:pt x="40" y="1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20" y="178"/>
                  </a:lnTo>
                  <a:lnTo>
                    <a:pt x="40" y="218"/>
                  </a:lnTo>
                  <a:lnTo>
                    <a:pt x="79" y="238"/>
                  </a:lnTo>
                  <a:lnTo>
                    <a:pt x="178" y="257"/>
                  </a:lnTo>
                  <a:lnTo>
                    <a:pt x="356" y="277"/>
                  </a:lnTo>
                  <a:lnTo>
                    <a:pt x="889" y="277"/>
                  </a:lnTo>
                  <a:lnTo>
                    <a:pt x="1620" y="257"/>
                  </a:lnTo>
                  <a:lnTo>
                    <a:pt x="1264" y="218"/>
                  </a:lnTo>
                  <a:lnTo>
                    <a:pt x="929" y="178"/>
                  </a:lnTo>
                  <a:lnTo>
                    <a:pt x="514" y="99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31"/>
            <p:cNvSpPr/>
            <p:nvPr/>
          </p:nvSpPr>
          <p:spPr>
            <a:xfrm>
              <a:off x="4169152" y="-1165779"/>
              <a:ext cx="41612" cy="11202"/>
            </a:xfrm>
            <a:custGeom>
              <a:rect b="b" l="l" r="r" t="t"/>
              <a:pathLst>
                <a:path extrusionOk="0" h="298" w="1107">
                  <a:moveTo>
                    <a:pt x="0" y="1"/>
                  </a:moveTo>
                  <a:lnTo>
                    <a:pt x="40" y="120"/>
                  </a:lnTo>
                  <a:lnTo>
                    <a:pt x="99" y="199"/>
                  </a:lnTo>
                  <a:lnTo>
                    <a:pt x="138" y="278"/>
                  </a:lnTo>
                  <a:lnTo>
                    <a:pt x="218" y="297"/>
                  </a:lnTo>
                  <a:lnTo>
                    <a:pt x="356" y="278"/>
                  </a:lnTo>
                  <a:lnTo>
                    <a:pt x="711" y="199"/>
                  </a:lnTo>
                  <a:lnTo>
                    <a:pt x="1047" y="100"/>
                  </a:lnTo>
                  <a:lnTo>
                    <a:pt x="1106" y="60"/>
                  </a:lnTo>
                  <a:lnTo>
                    <a:pt x="1087" y="40"/>
                  </a:lnTo>
                  <a:lnTo>
                    <a:pt x="455" y="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31"/>
            <p:cNvSpPr/>
            <p:nvPr/>
          </p:nvSpPr>
          <p:spPr>
            <a:xfrm>
              <a:off x="3882520" y="-1393693"/>
              <a:ext cx="75030" cy="75030"/>
            </a:xfrm>
            <a:custGeom>
              <a:rect b="b" l="l" r="r" t="t"/>
              <a:pathLst>
                <a:path extrusionOk="0" h="1996" w="1996">
                  <a:moveTo>
                    <a:pt x="376" y="0"/>
                  </a:moveTo>
                  <a:lnTo>
                    <a:pt x="1" y="968"/>
                  </a:lnTo>
                  <a:lnTo>
                    <a:pt x="119" y="1086"/>
                  </a:lnTo>
                  <a:lnTo>
                    <a:pt x="416" y="198"/>
                  </a:lnTo>
                  <a:lnTo>
                    <a:pt x="1048" y="494"/>
                  </a:lnTo>
                  <a:lnTo>
                    <a:pt x="1502" y="731"/>
                  </a:lnTo>
                  <a:lnTo>
                    <a:pt x="1680" y="830"/>
                  </a:lnTo>
                  <a:lnTo>
                    <a:pt x="1779" y="909"/>
                  </a:lnTo>
                  <a:lnTo>
                    <a:pt x="1798" y="968"/>
                  </a:lnTo>
                  <a:lnTo>
                    <a:pt x="1838" y="1067"/>
                  </a:lnTo>
                  <a:lnTo>
                    <a:pt x="1838" y="1146"/>
                  </a:lnTo>
                  <a:lnTo>
                    <a:pt x="1838" y="1264"/>
                  </a:lnTo>
                  <a:lnTo>
                    <a:pt x="1798" y="1482"/>
                  </a:lnTo>
                  <a:lnTo>
                    <a:pt x="1719" y="1719"/>
                  </a:lnTo>
                  <a:lnTo>
                    <a:pt x="1640" y="1857"/>
                  </a:lnTo>
                  <a:lnTo>
                    <a:pt x="1561" y="1936"/>
                  </a:lnTo>
                  <a:lnTo>
                    <a:pt x="1700" y="1995"/>
                  </a:lnTo>
                  <a:lnTo>
                    <a:pt x="1779" y="1896"/>
                  </a:lnTo>
                  <a:lnTo>
                    <a:pt x="1838" y="1738"/>
                  </a:lnTo>
                  <a:lnTo>
                    <a:pt x="1897" y="1580"/>
                  </a:lnTo>
                  <a:lnTo>
                    <a:pt x="1956" y="1402"/>
                  </a:lnTo>
                  <a:lnTo>
                    <a:pt x="1976" y="1244"/>
                  </a:lnTo>
                  <a:lnTo>
                    <a:pt x="1996" y="1067"/>
                  </a:lnTo>
                  <a:lnTo>
                    <a:pt x="1956" y="928"/>
                  </a:lnTo>
                  <a:lnTo>
                    <a:pt x="1937" y="869"/>
                  </a:lnTo>
                  <a:lnTo>
                    <a:pt x="1897" y="810"/>
                  </a:lnTo>
                  <a:lnTo>
                    <a:pt x="1798" y="711"/>
                  </a:lnTo>
                  <a:lnTo>
                    <a:pt x="1640" y="593"/>
                  </a:lnTo>
                  <a:lnTo>
                    <a:pt x="1463" y="494"/>
                  </a:lnTo>
                  <a:lnTo>
                    <a:pt x="1285" y="395"/>
                  </a:lnTo>
                  <a:lnTo>
                    <a:pt x="989" y="257"/>
                  </a:lnTo>
                  <a:lnTo>
                    <a:pt x="870" y="217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31"/>
            <p:cNvSpPr/>
            <p:nvPr/>
          </p:nvSpPr>
          <p:spPr>
            <a:xfrm>
              <a:off x="4047357" y="-2278023"/>
              <a:ext cx="1045453" cy="331920"/>
            </a:xfrm>
            <a:custGeom>
              <a:rect b="b" l="l" r="r" t="t"/>
              <a:pathLst>
                <a:path extrusionOk="0" h="8830" w="27812">
                  <a:moveTo>
                    <a:pt x="9581" y="0"/>
                  </a:moveTo>
                  <a:lnTo>
                    <a:pt x="9363" y="40"/>
                  </a:lnTo>
                  <a:lnTo>
                    <a:pt x="9166" y="60"/>
                  </a:lnTo>
                  <a:lnTo>
                    <a:pt x="8988" y="119"/>
                  </a:lnTo>
                  <a:lnTo>
                    <a:pt x="8830" y="178"/>
                  </a:lnTo>
                  <a:lnTo>
                    <a:pt x="8692" y="237"/>
                  </a:lnTo>
                  <a:lnTo>
                    <a:pt x="8573" y="297"/>
                  </a:lnTo>
                  <a:lnTo>
                    <a:pt x="8396" y="435"/>
                  </a:lnTo>
                  <a:lnTo>
                    <a:pt x="8277" y="553"/>
                  </a:lnTo>
                  <a:lnTo>
                    <a:pt x="8178" y="692"/>
                  </a:lnTo>
                  <a:lnTo>
                    <a:pt x="8099" y="672"/>
                  </a:lnTo>
                  <a:lnTo>
                    <a:pt x="7862" y="672"/>
                  </a:lnTo>
                  <a:lnTo>
                    <a:pt x="7507" y="692"/>
                  </a:lnTo>
                  <a:lnTo>
                    <a:pt x="7309" y="731"/>
                  </a:lnTo>
                  <a:lnTo>
                    <a:pt x="7092" y="771"/>
                  </a:lnTo>
                  <a:lnTo>
                    <a:pt x="6875" y="830"/>
                  </a:lnTo>
                  <a:lnTo>
                    <a:pt x="6638" y="929"/>
                  </a:lnTo>
                  <a:lnTo>
                    <a:pt x="6401" y="1027"/>
                  </a:lnTo>
                  <a:lnTo>
                    <a:pt x="6183" y="1166"/>
                  </a:lnTo>
                  <a:lnTo>
                    <a:pt x="5966" y="1324"/>
                  </a:lnTo>
                  <a:lnTo>
                    <a:pt x="5749" y="1521"/>
                  </a:lnTo>
                  <a:lnTo>
                    <a:pt x="5571" y="1758"/>
                  </a:lnTo>
                  <a:lnTo>
                    <a:pt x="5413" y="2035"/>
                  </a:lnTo>
                  <a:lnTo>
                    <a:pt x="5354" y="2035"/>
                  </a:lnTo>
                  <a:lnTo>
                    <a:pt x="5196" y="2074"/>
                  </a:lnTo>
                  <a:lnTo>
                    <a:pt x="4959" y="2153"/>
                  </a:lnTo>
                  <a:lnTo>
                    <a:pt x="4820" y="2213"/>
                  </a:lnTo>
                  <a:lnTo>
                    <a:pt x="4662" y="2292"/>
                  </a:lnTo>
                  <a:lnTo>
                    <a:pt x="4504" y="2390"/>
                  </a:lnTo>
                  <a:lnTo>
                    <a:pt x="4346" y="2509"/>
                  </a:lnTo>
                  <a:lnTo>
                    <a:pt x="4169" y="2647"/>
                  </a:lnTo>
                  <a:lnTo>
                    <a:pt x="3991" y="2825"/>
                  </a:lnTo>
                  <a:lnTo>
                    <a:pt x="3813" y="3022"/>
                  </a:lnTo>
                  <a:lnTo>
                    <a:pt x="3655" y="3259"/>
                  </a:lnTo>
                  <a:lnTo>
                    <a:pt x="3497" y="3536"/>
                  </a:lnTo>
                  <a:lnTo>
                    <a:pt x="3339" y="3832"/>
                  </a:lnTo>
                  <a:lnTo>
                    <a:pt x="2983" y="3813"/>
                  </a:lnTo>
                  <a:lnTo>
                    <a:pt x="2628" y="3793"/>
                  </a:lnTo>
                  <a:lnTo>
                    <a:pt x="2174" y="3813"/>
                  </a:lnTo>
                  <a:lnTo>
                    <a:pt x="1937" y="3832"/>
                  </a:lnTo>
                  <a:lnTo>
                    <a:pt x="1680" y="3872"/>
                  </a:lnTo>
                  <a:lnTo>
                    <a:pt x="1443" y="3931"/>
                  </a:lnTo>
                  <a:lnTo>
                    <a:pt x="1206" y="3990"/>
                  </a:lnTo>
                  <a:lnTo>
                    <a:pt x="969" y="4069"/>
                  </a:lnTo>
                  <a:lnTo>
                    <a:pt x="751" y="4168"/>
                  </a:lnTo>
                  <a:lnTo>
                    <a:pt x="554" y="4306"/>
                  </a:lnTo>
                  <a:lnTo>
                    <a:pt x="376" y="4445"/>
                  </a:lnTo>
                  <a:lnTo>
                    <a:pt x="238" y="4603"/>
                  </a:lnTo>
                  <a:lnTo>
                    <a:pt x="139" y="4780"/>
                  </a:lnTo>
                  <a:lnTo>
                    <a:pt x="60" y="4938"/>
                  </a:lnTo>
                  <a:lnTo>
                    <a:pt x="21" y="5096"/>
                  </a:lnTo>
                  <a:lnTo>
                    <a:pt x="1" y="5254"/>
                  </a:lnTo>
                  <a:lnTo>
                    <a:pt x="1" y="5393"/>
                  </a:lnTo>
                  <a:lnTo>
                    <a:pt x="40" y="5551"/>
                  </a:lnTo>
                  <a:lnTo>
                    <a:pt x="80" y="5669"/>
                  </a:lnTo>
                  <a:lnTo>
                    <a:pt x="159" y="5807"/>
                  </a:lnTo>
                  <a:lnTo>
                    <a:pt x="238" y="5906"/>
                  </a:lnTo>
                  <a:lnTo>
                    <a:pt x="337" y="6005"/>
                  </a:lnTo>
                  <a:lnTo>
                    <a:pt x="435" y="6104"/>
                  </a:lnTo>
                  <a:lnTo>
                    <a:pt x="534" y="6163"/>
                  </a:lnTo>
                  <a:lnTo>
                    <a:pt x="653" y="6203"/>
                  </a:lnTo>
                  <a:lnTo>
                    <a:pt x="751" y="6242"/>
                  </a:lnTo>
                  <a:lnTo>
                    <a:pt x="870" y="6242"/>
                  </a:lnTo>
                  <a:lnTo>
                    <a:pt x="1265" y="6262"/>
                  </a:lnTo>
                  <a:lnTo>
                    <a:pt x="1937" y="6321"/>
                  </a:lnTo>
                  <a:lnTo>
                    <a:pt x="3813" y="6479"/>
                  </a:lnTo>
                  <a:lnTo>
                    <a:pt x="5808" y="6677"/>
                  </a:lnTo>
                  <a:lnTo>
                    <a:pt x="6598" y="6756"/>
                  </a:lnTo>
                  <a:lnTo>
                    <a:pt x="7171" y="6835"/>
                  </a:lnTo>
                  <a:lnTo>
                    <a:pt x="7388" y="6894"/>
                  </a:lnTo>
                  <a:lnTo>
                    <a:pt x="7625" y="6973"/>
                  </a:lnTo>
                  <a:lnTo>
                    <a:pt x="8198" y="7170"/>
                  </a:lnTo>
                  <a:lnTo>
                    <a:pt x="8810" y="7427"/>
                  </a:lnTo>
                  <a:lnTo>
                    <a:pt x="9482" y="7704"/>
                  </a:lnTo>
                  <a:lnTo>
                    <a:pt x="10134" y="7980"/>
                  </a:lnTo>
                  <a:lnTo>
                    <a:pt x="10766" y="8217"/>
                  </a:lnTo>
                  <a:lnTo>
                    <a:pt x="11062" y="8316"/>
                  </a:lnTo>
                  <a:lnTo>
                    <a:pt x="11319" y="8395"/>
                  </a:lnTo>
                  <a:lnTo>
                    <a:pt x="11576" y="8434"/>
                  </a:lnTo>
                  <a:lnTo>
                    <a:pt x="11793" y="8454"/>
                  </a:lnTo>
                  <a:lnTo>
                    <a:pt x="16336" y="8593"/>
                  </a:lnTo>
                  <a:lnTo>
                    <a:pt x="17837" y="8632"/>
                  </a:lnTo>
                  <a:lnTo>
                    <a:pt x="24493" y="8790"/>
                  </a:lnTo>
                  <a:lnTo>
                    <a:pt x="26864" y="8830"/>
                  </a:lnTo>
                  <a:lnTo>
                    <a:pt x="27555" y="8830"/>
                  </a:lnTo>
                  <a:lnTo>
                    <a:pt x="27812" y="8810"/>
                  </a:lnTo>
                  <a:lnTo>
                    <a:pt x="27792" y="8691"/>
                  </a:lnTo>
                  <a:lnTo>
                    <a:pt x="27654" y="8415"/>
                  </a:lnTo>
                  <a:lnTo>
                    <a:pt x="27199" y="7427"/>
                  </a:lnTo>
                  <a:lnTo>
                    <a:pt x="25758" y="4484"/>
                  </a:lnTo>
                  <a:lnTo>
                    <a:pt x="23644" y="257"/>
                  </a:lnTo>
                  <a:lnTo>
                    <a:pt x="16178" y="771"/>
                  </a:lnTo>
                  <a:lnTo>
                    <a:pt x="16138" y="771"/>
                  </a:lnTo>
                  <a:lnTo>
                    <a:pt x="16099" y="790"/>
                  </a:lnTo>
                  <a:lnTo>
                    <a:pt x="15309" y="830"/>
                  </a:lnTo>
                  <a:lnTo>
                    <a:pt x="13985" y="929"/>
                  </a:lnTo>
                  <a:lnTo>
                    <a:pt x="13590" y="810"/>
                  </a:lnTo>
                  <a:lnTo>
                    <a:pt x="12583" y="514"/>
                  </a:lnTo>
                  <a:lnTo>
                    <a:pt x="11951" y="356"/>
                  </a:lnTo>
                  <a:lnTo>
                    <a:pt x="11299" y="218"/>
                  </a:lnTo>
                  <a:lnTo>
                    <a:pt x="10667" y="99"/>
                  </a:lnTo>
                  <a:lnTo>
                    <a:pt x="10074" y="20"/>
                  </a:lnTo>
                  <a:lnTo>
                    <a:pt x="9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31"/>
            <p:cNvSpPr/>
            <p:nvPr/>
          </p:nvSpPr>
          <p:spPr>
            <a:xfrm>
              <a:off x="4160957" y="-2074580"/>
              <a:ext cx="235426" cy="66873"/>
            </a:xfrm>
            <a:custGeom>
              <a:rect b="b" l="l" r="r" t="t"/>
              <a:pathLst>
                <a:path extrusionOk="0" h="1779" w="6263">
                  <a:moveTo>
                    <a:pt x="1482" y="0"/>
                  </a:moveTo>
                  <a:lnTo>
                    <a:pt x="1305" y="40"/>
                  </a:lnTo>
                  <a:lnTo>
                    <a:pt x="1127" y="79"/>
                  </a:lnTo>
                  <a:lnTo>
                    <a:pt x="969" y="139"/>
                  </a:lnTo>
                  <a:lnTo>
                    <a:pt x="831" y="198"/>
                  </a:lnTo>
                  <a:lnTo>
                    <a:pt x="712" y="297"/>
                  </a:lnTo>
                  <a:lnTo>
                    <a:pt x="495" y="494"/>
                  </a:lnTo>
                  <a:lnTo>
                    <a:pt x="317" y="672"/>
                  </a:lnTo>
                  <a:lnTo>
                    <a:pt x="198" y="850"/>
                  </a:lnTo>
                  <a:lnTo>
                    <a:pt x="119" y="1008"/>
                  </a:lnTo>
                  <a:lnTo>
                    <a:pt x="40" y="1126"/>
                  </a:lnTo>
                  <a:lnTo>
                    <a:pt x="21" y="1225"/>
                  </a:lnTo>
                  <a:lnTo>
                    <a:pt x="1" y="1304"/>
                  </a:lnTo>
                  <a:lnTo>
                    <a:pt x="969" y="1403"/>
                  </a:lnTo>
                  <a:lnTo>
                    <a:pt x="3122" y="1600"/>
                  </a:lnTo>
                  <a:lnTo>
                    <a:pt x="4267" y="1699"/>
                  </a:lnTo>
                  <a:lnTo>
                    <a:pt x="5255" y="1758"/>
                  </a:lnTo>
                  <a:lnTo>
                    <a:pt x="5986" y="1778"/>
                  </a:lnTo>
                  <a:lnTo>
                    <a:pt x="6183" y="1758"/>
                  </a:lnTo>
                  <a:lnTo>
                    <a:pt x="6243" y="1758"/>
                  </a:lnTo>
                  <a:lnTo>
                    <a:pt x="6262" y="1739"/>
                  </a:lnTo>
                  <a:lnTo>
                    <a:pt x="6243" y="1699"/>
                  </a:lnTo>
                  <a:lnTo>
                    <a:pt x="6223" y="1660"/>
                  </a:lnTo>
                  <a:lnTo>
                    <a:pt x="6144" y="1541"/>
                  </a:lnTo>
                  <a:lnTo>
                    <a:pt x="6025" y="1403"/>
                  </a:lnTo>
                  <a:lnTo>
                    <a:pt x="5848" y="1265"/>
                  </a:lnTo>
                  <a:lnTo>
                    <a:pt x="5670" y="1146"/>
                  </a:lnTo>
                  <a:lnTo>
                    <a:pt x="5472" y="1028"/>
                  </a:lnTo>
                  <a:lnTo>
                    <a:pt x="5294" y="949"/>
                  </a:lnTo>
                  <a:lnTo>
                    <a:pt x="5117" y="889"/>
                  </a:lnTo>
                  <a:lnTo>
                    <a:pt x="4939" y="850"/>
                  </a:lnTo>
                  <a:lnTo>
                    <a:pt x="4761" y="791"/>
                  </a:lnTo>
                  <a:lnTo>
                    <a:pt x="4327" y="613"/>
                  </a:lnTo>
                  <a:lnTo>
                    <a:pt x="3872" y="415"/>
                  </a:lnTo>
                  <a:lnTo>
                    <a:pt x="3616" y="316"/>
                  </a:lnTo>
                  <a:lnTo>
                    <a:pt x="3379" y="237"/>
                  </a:lnTo>
                  <a:lnTo>
                    <a:pt x="3082" y="158"/>
                  </a:lnTo>
                  <a:lnTo>
                    <a:pt x="2766" y="99"/>
                  </a:lnTo>
                  <a:lnTo>
                    <a:pt x="2411" y="40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31"/>
            <p:cNvSpPr/>
            <p:nvPr/>
          </p:nvSpPr>
          <p:spPr>
            <a:xfrm>
              <a:off x="3853575" y="-2047101"/>
              <a:ext cx="670493" cy="670493"/>
            </a:xfrm>
            <a:custGeom>
              <a:rect b="b" l="l" r="r" t="t"/>
              <a:pathLst>
                <a:path extrusionOk="0" h="17837" w="17837">
                  <a:moveTo>
                    <a:pt x="8395" y="0"/>
                  </a:moveTo>
                  <a:lnTo>
                    <a:pt x="8040" y="20"/>
                  </a:lnTo>
                  <a:lnTo>
                    <a:pt x="7684" y="40"/>
                  </a:lnTo>
                  <a:lnTo>
                    <a:pt x="7329" y="99"/>
                  </a:lnTo>
                  <a:lnTo>
                    <a:pt x="6993" y="158"/>
                  </a:lnTo>
                  <a:lnTo>
                    <a:pt x="6657" y="237"/>
                  </a:lnTo>
                  <a:lnTo>
                    <a:pt x="6341" y="336"/>
                  </a:lnTo>
                  <a:lnTo>
                    <a:pt x="6025" y="455"/>
                  </a:lnTo>
                  <a:lnTo>
                    <a:pt x="5709" y="573"/>
                  </a:lnTo>
                  <a:lnTo>
                    <a:pt x="5413" y="711"/>
                  </a:lnTo>
                  <a:lnTo>
                    <a:pt x="5116" y="869"/>
                  </a:lnTo>
                  <a:lnTo>
                    <a:pt x="4840" y="1027"/>
                  </a:lnTo>
                  <a:lnTo>
                    <a:pt x="4563" y="1185"/>
                  </a:lnTo>
                  <a:lnTo>
                    <a:pt x="4307" y="1363"/>
                  </a:lnTo>
                  <a:lnTo>
                    <a:pt x="3793" y="1738"/>
                  </a:lnTo>
                  <a:lnTo>
                    <a:pt x="3339" y="2153"/>
                  </a:lnTo>
                  <a:lnTo>
                    <a:pt x="2904" y="2568"/>
                  </a:lnTo>
                  <a:lnTo>
                    <a:pt x="2489" y="2983"/>
                  </a:lnTo>
                  <a:lnTo>
                    <a:pt x="2134" y="3417"/>
                  </a:lnTo>
                  <a:lnTo>
                    <a:pt x="1798" y="3832"/>
                  </a:lnTo>
                  <a:lnTo>
                    <a:pt x="1482" y="4267"/>
                  </a:lnTo>
                  <a:lnTo>
                    <a:pt x="1186" y="4741"/>
                  </a:lnTo>
                  <a:lnTo>
                    <a:pt x="929" y="5254"/>
                  </a:lnTo>
                  <a:lnTo>
                    <a:pt x="692" y="5807"/>
                  </a:lnTo>
                  <a:lnTo>
                    <a:pt x="475" y="6380"/>
                  </a:lnTo>
                  <a:lnTo>
                    <a:pt x="297" y="6992"/>
                  </a:lnTo>
                  <a:lnTo>
                    <a:pt x="159" y="7625"/>
                  </a:lnTo>
                  <a:lnTo>
                    <a:pt x="60" y="8276"/>
                  </a:lnTo>
                  <a:lnTo>
                    <a:pt x="20" y="8612"/>
                  </a:lnTo>
                  <a:lnTo>
                    <a:pt x="1" y="8948"/>
                  </a:lnTo>
                  <a:lnTo>
                    <a:pt x="1" y="9284"/>
                  </a:lnTo>
                  <a:lnTo>
                    <a:pt x="1" y="9639"/>
                  </a:lnTo>
                  <a:lnTo>
                    <a:pt x="20" y="9975"/>
                  </a:lnTo>
                  <a:lnTo>
                    <a:pt x="40" y="10331"/>
                  </a:lnTo>
                  <a:lnTo>
                    <a:pt x="99" y="10706"/>
                  </a:lnTo>
                  <a:lnTo>
                    <a:pt x="159" y="11061"/>
                  </a:lnTo>
                  <a:lnTo>
                    <a:pt x="218" y="11417"/>
                  </a:lnTo>
                  <a:lnTo>
                    <a:pt x="317" y="11792"/>
                  </a:lnTo>
                  <a:lnTo>
                    <a:pt x="415" y="12148"/>
                  </a:lnTo>
                  <a:lnTo>
                    <a:pt x="534" y="12523"/>
                  </a:lnTo>
                  <a:lnTo>
                    <a:pt x="672" y="12879"/>
                  </a:lnTo>
                  <a:lnTo>
                    <a:pt x="830" y="13254"/>
                  </a:lnTo>
                  <a:lnTo>
                    <a:pt x="1008" y="13629"/>
                  </a:lnTo>
                  <a:lnTo>
                    <a:pt x="1205" y="14004"/>
                  </a:lnTo>
                  <a:lnTo>
                    <a:pt x="1403" y="14360"/>
                  </a:lnTo>
                  <a:lnTo>
                    <a:pt x="1640" y="14696"/>
                  </a:lnTo>
                  <a:lnTo>
                    <a:pt x="1877" y="15012"/>
                  </a:lnTo>
                  <a:lnTo>
                    <a:pt x="2134" y="15288"/>
                  </a:lnTo>
                  <a:lnTo>
                    <a:pt x="2410" y="15565"/>
                  </a:lnTo>
                  <a:lnTo>
                    <a:pt x="2687" y="15822"/>
                  </a:lnTo>
                  <a:lnTo>
                    <a:pt x="2983" y="16059"/>
                  </a:lnTo>
                  <a:lnTo>
                    <a:pt x="3299" y="16256"/>
                  </a:lnTo>
                  <a:lnTo>
                    <a:pt x="3595" y="16454"/>
                  </a:lnTo>
                  <a:lnTo>
                    <a:pt x="3912" y="16632"/>
                  </a:lnTo>
                  <a:lnTo>
                    <a:pt x="4228" y="16809"/>
                  </a:lnTo>
                  <a:lnTo>
                    <a:pt x="4544" y="16948"/>
                  </a:lnTo>
                  <a:lnTo>
                    <a:pt x="4860" y="17086"/>
                  </a:lnTo>
                  <a:lnTo>
                    <a:pt x="5195" y="17204"/>
                  </a:lnTo>
                  <a:lnTo>
                    <a:pt x="5808" y="17402"/>
                  </a:lnTo>
                  <a:lnTo>
                    <a:pt x="6420" y="17560"/>
                  </a:lnTo>
                  <a:lnTo>
                    <a:pt x="6973" y="17659"/>
                  </a:lnTo>
                  <a:lnTo>
                    <a:pt x="7487" y="17738"/>
                  </a:lnTo>
                  <a:lnTo>
                    <a:pt x="7921" y="17797"/>
                  </a:lnTo>
                  <a:lnTo>
                    <a:pt x="8296" y="17817"/>
                  </a:lnTo>
                  <a:lnTo>
                    <a:pt x="8573" y="17836"/>
                  </a:lnTo>
                  <a:lnTo>
                    <a:pt x="8830" y="17836"/>
                  </a:lnTo>
                  <a:lnTo>
                    <a:pt x="9363" y="17817"/>
                  </a:lnTo>
                  <a:lnTo>
                    <a:pt x="9877" y="17777"/>
                  </a:lnTo>
                  <a:lnTo>
                    <a:pt x="10390" y="17718"/>
                  </a:lnTo>
                  <a:lnTo>
                    <a:pt x="10884" y="17619"/>
                  </a:lnTo>
                  <a:lnTo>
                    <a:pt x="11358" y="17481"/>
                  </a:lnTo>
                  <a:lnTo>
                    <a:pt x="11832" y="17343"/>
                  </a:lnTo>
                  <a:lnTo>
                    <a:pt x="12267" y="17165"/>
                  </a:lnTo>
                  <a:lnTo>
                    <a:pt x="12701" y="16967"/>
                  </a:lnTo>
                  <a:lnTo>
                    <a:pt x="13116" y="16730"/>
                  </a:lnTo>
                  <a:lnTo>
                    <a:pt x="13531" y="16493"/>
                  </a:lnTo>
                  <a:lnTo>
                    <a:pt x="13906" y="16236"/>
                  </a:lnTo>
                  <a:lnTo>
                    <a:pt x="14281" y="15960"/>
                  </a:lnTo>
                  <a:lnTo>
                    <a:pt x="14617" y="15664"/>
                  </a:lnTo>
                  <a:lnTo>
                    <a:pt x="14953" y="15348"/>
                  </a:lnTo>
                  <a:lnTo>
                    <a:pt x="15269" y="15012"/>
                  </a:lnTo>
                  <a:lnTo>
                    <a:pt x="15565" y="14676"/>
                  </a:lnTo>
                  <a:lnTo>
                    <a:pt x="15842" y="14321"/>
                  </a:lnTo>
                  <a:lnTo>
                    <a:pt x="16118" y="13965"/>
                  </a:lnTo>
                  <a:lnTo>
                    <a:pt x="16355" y="13590"/>
                  </a:lnTo>
                  <a:lnTo>
                    <a:pt x="16592" y="13195"/>
                  </a:lnTo>
                  <a:lnTo>
                    <a:pt x="16790" y="12800"/>
                  </a:lnTo>
                  <a:lnTo>
                    <a:pt x="16987" y="12405"/>
                  </a:lnTo>
                  <a:lnTo>
                    <a:pt x="17165" y="12010"/>
                  </a:lnTo>
                  <a:lnTo>
                    <a:pt x="17303" y="11595"/>
                  </a:lnTo>
                  <a:lnTo>
                    <a:pt x="17442" y="11180"/>
                  </a:lnTo>
                  <a:lnTo>
                    <a:pt x="17560" y="10765"/>
                  </a:lnTo>
                  <a:lnTo>
                    <a:pt x="17659" y="10350"/>
                  </a:lnTo>
                  <a:lnTo>
                    <a:pt x="17738" y="9936"/>
                  </a:lnTo>
                  <a:lnTo>
                    <a:pt x="17797" y="9541"/>
                  </a:lnTo>
                  <a:lnTo>
                    <a:pt x="17837" y="9126"/>
                  </a:lnTo>
                  <a:lnTo>
                    <a:pt x="17837" y="8711"/>
                  </a:lnTo>
                  <a:lnTo>
                    <a:pt x="17837" y="8316"/>
                  </a:lnTo>
                  <a:lnTo>
                    <a:pt x="17797" y="7723"/>
                  </a:lnTo>
                  <a:lnTo>
                    <a:pt x="17698" y="7151"/>
                  </a:lnTo>
                  <a:lnTo>
                    <a:pt x="17639" y="6854"/>
                  </a:lnTo>
                  <a:lnTo>
                    <a:pt x="17580" y="6578"/>
                  </a:lnTo>
                  <a:lnTo>
                    <a:pt x="17481" y="6281"/>
                  </a:lnTo>
                  <a:lnTo>
                    <a:pt x="17382" y="6005"/>
                  </a:lnTo>
                  <a:lnTo>
                    <a:pt x="17284" y="5728"/>
                  </a:lnTo>
                  <a:lnTo>
                    <a:pt x="17165" y="5452"/>
                  </a:lnTo>
                  <a:lnTo>
                    <a:pt x="17027" y="5175"/>
                  </a:lnTo>
                  <a:lnTo>
                    <a:pt x="16889" y="4919"/>
                  </a:lnTo>
                  <a:lnTo>
                    <a:pt x="16731" y="4642"/>
                  </a:lnTo>
                  <a:lnTo>
                    <a:pt x="16553" y="4385"/>
                  </a:lnTo>
                  <a:lnTo>
                    <a:pt x="16375" y="4128"/>
                  </a:lnTo>
                  <a:lnTo>
                    <a:pt x="16178" y="3872"/>
                  </a:lnTo>
                  <a:lnTo>
                    <a:pt x="15960" y="3615"/>
                  </a:lnTo>
                  <a:lnTo>
                    <a:pt x="15743" y="3378"/>
                  </a:lnTo>
                  <a:lnTo>
                    <a:pt x="15506" y="3141"/>
                  </a:lnTo>
                  <a:lnTo>
                    <a:pt x="15249" y="2904"/>
                  </a:lnTo>
                  <a:lnTo>
                    <a:pt x="14992" y="2667"/>
                  </a:lnTo>
                  <a:lnTo>
                    <a:pt x="14716" y="2430"/>
                  </a:lnTo>
                  <a:lnTo>
                    <a:pt x="14420" y="2212"/>
                  </a:lnTo>
                  <a:lnTo>
                    <a:pt x="14123" y="1995"/>
                  </a:lnTo>
                  <a:lnTo>
                    <a:pt x="13807" y="1798"/>
                  </a:lnTo>
                  <a:lnTo>
                    <a:pt x="13471" y="1600"/>
                  </a:lnTo>
                  <a:lnTo>
                    <a:pt x="13116" y="1403"/>
                  </a:lnTo>
                  <a:lnTo>
                    <a:pt x="12760" y="1205"/>
                  </a:lnTo>
                  <a:lnTo>
                    <a:pt x="12385" y="1027"/>
                  </a:lnTo>
                  <a:lnTo>
                    <a:pt x="12010" y="850"/>
                  </a:lnTo>
                  <a:lnTo>
                    <a:pt x="11595" y="672"/>
                  </a:lnTo>
                  <a:lnTo>
                    <a:pt x="11180" y="514"/>
                  </a:lnTo>
                  <a:lnTo>
                    <a:pt x="10765" y="376"/>
                  </a:lnTo>
                  <a:lnTo>
                    <a:pt x="10351" y="257"/>
                  </a:lnTo>
                  <a:lnTo>
                    <a:pt x="9936" y="158"/>
                  </a:lnTo>
                  <a:lnTo>
                    <a:pt x="9541" y="79"/>
                  </a:lnTo>
                  <a:lnTo>
                    <a:pt x="9146" y="40"/>
                  </a:lnTo>
                  <a:lnTo>
                    <a:pt x="877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31"/>
            <p:cNvSpPr/>
            <p:nvPr/>
          </p:nvSpPr>
          <p:spPr>
            <a:xfrm>
              <a:off x="4167648" y="-2064920"/>
              <a:ext cx="414355" cy="185657"/>
            </a:xfrm>
            <a:custGeom>
              <a:rect b="b" l="l" r="r" t="t"/>
              <a:pathLst>
                <a:path extrusionOk="0" h="4939" w="11023">
                  <a:moveTo>
                    <a:pt x="1620" y="0"/>
                  </a:moveTo>
                  <a:lnTo>
                    <a:pt x="1443" y="20"/>
                  </a:lnTo>
                  <a:lnTo>
                    <a:pt x="1265" y="40"/>
                  </a:lnTo>
                  <a:lnTo>
                    <a:pt x="1087" y="79"/>
                  </a:lnTo>
                  <a:lnTo>
                    <a:pt x="929" y="138"/>
                  </a:lnTo>
                  <a:lnTo>
                    <a:pt x="791" y="198"/>
                  </a:lnTo>
                  <a:lnTo>
                    <a:pt x="653" y="277"/>
                  </a:lnTo>
                  <a:lnTo>
                    <a:pt x="534" y="356"/>
                  </a:lnTo>
                  <a:lnTo>
                    <a:pt x="435" y="455"/>
                  </a:lnTo>
                  <a:lnTo>
                    <a:pt x="337" y="573"/>
                  </a:lnTo>
                  <a:lnTo>
                    <a:pt x="258" y="711"/>
                  </a:lnTo>
                  <a:lnTo>
                    <a:pt x="178" y="850"/>
                  </a:lnTo>
                  <a:lnTo>
                    <a:pt x="119" y="1008"/>
                  </a:lnTo>
                  <a:lnTo>
                    <a:pt x="60" y="1185"/>
                  </a:lnTo>
                  <a:lnTo>
                    <a:pt x="20" y="1383"/>
                  </a:lnTo>
                  <a:lnTo>
                    <a:pt x="1" y="1561"/>
                  </a:lnTo>
                  <a:lnTo>
                    <a:pt x="20" y="1738"/>
                  </a:lnTo>
                  <a:lnTo>
                    <a:pt x="60" y="1916"/>
                  </a:lnTo>
                  <a:lnTo>
                    <a:pt x="119" y="2074"/>
                  </a:lnTo>
                  <a:lnTo>
                    <a:pt x="218" y="2212"/>
                  </a:lnTo>
                  <a:lnTo>
                    <a:pt x="337" y="2351"/>
                  </a:lnTo>
                  <a:lnTo>
                    <a:pt x="475" y="2489"/>
                  </a:lnTo>
                  <a:lnTo>
                    <a:pt x="633" y="2607"/>
                  </a:lnTo>
                  <a:lnTo>
                    <a:pt x="811" y="2726"/>
                  </a:lnTo>
                  <a:lnTo>
                    <a:pt x="1008" y="2825"/>
                  </a:lnTo>
                  <a:lnTo>
                    <a:pt x="1206" y="2924"/>
                  </a:lnTo>
                  <a:lnTo>
                    <a:pt x="1403" y="3003"/>
                  </a:lnTo>
                  <a:lnTo>
                    <a:pt x="1838" y="3141"/>
                  </a:lnTo>
                  <a:lnTo>
                    <a:pt x="2292" y="3240"/>
                  </a:lnTo>
                  <a:lnTo>
                    <a:pt x="2549" y="3299"/>
                  </a:lnTo>
                  <a:lnTo>
                    <a:pt x="2825" y="3378"/>
                  </a:lnTo>
                  <a:lnTo>
                    <a:pt x="3536" y="3635"/>
                  </a:lnTo>
                  <a:lnTo>
                    <a:pt x="4346" y="3951"/>
                  </a:lnTo>
                  <a:lnTo>
                    <a:pt x="5215" y="4286"/>
                  </a:lnTo>
                  <a:lnTo>
                    <a:pt x="5670" y="4444"/>
                  </a:lnTo>
                  <a:lnTo>
                    <a:pt x="6124" y="4583"/>
                  </a:lnTo>
                  <a:lnTo>
                    <a:pt x="6558" y="4721"/>
                  </a:lnTo>
                  <a:lnTo>
                    <a:pt x="6993" y="4820"/>
                  </a:lnTo>
                  <a:lnTo>
                    <a:pt x="7408" y="4899"/>
                  </a:lnTo>
                  <a:lnTo>
                    <a:pt x="7783" y="4938"/>
                  </a:lnTo>
                  <a:lnTo>
                    <a:pt x="8139" y="4918"/>
                  </a:lnTo>
                  <a:lnTo>
                    <a:pt x="8316" y="4918"/>
                  </a:lnTo>
                  <a:lnTo>
                    <a:pt x="8474" y="4879"/>
                  </a:lnTo>
                  <a:lnTo>
                    <a:pt x="8771" y="4800"/>
                  </a:lnTo>
                  <a:lnTo>
                    <a:pt x="9047" y="4681"/>
                  </a:lnTo>
                  <a:lnTo>
                    <a:pt x="9304" y="4523"/>
                  </a:lnTo>
                  <a:lnTo>
                    <a:pt x="9541" y="4365"/>
                  </a:lnTo>
                  <a:lnTo>
                    <a:pt x="9778" y="4188"/>
                  </a:lnTo>
                  <a:lnTo>
                    <a:pt x="9975" y="4010"/>
                  </a:lnTo>
                  <a:lnTo>
                    <a:pt x="10173" y="3812"/>
                  </a:lnTo>
                  <a:lnTo>
                    <a:pt x="10351" y="3615"/>
                  </a:lnTo>
                  <a:lnTo>
                    <a:pt x="10627" y="3240"/>
                  </a:lnTo>
                  <a:lnTo>
                    <a:pt x="10845" y="2943"/>
                  </a:lnTo>
                  <a:lnTo>
                    <a:pt x="11022" y="2647"/>
                  </a:lnTo>
                  <a:lnTo>
                    <a:pt x="10469" y="2390"/>
                  </a:lnTo>
                  <a:lnTo>
                    <a:pt x="9857" y="2133"/>
                  </a:lnTo>
                  <a:lnTo>
                    <a:pt x="9146" y="1837"/>
                  </a:lnTo>
                  <a:lnTo>
                    <a:pt x="8356" y="1561"/>
                  </a:lnTo>
                  <a:lnTo>
                    <a:pt x="7586" y="1304"/>
                  </a:lnTo>
                  <a:lnTo>
                    <a:pt x="7230" y="1205"/>
                  </a:lnTo>
                  <a:lnTo>
                    <a:pt x="6894" y="1126"/>
                  </a:lnTo>
                  <a:lnTo>
                    <a:pt x="6578" y="1067"/>
                  </a:lnTo>
                  <a:lnTo>
                    <a:pt x="6321" y="1047"/>
                  </a:lnTo>
                  <a:lnTo>
                    <a:pt x="6084" y="1047"/>
                  </a:lnTo>
                  <a:lnTo>
                    <a:pt x="5828" y="1008"/>
                  </a:lnTo>
                  <a:lnTo>
                    <a:pt x="5551" y="968"/>
                  </a:lnTo>
                  <a:lnTo>
                    <a:pt x="5294" y="909"/>
                  </a:lnTo>
                  <a:lnTo>
                    <a:pt x="4721" y="751"/>
                  </a:lnTo>
                  <a:lnTo>
                    <a:pt x="4149" y="573"/>
                  </a:lnTo>
                  <a:lnTo>
                    <a:pt x="3576" y="395"/>
                  </a:lnTo>
                  <a:lnTo>
                    <a:pt x="3023" y="237"/>
                  </a:lnTo>
                  <a:lnTo>
                    <a:pt x="2509" y="99"/>
                  </a:lnTo>
                  <a:lnTo>
                    <a:pt x="2272" y="59"/>
                  </a:lnTo>
                  <a:lnTo>
                    <a:pt x="2035" y="20"/>
                  </a:lnTo>
                  <a:lnTo>
                    <a:pt x="1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31"/>
            <p:cNvSpPr/>
            <p:nvPr/>
          </p:nvSpPr>
          <p:spPr>
            <a:xfrm>
              <a:off x="4172836" y="-2147357"/>
              <a:ext cx="207948" cy="21577"/>
            </a:xfrm>
            <a:custGeom>
              <a:rect b="b" l="l" r="r" t="t"/>
              <a:pathLst>
                <a:path extrusionOk="0" h="574" w="5532">
                  <a:moveTo>
                    <a:pt x="1305" y="1"/>
                  </a:moveTo>
                  <a:lnTo>
                    <a:pt x="969" y="40"/>
                  </a:lnTo>
                  <a:lnTo>
                    <a:pt x="673" y="80"/>
                  </a:lnTo>
                  <a:lnTo>
                    <a:pt x="436" y="119"/>
                  </a:lnTo>
                  <a:lnTo>
                    <a:pt x="238" y="178"/>
                  </a:lnTo>
                  <a:lnTo>
                    <a:pt x="100" y="218"/>
                  </a:lnTo>
                  <a:lnTo>
                    <a:pt x="1" y="356"/>
                  </a:lnTo>
                  <a:lnTo>
                    <a:pt x="811" y="356"/>
                  </a:lnTo>
                  <a:lnTo>
                    <a:pt x="1739" y="376"/>
                  </a:lnTo>
                  <a:lnTo>
                    <a:pt x="2885" y="416"/>
                  </a:lnTo>
                  <a:lnTo>
                    <a:pt x="5532" y="574"/>
                  </a:lnTo>
                  <a:lnTo>
                    <a:pt x="4228" y="356"/>
                  </a:lnTo>
                  <a:lnTo>
                    <a:pt x="3102" y="178"/>
                  </a:lnTo>
                  <a:lnTo>
                    <a:pt x="2095" y="4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31"/>
            <p:cNvSpPr/>
            <p:nvPr/>
          </p:nvSpPr>
          <p:spPr>
            <a:xfrm>
              <a:off x="4250800" y="-2217126"/>
              <a:ext cx="159682" cy="15600"/>
            </a:xfrm>
            <a:custGeom>
              <a:rect b="b" l="l" r="r" t="t"/>
              <a:pathLst>
                <a:path extrusionOk="0" h="415" w="4248">
                  <a:moveTo>
                    <a:pt x="1621" y="0"/>
                  </a:moveTo>
                  <a:lnTo>
                    <a:pt x="1305" y="20"/>
                  </a:lnTo>
                  <a:lnTo>
                    <a:pt x="969" y="59"/>
                  </a:lnTo>
                  <a:lnTo>
                    <a:pt x="673" y="119"/>
                  </a:lnTo>
                  <a:lnTo>
                    <a:pt x="396" y="198"/>
                  </a:lnTo>
                  <a:lnTo>
                    <a:pt x="198" y="257"/>
                  </a:lnTo>
                  <a:lnTo>
                    <a:pt x="40" y="336"/>
                  </a:lnTo>
                  <a:lnTo>
                    <a:pt x="1" y="375"/>
                  </a:lnTo>
                  <a:lnTo>
                    <a:pt x="1" y="415"/>
                  </a:lnTo>
                  <a:lnTo>
                    <a:pt x="198" y="375"/>
                  </a:lnTo>
                  <a:lnTo>
                    <a:pt x="732" y="277"/>
                  </a:lnTo>
                  <a:lnTo>
                    <a:pt x="1107" y="237"/>
                  </a:lnTo>
                  <a:lnTo>
                    <a:pt x="1502" y="217"/>
                  </a:lnTo>
                  <a:lnTo>
                    <a:pt x="1937" y="217"/>
                  </a:lnTo>
                  <a:lnTo>
                    <a:pt x="2411" y="237"/>
                  </a:lnTo>
                  <a:lnTo>
                    <a:pt x="3793" y="336"/>
                  </a:lnTo>
                  <a:lnTo>
                    <a:pt x="4248" y="375"/>
                  </a:lnTo>
                  <a:lnTo>
                    <a:pt x="4011" y="316"/>
                  </a:lnTo>
                  <a:lnTo>
                    <a:pt x="3418" y="198"/>
                  </a:lnTo>
                  <a:lnTo>
                    <a:pt x="2667" y="59"/>
                  </a:lnTo>
                  <a:lnTo>
                    <a:pt x="2292" y="20"/>
                  </a:lnTo>
                  <a:lnTo>
                    <a:pt x="195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31"/>
            <p:cNvSpPr/>
            <p:nvPr/>
          </p:nvSpPr>
          <p:spPr>
            <a:xfrm>
              <a:off x="4354777" y="-2259453"/>
              <a:ext cx="69090" cy="17103"/>
            </a:xfrm>
            <a:custGeom>
              <a:rect b="b" l="l" r="r" t="t"/>
              <a:pathLst>
                <a:path extrusionOk="0" h="455" w="1838">
                  <a:moveTo>
                    <a:pt x="138" y="0"/>
                  </a:moveTo>
                  <a:lnTo>
                    <a:pt x="99" y="20"/>
                  </a:lnTo>
                  <a:lnTo>
                    <a:pt x="59" y="40"/>
                  </a:lnTo>
                  <a:lnTo>
                    <a:pt x="20" y="99"/>
                  </a:lnTo>
                  <a:lnTo>
                    <a:pt x="0" y="158"/>
                  </a:lnTo>
                  <a:lnTo>
                    <a:pt x="0" y="198"/>
                  </a:lnTo>
                  <a:lnTo>
                    <a:pt x="652" y="277"/>
                  </a:lnTo>
                  <a:lnTo>
                    <a:pt x="1521" y="395"/>
                  </a:lnTo>
                  <a:lnTo>
                    <a:pt x="1837" y="454"/>
                  </a:lnTo>
                  <a:lnTo>
                    <a:pt x="1047" y="217"/>
                  </a:lnTo>
                  <a:lnTo>
                    <a:pt x="455" y="59"/>
                  </a:lnTo>
                  <a:lnTo>
                    <a:pt x="257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31"/>
            <p:cNvSpPr/>
            <p:nvPr/>
          </p:nvSpPr>
          <p:spPr>
            <a:xfrm>
              <a:off x="4064461" y="-2125065"/>
              <a:ext cx="73526" cy="41612"/>
            </a:xfrm>
            <a:custGeom>
              <a:rect b="b" l="l" r="r" t="t"/>
              <a:pathLst>
                <a:path extrusionOk="0" h="1107" w="1956">
                  <a:moveTo>
                    <a:pt x="1936" y="0"/>
                  </a:moveTo>
                  <a:lnTo>
                    <a:pt x="1896" y="158"/>
                  </a:lnTo>
                  <a:lnTo>
                    <a:pt x="1798" y="415"/>
                  </a:lnTo>
                  <a:lnTo>
                    <a:pt x="1719" y="553"/>
                  </a:lnTo>
                  <a:lnTo>
                    <a:pt x="1640" y="672"/>
                  </a:lnTo>
                  <a:lnTo>
                    <a:pt x="1561" y="771"/>
                  </a:lnTo>
                  <a:lnTo>
                    <a:pt x="1462" y="850"/>
                  </a:lnTo>
                  <a:lnTo>
                    <a:pt x="1343" y="889"/>
                  </a:lnTo>
                  <a:lnTo>
                    <a:pt x="1146" y="929"/>
                  </a:lnTo>
                  <a:lnTo>
                    <a:pt x="711" y="948"/>
                  </a:lnTo>
                  <a:lnTo>
                    <a:pt x="336" y="968"/>
                  </a:lnTo>
                  <a:lnTo>
                    <a:pt x="178" y="948"/>
                  </a:lnTo>
                  <a:lnTo>
                    <a:pt x="257" y="316"/>
                  </a:lnTo>
                  <a:lnTo>
                    <a:pt x="79" y="494"/>
                  </a:lnTo>
                  <a:lnTo>
                    <a:pt x="0" y="1087"/>
                  </a:lnTo>
                  <a:lnTo>
                    <a:pt x="198" y="1106"/>
                  </a:lnTo>
                  <a:lnTo>
                    <a:pt x="909" y="1106"/>
                  </a:lnTo>
                  <a:lnTo>
                    <a:pt x="1166" y="1087"/>
                  </a:lnTo>
                  <a:lnTo>
                    <a:pt x="1403" y="1027"/>
                  </a:lnTo>
                  <a:lnTo>
                    <a:pt x="1521" y="988"/>
                  </a:lnTo>
                  <a:lnTo>
                    <a:pt x="1600" y="948"/>
                  </a:lnTo>
                  <a:lnTo>
                    <a:pt x="1679" y="889"/>
                  </a:lnTo>
                  <a:lnTo>
                    <a:pt x="1738" y="830"/>
                  </a:lnTo>
                  <a:lnTo>
                    <a:pt x="1837" y="692"/>
                  </a:lnTo>
                  <a:lnTo>
                    <a:pt x="1896" y="534"/>
                  </a:lnTo>
                  <a:lnTo>
                    <a:pt x="1936" y="376"/>
                  </a:lnTo>
                  <a:lnTo>
                    <a:pt x="1956" y="237"/>
                  </a:lnTo>
                  <a:lnTo>
                    <a:pt x="1956" y="119"/>
                  </a:lnTo>
                  <a:lnTo>
                    <a:pt x="193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31"/>
            <p:cNvSpPr/>
            <p:nvPr/>
          </p:nvSpPr>
          <p:spPr>
            <a:xfrm>
              <a:off x="4368122" y="-1450155"/>
              <a:ext cx="596253" cy="494534"/>
            </a:xfrm>
            <a:custGeom>
              <a:rect b="b" l="l" r="r" t="t"/>
              <a:pathLst>
                <a:path extrusionOk="0" h="13156" w="15862">
                  <a:moveTo>
                    <a:pt x="1680" y="1"/>
                  </a:moveTo>
                  <a:lnTo>
                    <a:pt x="1" y="7902"/>
                  </a:lnTo>
                  <a:lnTo>
                    <a:pt x="2865" y="9423"/>
                  </a:lnTo>
                  <a:lnTo>
                    <a:pt x="4129" y="10094"/>
                  </a:lnTo>
                  <a:lnTo>
                    <a:pt x="8020" y="12148"/>
                  </a:lnTo>
                  <a:lnTo>
                    <a:pt x="9403" y="12860"/>
                  </a:lnTo>
                  <a:lnTo>
                    <a:pt x="9995" y="13156"/>
                  </a:lnTo>
                  <a:lnTo>
                    <a:pt x="10035" y="13136"/>
                  </a:lnTo>
                  <a:lnTo>
                    <a:pt x="10094" y="13077"/>
                  </a:lnTo>
                  <a:lnTo>
                    <a:pt x="10311" y="12800"/>
                  </a:lnTo>
                  <a:lnTo>
                    <a:pt x="10627" y="12405"/>
                  </a:lnTo>
                  <a:lnTo>
                    <a:pt x="11042" y="11872"/>
                  </a:lnTo>
                  <a:lnTo>
                    <a:pt x="12010" y="10509"/>
                  </a:lnTo>
                  <a:lnTo>
                    <a:pt x="13116" y="8949"/>
                  </a:lnTo>
                  <a:lnTo>
                    <a:pt x="14183" y="7388"/>
                  </a:lnTo>
                  <a:lnTo>
                    <a:pt x="15091" y="6025"/>
                  </a:lnTo>
                  <a:lnTo>
                    <a:pt x="15447" y="5492"/>
                  </a:lnTo>
                  <a:lnTo>
                    <a:pt x="15684" y="5057"/>
                  </a:lnTo>
                  <a:lnTo>
                    <a:pt x="15842" y="4781"/>
                  </a:lnTo>
                  <a:lnTo>
                    <a:pt x="15862" y="4722"/>
                  </a:lnTo>
                  <a:lnTo>
                    <a:pt x="15862" y="4702"/>
                  </a:lnTo>
                  <a:lnTo>
                    <a:pt x="15842" y="4682"/>
                  </a:lnTo>
                  <a:lnTo>
                    <a:pt x="15585" y="4623"/>
                  </a:lnTo>
                  <a:lnTo>
                    <a:pt x="14973" y="4425"/>
                  </a:lnTo>
                  <a:lnTo>
                    <a:pt x="12899" y="3754"/>
                  </a:lnTo>
                  <a:lnTo>
                    <a:pt x="7131" y="1818"/>
                  </a:lnTo>
                  <a:lnTo>
                    <a:pt x="6005" y="1443"/>
                  </a:lnTo>
                  <a:lnTo>
                    <a:pt x="5946" y="1423"/>
                  </a:lnTo>
                  <a:lnTo>
                    <a:pt x="5907" y="1423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31"/>
            <p:cNvSpPr/>
            <p:nvPr/>
          </p:nvSpPr>
          <p:spPr>
            <a:xfrm>
              <a:off x="4091188" y="-1384784"/>
              <a:ext cx="191596" cy="27478"/>
            </a:xfrm>
            <a:custGeom>
              <a:rect b="b" l="l" r="r" t="t"/>
              <a:pathLst>
                <a:path extrusionOk="0" h="731" w="5097">
                  <a:moveTo>
                    <a:pt x="0" y="0"/>
                  </a:moveTo>
                  <a:lnTo>
                    <a:pt x="158" y="59"/>
                  </a:lnTo>
                  <a:lnTo>
                    <a:pt x="593" y="217"/>
                  </a:lnTo>
                  <a:lnTo>
                    <a:pt x="1245" y="415"/>
                  </a:lnTo>
                  <a:lnTo>
                    <a:pt x="1620" y="514"/>
                  </a:lnTo>
                  <a:lnTo>
                    <a:pt x="2015" y="593"/>
                  </a:lnTo>
                  <a:lnTo>
                    <a:pt x="2430" y="672"/>
                  </a:lnTo>
                  <a:lnTo>
                    <a:pt x="2864" y="711"/>
                  </a:lnTo>
                  <a:lnTo>
                    <a:pt x="3299" y="731"/>
                  </a:lnTo>
                  <a:lnTo>
                    <a:pt x="3694" y="731"/>
                  </a:lnTo>
                  <a:lnTo>
                    <a:pt x="4069" y="691"/>
                  </a:lnTo>
                  <a:lnTo>
                    <a:pt x="4405" y="632"/>
                  </a:lnTo>
                  <a:lnTo>
                    <a:pt x="4681" y="553"/>
                  </a:lnTo>
                  <a:lnTo>
                    <a:pt x="4780" y="514"/>
                  </a:lnTo>
                  <a:lnTo>
                    <a:pt x="4879" y="454"/>
                  </a:lnTo>
                  <a:lnTo>
                    <a:pt x="4998" y="356"/>
                  </a:lnTo>
                  <a:lnTo>
                    <a:pt x="5077" y="296"/>
                  </a:lnTo>
                  <a:lnTo>
                    <a:pt x="5096" y="237"/>
                  </a:lnTo>
                  <a:lnTo>
                    <a:pt x="5077" y="198"/>
                  </a:lnTo>
                  <a:lnTo>
                    <a:pt x="5057" y="178"/>
                  </a:lnTo>
                  <a:lnTo>
                    <a:pt x="4978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31"/>
            <p:cNvSpPr/>
            <p:nvPr/>
          </p:nvSpPr>
          <p:spPr>
            <a:xfrm>
              <a:off x="4190692" y="-2054544"/>
              <a:ext cx="86908" cy="92096"/>
            </a:xfrm>
            <a:custGeom>
              <a:rect b="b" l="l" r="r" t="t"/>
              <a:pathLst>
                <a:path extrusionOk="0" h="2450" w="2312">
                  <a:moveTo>
                    <a:pt x="711" y="139"/>
                  </a:moveTo>
                  <a:lnTo>
                    <a:pt x="849" y="179"/>
                  </a:lnTo>
                  <a:lnTo>
                    <a:pt x="1205" y="258"/>
                  </a:lnTo>
                  <a:lnTo>
                    <a:pt x="1422" y="337"/>
                  </a:lnTo>
                  <a:lnTo>
                    <a:pt x="1639" y="416"/>
                  </a:lnTo>
                  <a:lnTo>
                    <a:pt x="1857" y="495"/>
                  </a:lnTo>
                  <a:lnTo>
                    <a:pt x="2015" y="613"/>
                  </a:lnTo>
                  <a:lnTo>
                    <a:pt x="2094" y="672"/>
                  </a:lnTo>
                  <a:lnTo>
                    <a:pt x="2133" y="751"/>
                  </a:lnTo>
                  <a:lnTo>
                    <a:pt x="2173" y="850"/>
                  </a:lnTo>
                  <a:lnTo>
                    <a:pt x="2193" y="969"/>
                  </a:lnTo>
                  <a:lnTo>
                    <a:pt x="2193" y="1107"/>
                  </a:lnTo>
                  <a:lnTo>
                    <a:pt x="2173" y="1225"/>
                  </a:lnTo>
                  <a:lnTo>
                    <a:pt x="2114" y="1502"/>
                  </a:lnTo>
                  <a:lnTo>
                    <a:pt x="2015" y="1778"/>
                  </a:lnTo>
                  <a:lnTo>
                    <a:pt x="1896" y="2015"/>
                  </a:lnTo>
                  <a:lnTo>
                    <a:pt x="1778" y="2193"/>
                  </a:lnTo>
                  <a:lnTo>
                    <a:pt x="1699" y="2252"/>
                  </a:lnTo>
                  <a:lnTo>
                    <a:pt x="1639" y="2292"/>
                  </a:lnTo>
                  <a:lnTo>
                    <a:pt x="1560" y="2312"/>
                  </a:lnTo>
                  <a:lnTo>
                    <a:pt x="1481" y="2312"/>
                  </a:lnTo>
                  <a:lnTo>
                    <a:pt x="1264" y="2272"/>
                  </a:lnTo>
                  <a:lnTo>
                    <a:pt x="1007" y="2213"/>
                  </a:lnTo>
                  <a:lnTo>
                    <a:pt x="770" y="2114"/>
                  </a:lnTo>
                  <a:lnTo>
                    <a:pt x="533" y="2015"/>
                  </a:lnTo>
                  <a:lnTo>
                    <a:pt x="316" y="1917"/>
                  </a:lnTo>
                  <a:lnTo>
                    <a:pt x="178" y="1838"/>
                  </a:lnTo>
                  <a:lnTo>
                    <a:pt x="138" y="1798"/>
                  </a:lnTo>
                  <a:lnTo>
                    <a:pt x="119" y="1759"/>
                  </a:lnTo>
                  <a:lnTo>
                    <a:pt x="138" y="1660"/>
                  </a:lnTo>
                  <a:lnTo>
                    <a:pt x="158" y="1462"/>
                  </a:lnTo>
                  <a:lnTo>
                    <a:pt x="217" y="1206"/>
                  </a:lnTo>
                  <a:lnTo>
                    <a:pt x="296" y="929"/>
                  </a:lnTo>
                  <a:lnTo>
                    <a:pt x="395" y="633"/>
                  </a:lnTo>
                  <a:lnTo>
                    <a:pt x="494" y="396"/>
                  </a:lnTo>
                  <a:lnTo>
                    <a:pt x="553" y="297"/>
                  </a:lnTo>
                  <a:lnTo>
                    <a:pt x="593" y="218"/>
                  </a:lnTo>
                  <a:lnTo>
                    <a:pt x="652" y="159"/>
                  </a:lnTo>
                  <a:lnTo>
                    <a:pt x="711" y="139"/>
                  </a:lnTo>
                  <a:close/>
                  <a:moveTo>
                    <a:pt x="652" y="1"/>
                  </a:moveTo>
                  <a:lnTo>
                    <a:pt x="593" y="40"/>
                  </a:lnTo>
                  <a:lnTo>
                    <a:pt x="533" y="99"/>
                  </a:lnTo>
                  <a:lnTo>
                    <a:pt x="474" y="179"/>
                  </a:lnTo>
                  <a:lnTo>
                    <a:pt x="415" y="297"/>
                  </a:lnTo>
                  <a:lnTo>
                    <a:pt x="296" y="574"/>
                  </a:lnTo>
                  <a:lnTo>
                    <a:pt x="198" y="890"/>
                  </a:lnTo>
                  <a:lnTo>
                    <a:pt x="119" y="1225"/>
                  </a:lnTo>
                  <a:lnTo>
                    <a:pt x="40" y="1502"/>
                  </a:lnTo>
                  <a:lnTo>
                    <a:pt x="0" y="1719"/>
                  </a:lnTo>
                  <a:lnTo>
                    <a:pt x="0" y="1838"/>
                  </a:lnTo>
                  <a:lnTo>
                    <a:pt x="20" y="1877"/>
                  </a:lnTo>
                  <a:lnTo>
                    <a:pt x="59" y="1917"/>
                  </a:lnTo>
                  <a:lnTo>
                    <a:pt x="217" y="2015"/>
                  </a:lnTo>
                  <a:lnTo>
                    <a:pt x="454" y="2134"/>
                  </a:lnTo>
                  <a:lnTo>
                    <a:pt x="711" y="2233"/>
                  </a:lnTo>
                  <a:lnTo>
                    <a:pt x="1007" y="2351"/>
                  </a:lnTo>
                  <a:lnTo>
                    <a:pt x="1284" y="2410"/>
                  </a:lnTo>
                  <a:lnTo>
                    <a:pt x="1521" y="2450"/>
                  </a:lnTo>
                  <a:lnTo>
                    <a:pt x="1620" y="2450"/>
                  </a:lnTo>
                  <a:lnTo>
                    <a:pt x="1699" y="2430"/>
                  </a:lnTo>
                  <a:lnTo>
                    <a:pt x="1778" y="2391"/>
                  </a:lnTo>
                  <a:lnTo>
                    <a:pt x="1857" y="2312"/>
                  </a:lnTo>
                  <a:lnTo>
                    <a:pt x="1936" y="2233"/>
                  </a:lnTo>
                  <a:lnTo>
                    <a:pt x="1995" y="2114"/>
                  </a:lnTo>
                  <a:lnTo>
                    <a:pt x="2133" y="1857"/>
                  </a:lnTo>
                  <a:lnTo>
                    <a:pt x="2232" y="1561"/>
                  </a:lnTo>
                  <a:lnTo>
                    <a:pt x="2311" y="1245"/>
                  </a:lnTo>
                  <a:lnTo>
                    <a:pt x="2311" y="1087"/>
                  </a:lnTo>
                  <a:lnTo>
                    <a:pt x="2311" y="949"/>
                  </a:lnTo>
                  <a:lnTo>
                    <a:pt x="2311" y="811"/>
                  </a:lnTo>
                  <a:lnTo>
                    <a:pt x="2272" y="712"/>
                  </a:lnTo>
                  <a:lnTo>
                    <a:pt x="2212" y="613"/>
                  </a:lnTo>
                  <a:lnTo>
                    <a:pt x="2133" y="534"/>
                  </a:lnTo>
                  <a:lnTo>
                    <a:pt x="1936" y="416"/>
                  </a:lnTo>
                  <a:lnTo>
                    <a:pt x="1718" y="317"/>
                  </a:lnTo>
                  <a:lnTo>
                    <a:pt x="1462" y="218"/>
                  </a:lnTo>
                  <a:lnTo>
                    <a:pt x="1225" y="159"/>
                  </a:lnTo>
                  <a:lnTo>
                    <a:pt x="830" y="40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31"/>
            <p:cNvSpPr/>
            <p:nvPr/>
          </p:nvSpPr>
          <p:spPr>
            <a:xfrm>
              <a:off x="4035478" y="-1510263"/>
              <a:ext cx="409167" cy="144797"/>
            </a:xfrm>
            <a:custGeom>
              <a:rect b="b" l="l" r="r" t="t"/>
              <a:pathLst>
                <a:path extrusionOk="0" h="3852" w="10885">
                  <a:moveTo>
                    <a:pt x="7665" y="0"/>
                  </a:moveTo>
                  <a:lnTo>
                    <a:pt x="6894" y="20"/>
                  </a:lnTo>
                  <a:lnTo>
                    <a:pt x="6084" y="59"/>
                  </a:lnTo>
                  <a:lnTo>
                    <a:pt x="5275" y="138"/>
                  </a:lnTo>
                  <a:lnTo>
                    <a:pt x="4485" y="217"/>
                  </a:lnTo>
                  <a:lnTo>
                    <a:pt x="3734" y="277"/>
                  </a:lnTo>
                  <a:lnTo>
                    <a:pt x="3043" y="316"/>
                  </a:lnTo>
                  <a:lnTo>
                    <a:pt x="2727" y="336"/>
                  </a:lnTo>
                  <a:lnTo>
                    <a:pt x="2430" y="316"/>
                  </a:lnTo>
                  <a:lnTo>
                    <a:pt x="1937" y="296"/>
                  </a:lnTo>
                  <a:lnTo>
                    <a:pt x="1502" y="277"/>
                  </a:lnTo>
                  <a:lnTo>
                    <a:pt x="1166" y="296"/>
                  </a:lnTo>
                  <a:lnTo>
                    <a:pt x="1008" y="316"/>
                  </a:lnTo>
                  <a:lnTo>
                    <a:pt x="870" y="356"/>
                  </a:lnTo>
                  <a:lnTo>
                    <a:pt x="751" y="395"/>
                  </a:lnTo>
                  <a:lnTo>
                    <a:pt x="633" y="474"/>
                  </a:lnTo>
                  <a:lnTo>
                    <a:pt x="534" y="533"/>
                  </a:lnTo>
                  <a:lnTo>
                    <a:pt x="455" y="632"/>
                  </a:lnTo>
                  <a:lnTo>
                    <a:pt x="356" y="751"/>
                  </a:lnTo>
                  <a:lnTo>
                    <a:pt x="277" y="889"/>
                  </a:lnTo>
                  <a:lnTo>
                    <a:pt x="218" y="1027"/>
                  </a:lnTo>
                  <a:lnTo>
                    <a:pt x="139" y="1205"/>
                  </a:lnTo>
                  <a:lnTo>
                    <a:pt x="80" y="1383"/>
                  </a:lnTo>
                  <a:lnTo>
                    <a:pt x="40" y="1560"/>
                  </a:lnTo>
                  <a:lnTo>
                    <a:pt x="21" y="1718"/>
                  </a:lnTo>
                  <a:lnTo>
                    <a:pt x="1" y="1876"/>
                  </a:lnTo>
                  <a:lnTo>
                    <a:pt x="1" y="2015"/>
                  </a:lnTo>
                  <a:lnTo>
                    <a:pt x="21" y="2153"/>
                  </a:lnTo>
                  <a:lnTo>
                    <a:pt x="60" y="2291"/>
                  </a:lnTo>
                  <a:lnTo>
                    <a:pt x="100" y="2410"/>
                  </a:lnTo>
                  <a:lnTo>
                    <a:pt x="159" y="2528"/>
                  </a:lnTo>
                  <a:lnTo>
                    <a:pt x="238" y="2647"/>
                  </a:lnTo>
                  <a:lnTo>
                    <a:pt x="317" y="2765"/>
                  </a:lnTo>
                  <a:lnTo>
                    <a:pt x="416" y="2864"/>
                  </a:lnTo>
                  <a:lnTo>
                    <a:pt x="613" y="3042"/>
                  </a:lnTo>
                  <a:lnTo>
                    <a:pt x="870" y="3200"/>
                  </a:lnTo>
                  <a:lnTo>
                    <a:pt x="1028" y="3279"/>
                  </a:lnTo>
                  <a:lnTo>
                    <a:pt x="1186" y="3338"/>
                  </a:lnTo>
                  <a:lnTo>
                    <a:pt x="1384" y="3397"/>
                  </a:lnTo>
                  <a:lnTo>
                    <a:pt x="1601" y="3457"/>
                  </a:lnTo>
                  <a:lnTo>
                    <a:pt x="2095" y="3536"/>
                  </a:lnTo>
                  <a:lnTo>
                    <a:pt x="2628" y="3595"/>
                  </a:lnTo>
                  <a:lnTo>
                    <a:pt x="3754" y="3694"/>
                  </a:lnTo>
                  <a:lnTo>
                    <a:pt x="4287" y="3733"/>
                  </a:lnTo>
                  <a:lnTo>
                    <a:pt x="4781" y="3792"/>
                  </a:lnTo>
                  <a:lnTo>
                    <a:pt x="5275" y="3832"/>
                  </a:lnTo>
                  <a:lnTo>
                    <a:pt x="5788" y="3852"/>
                  </a:lnTo>
                  <a:lnTo>
                    <a:pt x="6341" y="3852"/>
                  </a:lnTo>
                  <a:lnTo>
                    <a:pt x="6934" y="3812"/>
                  </a:lnTo>
                  <a:lnTo>
                    <a:pt x="7507" y="3753"/>
                  </a:lnTo>
                  <a:lnTo>
                    <a:pt x="8079" y="3674"/>
                  </a:lnTo>
                  <a:lnTo>
                    <a:pt x="8632" y="3575"/>
                  </a:lnTo>
                  <a:lnTo>
                    <a:pt x="9166" y="3437"/>
                  </a:lnTo>
                  <a:lnTo>
                    <a:pt x="9640" y="3299"/>
                  </a:lnTo>
                  <a:lnTo>
                    <a:pt x="10015" y="3180"/>
                  </a:lnTo>
                  <a:lnTo>
                    <a:pt x="10311" y="3062"/>
                  </a:lnTo>
                  <a:lnTo>
                    <a:pt x="10548" y="2943"/>
                  </a:lnTo>
                  <a:lnTo>
                    <a:pt x="10805" y="2805"/>
                  </a:lnTo>
                  <a:lnTo>
                    <a:pt x="10884" y="2746"/>
                  </a:lnTo>
                  <a:lnTo>
                    <a:pt x="10884" y="2627"/>
                  </a:lnTo>
                  <a:lnTo>
                    <a:pt x="10825" y="2351"/>
                  </a:lnTo>
                  <a:lnTo>
                    <a:pt x="10785" y="2153"/>
                  </a:lnTo>
                  <a:lnTo>
                    <a:pt x="10726" y="1936"/>
                  </a:lnTo>
                  <a:lnTo>
                    <a:pt x="10627" y="1718"/>
                  </a:lnTo>
                  <a:lnTo>
                    <a:pt x="10529" y="1481"/>
                  </a:lnTo>
                  <a:lnTo>
                    <a:pt x="10390" y="1225"/>
                  </a:lnTo>
                  <a:lnTo>
                    <a:pt x="10213" y="988"/>
                  </a:lnTo>
                  <a:lnTo>
                    <a:pt x="10015" y="770"/>
                  </a:lnTo>
                  <a:lnTo>
                    <a:pt x="9778" y="553"/>
                  </a:lnTo>
                  <a:lnTo>
                    <a:pt x="9640" y="454"/>
                  </a:lnTo>
                  <a:lnTo>
                    <a:pt x="9502" y="375"/>
                  </a:lnTo>
                  <a:lnTo>
                    <a:pt x="9344" y="296"/>
                  </a:lnTo>
                  <a:lnTo>
                    <a:pt x="9186" y="217"/>
                  </a:lnTo>
                  <a:lnTo>
                    <a:pt x="9008" y="158"/>
                  </a:lnTo>
                  <a:lnTo>
                    <a:pt x="8830" y="99"/>
                  </a:lnTo>
                  <a:lnTo>
                    <a:pt x="8632" y="59"/>
                  </a:lnTo>
                  <a:lnTo>
                    <a:pt x="8415" y="40"/>
                  </a:lnTo>
                  <a:lnTo>
                    <a:pt x="8040" y="20"/>
                  </a:lnTo>
                  <a:lnTo>
                    <a:pt x="766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31"/>
            <p:cNvSpPr/>
            <p:nvPr/>
          </p:nvSpPr>
          <p:spPr>
            <a:xfrm>
              <a:off x="4061491" y="-1489475"/>
              <a:ext cx="86156" cy="83938"/>
            </a:xfrm>
            <a:custGeom>
              <a:rect b="b" l="l" r="r" t="t"/>
              <a:pathLst>
                <a:path extrusionOk="0" h="2233" w="2292">
                  <a:moveTo>
                    <a:pt x="1106" y="119"/>
                  </a:moveTo>
                  <a:lnTo>
                    <a:pt x="1343" y="138"/>
                  </a:lnTo>
                  <a:lnTo>
                    <a:pt x="1580" y="138"/>
                  </a:lnTo>
                  <a:lnTo>
                    <a:pt x="1798" y="178"/>
                  </a:lnTo>
                  <a:lnTo>
                    <a:pt x="1956" y="237"/>
                  </a:lnTo>
                  <a:lnTo>
                    <a:pt x="2015" y="277"/>
                  </a:lnTo>
                  <a:lnTo>
                    <a:pt x="2074" y="356"/>
                  </a:lnTo>
                  <a:lnTo>
                    <a:pt x="2114" y="435"/>
                  </a:lnTo>
                  <a:lnTo>
                    <a:pt x="2153" y="533"/>
                  </a:lnTo>
                  <a:lnTo>
                    <a:pt x="2193" y="770"/>
                  </a:lnTo>
                  <a:lnTo>
                    <a:pt x="2193" y="1047"/>
                  </a:lnTo>
                  <a:lnTo>
                    <a:pt x="2153" y="1323"/>
                  </a:lnTo>
                  <a:lnTo>
                    <a:pt x="2133" y="1442"/>
                  </a:lnTo>
                  <a:lnTo>
                    <a:pt x="2074" y="1580"/>
                  </a:lnTo>
                  <a:lnTo>
                    <a:pt x="2035" y="1679"/>
                  </a:lnTo>
                  <a:lnTo>
                    <a:pt x="1956" y="1778"/>
                  </a:lnTo>
                  <a:lnTo>
                    <a:pt x="1877" y="1877"/>
                  </a:lnTo>
                  <a:lnTo>
                    <a:pt x="1798" y="1936"/>
                  </a:lnTo>
                  <a:lnTo>
                    <a:pt x="1699" y="1975"/>
                  </a:lnTo>
                  <a:lnTo>
                    <a:pt x="1580" y="2015"/>
                  </a:lnTo>
                  <a:lnTo>
                    <a:pt x="1343" y="2074"/>
                  </a:lnTo>
                  <a:lnTo>
                    <a:pt x="1067" y="2094"/>
                  </a:lnTo>
                  <a:lnTo>
                    <a:pt x="810" y="2114"/>
                  </a:lnTo>
                  <a:lnTo>
                    <a:pt x="553" y="2094"/>
                  </a:lnTo>
                  <a:lnTo>
                    <a:pt x="356" y="2054"/>
                  </a:lnTo>
                  <a:lnTo>
                    <a:pt x="217" y="1995"/>
                  </a:lnTo>
                  <a:lnTo>
                    <a:pt x="178" y="1956"/>
                  </a:lnTo>
                  <a:lnTo>
                    <a:pt x="158" y="1936"/>
                  </a:lnTo>
                  <a:lnTo>
                    <a:pt x="158" y="1798"/>
                  </a:lnTo>
                  <a:lnTo>
                    <a:pt x="158" y="1600"/>
                  </a:lnTo>
                  <a:lnTo>
                    <a:pt x="178" y="1343"/>
                  </a:lnTo>
                  <a:lnTo>
                    <a:pt x="217" y="1047"/>
                  </a:lnTo>
                  <a:lnTo>
                    <a:pt x="257" y="751"/>
                  </a:lnTo>
                  <a:lnTo>
                    <a:pt x="336" y="494"/>
                  </a:lnTo>
                  <a:lnTo>
                    <a:pt x="415" y="277"/>
                  </a:lnTo>
                  <a:lnTo>
                    <a:pt x="454" y="198"/>
                  </a:lnTo>
                  <a:lnTo>
                    <a:pt x="494" y="158"/>
                  </a:lnTo>
                  <a:lnTo>
                    <a:pt x="672" y="138"/>
                  </a:lnTo>
                  <a:lnTo>
                    <a:pt x="1106" y="119"/>
                  </a:lnTo>
                  <a:close/>
                  <a:moveTo>
                    <a:pt x="1067" y="0"/>
                  </a:moveTo>
                  <a:lnTo>
                    <a:pt x="593" y="20"/>
                  </a:lnTo>
                  <a:lnTo>
                    <a:pt x="395" y="40"/>
                  </a:lnTo>
                  <a:lnTo>
                    <a:pt x="336" y="99"/>
                  </a:lnTo>
                  <a:lnTo>
                    <a:pt x="277" y="178"/>
                  </a:lnTo>
                  <a:lnTo>
                    <a:pt x="198" y="415"/>
                  </a:lnTo>
                  <a:lnTo>
                    <a:pt x="119" y="711"/>
                  </a:lnTo>
                  <a:lnTo>
                    <a:pt x="59" y="1047"/>
                  </a:lnTo>
                  <a:lnTo>
                    <a:pt x="20" y="1363"/>
                  </a:lnTo>
                  <a:lnTo>
                    <a:pt x="0" y="1659"/>
                  </a:lnTo>
                  <a:lnTo>
                    <a:pt x="0" y="1896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59" y="2114"/>
                  </a:lnTo>
                  <a:lnTo>
                    <a:pt x="237" y="2173"/>
                  </a:lnTo>
                  <a:lnTo>
                    <a:pt x="454" y="2212"/>
                  </a:lnTo>
                  <a:lnTo>
                    <a:pt x="731" y="2232"/>
                  </a:lnTo>
                  <a:lnTo>
                    <a:pt x="1027" y="2232"/>
                  </a:lnTo>
                  <a:lnTo>
                    <a:pt x="1324" y="2193"/>
                  </a:lnTo>
                  <a:lnTo>
                    <a:pt x="1600" y="2133"/>
                  </a:lnTo>
                  <a:lnTo>
                    <a:pt x="1738" y="2094"/>
                  </a:lnTo>
                  <a:lnTo>
                    <a:pt x="1837" y="2035"/>
                  </a:lnTo>
                  <a:lnTo>
                    <a:pt x="1936" y="1975"/>
                  </a:lnTo>
                  <a:lnTo>
                    <a:pt x="2035" y="1877"/>
                  </a:lnTo>
                  <a:lnTo>
                    <a:pt x="2114" y="1758"/>
                  </a:lnTo>
                  <a:lnTo>
                    <a:pt x="2173" y="1640"/>
                  </a:lnTo>
                  <a:lnTo>
                    <a:pt x="2212" y="1501"/>
                  </a:lnTo>
                  <a:lnTo>
                    <a:pt x="2252" y="1343"/>
                  </a:lnTo>
                  <a:lnTo>
                    <a:pt x="2291" y="1047"/>
                  </a:lnTo>
                  <a:lnTo>
                    <a:pt x="2291" y="731"/>
                  </a:lnTo>
                  <a:lnTo>
                    <a:pt x="2272" y="593"/>
                  </a:lnTo>
                  <a:lnTo>
                    <a:pt x="2252" y="474"/>
                  </a:lnTo>
                  <a:lnTo>
                    <a:pt x="2212" y="356"/>
                  </a:lnTo>
                  <a:lnTo>
                    <a:pt x="2153" y="257"/>
                  </a:lnTo>
                  <a:lnTo>
                    <a:pt x="2094" y="178"/>
                  </a:lnTo>
                  <a:lnTo>
                    <a:pt x="2035" y="119"/>
                  </a:lnTo>
                  <a:lnTo>
                    <a:pt x="1857" y="59"/>
                  </a:lnTo>
                  <a:lnTo>
                    <a:pt x="1600" y="20"/>
                  </a:lnTo>
                  <a:lnTo>
                    <a:pt x="1343" y="20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31"/>
            <p:cNvSpPr/>
            <p:nvPr/>
          </p:nvSpPr>
          <p:spPr>
            <a:xfrm>
              <a:off x="4011006" y="-1882265"/>
              <a:ext cx="351955" cy="350489"/>
            </a:xfrm>
            <a:custGeom>
              <a:rect b="b" l="l" r="r" t="t"/>
              <a:pathLst>
                <a:path extrusionOk="0" h="9324" w="9363">
                  <a:moveTo>
                    <a:pt x="4859" y="376"/>
                  </a:moveTo>
                  <a:lnTo>
                    <a:pt x="5234" y="395"/>
                  </a:lnTo>
                  <a:lnTo>
                    <a:pt x="5610" y="455"/>
                  </a:lnTo>
                  <a:lnTo>
                    <a:pt x="5965" y="514"/>
                  </a:lnTo>
                  <a:lnTo>
                    <a:pt x="6163" y="573"/>
                  </a:lnTo>
                  <a:lnTo>
                    <a:pt x="6340" y="632"/>
                  </a:lnTo>
                  <a:lnTo>
                    <a:pt x="6696" y="771"/>
                  </a:lnTo>
                  <a:lnTo>
                    <a:pt x="7052" y="968"/>
                  </a:lnTo>
                  <a:lnTo>
                    <a:pt x="7387" y="1205"/>
                  </a:lnTo>
                  <a:lnTo>
                    <a:pt x="7684" y="1482"/>
                  </a:lnTo>
                  <a:lnTo>
                    <a:pt x="7980" y="1798"/>
                  </a:lnTo>
                  <a:lnTo>
                    <a:pt x="8237" y="2133"/>
                  </a:lnTo>
                  <a:lnTo>
                    <a:pt x="8454" y="2489"/>
                  </a:lnTo>
                  <a:lnTo>
                    <a:pt x="8651" y="2884"/>
                  </a:lnTo>
                  <a:lnTo>
                    <a:pt x="8790" y="3299"/>
                  </a:lnTo>
                  <a:lnTo>
                    <a:pt x="8849" y="3496"/>
                  </a:lnTo>
                  <a:lnTo>
                    <a:pt x="8908" y="3714"/>
                  </a:lnTo>
                  <a:lnTo>
                    <a:pt x="8928" y="3931"/>
                  </a:lnTo>
                  <a:lnTo>
                    <a:pt x="8948" y="4168"/>
                  </a:lnTo>
                  <a:lnTo>
                    <a:pt x="8967" y="4385"/>
                  </a:lnTo>
                  <a:lnTo>
                    <a:pt x="8948" y="4622"/>
                  </a:lnTo>
                  <a:lnTo>
                    <a:pt x="8928" y="4839"/>
                  </a:lnTo>
                  <a:lnTo>
                    <a:pt x="8908" y="5077"/>
                  </a:lnTo>
                  <a:lnTo>
                    <a:pt x="8849" y="5294"/>
                  </a:lnTo>
                  <a:lnTo>
                    <a:pt x="8790" y="5531"/>
                  </a:lnTo>
                  <a:lnTo>
                    <a:pt x="8711" y="5768"/>
                  </a:lnTo>
                  <a:lnTo>
                    <a:pt x="8612" y="6005"/>
                  </a:lnTo>
                  <a:lnTo>
                    <a:pt x="8493" y="6242"/>
                  </a:lnTo>
                  <a:lnTo>
                    <a:pt x="8375" y="6459"/>
                  </a:lnTo>
                  <a:lnTo>
                    <a:pt x="8237" y="6676"/>
                  </a:lnTo>
                  <a:lnTo>
                    <a:pt x="8098" y="6894"/>
                  </a:lnTo>
                  <a:lnTo>
                    <a:pt x="7940" y="7111"/>
                  </a:lnTo>
                  <a:lnTo>
                    <a:pt x="7782" y="7308"/>
                  </a:lnTo>
                  <a:lnTo>
                    <a:pt x="7605" y="7486"/>
                  </a:lnTo>
                  <a:lnTo>
                    <a:pt x="7427" y="7664"/>
                  </a:lnTo>
                  <a:lnTo>
                    <a:pt x="7249" y="7842"/>
                  </a:lnTo>
                  <a:lnTo>
                    <a:pt x="7052" y="8000"/>
                  </a:lnTo>
                  <a:lnTo>
                    <a:pt x="6854" y="8158"/>
                  </a:lnTo>
                  <a:lnTo>
                    <a:pt x="6637" y="8296"/>
                  </a:lnTo>
                  <a:lnTo>
                    <a:pt x="6439" y="8415"/>
                  </a:lnTo>
                  <a:lnTo>
                    <a:pt x="6222" y="8533"/>
                  </a:lnTo>
                  <a:lnTo>
                    <a:pt x="6005" y="8632"/>
                  </a:lnTo>
                  <a:lnTo>
                    <a:pt x="5768" y="8711"/>
                  </a:lnTo>
                  <a:lnTo>
                    <a:pt x="5531" y="8790"/>
                  </a:lnTo>
                  <a:lnTo>
                    <a:pt x="5313" y="8849"/>
                  </a:lnTo>
                  <a:lnTo>
                    <a:pt x="5076" y="8908"/>
                  </a:lnTo>
                  <a:lnTo>
                    <a:pt x="4820" y="8928"/>
                  </a:lnTo>
                  <a:lnTo>
                    <a:pt x="4583" y="8948"/>
                  </a:lnTo>
                  <a:lnTo>
                    <a:pt x="4345" y="8948"/>
                  </a:lnTo>
                  <a:lnTo>
                    <a:pt x="4089" y="8928"/>
                  </a:lnTo>
                  <a:lnTo>
                    <a:pt x="3852" y="8889"/>
                  </a:lnTo>
                  <a:lnTo>
                    <a:pt x="3595" y="8829"/>
                  </a:lnTo>
                  <a:lnTo>
                    <a:pt x="3338" y="8750"/>
                  </a:lnTo>
                  <a:lnTo>
                    <a:pt x="3101" y="8671"/>
                  </a:lnTo>
                  <a:lnTo>
                    <a:pt x="2844" y="8553"/>
                  </a:lnTo>
                  <a:lnTo>
                    <a:pt x="2607" y="8434"/>
                  </a:lnTo>
                  <a:lnTo>
                    <a:pt x="2351" y="8276"/>
                  </a:lnTo>
                  <a:lnTo>
                    <a:pt x="2114" y="8099"/>
                  </a:lnTo>
                  <a:lnTo>
                    <a:pt x="1857" y="7921"/>
                  </a:lnTo>
                  <a:lnTo>
                    <a:pt x="1521" y="7605"/>
                  </a:lnTo>
                  <a:lnTo>
                    <a:pt x="1343" y="7427"/>
                  </a:lnTo>
                  <a:lnTo>
                    <a:pt x="1165" y="7229"/>
                  </a:lnTo>
                  <a:lnTo>
                    <a:pt x="988" y="7012"/>
                  </a:lnTo>
                  <a:lnTo>
                    <a:pt x="830" y="6775"/>
                  </a:lnTo>
                  <a:lnTo>
                    <a:pt x="691" y="6518"/>
                  </a:lnTo>
                  <a:lnTo>
                    <a:pt x="573" y="6262"/>
                  </a:lnTo>
                  <a:lnTo>
                    <a:pt x="474" y="5965"/>
                  </a:lnTo>
                  <a:lnTo>
                    <a:pt x="395" y="5669"/>
                  </a:lnTo>
                  <a:lnTo>
                    <a:pt x="356" y="5333"/>
                  </a:lnTo>
                  <a:lnTo>
                    <a:pt x="356" y="4998"/>
                  </a:lnTo>
                  <a:lnTo>
                    <a:pt x="375" y="4622"/>
                  </a:lnTo>
                  <a:lnTo>
                    <a:pt x="454" y="4247"/>
                  </a:lnTo>
                  <a:lnTo>
                    <a:pt x="593" y="3832"/>
                  </a:lnTo>
                  <a:lnTo>
                    <a:pt x="770" y="3398"/>
                  </a:lnTo>
                  <a:lnTo>
                    <a:pt x="1007" y="2904"/>
                  </a:lnTo>
                  <a:lnTo>
                    <a:pt x="1264" y="2469"/>
                  </a:lnTo>
                  <a:lnTo>
                    <a:pt x="1541" y="2074"/>
                  </a:lnTo>
                  <a:lnTo>
                    <a:pt x="1837" y="1719"/>
                  </a:lnTo>
                  <a:lnTo>
                    <a:pt x="2133" y="1422"/>
                  </a:lnTo>
                  <a:lnTo>
                    <a:pt x="2449" y="1166"/>
                  </a:lnTo>
                  <a:lnTo>
                    <a:pt x="2765" y="948"/>
                  </a:lnTo>
                  <a:lnTo>
                    <a:pt x="3101" y="751"/>
                  </a:lnTo>
                  <a:lnTo>
                    <a:pt x="3437" y="613"/>
                  </a:lnTo>
                  <a:lnTo>
                    <a:pt x="3792" y="514"/>
                  </a:lnTo>
                  <a:lnTo>
                    <a:pt x="4148" y="435"/>
                  </a:lnTo>
                  <a:lnTo>
                    <a:pt x="4504" y="395"/>
                  </a:lnTo>
                  <a:lnTo>
                    <a:pt x="4859" y="376"/>
                  </a:lnTo>
                  <a:close/>
                  <a:moveTo>
                    <a:pt x="4899" y="0"/>
                  </a:moveTo>
                  <a:lnTo>
                    <a:pt x="4504" y="20"/>
                  </a:lnTo>
                  <a:lnTo>
                    <a:pt x="4108" y="59"/>
                  </a:lnTo>
                  <a:lnTo>
                    <a:pt x="3733" y="138"/>
                  </a:lnTo>
                  <a:lnTo>
                    <a:pt x="3358" y="257"/>
                  </a:lnTo>
                  <a:lnTo>
                    <a:pt x="2983" y="415"/>
                  </a:lnTo>
                  <a:lnTo>
                    <a:pt x="2627" y="613"/>
                  </a:lnTo>
                  <a:lnTo>
                    <a:pt x="2272" y="850"/>
                  </a:lnTo>
                  <a:lnTo>
                    <a:pt x="1936" y="1146"/>
                  </a:lnTo>
                  <a:lnTo>
                    <a:pt x="1600" y="1462"/>
                  </a:lnTo>
                  <a:lnTo>
                    <a:pt x="1284" y="1857"/>
                  </a:lnTo>
                  <a:lnTo>
                    <a:pt x="988" y="2272"/>
                  </a:lnTo>
                  <a:lnTo>
                    <a:pt x="711" y="2766"/>
                  </a:lnTo>
                  <a:lnTo>
                    <a:pt x="435" y="3299"/>
                  </a:lnTo>
                  <a:lnTo>
                    <a:pt x="257" y="3753"/>
                  </a:lnTo>
                  <a:lnTo>
                    <a:pt x="119" y="4207"/>
                  </a:lnTo>
                  <a:lnTo>
                    <a:pt x="20" y="4622"/>
                  </a:lnTo>
                  <a:lnTo>
                    <a:pt x="0" y="5017"/>
                  </a:lnTo>
                  <a:lnTo>
                    <a:pt x="0" y="5393"/>
                  </a:lnTo>
                  <a:lnTo>
                    <a:pt x="40" y="5748"/>
                  </a:lnTo>
                  <a:lnTo>
                    <a:pt x="119" y="6084"/>
                  </a:lnTo>
                  <a:lnTo>
                    <a:pt x="237" y="6400"/>
                  </a:lnTo>
                  <a:lnTo>
                    <a:pt x="375" y="6696"/>
                  </a:lnTo>
                  <a:lnTo>
                    <a:pt x="514" y="6953"/>
                  </a:lnTo>
                  <a:lnTo>
                    <a:pt x="691" y="7210"/>
                  </a:lnTo>
                  <a:lnTo>
                    <a:pt x="869" y="7447"/>
                  </a:lnTo>
                  <a:lnTo>
                    <a:pt x="1067" y="7664"/>
                  </a:lnTo>
                  <a:lnTo>
                    <a:pt x="1264" y="7862"/>
                  </a:lnTo>
                  <a:lnTo>
                    <a:pt x="1639" y="8197"/>
                  </a:lnTo>
                  <a:lnTo>
                    <a:pt x="1896" y="8415"/>
                  </a:lnTo>
                  <a:lnTo>
                    <a:pt x="2173" y="8592"/>
                  </a:lnTo>
                  <a:lnTo>
                    <a:pt x="2430" y="8750"/>
                  </a:lnTo>
                  <a:lnTo>
                    <a:pt x="2706" y="8908"/>
                  </a:lnTo>
                  <a:lnTo>
                    <a:pt x="2983" y="9027"/>
                  </a:lnTo>
                  <a:lnTo>
                    <a:pt x="3259" y="9126"/>
                  </a:lnTo>
                  <a:lnTo>
                    <a:pt x="3516" y="9205"/>
                  </a:lnTo>
                  <a:lnTo>
                    <a:pt x="3792" y="9264"/>
                  </a:lnTo>
                  <a:lnTo>
                    <a:pt x="4069" y="9303"/>
                  </a:lnTo>
                  <a:lnTo>
                    <a:pt x="4326" y="9323"/>
                  </a:lnTo>
                  <a:lnTo>
                    <a:pt x="4602" y="9323"/>
                  </a:lnTo>
                  <a:lnTo>
                    <a:pt x="4859" y="9303"/>
                  </a:lnTo>
                  <a:lnTo>
                    <a:pt x="5136" y="9264"/>
                  </a:lnTo>
                  <a:lnTo>
                    <a:pt x="5392" y="9224"/>
                  </a:lnTo>
                  <a:lnTo>
                    <a:pt x="5629" y="9165"/>
                  </a:lnTo>
                  <a:lnTo>
                    <a:pt x="5886" y="9086"/>
                  </a:lnTo>
                  <a:lnTo>
                    <a:pt x="6143" y="8987"/>
                  </a:lnTo>
                  <a:lnTo>
                    <a:pt x="6380" y="8869"/>
                  </a:lnTo>
                  <a:lnTo>
                    <a:pt x="6617" y="8750"/>
                  </a:lnTo>
                  <a:lnTo>
                    <a:pt x="6834" y="8612"/>
                  </a:lnTo>
                  <a:lnTo>
                    <a:pt x="7071" y="8454"/>
                  </a:lnTo>
                  <a:lnTo>
                    <a:pt x="7289" y="8296"/>
                  </a:lnTo>
                  <a:lnTo>
                    <a:pt x="7486" y="8118"/>
                  </a:lnTo>
                  <a:lnTo>
                    <a:pt x="7684" y="7941"/>
                  </a:lnTo>
                  <a:lnTo>
                    <a:pt x="7881" y="7743"/>
                  </a:lnTo>
                  <a:lnTo>
                    <a:pt x="8079" y="7546"/>
                  </a:lnTo>
                  <a:lnTo>
                    <a:pt x="8256" y="7328"/>
                  </a:lnTo>
                  <a:lnTo>
                    <a:pt x="8414" y="7091"/>
                  </a:lnTo>
                  <a:lnTo>
                    <a:pt x="8572" y="6854"/>
                  </a:lnTo>
                  <a:lnTo>
                    <a:pt x="8711" y="6617"/>
                  </a:lnTo>
                  <a:lnTo>
                    <a:pt x="8849" y="6380"/>
                  </a:lnTo>
                  <a:lnTo>
                    <a:pt x="8987" y="6123"/>
                  </a:lnTo>
                  <a:lnTo>
                    <a:pt x="9086" y="5867"/>
                  </a:lnTo>
                  <a:lnTo>
                    <a:pt x="9165" y="5610"/>
                  </a:lnTo>
                  <a:lnTo>
                    <a:pt x="9244" y="5353"/>
                  </a:lnTo>
                  <a:lnTo>
                    <a:pt x="9303" y="5116"/>
                  </a:lnTo>
                  <a:lnTo>
                    <a:pt x="9343" y="4859"/>
                  </a:lnTo>
                  <a:lnTo>
                    <a:pt x="9363" y="4602"/>
                  </a:lnTo>
                  <a:lnTo>
                    <a:pt x="9363" y="4365"/>
                  </a:lnTo>
                  <a:lnTo>
                    <a:pt x="9363" y="4109"/>
                  </a:lnTo>
                  <a:lnTo>
                    <a:pt x="9323" y="3872"/>
                  </a:lnTo>
                  <a:lnTo>
                    <a:pt x="9303" y="3635"/>
                  </a:lnTo>
                  <a:lnTo>
                    <a:pt x="9244" y="3398"/>
                  </a:lnTo>
                  <a:lnTo>
                    <a:pt x="9185" y="3180"/>
                  </a:lnTo>
                  <a:lnTo>
                    <a:pt x="9106" y="2943"/>
                  </a:lnTo>
                  <a:lnTo>
                    <a:pt x="9027" y="2726"/>
                  </a:lnTo>
                  <a:lnTo>
                    <a:pt x="8928" y="2509"/>
                  </a:lnTo>
                  <a:lnTo>
                    <a:pt x="8809" y="2311"/>
                  </a:lnTo>
                  <a:lnTo>
                    <a:pt x="8572" y="1916"/>
                  </a:lnTo>
                  <a:lnTo>
                    <a:pt x="8296" y="1541"/>
                  </a:lnTo>
                  <a:lnTo>
                    <a:pt x="7980" y="1205"/>
                  </a:lnTo>
                  <a:lnTo>
                    <a:pt x="7644" y="909"/>
                  </a:lnTo>
                  <a:lnTo>
                    <a:pt x="7289" y="652"/>
                  </a:lnTo>
                  <a:lnTo>
                    <a:pt x="6913" y="435"/>
                  </a:lnTo>
                  <a:lnTo>
                    <a:pt x="6716" y="336"/>
                  </a:lnTo>
                  <a:lnTo>
                    <a:pt x="6518" y="257"/>
                  </a:lnTo>
                  <a:lnTo>
                    <a:pt x="6321" y="198"/>
                  </a:lnTo>
                  <a:lnTo>
                    <a:pt x="6103" y="158"/>
                  </a:lnTo>
                  <a:lnTo>
                    <a:pt x="5708" y="79"/>
                  </a:lnTo>
                  <a:lnTo>
                    <a:pt x="5313" y="20"/>
                  </a:lnTo>
                  <a:lnTo>
                    <a:pt x="48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31"/>
            <p:cNvSpPr/>
            <p:nvPr/>
          </p:nvSpPr>
          <p:spPr>
            <a:xfrm>
              <a:off x="4556002" y="-1142735"/>
              <a:ext cx="752" cy="789"/>
            </a:xfrm>
            <a:custGeom>
              <a:rect b="b" l="l" r="r" t="t"/>
              <a:pathLst>
                <a:path extrusionOk="0" h="21" w="20">
                  <a:moveTo>
                    <a:pt x="20" y="20"/>
                  </a:move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31"/>
            <p:cNvSpPr/>
            <p:nvPr/>
          </p:nvSpPr>
          <p:spPr>
            <a:xfrm>
              <a:off x="4619831" y="-1325390"/>
              <a:ext cx="38" cy="789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31"/>
            <p:cNvSpPr/>
            <p:nvPr/>
          </p:nvSpPr>
          <p:spPr>
            <a:xfrm>
              <a:off x="4475782" y="-1401136"/>
              <a:ext cx="160434" cy="330454"/>
            </a:xfrm>
            <a:custGeom>
              <a:rect b="b" l="l" r="r" t="t"/>
              <a:pathLst>
                <a:path extrusionOk="0" h="8791" w="4268">
                  <a:moveTo>
                    <a:pt x="2450" y="5551"/>
                  </a:moveTo>
                  <a:lnTo>
                    <a:pt x="2470" y="5610"/>
                  </a:lnTo>
                  <a:lnTo>
                    <a:pt x="2490" y="5669"/>
                  </a:lnTo>
                  <a:lnTo>
                    <a:pt x="2509" y="5669"/>
                  </a:lnTo>
                  <a:lnTo>
                    <a:pt x="2529" y="5650"/>
                  </a:lnTo>
                  <a:lnTo>
                    <a:pt x="2529" y="5610"/>
                  </a:lnTo>
                  <a:lnTo>
                    <a:pt x="2569" y="5590"/>
                  </a:lnTo>
                  <a:lnTo>
                    <a:pt x="2529" y="5590"/>
                  </a:lnTo>
                  <a:lnTo>
                    <a:pt x="2509" y="5571"/>
                  </a:lnTo>
                  <a:lnTo>
                    <a:pt x="2470" y="5551"/>
                  </a:lnTo>
                  <a:close/>
                  <a:moveTo>
                    <a:pt x="3062" y="1"/>
                  </a:moveTo>
                  <a:lnTo>
                    <a:pt x="3082" y="40"/>
                  </a:lnTo>
                  <a:lnTo>
                    <a:pt x="3082" y="60"/>
                  </a:lnTo>
                  <a:lnTo>
                    <a:pt x="3043" y="119"/>
                  </a:lnTo>
                  <a:lnTo>
                    <a:pt x="3043" y="139"/>
                  </a:lnTo>
                  <a:lnTo>
                    <a:pt x="3043" y="159"/>
                  </a:lnTo>
                  <a:lnTo>
                    <a:pt x="3023" y="198"/>
                  </a:lnTo>
                  <a:lnTo>
                    <a:pt x="3003" y="238"/>
                  </a:lnTo>
                  <a:lnTo>
                    <a:pt x="2944" y="297"/>
                  </a:lnTo>
                  <a:lnTo>
                    <a:pt x="2924" y="317"/>
                  </a:lnTo>
                  <a:lnTo>
                    <a:pt x="2924" y="336"/>
                  </a:lnTo>
                  <a:lnTo>
                    <a:pt x="2924" y="376"/>
                  </a:lnTo>
                  <a:lnTo>
                    <a:pt x="2964" y="415"/>
                  </a:lnTo>
                  <a:lnTo>
                    <a:pt x="3003" y="396"/>
                  </a:lnTo>
                  <a:lnTo>
                    <a:pt x="3043" y="396"/>
                  </a:lnTo>
                  <a:lnTo>
                    <a:pt x="3062" y="415"/>
                  </a:lnTo>
                  <a:lnTo>
                    <a:pt x="3023" y="435"/>
                  </a:lnTo>
                  <a:lnTo>
                    <a:pt x="3003" y="455"/>
                  </a:lnTo>
                  <a:lnTo>
                    <a:pt x="2983" y="475"/>
                  </a:lnTo>
                  <a:lnTo>
                    <a:pt x="2964" y="475"/>
                  </a:lnTo>
                  <a:lnTo>
                    <a:pt x="2944" y="435"/>
                  </a:lnTo>
                  <a:lnTo>
                    <a:pt x="2904" y="514"/>
                  </a:lnTo>
                  <a:lnTo>
                    <a:pt x="2885" y="554"/>
                  </a:lnTo>
                  <a:lnTo>
                    <a:pt x="2964" y="593"/>
                  </a:lnTo>
                  <a:lnTo>
                    <a:pt x="2983" y="633"/>
                  </a:lnTo>
                  <a:lnTo>
                    <a:pt x="3003" y="652"/>
                  </a:lnTo>
                  <a:lnTo>
                    <a:pt x="2964" y="672"/>
                  </a:lnTo>
                  <a:lnTo>
                    <a:pt x="2944" y="672"/>
                  </a:lnTo>
                  <a:lnTo>
                    <a:pt x="2904" y="652"/>
                  </a:lnTo>
                  <a:lnTo>
                    <a:pt x="2865" y="613"/>
                  </a:lnTo>
                  <a:lnTo>
                    <a:pt x="2845" y="593"/>
                  </a:lnTo>
                  <a:lnTo>
                    <a:pt x="2806" y="613"/>
                  </a:lnTo>
                  <a:lnTo>
                    <a:pt x="2825" y="731"/>
                  </a:lnTo>
                  <a:lnTo>
                    <a:pt x="2766" y="731"/>
                  </a:lnTo>
                  <a:lnTo>
                    <a:pt x="2727" y="771"/>
                  </a:lnTo>
                  <a:lnTo>
                    <a:pt x="2707" y="830"/>
                  </a:lnTo>
                  <a:lnTo>
                    <a:pt x="2707" y="949"/>
                  </a:lnTo>
                  <a:lnTo>
                    <a:pt x="2707" y="1067"/>
                  </a:lnTo>
                  <a:lnTo>
                    <a:pt x="2707" y="1126"/>
                  </a:lnTo>
                  <a:lnTo>
                    <a:pt x="2687" y="1186"/>
                  </a:lnTo>
                  <a:lnTo>
                    <a:pt x="2648" y="1146"/>
                  </a:lnTo>
                  <a:lnTo>
                    <a:pt x="2628" y="1087"/>
                  </a:lnTo>
                  <a:lnTo>
                    <a:pt x="2628" y="1028"/>
                  </a:lnTo>
                  <a:lnTo>
                    <a:pt x="2628" y="988"/>
                  </a:lnTo>
                  <a:lnTo>
                    <a:pt x="2608" y="988"/>
                  </a:lnTo>
                  <a:lnTo>
                    <a:pt x="2588" y="1008"/>
                  </a:lnTo>
                  <a:lnTo>
                    <a:pt x="2569" y="1067"/>
                  </a:lnTo>
                  <a:lnTo>
                    <a:pt x="2569" y="1107"/>
                  </a:lnTo>
                  <a:lnTo>
                    <a:pt x="2549" y="1126"/>
                  </a:lnTo>
                  <a:lnTo>
                    <a:pt x="2529" y="1146"/>
                  </a:lnTo>
                  <a:lnTo>
                    <a:pt x="2509" y="1205"/>
                  </a:lnTo>
                  <a:lnTo>
                    <a:pt x="2529" y="1245"/>
                  </a:lnTo>
                  <a:lnTo>
                    <a:pt x="2549" y="1284"/>
                  </a:lnTo>
                  <a:lnTo>
                    <a:pt x="2588" y="1304"/>
                  </a:lnTo>
                  <a:lnTo>
                    <a:pt x="2588" y="1344"/>
                  </a:lnTo>
                  <a:lnTo>
                    <a:pt x="2549" y="1344"/>
                  </a:lnTo>
                  <a:lnTo>
                    <a:pt x="2509" y="1324"/>
                  </a:lnTo>
                  <a:lnTo>
                    <a:pt x="2529" y="1383"/>
                  </a:lnTo>
                  <a:lnTo>
                    <a:pt x="2529" y="1442"/>
                  </a:lnTo>
                  <a:lnTo>
                    <a:pt x="2509" y="1541"/>
                  </a:lnTo>
                  <a:lnTo>
                    <a:pt x="2450" y="1521"/>
                  </a:lnTo>
                  <a:lnTo>
                    <a:pt x="2470" y="1640"/>
                  </a:lnTo>
                  <a:lnTo>
                    <a:pt x="2509" y="1640"/>
                  </a:lnTo>
                  <a:lnTo>
                    <a:pt x="2569" y="1680"/>
                  </a:lnTo>
                  <a:lnTo>
                    <a:pt x="2549" y="1699"/>
                  </a:lnTo>
                  <a:lnTo>
                    <a:pt x="2608" y="1680"/>
                  </a:lnTo>
                  <a:lnTo>
                    <a:pt x="2628" y="1660"/>
                  </a:lnTo>
                  <a:lnTo>
                    <a:pt x="2628" y="1561"/>
                  </a:lnTo>
                  <a:lnTo>
                    <a:pt x="2648" y="1521"/>
                  </a:lnTo>
                  <a:lnTo>
                    <a:pt x="2648" y="1482"/>
                  </a:lnTo>
                  <a:lnTo>
                    <a:pt x="2687" y="1442"/>
                  </a:lnTo>
                  <a:lnTo>
                    <a:pt x="2746" y="1442"/>
                  </a:lnTo>
                  <a:lnTo>
                    <a:pt x="2766" y="1462"/>
                  </a:lnTo>
                  <a:lnTo>
                    <a:pt x="2786" y="1462"/>
                  </a:lnTo>
                  <a:lnTo>
                    <a:pt x="2806" y="1482"/>
                  </a:lnTo>
                  <a:lnTo>
                    <a:pt x="2786" y="1502"/>
                  </a:lnTo>
                  <a:lnTo>
                    <a:pt x="2746" y="1502"/>
                  </a:lnTo>
                  <a:lnTo>
                    <a:pt x="2806" y="1541"/>
                  </a:lnTo>
                  <a:lnTo>
                    <a:pt x="2825" y="1561"/>
                  </a:lnTo>
                  <a:lnTo>
                    <a:pt x="2825" y="1541"/>
                  </a:lnTo>
                  <a:lnTo>
                    <a:pt x="2865" y="1561"/>
                  </a:lnTo>
                  <a:lnTo>
                    <a:pt x="2885" y="1581"/>
                  </a:lnTo>
                  <a:lnTo>
                    <a:pt x="2904" y="1640"/>
                  </a:lnTo>
                  <a:lnTo>
                    <a:pt x="2885" y="1699"/>
                  </a:lnTo>
                  <a:lnTo>
                    <a:pt x="2885" y="1759"/>
                  </a:lnTo>
                  <a:lnTo>
                    <a:pt x="2825" y="1759"/>
                  </a:lnTo>
                  <a:lnTo>
                    <a:pt x="2806" y="1719"/>
                  </a:lnTo>
                  <a:lnTo>
                    <a:pt x="2786" y="1660"/>
                  </a:lnTo>
                  <a:lnTo>
                    <a:pt x="2766" y="1600"/>
                  </a:lnTo>
                  <a:lnTo>
                    <a:pt x="2766" y="1660"/>
                  </a:lnTo>
                  <a:lnTo>
                    <a:pt x="2766" y="1680"/>
                  </a:lnTo>
                  <a:lnTo>
                    <a:pt x="2746" y="1699"/>
                  </a:lnTo>
                  <a:lnTo>
                    <a:pt x="2667" y="1660"/>
                  </a:lnTo>
                  <a:lnTo>
                    <a:pt x="2687" y="1719"/>
                  </a:lnTo>
                  <a:lnTo>
                    <a:pt x="2707" y="1739"/>
                  </a:lnTo>
                  <a:lnTo>
                    <a:pt x="2746" y="1739"/>
                  </a:lnTo>
                  <a:lnTo>
                    <a:pt x="2806" y="1778"/>
                  </a:lnTo>
                  <a:lnTo>
                    <a:pt x="2825" y="1798"/>
                  </a:lnTo>
                  <a:lnTo>
                    <a:pt x="2845" y="1818"/>
                  </a:lnTo>
                  <a:lnTo>
                    <a:pt x="2825" y="1838"/>
                  </a:lnTo>
                  <a:lnTo>
                    <a:pt x="2786" y="1857"/>
                  </a:lnTo>
                  <a:lnTo>
                    <a:pt x="2746" y="1877"/>
                  </a:lnTo>
                  <a:lnTo>
                    <a:pt x="2746" y="1838"/>
                  </a:lnTo>
                  <a:lnTo>
                    <a:pt x="2727" y="1897"/>
                  </a:lnTo>
                  <a:lnTo>
                    <a:pt x="2727" y="1936"/>
                  </a:lnTo>
                  <a:lnTo>
                    <a:pt x="2727" y="1976"/>
                  </a:lnTo>
                  <a:lnTo>
                    <a:pt x="2727" y="2015"/>
                  </a:lnTo>
                  <a:lnTo>
                    <a:pt x="2667" y="2015"/>
                  </a:lnTo>
                  <a:lnTo>
                    <a:pt x="2687" y="1976"/>
                  </a:lnTo>
                  <a:lnTo>
                    <a:pt x="2667" y="1936"/>
                  </a:lnTo>
                  <a:lnTo>
                    <a:pt x="2628" y="1877"/>
                  </a:lnTo>
                  <a:lnTo>
                    <a:pt x="2628" y="1857"/>
                  </a:lnTo>
                  <a:lnTo>
                    <a:pt x="2549" y="1857"/>
                  </a:lnTo>
                  <a:lnTo>
                    <a:pt x="2529" y="1838"/>
                  </a:lnTo>
                  <a:lnTo>
                    <a:pt x="2490" y="1818"/>
                  </a:lnTo>
                  <a:lnTo>
                    <a:pt x="2411" y="1680"/>
                  </a:lnTo>
                  <a:lnTo>
                    <a:pt x="2411" y="1719"/>
                  </a:lnTo>
                  <a:lnTo>
                    <a:pt x="2391" y="1739"/>
                  </a:lnTo>
                  <a:lnTo>
                    <a:pt x="2371" y="1778"/>
                  </a:lnTo>
                  <a:lnTo>
                    <a:pt x="2332" y="1778"/>
                  </a:lnTo>
                  <a:lnTo>
                    <a:pt x="2351" y="1818"/>
                  </a:lnTo>
                  <a:lnTo>
                    <a:pt x="2332" y="1857"/>
                  </a:lnTo>
                  <a:lnTo>
                    <a:pt x="2312" y="1917"/>
                  </a:lnTo>
                  <a:lnTo>
                    <a:pt x="2272" y="1976"/>
                  </a:lnTo>
                  <a:lnTo>
                    <a:pt x="2292" y="2015"/>
                  </a:lnTo>
                  <a:lnTo>
                    <a:pt x="2312" y="2055"/>
                  </a:lnTo>
                  <a:lnTo>
                    <a:pt x="2292" y="2055"/>
                  </a:lnTo>
                  <a:lnTo>
                    <a:pt x="2272" y="2035"/>
                  </a:lnTo>
                  <a:lnTo>
                    <a:pt x="2253" y="2015"/>
                  </a:lnTo>
                  <a:lnTo>
                    <a:pt x="2253" y="2035"/>
                  </a:lnTo>
                  <a:lnTo>
                    <a:pt x="2193" y="2154"/>
                  </a:lnTo>
                  <a:lnTo>
                    <a:pt x="2193" y="2233"/>
                  </a:lnTo>
                  <a:lnTo>
                    <a:pt x="2193" y="2312"/>
                  </a:lnTo>
                  <a:lnTo>
                    <a:pt x="2174" y="2331"/>
                  </a:lnTo>
                  <a:lnTo>
                    <a:pt x="2154" y="2331"/>
                  </a:lnTo>
                  <a:lnTo>
                    <a:pt x="2095" y="2312"/>
                  </a:lnTo>
                  <a:lnTo>
                    <a:pt x="2055" y="2391"/>
                  </a:lnTo>
                  <a:lnTo>
                    <a:pt x="2035" y="2450"/>
                  </a:lnTo>
                  <a:lnTo>
                    <a:pt x="2035" y="2588"/>
                  </a:lnTo>
                  <a:lnTo>
                    <a:pt x="2035" y="2726"/>
                  </a:lnTo>
                  <a:lnTo>
                    <a:pt x="2016" y="2805"/>
                  </a:lnTo>
                  <a:lnTo>
                    <a:pt x="1976" y="2884"/>
                  </a:lnTo>
                  <a:lnTo>
                    <a:pt x="1956" y="2825"/>
                  </a:lnTo>
                  <a:lnTo>
                    <a:pt x="1917" y="2884"/>
                  </a:lnTo>
                  <a:lnTo>
                    <a:pt x="1917" y="2924"/>
                  </a:lnTo>
                  <a:lnTo>
                    <a:pt x="1937" y="2944"/>
                  </a:lnTo>
                  <a:lnTo>
                    <a:pt x="1877" y="2963"/>
                  </a:lnTo>
                  <a:lnTo>
                    <a:pt x="1858" y="2983"/>
                  </a:lnTo>
                  <a:lnTo>
                    <a:pt x="1858" y="3062"/>
                  </a:lnTo>
                  <a:lnTo>
                    <a:pt x="1838" y="3121"/>
                  </a:lnTo>
                  <a:lnTo>
                    <a:pt x="1838" y="3161"/>
                  </a:lnTo>
                  <a:lnTo>
                    <a:pt x="1798" y="3181"/>
                  </a:lnTo>
                  <a:lnTo>
                    <a:pt x="1759" y="3200"/>
                  </a:lnTo>
                  <a:lnTo>
                    <a:pt x="1739" y="3240"/>
                  </a:lnTo>
                  <a:lnTo>
                    <a:pt x="1719" y="3260"/>
                  </a:lnTo>
                  <a:lnTo>
                    <a:pt x="1739" y="3319"/>
                  </a:lnTo>
                  <a:lnTo>
                    <a:pt x="1778" y="3378"/>
                  </a:lnTo>
                  <a:lnTo>
                    <a:pt x="1798" y="3437"/>
                  </a:lnTo>
                  <a:lnTo>
                    <a:pt x="1739" y="3398"/>
                  </a:lnTo>
                  <a:lnTo>
                    <a:pt x="1680" y="3398"/>
                  </a:lnTo>
                  <a:lnTo>
                    <a:pt x="1620" y="3615"/>
                  </a:lnTo>
                  <a:lnTo>
                    <a:pt x="1581" y="3813"/>
                  </a:lnTo>
                  <a:lnTo>
                    <a:pt x="1443" y="4208"/>
                  </a:lnTo>
                  <a:lnTo>
                    <a:pt x="1423" y="4188"/>
                  </a:lnTo>
                  <a:lnTo>
                    <a:pt x="1403" y="4247"/>
                  </a:lnTo>
                  <a:lnTo>
                    <a:pt x="1383" y="4326"/>
                  </a:lnTo>
                  <a:lnTo>
                    <a:pt x="1364" y="4465"/>
                  </a:lnTo>
                  <a:lnTo>
                    <a:pt x="1344" y="4623"/>
                  </a:lnTo>
                  <a:lnTo>
                    <a:pt x="1324" y="4682"/>
                  </a:lnTo>
                  <a:lnTo>
                    <a:pt x="1285" y="4741"/>
                  </a:lnTo>
                  <a:lnTo>
                    <a:pt x="1304" y="4820"/>
                  </a:lnTo>
                  <a:lnTo>
                    <a:pt x="1324" y="4860"/>
                  </a:lnTo>
                  <a:lnTo>
                    <a:pt x="1423" y="4860"/>
                  </a:lnTo>
                  <a:lnTo>
                    <a:pt x="1502" y="4879"/>
                  </a:lnTo>
                  <a:lnTo>
                    <a:pt x="1502" y="4919"/>
                  </a:lnTo>
                  <a:lnTo>
                    <a:pt x="1482" y="4958"/>
                  </a:lnTo>
                  <a:lnTo>
                    <a:pt x="1383" y="4958"/>
                  </a:lnTo>
                  <a:lnTo>
                    <a:pt x="1364" y="4978"/>
                  </a:lnTo>
                  <a:lnTo>
                    <a:pt x="1364" y="4998"/>
                  </a:lnTo>
                  <a:lnTo>
                    <a:pt x="1304" y="4978"/>
                  </a:lnTo>
                  <a:lnTo>
                    <a:pt x="1265" y="4939"/>
                  </a:lnTo>
                  <a:lnTo>
                    <a:pt x="1245" y="4899"/>
                  </a:lnTo>
                  <a:lnTo>
                    <a:pt x="1206" y="4879"/>
                  </a:lnTo>
                  <a:lnTo>
                    <a:pt x="1225" y="5037"/>
                  </a:lnTo>
                  <a:lnTo>
                    <a:pt x="1186" y="5077"/>
                  </a:lnTo>
                  <a:lnTo>
                    <a:pt x="1166" y="5136"/>
                  </a:lnTo>
                  <a:lnTo>
                    <a:pt x="1146" y="5195"/>
                  </a:lnTo>
                  <a:lnTo>
                    <a:pt x="1107" y="5235"/>
                  </a:lnTo>
                  <a:lnTo>
                    <a:pt x="1107" y="5215"/>
                  </a:lnTo>
                  <a:lnTo>
                    <a:pt x="1087" y="5195"/>
                  </a:lnTo>
                  <a:lnTo>
                    <a:pt x="1067" y="5176"/>
                  </a:lnTo>
                  <a:lnTo>
                    <a:pt x="1087" y="5156"/>
                  </a:lnTo>
                  <a:lnTo>
                    <a:pt x="1107" y="5176"/>
                  </a:lnTo>
                  <a:lnTo>
                    <a:pt x="1127" y="5116"/>
                  </a:lnTo>
                  <a:lnTo>
                    <a:pt x="1127" y="5097"/>
                  </a:lnTo>
                  <a:lnTo>
                    <a:pt x="1107" y="5057"/>
                  </a:lnTo>
                  <a:lnTo>
                    <a:pt x="1087" y="5018"/>
                  </a:lnTo>
                  <a:lnTo>
                    <a:pt x="1067" y="5156"/>
                  </a:lnTo>
                  <a:lnTo>
                    <a:pt x="1048" y="5235"/>
                  </a:lnTo>
                  <a:lnTo>
                    <a:pt x="1008" y="5274"/>
                  </a:lnTo>
                  <a:lnTo>
                    <a:pt x="1048" y="5294"/>
                  </a:lnTo>
                  <a:lnTo>
                    <a:pt x="1048" y="5334"/>
                  </a:lnTo>
                  <a:lnTo>
                    <a:pt x="1048" y="5373"/>
                  </a:lnTo>
                  <a:lnTo>
                    <a:pt x="1067" y="5393"/>
                  </a:lnTo>
                  <a:lnTo>
                    <a:pt x="1048" y="5393"/>
                  </a:lnTo>
                  <a:lnTo>
                    <a:pt x="1067" y="5413"/>
                  </a:lnTo>
                  <a:lnTo>
                    <a:pt x="1087" y="5452"/>
                  </a:lnTo>
                  <a:lnTo>
                    <a:pt x="1087" y="5492"/>
                  </a:lnTo>
                  <a:lnTo>
                    <a:pt x="988" y="5472"/>
                  </a:lnTo>
                  <a:lnTo>
                    <a:pt x="988" y="5492"/>
                  </a:lnTo>
                  <a:lnTo>
                    <a:pt x="1028" y="5492"/>
                  </a:lnTo>
                  <a:lnTo>
                    <a:pt x="1048" y="5511"/>
                  </a:lnTo>
                  <a:lnTo>
                    <a:pt x="1028" y="5571"/>
                  </a:lnTo>
                  <a:lnTo>
                    <a:pt x="1008" y="5650"/>
                  </a:lnTo>
                  <a:lnTo>
                    <a:pt x="949" y="5709"/>
                  </a:lnTo>
                  <a:lnTo>
                    <a:pt x="909" y="5729"/>
                  </a:lnTo>
                  <a:lnTo>
                    <a:pt x="870" y="5729"/>
                  </a:lnTo>
                  <a:lnTo>
                    <a:pt x="870" y="5768"/>
                  </a:lnTo>
                  <a:lnTo>
                    <a:pt x="890" y="5808"/>
                  </a:lnTo>
                  <a:lnTo>
                    <a:pt x="890" y="5827"/>
                  </a:lnTo>
                  <a:lnTo>
                    <a:pt x="870" y="5867"/>
                  </a:lnTo>
                  <a:lnTo>
                    <a:pt x="830" y="5827"/>
                  </a:lnTo>
                  <a:lnTo>
                    <a:pt x="751" y="6025"/>
                  </a:lnTo>
                  <a:lnTo>
                    <a:pt x="692" y="6143"/>
                  </a:lnTo>
                  <a:lnTo>
                    <a:pt x="633" y="6222"/>
                  </a:lnTo>
                  <a:lnTo>
                    <a:pt x="613" y="6361"/>
                  </a:lnTo>
                  <a:lnTo>
                    <a:pt x="613" y="6440"/>
                  </a:lnTo>
                  <a:lnTo>
                    <a:pt x="633" y="6499"/>
                  </a:lnTo>
                  <a:lnTo>
                    <a:pt x="653" y="6479"/>
                  </a:lnTo>
                  <a:lnTo>
                    <a:pt x="672" y="6460"/>
                  </a:lnTo>
                  <a:lnTo>
                    <a:pt x="692" y="6440"/>
                  </a:lnTo>
                  <a:lnTo>
                    <a:pt x="732" y="6479"/>
                  </a:lnTo>
                  <a:lnTo>
                    <a:pt x="751" y="6519"/>
                  </a:lnTo>
                  <a:lnTo>
                    <a:pt x="751" y="6539"/>
                  </a:lnTo>
                  <a:lnTo>
                    <a:pt x="732" y="6598"/>
                  </a:lnTo>
                  <a:lnTo>
                    <a:pt x="692" y="6598"/>
                  </a:lnTo>
                  <a:lnTo>
                    <a:pt x="672" y="6618"/>
                  </a:lnTo>
                  <a:lnTo>
                    <a:pt x="653" y="6637"/>
                  </a:lnTo>
                  <a:lnTo>
                    <a:pt x="633" y="6598"/>
                  </a:lnTo>
                  <a:lnTo>
                    <a:pt x="593" y="6598"/>
                  </a:lnTo>
                  <a:lnTo>
                    <a:pt x="574" y="6618"/>
                  </a:lnTo>
                  <a:lnTo>
                    <a:pt x="554" y="6677"/>
                  </a:lnTo>
                  <a:lnTo>
                    <a:pt x="534" y="6716"/>
                  </a:lnTo>
                  <a:lnTo>
                    <a:pt x="514" y="6736"/>
                  </a:lnTo>
                  <a:lnTo>
                    <a:pt x="475" y="6736"/>
                  </a:lnTo>
                  <a:lnTo>
                    <a:pt x="495" y="6776"/>
                  </a:lnTo>
                  <a:lnTo>
                    <a:pt x="475" y="6815"/>
                  </a:lnTo>
                  <a:lnTo>
                    <a:pt x="475" y="6874"/>
                  </a:lnTo>
                  <a:lnTo>
                    <a:pt x="495" y="6934"/>
                  </a:lnTo>
                  <a:lnTo>
                    <a:pt x="455" y="6914"/>
                  </a:lnTo>
                  <a:lnTo>
                    <a:pt x="455" y="6894"/>
                  </a:lnTo>
                  <a:lnTo>
                    <a:pt x="455" y="6874"/>
                  </a:lnTo>
                  <a:lnTo>
                    <a:pt x="435" y="6855"/>
                  </a:lnTo>
                  <a:lnTo>
                    <a:pt x="435" y="6914"/>
                  </a:lnTo>
                  <a:lnTo>
                    <a:pt x="396" y="6894"/>
                  </a:lnTo>
                  <a:lnTo>
                    <a:pt x="376" y="6934"/>
                  </a:lnTo>
                  <a:lnTo>
                    <a:pt x="376" y="6953"/>
                  </a:lnTo>
                  <a:lnTo>
                    <a:pt x="416" y="7013"/>
                  </a:lnTo>
                  <a:lnTo>
                    <a:pt x="435" y="7072"/>
                  </a:lnTo>
                  <a:lnTo>
                    <a:pt x="455" y="7131"/>
                  </a:lnTo>
                  <a:lnTo>
                    <a:pt x="455" y="7171"/>
                  </a:lnTo>
                  <a:lnTo>
                    <a:pt x="376" y="7092"/>
                  </a:lnTo>
                  <a:lnTo>
                    <a:pt x="376" y="7131"/>
                  </a:lnTo>
                  <a:lnTo>
                    <a:pt x="396" y="7190"/>
                  </a:lnTo>
                  <a:lnTo>
                    <a:pt x="416" y="7250"/>
                  </a:lnTo>
                  <a:lnTo>
                    <a:pt x="416" y="7289"/>
                  </a:lnTo>
                  <a:lnTo>
                    <a:pt x="396" y="7289"/>
                  </a:lnTo>
                  <a:lnTo>
                    <a:pt x="396" y="7348"/>
                  </a:lnTo>
                  <a:lnTo>
                    <a:pt x="376" y="7329"/>
                  </a:lnTo>
                  <a:lnTo>
                    <a:pt x="416" y="7388"/>
                  </a:lnTo>
                  <a:lnTo>
                    <a:pt x="416" y="7447"/>
                  </a:lnTo>
                  <a:lnTo>
                    <a:pt x="416" y="7506"/>
                  </a:lnTo>
                  <a:lnTo>
                    <a:pt x="435" y="7546"/>
                  </a:lnTo>
                  <a:lnTo>
                    <a:pt x="356" y="7566"/>
                  </a:lnTo>
                  <a:lnTo>
                    <a:pt x="337" y="7585"/>
                  </a:lnTo>
                  <a:lnTo>
                    <a:pt x="356" y="7625"/>
                  </a:lnTo>
                  <a:lnTo>
                    <a:pt x="258" y="7585"/>
                  </a:lnTo>
                  <a:lnTo>
                    <a:pt x="277" y="7526"/>
                  </a:lnTo>
                  <a:lnTo>
                    <a:pt x="297" y="7526"/>
                  </a:lnTo>
                  <a:lnTo>
                    <a:pt x="337" y="7506"/>
                  </a:lnTo>
                  <a:lnTo>
                    <a:pt x="337" y="7447"/>
                  </a:lnTo>
                  <a:lnTo>
                    <a:pt x="277" y="7467"/>
                  </a:lnTo>
                  <a:lnTo>
                    <a:pt x="238" y="7506"/>
                  </a:lnTo>
                  <a:lnTo>
                    <a:pt x="159" y="7605"/>
                  </a:lnTo>
                  <a:lnTo>
                    <a:pt x="100" y="7724"/>
                  </a:lnTo>
                  <a:lnTo>
                    <a:pt x="60" y="7842"/>
                  </a:lnTo>
                  <a:lnTo>
                    <a:pt x="60" y="7901"/>
                  </a:lnTo>
                  <a:lnTo>
                    <a:pt x="40" y="7980"/>
                  </a:lnTo>
                  <a:lnTo>
                    <a:pt x="1" y="8040"/>
                  </a:lnTo>
                  <a:lnTo>
                    <a:pt x="1" y="8119"/>
                  </a:lnTo>
                  <a:lnTo>
                    <a:pt x="1265" y="8790"/>
                  </a:lnTo>
                  <a:lnTo>
                    <a:pt x="1383" y="8652"/>
                  </a:lnTo>
                  <a:lnTo>
                    <a:pt x="1423" y="8593"/>
                  </a:lnTo>
                  <a:lnTo>
                    <a:pt x="1423" y="8514"/>
                  </a:lnTo>
                  <a:lnTo>
                    <a:pt x="1304" y="8533"/>
                  </a:lnTo>
                  <a:lnTo>
                    <a:pt x="1383" y="8593"/>
                  </a:lnTo>
                  <a:lnTo>
                    <a:pt x="1324" y="8593"/>
                  </a:lnTo>
                  <a:lnTo>
                    <a:pt x="1265" y="8553"/>
                  </a:lnTo>
                  <a:lnTo>
                    <a:pt x="1166" y="8454"/>
                  </a:lnTo>
                  <a:lnTo>
                    <a:pt x="1186" y="8454"/>
                  </a:lnTo>
                  <a:lnTo>
                    <a:pt x="1206" y="8415"/>
                  </a:lnTo>
                  <a:lnTo>
                    <a:pt x="1245" y="8415"/>
                  </a:lnTo>
                  <a:lnTo>
                    <a:pt x="1245" y="8336"/>
                  </a:lnTo>
                  <a:lnTo>
                    <a:pt x="1206" y="8336"/>
                  </a:lnTo>
                  <a:lnTo>
                    <a:pt x="1206" y="8356"/>
                  </a:lnTo>
                  <a:lnTo>
                    <a:pt x="1186" y="8356"/>
                  </a:lnTo>
                  <a:lnTo>
                    <a:pt x="1166" y="8336"/>
                  </a:lnTo>
                  <a:lnTo>
                    <a:pt x="1225" y="8277"/>
                  </a:lnTo>
                  <a:lnTo>
                    <a:pt x="1265" y="8277"/>
                  </a:lnTo>
                  <a:lnTo>
                    <a:pt x="1285" y="8316"/>
                  </a:lnTo>
                  <a:lnTo>
                    <a:pt x="1285" y="8277"/>
                  </a:lnTo>
                  <a:lnTo>
                    <a:pt x="1285" y="8237"/>
                  </a:lnTo>
                  <a:lnTo>
                    <a:pt x="1285" y="8198"/>
                  </a:lnTo>
                  <a:lnTo>
                    <a:pt x="1245" y="8198"/>
                  </a:lnTo>
                  <a:lnTo>
                    <a:pt x="1265" y="8178"/>
                  </a:lnTo>
                  <a:lnTo>
                    <a:pt x="1304" y="8198"/>
                  </a:lnTo>
                  <a:lnTo>
                    <a:pt x="1364" y="8277"/>
                  </a:lnTo>
                  <a:lnTo>
                    <a:pt x="1403" y="8257"/>
                  </a:lnTo>
                  <a:lnTo>
                    <a:pt x="1423" y="8257"/>
                  </a:lnTo>
                  <a:lnTo>
                    <a:pt x="1482" y="8296"/>
                  </a:lnTo>
                  <a:lnTo>
                    <a:pt x="1502" y="8217"/>
                  </a:lnTo>
                  <a:lnTo>
                    <a:pt x="1541" y="8237"/>
                  </a:lnTo>
                  <a:lnTo>
                    <a:pt x="1561" y="8277"/>
                  </a:lnTo>
                  <a:lnTo>
                    <a:pt x="1581" y="8237"/>
                  </a:lnTo>
                  <a:lnTo>
                    <a:pt x="1581" y="8198"/>
                  </a:lnTo>
                  <a:lnTo>
                    <a:pt x="1581" y="8178"/>
                  </a:lnTo>
                  <a:lnTo>
                    <a:pt x="1620" y="8158"/>
                  </a:lnTo>
                  <a:lnTo>
                    <a:pt x="1561" y="8099"/>
                  </a:lnTo>
                  <a:lnTo>
                    <a:pt x="1680" y="8000"/>
                  </a:lnTo>
                  <a:lnTo>
                    <a:pt x="1739" y="7882"/>
                  </a:lnTo>
                  <a:lnTo>
                    <a:pt x="1680" y="7882"/>
                  </a:lnTo>
                  <a:lnTo>
                    <a:pt x="1660" y="7842"/>
                  </a:lnTo>
                  <a:lnTo>
                    <a:pt x="1680" y="7822"/>
                  </a:lnTo>
                  <a:lnTo>
                    <a:pt x="1719" y="7803"/>
                  </a:lnTo>
                  <a:lnTo>
                    <a:pt x="1778" y="7763"/>
                  </a:lnTo>
                  <a:lnTo>
                    <a:pt x="1798" y="7743"/>
                  </a:lnTo>
                  <a:lnTo>
                    <a:pt x="1798" y="7704"/>
                  </a:lnTo>
                  <a:lnTo>
                    <a:pt x="1798" y="7645"/>
                  </a:lnTo>
                  <a:lnTo>
                    <a:pt x="1798" y="7585"/>
                  </a:lnTo>
                  <a:lnTo>
                    <a:pt x="1759" y="7546"/>
                  </a:lnTo>
                  <a:lnTo>
                    <a:pt x="1719" y="7526"/>
                  </a:lnTo>
                  <a:lnTo>
                    <a:pt x="1719" y="7506"/>
                  </a:lnTo>
                  <a:lnTo>
                    <a:pt x="1739" y="7487"/>
                  </a:lnTo>
                  <a:lnTo>
                    <a:pt x="1798" y="7487"/>
                  </a:lnTo>
                  <a:lnTo>
                    <a:pt x="1739" y="7368"/>
                  </a:lnTo>
                  <a:lnTo>
                    <a:pt x="1739" y="7329"/>
                  </a:lnTo>
                  <a:lnTo>
                    <a:pt x="1759" y="7309"/>
                  </a:lnTo>
                  <a:lnTo>
                    <a:pt x="1778" y="7289"/>
                  </a:lnTo>
                  <a:lnTo>
                    <a:pt x="1798" y="7408"/>
                  </a:lnTo>
                  <a:lnTo>
                    <a:pt x="1838" y="7408"/>
                  </a:lnTo>
                  <a:lnTo>
                    <a:pt x="1858" y="7368"/>
                  </a:lnTo>
                  <a:lnTo>
                    <a:pt x="1877" y="7309"/>
                  </a:lnTo>
                  <a:lnTo>
                    <a:pt x="1917" y="7269"/>
                  </a:lnTo>
                  <a:lnTo>
                    <a:pt x="1858" y="7131"/>
                  </a:lnTo>
                  <a:lnTo>
                    <a:pt x="1798" y="6953"/>
                  </a:lnTo>
                  <a:lnTo>
                    <a:pt x="1739" y="6934"/>
                  </a:lnTo>
                  <a:lnTo>
                    <a:pt x="1680" y="6914"/>
                  </a:lnTo>
                  <a:lnTo>
                    <a:pt x="1620" y="6874"/>
                  </a:lnTo>
                  <a:lnTo>
                    <a:pt x="1581" y="6815"/>
                  </a:lnTo>
                  <a:lnTo>
                    <a:pt x="1620" y="6815"/>
                  </a:lnTo>
                  <a:lnTo>
                    <a:pt x="1640" y="6795"/>
                  </a:lnTo>
                  <a:lnTo>
                    <a:pt x="1680" y="6756"/>
                  </a:lnTo>
                  <a:lnTo>
                    <a:pt x="1719" y="6716"/>
                  </a:lnTo>
                  <a:lnTo>
                    <a:pt x="1759" y="6736"/>
                  </a:lnTo>
                  <a:lnTo>
                    <a:pt x="1818" y="6716"/>
                  </a:lnTo>
                  <a:lnTo>
                    <a:pt x="1858" y="6736"/>
                  </a:lnTo>
                  <a:lnTo>
                    <a:pt x="1858" y="6776"/>
                  </a:lnTo>
                  <a:lnTo>
                    <a:pt x="1798" y="6776"/>
                  </a:lnTo>
                  <a:lnTo>
                    <a:pt x="1759" y="6795"/>
                  </a:lnTo>
                  <a:lnTo>
                    <a:pt x="1759" y="6815"/>
                  </a:lnTo>
                  <a:lnTo>
                    <a:pt x="1858" y="6795"/>
                  </a:lnTo>
                  <a:lnTo>
                    <a:pt x="1976" y="6736"/>
                  </a:lnTo>
                  <a:lnTo>
                    <a:pt x="2016" y="6776"/>
                  </a:lnTo>
                  <a:lnTo>
                    <a:pt x="2016" y="6835"/>
                  </a:lnTo>
                  <a:lnTo>
                    <a:pt x="1976" y="6815"/>
                  </a:lnTo>
                  <a:lnTo>
                    <a:pt x="1956" y="6815"/>
                  </a:lnTo>
                  <a:lnTo>
                    <a:pt x="1956" y="6855"/>
                  </a:lnTo>
                  <a:lnTo>
                    <a:pt x="1976" y="6874"/>
                  </a:lnTo>
                  <a:lnTo>
                    <a:pt x="2035" y="6874"/>
                  </a:lnTo>
                  <a:lnTo>
                    <a:pt x="2095" y="6855"/>
                  </a:lnTo>
                  <a:lnTo>
                    <a:pt x="2134" y="6874"/>
                  </a:lnTo>
                  <a:lnTo>
                    <a:pt x="2134" y="6815"/>
                  </a:lnTo>
                  <a:lnTo>
                    <a:pt x="2134" y="6795"/>
                  </a:lnTo>
                  <a:lnTo>
                    <a:pt x="2114" y="6795"/>
                  </a:lnTo>
                  <a:lnTo>
                    <a:pt x="2154" y="6776"/>
                  </a:lnTo>
                  <a:lnTo>
                    <a:pt x="2174" y="6756"/>
                  </a:lnTo>
                  <a:lnTo>
                    <a:pt x="2174" y="6677"/>
                  </a:lnTo>
                  <a:lnTo>
                    <a:pt x="2174" y="6618"/>
                  </a:lnTo>
                  <a:lnTo>
                    <a:pt x="2193" y="6578"/>
                  </a:lnTo>
                  <a:lnTo>
                    <a:pt x="2233" y="6558"/>
                  </a:lnTo>
                  <a:lnTo>
                    <a:pt x="2174" y="6558"/>
                  </a:lnTo>
                  <a:lnTo>
                    <a:pt x="2154" y="6519"/>
                  </a:lnTo>
                  <a:lnTo>
                    <a:pt x="2174" y="6479"/>
                  </a:lnTo>
                  <a:lnTo>
                    <a:pt x="2193" y="6479"/>
                  </a:lnTo>
                  <a:lnTo>
                    <a:pt x="2253" y="6460"/>
                  </a:lnTo>
                  <a:lnTo>
                    <a:pt x="2253" y="6420"/>
                  </a:lnTo>
                  <a:lnTo>
                    <a:pt x="2233" y="6381"/>
                  </a:lnTo>
                  <a:lnTo>
                    <a:pt x="2253" y="6341"/>
                  </a:lnTo>
                  <a:lnTo>
                    <a:pt x="2253" y="6321"/>
                  </a:lnTo>
                  <a:lnTo>
                    <a:pt x="2233" y="6321"/>
                  </a:lnTo>
                  <a:lnTo>
                    <a:pt x="2174" y="6301"/>
                  </a:lnTo>
                  <a:lnTo>
                    <a:pt x="2114" y="6301"/>
                  </a:lnTo>
                  <a:lnTo>
                    <a:pt x="2095" y="6282"/>
                  </a:lnTo>
                  <a:lnTo>
                    <a:pt x="2095" y="6262"/>
                  </a:lnTo>
                  <a:lnTo>
                    <a:pt x="2055" y="6203"/>
                  </a:lnTo>
                  <a:lnTo>
                    <a:pt x="2075" y="6163"/>
                  </a:lnTo>
                  <a:lnTo>
                    <a:pt x="2095" y="6143"/>
                  </a:lnTo>
                  <a:lnTo>
                    <a:pt x="2114" y="6104"/>
                  </a:lnTo>
                  <a:lnTo>
                    <a:pt x="2154" y="6104"/>
                  </a:lnTo>
                  <a:lnTo>
                    <a:pt x="2154" y="6124"/>
                  </a:lnTo>
                  <a:lnTo>
                    <a:pt x="2134" y="6163"/>
                  </a:lnTo>
                  <a:lnTo>
                    <a:pt x="2154" y="6203"/>
                  </a:lnTo>
                  <a:lnTo>
                    <a:pt x="2174" y="6025"/>
                  </a:lnTo>
                  <a:lnTo>
                    <a:pt x="2213" y="6025"/>
                  </a:lnTo>
                  <a:lnTo>
                    <a:pt x="2233" y="6045"/>
                  </a:lnTo>
                  <a:lnTo>
                    <a:pt x="2233" y="6084"/>
                  </a:lnTo>
                  <a:lnTo>
                    <a:pt x="2213" y="6124"/>
                  </a:lnTo>
                  <a:lnTo>
                    <a:pt x="2253" y="6084"/>
                  </a:lnTo>
                  <a:lnTo>
                    <a:pt x="2272" y="6025"/>
                  </a:lnTo>
                  <a:lnTo>
                    <a:pt x="2253" y="5985"/>
                  </a:lnTo>
                  <a:lnTo>
                    <a:pt x="2213" y="5926"/>
                  </a:lnTo>
                  <a:lnTo>
                    <a:pt x="2253" y="5887"/>
                  </a:lnTo>
                  <a:lnTo>
                    <a:pt x="2292" y="5847"/>
                  </a:lnTo>
                  <a:lnTo>
                    <a:pt x="2312" y="5887"/>
                  </a:lnTo>
                  <a:lnTo>
                    <a:pt x="2371" y="5926"/>
                  </a:lnTo>
                  <a:lnTo>
                    <a:pt x="2411" y="5966"/>
                  </a:lnTo>
                  <a:lnTo>
                    <a:pt x="2430" y="6005"/>
                  </a:lnTo>
                  <a:lnTo>
                    <a:pt x="2411" y="6045"/>
                  </a:lnTo>
                  <a:lnTo>
                    <a:pt x="2391" y="6045"/>
                  </a:lnTo>
                  <a:lnTo>
                    <a:pt x="2371" y="6025"/>
                  </a:lnTo>
                  <a:lnTo>
                    <a:pt x="2332" y="6005"/>
                  </a:lnTo>
                  <a:lnTo>
                    <a:pt x="2312" y="6005"/>
                  </a:lnTo>
                  <a:lnTo>
                    <a:pt x="2292" y="6025"/>
                  </a:lnTo>
                  <a:lnTo>
                    <a:pt x="2371" y="6045"/>
                  </a:lnTo>
                  <a:lnTo>
                    <a:pt x="2351" y="6064"/>
                  </a:lnTo>
                  <a:lnTo>
                    <a:pt x="2332" y="6104"/>
                  </a:lnTo>
                  <a:lnTo>
                    <a:pt x="2351" y="6163"/>
                  </a:lnTo>
                  <a:lnTo>
                    <a:pt x="2312" y="6163"/>
                  </a:lnTo>
                  <a:lnTo>
                    <a:pt x="2312" y="6124"/>
                  </a:lnTo>
                  <a:lnTo>
                    <a:pt x="2272" y="6222"/>
                  </a:lnTo>
                  <a:lnTo>
                    <a:pt x="2272" y="6262"/>
                  </a:lnTo>
                  <a:lnTo>
                    <a:pt x="2292" y="6321"/>
                  </a:lnTo>
                  <a:lnTo>
                    <a:pt x="2332" y="6301"/>
                  </a:lnTo>
                  <a:lnTo>
                    <a:pt x="2351" y="6262"/>
                  </a:lnTo>
                  <a:lnTo>
                    <a:pt x="2371" y="6183"/>
                  </a:lnTo>
                  <a:lnTo>
                    <a:pt x="2411" y="6104"/>
                  </a:lnTo>
                  <a:lnTo>
                    <a:pt x="2430" y="6084"/>
                  </a:lnTo>
                  <a:lnTo>
                    <a:pt x="2470" y="6064"/>
                  </a:lnTo>
                  <a:lnTo>
                    <a:pt x="2430" y="5847"/>
                  </a:lnTo>
                  <a:lnTo>
                    <a:pt x="2332" y="5847"/>
                  </a:lnTo>
                  <a:lnTo>
                    <a:pt x="2292" y="5808"/>
                  </a:lnTo>
                  <a:lnTo>
                    <a:pt x="2351" y="5808"/>
                  </a:lnTo>
                  <a:lnTo>
                    <a:pt x="2411" y="5788"/>
                  </a:lnTo>
                  <a:lnTo>
                    <a:pt x="2450" y="5748"/>
                  </a:lnTo>
                  <a:lnTo>
                    <a:pt x="2490" y="5709"/>
                  </a:lnTo>
                  <a:lnTo>
                    <a:pt x="2470" y="5709"/>
                  </a:lnTo>
                  <a:lnTo>
                    <a:pt x="2450" y="5689"/>
                  </a:lnTo>
                  <a:lnTo>
                    <a:pt x="2430" y="5630"/>
                  </a:lnTo>
                  <a:lnTo>
                    <a:pt x="2411" y="5590"/>
                  </a:lnTo>
                  <a:lnTo>
                    <a:pt x="2391" y="5571"/>
                  </a:lnTo>
                  <a:lnTo>
                    <a:pt x="2371" y="5571"/>
                  </a:lnTo>
                  <a:lnTo>
                    <a:pt x="2371" y="5590"/>
                  </a:lnTo>
                  <a:lnTo>
                    <a:pt x="2351" y="5610"/>
                  </a:lnTo>
                  <a:lnTo>
                    <a:pt x="2312" y="5610"/>
                  </a:lnTo>
                  <a:lnTo>
                    <a:pt x="2312" y="5571"/>
                  </a:lnTo>
                  <a:lnTo>
                    <a:pt x="2272" y="5551"/>
                  </a:lnTo>
                  <a:lnTo>
                    <a:pt x="2253" y="5551"/>
                  </a:lnTo>
                  <a:lnTo>
                    <a:pt x="2233" y="5531"/>
                  </a:lnTo>
                  <a:lnTo>
                    <a:pt x="2272" y="5472"/>
                  </a:lnTo>
                  <a:lnTo>
                    <a:pt x="2312" y="5492"/>
                  </a:lnTo>
                  <a:lnTo>
                    <a:pt x="2332" y="5492"/>
                  </a:lnTo>
                  <a:lnTo>
                    <a:pt x="2371" y="5452"/>
                  </a:lnTo>
                  <a:lnTo>
                    <a:pt x="2450" y="5551"/>
                  </a:lnTo>
                  <a:lnTo>
                    <a:pt x="2430" y="5373"/>
                  </a:lnTo>
                  <a:lnTo>
                    <a:pt x="2430" y="5255"/>
                  </a:lnTo>
                  <a:lnTo>
                    <a:pt x="2450" y="5156"/>
                  </a:lnTo>
                  <a:lnTo>
                    <a:pt x="2470" y="5195"/>
                  </a:lnTo>
                  <a:lnTo>
                    <a:pt x="2509" y="5235"/>
                  </a:lnTo>
                  <a:lnTo>
                    <a:pt x="2529" y="5314"/>
                  </a:lnTo>
                  <a:lnTo>
                    <a:pt x="2529" y="5353"/>
                  </a:lnTo>
                  <a:lnTo>
                    <a:pt x="2549" y="5393"/>
                  </a:lnTo>
                  <a:lnTo>
                    <a:pt x="2588" y="5413"/>
                  </a:lnTo>
                  <a:lnTo>
                    <a:pt x="2628" y="5432"/>
                  </a:lnTo>
                  <a:lnTo>
                    <a:pt x="2628" y="5393"/>
                  </a:lnTo>
                  <a:lnTo>
                    <a:pt x="2608" y="5353"/>
                  </a:lnTo>
                  <a:lnTo>
                    <a:pt x="2588" y="5334"/>
                  </a:lnTo>
                  <a:lnTo>
                    <a:pt x="2608" y="5294"/>
                  </a:lnTo>
                  <a:lnTo>
                    <a:pt x="2628" y="5294"/>
                  </a:lnTo>
                  <a:lnTo>
                    <a:pt x="2648" y="5274"/>
                  </a:lnTo>
                  <a:lnTo>
                    <a:pt x="2687" y="5215"/>
                  </a:lnTo>
                  <a:lnTo>
                    <a:pt x="2687" y="5136"/>
                  </a:lnTo>
                  <a:lnTo>
                    <a:pt x="2707" y="5077"/>
                  </a:lnTo>
                  <a:lnTo>
                    <a:pt x="2648" y="5097"/>
                  </a:lnTo>
                  <a:lnTo>
                    <a:pt x="2648" y="5057"/>
                  </a:lnTo>
                  <a:lnTo>
                    <a:pt x="2648" y="5037"/>
                  </a:lnTo>
                  <a:lnTo>
                    <a:pt x="2687" y="4978"/>
                  </a:lnTo>
                  <a:lnTo>
                    <a:pt x="2707" y="4998"/>
                  </a:lnTo>
                  <a:lnTo>
                    <a:pt x="2707" y="4939"/>
                  </a:lnTo>
                  <a:lnTo>
                    <a:pt x="2707" y="4899"/>
                  </a:lnTo>
                  <a:lnTo>
                    <a:pt x="2727" y="4840"/>
                  </a:lnTo>
                  <a:lnTo>
                    <a:pt x="2766" y="4781"/>
                  </a:lnTo>
                  <a:lnTo>
                    <a:pt x="2766" y="4721"/>
                  </a:lnTo>
                  <a:lnTo>
                    <a:pt x="2746" y="4721"/>
                  </a:lnTo>
                  <a:lnTo>
                    <a:pt x="2727" y="4741"/>
                  </a:lnTo>
                  <a:lnTo>
                    <a:pt x="2727" y="4781"/>
                  </a:lnTo>
                  <a:lnTo>
                    <a:pt x="2727" y="4820"/>
                  </a:lnTo>
                  <a:lnTo>
                    <a:pt x="2667" y="4840"/>
                  </a:lnTo>
                  <a:lnTo>
                    <a:pt x="2648" y="4860"/>
                  </a:lnTo>
                  <a:lnTo>
                    <a:pt x="2608" y="4840"/>
                  </a:lnTo>
                  <a:lnTo>
                    <a:pt x="2628" y="4761"/>
                  </a:lnTo>
                  <a:lnTo>
                    <a:pt x="2628" y="4682"/>
                  </a:lnTo>
                  <a:lnTo>
                    <a:pt x="2628" y="4623"/>
                  </a:lnTo>
                  <a:lnTo>
                    <a:pt x="2648" y="4544"/>
                  </a:lnTo>
                  <a:lnTo>
                    <a:pt x="2608" y="4563"/>
                  </a:lnTo>
                  <a:lnTo>
                    <a:pt x="2588" y="4524"/>
                  </a:lnTo>
                  <a:lnTo>
                    <a:pt x="2608" y="4504"/>
                  </a:lnTo>
                  <a:lnTo>
                    <a:pt x="2628" y="4425"/>
                  </a:lnTo>
                  <a:lnTo>
                    <a:pt x="2667" y="4405"/>
                  </a:lnTo>
                  <a:lnTo>
                    <a:pt x="2687" y="4405"/>
                  </a:lnTo>
                  <a:lnTo>
                    <a:pt x="2707" y="4445"/>
                  </a:lnTo>
                  <a:lnTo>
                    <a:pt x="2727" y="4484"/>
                  </a:lnTo>
                  <a:lnTo>
                    <a:pt x="2746" y="4504"/>
                  </a:lnTo>
                  <a:lnTo>
                    <a:pt x="2766" y="4484"/>
                  </a:lnTo>
                  <a:lnTo>
                    <a:pt x="2766" y="4524"/>
                  </a:lnTo>
                  <a:lnTo>
                    <a:pt x="2766" y="4563"/>
                  </a:lnTo>
                  <a:lnTo>
                    <a:pt x="2766" y="4603"/>
                  </a:lnTo>
                  <a:lnTo>
                    <a:pt x="2786" y="4623"/>
                  </a:lnTo>
                  <a:lnTo>
                    <a:pt x="2904" y="4603"/>
                  </a:lnTo>
                  <a:lnTo>
                    <a:pt x="2904" y="4563"/>
                  </a:lnTo>
                  <a:lnTo>
                    <a:pt x="2924" y="4544"/>
                  </a:lnTo>
                  <a:lnTo>
                    <a:pt x="2964" y="4504"/>
                  </a:lnTo>
                  <a:lnTo>
                    <a:pt x="2983" y="4484"/>
                  </a:lnTo>
                  <a:lnTo>
                    <a:pt x="2924" y="4504"/>
                  </a:lnTo>
                  <a:lnTo>
                    <a:pt x="2904" y="4484"/>
                  </a:lnTo>
                  <a:lnTo>
                    <a:pt x="2904" y="4465"/>
                  </a:lnTo>
                  <a:lnTo>
                    <a:pt x="2944" y="4445"/>
                  </a:lnTo>
                  <a:lnTo>
                    <a:pt x="2825" y="4425"/>
                  </a:lnTo>
                  <a:lnTo>
                    <a:pt x="2806" y="4465"/>
                  </a:lnTo>
                  <a:lnTo>
                    <a:pt x="2825" y="4504"/>
                  </a:lnTo>
                  <a:lnTo>
                    <a:pt x="2825" y="4544"/>
                  </a:lnTo>
                  <a:lnTo>
                    <a:pt x="2786" y="4563"/>
                  </a:lnTo>
                  <a:lnTo>
                    <a:pt x="2786" y="4484"/>
                  </a:lnTo>
                  <a:lnTo>
                    <a:pt x="2746" y="4445"/>
                  </a:lnTo>
                  <a:lnTo>
                    <a:pt x="2727" y="4386"/>
                  </a:lnTo>
                  <a:lnTo>
                    <a:pt x="2746" y="4326"/>
                  </a:lnTo>
                  <a:lnTo>
                    <a:pt x="2766" y="4326"/>
                  </a:lnTo>
                  <a:lnTo>
                    <a:pt x="2766" y="4346"/>
                  </a:lnTo>
                  <a:lnTo>
                    <a:pt x="2766" y="4366"/>
                  </a:lnTo>
                  <a:lnTo>
                    <a:pt x="2786" y="4346"/>
                  </a:lnTo>
                  <a:lnTo>
                    <a:pt x="2786" y="4307"/>
                  </a:lnTo>
                  <a:lnTo>
                    <a:pt x="2786" y="4267"/>
                  </a:lnTo>
                  <a:lnTo>
                    <a:pt x="2806" y="4228"/>
                  </a:lnTo>
                  <a:lnTo>
                    <a:pt x="2845" y="4307"/>
                  </a:lnTo>
                  <a:lnTo>
                    <a:pt x="2865" y="4326"/>
                  </a:lnTo>
                  <a:lnTo>
                    <a:pt x="2904" y="4326"/>
                  </a:lnTo>
                  <a:lnTo>
                    <a:pt x="2845" y="4267"/>
                  </a:lnTo>
                  <a:lnTo>
                    <a:pt x="2885" y="4247"/>
                  </a:lnTo>
                  <a:lnTo>
                    <a:pt x="2904" y="4247"/>
                  </a:lnTo>
                  <a:lnTo>
                    <a:pt x="2904" y="4228"/>
                  </a:lnTo>
                  <a:lnTo>
                    <a:pt x="2885" y="4228"/>
                  </a:lnTo>
                  <a:lnTo>
                    <a:pt x="2865" y="4208"/>
                  </a:lnTo>
                  <a:lnTo>
                    <a:pt x="2865" y="4168"/>
                  </a:lnTo>
                  <a:lnTo>
                    <a:pt x="2924" y="4168"/>
                  </a:lnTo>
                  <a:lnTo>
                    <a:pt x="2944" y="4129"/>
                  </a:lnTo>
                  <a:lnTo>
                    <a:pt x="2924" y="4109"/>
                  </a:lnTo>
                  <a:lnTo>
                    <a:pt x="2924" y="4089"/>
                  </a:lnTo>
                  <a:lnTo>
                    <a:pt x="2904" y="4030"/>
                  </a:lnTo>
                  <a:lnTo>
                    <a:pt x="2885" y="4050"/>
                  </a:lnTo>
                  <a:lnTo>
                    <a:pt x="2865" y="4070"/>
                  </a:lnTo>
                  <a:lnTo>
                    <a:pt x="2825" y="4070"/>
                  </a:lnTo>
                  <a:lnTo>
                    <a:pt x="2786" y="4030"/>
                  </a:lnTo>
                  <a:lnTo>
                    <a:pt x="2766" y="3991"/>
                  </a:lnTo>
                  <a:lnTo>
                    <a:pt x="2806" y="3911"/>
                  </a:lnTo>
                  <a:lnTo>
                    <a:pt x="2806" y="3852"/>
                  </a:lnTo>
                  <a:lnTo>
                    <a:pt x="2845" y="3813"/>
                  </a:lnTo>
                  <a:lnTo>
                    <a:pt x="2904" y="3793"/>
                  </a:lnTo>
                  <a:lnTo>
                    <a:pt x="2865" y="3734"/>
                  </a:lnTo>
                  <a:lnTo>
                    <a:pt x="2904" y="3753"/>
                  </a:lnTo>
                  <a:lnTo>
                    <a:pt x="2924" y="3714"/>
                  </a:lnTo>
                  <a:lnTo>
                    <a:pt x="2944" y="3655"/>
                  </a:lnTo>
                  <a:lnTo>
                    <a:pt x="2964" y="3674"/>
                  </a:lnTo>
                  <a:lnTo>
                    <a:pt x="2983" y="3694"/>
                  </a:lnTo>
                  <a:lnTo>
                    <a:pt x="2964" y="3734"/>
                  </a:lnTo>
                  <a:lnTo>
                    <a:pt x="2964" y="3793"/>
                  </a:lnTo>
                  <a:lnTo>
                    <a:pt x="2983" y="3832"/>
                  </a:lnTo>
                  <a:lnTo>
                    <a:pt x="3023" y="3852"/>
                  </a:lnTo>
                  <a:lnTo>
                    <a:pt x="3043" y="3832"/>
                  </a:lnTo>
                  <a:lnTo>
                    <a:pt x="3062" y="3832"/>
                  </a:lnTo>
                  <a:lnTo>
                    <a:pt x="3122" y="3872"/>
                  </a:lnTo>
                  <a:lnTo>
                    <a:pt x="3102" y="3832"/>
                  </a:lnTo>
                  <a:lnTo>
                    <a:pt x="3082" y="3813"/>
                  </a:lnTo>
                  <a:lnTo>
                    <a:pt x="3023" y="3793"/>
                  </a:lnTo>
                  <a:lnTo>
                    <a:pt x="2983" y="3753"/>
                  </a:lnTo>
                  <a:lnTo>
                    <a:pt x="3023" y="3753"/>
                  </a:lnTo>
                  <a:lnTo>
                    <a:pt x="3043" y="3714"/>
                  </a:lnTo>
                  <a:lnTo>
                    <a:pt x="3062" y="3694"/>
                  </a:lnTo>
                  <a:lnTo>
                    <a:pt x="3102" y="3714"/>
                  </a:lnTo>
                  <a:lnTo>
                    <a:pt x="3102" y="3674"/>
                  </a:lnTo>
                  <a:lnTo>
                    <a:pt x="3082" y="3655"/>
                  </a:lnTo>
                  <a:lnTo>
                    <a:pt x="3082" y="3615"/>
                  </a:lnTo>
                  <a:lnTo>
                    <a:pt x="3082" y="3595"/>
                  </a:lnTo>
                  <a:lnTo>
                    <a:pt x="3201" y="3655"/>
                  </a:lnTo>
                  <a:lnTo>
                    <a:pt x="3181" y="3635"/>
                  </a:lnTo>
                  <a:lnTo>
                    <a:pt x="3201" y="3615"/>
                  </a:lnTo>
                  <a:lnTo>
                    <a:pt x="3240" y="3595"/>
                  </a:lnTo>
                  <a:lnTo>
                    <a:pt x="3201" y="3576"/>
                  </a:lnTo>
                  <a:lnTo>
                    <a:pt x="3181" y="3576"/>
                  </a:lnTo>
                  <a:lnTo>
                    <a:pt x="3181" y="3595"/>
                  </a:lnTo>
                  <a:lnTo>
                    <a:pt x="3161" y="3576"/>
                  </a:lnTo>
                  <a:lnTo>
                    <a:pt x="3161" y="3556"/>
                  </a:lnTo>
                  <a:lnTo>
                    <a:pt x="3161" y="3516"/>
                  </a:lnTo>
                  <a:lnTo>
                    <a:pt x="3181" y="3497"/>
                  </a:lnTo>
                  <a:lnTo>
                    <a:pt x="3181" y="3477"/>
                  </a:lnTo>
                  <a:lnTo>
                    <a:pt x="3201" y="3457"/>
                  </a:lnTo>
                  <a:lnTo>
                    <a:pt x="3220" y="3418"/>
                  </a:lnTo>
                  <a:lnTo>
                    <a:pt x="3240" y="3378"/>
                  </a:lnTo>
                  <a:lnTo>
                    <a:pt x="3280" y="3339"/>
                  </a:lnTo>
                  <a:lnTo>
                    <a:pt x="3220" y="3319"/>
                  </a:lnTo>
                  <a:lnTo>
                    <a:pt x="3201" y="3319"/>
                  </a:lnTo>
                  <a:lnTo>
                    <a:pt x="3201" y="3339"/>
                  </a:lnTo>
                  <a:lnTo>
                    <a:pt x="3201" y="3358"/>
                  </a:lnTo>
                  <a:lnTo>
                    <a:pt x="3201" y="3398"/>
                  </a:lnTo>
                  <a:lnTo>
                    <a:pt x="3201" y="3418"/>
                  </a:lnTo>
                  <a:lnTo>
                    <a:pt x="3141" y="3418"/>
                  </a:lnTo>
                  <a:lnTo>
                    <a:pt x="3141" y="3339"/>
                  </a:lnTo>
                  <a:lnTo>
                    <a:pt x="3181" y="3240"/>
                  </a:lnTo>
                  <a:lnTo>
                    <a:pt x="3201" y="3141"/>
                  </a:lnTo>
                  <a:lnTo>
                    <a:pt x="3220" y="3102"/>
                  </a:lnTo>
                  <a:lnTo>
                    <a:pt x="3201" y="3042"/>
                  </a:lnTo>
                  <a:lnTo>
                    <a:pt x="3260" y="3023"/>
                  </a:lnTo>
                  <a:lnTo>
                    <a:pt x="3280" y="3023"/>
                  </a:lnTo>
                  <a:lnTo>
                    <a:pt x="3299" y="3062"/>
                  </a:lnTo>
                  <a:lnTo>
                    <a:pt x="3339" y="3082"/>
                  </a:lnTo>
                  <a:lnTo>
                    <a:pt x="3339" y="3141"/>
                  </a:lnTo>
                  <a:lnTo>
                    <a:pt x="3319" y="3181"/>
                  </a:lnTo>
                  <a:lnTo>
                    <a:pt x="3280" y="3220"/>
                  </a:lnTo>
                  <a:lnTo>
                    <a:pt x="3280" y="3260"/>
                  </a:lnTo>
                  <a:lnTo>
                    <a:pt x="3319" y="3200"/>
                  </a:lnTo>
                  <a:lnTo>
                    <a:pt x="3359" y="3121"/>
                  </a:lnTo>
                  <a:lnTo>
                    <a:pt x="3359" y="3042"/>
                  </a:lnTo>
                  <a:lnTo>
                    <a:pt x="3359" y="2983"/>
                  </a:lnTo>
                  <a:lnTo>
                    <a:pt x="3378" y="2944"/>
                  </a:lnTo>
                  <a:lnTo>
                    <a:pt x="3398" y="2944"/>
                  </a:lnTo>
                  <a:lnTo>
                    <a:pt x="3477" y="2924"/>
                  </a:lnTo>
                  <a:lnTo>
                    <a:pt x="3536" y="2884"/>
                  </a:lnTo>
                  <a:lnTo>
                    <a:pt x="3556" y="2865"/>
                  </a:lnTo>
                  <a:lnTo>
                    <a:pt x="3576" y="2825"/>
                  </a:lnTo>
                  <a:lnTo>
                    <a:pt x="3497" y="2825"/>
                  </a:lnTo>
                  <a:lnTo>
                    <a:pt x="3457" y="2845"/>
                  </a:lnTo>
                  <a:lnTo>
                    <a:pt x="3457" y="2805"/>
                  </a:lnTo>
                  <a:lnTo>
                    <a:pt x="3477" y="2786"/>
                  </a:lnTo>
                  <a:lnTo>
                    <a:pt x="3497" y="2746"/>
                  </a:lnTo>
                  <a:lnTo>
                    <a:pt x="3477" y="2726"/>
                  </a:lnTo>
                  <a:lnTo>
                    <a:pt x="3457" y="2746"/>
                  </a:lnTo>
                  <a:lnTo>
                    <a:pt x="3438" y="2746"/>
                  </a:lnTo>
                  <a:lnTo>
                    <a:pt x="3418" y="2726"/>
                  </a:lnTo>
                  <a:lnTo>
                    <a:pt x="3457" y="2687"/>
                  </a:lnTo>
                  <a:lnTo>
                    <a:pt x="3477" y="2687"/>
                  </a:lnTo>
                  <a:lnTo>
                    <a:pt x="3497" y="2707"/>
                  </a:lnTo>
                  <a:lnTo>
                    <a:pt x="3517" y="2667"/>
                  </a:lnTo>
                  <a:lnTo>
                    <a:pt x="3517" y="2647"/>
                  </a:lnTo>
                  <a:lnTo>
                    <a:pt x="3576" y="2647"/>
                  </a:lnTo>
                  <a:lnTo>
                    <a:pt x="3615" y="2628"/>
                  </a:lnTo>
                  <a:lnTo>
                    <a:pt x="3615" y="2608"/>
                  </a:lnTo>
                  <a:lnTo>
                    <a:pt x="3596" y="2568"/>
                  </a:lnTo>
                  <a:lnTo>
                    <a:pt x="3576" y="2568"/>
                  </a:lnTo>
                  <a:lnTo>
                    <a:pt x="3576" y="2588"/>
                  </a:lnTo>
                  <a:lnTo>
                    <a:pt x="3576" y="2608"/>
                  </a:lnTo>
                  <a:lnTo>
                    <a:pt x="3536" y="2588"/>
                  </a:lnTo>
                  <a:lnTo>
                    <a:pt x="3497" y="2549"/>
                  </a:lnTo>
                  <a:lnTo>
                    <a:pt x="3477" y="2470"/>
                  </a:lnTo>
                  <a:lnTo>
                    <a:pt x="3517" y="2470"/>
                  </a:lnTo>
                  <a:lnTo>
                    <a:pt x="3536" y="2410"/>
                  </a:lnTo>
                  <a:lnTo>
                    <a:pt x="3556" y="2430"/>
                  </a:lnTo>
                  <a:lnTo>
                    <a:pt x="3556" y="2470"/>
                  </a:lnTo>
                  <a:lnTo>
                    <a:pt x="3536" y="2489"/>
                  </a:lnTo>
                  <a:lnTo>
                    <a:pt x="3556" y="2529"/>
                  </a:lnTo>
                  <a:lnTo>
                    <a:pt x="3596" y="2450"/>
                  </a:lnTo>
                  <a:lnTo>
                    <a:pt x="3576" y="2470"/>
                  </a:lnTo>
                  <a:lnTo>
                    <a:pt x="3556" y="2351"/>
                  </a:lnTo>
                  <a:lnTo>
                    <a:pt x="3536" y="2391"/>
                  </a:lnTo>
                  <a:lnTo>
                    <a:pt x="3517" y="2371"/>
                  </a:lnTo>
                  <a:lnTo>
                    <a:pt x="3477" y="2351"/>
                  </a:lnTo>
                  <a:lnTo>
                    <a:pt x="3477" y="2331"/>
                  </a:lnTo>
                  <a:lnTo>
                    <a:pt x="3536" y="2252"/>
                  </a:lnTo>
                  <a:lnTo>
                    <a:pt x="3576" y="2233"/>
                  </a:lnTo>
                  <a:lnTo>
                    <a:pt x="3615" y="2252"/>
                  </a:lnTo>
                  <a:lnTo>
                    <a:pt x="3576" y="2213"/>
                  </a:lnTo>
                  <a:lnTo>
                    <a:pt x="3576" y="2173"/>
                  </a:lnTo>
                  <a:lnTo>
                    <a:pt x="3596" y="2094"/>
                  </a:lnTo>
                  <a:lnTo>
                    <a:pt x="3536" y="2094"/>
                  </a:lnTo>
                  <a:lnTo>
                    <a:pt x="3517" y="2035"/>
                  </a:lnTo>
                  <a:lnTo>
                    <a:pt x="3615" y="1996"/>
                  </a:lnTo>
                  <a:lnTo>
                    <a:pt x="3615" y="2035"/>
                  </a:lnTo>
                  <a:lnTo>
                    <a:pt x="3734" y="2035"/>
                  </a:lnTo>
                  <a:lnTo>
                    <a:pt x="3754" y="2075"/>
                  </a:lnTo>
                  <a:lnTo>
                    <a:pt x="3754" y="2114"/>
                  </a:lnTo>
                  <a:lnTo>
                    <a:pt x="3694" y="2173"/>
                  </a:lnTo>
                  <a:lnTo>
                    <a:pt x="3754" y="2154"/>
                  </a:lnTo>
                  <a:lnTo>
                    <a:pt x="3773" y="2134"/>
                  </a:lnTo>
                  <a:lnTo>
                    <a:pt x="3773" y="2114"/>
                  </a:lnTo>
                  <a:lnTo>
                    <a:pt x="3773" y="2075"/>
                  </a:lnTo>
                  <a:lnTo>
                    <a:pt x="3754" y="2015"/>
                  </a:lnTo>
                  <a:lnTo>
                    <a:pt x="3754" y="1996"/>
                  </a:lnTo>
                  <a:lnTo>
                    <a:pt x="3773" y="1956"/>
                  </a:lnTo>
                  <a:lnTo>
                    <a:pt x="3813" y="1976"/>
                  </a:lnTo>
                  <a:lnTo>
                    <a:pt x="3833" y="2015"/>
                  </a:lnTo>
                  <a:lnTo>
                    <a:pt x="3833" y="1956"/>
                  </a:lnTo>
                  <a:lnTo>
                    <a:pt x="3833" y="1917"/>
                  </a:lnTo>
                  <a:lnTo>
                    <a:pt x="3852" y="1897"/>
                  </a:lnTo>
                  <a:lnTo>
                    <a:pt x="3793" y="1897"/>
                  </a:lnTo>
                  <a:lnTo>
                    <a:pt x="3754" y="1877"/>
                  </a:lnTo>
                  <a:lnTo>
                    <a:pt x="3734" y="1838"/>
                  </a:lnTo>
                  <a:lnTo>
                    <a:pt x="3852" y="1798"/>
                  </a:lnTo>
                  <a:lnTo>
                    <a:pt x="3872" y="1778"/>
                  </a:lnTo>
                  <a:lnTo>
                    <a:pt x="3872" y="1759"/>
                  </a:lnTo>
                  <a:lnTo>
                    <a:pt x="3833" y="1739"/>
                  </a:lnTo>
                  <a:lnTo>
                    <a:pt x="3793" y="1699"/>
                  </a:lnTo>
                  <a:lnTo>
                    <a:pt x="3773" y="1660"/>
                  </a:lnTo>
                  <a:lnTo>
                    <a:pt x="3694" y="1660"/>
                  </a:lnTo>
                  <a:lnTo>
                    <a:pt x="3675" y="1640"/>
                  </a:lnTo>
                  <a:lnTo>
                    <a:pt x="3675" y="1600"/>
                  </a:lnTo>
                  <a:lnTo>
                    <a:pt x="3694" y="1581"/>
                  </a:lnTo>
                  <a:lnTo>
                    <a:pt x="3655" y="1541"/>
                  </a:lnTo>
                  <a:lnTo>
                    <a:pt x="3655" y="1581"/>
                  </a:lnTo>
                  <a:lnTo>
                    <a:pt x="3655" y="1600"/>
                  </a:lnTo>
                  <a:lnTo>
                    <a:pt x="3655" y="1640"/>
                  </a:lnTo>
                  <a:lnTo>
                    <a:pt x="3655" y="1660"/>
                  </a:lnTo>
                  <a:lnTo>
                    <a:pt x="3615" y="1640"/>
                  </a:lnTo>
                  <a:lnTo>
                    <a:pt x="3596" y="1620"/>
                  </a:lnTo>
                  <a:lnTo>
                    <a:pt x="3615" y="1581"/>
                  </a:lnTo>
                  <a:lnTo>
                    <a:pt x="3596" y="1541"/>
                  </a:lnTo>
                  <a:lnTo>
                    <a:pt x="3675" y="1482"/>
                  </a:lnTo>
                  <a:lnTo>
                    <a:pt x="3754" y="1442"/>
                  </a:lnTo>
                  <a:lnTo>
                    <a:pt x="3833" y="1502"/>
                  </a:lnTo>
                  <a:lnTo>
                    <a:pt x="3872" y="1561"/>
                  </a:lnTo>
                  <a:lnTo>
                    <a:pt x="3931" y="1640"/>
                  </a:lnTo>
                  <a:lnTo>
                    <a:pt x="3971" y="1660"/>
                  </a:lnTo>
                  <a:lnTo>
                    <a:pt x="4010" y="1680"/>
                  </a:lnTo>
                  <a:lnTo>
                    <a:pt x="4050" y="1521"/>
                  </a:lnTo>
                  <a:lnTo>
                    <a:pt x="4089" y="1442"/>
                  </a:lnTo>
                  <a:lnTo>
                    <a:pt x="4129" y="1403"/>
                  </a:lnTo>
                  <a:lnTo>
                    <a:pt x="4109" y="1344"/>
                  </a:lnTo>
                  <a:lnTo>
                    <a:pt x="4070" y="1304"/>
                  </a:lnTo>
                  <a:lnTo>
                    <a:pt x="4030" y="1284"/>
                  </a:lnTo>
                  <a:lnTo>
                    <a:pt x="3971" y="1265"/>
                  </a:lnTo>
                  <a:lnTo>
                    <a:pt x="3971" y="1205"/>
                  </a:lnTo>
                  <a:lnTo>
                    <a:pt x="4010" y="1186"/>
                  </a:lnTo>
                  <a:lnTo>
                    <a:pt x="4030" y="1245"/>
                  </a:lnTo>
                  <a:lnTo>
                    <a:pt x="4030" y="1107"/>
                  </a:lnTo>
                  <a:lnTo>
                    <a:pt x="4050" y="1028"/>
                  </a:lnTo>
                  <a:lnTo>
                    <a:pt x="4070" y="949"/>
                  </a:lnTo>
                  <a:lnTo>
                    <a:pt x="4070" y="909"/>
                  </a:lnTo>
                  <a:lnTo>
                    <a:pt x="4030" y="889"/>
                  </a:lnTo>
                  <a:lnTo>
                    <a:pt x="3931" y="870"/>
                  </a:lnTo>
                  <a:lnTo>
                    <a:pt x="3951" y="791"/>
                  </a:lnTo>
                  <a:lnTo>
                    <a:pt x="3931" y="810"/>
                  </a:lnTo>
                  <a:lnTo>
                    <a:pt x="3892" y="771"/>
                  </a:lnTo>
                  <a:lnTo>
                    <a:pt x="3892" y="731"/>
                  </a:lnTo>
                  <a:lnTo>
                    <a:pt x="3931" y="672"/>
                  </a:lnTo>
                  <a:lnTo>
                    <a:pt x="3971" y="692"/>
                  </a:lnTo>
                  <a:lnTo>
                    <a:pt x="3991" y="712"/>
                  </a:lnTo>
                  <a:lnTo>
                    <a:pt x="4010" y="692"/>
                  </a:lnTo>
                  <a:lnTo>
                    <a:pt x="4030" y="672"/>
                  </a:lnTo>
                  <a:lnTo>
                    <a:pt x="4030" y="633"/>
                  </a:lnTo>
                  <a:lnTo>
                    <a:pt x="4030" y="593"/>
                  </a:lnTo>
                  <a:lnTo>
                    <a:pt x="4089" y="633"/>
                  </a:lnTo>
                  <a:lnTo>
                    <a:pt x="4089" y="672"/>
                  </a:lnTo>
                  <a:lnTo>
                    <a:pt x="4070" y="692"/>
                  </a:lnTo>
                  <a:lnTo>
                    <a:pt x="4050" y="692"/>
                  </a:lnTo>
                  <a:lnTo>
                    <a:pt x="4050" y="791"/>
                  </a:lnTo>
                  <a:lnTo>
                    <a:pt x="4070" y="731"/>
                  </a:lnTo>
                  <a:lnTo>
                    <a:pt x="4129" y="692"/>
                  </a:lnTo>
                  <a:lnTo>
                    <a:pt x="4188" y="692"/>
                  </a:lnTo>
                  <a:lnTo>
                    <a:pt x="4247" y="712"/>
                  </a:lnTo>
                  <a:lnTo>
                    <a:pt x="4228" y="672"/>
                  </a:lnTo>
                  <a:lnTo>
                    <a:pt x="4149" y="672"/>
                  </a:lnTo>
                  <a:lnTo>
                    <a:pt x="4149" y="652"/>
                  </a:lnTo>
                  <a:lnTo>
                    <a:pt x="4149" y="633"/>
                  </a:lnTo>
                  <a:lnTo>
                    <a:pt x="4228" y="573"/>
                  </a:lnTo>
                  <a:lnTo>
                    <a:pt x="4267" y="514"/>
                  </a:lnTo>
                  <a:lnTo>
                    <a:pt x="3141" y="139"/>
                  </a:lnTo>
                  <a:lnTo>
                    <a:pt x="3102" y="178"/>
                  </a:lnTo>
                  <a:lnTo>
                    <a:pt x="3082" y="119"/>
                  </a:lnTo>
                  <a:lnTo>
                    <a:pt x="3082" y="99"/>
                  </a:lnTo>
                  <a:lnTo>
                    <a:pt x="3102" y="119"/>
                  </a:lnTo>
                  <a:lnTo>
                    <a:pt x="3082" y="80"/>
                  </a:lnTo>
                  <a:lnTo>
                    <a:pt x="3102" y="60"/>
                  </a:lnTo>
                  <a:lnTo>
                    <a:pt x="3082" y="2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31"/>
            <p:cNvSpPr/>
            <p:nvPr/>
          </p:nvSpPr>
          <p:spPr>
            <a:xfrm>
              <a:off x="4577504" y="-1215512"/>
              <a:ext cx="789" cy="789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31"/>
            <p:cNvSpPr/>
            <p:nvPr/>
          </p:nvSpPr>
          <p:spPr>
            <a:xfrm>
              <a:off x="4712644" y="-2018156"/>
              <a:ext cx="789" cy="38"/>
            </a:xfrm>
            <a:custGeom>
              <a:rect b="b" l="l" r="r" t="t"/>
              <a:pathLst>
                <a:path extrusionOk="0" h="1" w="21">
                  <a:moveTo>
                    <a:pt x="1" y="1"/>
                  </a:move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31"/>
            <p:cNvSpPr/>
            <p:nvPr/>
          </p:nvSpPr>
          <p:spPr>
            <a:xfrm>
              <a:off x="4622049" y="-2251296"/>
              <a:ext cx="96569" cy="297788"/>
            </a:xfrm>
            <a:custGeom>
              <a:rect b="b" l="l" r="r" t="t"/>
              <a:pathLst>
                <a:path extrusionOk="0" h="7922" w="2569">
                  <a:moveTo>
                    <a:pt x="1206" y="60"/>
                  </a:moveTo>
                  <a:lnTo>
                    <a:pt x="1186" y="79"/>
                  </a:lnTo>
                  <a:lnTo>
                    <a:pt x="1186" y="119"/>
                  </a:lnTo>
                  <a:lnTo>
                    <a:pt x="1226" y="178"/>
                  </a:lnTo>
                  <a:lnTo>
                    <a:pt x="1245" y="237"/>
                  </a:lnTo>
                  <a:lnTo>
                    <a:pt x="1245" y="257"/>
                  </a:lnTo>
                  <a:lnTo>
                    <a:pt x="1206" y="277"/>
                  </a:lnTo>
                  <a:lnTo>
                    <a:pt x="1245" y="297"/>
                  </a:lnTo>
                  <a:lnTo>
                    <a:pt x="1265" y="316"/>
                  </a:lnTo>
                  <a:lnTo>
                    <a:pt x="1344" y="336"/>
                  </a:lnTo>
                  <a:lnTo>
                    <a:pt x="1344" y="376"/>
                  </a:lnTo>
                  <a:lnTo>
                    <a:pt x="1384" y="356"/>
                  </a:lnTo>
                  <a:lnTo>
                    <a:pt x="1463" y="316"/>
                  </a:lnTo>
                  <a:lnTo>
                    <a:pt x="1364" y="218"/>
                  </a:lnTo>
                  <a:lnTo>
                    <a:pt x="1344" y="178"/>
                  </a:lnTo>
                  <a:lnTo>
                    <a:pt x="1324" y="99"/>
                  </a:lnTo>
                  <a:lnTo>
                    <a:pt x="1285" y="99"/>
                  </a:lnTo>
                  <a:lnTo>
                    <a:pt x="1265" y="79"/>
                  </a:lnTo>
                  <a:lnTo>
                    <a:pt x="1245" y="60"/>
                  </a:lnTo>
                  <a:close/>
                  <a:moveTo>
                    <a:pt x="21" y="593"/>
                  </a:moveTo>
                  <a:lnTo>
                    <a:pt x="60" y="613"/>
                  </a:lnTo>
                  <a:lnTo>
                    <a:pt x="60" y="593"/>
                  </a:lnTo>
                  <a:close/>
                  <a:moveTo>
                    <a:pt x="1265" y="1521"/>
                  </a:moveTo>
                  <a:lnTo>
                    <a:pt x="1265" y="1561"/>
                  </a:lnTo>
                  <a:lnTo>
                    <a:pt x="1285" y="1581"/>
                  </a:lnTo>
                  <a:lnTo>
                    <a:pt x="1305" y="1600"/>
                  </a:lnTo>
                  <a:lnTo>
                    <a:pt x="1305" y="1561"/>
                  </a:lnTo>
                  <a:lnTo>
                    <a:pt x="1305" y="1541"/>
                  </a:lnTo>
                  <a:lnTo>
                    <a:pt x="1265" y="1521"/>
                  </a:lnTo>
                  <a:close/>
                  <a:moveTo>
                    <a:pt x="2068" y="5065"/>
                  </a:moveTo>
                  <a:lnTo>
                    <a:pt x="2075" y="5077"/>
                  </a:lnTo>
                  <a:lnTo>
                    <a:pt x="2079" y="5073"/>
                  </a:lnTo>
                  <a:lnTo>
                    <a:pt x="2079" y="5073"/>
                  </a:lnTo>
                  <a:lnTo>
                    <a:pt x="2068" y="5065"/>
                  </a:lnTo>
                  <a:close/>
                  <a:moveTo>
                    <a:pt x="2095" y="5057"/>
                  </a:moveTo>
                  <a:lnTo>
                    <a:pt x="2079" y="5073"/>
                  </a:lnTo>
                  <a:lnTo>
                    <a:pt x="2079" y="5073"/>
                  </a:lnTo>
                  <a:lnTo>
                    <a:pt x="2114" y="5096"/>
                  </a:lnTo>
                  <a:lnTo>
                    <a:pt x="2154" y="5136"/>
                  </a:lnTo>
                  <a:lnTo>
                    <a:pt x="2174" y="5136"/>
                  </a:lnTo>
                  <a:lnTo>
                    <a:pt x="2174" y="5096"/>
                  </a:lnTo>
                  <a:lnTo>
                    <a:pt x="2174" y="5077"/>
                  </a:lnTo>
                  <a:lnTo>
                    <a:pt x="2193" y="5057"/>
                  </a:lnTo>
                  <a:close/>
                  <a:moveTo>
                    <a:pt x="613" y="5254"/>
                  </a:moveTo>
                  <a:lnTo>
                    <a:pt x="673" y="5373"/>
                  </a:lnTo>
                  <a:lnTo>
                    <a:pt x="673" y="5393"/>
                  </a:lnTo>
                  <a:lnTo>
                    <a:pt x="692" y="5373"/>
                  </a:lnTo>
                  <a:lnTo>
                    <a:pt x="712" y="5373"/>
                  </a:lnTo>
                  <a:lnTo>
                    <a:pt x="692" y="5314"/>
                  </a:lnTo>
                  <a:lnTo>
                    <a:pt x="673" y="5294"/>
                  </a:lnTo>
                  <a:lnTo>
                    <a:pt x="653" y="5294"/>
                  </a:lnTo>
                  <a:lnTo>
                    <a:pt x="613" y="5254"/>
                  </a:lnTo>
                  <a:close/>
                  <a:moveTo>
                    <a:pt x="890" y="0"/>
                  </a:moveTo>
                  <a:lnTo>
                    <a:pt x="850" y="60"/>
                  </a:lnTo>
                  <a:lnTo>
                    <a:pt x="850" y="13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811" y="79"/>
                  </a:lnTo>
                  <a:lnTo>
                    <a:pt x="21" y="119"/>
                  </a:lnTo>
                  <a:lnTo>
                    <a:pt x="1" y="158"/>
                  </a:lnTo>
                  <a:lnTo>
                    <a:pt x="40" y="139"/>
                  </a:lnTo>
                  <a:lnTo>
                    <a:pt x="80" y="158"/>
                  </a:lnTo>
                  <a:lnTo>
                    <a:pt x="179" y="158"/>
                  </a:lnTo>
                  <a:lnTo>
                    <a:pt x="218" y="198"/>
                  </a:lnTo>
                  <a:lnTo>
                    <a:pt x="218" y="237"/>
                  </a:lnTo>
                  <a:lnTo>
                    <a:pt x="218" y="297"/>
                  </a:lnTo>
                  <a:lnTo>
                    <a:pt x="179" y="297"/>
                  </a:lnTo>
                  <a:lnTo>
                    <a:pt x="159" y="277"/>
                  </a:lnTo>
                  <a:lnTo>
                    <a:pt x="119" y="237"/>
                  </a:lnTo>
                  <a:lnTo>
                    <a:pt x="80" y="198"/>
                  </a:lnTo>
                  <a:lnTo>
                    <a:pt x="60" y="198"/>
                  </a:lnTo>
                  <a:lnTo>
                    <a:pt x="21" y="218"/>
                  </a:lnTo>
                  <a:lnTo>
                    <a:pt x="21" y="237"/>
                  </a:lnTo>
                  <a:lnTo>
                    <a:pt x="40" y="257"/>
                  </a:lnTo>
                  <a:lnTo>
                    <a:pt x="80" y="257"/>
                  </a:lnTo>
                  <a:lnTo>
                    <a:pt x="100" y="237"/>
                  </a:lnTo>
                  <a:lnTo>
                    <a:pt x="80" y="336"/>
                  </a:lnTo>
                  <a:lnTo>
                    <a:pt x="40" y="395"/>
                  </a:lnTo>
                  <a:lnTo>
                    <a:pt x="1" y="435"/>
                  </a:lnTo>
                  <a:lnTo>
                    <a:pt x="40" y="474"/>
                  </a:lnTo>
                  <a:lnTo>
                    <a:pt x="80" y="514"/>
                  </a:lnTo>
                  <a:lnTo>
                    <a:pt x="100" y="534"/>
                  </a:lnTo>
                  <a:lnTo>
                    <a:pt x="159" y="573"/>
                  </a:lnTo>
                  <a:lnTo>
                    <a:pt x="139" y="553"/>
                  </a:lnTo>
                  <a:lnTo>
                    <a:pt x="119" y="534"/>
                  </a:lnTo>
                  <a:lnTo>
                    <a:pt x="100" y="514"/>
                  </a:lnTo>
                  <a:lnTo>
                    <a:pt x="119" y="494"/>
                  </a:lnTo>
                  <a:lnTo>
                    <a:pt x="218" y="534"/>
                  </a:lnTo>
                  <a:lnTo>
                    <a:pt x="198" y="593"/>
                  </a:lnTo>
                  <a:lnTo>
                    <a:pt x="179" y="632"/>
                  </a:lnTo>
                  <a:lnTo>
                    <a:pt x="139" y="712"/>
                  </a:lnTo>
                  <a:lnTo>
                    <a:pt x="80" y="652"/>
                  </a:lnTo>
                  <a:lnTo>
                    <a:pt x="100" y="652"/>
                  </a:lnTo>
                  <a:lnTo>
                    <a:pt x="80" y="632"/>
                  </a:lnTo>
                  <a:lnTo>
                    <a:pt x="60" y="613"/>
                  </a:lnTo>
                  <a:lnTo>
                    <a:pt x="60" y="652"/>
                  </a:lnTo>
                  <a:lnTo>
                    <a:pt x="60" y="692"/>
                  </a:lnTo>
                  <a:lnTo>
                    <a:pt x="80" y="712"/>
                  </a:lnTo>
                  <a:lnTo>
                    <a:pt x="60" y="712"/>
                  </a:lnTo>
                  <a:lnTo>
                    <a:pt x="80" y="751"/>
                  </a:lnTo>
                  <a:lnTo>
                    <a:pt x="80" y="791"/>
                  </a:lnTo>
                  <a:lnTo>
                    <a:pt x="60" y="850"/>
                  </a:lnTo>
                  <a:lnTo>
                    <a:pt x="40" y="889"/>
                  </a:lnTo>
                  <a:lnTo>
                    <a:pt x="40" y="909"/>
                  </a:lnTo>
                  <a:lnTo>
                    <a:pt x="60" y="929"/>
                  </a:lnTo>
                  <a:lnTo>
                    <a:pt x="119" y="949"/>
                  </a:lnTo>
                  <a:lnTo>
                    <a:pt x="159" y="929"/>
                  </a:lnTo>
                  <a:lnTo>
                    <a:pt x="179" y="909"/>
                  </a:lnTo>
                  <a:lnTo>
                    <a:pt x="218" y="909"/>
                  </a:lnTo>
                  <a:lnTo>
                    <a:pt x="198" y="929"/>
                  </a:lnTo>
                  <a:lnTo>
                    <a:pt x="179" y="968"/>
                  </a:lnTo>
                  <a:lnTo>
                    <a:pt x="159" y="988"/>
                  </a:lnTo>
                  <a:lnTo>
                    <a:pt x="139" y="988"/>
                  </a:lnTo>
                  <a:lnTo>
                    <a:pt x="119" y="968"/>
                  </a:lnTo>
                  <a:lnTo>
                    <a:pt x="100" y="1047"/>
                  </a:lnTo>
                  <a:lnTo>
                    <a:pt x="119" y="1087"/>
                  </a:lnTo>
                  <a:lnTo>
                    <a:pt x="198" y="1087"/>
                  </a:lnTo>
                  <a:lnTo>
                    <a:pt x="238" y="1107"/>
                  </a:lnTo>
                  <a:lnTo>
                    <a:pt x="258" y="1126"/>
                  </a:lnTo>
                  <a:lnTo>
                    <a:pt x="238" y="1146"/>
                  </a:lnTo>
                  <a:lnTo>
                    <a:pt x="218" y="1166"/>
                  </a:lnTo>
                  <a:lnTo>
                    <a:pt x="179" y="1146"/>
                  </a:lnTo>
                  <a:lnTo>
                    <a:pt x="100" y="1146"/>
                  </a:lnTo>
                  <a:lnTo>
                    <a:pt x="60" y="1166"/>
                  </a:lnTo>
                  <a:lnTo>
                    <a:pt x="139" y="1245"/>
                  </a:lnTo>
                  <a:lnTo>
                    <a:pt x="80" y="1284"/>
                  </a:lnTo>
                  <a:lnTo>
                    <a:pt x="80" y="1324"/>
                  </a:lnTo>
                  <a:lnTo>
                    <a:pt x="80" y="1383"/>
                  </a:lnTo>
                  <a:lnTo>
                    <a:pt x="139" y="1462"/>
                  </a:lnTo>
                  <a:lnTo>
                    <a:pt x="198" y="1561"/>
                  </a:lnTo>
                  <a:lnTo>
                    <a:pt x="218" y="1600"/>
                  </a:lnTo>
                  <a:lnTo>
                    <a:pt x="238" y="1660"/>
                  </a:lnTo>
                  <a:lnTo>
                    <a:pt x="179" y="1660"/>
                  </a:lnTo>
                  <a:lnTo>
                    <a:pt x="119" y="1620"/>
                  </a:lnTo>
                  <a:lnTo>
                    <a:pt x="100" y="1561"/>
                  </a:lnTo>
                  <a:lnTo>
                    <a:pt x="80" y="1521"/>
                  </a:lnTo>
                  <a:lnTo>
                    <a:pt x="60" y="1541"/>
                  </a:lnTo>
                  <a:lnTo>
                    <a:pt x="60" y="1561"/>
                  </a:lnTo>
                  <a:lnTo>
                    <a:pt x="60" y="1620"/>
                  </a:lnTo>
                  <a:lnTo>
                    <a:pt x="80" y="1660"/>
                  </a:lnTo>
                  <a:lnTo>
                    <a:pt x="80" y="1679"/>
                  </a:lnTo>
                  <a:lnTo>
                    <a:pt x="80" y="1699"/>
                  </a:lnTo>
                  <a:lnTo>
                    <a:pt x="80" y="1739"/>
                  </a:lnTo>
                  <a:lnTo>
                    <a:pt x="119" y="1778"/>
                  </a:lnTo>
                  <a:lnTo>
                    <a:pt x="159" y="1798"/>
                  </a:lnTo>
                  <a:lnTo>
                    <a:pt x="198" y="1798"/>
                  </a:lnTo>
                  <a:lnTo>
                    <a:pt x="198" y="1818"/>
                  </a:lnTo>
                  <a:lnTo>
                    <a:pt x="179" y="1837"/>
                  </a:lnTo>
                  <a:lnTo>
                    <a:pt x="139" y="1857"/>
                  </a:lnTo>
                  <a:lnTo>
                    <a:pt x="179" y="1877"/>
                  </a:lnTo>
                  <a:lnTo>
                    <a:pt x="218" y="1916"/>
                  </a:lnTo>
                  <a:lnTo>
                    <a:pt x="238" y="2015"/>
                  </a:lnTo>
                  <a:lnTo>
                    <a:pt x="179" y="2015"/>
                  </a:lnTo>
                  <a:lnTo>
                    <a:pt x="258" y="2114"/>
                  </a:lnTo>
                  <a:lnTo>
                    <a:pt x="258" y="2094"/>
                  </a:lnTo>
                  <a:lnTo>
                    <a:pt x="337" y="2094"/>
                  </a:lnTo>
                  <a:lnTo>
                    <a:pt x="337" y="2114"/>
                  </a:lnTo>
                  <a:lnTo>
                    <a:pt x="376" y="2074"/>
                  </a:lnTo>
                  <a:lnTo>
                    <a:pt x="396" y="2055"/>
                  </a:lnTo>
                  <a:lnTo>
                    <a:pt x="356" y="1976"/>
                  </a:lnTo>
                  <a:lnTo>
                    <a:pt x="337" y="1936"/>
                  </a:lnTo>
                  <a:lnTo>
                    <a:pt x="337" y="1897"/>
                  </a:lnTo>
                  <a:lnTo>
                    <a:pt x="337" y="1857"/>
                  </a:lnTo>
                  <a:lnTo>
                    <a:pt x="396" y="1837"/>
                  </a:lnTo>
                  <a:lnTo>
                    <a:pt x="475" y="1837"/>
                  </a:lnTo>
                  <a:lnTo>
                    <a:pt x="455" y="1857"/>
                  </a:lnTo>
                  <a:lnTo>
                    <a:pt x="436" y="1877"/>
                  </a:lnTo>
                  <a:lnTo>
                    <a:pt x="495" y="1897"/>
                  </a:lnTo>
                  <a:lnTo>
                    <a:pt x="515" y="1897"/>
                  </a:lnTo>
                  <a:lnTo>
                    <a:pt x="515" y="1877"/>
                  </a:lnTo>
                  <a:lnTo>
                    <a:pt x="594" y="1877"/>
                  </a:lnTo>
                  <a:lnTo>
                    <a:pt x="613" y="1916"/>
                  </a:lnTo>
                  <a:lnTo>
                    <a:pt x="633" y="1976"/>
                  </a:lnTo>
                  <a:lnTo>
                    <a:pt x="673" y="2015"/>
                  </a:lnTo>
                  <a:lnTo>
                    <a:pt x="613" y="2035"/>
                  </a:lnTo>
                  <a:lnTo>
                    <a:pt x="574" y="2015"/>
                  </a:lnTo>
                  <a:lnTo>
                    <a:pt x="534" y="1976"/>
                  </a:lnTo>
                  <a:lnTo>
                    <a:pt x="475" y="1956"/>
                  </a:lnTo>
                  <a:lnTo>
                    <a:pt x="515" y="1995"/>
                  </a:lnTo>
                  <a:lnTo>
                    <a:pt x="534" y="2015"/>
                  </a:lnTo>
                  <a:lnTo>
                    <a:pt x="515" y="2035"/>
                  </a:lnTo>
                  <a:lnTo>
                    <a:pt x="436" y="2035"/>
                  </a:lnTo>
                  <a:lnTo>
                    <a:pt x="475" y="2074"/>
                  </a:lnTo>
                  <a:lnTo>
                    <a:pt x="534" y="2074"/>
                  </a:lnTo>
                  <a:lnTo>
                    <a:pt x="594" y="2055"/>
                  </a:lnTo>
                  <a:lnTo>
                    <a:pt x="653" y="2074"/>
                  </a:lnTo>
                  <a:lnTo>
                    <a:pt x="653" y="2114"/>
                  </a:lnTo>
                  <a:lnTo>
                    <a:pt x="613" y="2153"/>
                  </a:lnTo>
                  <a:lnTo>
                    <a:pt x="613" y="2173"/>
                  </a:lnTo>
                  <a:lnTo>
                    <a:pt x="594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52"/>
                  </a:lnTo>
                  <a:lnTo>
                    <a:pt x="653" y="2292"/>
                  </a:lnTo>
                  <a:lnTo>
                    <a:pt x="574" y="2331"/>
                  </a:lnTo>
                  <a:lnTo>
                    <a:pt x="594" y="2292"/>
                  </a:lnTo>
                  <a:lnTo>
                    <a:pt x="594" y="2272"/>
                  </a:lnTo>
                  <a:lnTo>
                    <a:pt x="554" y="2232"/>
                  </a:lnTo>
                  <a:lnTo>
                    <a:pt x="495" y="2213"/>
                  </a:lnTo>
                  <a:lnTo>
                    <a:pt x="475" y="2213"/>
                  </a:lnTo>
                  <a:lnTo>
                    <a:pt x="495" y="2193"/>
                  </a:lnTo>
                  <a:lnTo>
                    <a:pt x="455" y="2213"/>
                  </a:lnTo>
                  <a:lnTo>
                    <a:pt x="416" y="2232"/>
                  </a:lnTo>
                  <a:lnTo>
                    <a:pt x="356" y="2232"/>
                  </a:lnTo>
                  <a:lnTo>
                    <a:pt x="218" y="2153"/>
                  </a:lnTo>
                  <a:lnTo>
                    <a:pt x="218" y="2213"/>
                  </a:lnTo>
                  <a:lnTo>
                    <a:pt x="218" y="2252"/>
                  </a:lnTo>
                  <a:lnTo>
                    <a:pt x="179" y="2272"/>
                  </a:lnTo>
                  <a:lnTo>
                    <a:pt x="218" y="2292"/>
                  </a:lnTo>
                  <a:lnTo>
                    <a:pt x="238" y="2331"/>
                  </a:lnTo>
                  <a:lnTo>
                    <a:pt x="238" y="2390"/>
                  </a:lnTo>
                  <a:lnTo>
                    <a:pt x="238" y="2430"/>
                  </a:lnTo>
                  <a:lnTo>
                    <a:pt x="258" y="2469"/>
                  </a:lnTo>
                  <a:lnTo>
                    <a:pt x="297" y="2489"/>
                  </a:lnTo>
                  <a:lnTo>
                    <a:pt x="277" y="2509"/>
                  </a:lnTo>
                  <a:lnTo>
                    <a:pt x="258" y="2489"/>
                  </a:lnTo>
                  <a:lnTo>
                    <a:pt x="238" y="2489"/>
                  </a:lnTo>
                  <a:lnTo>
                    <a:pt x="238" y="2509"/>
                  </a:lnTo>
                  <a:lnTo>
                    <a:pt x="258" y="2608"/>
                  </a:lnTo>
                  <a:lnTo>
                    <a:pt x="277" y="2667"/>
                  </a:lnTo>
                  <a:lnTo>
                    <a:pt x="317" y="2726"/>
                  </a:lnTo>
                  <a:lnTo>
                    <a:pt x="297" y="2746"/>
                  </a:lnTo>
                  <a:lnTo>
                    <a:pt x="277" y="2766"/>
                  </a:lnTo>
                  <a:lnTo>
                    <a:pt x="238" y="2785"/>
                  </a:lnTo>
                  <a:lnTo>
                    <a:pt x="238" y="2845"/>
                  </a:lnTo>
                  <a:lnTo>
                    <a:pt x="238" y="2904"/>
                  </a:lnTo>
                  <a:lnTo>
                    <a:pt x="317" y="3003"/>
                  </a:lnTo>
                  <a:lnTo>
                    <a:pt x="376" y="3121"/>
                  </a:lnTo>
                  <a:lnTo>
                    <a:pt x="396" y="3181"/>
                  </a:lnTo>
                  <a:lnTo>
                    <a:pt x="396" y="3260"/>
                  </a:lnTo>
                  <a:lnTo>
                    <a:pt x="337" y="3220"/>
                  </a:lnTo>
                  <a:lnTo>
                    <a:pt x="337" y="3299"/>
                  </a:lnTo>
                  <a:lnTo>
                    <a:pt x="356" y="3319"/>
                  </a:lnTo>
                  <a:lnTo>
                    <a:pt x="396" y="3339"/>
                  </a:lnTo>
                  <a:lnTo>
                    <a:pt x="356" y="3358"/>
                  </a:lnTo>
                  <a:lnTo>
                    <a:pt x="337" y="3398"/>
                  </a:lnTo>
                  <a:lnTo>
                    <a:pt x="376" y="3457"/>
                  </a:lnTo>
                  <a:lnTo>
                    <a:pt x="396" y="3497"/>
                  </a:lnTo>
                  <a:lnTo>
                    <a:pt x="396" y="3536"/>
                  </a:lnTo>
                  <a:lnTo>
                    <a:pt x="376" y="3576"/>
                  </a:lnTo>
                  <a:lnTo>
                    <a:pt x="337" y="3595"/>
                  </a:lnTo>
                  <a:lnTo>
                    <a:pt x="337" y="3635"/>
                  </a:lnTo>
                  <a:lnTo>
                    <a:pt x="356" y="3655"/>
                  </a:lnTo>
                  <a:lnTo>
                    <a:pt x="396" y="3694"/>
                  </a:lnTo>
                  <a:lnTo>
                    <a:pt x="455" y="3714"/>
                  </a:lnTo>
                  <a:lnTo>
                    <a:pt x="495" y="3753"/>
                  </a:lnTo>
                  <a:lnTo>
                    <a:pt x="416" y="3753"/>
                  </a:lnTo>
                  <a:lnTo>
                    <a:pt x="396" y="3773"/>
                  </a:lnTo>
                  <a:lnTo>
                    <a:pt x="376" y="3793"/>
                  </a:lnTo>
                  <a:lnTo>
                    <a:pt x="475" y="4129"/>
                  </a:lnTo>
                  <a:lnTo>
                    <a:pt x="554" y="4504"/>
                  </a:lnTo>
                  <a:lnTo>
                    <a:pt x="515" y="4484"/>
                  </a:lnTo>
                  <a:lnTo>
                    <a:pt x="534" y="4543"/>
                  </a:lnTo>
                  <a:lnTo>
                    <a:pt x="554" y="4603"/>
                  </a:lnTo>
                  <a:lnTo>
                    <a:pt x="613" y="4721"/>
                  </a:lnTo>
                  <a:lnTo>
                    <a:pt x="653" y="4840"/>
                  </a:lnTo>
                  <a:lnTo>
                    <a:pt x="673" y="4899"/>
                  </a:lnTo>
                  <a:lnTo>
                    <a:pt x="653" y="4958"/>
                  </a:lnTo>
                  <a:lnTo>
                    <a:pt x="712" y="5017"/>
                  </a:lnTo>
                  <a:lnTo>
                    <a:pt x="752" y="5037"/>
                  </a:lnTo>
                  <a:lnTo>
                    <a:pt x="791" y="5017"/>
                  </a:lnTo>
                  <a:lnTo>
                    <a:pt x="811" y="4998"/>
                  </a:lnTo>
                  <a:lnTo>
                    <a:pt x="831" y="4978"/>
                  </a:lnTo>
                  <a:lnTo>
                    <a:pt x="929" y="4978"/>
                  </a:lnTo>
                  <a:lnTo>
                    <a:pt x="949" y="5017"/>
                  </a:lnTo>
                  <a:lnTo>
                    <a:pt x="949" y="5037"/>
                  </a:lnTo>
                  <a:lnTo>
                    <a:pt x="910" y="5057"/>
                  </a:lnTo>
                  <a:lnTo>
                    <a:pt x="850" y="5077"/>
                  </a:lnTo>
                  <a:lnTo>
                    <a:pt x="850" y="5096"/>
                  </a:lnTo>
                  <a:lnTo>
                    <a:pt x="850" y="5136"/>
                  </a:lnTo>
                  <a:lnTo>
                    <a:pt x="771" y="5136"/>
                  </a:lnTo>
                  <a:lnTo>
                    <a:pt x="752" y="5116"/>
                  </a:lnTo>
                  <a:lnTo>
                    <a:pt x="712" y="5096"/>
                  </a:lnTo>
                  <a:lnTo>
                    <a:pt x="653" y="5096"/>
                  </a:lnTo>
                  <a:lnTo>
                    <a:pt x="752" y="5215"/>
                  </a:lnTo>
                  <a:lnTo>
                    <a:pt x="732" y="5254"/>
                  </a:lnTo>
                  <a:lnTo>
                    <a:pt x="752" y="5314"/>
                  </a:lnTo>
                  <a:lnTo>
                    <a:pt x="752" y="5353"/>
                  </a:lnTo>
                  <a:lnTo>
                    <a:pt x="732" y="5413"/>
                  </a:lnTo>
                  <a:lnTo>
                    <a:pt x="732" y="5393"/>
                  </a:lnTo>
                  <a:lnTo>
                    <a:pt x="673" y="5393"/>
                  </a:lnTo>
                  <a:lnTo>
                    <a:pt x="673" y="5432"/>
                  </a:lnTo>
                  <a:lnTo>
                    <a:pt x="673" y="5492"/>
                  </a:lnTo>
                  <a:lnTo>
                    <a:pt x="712" y="5492"/>
                  </a:lnTo>
                  <a:lnTo>
                    <a:pt x="732" y="5511"/>
                  </a:lnTo>
                  <a:lnTo>
                    <a:pt x="752" y="5531"/>
                  </a:lnTo>
                  <a:lnTo>
                    <a:pt x="771" y="5551"/>
                  </a:lnTo>
                  <a:lnTo>
                    <a:pt x="771" y="5571"/>
                  </a:lnTo>
                  <a:lnTo>
                    <a:pt x="811" y="5571"/>
                  </a:lnTo>
                  <a:lnTo>
                    <a:pt x="850" y="5610"/>
                  </a:lnTo>
                  <a:lnTo>
                    <a:pt x="732" y="5650"/>
                  </a:lnTo>
                  <a:lnTo>
                    <a:pt x="811" y="5650"/>
                  </a:lnTo>
                  <a:lnTo>
                    <a:pt x="831" y="5709"/>
                  </a:lnTo>
                  <a:lnTo>
                    <a:pt x="831" y="5768"/>
                  </a:lnTo>
                  <a:lnTo>
                    <a:pt x="811" y="5847"/>
                  </a:lnTo>
                  <a:lnTo>
                    <a:pt x="791" y="5867"/>
                  </a:lnTo>
                  <a:lnTo>
                    <a:pt x="771" y="5887"/>
                  </a:lnTo>
                  <a:lnTo>
                    <a:pt x="771" y="5906"/>
                  </a:lnTo>
                  <a:lnTo>
                    <a:pt x="811" y="5926"/>
                  </a:lnTo>
                  <a:lnTo>
                    <a:pt x="831" y="5966"/>
                  </a:lnTo>
                  <a:lnTo>
                    <a:pt x="831" y="5985"/>
                  </a:lnTo>
                  <a:lnTo>
                    <a:pt x="771" y="5985"/>
                  </a:lnTo>
                  <a:lnTo>
                    <a:pt x="771" y="6064"/>
                  </a:lnTo>
                  <a:lnTo>
                    <a:pt x="791" y="6163"/>
                  </a:lnTo>
                  <a:lnTo>
                    <a:pt x="791" y="6262"/>
                  </a:lnTo>
                  <a:lnTo>
                    <a:pt x="771" y="6361"/>
                  </a:lnTo>
                  <a:lnTo>
                    <a:pt x="831" y="6479"/>
                  </a:lnTo>
                  <a:lnTo>
                    <a:pt x="870" y="6519"/>
                  </a:lnTo>
                  <a:lnTo>
                    <a:pt x="910" y="6578"/>
                  </a:lnTo>
                  <a:lnTo>
                    <a:pt x="910" y="6538"/>
                  </a:lnTo>
                  <a:lnTo>
                    <a:pt x="929" y="6519"/>
                  </a:lnTo>
                  <a:lnTo>
                    <a:pt x="949" y="6499"/>
                  </a:lnTo>
                  <a:lnTo>
                    <a:pt x="989" y="6519"/>
                  </a:lnTo>
                  <a:lnTo>
                    <a:pt x="1008" y="6519"/>
                  </a:lnTo>
                  <a:lnTo>
                    <a:pt x="1028" y="6558"/>
                  </a:lnTo>
                  <a:lnTo>
                    <a:pt x="1048" y="6598"/>
                  </a:lnTo>
                  <a:lnTo>
                    <a:pt x="1008" y="6617"/>
                  </a:lnTo>
                  <a:lnTo>
                    <a:pt x="1008" y="6637"/>
                  </a:lnTo>
                  <a:lnTo>
                    <a:pt x="989" y="6657"/>
                  </a:lnTo>
                  <a:lnTo>
                    <a:pt x="969" y="6637"/>
                  </a:lnTo>
                  <a:lnTo>
                    <a:pt x="929" y="6657"/>
                  </a:lnTo>
                  <a:lnTo>
                    <a:pt x="910" y="6677"/>
                  </a:lnTo>
                  <a:lnTo>
                    <a:pt x="929" y="6736"/>
                  </a:lnTo>
                  <a:lnTo>
                    <a:pt x="929" y="6775"/>
                  </a:lnTo>
                  <a:lnTo>
                    <a:pt x="910" y="6795"/>
                  </a:lnTo>
                  <a:lnTo>
                    <a:pt x="890" y="6815"/>
                  </a:lnTo>
                  <a:lnTo>
                    <a:pt x="910" y="6835"/>
                  </a:lnTo>
                  <a:lnTo>
                    <a:pt x="929" y="6874"/>
                  </a:lnTo>
                  <a:lnTo>
                    <a:pt x="949" y="6933"/>
                  </a:lnTo>
                  <a:lnTo>
                    <a:pt x="989" y="6953"/>
                  </a:lnTo>
                  <a:lnTo>
                    <a:pt x="949" y="6953"/>
                  </a:lnTo>
                  <a:lnTo>
                    <a:pt x="929" y="6933"/>
                  </a:lnTo>
                  <a:lnTo>
                    <a:pt x="929" y="6914"/>
                  </a:lnTo>
                  <a:lnTo>
                    <a:pt x="910" y="6914"/>
                  </a:lnTo>
                  <a:lnTo>
                    <a:pt x="929" y="6953"/>
                  </a:lnTo>
                  <a:lnTo>
                    <a:pt x="890" y="6953"/>
                  </a:lnTo>
                  <a:lnTo>
                    <a:pt x="890" y="6993"/>
                  </a:lnTo>
                  <a:lnTo>
                    <a:pt x="910" y="7012"/>
                  </a:lnTo>
                  <a:lnTo>
                    <a:pt x="949" y="7052"/>
                  </a:lnTo>
                  <a:lnTo>
                    <a:pt x="1008" y="7072"/>
                  </a:lnTo>
                  <a:lnTo>
                    <a:pt x="1048" y="7111"/>
                  </a:lnTo>
                  <a:lnTo>
                    <a:pt x="1028" y="7111"/>
                  </a:lnTo>
                  <a:lnTo>
                    <a:pt x="1068" y="7151"/>
                  </a:lnTo>
                  <a:lnTo>
                    <a:pt x="949" y="7111"/>
                  </a:lnTo>
                  <a:lnTo>
                    <a:pt x="989" y="7151"/>
                  </a:lnTo>
                  <a:lnTo>
                    <a:pt x="1028" y="7190"/>
                  </a:lnTo>
                  <a:lnTo>
                    <a:pt x="1068" y="7210"/>
                  </a:lnTo>
                  <a:lnTo>
                    <a:pt x="1087" y="7249"/>
                  </a:lnTo>
                  <a:lnTo>
                    <a:pt x="1068" y="7269"/>
                  </a:lnTo>
                  <a:lnTo>
                    <a:pt x="1107" y="7309"/>
                  </a:lnTo>
                  <a:lnTo>
                    <a:pt x="1068" y="7309"/>
                  </a:lnTo>
                  <a:lnTo>
                    <a:pt x="1127" y="7328"/>
                  </a:lnTo>
                  <a:lnTo>
                    <a:pt x="1147" y="7368"/>
                  </a:lnTo>
                  <a:lnTo>
                    <a:pt x="1186" y="7407"/>
                  </a:lnTo>
                  <a:lnTo>
                    <a:pt x="1226" y="7447"/>
                  </a:lnTo>
                  <a:lnTo>
                    <a:pt x="1166" y="7486"/>
                  </a:lnTo>
                  <a:lnTo>
                    <a:pt x="1147" y="7506"/>
                  </a:lnTo>
                  <a:lnTo>
                    <a:pt x="1186" y="7526"/>
                  </a:lnTo>
                  <a:lnTo>
                    <a:pt x="1068" y="7546"/>
                  </a:lnTo>
                  <a:lnTo>
                    <a:pt x="1068" y="7486"/>
                  </a:lnTo>
                  <a:lnTo>
                    <a:pt x="1087" y="7467"/>
                  </a:lnTo>
                  <a:lnTo>
                    <a:pt x="1107" y="7447"/>
                  </a:lnTo>
                  <a:lnTo>
                    <a:pt x="1087" y="7407"/>
                  </a:lnTo>
                  <a:lnTo>
                    <a:pt x="1048" y="7447"/>
                  </a:lnTo>
                  <a:lnTo>
                    <a:pt x="1028" y="7486"/>
                  </a:lnTo>
                  <a:lnTo>
                    <a:pt x="989" y="7605"/>
                  </a:lnTo>
                  <a:lnTo>
                    <a:pt x="1008" y="7704"/>
                  </a:lnTo>
                  <a:lnTo>
                    <a:pt x="1028" y="7803"/>
                  </a:lnTo>
                  <a:lnTo>
                    <a:pt x="1048" y="7842"/>
                  </a:lnTo>
                  <a:lnTo>
                    <a:pt x="1048" y="7882"/>
                  </a:lnTo>
                  <a:lnTo>
                    <a:pt x="2549" y="7921"/>
                  </a:lnTo>
                  <a:lnTo>
                    <a:pt x="2569" y="7842"/>
                  </a:lnTo>
                  <a:lnTo>
                    <a:pt x="2549" y="7783"/>
                  </a:lnTo>
                  <a:lnTo>
                    <a:pt x="2529" y="7743"/>
                  </a:lnTo>
                  <a:lnTo>
                    <a:pt x="2450" y="7822"/>
                  </a:lnTo>
                  <a:lnTo>
                    <a:pt x="2549" y="7822"/>
                  </a:lnTo>
                  <a:lnTo>
                    <a:pt x="2490" y="7862"/>
                  </a:lnTo>
                  <a:lnTo>
                    <a:pt x="2411" y="7862"/>
                  </a:lnTo>
                  <a:lnTo>
                    <a:pt x="2272" y="7822"/>
                  </a:lnTo>
                  <a:lnTo>
                    <a:pt x="2292" y="7803"/>
                  </a:lnTo>
                  <a:lnTo>
                    <a:pt x="2292" y="7783"/>
                  </a:lnTo>
                  <a:lnTo>
                    <a:pt x="2312" y="7763"/>
                  </a:lnTo>
                  <a:lnTo>
                    <a:pt x="2332" y="7763"/>
                  </a:lnTo>
                  <a:lnTo>
                    <a:pt x="2292" y="7684"/>
                  </a:lnTo>
                  <a:lnTo>
                    <a:pt x="2272" y="7704"/>
                  </a:lnTo>
                  <a:lnTo>
                    <a:pt x="2253" y="7723"/>
                  </a:lnTo>
                  <a:lnTo>
                    <a:pt x="2233" y="7723"/>
                  </a:lnTo>
                  <a:lnTo>
                    <a:pt x="2272" y="7664"/>
                  </a:lnTo>
                  <a:lnTo>
                    <a:pt x="2292" y="7644"/>
                  </a:lnTo>
                  <a:lnTo>
                    <a:pt x="2312" y="7664"/>
                  </a:lnTo>
                  <a:lnTo>
                    <a:pt x="2292" y="7605"/>
                  </a:lnTo>
                  <a:lnTo>
                    <a:pt x="2272" y="7585"/>
                  </a:lnTo>
                  <a:lnTo>
                    <a:pt x="2233" y="7585"/>
                  </a:lnTo>
                  <a:lnTo>
                    <a:pt x="2233" y="7565"/>
                  </a:lnTo>
                  <a:lnTo>
                    <a:pt x="2292" y="7565"/>
                  </a:lnTo>
                  <a:lnTo>
                    <a:pt x="2391" y="7605"/>
                  </a:lnTo>
                  <a:lnTo>
                    <a:pt x="2391" y="7565"/>
                  </a:lnTo>
                  <a:lnTo>
                    <a:pt x="2490" y="7565"/>
                  </a:lnTo>
                  <a:lnTo>
                    <a:pt x="2470" y="7486"/>
                  </a:lnTo>
                  <a:lnTo>
                    <a:pt x="2569" y="7506"/>
                  </a:lnTo>
                  <a:lnTo>
                    <a:pt x="2569" y="7486"/>
                  </a:lnTo>
                  <a:lnTo>
                    <a:pt x="2549" y="7447"/>
                  </a:lnTo>
                  <a:lnTo>
                    <a:pt x="2529" y="7427"/>
                  </a:lnTo>
                  <a:lnTo>
                    <a:pt x="2549" y="7388"/>
                  </a:lnTo>
                  <a:lnTo>
                    <a:pt x="2470" y="7388"/>
                  </a:lnTo>
                  <a:lnTo>
                    <a:pt x="2529" y="7249"/>
                  </a:lnTo>
                  <a:lnTo>
                    <a:pt x="2529" y="7131"/>
                  </a:lnTo>
                  <a:lnTo>
                    <a:pt x="2470" y="7170"/>
                  </a:lnTo>
                  <a:lnTo>
                    <a:pt x="2450" y="7131"/>
                  </a:lnTo>
                  <a:lnTo>
                    <a:pt x="2450" y="7111"/>
                  </a:lnTo>
                  <a:lnTo>
                    <a:pt x="2470" y="7072"/>
                  </a:lnTo>
                  <a:lnTo>
                    <a:pt x="2509" y="7032"/>
                  </a:lnTo>
                  <a:lnTo>
                    <a:pt x="2509" y="7012"/>
                  </a:lnTo>
                  <a:lnTo>
                    <a:pt x="2509" y="6973"/>
                  </a:lnTo>
                  <a:lnTo>
                    <a:pt x="2470" y="6933"/>
                  </a:lnTo>
                  <a:lnTo>
                    <a:pt x="2430" y="6894"/>
                  </a:lnTo>
                  <a:lnTo>
                    <a:pt x="2391" y="6874"/>
                  </a:lnTo>
                  <a:lnTo>
                    <a:pt x="2332" y="6874"/>
                  </a:lnTo>
                  <a:lnTo>
                    <a:pt x="2332" y="6854"/>
                  </a:lnTo>
                  <a:lnTo>
                    <a:pt x="2332" y="6835"/>
                  </a:lnTo>
                  <a:lnTo>
                    <a:pt x="2391" y="6815"/>
                  </a:lnTo>
                  <a:lnTo>
                    <a:pt x="2292" y="6756"/>
                  </a:lnTo>
                  <a:lnTo>
                    <a:pt x="2272" y="6716"/>
                  </a:lnTo>
                  <a:lnTo>
                    <a:pt x="2272" y="6696"/>
                  </a:lnTo>
                  <a:lnTo>
                    <a:pt x="2272" y="6677"/>
                  </a:lnTo>
                  <a:lnTo>
                    <a:pt x="2351" y="6756"/>
                  </a:lnTo>
                  <a:lnTo>
                    <a:pt x="2391" y="6736"/>
                  </a:lnTo>
                  <a:lnTo>
                    <a:pt x="2391" y="6677"/>
                  </a:lnTo>
                  <a:lnTo>
                    <a:pt x="2391" y="6637"/>
                  </a:lnTo>
                  <a:lnTo>
                    <a:pt x="2391" y="6598"/>
                  </a:lnTo>
                  <a:lnTo>
                    <a:pt x="2154" y="6400"/>
                  </a:lnTo>
                  <a:lnTo>
                    <a:pt x="2095" y="6420"/>
                  </a:lnTo>
                  <a:lnTo>
                    <a:pt x="2016" y="6440"/>
                  </a:lnTo>
                  <a:lnTo>
                    <a:pt x="1956" y="6420"/>
                  </a:lnTo>
                  <a:lnTo>
                    <a:pt x="1897" y="6400"/>
                  </a:lnTo>
                  <a:lnTo>
                    <a:pt x="1917" y="6380"/>
                  </a:lnTo>
                  <a:lnTo>
                    <a:pt x="1937" y="6341"/>
                  </a:lnTo>
                  <a:lnTo>
                    <a:pt x="1976" y="6262"/>
                  </a:lnTo>
                  <a:lnTo>
                    <a:pt x="2016" y="6262"/>
                  </a:lnTo>
                  <a:lnTo>
                    <a:pt x="2055" y="6222"/>
                  </a:lnTo>
                  <a:lnTo>
                    <a:pt x="2095" y="6203"/>
                  </a:lnTo>
                  <a:lnTo>
                    <a:pt x="2114" y="6222"/>
                  </a:lnTo>
                  <a:lnTo>
                    <a:pt x="2114" y="6242"/>
                  </a:lnTo>
                  <a:lnTo>
                    <a:pt x="2075" y="6282"/>
                  </a:lnTo>
                  <a:lnTo>
                    <a:pt x="2055" y="6301"/>
                  </a:lnTo>
                  <a:lnTo>
                    <a:pt x="2055" y="6321"/>
                  </a:lnTo>
                  <a:lnTo>
                    <a:pt x="2134" y="6262"/>
                  </a:lnTo>
                  <a:lnTo>
                    <a:pt x="2213" y="6163"/>
                  </a:lnTo>
                  <a:lnTo>
                    <a:pt x="2253" y="6183"/>
                  </a:lnTo>
                  <a:lnTo>
                    <a:pt x="2272" y="6222"/>
                  </a:lnTo>
                  <a:lnTo>
                    <a:pt x="2213" y="6222"/>
                  </a:lnTo>
                  <a:lnTo>
                    <a:pt x="2253" y="6262"/>
                  </a:lnTo>
                  <a:lnTo>
                    <a:pt x="2272" y="6262"/>
                  </a:lnTo>
                  <a:lnTo>
                    <a:pt x="2312" y="6242"/>
                  </a:lnTo>
                  <a:lnTo>
                    <a:pt x="2351" y="6203"/>
                  </a:lnTo>
                  <a:lnTo>
                    <a:pt x="2411" y="6203"/>
                  </a:lnTo>
                  <a:lnTo>
                    <a:pt x="2391" y="6143"/>
                  </a:lnTo>
                  <a:lnTo>
                    <a:pt x="2351" y="6143"/>
                  </a:lnTo>
                  <a:lnTo>
                    <a:pt x="2371" y="6124"/>
                  </a:lnTo>
                  <a:lnTo>
                    <a:pt x="2391" y="6084"/>
                  </a:lnTo>
                  <a:lnTo>
                    <a:pt x="2351" y="6045"/>
                  </a:lnTo>
                  <a:lnTo>
                    <a:pt x="2332" y="5985"/>
                  </a:lnTo>
                  <a:lnTo>
                    <a:pt x="2332" y="5946"/>
                  </a:lnTo>
                  <a:lnTo>
                    <a:pt x="2351" y="5926"/>
                  </a:lnTo>
                  <a:lnTo>
                    <a:pt x="2312" y="5946"/>
                  </a:lnTo>
                  <a:lnTo>
                    <a:pt x="2292" y="5946"/>
                  </a:lnTo>
                  <a:lnTo>
                    <a:pt x="2253" y="5926"/>
                  </a:lnTo>
                  <a:lnTo>
                    <a:pt x="2253" y="5887"/>
                  </a:lnTo>
                  <a:lnTo>
                    <a:pt x="2272" y="5867"/>
                  </a:lnTo>
                  <a:lnTo>
                    <a:pt x="2332" y="5827"/>
                  </a:lnTo>
                  <a:lnTo>
                    <a:pt x="2292" y="5808"/>
                  </a:lnTo>
                  <a:lnTo>
                    <a:pt x="2272" y="5788"/>
                  </a:lnTo>
                  <a:lnTo>
                    <a:pt x="2272" y="5748"/>
                  </a:lnTo>
                  <a:lnTo>
                    <a:pt x="2233" y="5729"/>
                  </a:lnTo>
                  <a:lnTo>
                    <a:pt x="2174" y="5748"/>
                  </a:lnTo>
                  <a:lnTo>
                    <a:pt x="2134" y="5768"/>
                  </a:lnTo>
                  <a:lnTo>
                    <a:pt x="2075" y="5748"/>
                  </a:lnTo>
                  <a:lnTo>
                    <a:pt x="2035" y="5729"/>
                  </a:lnTo>
                  <a:lnTo>
                    <a:pt x="2016" y="5689"/>
                  </a:lnTo>
                  <a:lnTo>
                    <a:pt x="2035" y="5650"/>
                  </a:lnTo>
                  <a:lnTo>
                    <a:pt x="2016" y="5630"/>
                  </a:lnTo>
                  <a:lnTo>
                    <a:pt x="2055" y="5610"/>
                  </a:lnTo>
                  <a:lnTo>
                    <a:pt x="2075" y="5630"/>
                  </a:lnTo>
                  <a:lnTo>
                    <a:pt x="2095" y="5669"/>
                  </a:lnTo>
                  <a:lnTo>
                    <a:pt x="2114" y="5689"/>
                  </a:lnTo>
                  <a:lnTo>
                    <a:pt x="2035" y="5551"/>
                  </a:lnTo>
                  <a:lnTo>
                    <a:pt x="2075" y="5531"/>
                  </a:lnTo>
                  <a:lnTo>
                    <a:pt x="2114" y="5531"/>
                  </a:lnTo>
                  <a:lnTo>
                    <a:pt x="2134" y="5571"/>
                  </a:lnTo>
                  <a:lnTo>
                    <a:pt x="2134" y="5610"/>
                  </a:lnTo>
                  <a:lnTo>
                    <a:pt x="2154" y="5551"/>
                  </a:lnTo>
                  <a:lnTo>
                    <a:pt x="2134" y="5511"/>
                  </a:lnTo>
                  <a:lnTo>
                    <a:pt x="2095" y="5472"/>
                  </a:lnTo>
                  <a:lnTo>
                    <a:pt x="2035" y="5452"/>
                  </a:lnTo>
                  <a:lnTo>
                    <a:pt x="2055" y="5413"/>
                  </a:lnTo>
                  <a:lnTo>
                    <a:pt x="2055" y="5353"/>
                  </a:lnTo>
                  <a:lnTo>
                    <a:pt x="2114" y="5373"/>
                  </a:lnTo>
                  <a:lnTo>
                    <a:pt x="2174" y="5373"/>
                  </a:lnTo>
                  <a:lnTo>
                    <a:pt x="2233" y="5393"/>
                  </a:lnTo>
                  <a:lnTo>
                    <a:pt x="2272" y="5413"/>
                  </a:lnTo>
                  <a:lnTo>
                    <a:pt x="2253" y="5452"/>
                  </a:lnTo>
                  <a:lnTo>
                    <a:pt x="2154" y="5452"/>
                  </a:lnTo>
                  <a:lnTo>
                    <a:pt x="2154" y="5472"/>
                  </a:lnTo>
                  <a:lnTo>
                    <a:pt x="2233" y="5472"/>
                  </a:lnTo>
                  <a:lnTo>
                    <a:pt x="2213" y="5511"/>
                  </a:lnTo>
                  <a:lnTo>
                    <a:pt x="2233" y="5531"/>
                  </a:lnTo>
                  <a:lnTo>
                    <a:pt x="2253" y="5571"/>
                  </a:lnTo>
                  <a:lnTo>
                    <a:pt x="2233" y="5571"/>
                  </a:lnTo>
                  <a:lnTo>
                    <a:pt x="2213" y="5551"/>
                  </a:lnTo>
                  <a:lnTo>
                    <a:pt x="2233" y="5650"/>
                  </a:lnTo>
                  <a:lnTo>
                    <a:pt x="2253" y="5689"/>
                  </a:lnTo>
                  <a:lnTo>
                    <a:pt x="2292" y="5709"/>
                  </a:lnTo>
                  <a:lnTo>
                    <a:pt x="2312" y="5669"/>
                  </a:lnTo>
                  <a:lnTo>
                    <a:pt x="2312" y="5650"/>
                  </a:lnTo>
                  <a:lnTo>
                    <a:pt x="2292" y="5571"/>
                  </a:lnTo>
                  <a:lnTo>
                    <a:pt x="2292" y="5492"/>
                  </a:lnTo>
                  <a:lnTo>
                    <a:pt x="2292" y="5472"/>
                  </a:lnTo>
                  <a:lnTo>
                    <a:pt x="2332" y="5452"/>
                  </a:lnTo>
                  <a:lnTo>
                    <a:pt x="2193" y="5294"/>
                  </a:lnTo>
                  <a:lnTo>
                    <a:pt x="2134" y="5333"/>
                  </a:lnTo>
                  <a:lnTo>
                    <a:pt x="2095" y="5333"/>
                  </a:lnTo>
                  <a:lnTo>
                    <a:pt x="2055" y="5314"/>
                  </a:lnTo>
                  <a:lnTo>
                    <a:pt x="2114" y="5294"/>
                  </a:lnTo>
                  <a:lnTo>
                    <a:pt x="2154" y="5254"/>
                  </a:lnTo>
                  <a:lnTo>
                    <a:pt x="2174" y="5215"/>
                  </a:lnTo>
                  <a:lnTo>
                    <a:pt x="2174" y="5175"/>
                  </a:lnTo>
                  <a:lnTo>
                    <a:pt x="2134" y="5175"/>
                  </a:lnTo>
                  <a:lnTo>
                    <a:pt x="2095" y="5136"/>
                  </a:lnTo>
                  <a:lnTo>
                    <a:pt x="2055" y="5116"/>
                  </a:lnTo>
                  <a:lnTo>
                    <a:pt x="1996" y="5116"/>
                  </a:lnTo>
                  <a:lnTo>
                    <a:pt x="2016" y="5136"/>
                  </a:lnTo>
                  <a:lnTo>
                    <a:pt x="2016" y="5156"/>
                  </a:lnTo>
                  <a:lnTo>
                    <a:pt x="1976" y="5175"/>
                  </a:lnTo>
                  <a:lnTo>
                    <a:pt x="1956" y="5136"/>
                  </a:lnTo>
                  <a:lnTo>
                    <a:pt x="1917" y="5136"/>
                  </a:lnTo>
                  <a:lnTo>
                    <a:pt x="1877" y="5156"/>
                  </a:lnTo>
                  <a:lnTo>
                    <a:pt x="1877" y="5136"/>
                  </a:lnTo>
                  <a:lnTo>
                    <a:pt x="1877" y="5077"/>
                  </a:lnTo>
                  <a:lnTo>
                    <a:pt x="1937" y="5077"/>
                  </a:lnTo>
                  <a:lnTo>
                    <a:pt x="1956" y="5017"/>
                  </a:lnTo>
                  <a:lnTo>
                    <a:pt x="2055" y="5057"/>
                  </a:lnTo>
                  <a:lnTo>
                    <a:pt x="2068" y="5065"/>
                  </a:lnTo>
                  <a:lnTo>
                    <a:pt x="1976" y="4919"/>
                  </a:lnTo>
                  <a:lnTo>
                    <a:pt x="1917" y="4859"/>
                  </a:lnTo>
                  <a:lnTo>
                    <a:pt x="1877" y="4780"/>
                  </a:lnTo>
                  <a:lnTo>
                    <a:pt x="1917" y="4780"/>
                  </a:lnTo>
                  <a:lnTo>
                    <a:pt x="1956" y="4800"/>
                  </a:lnTo>
                  <a:lnTo>
                    <a:pt x="2016" y="4859"/>
                  </a:lnTo>
                  <a:lnTo>
                    <a:pt x="2075" y="4899"/>
                  </a:lnTo>
                  <a:lnTo>
                    <a:pt x="2174" y="4899"/>
                  </a:lnTo>
                  <a:lnTo>
                    <a:pt x="2154" y="4859"/>
                  </a:lnTo>
                  <a:lnTo>
                    <a:pt x="2114" y="4840"/>
                  </a:lnTo>
                  <a:lnTo>
                    <a:pt x="2095" y="4840"/>
                  </a:lnTo>
                  <a:lnTo>
                    <a:pt x="2075" y="4800"/>
                  </a:lnTo>
                  <a:lnTo>
                    <a:pt x="2095" y="4780"/>
                  </a:lnTo>
                  <a:lnTo>
                    <a:pt x="2114" y="4761"/>
                  </a:lnTo>
                  <a:lnTo>
                    <a:pt x="2114" y="4721"/>
                  </a:lnTo>
                  <a:lnTo>
                    <a:pt x="2075" y="4662"/>
                  </a:lnTo>
                  <a:lnTo>
                    <a:pt x="2055" y="4603"/>
                  </a:lnTo>
                  <a:lnTo>
                    <a:pt x="2016" y="4642"/>
                  </a:lnTo>
                  <a:lnTo>
                    <a:pt x="1996" y="4622"/>
                  </a:lnTo>
                  <a:lnTo>
                    <a:pt x="1996" y="4583"/>
                  </a:lnTo>
                  <a:lnTo>
                    <a:pt x="2016" y="4524"/>
                  </a:lnTo>
                  <a:lnTo>
                    <a:pt x="2035" y="4524"/>
                  </a:lnTo>
                  <a:lnTo>
                    <a:pt x="1996" y="4504"/>
                  </a:lnTo>
                  <a:lnTo>
                    <a:pt x="2016" y="4484"/>
                  </a:lnTo>
                  <a:lnTo>
                    <a:pt x="1996" y="4464"/>
                  </a:lnTo>
                  <a:lnTo>
                    <a:pt x="1976" y="4405"/>
                  </a:lnTo>
                  <a:lnTo>
                    <a:pt x="1976" y="4346"/>
                  </a:lnTo>
                  <a:lnTo>
                    <a:pt x="1956" y="4306"/>
                  </a:lnTo>
                  <a:lnTo>
                    <a:pt x="1937" y="4306"/>
                  </a:lnTo>
                  <a:lnTo>
                    <a:pt x="1937" y="4346"/>
                  </a:lnTo>
                  <a:lnTo>
                    <a:pt x="1956" y="4366"/>
                  </a:lnTo>
                  <a:lnTo>
                    <a:pt x="1956" y="4405"/>
                  </a:lnTo>
                  <a:lnTo>
                    <a:pt x="1937" y="4445"/>
                  </a:lnTo>
                  <a:lnTo>
                    <a:pt x="1897" y="4464"/>
                  </a:lnTo>
                  <a:lnTo>
                    <a:pt x="1877" y="4445"/>
                  </a:lnTo>
                  <a:lnTo>
                    <a:pt x="1858" y="4385"/>
                  </a:lnTo>
                  <a:lnTo>
                    <a:pt x="1818" y="4346"/>
                  </a:lnTo>
                  <a:lnTo>
                    <a:pt x="1779" y="4287"/>
                  </a:lnTo>
                  <a:lnTo>
                    <a:pt x="1759" y="4227"/>
                  </a:lnTo>
                  <a:lnTo>
                    <a:pt x="1739" y="4247"/>
                  </a:lnTo>
                  <a:lnTo>
                    <a:pt x="1719" y="4227"/>
                  </a:lnTo>
                  <a:lnTo>
                    <a:pt x="1700" y="4208"/>
                  </a:lnTo>
                  <a:lnTo>
                    <a:pt x="1700" y="4148"/>
                  </a:lnTo>
                  <a:lnTo>
                    <a:pt x="1719" y="4109"/>
                  </a:lnTo>
                  <a:lnTo>
                    <a:pt x="1739" y="4109"/>
                  </a:lnTo>
                  <a:lnTo>
                    <a:pt x="1779" y="4129"/>
                  </a:lnTo>
                  <a:lnTo>
                    <a:pt x="1818" y="4148"/>
                  </a:lnTo>
                  <a:lnTo>
                    <a:pt x="1838" y="4129"/>
                  </a:lnTo>
                  <a:lnTo>
                    <a:pt x="1877" y="4168"/>
                  </a:lnTo>
                  <a:lnTo>
                    <a:pt x="1877" y="4188"/>
                  </a:lnTo>
                  <a:lnTo>
                    <a:pt x="1897" y="4208"/>
                  </a:lnTo>
                  <a:lnTo>
                    <a:pt x="1937" y="4227"/>
                  </a:lnTo>
                  <a:lnTo>
                    <a:pt x="2035" y="4168"/>
                  </a:lnTo>
                  <a:lnTo>
                    <a:pt x="1996" y="4129"/>
                  </a:lnTo>
                  <a:lnTo>
                    <a:pt x="2016" y="4089"/>
                  </a:lnTo>
                  <a:lnTo>
                    <a:pt x="2035" y="4069"/>
                  </a:lnTo>
                  <a:lnTo>
                    <a:pt x="2035" y="4030"/>
                  </a:lnTo>
                  <a:lnTo>
                    <a:pt x="1996" y="4069"/>
                  </a:lnTo>
                  <a:lnTo>
                    <a:pt x="1956" y="4069"/>
                  </a:lnTo>
                  <a:lnTo>
                    <a:pt x="1956" y="4050"/>
                  </a:lnTo>
                  <a:lnTo>
                    <a:pt x="1976" y="4030"/>
                  </a:lnTo>
                  <a:lnTo>
                    <a:pt x="1858" y="4050"/>
                  </a:lnTo>
                  <a:lnTo>
                    <a:pt x="1877" y="4089"/>
                  </a:lnTo>
                  <a:lnTo>
                    <a:pt x="1897" y="4109"/>
                  </a:lnTo>
                  <a:lnTo>
                    <a:pt x="1917" y="4148"/>
                  </a:lnTo>
                  <a:lnTo>
                    <a:pt x="1897" y="4168"/>
                  </a:lnTo>
                  <a:lnTo>
                    <a:pt x="1858" y="4129"/>
                  </a:lnTo>
                  <a:lnTo>
                    <a:pt x="1798" y="4109"/>
                  </a:lnTo>
                  <a:lnTo>
                    <a:pt x="1759" y="4069"/>
                  </a:lnTo>
                  <a:lnTo>
                    <a:pt x="1739" y="4010"/>
                  </a:lnTo>
                  <a:lnTo>
                    <a:pt x="1759" y="4010"/>
                  </a:lnTo>
                  <a:lnTo>
                    <a:pt x="1779" y="4030"/>
                  </a:lnTo>
                  <a:lnTo>
                    <a:pt x="1798" y="4050"/>
                  </a:lnTo>
                  <a:lnTo>
                    <a:pt x="1798" y="4010"/>
                  </a:lnTo>
                  <a:lnTo>
                    <a:pt x="1779" y="3990"/>
                  </a:lnTo>
                  <a:lnTo>
                    <a:pt x="1759" y="3951"/>
                  </a:lnTo>
                  <a:lnTo>
                    <a:pt x="1759" y="3911"/>
                  </a:lnTo>
                  <a:lnTo>
                    <a:pt x="1818" y="3951"/>
                  </a:lnTo>
                  <a:lnTo>
                    <a:pt x="1858" y="3971"/>
                  </a:lnTo>
                  <a:lnTo>
                    <a:pt x="1897" y="3951"/>
                  </a:lnTo>
                  <a:lnTo>
                    <a:pt x="1798" y="3931"/>
                  </a:lnTo>
                  <a:lnTo>
                    <a:pt x="1838" y="3892"/>
                  </a:lnTo>
                  <a:lnTo>
                    <a:pt x="1858" y="3892"/>
                  </a:lnTo>
                  <a:lnTo>
                    <a:pt x="1838" y="3872"/>
                  </a:lnTo>
                  <a:lnTo>
                    <a:pt x="1779" y="3872"/>
                  </a:lnTo>
                  <a:lnTo>
                    <a:pt x="1779" y="3852"/>
                  </a:lnTo>
                  <a:lnTo>
                    <a:pt x="1798" y="3832"/>
                  </a:lnTo>
                  <a:lnTo>
                    <a:pt x="1838" y="3813"/>
                  </a:lnTo>
                  <a:lnTo>
                    <a:pt x="1818" y="3793"/>
                  </a:lnTo>
                  <a:lnTo>
                    <a:pt x="1818" y="3773"/>
                  </a:lnTo>
                  <a:lnTo>
                    <a:pt x="1779" y="3753"/>
                  </a:lnTo>
                  <a:lnTo>
                    <a:pt x="1759" y="3734"/>
                  </a:lnTo>
                  <a:lnTo>
                    <a:pt x="1739" y="3773"/>
                  </a:lnTo>
                  <a:lnTo>
                    <a:pt x="1640" y="3773"/>
                  </a:lnTo>
                  <a:lnTo>
                    <a:pt x="1601" y="3753"/>
                  </a:lnTo>
                  <a:lnTo>
                    <a:pt x="1601" y="3694"/>
                  </a:lnTo>
                  <a:lnTo>
                    <a:pt x="1581" y="3635"/>
                  </a:lnTo>
                  <a:lnTo>
                    <a:pt x="1601" y="3595"/>
                  </a:lnTo>
                  <a:lnTo>
                    <a:pt x="1640" y="3536"/>
                  </a:lnTo>
                  <a:lnTo>
                    <a:pt x="1581" y="3516"/>
                  </a:lnTo>
                  <a:lnTo>
                    <a:pt x="1621" y="3516"/>
                  </a:lnTo>
                  <a:lnTo>
                    <a:pt x="1621" y="3477"/>
                  </a:lnTo>
                  <a:lnTo>
                    <a:pt x="1621" y="3437"/>
                  </a:lnTo>
                  <a:lnTo>
                    <a:pt x="1660" y="3437"/>
                  </a:lnTo>
                  <a:lnTo>
                    <a:pt x="1660" y="3477"/>
                  </a:lnTo>
                  <a:lnTo>
                    <a:pt x="1700" y="3516"/>
                  </a:lnTo>
                  <a:lnTo>
                    <a:pt x="1719" y="3536"/>
                  </a:lnTo>
                  <a:lnTo>
                    <a:pt x="1759" y="3536"/>
                  </a:lnTo>
                  <a:lnTo>
                    <a:pt x="1779" y="3516"/>
                  </a:lnTo>
                  <a:lnTo>
                    <a:pt x="1798" y="3497"/>
                  </a:lnTo>
                  <a:lnTo>
                    <a:pt x="1858" y="3516"/>
                  </a:lnTo>
                  <a:lnTo>
                    <a:pt x="1858" y="3516"/>
                  </a:lnTo>
                  <a:lnTo>
                    <a:pt x="1838" y="3497"/>
                  </a:lnTo>
                  <a:lnTo>
                    <a:pt x="1798" y="3477"/>
                  </a:lnTo>
                  <a:lnTo>
                    <a:pt x="1739" y="3497"/>
                  </a:lnTo>
                  <a:lnTo>
                    <a:pt x="1700" y="3477"/>
                  </a:lnTo>
                  <a:lnTo>
                    <a:pt x="1719" y="3457"/>
                  </a:lnTo>
                  <a:lnTo>
                    <a:pt x="1719" y="3437"/>
                  </a:lnTo>
                  <a:lnTo>
                    <a:pt x="1739" y="3418"/>
                  </a:lnTo>
                  <a:lnTo>
                    <a:pt x="1779" y="3418"/>
                  </a:lnTo>
                  <a:lnTo>
                    <a:pt x="1759" y="3378"/>
                  </a:lnTo>
                  <a:lnTo>
                    <a:pt x="1739" y="3358"/>
                  </a:lnTo>
                  <a:lnTo>
                    <a:pt x="1700" y="3339"/>
                  </a:lnTo>
                  <a:lnTo>
                    <a:pt x="1700" y="3319"/>
                  </a:lnTo>
                  <a:lnTo>
                    <a:pt x="1818" y="3319"/>
                  </a:lnTo>
                  <a:lnTo>
                    <a:pt x="1818" y="3299"/>
                  </a:lnTo>
                  <a:lnTo>
                    <a:pt x="1818" y="3279"/>
                  </a:lnTo>
                  <a:lnTo>
                    <a:pt x="1838" y="3260"/>
                  </a:lnTo>
                  <a:lnTo>
                    <a:pt x="1779" y="3260"/>
                  </a:lnTo>
                  <a:lnTo>
                    <a:pt x="1779" y="3279"/>
                  </a:lnTo>
                  <a:lnTo>
                    <a:pt x="1759" y="3260"/>
                  </a:lnTo>
                  <a:lnTo>
                    <a:pt x="1739" y="3240"/>
                  </a:lnTo>
                  <a:lnTo>
                    <a:pt x="1739" y="3200"/>
                  </a:lnTo>
                  <a:lnTo>
                    <a:pt x="1719" y="3181"/>
                  </a:lnTo>
                  <a:lnTo>
                    <a:pt x="1739" y="3161"/>
                  </a:lnTo>
                  <a:lnTo>
                    <a:pt x="1739" y="3121"/>
                  </a:lnTo>
                  <a:lnTo>
                    <a:pt x="1739" y="3082"/>
                  </a:lnTo>
                  <a:lnTo>
                    <a:pt x="1739" y="3042"/>
                  </a:lnTo>
                  <a:lnTo>
                    <a:pt x="1700" y="3062"/>
                  </a:lnTo>
                  <a:lnTo>
                    <a:pt x="1680" y="3062"/>
                  </a:lnTo>
                  <a:lnTo>
                    <a:pt x="1680" y="3082"/>
                  </a:lnTo>
                  <a:lnTo>
                    <a:pt x="1700" y="3102"/>
                  </a:lnTo>
                  <a:lnTo>
                    <a:pt x="1719" y="3121"/>
                  </a:lnTo>
                  <a:lnTo>
                    <a:pt x="1719" y="3141"/>
                  </a:lnTo>
                  <a:lnTo>
                    <a:pt x="1680" y="3161"/>
                  </a:lnTo>
                  <a:lnTo>
                    <a:pt x="1640" y="3102"/>
                  </a:lnTo>
                  <a:lnTo>
                    <a:pt x="1621" y="3022"/>
                  </a:lnTo>
                  <a:lnTo>
                    <a:pt x="1601" y="2924"/>
                  </a:lnTo>
                  <a:lnTo>
                    <a:pt x="1561" y="2864"/>
                  </a:lnTo>
                  <a:lnTo>
                    <a:pt x="1581" y="2825"/>
                  </a:lnTo>
                  <a:lnTo>
                    <a:pt x="1700" y="2825"/>
                  </a:lnTo>
                  <a:lnTo>
                    <a:pt x="1700" y="2864"/>
                  </a:lnTo>
                  <a:lnTo>
                    <a:pt x="1700" y="2904"/>
                  </a:lnTo>
                  <a:lnTo>
                    <a:pt x="1700" y="2943"/>
                  </a:lnTo>
                  <a:lnTo>
                    <a:pt x="1719" y="2983"/>
                  </a:lnTo>
                  <a:lnTo>
                    <a:pt x="1719" y="2924"/>
                  </a:lnTo>
                  <a:lnTo>
                    <a:pt x="1719" y="2864"/>
                  </a:lnTo>
                  <a:lnTo>
                    <a:pt x="1700" y="2785"/>
                  </a:lnTo>
                  <a:lnTo>
                    <a:pt x="1640" y="2746"/>
                  </a:lnTo>
                  <a:lnTo>
                    <a:pt x="1660" y="2706"/>
                  </a:lnTo>
                  <a:lnTo>
                    <a:pt x="1680" y="2687"/>
                  </a:lnTo>
                  <a:lnTo>
                    <a:pt x="1719" y="2647"/>
                  </a:lnTo>
                  <a:lnTo>
                    <a:pt x="1779" y="2608"/>
                  </a:lnTo>
                  <a:lnTo>
                    <a:pt x="1779" y="2568"/>
                  </a:lnTo>
                  <a:lnTo>
                    <a:pt x="1779" y="2548"/>
                  </a:lnTo>
                  <a:lnTo>
                    <a:pt x="1719" y="2568"/>
                  </a:lnTo>
                  <a:lnTo>
                    <a:pt x="1680" y="2588"/>
                  </a:lnTo>
                  <a:lnTo>
                    <a:pt x="1660" y="2568"/>
                  </a:lnTo>
                  <a:lnTo>
                    <a:pt x="1660" y="2548"/>
                  </a:lnTo>
                  <a:lnTo>
                    <a:pt x="1680" y="2509"/>
                  </a:lnTo>
                  <a:lnTo>
                    <a:pt x="1640" y="2509"/>
                  </a:lnTo>
                  <a:lnTo>
                    <a:pt x="1640" y="2529"/>
                  </a:lnTo>
                  <a:lnTo>
                    <a:pt x="1621" y="2529"/>
                  </a:lnTo>
                  <a:lnTo>
                    <a:pt x="1601" y="2509"/>
                  </a:lnTo>
                  <a:lnTo>
                    <a:pt x="1601" y="2489"/>
                  </a:lnTo>
                  <a:lnTo>
                    <a:pt x="1621" y="2469"/>
                  </a:lnTo>
                  <a:lnTo>
                    <a:pt x="1660" y="2469"/>
                  </a:lnTo>
                  <a:lnTo>
                    <a:pt x="1640" y="2450"/>
                  </a:lnTo>
                  <a:lnTo>
                    <a:pt x="1640" y="2430"/>
                  </a:lnTo>
                  <a:lnTo>
                    <a:pt x="1680" y="2390"/>
                  </a:lnTo>
                  <a:lnTo>
                    <a:pt x="1719" y="2371"/>
                  </a:lnTo>
                  <a:lnTo>
                    <a:pt x="1700" y="2351"/>
                  </a:lnTo>
                  <a:lnTo>
                    <a:pt x="1680" y="2331"/>
                  </a:lnTo>
                  <a:lnTo>
                    <a:pt x="1660" y="2331"/>
                  </a:lnTo>
                  <a:lnTo>
                    <a:pt x="1660" y="2351"/>
                  </a:lnTo>
                  <a:lnTo>
                    <a:pt x="1660" y="2371"/>
                  </a:lnTo>
                  <a:lnTo>
                    <a:pt x="1621" y="2371"/>
                  </a:lnTo>
                  <a:lnTo>
                    <a:pt x="1581" y="2351"/>
                  </a:lnTo>
                  <a:lnTo>
                    <a:pt x="1522" y="2311"/>
                  </a:lnTo>
                  <a:lnTo>
                    <a:pt x="1542" y="2311"/>
                  </a:lnTo>
                  <a:lnTo>
                    <a:pt x="1542" y="2292"/>
                  </a:lnTo>
                  <a:lnTo>
                    <a:pt x="1542" y="2252"/>
                  </a:lnTo>
                  <a:lnTo>
                    <a:pt x="1581" y="2252"/>
                  </a:lnTo>
                  <a:lnTo>
                    <a:pt x="1581" y="2272"/>
                  </a:lnTo>
                  <a:lnTo>
                    <a:pt x="1601" y="2311"/>
                  </a:lnTo>
                  <a:lnTo>
                    <a:pt x="1621" y="2311"/>
                  </a:lnTo>
                  <a:lnTo>
                    <a:pt x="1621" y="2252"/>
                  </a:lnTo>
                  <a:lnTo>
                    <a:pt x="1601" y="2272"/>
                  </a:lnTo>
                  <a:lnTo>
                    <a:pt x="1542" y="2193"/>
                  </a:lnTo>
                  <a:lnTo>
                    <a:pt x="1542" y="2213"/>
                  </a:lnTo>
                  <a:lnTo>
                    <a:pt x="1502" y="2232"/>
                  </a:lnTo>
                  <a:lnTo>
                    <a:pt x="1463" y="2213"/>
                  </a:lnTo>
                  <a:lnTo>
                    <a:pt x="1443" y="2193"/>
                  </a:lnTo>
                  <a:lnTo>
                    <a:pt x="1463" y="2114"/>
                  </a:lnTo>
                  <a:lnTo>
                    <a:pt x="1502" y="2094"/>
                  </a:lnTo>
                  <a:lnTo>
                    <a:pt x="1542" y="2094"/>
                  </a:lnTo>
                  <a:lnTo>
                    <a:pt x="1502" y="2074"/>
                  </a:lnTo>
                  <a:lnTo>
                    <a:pt x="1463" y="2055"/>
                  </a:lnTo>
                  <a:lnTo>
                    <a:pt x="1443" y="1976"/>
                  </a:lnTo>
                  <a:lnTo>
                    <a:pt x="1423" y="1995"/>
                  </a:lnTo>
                  <a:lnTo>
                    <a:pt x="1403" y="1995"/>
                  </a:lnTo>
                  <a:lnTo>
                    <a:pt x="1344" y="1976"/>
                  </a:lnTo>
                  <a:lnTo>
                    <a:pt x="1423" y="1877"/>
                  </a:lnTo>
                  <a:lnTo>
                    <a:pt x="1443" y="1916"/>
                  </a:lnTo>
                  <a:lnTo>
                    <a:pt x="1463" y="1916"/>
                  </a:lnTo>
                  <a:lnTo>
                    <a:pt x="1502" y="1877"/>
                  </a:lnTo>
                  <a:lnTo>
                    <a:pt x="1542" y="1877"/>
                  </a:lnTo>
                  <a:lnTo>
                    <a:pt x="1581" y="1897"/>
                  </a:lnTo>
                  <a:lnTo>
                    <a:pt x="1601" y="1936"/>
                  </a:lnTo>
                  <a:lnTo>
                    <a:pt x="1581" y="1995"/>
                  </a:lnTo>
                  <a:lnTo>
                    <a:pt x="1621" y="1956"/>
                  </a:lnTo>
                  <a:lnTo>
                    <a:pt x="1621" y="1936"/>
                  </a:lnTo>
                  <a:lnTo>
                    <a:pt x="1621" y="1916"/>
                  </a:lnTo>
                  <a:lnTo>
                    <a:pt x="1601" y="1897"/>
                  </a:lnTo>
                  <a:lnTo>
                    <a:pt x="1561" y="1857"/>
                  </a:lnTo>
                  <a:lnTo>
                    <a:pt x="1542" y="1837"/>
                  </a:lnTo>
                  <a:lnTo>
                    <a:pt x="1561" y="1798"/>
                  </a:lnTo>
                  <a:lnTo>
                    <a:pt x="1601" y="1798"/>
                  </a:lnTo>
                  <a:lnTo>
                    <a:pt x="1621" y="1818"/>
                  </a:lnTo>
                  <a:lnTo>
                    <a:pt x="1601" y="1778"/>
                  </a:lnTo>
                  <a:lnTo>
                    <a:pt x="1581" y="1739"/>
                  </a:lnTo>
                  <a:lnTo>
                    <a:pt x="1601" y="1719"/>
                  </a:lnTo>
                  <a:lnTo>
                    <a:pt x="1542" y="1739"/>
                  </a:lnTo>
                  <a:lnTo>
                    <a:pt x="1502" y="1739"/>
                  </a:lnTo>
                  <a:lnTo>
                    <a:pt x="1463" y="1719"/>
                  </a:lnTo>
                  <a:lnTo>
                    <a:pt x="1542" y="1640"/>
                  </a:lnTo>
                  <a:lnTo>
                    <a:pt x="1542" y="1620"/>
                  </a:lnTo>
                  <a:lnTo>
                    <a:pt x="1542" y="1600"/>
                  </a:lnTo>
                  <a:lnTo>
                    <a:pt x="1443" y="1600"/>
                  </a:lnTo>
                  <a:lnTo>
                    <a:pt x="1403" y="1561"/>
                  </a:lnTo>
                  <a:lnTo>
                    <a:pt x="1344" y="1620"/>
                  </a:lnTo>
                  <a:lnTo>
                    <a:pt x="1305" y="1600"/>
                  </a:lnTo>
                  <a:lnTo>
                    <a:pt x="1305" y="1640"/>
                  </a:lnTo>
                  <a:lnTo>
                    <a:pt x="1265" y="1640"/>
                  </a:lnTo>
                  <a:lnTo>
                    <a:pt x="1245" y="1620"/>
                  </a:lnTo>
                  <a:lnTo>
                    <a:pt x="1226" y="1581"/>
                  </a:lnTo>
                  <a:lnTo>
                    <a:pt x="1206" y="1561"/>
                  </a:lnTo>
                  <a:lnTo>
                    <a:pt x="1245" y="1482"/>
                  </a:lnTo>
                  <a:lnTo>
                    <a:pt x="1305" y="1423"/>
                  </a:lnTo>
                  <a:lnTo>
                    <a:pt x="1384" y="1423"/>
                  </a:lnTo>
                  <a:lnTo>
                    <a:pt x="1463" y="1462"/>
                  </a:lnTo>
                  <a:lnTo>
                    <a:pt x="1542" y="1482"/>
                  </a:lnTo>
                  <a:lnTo>
                    <a:pt x="1640" y="1482"/>
                  </a:lnTo>
                  <a:lnTo>
                    <a:pt x="1601" y="1363"/>
                  </a:lnTo>
                  <a:lnTo>
                    <a:pt x="1581" y="1284"/>
                  </a:lnTo>
                  <a:lnTo>
                    <a:pt x="1601" y="1245"/>
                  </a:lnTo>
                  <a:lnTo>
                    <a:pt x="1561" y="1205"/>
                  </a:lnTo>
                  <a:lnTo>
                    <a:pt x="1522" y="1186"/>
                  </a:lnTo>
                  <a:lnTo>
                    <a:pt x="1384" y="1186"/>
                  </a:lnTo>
                  <a:lnTo>
                    <a:pt x="1384" y="1146"/>
                  </a:lnTo>
                  <a:lnTo>
                    <a:pt x="1403" y="1126"/>
                  </a:lnTo>
                  <a:lnTo>
                    <a:pt x="1443" y="1166"/>
                  </a:lnTo>
                  <a:lnTo>
                    <a:pt x="1384" y="1047"/>
                  </a:lnTo>
                  <a:lnTo>
                    <a:pt x="1364" y="988"/>
                  </a:lnTo>
                  <a:lnTo>
                    <a:pt x="1364" y="929"/>
                  </a:lnTo>
                  <a:lnTo>
                    <a:pt x="1324" y="889"/>
                  </a:lnTo>
                  <a:lnTo>
                    <a:pt x="1285" y="889"/>
                  </a:lnTo>
                  <a:lnTo>
                    <a:pt x="1186" y="909"/>
                  </a:lnTo>
                  <a:lnTo>
                    <a:pt x="1166" y="850"/>
                  </a:lnTo>
                  <a:lnTo>
                    <a:pt x="1107" y="850"/>
                  </a:lnTo>
                  <a:lnTo>
                    <a:pt x="1107" y="810"/>
                  </a:lnTo>
                  <a:lnTo>
                    <a:pt x="1107" y="751"/>
                  </a:lnTo>
                  <a:lnTo>
                    <a:pt x="1147" y="771"/>
                  </a:lnTo>
                  <a:lnTo>
                    <a:pt x="1166" y="771"/>
                  </a:lnTo>
                  <a:lnTo>
                    <a:pt x="1186" y="751"/>
                  </a:lnTo>
                  <a:lnTo>
                    <a:pt x="1186" y="712"/>
                  </a:lnTo>
                  <a:lnTo>
                    <a:pt x="1166" y="672"/>
                  </a:lnTo>
                  <a:lnTo>
                    <a:pt x="1147" y="652"/>
                  </a:lnTo>
                  <a:lnTo>
                    <a:pt x="1226" y="672"/>
                  </a:lnTo>
                  <a:lnTo>
                    <a:pt x="1245" y="692"/>
                  </a:lnTo>
                  <a:lnTo>
                    <a:pt x="1245" y="712"/>
                  </a:lnTo>
                  <a:lnTo>
                    <a:pt x="1206" y="731"/>
                  </a:lnTo>
                  <a:lnTo>
                    <a:pt x="1265" y="791"/>
                  </a:lnTo>
                  <a:lnTo>
                    <a:pt x="1245" y="731"/>
                  </a:lnTo>
                  <a:lnTo>
                    <a:pt x="1285" y="692"/>
                  </a:lnTo>
                  <a:lnTo>
                    <a:pt x="1324" y="672"/>
                  </a:lnTo>
                  <a:lnTo>
                    <a:pt x="1403" y="672"/>
                  </a:lnTo>
                  <a:lnTo>
                    <a:pt x="1384" y="652"/>
                  </a:lnTo>
                  <a:lnTo>
                    <a:pt x="1364" y="632"/>
                  </a:lnTo>
                  <a:lnTo>
                    <a:pt x="1324" y="652"/>
                  </a:lnTo>
                  <a:lnTo>
                    <a:pt x="1305" y="672"/>
                  </a:lnTo>
                  <a:lnTo>
                    <a:pt x="1285" y="652"/>
                  </a:lnTo>
                  <a:lnTo>
                    <a:pt x="1265" y="632"/>
                  </a:lnTo>
                  <a:lnTo>
                    <a:pt x="1324" y="593"/>
                  </a:lnTo>
                  <a:lnTo>
                    <a:pt x="1344" y="534"/>
                  </a:lnTo>
                  <a:lnTo>
                    <a:pt x="1344" y="455"/>
                  </a:lnTo>
                  <a:lnTo>
                    <a:pt x="1344" y="415"/>
                  </a:lnTo>
                  <a:lnTo>
                    <a:pt x="1344" y="376"/>
                  </a:lnTo>
                  <a:lnTo>
                    <a:pt x="1324" y="395"/>
                  </a:lnTo>
                  <a:lnTo>
                    <a:pt x="1305" y="395"/>
                  </a:lnTo>
                  <a:lnTo>
                    <a:pt x="1285" y="376"/>
                  </a:lnTo>
                  <a:lnTo>
                    <a:pt x="1245" y="356"/>
                  </a:lnTo>
                  <a:lnTo>
                    <a:pt x="1186" y="356"/>
                  </a:lnTo>
                  <a:lnTo>
                    <a:pt x="1147" y="336"/>
                  </a:lnTo>
                  <a:lnTo>
                    <a:pt x="1127" y="316"/>
                  </a:lnTo>
                  <a:lnTo>
                    <a:pt x="1127" y="277"/>
                  </a:lnTo>
                  <a:lnTo>
                    <a:pt x="1087" y="297"/>
                  </a:lnTo>
                  <a:lnTo>
                    <a:pt x="1068" y="336"/>
                  </a:lnTo>
                  <a:lnTo>
                    <a:pt x="1068" y="415"/>
                  </a:lnTo>
                  <a:lnTo>
                    <a:pt x="1008" y="415"/>
                  </a:lnTo>
                  <a:lnTo>
                    <a:pt x="969" y="435"/>
                  </a:lnTo>
                  <a:lnTo>
                    <a:pt x="890" y="376"/>
                  </a:lnTo>
                  <a:lnTo>
                    <a:pt x="811" y="316"/>
                  </a:lnTo>
                  <a:lnTo>
                    <a:pt x="870" y="316"/>
                  </a:lnTo>
                  <a:lnTo>
                    <a:pt x="771" y="218"/>
                  </a:lnTo>
                  <a:lnTo>
                    <a:pt x="850" y="178"/>
                  </a:lnTo>
                  <a:lnTo>
                    <a:pt x="910" y="198"/>
                  </a:lnTo>
                  <a:lnTo>
                    <a:pt x="910" y="119"/>
                  </a:lnTo>
                  <a:lnTo>
                    <a:pt x="890" y="60"/>
                  </a:lnTo>
                  <a:lnTo>
                    <a:pt x="890" y="40"/>
                  </a:lnTo>
                  <a:lnTo>
                    <a:pt x="949" y="20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31"/>
            <p:cNvSpPr/>
            <p:nvPr/>
          </p:nvSpPr>
          <p:spPr>
            <a:xfrm>
              <a:off x="4697795" y="-2082738"/>
              <a:ext cx="789" cy="752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31"/>
            <p:cNvSpPr/>
            <p:nvPr/>
          </p:nvSpPr>
          <p:spPr>
            <a:xfrm>
              <a:off x="4509953" y="-1421173"/>
              <a:ext cx="679402" cy="664554"/>
            </a:xfrm>
            <a:custGeom>
              <a:rect b="b" l="l" r="r" t="t"/>
              <a:pathLst>
                <a:path extrusionOk="0" h="17679" w="18074">
                  <a:moveTo>
                    <a:pt x="3892" y="0"/>
                  </a:moveTo>
                  <a:lnTo>
                    <a:pt x="3832" y="40"/>
                  </a:lnTo>
                  <a:lnTo>
                    <a:pt x="3734" y="139"/>
                  </a:lnTo>
                  <a:lnTo>
                    <a:pt x="3635" y="277"/>
                  </a:lnTo>
                  <a:lnTo>
                    <a:pt x="3516" y="455"/>
                  </a:lnTo>
                  <a:lnTo>
                    <a:pt x="3240" y="948"/>
                  </a:lnTo>
                  <a:lnTo>
                    <a:pt x="2924" y="1580"/>
                  </a:lnTo>
                  <a:lnTo>
                    <a:pt x="2588" y="2311"/>
                  </a:lnTo>
                  <a:lnTo>
                    <a:pt x="2232" y="3141"/>
                  </a:lnTo>
                  <a:lnTo>
                    <a:pt x="1877" y="4010"/>
                  </a:lnTo>
                  <a:lnTo>
                    <a:pt x="1521" y="4938"/>
                  </a:lnTo>
                  <a:lnTo>
                    <a:pt x="1166" y="5847"/>
                  </a:lnTo>
                  <a:lnTo>
                    <a:pt x="850" y="6736"/>
                  </a:lnTo>
                  <a:lnTo>
                    <a:pt x="573" y="7565"/>
                  </a:lnTo>
                  <a:lnTo>
                    <a:pt x="336" y="8316"/>
                  </a:lnTo>
                  <a:lnTo>
                    <a:pt x="158" y="8968"/>
                  </a:lnTo>
                  <a:lnTo>
                    <a:pt x="40" y="9481"/>
                  </a:lnTo>
                  <a:lnTo>
                    <a:pt x="20" y="9679"/>
                  </a:lnTo>
                  <a:lnTo>
                    <a:pt x="0" y="9837"/>
                  </a:lnTo>
                  <a:lnTo>
                    <a:pt x="20" y="9936"/>
                  </a:lnTo>
                  <a:lnTo>
                    <a:pt x="40" y="9975"/>
                  </a:lnTo>
                  <a:lnTo>
                    <a:pt x="60" y="9995"/>
                  </a:lnTo>
                  <a:lnTo>
                    <a:pt x="2272" y="11318"/>
                  </a:lnTo>
                  <a:lnTo>
                    <a:pt x="6578" y="13945"/>
                  </a:lnTo>
                  <a:lnTo>
                    <a:pt x="12701" y="17678"/>
                  </a:lnTo>
                  <a:lnTo>
                    <a:pt x="18074" y="4148"/>
                  </a:lnTo>
                  <a:lnTo>
                    <a:pt x="15960" y="3477"/>
                  </a:lnTo>
                  <a:lnTo>
                    <a:pt x="11239" y="2035"/>
                  </a:lnTo>
                  <a:lnTo>
                    <a:pt x="8691" y="1264"/>
                  </a:lnTo>
                  <a:lnTo>
                    <a:pt x="6400" y="613"/>
                  </a:lnTo>
                  <a:lnTo>
                    <a:pt x="5472" y="356"/>
                  </a:lnTo>
                  <a:lnTo>
                    <a:pt x="4701" y="158"/>
                  </a:lnTo>
                  <a:lnTo>
                    <a:pt x="4168" y="40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31"/>
            <p:cNvSpPr/>
            <p:nvPr/>
          </p:nvSpPr>
          <p:spPr>
            <a:xfrm>
              <a:off x="4648062" y="-2474775"/>
              <a:ext cx="642263" cy="596967"/>
            </a:xfrm>
            <a:custGeom>
              <a:rect b="b" l="l" r="r" t="t"/>
              <a:pathLst>
                <a:path extrusionOk="0" h="15881" w="17086">
                  <a:moveTo>
                    <a:pt x="12345" y="0"/>
                  </a:moveTo>
                  <a:lnTo>
                    <a:pt x="0" y="4444"/>
                  </a:lnTo>
                  <a:lnTo>
                    <a:pt x="1699" y="15802"/>
                  </a:lnTo>
                  <a:lnTo>
                    <a:pt x="1778" y="15821"/>
                  </a:lnTo>
                  <a:lnTo>
                    <a:pt x="1936" y="15861"/>
                  </a:lnTo>
                  <a:lnTo>
                    <a:pt x="2173" y="15861"/>
                  </a:lnTo>
                  <a:lnTo>
                    <a:pt x="2469" y="15881"/>
                  </a:lnTo>
                  <a:lnTo>
                    <a:pt x="3259" y="15861"/>
                  </a:lnTo>
                  <a:lnTo>
                    <a:pt x="4267" y="15802"/>
                  </a:lnTo>
                  <a:lnTo>
                    <a:pt x="5452" y="15723"/>
                  </a:lnTo>
                  <a:lnTo>
                    <a:pt x="6736" y="15644"/>
                  </a:lnTo>
                  <a:lnTo>
                    <a:pt x="9541" y="15407"/>
                  </a:lnTo>
                  <a:lnTo>
                    <a:pt x="12326" y="15170"/>
                  </a:lnTo>
                  <a:lnTo>
                    <a:pt x="14735" y="14933"/>
                  </a:lnTo>
                  <a:lnTo>
                    <a:pt x="17086" y="14696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1" name="Google Shape;8231;p31"/>
          <p:cNvSpPr txBox="1"/>
          <p:nvPr/>
        </p:nvSpPr>
        <p:spPr>
          <a:xfrm>
            <a:off x="2547900" y="3461375"/>
            <a:ext cx="4048200" cy="73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CREDITS: This presentation template was created by </a:t>
            </a:r>
            <a:r>
              <a:rPr b="1" lang="en" sz="1200" u="sng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, including icons by </a:t>
            </a:r>
            <a:r>
              <a:rPr b="1" lang="en" sz="1200" u="sng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, infographics &amp; images by </a:t>
            </a:r>
            <a:r>
              <a:rPr b="1" lang="en" sz="1200" u="sng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200" u="sng">
              <a:solidFill>
                <a:schemeClr val="l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8232" name="Google Shape;8232;p31"/>
          <p:cNvGrpSpPr/>
          <p:nvPr/>
        </p:nvGrpSpPr>
        <p:grpSpPr>
          <a:xfrm flipH="1" rot="998323">
            <a:off x="-364210" y="1988007"/>
            <a:ext cx="1294642" cy="1350930"/>
            <a:chOff x="8465725" y="2863051"/>
            <a:chExt cx="1956212" cy="2041561"/>
          </a:xfrm>
        </p:grpSpPr>
        <p:sp>
          <p:nvSpPr>
            <p:cNvPr id="8233" name="Google Shape;8233;p31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31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31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31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31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31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31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31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31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31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31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31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31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31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31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31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31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31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31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31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31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31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31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31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31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31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31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31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31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31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31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31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31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31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31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31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31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31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31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31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31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31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31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31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7" name="Google Shape;8277;p31"/>
          <p:cNvGrpSpPr/>
          <p:nvPr/>
        </p:nvGrpSpPr>
        <p:grpSpPr>
          <a:xfrm rot="1746615">
            <a:off x="8286991" y="1597482"/>
            <a:ext cx="1047275" cy="979617"/>
            <a:chOff x="-252624" y="1601574"/>
            <a:chExt cx="1047258" cy="979600"/>
          </a:xfrm>
        </p:grpSpPr>
        <p:sp>
          <p:nvSpPr>
            <p:cNvPr id="8278" name="Google Shape;8278;p31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31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31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31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31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31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31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31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31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31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31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31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31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31"/>
          <p:cNvGrpSpPr/>
          <p:nvPr/>
        </p:nvGrpSpPr>
        <p:grpSpPr>
          <a:xfrm>
            <a:off x="0" y="1002280"/>
            <a:ext cx="679382" cy="871990"/>
            <a:chOff x="8619938" y="2813305"/>
            <a:chExt cx="679382" cy="871990"/>
          </a:xfrm>
        </p:grpSpPr>
        <p:sp>
          <p:nvSpPr>
            <p:cNvPr id="8292" name="Google Shape;8292;p31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31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31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31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31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31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31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31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31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31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31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31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31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31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31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31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31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31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31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31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31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31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31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31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31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31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31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31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20" name="Google Shape;8320;p31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8321" name="Google Shape;8321;p31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2" name="Google Shape;8322;p31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spTree>
      <p:nvGrpSpPr>
        <p:cNvPr id="8323" name="Shape 8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24" name="Google Shape;8324;p32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8325" name="Google Shape;8325;p32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32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32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32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32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32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32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32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32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32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32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32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32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32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32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32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32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32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32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32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32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32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32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32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32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32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32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32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32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32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32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32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32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32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32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32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32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32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32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32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32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32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32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32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32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32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32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32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32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32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32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32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32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32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32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32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32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32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32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32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32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32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32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32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32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32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32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32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32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32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32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32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32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32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32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32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32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32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32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32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32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32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32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32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32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32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32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32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32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32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32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32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32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32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32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32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32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32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32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32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32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32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32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32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32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32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32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32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32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32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32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32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32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32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32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32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32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2" name="Google Shape;8442;p32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3" name="Google Shape;8443;p32"/>
          <p:cNvGrpSpPr/>
          <p:nvPr/>
        </p:nvGrpSpPr>
        <p:grpSpPr>
          <a:xfrm flipH="1" rot="-1803311">
            <a:off x="-306832" y="3944345"/>
            <a:ext cx="1294810" cy="1351125"/>
            <a:chOff x="8465725" y="2863051"/>
            <a:chExt cx="1956212" cy="2041561"/>
          </a:xfrm>
        </p:grpSpPr>
        <p:sp>
          <p:nvSpPr>
            <p:cNvPr id="8444" name="Google Shape;8444;p32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32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32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32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32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32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32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32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32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32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32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32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32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32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32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32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32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32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32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32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32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32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32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32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32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32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32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32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32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32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32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32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32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32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32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32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32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32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32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32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32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32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32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32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32"/>
          <p:cNvGrpSpPr/>
          <p:nvPr/>
        </p:nvGrpSpPr>
        <p:grpSpPr>
          <a:xfrm rot="-10117629">
            <a:off x="-252693" y="-166321"/>
            <a:ext cx="1047295" cy="979635"/>
            <a:chOff x="-252624" y="1601574"/>
            <a:chExt cx="1047258" cy="979600"/>
          </a:xfrm>
        </p:grpSpPr>
        <p:sp>
          <p:nvSpPr>
            <p:cNvPr id="8489" name="Google Shape;8489;p32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32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32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32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32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32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32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32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32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32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32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32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32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2" name="Google Shape;8502;p32"/>
          <p:cNvGrpSpPr/>
          <p:nvPr/>
        </p:nvGrpSpPr>
        <p:grpSpPr>
          <a:xfrm rot="10800000">
            <a:off x="8234127" y="4619125"/>
            <a:ext cx="925639" cy="688028"/>
            <a:chOff x="8588925" y="2091476"/>
            <a:chExt cx="925639" cy="688028"/>
          </a:xfrm>
        </p:grpSpPr>
        <p:sp>
          <p:nvSpPr>
            <p:cNvPr id="8503" name="Google Shape;8503;p32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32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32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32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32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32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32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32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32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32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32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32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32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32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spTree>
      <p:nvGrpSpPr>
        <p:cNvPr id="8517" name="Shape 8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18" name="Google Shape;8518;p33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8519" name="Google Shape;8519;p33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33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33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3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3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33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33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3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3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33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33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3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3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33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33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3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3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33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33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3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3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33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33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3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3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33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33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3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3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33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33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3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3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33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33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3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3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33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33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3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3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33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33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3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3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33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33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3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3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33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33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3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3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33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33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3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3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33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33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3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3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33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33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3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3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33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33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3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3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33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33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3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3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33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33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3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3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33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33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3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3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33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33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3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3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33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33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3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3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33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33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3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3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33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33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3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3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33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33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3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3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33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33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3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3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33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33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3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3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33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33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3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3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33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33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3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3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6" name="Google Shape;8636;p33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7" name="Google Shape;8637;p33"/>
          <p:cNvGrpSpPr/>
          <p:nvPr/>
        </p:nvGrpSpPr>
        <p:grpSpPr>
          <a:xfrm flipH="1" rot="-6417267">
            <a:off x="8427249" y="1479732"/>
            <a:ext cx="925603" cy="688001"/>
            <a:chOff x="8588925" y="2091476"/>
            <a:chExt cx="925639" cy="688028"/>
          </a:xfrm>
        </p:grpSpPr>
        <p:sp>
          <p:nvSpPr>
            <p:cNvPr id="8638" name="Google Shape;8638;p33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33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33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33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33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33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33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33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33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33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33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33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33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33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33"/>
          <p:cNvGrpSpPr/>
          <p:nvPr/>
        </p:nvGrpSpPr>
        <p:grpSpPr>
          <a:xfrm flipH="1" rot="-6417267">
            <a:off x="-115226" y="4013532"/>
            <a:ext cx="925603" cy="688001"/>
            <a:chOff x="8588925" y="2091476"/>
            <a:chExt cx="925639" cy="688028"/>
          </a:xfrm>
        </p:grpSpPr>
        <p:sp>
          <p:nvSpPr>
            <p:cNvPr id="8653" name="Google Shape;8653;p33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33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33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33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33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33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33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33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33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33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33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33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33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33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33"/>
          <p:cNvGrpSpPr/>
          <p:nvPr/>
        </p:nvGrpSpPr>
        <p:grpSpPr>
          <a:xfrm flipH="1" rot="-6127006">
            <a:off x="-224632" y="49716"/>
            <a:ext cx="1047234" cy="979578"/>
            <a:chOff x="-252624" y="1601574"/>
            <a:chExt cx="1047258" cy="979600"/>
          </a:xfrm>
        </p:grpSpPr>
        <p:sp>
          <p:nvSpPr>
            <p:cNvPr id="8668" name="Google Shape;8668;p33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33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33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33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33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33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33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33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33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33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33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33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33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33"/>
          <p:cNvGrpSpPr/>
          <p:nvPr/>
        </p:nvGrpSpPr>
        <p:grpSpPr>
          <a:xfrm flipH="1">
            <a:off x="6446467" y="4599425"/>
            <a:ext cx="898165" cy="766770"/>
            <a:chOff x="-252625" y="2918525"/>
            <a:chExt cx="898165" cy="766770"/>
          </a:xfrm>
        </p:grpSpPr>
        <p:sp>
          <p:nvSpPr>
            <p:cNvPr id="8682" name="Google Shape;8682;p33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33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33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33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33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33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33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33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33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33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33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33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33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33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33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33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33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33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33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33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33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33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33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33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33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33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33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33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33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33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33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33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33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33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33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33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9_1_1">
    <p:spTree>
      <p:nvGrpSpPr>
        <p:cNvPr id="8718" name="Shape 8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19" name="Google Shape;8719;p34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8720" name="Google Shape;8720;p34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34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34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3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3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34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34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3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3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34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34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3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3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34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34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3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3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34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34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3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3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34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34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3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3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34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34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3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3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34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34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3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3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34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34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3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3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34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34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3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3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34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34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3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3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34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34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3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3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34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34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3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3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34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34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3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3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34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34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3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3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34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34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3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3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34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34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3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3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34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34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3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3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34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34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3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3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34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34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3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3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34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34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3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3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34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34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3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3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34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34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3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3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34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34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3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3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34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34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3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3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34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34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3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3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34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34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3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3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34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34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3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3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34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34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3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3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7" name="Google Shape;8837;p34"/>
          <p:cNvGrpSpPr/>
          <p:nvPr/>
        </p:nvGrpSpPr>
        <p:grpSpPr>
          <a:xfrm>
            <a:off x="8161488" y="-117259"/>
            <a:ext cx="1363145" cy="1433258"/>
            <a:chOff x="8529150" y="-173700"/>
            <a:chExt cx="1669089" cy="1754724"/>
          </a:xfrm>
        </p:grpSpPr>
        <p:sp>
          <p:nvSpPr>
            <p:cNvPr id="8838" name="Google Shape;8838;p34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34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34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34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34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34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34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34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34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34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34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34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34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34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34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34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34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34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34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34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34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34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34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34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34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34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34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34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34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34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34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34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34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34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34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34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34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34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34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34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34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34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0" name="Google Shape;8880;p34"/>
          <p:cNvGrpSpPr/>
          <p:nvPr/>
        </p:nvGrpSpPr>
        <p:grpSpPr>
          <a:xfrm>
            <a:off x="-184950" y="4376725"/>
            <a:ext cx="898165" cy="766770"/>
            <a:chOff x="-252625" y="2918525"/>
            <a:chExt cx="898165" cy="766770"/>
          </a:xfrm>
        </p:grpSpPr>
        <p:sp>
          <p:nvSpPr>
            <p:cNvPr id="8881" name="Google Shape;8881;p34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34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34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34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34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34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34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34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34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34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34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34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34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34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34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34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34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34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34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34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34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34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34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34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34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34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34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34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34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34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34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34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34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34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34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34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34"/>
          <p:cNvGrpSpPr/>
          <p:nvPr/>
        </p:nvGrpSpPr>
        <p:grpSpPr>
          <a:xfrm>
            <a:off x="45463" y="-42262"/>
            <a:ext cx="925639" cy="688028"/>
            <a:chOff x="8588925" y="2091476"/>
            <a:chExt cx="925639" cy="688028"/>
          </a:xfrm>
        </p:grpSpPr>
        <p:sp>
          <p:nvSpPr>
            <p:cNvPr id="8918" name="Google Shape;8918;p34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34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34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34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34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34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34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34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34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34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34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34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34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34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2" name="Google Shape;8932;p34"/>
          <p:cNvGrpSpPr/>
          <p:nvPr/>
        </p:nvGrpSpPr>
        <p:grpSpPr>
          <a:xfrm>
            <a:off x="7939200" y="3677975"/>
            <a:ext cx="1436750" cy="1718156"/>
            <a:chOff x="3853575" y="-2474775"/>
            <a:chExt cx="1436750" cy="1718156"/>
          </a:xfrm>
        </p:grpSpPr>
        <p:sp>
          <p:nvSpPr>
            <p:cNvPr id="8933" name="Google Shape;8933;p34"/>
            <p:cNvSpPr/>
            <p:nvPr/>
          </p:nvSpPr>
          <p:spPr>
            <a:xfrm>
              <a:off x="3873611" y="-1465718"/>
              <a:ext cx="573999" cy="351203"/>
            </a:xfrm>
            <a:custGeom>
              <a:rect b="b" l="l" r="r" t="t"/>
              <a:pathLst>
                <a:path extrusionOk="0" h="9343" w="15270">
                  <a:moveTo>
                    <a:pt x="9205" y="0"/>
                  </a:moveTo>
                  <a:lnTo>
                    <a:pt x="8988" y="20"/>
                  </a:lnTo>
                  <a:lnTo>
                    <a:pt x="8751" y="79"/>
                  </a:lnTo>
                  <a:lnTo>
                    <a:pt x="8514" y="178"/>
                  </a:lnTo>
                  <a:lnTo>
                    <a:pt x="8277" y="316"/>
                  </a:lnTo>
                  <a:lnTo>
                    <a:pt x="8040" y="454"/>
                  </a:lnTo>
                  <a:lnTo>
                    <a:pt x="7783" y="632"/>
                  </a:lnTo>
                  <a:lnTo>
                    <a:pt x="7309" y="1008"/>
                  </a:lnTo>
                  <a:lnTo>
                    <a:pt x="6855" y="1363"/>
                  </a:lnTo>
                  <a:lnTo>
                    <a:pt x="6420" y="1699"/>
                  </a:lnTo>
                  <a:lnTo>
                    <a:pt x="6223" y="1817"/>
                  </a:lnTo>
                  <a:lnTo>
                    <a:pt x="6025" y="1916"/>
                  </a:lnTo>
                  <a:lnTo>
                    <a:pt x="5867" y="1975"/>
                  </a:lnTo>
                  <a:lnTo>
                    <a:pt x="5709" y="1995"/>
                  </a:lnTo>
                  <a:lnTo>
                    <a:pt x="5551" y="1975"/>
                  </a:lnTo>
                  <a:lnTo>
                    <a:pt x="5354" y="1916"/>
                  </a:lnTo>
                  <a:lnTo>
                    <a:pt x="4840" y="1778"/>
                  </a:lnTo>
                  <a:lnTo>
                    <a:pt x="4228" y="1600"/>
                  </a:lnTo>
                  <a:lnTo>
                    <a:pt x="3576" y="1363"/>
                  </a:lnTo>
                  <a:lnTo>
                    <a:pt x="2312" y="968"/>
                  </a:lnTo>
                  <a:lnTo>
                    <a:pt x="1798" y="810"/>
                  </a:lnTo>
                  <a:lnTo>
                    <a:pt x="1581" y="770"/>
                  </a:lnTo>
                  <a:lnTo>
                    <a:pt x="1423" y="751"/>
                  </a:lnTo>
                  <a:lnTo>
                    <a:pt x="1028" y="751"/>
                  </a:lnTo>
                  <a:lnTo>
                    <a:pt x="831" y="790"/>
                  </a:lnTo>
                  <a:lnTo>
                    <a:pt x="633" y="869"/>
                  </a:lnTo>
                  <a:lnTo>
                    <a:pt x="455" y="968"/>
                  </a:lnTo>
                  <a:lnTo>
                    <a:pt x="317" y="1106"/>
                  </a:lnTo>
                  <a:lnTo>
                    <a:pt x="238" y="1185"/>
                  </a:lnTo>
                  <a:lnTo>
                    <a:pt x="179" y="1284"/>
                  </a:lnTo>
                  <a:lnTo>
                    <a:pt x="139" y="1383"/>
                  </a:lnTo>
                  <a:lnTo>
                    <a:pt x="100" y="1501"/>
                  </a:lnTo>
                  <a:lnTo>
                    <a:pt x="60" y="1699"/>
                  </a:lnTo>
                  <a:lnTo>
                    <a:pt x="21" y="1877"/>
                  </a:lnTo>
                  <a:lnTo>
                    <a:pt x="1" y="2054"/>
                  </a:lnTo>
                  <a:lnTo>
                    <a:pt x="1" y="2232"/>
                  </a:lnTo>
                  <a:lnTo>
                    <a:pt x="21" y="2410"/>
                  </a:lnTo>
                  <a:lnTo>
                    <a:pt x="60" y="2568"/>
                  </a:lnTo>
                  <a:lnTo>
                    <a:pt x="139" y="2726"/>
                  </a:lnTo>
                  <a:lnTo>
                    <a:pt x="238" y="2884"/>
                  </a:lnTo>
                  <a:lnTo>
                    <a:pt x="356" y="3002"/>
                  </a:lnTo>
                  <a:lnTo>
                    <a:pt x="495" y="3121"/>
                  </a:lnTo>
                  <a:lnTo>
                    <a:pt x="653" y="3239"/>
                  </a:lnTo>
                  <a:lnTo>
                    <a:pt x="1008" y="3477"/>
                  </a:lnTo>
                  <a:lnTo>
                    <a:pt x="1403" y="3674"/>
                  </a:lnTo>
                  <a:lnTo>
                    <a:pt x="1798" y="3852"/>
                  </a:lnTo>
                  <a:lnTo>
                    <a:pt x="1937" y="3911"/>
                  </a:lnTo>
                  <a:lnTo>
                    <a:pt x="1996" y="3931"/>
                  </a:lnTo>
                  <a:lnTo>
                    <a:pt x="2766" y="4207"/>
                  </a:lnTo>
                  <a:lnTo>
                    <a:pt x="3300" y="4385"/>
                  </a:lnTo>
                  <a:lnTo>
                    <a:pt x="3616" y="4464"/>
                  </a:lnTo>
                  <a:lnTo>
                    <a:pt x="3714" y="4484"/>
                  </a:lnTo>
                  <a:lnTo>
                    <a:pt x="3793" y="4622"/>
                  </a:lnTo>
                  <a:lnTo>
                    <a:pt x="4011" y="4918"/>
                  </a:lnTo>
                  <a:lnTo>
                    <a:pt x="4169" y="5116"/>
                  </a:lnTo>
                  <a:lnTo>
                    <a:pt x="4366" y="5313"/>
                  </a:lnTo>
                  <a:lnTo>
                    <a:pt x="4564" y="5531"/>
                  </a:lnTo>
                  <a:lnTo>
                    <a:pt x="4801" y="5709"/>
                  </a:lnTo>
                  <a:lnTo>
                    <a:pt x="5038" y="5886"/>
                  </a:lnTo>
                  <a:lnTo>
                    <a:pt x="5275" y="6005"/>
                  </a:lnTo>
                  <a:lnTo>
                    <a:pt x="5512" y="6104"/>
                  </a:lnTo>
                  <a:lnTo>
                    <a:pt x="5709" y="6163"/>
                  </a:lnTo>
                  <a:lnTo>
                    <a:pt x="6025" y="6242"/>
                  </a:lnTo>
                  <a:lnTo>
                    <a:pt x="6144" y="6262"/>
                  </a:lnTo>
                  <a:lnTo>
                    <a:pt x="6164" y="6400"/>
                  </a:lnTo>
                  <a:lnTo>
                    <a:pt x="6183" y="6578"/>
                  </a:lnTo>
                  <a:lnTo>
                    <a:pt x="6262" y="6775"/>
                  </a:lnTo>
                  <a:lnTo>
                    <a:pt x="6341" y="6992"/>
                  </a:lnTo>
                  <a:lnTo>
                    <a:pt x="6480" y="7210"/>
                  </a:lnTo>
                  <a:lnTo>
                    <a:pt x="6578" y="7308"/>
                  </a:lnTo>
                  <a:lnTo>
                    <a:pt x="6677" y="7407"/>
                  </a:lnTo>
                  <a:lnTo>
                    <a:pt x="6796" y="7506"/>
                  </a:lnTo>
                  <a:lnTo>
                    <a:pt x="6914" y="7585"/>
                  </a:lnTo>
                  <a:lnTo>
                    <a:pt x="7309" y="7802"/>
                  </a:lnTo>
                  <a:lnTo>
                    <a:pt x="7605" y="7921"/>
                  </a:lnTo>
                  <a:lnTo>
                    <a:pt x="7783" y="7980"/>
                  </a:lnTo>
                  <a:lnTo>
                    <a:pt x="7862" y="7980"/>
                  </a:lnTo>
                  <a:lnTo>
                    <a:pt x="7961" y="8138"/>
                  </a:lnTo>
                  <a:lnTo>
                    <a:pt x="8080" y="8296"/>
                  </a:lnTo>
                  <a:lnTo>
                    <a:pt x="8218" y="8474"/>
                  </a:lnTo>
                  <a:lnTo>
                    <a:pt x="8415" y="8671"/>
                  </a:lnTo>
                  <a:lnTo>
                    <a:pt x="8613" y="8849"/>
                  </a:lnTo>
                  <a:lnTo>
                    <a:pt x="8830" y="9007"/>
                  </a:lnTo>
                  <a:lnTo>
                    <a:pt x="8949" y="9066"/>
                  </a:lnTo>
                  <a:lnTo>
                    <a:pt x="9067" y="9106"/>
                  </a:lnTo>
                  <a:lnTo>
                    <a:pt x="9541" y="9205"/>
                  </a:lnTo>
                  <a:lnTo>
                    <a:pt x="10015" y="9284"/>
                  </a:lnTo>
                  <a:lnTo>
                    <a:pt x="10489" y="9343"/>
                  </a:lnTo>
                  <a:lnTo>
                    <a:pt x="11398" y="9343"/>
                  </a:lnTo>
                  <a:lnTo>
                    <a:pt x="11813" y="9303"/>
                  </a:lnTo>
                  <a:lnTo>
                    <a:pt x="12208" y="9264"/>
                  </a:lnTo>
                  <a:lnTo>
                    <a:pt x="12583" y="9185"/>
                  </a:lnTo>
                  <a:lnTo>
                    <a:pt x="12938" y="9126"/>
                  </a:lnTo>
                  <a:lnTo>
                    <a:pt x="13235" y="9047"/>
                  </a:lnTo>
                  <a:lnTo>
                    <a:pt x="13748" y="8889"/>
                  </a:lnTo>
                  <a:lnTo>
                    <a:pt x="14064" y="8790"/>
                  </a:lnTo>
                  <a:lnTo>
                    <a:pt x="14183" y="8731"/>
                  </a:lnTo>
                  <a:lnTo>
                    <a:pt x="15269" y="869"/>
                  </a:lnTo>
                  <a:lnTo>
                    <a:pt x="14479" y="731"/>
                  </a:lnTo>
                  <a:lnTo>
                    <a:pt x="12682" y="454"/>
                  </a:lnTo>
                  <a:lnTo>
                    <a:pt x="11635" y="296"/>
                  </a:lnTo>
                  <a:lnTo>
                    <a:pt x="10647" y="158"/>
                  </a:lnTo>
                  <a:lnTo>
                    <a:pt x="9798" y="59"/>
                  </a:lnTo>
                  <a:lnTo>
                    <a:pt x="920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34"/>
            <p:cNvSpPr/>
            <p:nvPr/>
          </p:nvSpPr>
          <p:spPr>
            <a:xfrm>
              <a:off x="4013224" y="-1297197"/>
              <a:ext cx="118822" cy="26050"/>
            </a:xfrm>
            <a:custGeom>
              <a:rect b="b" l="l" r="r" t="t"/>
              <a:pathLst>
                <a:path extrusionOk="0" h="693" w="3161">
                  <a:moveTo>
                    <a:pt x="0" y="1"/>
                  </a:moveTo>
                  <a:lnTo>
                    <a:pt x="158" y="258"/>
                  </a:lnTo>
                  <a:lnTo>
                    <a:pt x="1620" y="554"/>
                  </a:lnTo>
                  <a:lnTo>
                    <a:pt x="1896" y="613"/>
                  </a:lnTo>
                  <a:lnTo>
                    <a:pt x="2153" y="633"/>
                  </a:lnTo>
                  <a:lnTo>
                    <a:pt x="2647" y="672"/>
                  </a:lnTo>
                  <a:lnTo>
                    <a:pt x="3003" y="692"/>
                  </a:lnTo>
                  <a:lnTo>
                    <a:pt x="3161" y="692"/>
                  </a:lnTo>
                  <a:lnTo>
                    <a:pt x="2904" y="613"/>
                  </a:lnTo>
                  <a:lnTo>
                    <a:pt x="2568" y="554"/>
                  </a:lnTo>
                  <a:lnTo>
                    <a:pt x="2074" y="495"/>
                  </a:lnTo>
                  <a:lnTo>
                    <a:pt x="1758" y="435"/>
                  </a:lnTo>
                  <a:lnTo>
                    <a:pt x="1403" y="376"/>
                  </a:lnTo>
                  <a:lnTo>
                    <a:pt x="731" y="2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34"/>
            <p:cNvSpPr/>
            <p:nvPr/>
          </p:nvSpPr>
          <p:spPr>
            <a:xfrm>
              <a:off x="4103067" y="-1230360"/>
              <a:ext cx="60896" cy="10450"/>
            </a:xfrm>
            <a:custGeom>
              <a:rect b="b" l="l" r="r" t="t"/>
              <a:pathLst>
                <a:path extrusionOk="0" h="278" w="1620">
                  <a:moveTo>
                    <a:pt x="40" y="1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20" y="178"/>
                  </a:lnTo>
                  <a:lnTo>
                    <a:pt x="40" y="218"/>
                  </a:lnTo>
                  <a:lnTo>
                    <a:pt x="79" y="238"/>
                  </a:lnTo>
                  <a:lnTo>
                    <a:pt x="178" y="257"/>
                  </a:lnTo>
                  <a:lnTo>
                    <a:pt x="356" y="277"/>
                  </a:lnTo>
                  <a:lnTo>
                    <a:pt x="889" y="277"/>
                  </a:lnTo>
                  <a:lnTo>
                    <a:pt x="1620" y="257"/>
                  </a:lnTo>
                  <a:lnTo>
                    <a:pt x="1264" y="218"/>
                  </a:lnTo>
                  <a:lnTo>
                    <a:pt x="929" y="178"/>
                  </a:lnTo>
                  <a:lnTo>
                    <a:pt x="514" y="99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34"/>
            <p:cNvSpPr/>
            <p:nvPr/>
          </p:nvSpPr>
          <p:spPr>
            <a:xfrm>
              <a:off x="4169152" y="-1165779"/>
              <a:ext cx="41612" cy="11202"/>
            </a:xfrm>
            <a:custGeom>
              <a:rect b="b" l="l" r="r" t="t"/>
              <a:pathLst>
                <a:path extrusionOk="0" h="298" w="1107">
                  <a:moveTo>
                    <a:pt x="0" y="1"/>
                  </a:moveTo>
                  <a:lnTo>
                    <a:pt x="40" y="120"/>
                  </a:lnTo>
                  <a:lnTo>
                    <a:pt x="99" y="199"/>
                  </a:lnTo>
                  <a:lnTo>
                    <a:pt x="138" y="278"/>
                  </a:lnTo>
                  <a:lnTo>
                    <a:pt x="218" y="297"/>
                  </a:lnTo>
                  <a:lnTo>
                    <a:pt x="356" y="278"/>
                  </a:lnTo>
                  <a:lnTo>
                    <a:pt x="711" y="199"/>
                  </a:lnTo>
                  <a:lnTo>
                    <a:pt x="1047" y="100"/>
                  </a:lnTo>
                  <a:lnTo>
                    <a:pt x="1106" y="60"/>
                  </a:lnTo>
                  <a:lnTo>
                    <a:pt x="1087" y="40"/>
                  </a:lnTo>
                  <a:lnTo>
                    <a:pt x="455" y="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34"/>
            <p:cNvSpPr/>
            <p:nvPr/>
          </p:nvSpPr>
          <p:spPr>
            <a:xfrm>
              <a:off x="3882520" y="-1393693"/>
              <a:ext cx="75030" cy="75030"/>
            </a:xfrm>
            <a:custGeom>
              <a:rect b="b" l="l" r="r" t="t"/>
              <a:pathLst>
                <a:path extrusionOk="0" h="1996" w="1996">
                  <a:moveTo>
                    <a:pt x="376" y="0"/>
                  </a:moveTo>
                  <a:lnTo>
                    <a:pt x="1" y="968"/>
                  </a:lnTo>
                  <a:lnTo>
                    <a:pt x="119" y="1086"/>
                  </a:lnTo>
                  <a:lnTo>
                    <a:pt x="416" y="198"/>
                  </a:lnTo>
                  <a:lnTo>
                    <a:pt x="1048" y="494"/>
                  </a:lnTo>
                  <a:lnTo>
                    <a:pt x="1502" y="731"/>
                  </a:lnTo>
                  <a:lnTo>
                    <a:pt x="1680" y="830"/>
                  </a:lnTo>
                  <a:lnTo>
                    <a:pt x="1779" y="909"/>
                  </a:lnTo>
                  <a:lnTo>
                    <a:pt x="1798" y="968"/>
                  </a:lnTo>
                  <a:lnTo>
                    <a:pt x="1838" y="1067"/>
                  </a:lnTo>
                  <a:lnTo>
                    <a:pt x="1838" y="1146"/>
                  </a:lnTo>
                  <a:lnTo>
                    <a:pt x="1838" y="1264"/>
                  </a:lnTo>
                  <a:lnTo>
                    <a:pt x="1798" y="1482"/>
                  </a:lnTo>
                  <a:lnTo>
                    <a:pt x="1719" y="1719"/>
                  </a:lnTo>
                  <a:lnTo>
                    <a:pt x="1640" y="1857"/>
                  </a:lnTo>
                  <a:lnTo>
                    <a:pt x="1561" y="1936"/>
                  </a:lnTo>
                  <a:lnTo>
                    <a:pt x="1700" y="1995"/>
                  </a:lnTo>
                  <a:lnTo>
                    <a:pt x="1779" y="1896"/>
                  </a:lnTo>
                  <a:lnTo>
                    <a:pt x="1838" y="1738"/>
                  </a:lnTo>
                  <a:lnTo>
                    <a:pt x="1897" y="1580"/>
                  </a:lnTo>
                  <a:lnTo>
                    <a:pt x="1956" y="1402"/>
                  </a:lnTo>
                  <a:lnTo>
                    <a:pt x="1976" y="1244"/>
                  </a:lnTo>
                  <a:lnTo>
                    <a:pt x="1996" y="1067"/>
                  </a:lnTo>
                  <a:lnTo>
                    <a:pt x="1956" y="928"/>
                  </a:lnTo>
                  <a:lnTo>
                    <a:pt x="1937" y="869"/>
                  </a:lnTo>
                  <a:lnTo>
                    <a:pt x="1897" y="810"/>
                  </a:lnTo>
                  <a:lnTo>
                    <a:pt x="1798" y="711"/>
                  </a:lnTo>
                  <a:lnTo>
                    <a:pt x="1640" y="593"/>
                  </a:lnTo>
                  <a:lnTo>
                    <a:pt x="1463" y="494"/>
                  </a:lnTo>
                  <a:lnTo>
                    <a:pt x="1285" y="395"/>
                  </a:lnTo>
                  <a:lnTo>
                    <a:pt x="989" y="257"/>
                  </a:lnTo>
                  <a:lnTo>
                    <a:pt x="870" y="217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34"/>
            <p:cNvSpPr/>
            <p:nvPr/>
          </p:nvSpPr>
          <p:spPr>
            <a:xfrm>
              <a:off x="4047357" y="-2278023"/>
              <a:ext cx="1045453" cy="331920"/>
            </a:xfrm>
            <a:custGeom>
              <a:rect b="b" l="l" r="r" t="t"/>
              <a:pathLst>
                <a:path extrusionOk="0" h="8830" w="27812">
                  <a:moveTo>
                    <a:pt x="9581" y="0"/>
                  </a:moveTo>
                  <a:lnTo>
                    <a:pt x="9363" y="40"/>
                  </a:lnTo>
                  <a:lnTo>
                    <a:pt x="9166" y="60"/>
                  </a:lnTo>
                  <a:lnTo>
                    <a:pt x="8988" y="119"/>
                  </a:lnTo>
                  <a:lnTo>
                    <a:pt x="8830" y="178"/>
                  </a:lnTo>
                  <a:lnTo>
                    <a:pt x="8692" y="237"/>
                  </a:lnTo>
                  <a:lnTo>
                    <a:pt x="8573" y="297"/>
                  </a:lnTo>
                  <a:lnTo>
                    <a:pt x="8396" y="435"/>
                  </a:lnTo>
                  <a:lnTo>
                    <a:pt x="8277" y="553"/>
                  </a:lnTo>
                  <a:lnTo>
                    <a:pt x="8178" y="692"/>
                  </a:lnTo>
                  <a:lnTo>
                    <a:pt x="8099" y="672"/>
                  </a:lnTo>
                  <a:lnTo>
                    <a:pt x="7862" y="672"/>
                  </a:lnTo>
                  <a:lnTo>
                    <a:pt x="7507" y="692"/>
                  </a:lnTo>
                  <a:lnTo>
                    <a:pt x="7309" y="731"/>
                  </a:lnTo>
                  <a:lnTo>
                    <a:pt x="7092" y="771"/>
                  </a:lnTo>
                  <a:lnTo>
                    <a:pt x="6875" y="830"/>
                  </a:lnTo>
                  <a:lnTo>
                    <a:pt x="6638" y="929"/>
                  </a:lnTo>
                  <a:lnTo>
                    <a:pt x="6401" y="1027"/>
                  </a:lnTo>
                  <a:lnTo>
                    <a:pt x="6183" y="1166"/>
                  </a:lnTo>
                  <a:lnTo>
                    <a:pt x="5966" y="1324"/>
                  </a:lnTo>
                  <a:lnTo>
                    <a:pt x="5749" y="1521"/>
                  </a:lnTo>
                  <a:lnTo>
                    <a:pt x="5571" y="1758"/>
                  </a:lnTo>
                  <a:lnTo>
                    <a:pt x="5413" y="2035"/>
                  </a:lnTo>
                  <a:lnTo>
                    <a:pt x="5354" y="2035"/>
                  </a:lnTo>
                  <a:lnTo>
                    <a:pt x="5196" y="2074"/>
                  </a:lnTo>
                  <a:lnTo>
                    <a:pt x="4959" y="2153"/>
                  </a:lnTo>
                  <a:lnTo>
                    <a:pt x="4820" y="2213"/>
                  </a:lnTo>
                  <a:lnTo>
                    <a:pt x="4662" y="2292"/>
                  </a:lnTo>
                  <a:lnTo>
                    <a:pt x="4504" y="2390"/>
                  </a:lnTo>
                  <a:lnTo>
                    <a:pt x="4346" y="2509"/>
                  </a:lnTo>
                  <a:lnTo>
                    <a:pt x="4169" y="2647"/>
                  </a:lnTo>
                  <a:lnTo>
                    <a:pt x="3991" y="2825"/>
                  </a:lnTo>
                  <a:lnTo>
                    <a:pt x="3813" y="3022"/>
                  </a:lnTo>
                  <a:lnTo>
                    <a:pt x="3655" y="3259"/>
                  </a:lnTo>
                  <a:lnTo>
                    <a:pt x="3497" y="3536"/>
                  </a:lnTo>
                  <a:lnTo>
                    <a:pt x="3339" y="3832"/>
                  </a:lnTo>
                  <a:lnTo>
                    <a:pt x="2983" y="3813"/>
                  </a:lnTo>
                  <a:lnTo>
                    <a:pt x="2628" y="3793"/>
                  </a:lnTo>
                  <a:lnTo>
                    <a:pt x="2174" y="3813"/>
                  </a:lnTo>
                  <a:lnTo>
                    <a:pt x="1937" y="3832"/>
                  </a:lnTo>
                  <a:lnTo>
                    <a:pt x="1680" y="3872"/>
                  </a:lnTo>
                  <a:lnTo>
                    <a:pt x="1443" y="3931"/>
                  </a:lnTo>
                  <a:lnTo>
                    <a:pt x="1206" y="3990"/>
                  </a:lnTo>
                  <a:lnTo>
                    <a:pt x="969" y="4069"/>
                  </a:lnTo>
                  <a:lnTo>
                    <a:pt x="751" y="4168"/>
                  </a:lnTo>
                  <a:lnTo>
                    <a:pt x="554" y="4306"/>
                  </a:lnTo>
                  <a:lnTo>
                    <a:pt x="376" y="4445"/>
                  </a:lnTo>
                  <a:lnTo>
                    <a:pt x="238" y="4603"/>
                  </a:lnTo>
                  <a:lnTo>
                    <a:pt x="139" y="4780"/>
                  </a:lnTo>
                  <a:lnTo>
                    <a:pt x="60" y="4938"/>
                  </a:lnTo>
                  <a:lnTo>
                    <a:pt x="21" y="5096"/>
                  </a:lnTo>
                  <a:lnTo>
                    <a:pt x="1" y="5254"/>
                  </a:lnTo>
                  <a:lnTo>
                    <a:pt x="1" y="5393"/>
                  </a:lnTo>
                  <a:lnTo>
                    <a:pt x="40" y="5551"/>
                  </a:lnTo>
                  <a:lnTo>
                    <a:pt x="80" y="5669"/>
                  </a:lnTo>
                  <a:lnTo>
                    <a:pt x="159" y="5807"/>
                  </a:lnTo>
                  <a:lnTo>
                    <a:pt x="238" y="5906"/>
                  </a:lnTo>
                  <a:lnTo>
                    <a:pt x="337" y="6005"/>
                  </a:lnTo>
                  <a:lnTo>
                    <a:pt x="435" y="6104"/>
                  </a:lnTo>
                  <a:lnTo>
                    <a:pt x="534" y="6163"/>
                  </a:lnTo>
                  <a:lnTo>
                    <a:pt x="653" y="6203"/>
                  </a:lnTo>
                  <a:lnTo>
                    <a:pt x="751" y="6242"/>
                  </a:lnTo>
                  <a:lnTo>
                    <a:pt x="870" y="6242"/>
                  </a:lnTo>
                  <a:lnTo>
                    <a:pt x="1265" y="6262"/>
                  </a:lnTo>
                  <a:lnTo>
                    <a:pt x="1937" y="6321"/>
                  </a:lnTo>
                  <a:lnTo>
                    <a:pt x="3813" y="6479"/>
                  </a:lnTo>
                  <a:lnTo>
                    <a:pt x="5808" y="6677"/>
                  </a:lnTo>
                  <a:lnTo>
                    <a:pt x="6598" y="6756"/>
                  </a:lnTo>
                  <a:lnTo>
                    <a:pt x="7171" y="6835"/>
                  </a:lnTo>
                  <a:lnTo>
                    <a:pt x="7388" y="6894"/>
                  </a:lnTo>
                  <a:lnTo>
                    <a:pt x="7625" y="6973"/>
                  </a:lnTo>
                  <a:lnTo>
                    <a:pt x="8198" y="7170"/>
                  </a:lnTo>
                  <a:lnTo>
                    <a:pt x="8810" y="7427"/>
                  </a:lnTo>
                  <a:lnTo>
                    <a:pt x="9482" y="7704"/>
                  </a:lnTo>
                  <a:lnTo>
                    <a:pt x="10134" y="7980"/>
                  </a:lnTo>
                  <a:lnTo>
                    <a:pt x="10766" y="8217"/>
                  </a:lnTo>
                  <a:lnTo>
                    <a:pt x="11062" y="8316"/>
                  </a:lnTo>
                  <a:lnTo>
                    <a:pt x="11319" y="8395"/>
                  </a:lnTo>
                  <a:lnTo>
                    <a:pt x="11576" y="8434"/>
                  </a:lnTo>
                  <a:lnTo>
                    <a:pt x="11793" y="8454"/>
                  </a:lnTo>
                  <a:lnTo>
                    <a:pt x="16336" y="8593"/>
                  </a:lnTo>
                  <a:lnTo>
                    <a:pt x="17837" y="8632"/>
                  </a:lnTo>
                  <a:lnTo>
                    <a:pt x="24493" y="8790"/>
                  </a:lnTo>
                  <a:lnTo>
                    <a:pt x="26864" y="8830"/>
                  </a:lnTo>
                  <a:lnTo>
                    <a:pt x="27555" y="8830"/>
                  </a:lnTo>
                  <a:lnTo>
                    <a:pt x="27812" y="8810"/>
                  </a:lnTo>
                  <a:lnTo>
                    <a:pt x="27792" y="8691"/>
                  </a:lnTo>
                  <a:lnTo>
                    <a:pt x="27654" y="8415"/>
                  </a:lnTo>
                  <a:lnTo>
                    <a:pt x="27199" y="7427"/>
                  </a:lnTo>
                  <a:lnTo>
                    <a:pt x="25758" y="4484"/>
                  </a:lnTo>
                  <a:lnTo>
                    <a:pt x="23644" y="257"/>
                  </a:lnTo>
                  <a:lnTo>
                    <a:pt x="16178" y="771"/>
                  </a:lnTo>
                  <a:lnTo>
                    <a:pt x="16138" y="771"/>
                  </a:lnTo>
                  <a:lnTo>
                    <a:pt x="16099" y="790"/>
                  </a:lnTo>
                  <a:lnTo>
                    <a:pt x="15309" y="830"/>
                  </a:lnTo>
                  <a:lnTo>
                    <a:pt x="13985" y="929"/>
                  </a:lnTo>
                  <a:lnTo>
                    <a:pt x="13590" y="810"/>
                  </a:lnTo>
                  <a:lnTo>
                    <a:pt x="12583" y="514"/>
                  </a:lnTo>
                  <a:lnTo>
                    <a:pt x="11951" y="356"/>
                  </a:lnTo>
                  <a:lnTo>
                    <a:pt x="11299" y="218"/>
                  </a:lnTo>
                  <a:lnTo>
                    <a:pt x="10667" y="99"/>
                  </a:lnTo>
                  <a:lnTo>
                    <a:pt x="10074" y="20"/>
                  </a:lnTo>
                  <a:lnTo>
                    <a:pt x="9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34"/>
            <p:cNvSpPr/>
            <p:nvPr/>
          </p:nvSpPr>
          <p:spPr>
            <a:xfrm>
              <a:off x="4160957" y="-2074580"/>
              <a:ext cx="235426" cy="66873"/>
            </a:xfrm>
            <a:custGeom>
              <a:rect b="b" l="l" r="r" t="t"/>
              <a:pathLst>
                <a:path extrusionOk="0" h="1779" w="6263">
                  <a:moveTo>
                    <a:pt x="1482" y="0"/>
                  </a:moveTo>
                  <a:lnTo>
                    <a:pt x="1305" y="40"/>
                  </a:lnTo>
                  <a:lnTo>
                    <a:pt x="1127" y="79"/>
                  </a:lnTo>
                  <a:lnTo>
                    <a:pt x="969" y="139"/>
                  </a:lnTo>
                  <a:lnTo>
                    <a:pt x="831" y="198"/>
                  </a:lnTo>
                  <a:lnTo>
                    <a:pt x="712" y="297"/>
                  </a:lnTo>
                  <a:lnTo>
                    <a:pt x="495" y="494"/>
                  </a:lnTo>
                  <a:lnTo>
                    <a:pt x="317" y="672"/>
                  </a:lnTo>
                  <a:lnTo>
                    <a:pt x="198" y="850"/>
                  </a:lnTo>
                  <a:lnTo>
                    <a:pt x="119" y="1008"/>
                  </a:lnTo>
                  <a:lnTo>
                    <a:pt x="40" y="1126"/>
                  </a:lnTo>
                  <a:lnTo>
                    <a:pt x="21" y="1225"/>
                  </a:lnTo>
                  <a:lnTo>
                    <a:pt x="1" y="1304"/>
                  </a:lnTo>
                  <a:lnTo>
                    <a:pt x="969" y="1403"/>
                  </a:lnTo>
                  <a:lnTo>
                    <a:pt x="3122" y="1600"/>
                  </a:lnTo>
                  <a:lnTo>
                    <a:pt x="4267" y="1699"/>
                  </a:lnTo>
                  <a:lnTo>
                    <a:pt x="5255" y="1758"/>
                  </a:lnTo>
                  <a:lnTo>
                    <a:pt x="5986" y="1778"/>
                  </a:lnTo>
                  <a:lnTo>
                    <a:pt x="6183" y="1758"/>
                  </a:lnTo>
                  <a:lnTo>
                    <a:pt x="6243" y="1758"/>
                  </a:lnTo>
                  <a:lnTo>
                    <a:pt x="6262" y="1739"/>
                  </a:lnTo>
                  <a:lnTo>
                    <a:pt x="6243" y="1699"/>
                  </a:lnTo>
                  <a:lnTo>
                    <a:pt x="6223" y="1660"/>
                  </a:lnTo>
                  <a:lnTo>
                    <a:pt x="6144" y="1541"/>
                  </a:lnTo>
                  <a:lnTo>
                    <a:pt x="6025" y="1403"/>
                  </a:lnTo>
                  <a:lnTo>
                    <a:pt x="5848" y="1265"/>
                  </a:lnTo>
                  <a:lnTo>
                    <a:pt x="5670" y="1146"/>
                  </a:lnTo>
                  <a:lnTo>
                    <a:pt x="5472" y="1028"/>
                  </a:lnTo>
                  <a:lnTo>
                    <a:pt x="5294" y="949"/>
                  </a:lnTo>
                  <a:lnTo>
                    <a:pt x="5117" y="889"/>
                  </a:lnTo>
                  <a:lnTo>
                    <a:pt x="4939" y="850"/>
                  </a:lnTo>
                  <a:lnTo>
                    <a:pt x="4761" y="791"/>
                  </a:lnTo>
                  <a:lnTo>
                    <a:pt x="4327" y="613"/>
                  </a:lnTo>
                  <a:lnTo>
                    <a:pt x="3872" y="415"/>
                  </a:lnTo>
                  <a:lnTo>
                    <a:pt x="3616" y="316"/>
                  </a:lnTo>
                  <a:lnTo>
                    <a:pt x="3379" y="237"/>
                  </a:lnTo>
                  <a:lnTo>
                    <a:pt x="3082" y="158"/>
                  </a:lnTo>
                  <a:lnTo>
                    <a:pt x="2766" y="99"/>
                  </a:lnTo>
                  <a:lnTo>
                    <a:pt x="2411" y="40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34"/>
            <p:cNvSpPr/>
            <p:nvPr/>
          </p:nvSpPr>
          <p:spPr>
            <a:xfrm>
              <a:off x="3853575" y="-2047101"/>
              <a:ext cx="670493" cy="670493"/>
            </a:xfrm>
            <a:custGeom>
              <a:rect b="b" l="l" r="r" t="t"/>
              <a:pathLst>
                <a:path extrusionOk="0" h="17837" w="17837">
                  <a:moveTo>
                    <a:pt x="8395" y="0"/>
                  </a:moveTo>
                  <a:lnTo>
                    <a:pt x="8040" y="20"/>
                  </a:lnTo>
                  <a:lnTo>
                    <a:pt x="7684" y="40"/>
                  </a:lnTo>
                  <a:lnTo>
                    <a:pt x="7329" y="99"/>
                  </a:lnTo>
                  <a:lnTo>
                    <a:pt x="6993" y="158"/>
                  </a:lnTo>
                  <a:lnTo>
                    <a:pt x="6657" y="237"/>
                  </a:lnTo>
                  <a:lnTo>
                    <a:pt x="6341" y="336"/>
                  </a:lnTo>
                  <a:lnTo>
                    <a:pt x="6025" y="455"/>
                  </a:lnTo>
                  <a:lnTo>
                    <a:pt x="5709" y="573"/>
                  </a:lnTo>
                  <a:lnTo>
                    <a:pt x="5413" y="711"/>
                  </a:lnTo>
                  <a:lnTo>
                    <a:pt x="5116" y="869"/>
                  </a:lnTo>
                  <a:lnTo>
                    <a:pt x="4840" y="1027"/>
                  </a:lnTo>
                  <a:lnTo>
                    <a:pt x="4563" y="1185"/>
                  </a:lnTo>
                  <a:lnTo>
                    <a:pt x="4307" y="1363"/>
                  </a:lnTo>
                  <a:lnTo>
                    <a:pt x="3793" y="1738"/>
                  </a:lnTo>
                  <a:lnTo>
                    <a:pt x="3339" y="2153"/>
                  </a:lnTo>
                  <a:lnTo>
                    <a:pt x="2904" y="2568"/>
                  </a:lnTo>
                  <a:lnTo>
                    <a:pt x="2489" y="2983"/>
                  </a:lnTo>
                  <a:lnTo>
                    <a:pt x="2134" y="3417"/>
                  </a:lnTo>
                  <a:lnTo>
                    <a:pt x="1798" y="3832"/>
                  </a:lnTo>
                  <a:lnTo>
                    <a:pt x="1482" y="4267"/>
                  </a:lnTo>
                  <a:lnTo>
                    <a:pt x="1186" y="4741"/>
                  </a:lnTo>
                  <a:lnTo>
                    <a:pt x="929" y="5254"/>
                  </a:lnTo>
                  <a:lnTo>
                    <a:pt x="692" y="5807"/>
                  </a:lnTo>
                  <a:lnTo>
                    <a:pt x="475" y="6380"/>
                  </a:lnTo>
                  <a:lnTo>
                    <a:pt x="297" y="6992"/>
                  </a:lnTo>
                  <a:lnTo>
                    <a:pt x="159" y="7625"/>
                  </a:lnTo>
                  <a:lnTo>
                    <a:pt x="60" y="8276"/>
                  </a:lnTo>
                  <a:lnTo>
                    <a:pt x="20" y="8612"/>
                  </a:lnTo>
                  <a:lnTo>
                    <a:pt x="1" y="8948"/>
                  </a:lnTo>
                  <a:lnTo>
                    <a:pt x="1" y="9284"/>
                  </a:lnTo>
                  <a:lnTo>
                    <a:pt x="1" y="9639"/>
                  </a:lnTo>
                  <a:lnTo>
                    <a:pt x="20" y="9975"/>
                  </a:lnTo>
                  <a:lnTo>
                    <a:pt x="40" y="10331"/>
                  </a:lnTo>
                  <a:lnTo>
                    <a:pt x="99" y="10706"/>
                  </a:lnTo>
                  <a:lnTo>
                    <a:pt x="159" y="11061"/>
                  </a:lnTo>
                  <a:lnTo>
                    <a:pt x="218" y="11417"/>
                  </a:lnTo>
                  <a:lnTo>
                    <a:pt x="317" y="11792"/>
                  </a:lnTo>
                  <a:lnTo>
                    <a:pt x="415" y="12148"/>
                  </a:lnTo>
                  <a:lnTo>
                    <a:pt x="534" y="12523"/>
                  </a:lnTo>
                  <a:lnTo>
                    <a:pt x="672" y="12879"/>
                  </a:lnTo>
                  <a:lnTo>
                    <a:pt x="830" y="13254"/>
                  </a:lnTo>
                  <a:lnTo>
                    <a:pt x="1008" y="13629"/>
                  </a:lnTo>
                  <a:lnTo>
                    <a:pt x="1205" y="14004"/>
                  </a:lnTo>
                  <a:lnTo>
                    <a:pt x="1403" y="14360"/>
                  </a:lnTo>
                  <a:lnTo>
                    <a:pt x="1640" y="14696"/>
                  </a:lnTo>
                  <a:lnTo>
                    <a:pt x="1877" y="15012"/>
                  </a:lnTo>
                  <a:lnTo>
                    <a:pt x="2134" y="15288"/>
                  </a:lnTo>
                  <a:lnTo>
                    <a:pt x="2410" y="15565"/>
                  </a:lnTo>
                  <a:lnTo>
                    <a:pt x="2687" y="15822"/>
                  </a:lnTo>
                  <a:lnTo>
                    <a:pt x="2983" y="16059"/>
                  </a:lnTo>
                  <a:lnTo>
                    <a:pt x="3299" y="16256"/>
                  </a:lnTo>
                  <a:lnTo>
                    <a:pt x="3595" y="16454"/>
                  </a:lnTo>
                  <a:lnTo>
                    <a:pt x="3912" y="16632"/>
                  </a:lnTo>
                  <a:lnTo>
                    <a:pt x="4228" y="16809"/>
                  </a:lnTo>
                  <a:lnTo>
                    <a:pt x="4544" y="16948"/>
                  </a:lnTo>
                  <a:lnTo>
                    <a:pt x="4860" y="17086"/>
                  </a:lnTo>
                  <a:lnTo>
                    <a:pt x="5195" y="17204"/>
                  </a:lnTo>
                  <a:lnTo>
                    <a:pt x="5808" y="17402"/>
                  </a:lnTo>
                  <a:lnTo>
                    <a:pt x="6420" y="17560"/>
                  </a:lnTo>
                  <a:lnTo>
                    <a:pt x="6973" y="17659"/>
                  </a:lnTo>
                  <a:lnTo>
                    <a:pt x="7487" y="17738"/>
                  </a:lnTo>
                  <a:lnTo>
                    <a:pt x="7921" y="17797"/>
                  </a:lnTo>
                  <a:lnTo>
                    <a:pt x="8296" y="17817"/>
                  </a:lnTo>
                  <a:lnTo>
                    <a:pt x="8573" y="17836"/>
                  </a:lnTo>
                  <a:lnTo>
                    <a:pt x="8830" y="17836"/>
                  </a:lnTo>
                  <a:lnTo>
                    <a:pt x="9363" y="17817"/>
                  </a:lnTo>
                  <a:lnTo>
                    <a:pt x="9877" y="17777"/>
                  </a:lnTo>
                  <a:lnTo>
                    <a:pt x="10390" y="17718"/>
                  </a:lnTo>
                  <a:lnTo>
                    <a:pt x="10884" y="17619"/>
                  </a:lnTo>
                  <a:lnTo>
                    <a:pt x="11358" y="17481"/>
                  </a:lnTo>
                  <a:lnTo>
                    <a:pt x="11832" y="17343"/>
                  </a:lnTo>
                  <a:lnTo>
                    <a:pt x="12267" y="17165"/>
                  </a:lnTo>
                  <a:lnTo>
                    <a:pt x="12701" y="16967"/>
                  </a:lnTo>
                  <a:lnTo>
                    <a:pt x="13116" y="16730"/>
                  </a:lnTo>
                  <a:lnTo>
                    <a:pt x="13531" y="16493"/>
                  </a:lnTo>
                  <a:lnTo>
                    <a:pt x="13906" y="16236"/>
                  </a:lnTo>
                  <a:lnTo>
                    <a:pt x="14281" y="15960"/>
                  </a:lnTo>
                  <a:lnTo>
                    <a:pt x="14617" y="15664"/>
                  </a:lnTo>
                  <a:lnTo>
                    <a:pt x="14953" y="15348"/>
                  </a:lnTo>
                  <a:lnTo>
                    <a:pt x="15269" y="15012"/>
                  </a:lnTo>
                  <a:lnTo>
                    <a:pt x="15565" y="14676"/>
                  </a:lnTo>
                  <a:lnTo>
                    <a:pt x="15842" y="14321"/>
                  </a:lnTo>
                  <a:lnTo>
                    <a:pt x="16118" y="13965"/>
                  </a:lnTo>
                  <a:lnTo>
                    <a:pt x="16355" y="13590"/>
                  </a:lnTo>
                  <a:lnTo>
                    <a:pt x="16592" y="13195"/>
                  </a:lnTo>
                  <a:lnTo>
                    <a:pt x="16790" y="12800"/>
                  </a:lnTo>
                  <a:lnTo>
                    <a:pt x="16987" y="12405"/>
                  </a:lnTo>
                  <a:lnTo>
                    <a:pt x="17165" y="12010"/>
                  </a:lnTo>
                  <a:lnTo>
                    <a:pt x="17303" y="11595"/>
                  </a:lnTo>
                  <a:lnTo>
                    <a:pt x="17442" y="11180"/>
                  </a:lnTo>
                  <a:lnTo>
                    <a:pt x="17560" y="10765"/>
                  </a:lnTo>
                  <a:lnTo>
                    <a:pt x="17659" y="10350"/>
                  </a:lnTo>
                  <a:lnTo>
                    <a:pt x="17738" y="9936"/>
                  </a:lnTo>
                  <a:lnTo>
                    <a:pt x="17797" y="9541"/>
                  </a:lnTo>
                  <a:lnTo>
                    <a:pt x="17837" y="9126"/>
                  </a:lnTo>
                  <a:lnTo>
                    <a:pt x="17837" y="8711"/>
                  </a:lnTo>
                  <a:lnTo>
                    <a:pt x="17837" y="8316"/>
                  </a:lnTo>
                  <a:lnTo>
                    <a:pt x="17797" y="7723"/>
                  </a:lnTo>
                  <a:lnTo>
                    <a:pt x="17698" y="7151"/>
                  </a:lnTo>
                  <a:lnTo>
                    <a:pt x="17639" y="6854"/>
                  </a:lnTo>
                  <a:lnTo>
                    <a:pt x="17580" y="6578"/>
                  </a:lnTo>
                  <a:lnTo>
                    <a:pt x="17481" y="6281"/>
                  </a:lnTo>
                  <a:lnTo>
                    <a:pt x="17382" y="6005"/>
                  </a:lnTo>
                  <a:lnTo>
                    <a:pt x="17284" y="5728"/>
                  </a:lnTo>
                  <a:lnTo>
                    <a:pt x="17165" y="5452"/>
                  </a:lnTo>
                  <a:lnTo>
                    <a:pt x="17027" y="5175"/>
                  </a:lnTo>
                  <a:lnTo>
                    <a:pt x="16889" y="4919"/>
                  </a:lnTo>
                  <a:lnTo>
                    <a:pt x="16731" y="4642"/>
                  </a:lnTo>
                  <a:lnTo>
                    <a:pt x="16553" y="4385"/>
                  </a:lnTo>
                  <a:lnTo>
                    <a:pt x="16375" y="4128"/>
                  </a:lnTo>
                  <a:lnTo>
                    <a:pt x="16178" y="3872"/>
                  </a:lnTo>
                  <a:lnTo>
                    <a:pt x="15960" y="3615"/>
                  </a:lnTo>
                  <a:lnTo>
                    <a:pt x="15743" y="3378"/>
                  </a:lnTo>
                  <a:lnTo>
                    <a:pt x="15506" y="3141"/>
                  </a:lnTo>
                  <a:lnTo>
                    <a:pt x="15249" y="2904"/>
                  </a:lnTo>
                  <a:lnTo>
                    <a:pt x="14992" y="2667"/>
                  </a:lnTo>
                  <a:lnTo>
                    <a:pt x="14716" y="2430"/>
                  </a:lnTo>
                  <a:lnTo>
                    <a:pt x="14420" y="2212"/>
                  </a:lnTo>
                  <a:lnTo>
                    <a:pt x="14123" y="1995"/>
                  </a:lnTo>
                  <a:lnTo>
                    <a:pt x="13807" y="1798"/>
                  </a:lnTo>
                  <a:lnTo>
                    <a:pt x="13471" y="1600"/>
                  </a:lnTo>
                  <a:lnTo>
                    <a:pt x="13116" y="1403"/>
                  </a:lnTo>
                  <a:lnTo>
                    <a:pt x="12760" y="1205"/>
                  </a:lnTo>
                  <a:lnTo>
                    <a:pt x="12385" y="1027"/>
                  </a:lnTo>
                  <a:lnTo>
                    <a:pt x="12010" y="850"/>
                  </a:lnTo>
                  <a:lnTo>
                    <a:pt x="11595" y="672"/>
                  </a:lnTo>
                  <a:lnTo>
                    <a:pt x="11180" y="514"/>
                  </a:lnTo>
                  <a:lnTo>
                    <a:pt x="10765" y="376"/>
                  </a:lnTo>
                  <a:lnTo>
                    <a:pt x="10351" y="257"/>
                  </a:lnTo>
                  <a:lnTo>
                    <a:pt x="9936" y="158"/>
                  </a:lnTo>
                  <a:lnTo>
                    <a:pt x="9541" y="79"/>
                  </a:lnTo>
                  <a:lnTo>
                    <a:pt x="9146" y="40"/>
                  </a:lnTo>
                  <a:lnTo>
                    <a:pt x="877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34"/>
            <p:cNvSpPr/>
            <p:nvPr/>
          </p:nvSpPr>
          <p:spPr>
            <a:xfrm>
              <a:off x="4167648" y="-2064920"/>
              <a:ext cx="414355" cy="185657"/>
            </a:xfrm>
            <a:custGeom>
              <a:rect b="b" l="l" r="r" t="t"/>
              <a:pathLst>
                <a:path extrusionOk="0" h="4939" w="11023">
                  <a:moveTo>
                    <a:pt x="1620" y="0"/>
                  </a:moveTo>
                  <a:lnTo>
                    <a:pt x="1443" y="20"/>
                  </a:lnTo>
                  <a:lnTo>
                    <a:pt x="1265" y="40"/>
                  </a:lnTo>
                  <a:lnTo>
                    <a:pt x="1087" y="79"/>
                  </a:lnTo>
                  <a:lnTo>
                    <a:pt x="929" y="138"/>
                  </a:lnTo>
                  <a:lnTo>
                    <a:pt x="791" y="198"/>
                  </a:lnTo>
                  <a:lnTo>
                    <a:pt x="653" y="277"/>
                  </a:lnTo>
                  <a:lnTo>
                    <a:pt x="534" y="356"/>
                  </a:lnTo>
                  <a:lnTo>
                    <a:pt x="435" y="455"/>
                  </a:lnTo>
                  <a:lnTo>
                    <a:pt x="337" y="573"/>
                  </a:lnTo>
                  <a:lnTo>
                    <a:pt x="258" y="711"/>
                  </a:lnTo>
                  <a:lnTo>
                    <a:pt x="178" y="850"/>
                  </a:lnTo>
                  <a:lnTo>
                    <a:pt x="119" y="1008"/>
                  </a:lnTo>
                  <a:lnTo>
                    <a:pt x="60" y="1185"/>
                  </a:lnTo>
                  <a:lnTo>
                    <a:pt x="20" y="1383"/>
                  </a:lnTo>
                  <a:lnTo>
                    <a:pt x="1" y="1561"/>
                  </a:lnTo>
                  <a:lnTo>
                    <a:pt x="20" y="1738"/>
                  </a:lnTo>
                  <a:lnTo>
                    <a:pt x="60" y="1916"/>
                  </a:lnTo>
                  <a:lnTo>
                    <a:pt x="119" y="2074"/>
                  </a:lnTo>
                  <a:lnTo>
                    <a:pt x="218" y="2212"/>
                  </a:lnTo>
                  <a:lnTo>
                    <a:pt x="337" y="2351"/>
                  </a:lnTo>
                  <a:lnTo>
                    <a:pt x="475" y="2489"/>
                  </a:lnTo>
                  <a:lnTo>
                    <a:pt x="633" y="2607"/>
                  </a:lnTo>
                  <a:lnTo>
                    <a:pt x="811" y="2726"/>
                  </a:lnTo>
                  <a:lnTo>
                    <a:pt x="1008" y="2825"/>
                  </a:lnTo>
                  <a:lnTo>
                    <a:pt x="1206" y="2924"/>
                  </a:lnTo>
                  <a:lnTo>
                    <a:pt x="1403" y="3003"/>
                  </a:lnTo>
                  <a:lnTo>
                    <a:pt x="1838" y="3141"/>
                  </a:lnTo>
                  <a:lnTo>
                    <a:pt x="2292" y="3240"/>
                  </a:lnTo>
                  <a:lnTo>
                    <a:pt x="2549" y="3299"/>
                  </a:lnTo>
                  <a:lnTo>
                    <a:pt x="2825" y="3378"/>
                  </a:lnTo>
                  <a:lnTo>
                    <a:pt x="3536" y="3635"/>
                  </a:lnTo>
                  <a:lnTo>
                    <a:pt x="4346" y="3951"/>
                  </a:lnTo>
                  <a:lnTo>
                    <a:pt x="5215" y="4286"/>
                  </a:lnTo>
                  <a:lnTo>
                    <a:pt x="5670" y="4444"/>
                  </a:lnTo>
                  <a:lnTo>
                    <a:pt x="6124" y="4583"/>
                  </a:lnTo>
                  <a:lnTo>
                    <a:pt x="6558" y="4721"/>
                  </a:lnTo>
                  <a:lnTo>
                    <a:pt x="6993" y="4820"/>
                  </a:lnTo>
                  <a:lnTo>
                    <a:pt x="7408" y="4899"/>
                  </a:lnTo>
                  <a:lnTo>
                    <a:pt x="7783" y="4938"/>
                  </a:lnTo>
                  <a:lnTo>
                    <a:pt x="8139" y="4918"/>
                  </a:lnTo>
                  <a:lnTo>
                    <a:pt x="8316" y="4918"/>
                  </a:lnTo>
                  <a:lnTo>
                    <a:pt x="8474" y="4879"/>
                  </a:lnTo>
                  <a:lnTo>
                    <a:pt x="8771" y="4800"/>
                  </a:lnTo>
                  <a:lnTo>
                    <a:pt x="9047" y="4681"/>
                  </a:lnTo>
                  <a:lnTo>
                    <a:pt x="9304" y="4523"/>
                  </a:lnTo>
                  <a:lnTo>
                    <a:pt x="9541" y="4365"/>
                  </a:lnTo>
                  <a:lnTo>
                    <a:pt x="9778" y="4188"/>
                  </a:lnTo>
                  <a:lnTo>
                    <a:pt x="9975" y="4010"/>
                  </a:lnTo>
                  <a:lnTo>
                    <a:pt x="10173" y="3812"/>
                  </a:lnTo>
                  <a:lnTo>
                    <a:pt x="10351" y="3615"/>
                  </a:lnTo>
                  <a:lnTo>
                    <a:pt x="10627" y="3240"/>
                  </a:lnTo>
                  <a:lnTo>
                    <a:pt x="10845" y="2943"/>
                  </a:lnTo>
                  <a:lnTo>
                    <a:pt x="11022" y="2647"/>
                  </a:lnTo>
                  <a:lnTo>
                    <a:pt x="10469" y="2390"/>
                  </a:lnTo>
                  <a:lnTo>
                    <a:pt x="9857" y="2133"/>
                  </a:lnTo>
                  <a:lnTo>
                    <a:pt x="9146" y="1837"/>
                  </a:lnTo>
                  <a:lnTo>
                    <a:pt x="8356" y="1561"/>
                  </a:lnTo>
                  <a:lnTo>
                    <a:pt x="7586" y="1304"/>
                  </a:lnTo>
                  <a:lnTo>
                    <a:pt x="7230" y="1205"/>
                  </a:lnTo>
                  <a:lnTo>
                    <a:pt x="6894" y="1126"/>
                  </a:lnTo>
                  <a:lnTo>
                    <a:pt x="6578" y="1067"/>
                  </a:lnTo>
                  <a:lnTo>
                    <a:pt x="6321" y="1047"/>
                  </a:lnTo>
                  <a:lnTo>
                    <a:pt x="6084" y="1047"/>
                  </a:lnTo>
                  <a:lnTo>
                    <a:pt x="5828" y="1008"/>
                  </a:lnTo>
                  <a:lnTo>
                    <a:pt x="5551" y="968"/>
                  </a:lnTo>
                  <a:lnTo>
                    <a:pt x="5294" y="909"/>
                  </a:lnTo>
                  <a:lnTo>
                    <a:pt x="4721" y="751"/>
                  </a:lnTo>
                  <a:lnTo>
                    <a:pt x="4149" y="573"/>
                  </a:lnTo>
                  <a:lnTo>
                    <a:pt x="3576" y="395"/>
                  </a:lnTo>
                  <a:lnTo>
                    <a:pt x="3023" y="237"/>
                  </a:lnTo>
                  <a:lnTo>
                    <a:pt x="2509" y="99"/>
                  </a:lnTo>
                  <a:lnTo>
                    <a:pt x="2272" y="59"/>
                  </a:lnTo>
                  <a:lnTo>
                    <a:pt x="2035" y="20"/>
                  </a:lnTo>
                  <a:lnTo>
                    <a:pt x="1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34"/>
            <p:cNvSpPr/>
            <p:nvPr/>
          </p:nvSpPr>
          <p:spPr>
            <a:xfrm>
              <a:off x="4172836" y="-2147357"/>
              <a:ext cx="207948" cy="21577"/>
            </a:xfrm>
            <a:custGeom>
              <a:rect b="b" l="l" r="r" t="t"/>
              <a:pathLst>
                <a:path extrusionOk="0" h="574" w="5532">
                  <a:moveTo>
                    <a:pt x="1305" y="1"/>
                  </a:moveTo>
                  <a:lnTo>
                    <a:pt x="969" y="40"/>
                  </a:lnTo>
                  <a:lnTo>
                    <a:pt x="673" y="80"/>
                  </a:lnTo>
                  <a:lnTo>
                    <a:pt x="436" y="119"/>
                  </a:lnTo>
                  <a:lnTo>
                    <a:pt x="238" y="178"/>
                  </a:lnTo>
                  <a:lnTo>
                    <a:pt x="100" y="218"/>
                  </a:lnTo>
                  <a:lnTo>
                    <a:pt x="1" y="356"/>
                  </a:lnTo>
                  <a:lnTo>
                    <a:pt x="811" y="356"/>
                  </a:lnTo>
                  <a:lnTo>
                    <a:pt x="1739" y="376"/>
                  </a:lnTo>
                  <a:lnTo>
                    <a:pt x="2885" y="416"/>
                  </a:lnTo>
                  <a:lnTo>
                    <a:pt x="5532" y="574"/>
                  </a:lnTo>
                  <a:lnTo>
                    <a:pt x="4228" y="356"/>
                  </a:lnTo>
                  <a:lnTo>
                    <a:pt x="3102" y="178"/>
                  </a:lnTo>
                  <a:lnTo>
                    <a:pt x="2095" y="4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34"/>
            <p:cNvSpPr/>
            <p:nvPr/>
          </p:nvSpPr>
          <p:spPr>
            <a:xfrm>
              <a:off x="4250800" y="-2217126"/>
              <a:ext cx="159682" cy="15600"/>
            </a:xfrm>
            <a:custGeom>
              <a:rect b="b" l="l" r="r" t="t"/>
              <a:pathLst>
                <a:path extrusionOk="0" h="415" w="4248">
                  <a:moveTo>
                    <a:pt x="1621" y="0"/>
                  </a:moveTo>
                  <a:lnTo>
                    <a:pt x="1305" y="20"/>
                  </a:lnTo>
                  <a:lnTo>
                    <a:pt x="969" y="59"/>
                  </a:lnTo>
                  <a:lnTo>
                    <a:pt x="673" y="119"/>
                  </a:lnTo>
                  <a:lnTo>
                    <a:pt x="396" y="198"/>
                  </a:lnTo>
                  <a:lnTo>
                    <a:pt x="198" y="257"/>
                  </a:lnTo>
                  <a:lnTo>
                    <a:pt x="40" y="336"/>
                  </a:lnTo>
                  <a:lnTo>
                    <a:pt x="1" y="375"/>
                  </a:lnTo>
                  <a:lnTo>
                    <a:pt x="1" y="415"/>
                  </a:lnTo>
                  <a:lnTo>
                    <a:pt x="198" y="375"/>
                  </a:lnTo>
                  <a:lnTo>
                    <a:pt x="732" y="277"/>
                  </a:lnTo>
                  <a:lnTo>
                    <a:pt x="1107" y="237"/>
                  </a:lnTo>
                  <a:lnTo>
                    <a:pt x="1502" y="217"/>
                  </a:lnTo>
                  <a:lnTo>
                    <a:pt x="1937" y="217"/>
                  </a:lnTo>
                  <a:lnTo>
                    <a:pt x="2411" y="237"/>
                  </a:lnTo>
                  <a:lnTo>
                    <a:pt x="3793" y="336"/>
                  </a:lnTo>
                  <a:lnTo>
                    <a:pt x="4248" y="375"/>
                  </a:lnTo>
                  <a:lnTo>
                    <a:pt x="4011" y="316"/>
                  </a:lnTo>
                  <a:lnTo>
                    <a:pt x="3418" y="198"/>
                  </a:lnTo>
                  <a:lnTo>
                    <a:pt x="2667" y="59"/>
                  </a:lnTo>
                  <a:lnTo>
                    <a:pt x="2292" y="20"/>
                  </a:lnTo>
                  <a:lnTo>
                    <a:pt x="195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34"/>
            <p:cNvSpPr/>
            <p:nvPr/>
          </p:nvSpPr>
          <p:spPr>
            <a:xfrm>
              <a:off x="4354777" y="-2259453"/>
              <a:ext cx="69090" cy="17103"/>
            </a:xfrm>
            <a:custGeom>
              <a:rect b="b" l="l" r="r" t="t"/>
              <a:pathLst>
                <a:path extrusionOk="0" h="455" w="1838">
                  <a:moveTo>
                    <a:pt x="138" y="0"/>
                  </a:moveTo>
                  <a:lnTo>
                    <a:pt x="99" y="20"/>
                  </a:lnTo>
                  <a:lnTo>
                    <a:pt x="59" y="40"/>
                  </a:lnTo>
                  <a:lnTo>
                    <a:pt x="20" y="99"/>
                  </a:lnTo>
                  <a:lnTo>
                    <a:pt x="0" y="158"/>
                  </a:lnTo>
                  <a:lnTo>
                    <a:pt x="0" y="198"/>
                  </a:lnTo>
                  <a:lnTo>
                    <a:pt x="652" y="277"/>
                  </a:lnTo>
                  <a:lnTo>
                    <a:pt x="1521" y="395"/>
                  </a:lnTo>
                  <a:lnTo>
                    <a:pt x="1837" y="454"/>
                  </a:lnTo>
                  <a:lnTo>
                    <a:pt x="1047" y="217"/>
                  </a:lnTo>
                  <a:lnTo>
                    <a:pt x="455" y="59"/>
                  </a:lnTo>
                  <a:lnTo>
                    <a:pt x="257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34"/>
            <p:cNvSpPr/>
            <p:nvPr/>
          </p:nvSpPr>
          <p:spPr>
            <a:xfrm>
              <a:off x="4064461" y="-2125065"/>
              <a:ext cx="73526" cy="41612"/>
            </a:xfrm>
            <a:custGeom>
              <a:rect b="b" l="l" r="r" t="t"/>
              <a:pathLst>
                <a:path extrusionOk="0" h="1107" w="1956">
                  <a:moveTo>
                    <a:pt x="1936" y="0"/>
                  </a:moveTo>
                  <a:lnTo>
                    <a:pt x="1896" y="158"/>
                  </a:lnTo>
                  <a:lnTo>
                    <a:pt x="1798" y="415"/>
                  </a:lnTo>
                  <a:lnTo>
                    <a:pt x="1719" y="553"/>
                  </a:lnTo>
                  <a:lnTo>
                    <a:pt x="1640" y="672"/>
                  </a:lnTo>
                  <a:lnTo>
                    <a:pt x="1561" y="771"/>
                  </a:lnTo>
                  <a:lnTo>
                    <a:pt x="1462" y="850"/>
                  </a:lnTo>
                  <a:lnTo>
                    <a:pt x="1343" y="889"/>
                  </a:lnTo>
                  <a:lnTo>
                    <a:pt x="1146" y="929"/>
                  </a:lnTo>
                  <a:lnTo>
                    <a:pt x="711" y="948"/>
                  </a:lnTo>
                  <a:lnTo>
                    <a:pt x="336" y="968"/>
                  </a:lnTo>
                  <a:lnTo>
                    <a:pt x="178" y="948"/>
                  </a:lnTo>
                  <a:lnTo>
                    <a:pt x="257" y="316"/>
                  </a:lnTo>
                  <a:lnTo>
                    <a:pt x="79" y="494"/>
                  </a:lnTo>
                  <a:lnTo>
                    <a:pt x="0" y="1087"/>
                  </a:lnTo>
                  <a:lnTo>
                    <a:pt x="198" y="1106"/>
                  </a:lnTo>
                  <a:lnTo>
                    <a:pt x="909" y="1106"/>
                  </a:lnTo>
                  <a:lnTo>
                    <a:pt x="1166" y="1087"/>
                  </a:lnTo>
                  <a:lnTo>
                    <a:pt x="1403" y="1027"/>
                  </a:lnTo>
                  <a:lnTo>
                    <a:pt x="1521" y="988"/>
                  </a:lnTo>
                  <a:lnTo>
                    <a:pt x="1600" y="948"/>
                  </a:lnTo>
                  <a:lnTo>
                    <a:pt x="1679" y="889"/>
                  </a:lnTo>
                  <a:lnTo>
                    <a:pt x="1738" y="830"/>
                  </a:lnTo>
                  <a:lnTo>
                    <a:pt x="1837" y="692"/>
                  </a:lnTo>
                  <a:lnTo>
                    <a:pt x="1896" y="534"/>
                  </a:lnTo>
                  <a:lnTo>
                    <a:pt x="1936" y="376"/>
                  </a:lnTo>
                  <a:lnTo>
                    <a:pt x="1956" y="237"/>
                  </a:lnTo>
                  <a:lnTo>
                    <a:pt x="1956" y="119"/>
                  </a:lnTo>
                  <a:lnTo>
                    <a:pt x="193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34"/>
            <p:cNvSpPr/>
            <p:nvPr/>
          </p:nvSpPr>
          <p:spPr>
            <a:xfrm>
              <a:off x="4368122" y="-1450155"/>
              <a:ext cx="596253" cy="494534"/>
            </a:xfrm>
            <a:custGeom>
              <a:rect b="b" l="l" r="r" t="t"/>
              <a:pathLst>
                <a:path extrusionOk="0" h="13156" w="15862">
                  <a:moveTo>
                    <a:pt x="1680" y="1"/>
                  </a:moveTo>
                  <a:lnTo>
                    <a:pt x="1" y="7902"/>
                  </a:lnTo>
                  <a:lnTo>
                    <a:pt x="2865" y="9423"/>
                  </a:lnTo>
                  <a:lnTo>
                    <a:pt x="4129" y="10094"/>
                  </a:lnTo>
                  <a:lnTo>
                    <a:pt x="8020" y="12148"/>
                  </a:lnTo>
                  <a:lnTo>
                    <a:pt x="9403" y="12860"/>
                  </a:lnTo>
                  <a:lnTo>
                    <a:pt x="9995" y="13156"/>
                  </a:lnTo>
                  <a:lnTo>
                    <a:pt x="10035" y="13136"/>
                  </a:lnTo>
                  <a:lnTo>
                    <a:pt x="10094" y="13077"/>
                  </a:lnTo>
                  <a:lnTo>
                    <a:pt x="10311" y="12800"/>
                  </a:lnTo>
                  <a:lnTo>
                    <a:pt x="10627" y="12405"/>
                  </a:lnTo>
                  <a:lnTo>
                    <a:pt x="11042" y="11872"/>
                  </a:lnTo>
                  <a:lnTo>
                    <a:pt x="12010" y="10509"/>
                  </a:lnTo>
                  <a:lnTo>
                    <a:pt x="13116" y="8949"/>
                  </a:lnTo>
                  <a:lnTo>
                    <a:pt x="14183" y="7388"/>
                  </a:lnTo>
                  <a:lnTo>
                    <a:pt x="15091" y="6025"/>
                  </a:lnTo>
                  <a:lnTo>
                    <a:pt x="15447" y="5492"/>
                  </a:lnTo>
                  <a:lnTo>
                    <a:pt x="15684" y="5057"/>
                  </a:lnTo>
                  <a:lnTo>
                    <a:pt x="15842" y="4781"/>
                  </a:lnTo>
                  <a:lnTo>
                    <a:pt x="15862" y="4722"/>
                  </a:lnTo>
                  <a:lnTo>
                    <a:pt x="15862" y="4702"/>
                  </a:lnTo>
                  <a:lnTo>
                    <a:pt x="15842" y="4682"/>
                  </a:lnTo>
                  <a:lnTo>
                    <a:pt x="15585" y="4623"/>
                  </a:lnTo>
                  <a:lnTo>
                    <a:pt x="14973" y="4425"/>
                  </a:lnTo>
                  <a:lnTo>
                    <a:pt x="12899" y="3754"/>
                  </a:lnTo>
                  <a:lnTo>
                    <a:pt x="7131" y="1818"/>
                  </a:lnTo>
                  <a:lnTo>
                    <a:pt x="6005" y="1443"/>
                  </a:lnTo>
                  <a:lnTo>
                    <a:pt x="5946" y="1423"/>
                  </a:lnTo>
                  <a:lnTo>
                    <a:pt x="5907" y="1423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34"/>
            <p:cNvSpPr/>
            <p:nvPr/>
          </p:nvSpPr>
          <p:spPr>
            <a:xfrm>
              <a:off x="4091188" y="-1384784"/>
              <a:ext cx="191596" cy="27478"/>
            </a:xfrm>
            <a:custGeom>
              <a:rect b="b" l="l" r="r" t="t"/>
              <a:pathLst>
                <a:path extrusionOk="0" h="731" w="5097">
                  <a:moveTo>
                    <a:pt x="0" y="0"/>
                  </a:moveTo>
                  <a:lnTo>
                    <a:pt x="158" y="59"/>
                  </a:lnTo>
                  <a:lnTo>
                    <a:pt x="593" y="217"/>
                  </a:lnTo>
                  <a:lnTo>
                    <a:pt x="1245" y="415"/>
                  </a:lnTo>
                  <a:lnTo>
                    <a:pt x="1620" y="514"/>
                  </a:lnTo>
                  <a:lnTo>
                    <a:pt x="2015" y="593"/>
                  </a:lnTo>
                  <a:lnTo>
                    <a:pt x="2430" y="672"/>
                  </a:lnTo>
                  <a:lnTo>
                    <a:pt x="2864" y="711"/>
                  </a:lnTo>
                  <a:lnTo>
                    <a:pt x="3299" y="731"/>
                  </a:lnTo>
                  <a:lnTo>
                    <a:pt x="3694" y="731"/>
                  </a:lnTo>
                  <a:lnTo>
                    <a:pt x="4069" y="691"/>
                  </a:lnTo>
                  <a:lnTo>
                    <a:pt x="4405" y="632"/>
                  </a:lnTo>
                  <a:lnTo>
                    <a:pt x="4681" y="553"/>
                  </a:lnTo>
                  <a:lnTo>
                    <a:pt x="4780" y="514"/>
                  </a:lnTo>
                  <a:lnTo>
                    <a:pt x="4879" y="454"/>
                  </a:lnTo>
                  <a:lnTo>
                    <a:pt x="4998" y="356"/>
                  </a:lnTo>
                  <a:lnTo>
                    <a:pt x="5077" y="296"/>
                  </a:lnTo>
                  <a:lnTo>
                    <a:pt x="5096" y="237"/>
                  </a:lnTo>
                  <a:lnTo>
                    <a:pt x="5077" y="198"/>
                  </a:lnTo>
                  <a:lnTo>
                    <a:pt x="5057" y="178"/>
                  </a:lnTo>
                  <a:lnTo>
                    <a:pt x="4978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34"/>
            <p:cNvSpPr/>
            <p:nvPr/>
          </p:nvSpPr>
          <p:spPr>
            <a:xfrm>
              <a:off x="4190692" y="-2054544"/>
              <a:ext cx="86908" cy="92096"/>
            </a:xfrm>
            <a:custGeom>
              <a:rect b="b" l="l" r="r" t="t"/>
              <a:pathLst>
                <a:path extrusionOk="0" h="2450" w="2312">
                  <a:moveTo>
                    <a:pt x="711" y="139"/>
                  </a:moveTo>
                  <a:lnTo>
                    <a:pt x="849" y="179"/>
                  </a:lnTo>
                  <a:lnTo>
                    <a:pt x="1205" y="258"/>
                  </a:lnTo>
                  <a:lnTo>
                    <a:pt x="1422" y="337"/>
                  </a:lnTo>
                  <a:lnTo>
                    <a:pt x="1639" y="416"/>
                  </a:lnTo>
                  <a:lnTo>
                    <a:pt x="1857" y="495"/>
                  </a:lnTo>
                  <a:lnTo>
                    <a:pt x="2015" y="613"/>
                  </a:lnTo>
                  <a:lnTo>
                    <a:pt x="2094" y="672"/>
                  </a:lnTo>
                  <a:lnTo>
                    <a:pt x="2133" y="751"/>
                  </a:lnTo>
                  <a:lnTo>
                    <a:pt x="2173" y="850"/>
                  </a:lnTo>
                  <a:lnTo>
                    <a:pt x="2193" y="969"/>
                  </a:lnTo>
                  <a:lnTo>
                    <a:pt x="2193" y="1107"/>
                  </a:lnTo>
                  <a:lnTo>
                    <a:pt x="2173" y="1225"/>
                  </a:lnTo>
                  <a:lnTo>
                    <a:pt x="2114" y="1502"/>
                  </a:lnTo>
                  <a:lnTo>
                    <a:pt x="2015" y="1778"/>
                  </a:lnTo>
                  <a:lnTo>
                    <a:pt x="1896" y="2015"/>
                  </a:lnTo>
                  <a:lnTo>
                    <a:pt x="1778" y="2193"/>
                  </a:lnTo>
                  <a:lnTo>
                    <a:pt x="1699" y="2252"/>
                  </a:lnTo>
                  <a:lnTo>
                    <a:pt x="1639" y="2292"/>
                  </a:lnTo>
                  <a:lnTo>
                    <a:pt x="1560" y="2312"/>
                  </a:lnTo>
                  <a:lnTo>
                    <a:pt x="1481" y="2312"/>
                  </a:lnTo>
                  <a:lnTo>
                    <a:pt x="1264" y="2272"/>
                  </a:lnTo>
                  <a:lnTo>
                    <a:pt x="1007" y="2213"/>
                  </a:lnTo>
                  <a:lnTo>
                    <a:pt x="770" y="2114"/>
                  </a:lnTo>
                  <a:lnTo>
                    <a:pt x="533" y="2015"/>
                  </a:lnTo>
                  <a:lnTo>
                    <a:pt x="316" y="1917"/>
                  </a:lnTo>
                  <a:lnTo>
                    <a:pt x="178" y="1838"/>
                  </a:lnTo>
                  <a:lnTo>
                    <a:pt x="138" y="1798"/>
                  </a:lnTo>
                  <a:lnTo>
                    <a:pt x="119" y="1759"/>
                  </a:lnTo>
                  <a:lnTo>
                    <a:pt x="138" y="1660"/>
                  </a:lnTo>
                  <a:lnTo>
                    <a:pt x="158" y="1462"/>
                  </a:lnTo>
                  <a:lnTo>
                    <a:pt x="217" y="1206"/>
                  </a:lnTo>
                  <a:lnTo>
                    <a:pt x="296" y="929"/>
                  </a:lnTo>
                  <a:lnTo>
                    <a:pt x="395" y="633"/>
                  </a:lnTo>
                  <a:lnTo>
                    <a:pt x="494" y="396"/>
                  </a:lnTo>
                  <a:lnTo>
                    <a:pt x="553" y="297"/>
                  </a:lnTo>
                  <a:lnTo>
                    <a:pt x="593" y="218"/>
                  </a:lnTo>
                  <a:lnTo>
                    <a:pt x="652" y="159"/>
                  </a:lnTo>
                  <a:lnTo>
                    <a:pt x="711" y="139"/>
                  </a:lnTo>
                  <a:close/>
                  <a:moveTo>
                    <a:pt x="652" y="1"/>
                  </a:moveTo>
                  <a:lnTo>
                    <a:pt x="593" y="40"/>
                  </a:lnTo>
                  <a:lnTo>
                    <a:pt x="533" y="99"/>
                  </a:lnTo>
                  <a:lnTo>
                    <a:pt x="474" y="179"/>
                  </a:lnTo>
                  <a:lnTo>
                    <a:pt x="415" y="297"/>
                  </a:lnTo>
                  <a:lnTo>
                    <a:pt x="296" y="574"/>
                  </a:lnTo>
                  <a:lnTo>
                    <a:pt x="198" y="890"/>
                  </a:lnTo>
                  <a:lnTo>
                    <a:pt x="119" y="1225"/>
                  </a:lnTo>
                  <a:lnTo>
                    <a:pt x="40" y="1502"/>
                  </a:lnTo>
                  <a:lnTo>
                    <a:pt x="0" y="1719"/>
                  </a:lnTo>
                  <a:lnTo>
                    <a:pt x="0" y="1838"/>
                  </a:lnTo>
                  <a:lnTo>
                    <a:pt x="20" y="1877"/>
                  </a:lnTo>
                  <a:lnTo>
                    <a:pt x="59" y="1917"/>
                  </a:lnTo>
                  <a:lnTo>
                    <a:pt x="217" y="2015"/>
                  </a:lnTo>
                  <a:lnTo>
                    <a:pt x="454" y="2134"/>
                  </a:lnTo>
                  <a:lnTo>
                    <a:pt x="711" y="2233"/>
                  </a:lnTo>
                  <a:lnTo>
                    <a:pt x="1007" y="2351"/>
                  </a:lnTo>
                  <a:lnTo>
                    <a:pt x="1284" y="2410"/>
                  </a:lnTo>
                  <a:lnTo>
                    <a:pt x="1521" y="2450"/>
                  </a:lnTo>
                  <a:lnTo>
                    <a:pt x="1620" y="2450"/>
                  </a:lnTo>
                  <a:lnTo>
                    <a:pt x="1699" y="2430"/>
                  </a:lnTo>
                  <a:lnTo>
                    <a:pt x="1778" y="2391"/>
                  </a:lnTo>
                  <a:lnTo>
                    <a:pt x="1857" y="2312"/>
                  </a:lnTo>
                  <a:lnTo>
                    <a:pt x="1936" y="2233"/>
                  </a:lnTo>
                  <a:lnTo>
                    <a:pt x="1995" y="2114"/>
                  </a:lnTo>
                  <a:lnTo>
                    <a:pt x="2133" y="1857"/>
                  </a:lnTo>
                  <a:lnTo>
                    <a:pt x="2232" y="1561"/>
                  </a:lnTo>
                  <a:lnTo>
                    <a:pt x="2311" y="1245"/>
                  </a:lnTo>
                  <a:lnTo>
                    <a:pt x="2311" y="1087"/>
                  </a:lnTo>
                  <a:lnTo>
                    <a:pt x="2311" y="949"/>
                  </a:lnTo>
                  <a:lnTo>
                    <a:pt x="2311" y="811"/>
                  </a:lnTo>
                  <a:lnTo>
                    <a:pt x="2272" y="712"/>
                  </a:lnTo>
                  <a:lnTo>
                    <a:pt x="2212" y="613"/>
                  </a:lnTo>
                  <a:lnTo>
                    <a:pt x="2133" y="534"/>
                  </a:lnTo>
                  <a:lnTo>
                    <a:pt x="1936" y="416"/>
                  </a:lnTo>
                  <a:lnTo>
                    <a:pt x="1718" y="317"/>
                  </a:lnTo>
                  <a:lnTo>
                    <a:pt x="1462" y="218"/>
                  </a:lnTo>
                  <a:lnTo>
                    <a:pt x="1225" y="159"/>
                  </a:lnTo>
                  <a:lnTo>
                    <a:pt x="830" y="40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34"/>
            <p:cNvSpPr/>
            <p:nvPr/>
          </p:nvSpPr>
          <p:spPr>
            <a:xfrm>
              <a:off x="4035478" y="-1510263"/>
              <a:ext cx="409167" cy="144797"/>
            </a:xfrm>
            <a:custGeom>
              <a:rect b="b" l="l" r="r" t="t"/>
              <a:pathLst>
                <a:path extrusionOk="0" h="3852" w="10885">
                  <a:moveTo>
                    <a:pt x="7665" y="0"/>
                  </a:moveTo>
                  <a:lnTo>
                    <a:pt x="6894" y="20"/>
                  </a:lnTo>
                  <a:lnTo>
                    <a:pt x="6084" y="59"/>
                  </a:lnTo>
                  <a:lnTo>
                    <a:pt x="5275" y="138"/>
                  </a:lnTo>
                  <a:lnTo>
                    <a:pt x="4485" y="217"/>
                  </a:lnTo>
                  <a:lnTo>
                    <a:pt x="3734" y="277"/>
                  </a:lnTo>
                  <a:lnTo>
                    <a:pt x="3043" y="316"/>
                  </a:lnTo>
                  <a:lnTo>
                    <a:pt x="2727" y="336"/>
                  </a:lnTo>
                  <a:lnTo>
                    <a:pt x="2430" y="316"/>
                  </a:lnTo>
                  <a:lnTo>
                    <a:pt x="1937" y="296"/>
                  </a:lnTo>
                  <a:lnTo>
                    <a:pt x="1502" y="277"/>
                  </a:lnTo>
                  <a:lnTo>
                    <a:pt x="1166" y="296"/>
                  </a:lnTo>
                  <a:lnTo>
                    <a:pt x="1008" y="316"/>
                  </a:lnTo>
                  <a:lnTo>
                    <a:pt x="870" y="356"/>
                  </a:lnTo>
                  <a:lnTo>
                    <a:pt x="751" y="395"/>
                  </a:lnTo>
                  <a:lnTo>
                    <a:pt x="633" y="474"/>
                  </a:lnTo>
                  <a:lnTo>
                    <a:pt x="534" y="533"/>
                  </a:lnTo>
                  <a:lnTo>
                    <a:pt x="455" y="632"/>
                  </a:lnTo>
                  <a:lnTo>
                    <a:pt x="356" y="751"/>
                  </a:lnTo>
                  <a:lnTo>
                    <a:pt x="277" y="889"/>
                  </a:lnTo>
                  <a:lnTo>
                    <a:pt x="218" y="1027"/>
                  </a:lnTo>
                  <a:lnTo>
                    <a:pt x="139" y="1205"/>
                  </a:lnTo>
                  <a:lnTo>
                    <a:pt x="80" y="1383"/>
                  </a:lnTo>
                  <a:lnTo>
                    <a:pt x="40" y="1560"/>
                  </a:lnTo>
                  <a:lnTo>
                    <a:pt x="21" y="1718"/>
                  </a:lnTo>
                  <a:lnTo>
                    <a:pt x="1" y="1876"/>
                  </a:lnTo>
                  <a:lnTo>
                    <a:pt x="1" y="2015"/>
                  </a:lnTo>
                  <a:lnTo>
                    <a:pt x="21" y="2153"/>
                  </a:lnTo>
                  <a:lnTo>
                    <a:pt x="60" y="2291"/>
                  </a:lnTo>
                  <a:lnTo>
                    <a:pt x="100" y="2410"/>
                  </a:lnTo>
                  <a:lnTo>
                    <a:pt x="159" y="2528"/>
                  </a:lnTo>
                  <a:lnTo>
                    <a:pt x="238" y="2647"/>
                  </a:lnTo>
                  <a:lnTo>
                    <a:pt x="317" y="2765"/>
                  </a:lnTo>
                  <a:lnTo>
                    <a:pt x="416" y="2864"/>
                  </a:lnTo>
                  <a:lnTo>
                    <a:pt x="613" y="3042"/>
                  </a:lnTo>
                  <a:lnTo>
                    <a:pt x="870" y="3200"/>
                  </a:lnTo>
                  <a:lnTo>
                    <a:pt x="1028" y="3279"/>
                  </a:lnTo>
                  <a:lnTo>
                    <a:pt x="1186" y="3338"/>
                  </a:lnTo>
                  <a:lnTo>
                    <a:pt x="1384" y="3397"/>
                  </a:lnTo>
                  <a:lnTo>
                    <a:pt x="1601" y="3457"/>
                  </a:lnTo>
                  <a:lnTo>
                    <a:pt x="2095" y="3536"/>
                  </a:lnTo>
                  <a:lnTo>
                    <a:pt x="2628" y="3595"/>
                  </a:lnTo>
                  <a:lnTo>
                    <a:pt x="3754" y="3694"/>
                  </a:lnTo>
                  <a:lnTo>
                    <a:pt x="4287" y="3733"/>
                  </a:lnTo>
                  <a:lnTo>
                    <a:pt x="4781" y="3792"/>
                  </a:lnTo>
                  <a:lnTo>
                    <a:pt x="5275" y="3832"/>
                  </a:lnTo>
                  <a:lnTo>
                    <a:pt x="5788" y="3852"/>
                  </a:lnTo>
                  <a:lnTo>
                    <a:pt x="6341" y="3852"/>
                  </a:lnTo>
                  <a:lnTo>
                    <a:pt x="6934" y="3812"/>
                  </a:lnTo>
                  <a:lnTo>
                    <a:pt x="7507" y="3753"/>
                  </a:lnTo>
                  <a:lnTo>
                    <a:pt x="8079" y="3674"/>
                  </a:lnTo>
                  <a:lnTo>
                    <a:pt x="8632" y="3575"/>
                  </a:lnTo>
                  <a:lnTo>
                    <a:pt x="9166" y="3437"/>
                  </a:lnTo>
                  <a:lnTo>
                    <a:pt x="9640" y="3299"/>
                  </a:lnTo>
                  <a:lnTo>
                    <a:pt x="10015" y="3180"/>
                  </a:lnTo>
                  <a:lnTo>
                    <a:pt x="10311" y="3062"/>
                  </a:lnTo>
                  <a:lnTo>
                    <a:pt x="10548" y="2943"/>
                  </a:lnTo>
                  <a:lnTo>
                    <a:pt x="10805" y="2805"/>
                  </a:lnTo>
                  <a:lnTo>
                    <a:pt x="10884" y="2746"/>
                  </a:lnTo>
                  <a:lnTo>
                    <a:pt x="10884" y="2627"/>
                  </a:lnTo>
                  <a:lnTo>
                    <a:pt x="10825" y="2351"/>
                  </a:lnTo>
                  <a:lnTo>
                    <a:pt x="10785" y="2153"/>
                  </a:lnTo>
                  <a:lnTo>
                    <a:pt x="10726" y="1936"/>
                  </a:lnTo>
                  <a:lnTo>
                    <a:pt x="10627" y="1718"/>
                  </a:lnTo>
                  <a:lnTo>
                    <a:pt x="10529" y="1481"/>
                  </a:lnTo>
                  <a:lnTo>
                    <a:pt x="10390" y="1225"/>
                  </a:lnTo>
                  <a:lnTo>
                    <a:pt x="10213" y="988"/>
                  </a:lnTo>
                  <a:lnTo>
                    <a:pt x="10015" y="770"/>
                  </a:lnTo>
                  <a:lnTo>
                    <a:pt x="9778" y="553"/>
                  </a:lnTo>
                  <a:lnTo>
                    <a:pt x="9640" y="454"/>
                  </a:lnTo>
                  <a:lnTo>
                    <a:pt x="9502" y="375"/>
                  </a:lnTo>
                  <a:lnTo>
                    <a:pt x="9344" y="296"/>
                  </a:lnTo>
                  <a:lnTo>
                    <a:pt x="9186" y="217"/>
                  </a:lnTo>
                  <a:lnTo>
                    <a:pt x="9008" y="158"/>
                  </a:lnTo>
                  <a:lnTo>
                    <a:pt x="8830" y="99"/>
                  </a:lnTo>
                  <a:lnTo>
                    <a:pt x="8632" y="59"/>
                  </a:lnTo>
                  <a:lnTo>
                    <a:pt x="8415" y="40"/>
                  </a:lnTo>
                  <a:lnTo>
                    <a:pt x="8040" y="20"/>
                  </a:lnTo>
                  <a:lnTo>
                    <a:pt x="766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34"/>
            <p:cNvSpPr/>
            <p:nvPr/>
          </p:nvSpPr>
          <p:spPr>
            <a:xfrm>
              <a:off x="4061491" y="-1489475"/>
              <a:ext cx="86156" cy="83938"/>
            </a:xfrm>
            <a:custGeom>
              <a:rect b="b" l="l" r="r" t="t"/>
              <a:pathLst>
                <a:path extrusionOk="0" h="2233" w="2292">
                  <a:moveTo>
                    <a:pt x="1106" y="119"/>
                  </a:moveTo>
                  <a:lnTo>
                    <a:pt x="1343" y="138"/>
                  </a:lnTo>
                  <a:lnTo>
                    <a:pt x="1580" y="138"/>
                  </a:lnTo>
                  <a:lnTo>
                    <a:pt x="1798" y="178"/>
                  </a:lnTo>
                  <a:lnTo>
                    <a:pt x="1956" y="237"/>
                  </a:lnTo>
                  <a:lnTo>
                    <a:pt x="2015" y="277"/>
                  </a:lnTo>
                  <a:lnTo>
                    <a:pt x="2074" y="356"/>
                  </a:lnTo>
                  <a:lnTo>
                    <a:pt x="2114" y="435"/>
                  </a:lnTo>
                  <a:lnTo>
                    <a:pt x="2153" y="533"/>
                  </a:lnTo>
                  <a:lnTo>
                    <a:pt x="2193" y="770"/>
                  </a:lnTo>
                  <a:lnTo>
                    <a:pt x="2193" y="1047"/>
                  </a:lnTo>
                  <a:lnTo>
                    <a:pt x="2153" y="1323"/>
                  </a:lnTo>
                  <a:lnTo>
                    <a:pt x="2133" y="1442"/>
                  </a:lnTo>
                  <a:lnTo>
                    <a:pt x="2074" y="1580"/>
                  </a:lnTo>
                  <a:lnTo>
                    <a:pt x="2035" y="1679"/>
                  </a:lnTo>
                  <a:lnTo>
                    <a:pt x="1956" y="1778"/>
                  </a:lnTo>
                  <a:lnTo>
                    <a:pt x="1877" y="1877"/>
                  </a:lnTo>
                  <a:lnTo>
                    <a:pt x="1798" y="1936"/>
                  </a:lnTo>
                  <a:lnTo>
                    <a:pt x="1699" y="1975"/>
                  </a:lnTo>
                  <a:lnTo>
                    <a:pt x="1580" y="2015"/>
                  </a:lnTo>
                  <a:lnTo>
                    <a:pt x="1343" y="2074"/>
                  </a:lnTo>
                  <a:lnTo>
                    <a:pt x="1067" y="2094"/>
                  </a:lnTo>
                  <a:lnTo>
                    <a:pt x="810" y="2114"/>
                  </a:lnTo>
                  <a:lnTo>
                    <a:pt x="553" y="2094"/>
                  </a:lnTo>
                  <a:lnTo>
                    <a:pt x="356" y="2054"/>
                  </a:lnTo>
                  <a:lnTo>
                    <a:pt x="217" y="1995"/>
                  </a:lnTo>
                  <a:lnTo>
                    <a:pt x="178" y="1956"/>
                  </a:lnTo>
                  <a:lnTo>
                    <a:pt x="158" y="1936"/>
                  </a:lnTo>
                  <a:lnTo>
                    <a:pt x="158" y="1798"/>
                  </a:lnTo>
                  <a:lnTo>
                    <a:pt x="158" y="1600"/>
                  </a:lnTo>
                  <a:lnTo>
                    <a:pt x="178" y="1343"/>
                  </a:lnTo>
                  <a:lnTo>
                    <a:pt x="217" y="1047"/>
                  </a:lnTo>
                  <a:lnTo>
                    <a:pt x="257" y="751"/>
                  </a:lnTo>
                  <a:lnTo>
                    <a:pt x="336" y="494"/>
                  </a:lnTo>
                  <a:lnTo>
                    <a:pt x="415" y="277"/>
                  </a:lnTo>
                  <a:lnTo>
                    <a:pt x="454" y="198"/>
                  </a:lnTo>
                  <a:lnTo>
                    <a:pt x="494" y="158"/>
                  </a:lnTo>
                  <a:lnTo>
                    <a:pt x="672" y="138"/>
                  </a:lnTo>
                  <a:lnTo>
                    <a:pt x="1106" y="119"/>
                  </a:lnTo>
                  <a:close/>
                  <a:moveTo>
                    <a:pt x="1067" y="0"/>
                  </a:moveTo>
                  <a:lnTo>
                    <a:pt x="593" y="20"/>
                  </a:lnTo>
                  <a:lnTo>
                    <a:pt x="395" y="40"/>
                  </a:lnTo>
                  <a:lnTo>
                    <a:pt x="336" y="99"/>
                  </a:lnTo>
                  <a:lnTo>
                    <a:pt x="277" y="178"/>
                  </a:lnTo>
                  <a:lnTo>
                    <a:pt x="198" y="415"/>
                  </a:lnTo>
                  <a:lnTo>
                    <a:pt x="119" y="711"/>
                  </a:lnTo>
                  <a:lnTo>
                    <a:pt x="59" y="1047"/>
                  </a:lnTo>
                  <a:lnTo>
                    <a:pt x="20" y="1363"/>
                  </a:lnTo>
                  <a:lnTo>
                    <a:pt x="0" y="1659"/>
                  </a:lnTo>
                  <a:lnTo>
                    <a:pt x="0" y="1896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59" y="2114"/>
                  </a:lnTo>
                  <a:lnTo>
                    <a:pt x="237" y="2173"/>
                  </a:lnTo>
                  <a:lnTo>
                    <a:pt x="454" y="2212"/>
                  </a:lnTo>
                  <a:lnTo>
                    <a:pt x="731" y="2232"/>
                  </a:lnTo>
                  <a:lnTo>
                    <a:pt x="1027" y="2232"/>
                  </a:lnTo>
                  <a:lnTo>
                    <a:pt x="1324" y="2193"/>
                  </a:lnTo>
                  <a:lnTo>
                    <a:pt x="1600" y="2133"/>
                  </a:lnTo>
                  <a:lnTo>
                    <a:pt x="1738" y="2094"/>
                  </a:lnTo>
                  <a:lnTo>
                    <a:pt x="1837" y="2035"/>
                  </a:lnTo>
                  <a:lnTo>
                    <a:pt x="1936" y="1975"/>
                  </a:lnTo>
                  <a:lnTo>
                    <a:pt x="2035" y="1877"/>
                  </a:lnTo>
                  <a:lnTo>
                    <a:pt x="2114" y="1758"/>
                  </a:lnTo>
                  <a:lnTo>
                    <a:pt x="2173" y="1640"/>
                  </a:lnTo>
                  <a:lnTo>
                    <a:pt x="2212" y="1501"/>
                  </a:lnTo>
                  <a:lnTo>
                    <a:pt x="2252" y="1343"/>
                  </a:lnTo>
                  <a:lnTo>
                    <a:pt x="2291" y="1047"/>
                  </a:lnTo>
                  <a:lnTo>
                    <a:pt x="2291" y="731"/>
                  </a:lnTo>
                  <a:lnTo>
                    <a:pt x="2272" y="593"/>
                  </a:lnTo>
                  <a:lnTo>
                    <a:pt x="2252" y="474"/>
                  </a:lnTo>
                  <a:lnTo>
                    <a:pt x="2212" y="356"/>
                  </a:lnTo>
                  <a:lnTo>
                    <a:pt x="2153" y="257"/>
                  </a:lnTo>
                  <a:lnTo>
                    <a:pt x="2094" y="178"/>
                  </a:lnTo>
                  <a:lnTo>
                    <a:pt x="2035" y="119"/>
                  </a:lnTo>
                  <a:lnTo>
                    <a:pt x="1857" y="59"/>
                  </a:lnTo>
                  <a:lnTo>
                    <a:pt x="1600" y="20"/>
                  </a:lnTo>
                  <a:lnTo>
                    <a:pt x="1343" y="20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34"/>
            <p:cNvSpPr/>
            <p:nvPr/>
          </p:nvSpPr>
          <p:spPr>
            <a:xfrm>
              <a:off x="4011006" y="-1882265"/>
              <a:ext cx="351955" cy="350489"/>
            </a:xfrm>
            <a:custGeom>
              <a:rect b="b" l="l" r="r" t="t"/>
              <a:pathLst>
                <a:path extrusionOk="0" h="9324" w="9363">
                  <a:moveTo>
                    <a:pt x="4859" y="376"/>
                  </a:moveTo>
                  <a:lnTo>
                    <a:pt x="5234" y="395"/>
                  </a:lnTo>
                  <a:lnTo>
                    <a:pt x="5610" y="455"/>
                  </a:lnTo>
                  <a:lnTo>
                    <a:pt x="5965" y="514"/>
                  </a:lnTo>
                  <a:lnTo>
                    <a:pt x="6163" y="573"/>
                  </a:lnTo>
                  <a:lnTo>
                    <a:pt x="6340" y="632"/>
                  </a:lnTo>
                  <a:lnTo>
                    <a:pt x="6696" y="771"/>
                  </a:lnTo>
                  <a:lnTo>
                    <a:pt x="7052" y="968"/>
                  </a:lnTo>
                  <a:lnTo>
                    <a:pt x="7387" y="1205"/>
                  </a:lnTo>
                  <a:lnTo>
                    <a:pt x="7684" y="1482"/>
                  </a:lnTo>
                  <a:lnTo>
                    <a:pt x="7980" y="1798"/>
                  </a:lnTo>
                  <a:lnTo>
                    <a:pt x="8237" y="2133"/>
                  </a:lnTo>
                  <a:lnTo>
                    <a:pt x="8454" y="2489"/>
                  </a:lnTo>
                  <a:lnTo>
                    <a:pt x="8651" y="2884"/>
                  </a:lnTo>
                  <a:lnTo>
                    <a:pt x="8790" y="3299"/>
                  </a:lnTo>
                  <a:lnTo>
                    <a:pt x="8849" y="3496"/>
                  </a:lnTo>
                  <a:lnTo>
                    <a:pt x="8908" y="3714"/>
                  </a:lnTo>
                  <a:lnTo>
                    <a:pt x="8928" y="3931"/>
                  </a:lnTo>
                  <a:lnTo>
                    <a:pt x="8948" y="4168"/>
                  </a:lnTo>
                  <a:lnTo>
                    <a:pt x="8967" y="4385"/>
                  </a:lnTo>
                  <a:lnTo>
                    <a:pt x="8948" y="4622"/>
                  </a:lnTo>
                  <a:lnTo>
                    <a:pt x="8928" y="4839"/>
                  </a:lnTo>
                  <a:lnTo>
                    <a:pt x="8908" y="5077"/>
                  </a:lnTo>
                  <a:lnTo>
                    <a:pt x="8849" y="5294"/>
                  </a:lnTo>
                  <a:lnTo>
                    <a:pt x="8790" y="5531"/>
                  </a:lnTo>
                  <a:lnTo>
                    <a:pt x="8711" y="5768"/>
                  </a:lnTo>
                  <a:lnTo>
                    <a:pt x="8612" y="6005"/>
                  </a:lnTo>
                  <a:lnTo>
                    <a:pt x="8493" y="6242"/>
                  </a:lnTo>
                  <a:lnTo>
                    <a:pt x="8375" y="6459"/>
                  </a:lnTo>
                  <a:lnTo>
                    <a:pt x="8237" y="6676"/>
                  </a:lnTo>
                  <a:lnTo>
                    <a:pt x="8098" y="6894"/>
                  </a:lnTo>
                  <a:lnTo>
                    <a:pt x="7940" y="7111"/>
                  </a:lnTo>
                  <a:lnTo>
                    <a:pt x="7782" y="7308"/>
                  </a:lnTo>
                  <a:lnTo>
                    <a:pt x="7605" y="7486"/>
                  </a:lnTo>
                  <a:lnTo>
                    <a:pt x="7427" y="7664"/>
                  </a:lnTo>
                  <a:lnTo>
                    <a:pt x="7249" y="7842"/>
                  </a:lnTo>
                  <a:lnTo>
                    <a:pt x="7052" y="8000"/>
                  </a:lnTo>
                  <a:lnTo>
                    <a:pt x="6854" y="8158"/>
                  </a:lnTo>
                  <a:lnTo>
                    <a:pt x="6637" y="8296"/>
                  </a:lnTo>
                  <a:lnTo>
                    <a:pt x="6439" y="8415"/>
                  </a:lnTo>
                  <a:lnTo>
                    <a:pt x="6222" y="8533"/>
                  </a:lnTo>
                  <a:lnTo>
                    <a:pt x="6005" y="8632"/>
                  </a:lnTo>
                  <a:lnTo>
                    <a:pt x="5768" y="8711"/>
                  </a:lnTo>
                  <a:lnTo>
                    <a:pt x="5531" y="8790"/>
                  </a:lnTo>
                  <a:lnTo>
                    <a:pt x="5313" y="8849"/>
                  </a:lnTo>
                  <a:lnTo>
                    <a:pt x="5076" y="8908"/>
                  </a:lnTo>
                  <a:lnTo>
                    <a:pt x="4820" y="8928"/>
                  </a:lnTo>
                  <a:lnTo>
                    <a:pt x="4583" y="8948"/>
                  </a:lnTo>
                  <a:lnTo>
                    <a:pt x="4345" y="8948"/>
                  </a:lnTo>
                  <a:lnTo>
                    <a:pt x="4089" y="8928"/>
                  </a:lnTo>
                  <a:lnTo>
                    <a:pt x="3852" y="8889"/>
                  </a:lnTo>
                  <a:lnTo>
                    <a:pt x="3595" y="8829"/>
                  </a:lnTo>
                  <a:lnTo>
                    <a:pt x="3338" y="8750"/>
                  </a:lnTo>
                  <a:lnTo>
                    <a:pt x="3101" y="8671"/>
                  </a:lnTo>
                  <a:lnTo>
                    <a:pt x="2844" y="8553"/>
                  </a:lnTo>
                  <a:lnTo>
                    <a:pt x="2607" y="8434"/>
                  </a:lnTo>
                  <a:lnTo>
                    <a:pt x="2351" y="8276"/>
                  </a:lnTo>
                  <a:lnTo>
                    <a:pt x="2114" y="8099"/>
                  </a:lnTo>
                  <a:lnTo>
                    <a:pt x="1857" y="7921"/>
                  </a:lnTo>
                  <a:lnTo>
                    <a:pt x="1521" y="7605"/>
                  </a:lnTo>
                  <a:lnTo>
                    <a:pt x="1343" y="7427"/>
                  </a:lnTo>
                  <a:lnTo>
                    <a:pt x="1165" y="7229"/>
                  </a:lnTo>
                  <a:lnTo>
                    <a:pt x="988" y="7012"/>
                  </a:lnTo>
                  <a:lnTo>
                    <a:pt x="830" y="6775"/>
                  </a:lnTo>
                  <a:lnTo>
                    <a:pt x="691" y="6518"/>
                  </a:lnTo>
                  <a:lnTo>
                    <a:pt x="573" y="6262"/>
                  </a:lnTo>
                  <a:lnTo>
                    <a:pt x="474" y="5965"/>
                  </a:lnTo>
                  <a:lnTo>
                    <a:pt x="395" y="5669"/>
                  </a:lnTo>
                  <a:lnTo>
                    <a:pt x="356" y="5333"/>
                  </a:lnTo>
                  <a:lnTo>
                    <a:pt x="356" y="4998"/>
                  </a:lnTo>
                  <a:lnTo>
                    <a:pt x="375" y="4622"/>
                  </a:lnTo>
                  <a:lnTo>
                    <a:pt x="454" y="4247"/>
                  </a:lnTo>
                  <a:lnTo>
                    <a:pt x="593" y="3832"/>
                  </a:lnTo>
                  <a:lnTo>
                    <a:pt x="770" y="3398"/>
                  </a:lnTo>
                  <a:lnTo>
                    <a:pt x="1007" y="2904"/>
                  </a:lnTo>
                  <a:lnTo>
                    <a:pt x="1264" y="2469"/>
                  </a:lnTo>
                  <a:lnTo>
                    <a:pt x="1541" y="2074"/>
                  </a:lnTo>
                  <a:lnTo>
                    <a:pt x="1837" y="1719"/>
                  </a:lnTo>
                  <a:lnTo>
                    <a:pt x="2133" y="1422"/>
                  </a:lnTo>
                  <a:lnTo>
                    <a:pt x="2449" y="1166"/>
                  </a:lnTo>
                  <a:lnTo>
                    <a:pt x="2765" y="948"/>
                  </a:lnTo>
                  <a:lnTo>
                    <a:pt x="3101" y="751"/>
                  </a:lnTo>
                  <a:lnTo>
                    <a:pt x="3437" y="613"/>
                  </a:lnTo>
                  <a:lnTo>
                    <a:pt x="3792" y="514"/>
                  </a:lnTo>
                  <a:lnTo>
                    <a:pt x="4148" y="435"/>
                  </a:lnTo>
                  <a:lnTo>
                    <a:pt x="4504" y="395"/>
                  </a:lnTo>
                  <a:lnTo>
                    <a:pt x="4859" y="376"/>
                  </a:lnTo>
                  <a:close/>
                  <a:moveTo>
                    <a:pt x="4899" y="0"/>
                  </a:moveTo>
                  <a:lnTo>
                    <a:pt x="4504" y="20"/>
                  </a:lnTo>
                  <a:lnTo>
                    <a:pt x="4108" y="59"/>
                  </a:lnTo>
                  <a:lnTo>
                    <a:pt x="3733" y="138"/>
                  </a:lnTo>
                  <a:lnTo>
                    <a:pt x="3358" y="257"/>
                  </a:lnTo>
                  <a:lnTo>
                    <a:pt x="2983" y="415"/>
                  </a:lnTo>
                  <a:lnTo>
                    <a:pt x="2627" y="613"/>
                  </a:lnTo>
                  <a:lnTo>
                    <a:pt x="2272" y="850"/>
                  </a:lnTo>
                  <a:lnTo>
                    <a:pt x="1936" y="1146"/>
                  </a:lnTo>
                  <a:lnTo>
                    <a:pt x="1600" y="1462"/>
                  </a:lnTo>
                  <a:lnTo>
                    <a:pt x="1284" y="1857"/>
                  </a:lnTo>
                  <a:lnTo>
                    <a:pt x="988" y="2272"/>
                  </a:lnTo>
                  <a:lnTo>
                    <a:pt x="711" y="2766"/>
                  </a:lnTo>
                  <a:lnTo>
                    <a:pt x="435" y="3299"/>
                  </a:lnTo>
                  <a:lnTo>
                    <a:pt x="257" y="3753"/>
                  </a:lnTo>
                  <a:lnTo>
                    <a:pt x="119" y="4207"/>
                  </a:lnTo>
                  <a:lnTo>
                    <a:pt x="20" y="4622"/>
                  </a:lnTo>
                  <a:lnTo>
                    <a:pt x="0" y="5017"/>
                  </a:lnTo>
                  <a:lnTo>
                    <a:pt x="0" y="5393"/>
                  </a:lnTo>
                  <a:lnTo>
                    <a:pt x="40" y="5748"/>
                  </a:lnTo>
                  <a:lnTo>
                    <a:pt x="119" y="6084"/>
                  </a:lnTo>
                  <a:lnTo>
                    <a:pt x="237" y="6400"/>
                  </a:lnTo>
                  <a:lnTo>
                    <a:pt x="375" y="6696"/>
                  </a:lnTo>
                  <a:lnTo>
                    <a:pt x="514" y="6953"/>
                  </a:lnTo>
                  <a:lnTo>
                    <a:pt x="691" y="7210"/>
                  </a:lnTo>
                  <a:lnTo>
                    <a:pt x="869" y="7447"/>
                  </a:lnTo>
                  <a:lnTo>
                    <a:pt x="1067" y="7664"/>
                  </a:lnTo>
                  <a:lnTo>
                    <a:pt x="1264" y="7862"/>
                  </a:lnTo>
                  <a:lnTo>
                    <a:pt x="1639" y="8197"/>
                  </a:lnTo>
                  <a:lnTo>
                    <a:pt x="1896" y="8415"/>
                  </a:lnTo>
                  <a:lnTo>
                    <a:pt x="2173" y="8592"/>
                  </a:lnTo>
                  <a:lnTo>
                    <a:pt x="2430" y="8750"/>
                  </a:lnTo>
                  <a:lnTo>
                    <a:pt x="2706" y="8908"/>
                  </a:lnTo>
                  <a:lnTo>
                    <a:pt x="2983" y="9027"/>
                  </a:lnTo>
                  <a:lnTo>
                    <a:pt x="3259" y="9126"/>
                  </a:lnTo>
                  <a:lnTo>
                    <a:pt x="3516" y="9205"/>
                  </a:lnTo>
                  <a:lnTo>
                    <a:pt x="3792" y="9264"/>
                  </a:lnTo>
                  <a:lnTo>
                    <a:pt x="4069" y="9303"/>
                  </a:lnTo>
                  <a:lnTo>
                    <a:pt x="4326" y="9323"/>
                  </a:lnTo>
                  <a:lnTo>
                    <a:pt x="4602" y="9323"/>
                  </a:lnTo>
                  <a:lnTo>
                    <a:pt x="4859" y="9303"/>
                  </a:lnTo>
                  <a:lnTo>
                    <a:pt x="5136" y="9264"/>
                  </a:lnTo>
                  <a:lnTo>
                    <a:pt x="5392" y="9224"/>
                  </a:lnTo>
                  <a:lnTo>
                    <a:pt x="5629" y="9165"/>
                  </a:lnTo>
                  <a:lnTo>
                    <a:pt x="5886" y="9086"/>
                  </a:lnTo>
                  <a:lnTo>
                    <a:pt x="6143" y="8987"/>
                  </a:lnTo>
                  <a:lnTo>
                    <a:pt x="6380" y="8869"/>
                  </a:lnTo>
                  <a:lnTo>
                    <a:pt x="6617" y="8750"/>
                  </a:lnTo>
                  <a:lnTo>
                    <a:pt x="6834" y="8612"/>
                  </a:lnTo>
                  <a:lnTo>
                    <a:pt x="7071" y="8454"/>
                  </a:lnTo>
                  <a:lnTo>
                    <a:pt x="7289" y="8296"/>
                  </a:lnTo>
                  <a:lnTo>
                    <a:pt x="7486" y="8118"/>
                  </a:lnTo>
                  <a:lnTo>
                    <a:pt x="7684" y="7941"/>
                  </a:lnTo>
                  <a:lnTo>
                    <a:pt x="7881" y="7743"/>
                  </a:lnTo>
                  <a:lnTo>
                    <a:pt x="8079" y="7546"/>
                  </a:lnTo>
                  <a:lnTo>
                    <a:pt x="8256" y="7328"/>
                  </a:lnTo>
                  <a:lnTo>
                    <a:pt x="8414" y="7091"/>
                  </a:lnTo>
                  <a:lnTo>
                    <a:pt x="8572" y="6854"/>
                  </a:lnTo>
                  <a:lnTo>
                    <a:pt x="8711" y="6617"/>
                  </a:lnTo>
                  <a:lnTo>
                    <a:pt x="8849" y="6380"/>
                  </a:lnTo>
                  <a:lnTo>
                    <a:pt x="8987" y="6123"/>
                  </a:lnTo>
                  <a:lnTo>
                    <a:pt x="9086" y="5867"/>
                  </a:lnTo>
                  <a:lnTo>
                    <a:pt x="9165" y="5610"/>
                  </a:lnTo>
                  <a:lnTo>
                    <a:pt x="9244" y="5353"/>
                  </a:lnTo>
                  <a:lnTo>
                    <a:pt x="9303" y="5116"/>
                  </a:lnTo>
                  <a:lnTo>
                    <a:pt x="9343" y="4859"/>
                  </a:lnTo>
                  <a:lnTo>
                    <a:pt x="9363" y="4602"/>
                  </a:lnTo>
                  <a:lnTo>
                    <a:pt x="9363" y="4365"/>
                  </a:lnTo>
                  <a:lnTo>
                    <a:pt x="9363" y="4109"/>
                  </a:lnTo>
                  <a:lnTo>
                    <a:pt x="9323" y="3872"/>
                  </a:lnTo>
                  <a:lnTo>
                    <a:pt x="9303" y="3635"/>
                  </a:lnTo>
                  <a:lnTo>
                    <a:pt x="9244" y="3398"/>
                  </a:lnTo>
                  <a:lnTo>
                    <a:pt x="9185" y="3180"/>
                  </a:lnTo>
                  <a:lnTo>
                    <a:pt x="9106" y="2943"/>
                  </a:lnTo>
                  <a:lnTo>
                    <a:pt x="9027" y="2726"/>
                  </a:lnTo>
                  <a:lnTo>
                    <a:pt x="8928" y="2509"/>
                  </a:lnTo>
                  <a:lnTo>
                    <a:pt x="8809" y="2311"/>
                  </a:lnTo>
                  <a:lnTo>
                    <a:pt x="8572" y="1916"/>
                  </a:lnTo>
                  <a:lnTo>
                    <a:pt x="8296" y="1541"/>
                  </a:lnTo>
                  <a:lnTo>
                    <a:pt x="7980" y="1205"/>
                  </a:lnTo>
                  <a:lnTo>
                    <a:pt x="7644" y="909"/>
                  </a:lnTo>
                  <a:lnTo>
                    <a:pt x="7289" y="652"/>
                  </a:lnTo>
                  <a:lnTo>
                    <a:pt x="6913" y="435"/>
                  </a:lnTo>
                  <a:lnTo>
                    <a:pt x="6716" y="336"/>
                  </a:lnTo>
                  <a:lnTo>
                    <a:pt x="6518" y="257"/>
                  </a:lnTo>
                  <a:lnTo>
                    <a:pt x="6321" y="198"/>
                  </a:lnTo>
                  <a:lnTo>
                    <a:pt x="6103" y="158"/>
                  </a:lnTo>
                  <a:lnTo>
                    <a:pt x="5708" y="79"/>
                  </a:lnTo>
                  <a:lnTo>
                    <a:pt x="5313" y="20"/>
                  </a:lnTo>
                  <a:lnTo>
                    <a:pt x="48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34"/>
            <p:cNvSpPr/>
            <p:nvPr/>
          </p:nvSpPr>
          <p:spPr>
            <a:xfrm>
              <a:off x="4556002" y="-1142735"/>
              <a:ext cx="752" cy="789"/>
            </a:xfrm>
            <a:custGeom>
              <a:rect b="b" l="l" r="r" t="t"/>
              <a:pathLst>
                <a:path extrusionOk="0" h="21" w="20">
                  <a:moveTo>
                    <a:pt x="20" y="20"/>
                  </a:move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34"/>
            <p:cNvSpPr/>
            <p:nvPr/>
          </p:nvSpPr>
          <p:spPr>
            <a:xfrm>
              <a:off x="4619831" y="-1325390"/>
              <a:ext cx="38" cy="789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34"/>
            <p:cNvSpPr/>
            <p:nvPr/>
          </p:nvSpPr>
          <p:spPr>
            <a:xfrm>
              <a:off x="4475782" y="-1401136"/>
              <a:ext cx="160434" cy="330454"/>
            </a:xfrm>
            <a:custGeom>
              <a:rect b="b" l="l" r="r" t="t"/>
              <a:pathLst>
                <a:path extrusionOk="0" h="8791" w="4268">
                  <a:moveTo>
                    <a:pt x="2450" y="5551"/>
                  </a:moveTo>
                  <a:lnTo>
                    <a:pt x="2470" y="5610"/>
                  </a:lnTo>
                  <a:lnTo>
                    <a:pt x="2490" y="5669"/>
                  </a:lnTo>
                  <a:lnTo>
                    <a:pt x="2509" y="5669"/>
                  </a:lnTo>
                  <a:lnTo>
                    <a:pt x="2529" y="5650"/>
                  </a:lnTo>
                  <a:lnTo>
                    <a:pt x="2529" y="5610"/>
                  </a:lnTo>
                  <a:lnTo>
                    <a:pt x="2569" y="5590"/>
                  </a:lnTo>
                  <a:lnTo>
                    <a:pt x="2529" y="5590"/>
                  </a:lnTo>
                  <a:lnTo>
                    <a:pt x="2509" y="5571"/>
                  </a:lnTo>
                  <a:lnTo>
                    <a:pt x="2470" y="5551"/>
                  </a:lnTo>
                  <a:close/>
                  <a:moveTo>
                    <a:pt x="3062" y="1"/>
                  </a:moveTo>
                  <a:lnTo>
                    <a:pt x="3082" y="40"/>
                  </a:lnTo>
                  <a:lnTo>
                    <a:pt x="3082" y="60"/>
                  </a:lnTo>
                  <a:lnTo>
                    <a:pt x="3043" y="119"/>
                  </a:lnTo>
                  <a:lnTo>
                    <a:pt x="3043" y="139"/>
                  </a:lnTo>
                  <a:lnTo>
                    <a:pt x="3043" y="159"/>
                  </a:lnTo>
                  <a:lnTo>
                    <a:pt x="3023" y="198"/>
                  </a:lnTo>
                  <a:lnTo>
                    <a:pt x="3003" y="238"/>
                  </a:lnTo>
                  <a:lnTo>
                    <a:pt x="2944" y="297"/>
                  </a:lnTo>
                  <a:lnTo>
                    <a:pt x="2924" y="317"/>
                  </a:lnTo>
                  <a:lnTo>
                    <a:pt x="2924" y="336"/>
                  </a:lnTo>
                  <a:lnTo>
                    <a:pt x="2924" y="376"/>
                  </a:lnTo>
                  <a:lnTo>
                    <a:pt x="2964" y="415"/>
                  </a:lnTo>
                  <a:lnTo>
                    <a:pt x="3003" y="396"/>
                  </a:lnTo>
                  <a:lnTo>
                    <a:pt x="3043" y="396"/>
                  </a:lnTo>
                  <a:lnTo>
                    <a:pt x="3062" y="415"/>
                  </a:lnTo>
                  <a:lnTo>
                    <a:pt x="3023" y="435"/>
                  </a:lnTo>
                  <a:lnTo>
                    <a:pt x="3003" y="455"/>
                  </a:lnTo>
                  <a:lnTo>
                    <a:pt x="2983" y="475"/>
                  </a:lnTo>
                  <a:lnTo>
                    <a:pt x="2964" y="475"/>
                  </a:lnTo>
                  <a:lnTo>
                    <a:pt x="2944" y="435"/>
                  </a:lnTo>
                  <a:lnTo>
                    <a:pt x="2904" y="514"/>
                  </a:lnTo>
                  <a:lnTo>
                    <a:pt x="2885" y="554"/>
                  </a:lnTo>
                  <a:lnTo>
                    <a:pt x="2964" y="593"/>
                  </a:lnTo>
                  <a:lnTo>
                    <a:pt x="2983" y="633"/>
                  </a:lnTo>
                  <a:lnTo>
                    <a:pt x="3003" y="652"/>
                  </a:lnTo>
                  <a:lnTo>
                    <a:pt x="2964" y="672"/>
                  </a:lnTo>
                  <a:lnTo>
                    <a:pt x="2944" y="672"/>
                  </a:lnTo>
                  <a:lnTo>
                    <a:pt x="2904" y="652"/>
                  </a:lnTo>
                  <a:lnTo>
                    <a:pt x="2865" y="613"/>
                  </a:lnTo>
                  <a:lnTo>
                    <a:pt x="2845" y="593"/>
                  </a:lnTo>
                  <a:lnTo>
                    <a:pt x="2806" y="613"/>
                  </a:lnTo>
                  <a:lnTo>
                    <a:pt x="2825" y="731"/>
                  </a:lnTo>
                  <a:lnTo>
                    <a:pt x="2766" y="731"/>
                  </a:lnTo>
                  <a:lnTo>
                    <a:pt x="2727" y="771"/>
                  </a:lnTo>
                  <a:lnTo>
                    <a:pt x="2707" y="830"/>
                  </a:lnTo>
                  <a:lnTo>
                    <a:pt x="2707" y="949"/>
                  </a:lnTo>
                  <a:lnTo>
                    <a:pt x="2707" y="1067"/>
                  </a:lnTo>
                  <a:lnTo>
                    <a:pt x="2707" y="1126"/>
                  </a:lnTo>
                  <a:lnTo>
                    <a:pt x="2687" y="1186"/>
                  </a:lnTo>
                  <a:lnTo>
                    <a:pt x="2648" y="1146"/>
                  </a:lnTo>
                  <a:lnTo>
                    <a:pt x="2628" y="1087"/>
                  </a:lnTo>
                  <a:lnTo>
                    <a:pt x="2628" y="1028"/>
                  </a:lnTo>
                  <a:lnTo>
                    <a:pt x="2628" y="988"/>
                  </a:lnTo>
                  <a:lnTo>
                    <a:pt x="2608" y="988"/>
                  </a:lnTo>
                  <a:lnTo>
                    <a:pt x="2588" y="1008"/>
                  </a:lnTo>
                  <a:lnTo>
                    <a:pt x="2569" y="1067"/>
                  </a:lnTo>
                  <a:lnTo>
                    <a:pt x="2569" y="1107"/>
                  </a:lnTo>
                  <a:lnTo>
                    <a:pt x="2549" y="1126"/>
                  </a:lnTo>
                  <a:lnTo>
                    <a:pt x="2529" y="1146"/>
                  </a:lnTo>
                  <a:lnTo>
                    <a:pt x="2509" y="1205"/>
                  </a:lnTo>
                  <a:lnTo>
                    <a:pt x="2529" y="1245"/>
                  </a:lnTo>
                  <a:lnTo>
                    <a:pt x="2549" y="1284"/>
                  </a:lnTo>
                  <a:lnTo>
                    <a:pt x="2588" y="1304"/>
                  </a:lnTo>
                  <a:lnTo>
                    <a:pt x="2588" y="1344"/>
                  </a:lnTo>
                  <a:lnTo>
                    <a:pt x="2549" y="1344"/>
                  </a:lnTo>
                  <a:lnTo>
                    <a:pt x="2509" y="1324"/>
                  </a:lnTo>
                  <a:lnTo>
                    <a:pt x="2529" y="1383"/>
                  </a:lnTo>
                  <a:lnTo>
                    <a:pt x="2529" y="1442"/>
                  </a:lnTo>
                  <a:lnTo>
                    <a:pt x="2509" y="1541"/>
                  </a:lnTo>
                  <a:lnTo>
                    <a:pt x="2450" y="1521"/>
                  </a:lnTo>
                  <a:lnTo>
                    <a:pt x="2470" y="1640"/>
                  </a:lnTo>
                  <a:lnTo>
                    <a:pt x="2509" y="1640"/>
                  </a:lnTo>
                  <a:lnTo>
                    <a:pt x="2569" y="1680"/>
                  </a:lnTo>
                  <a:lnTo>
                    <a:pt x="2549" y="1699"/>
                  </a:lnTo>
                  <a:lnTo>
                    <a:pt x="2608" y="1680"/>
                  </a:lnTo>
                  <a:lnTo>
                    <a:pt x="2628" y="1660"/>
                  </a:lnTo>
                  <a:lnTo>
                    <a:pt x="2628" y="1561"/>
                  </a:lnTo>
                  <a:lnTo>
                    <a:pt x="2648" y="1521"/>
                  </a:lnTo>
                  <a:lnTo>
                    <a:pt x="2648" y="1482"/>
                  </a:lnTo>
                  <a:lnTo>
                    <a:pt x="2687" y="1442"/>
                  </a:lnTo>
                  <a:lnTo>
                    <a:pt x="2746" y="1442"/>
                  </a:lnTo>
                  <a:lnTo>
                    <a:pt x="2766" y="1462"/>
                  </a:lnTo>
                  <a:lnTo>
                    <a:pt x="2786" y="1462"/>
                  </a:lnTo>
                  <a:lnTo>
                    <a:pt x="2806" y="1482"/>
                  </a:lnTo>
                  <a:lnTo>
                    <a:pt x="2786" y="1502"/>
                  </a:lnTo>
                  <a:lnTo>
                    <a:pt x="2746" y="1502"/>
                  </a:lnTo>
                  <a:lnTo>
                    <a:pt x="2806" y="1541"/>
                  </a:lnTo>
                  <a:lnTo>
                    <a:pt x="2825" y="1561"/>
                  </a:lnTo>
                  <a:lnTo>
                    <a:pt x="2825" y="1541"/>
                  </a:lnTo>
                  <a:lnTo>
                    <a:pt x="2865" y="1561"/>
                  </a:lnTo>
                  <a:lnTo>
                    <a:pt x="2885" y="1581"/>
                  </a:lnTo>
                  <a:lnTo>
                    <a:pt x="2904" y="1640"/>
                  </a:lnTo>
                  <a:lnTo>
                    <a:pt x="2885" y="1699"/>
                  </a:lnTo>
                  <a:lnTo>
                    <a:pt x="2885" y="1759"/>
                  </a:lnTo>
                  <a:lnTo>
                    <a:pt x="2825" y="1759"/>
                  </a:lnTo>
                  <a:lnTo>
                    <a:pt x="2806" y="1719"/>
                  </a:lnTo>
                  <a:lnTo>
                    <a:pt x="2786" y="1660"/>
                  </a:lnTo>
                  <a:lnTo>
                    <a:pt x="2766" y="1600"/>
                  </a:lnTo>
                  <a:lnTo>
                    <a:pt x="2766" y="1660"/>
                  </a:lnTo>
                  <a:lnTo>
                    <a:pt x="2766" y="1680"/>
                  </a:lnTo>
                  <a:lnTo>
                    <a:pt x="2746" y="1699"/>
                  </a:lnTo>
                  <a:lnTo>
                    <a:pt x="2667" y="1660"/>
                  </a:lnTo>
                  <a:lnTo>
                    <a:pt x="2687" y="1719"/>
                  </a:lnTo>
                  <a:lnTo>
                    <a:pt x="2707" y="1739"/>
                  </a:lnTo>
                  <a:lnTo>
                    <a:pt x="2746" y="1739"/>
                  </a:lnTo>
                  <a:lnTo>
                    <a:pt x="2806" y="1778"/>
                  </a:lnTo>
                  <a:lnTo>
                    <a:pt x="2825" y="1798"/>
                  </a:lnTo>
                  <a:lnTo>
                    <a:pt x="2845" y="1818"/>
                  </a:lnTo>
                  <a:lnTo>
                    <a:pt x="2825" y="1838"/>
                  </a:lnTo>
                  <a:lnTo>
                    <a:pt x="2786" y="1857"/>
                  </a:lnTo>
                  <a:lnTo>
                    <a:pt x="2746" y="1877"/>
                  </a:lnTo>
                  <a:lnTo>
                    <a:pt x="2746" y="1838"/>
                  </a:lnTo>
                  <a:lnTo>
                    <a:pt x="2727" y="1897"/>
                  </a:lnTo>
                  <a:lnTo>
                    <a:pt x="2727" y="1936"/>
                  </a:lnTo>
                  <a:lnTo>
                    <a:pt x="2727" y="1976"/>
                  </a:lnTo>
                  <a:lnTo>
                    <a:pt x="2727" y="2015"/>
                  </a:lnTo>
                  <a:lnTo>
                    <a:pt x="2667" y="2015"/>
                  </a:lnTo>
                  <a:lnTo>
                    <a:pt x="2687" y="1976"/>
                  </a:lnTo>
                  <a:lnTo>
                    <a:pt x="2667" y="1936"/>
                  </a:lnTo>
                  <a:lnTo>
                    <a:pt x="2628" y="1877"/>
                  </a:lnTo>
                  <a:lnTo>
                    <a:pt x="2628" y="1857"/>
                  </a:lnTo>
                  <a:lnTo>
                    <a:pt x="2549" y="1857"/>
                  </a:lnTo>
                  <a:lnTo>
                    <a:pt x="2529" y="1838"/>
                  </a:lnTo>
                  <a:lnTo>
                    <a:pt x="2490" y="1818"/>
                  </a:lnTo>
                  <a:lnTo>
                    <a:pt x="2411" y="1680"/>
                  </a:lnTo>
                  <a:lnTo>
                    <a:pt x="2411" y="1719"/>
                  </a:lnTo>
                  <a:lnTo>
                    <a:pt x="2391" y="1739"/>
                  </a:lnTo>
                  <a:lnTo>
                    <a:pt x="2371" y="1778"/>
                  </a:lnTo>
                  <a:lnTo>
                    <a:pt x="2332" y="1778"/>
                  </a:lnTo>
                  <a:lnTo>
                    <a:pt x="2351" y="1818"/>
                  </a:lnTo>
                  <a:lnTo>
                    <a:pt x="2332" y="1857"/>
                  </a:lnTo>
                  <a:lnTo>
                    <a:pt x="2312" y="1917"/>
                  </a:lnTo>
                  <a:lnTo>
                    <a:pt x="2272" y="1976"/>
                  </a:lnTo>
                  <a:lnTo>
                    <a:pt x="2292" y="2015"/>
                  </a:lnTo>
                  <a:lnTo>
                    <a:pt x="2312" y="2055"/>
                  </a:lnTo>
                  <a:lnTo>
                    <a:pt x="2292" y="2055"/>
                  </a:lnTo>
                  <a:lnTo>
                    <a:pt x="2272" y="2035"/>
                  </a:lnTo>
                  <a:lnTo>
                    <a:pt x="2253" y="2015"/>
                  </a:lnTo>
                  <a:lnTo>
                    <a:pt x="2253" y="2035"/>
                  </a:lnTo>
                  <a:lnTo>
                    <a:pt x="2193" y="2154"/>
                  </a:lnTo>
                  <a:lnTo>
                    <a:pt x="2193" y="2233"/>
                  </a:lnTo>
                  <a:lnTo>
                    <a:pt x="2193" y="2312"/>
                  </a:lnTo>
                  <a:lnTo>
                    <a:pt x="2174" y="2331"/>
                  </a:lnTo>
                  <a:lnTo>
                    <a:pt x="2154" y="2331"/>
                  </a:lnTo>
                  <a:lnTo>
                    <a:pt x="2095" y="2312"/>
                  </a:lnTo>
                  <a:lnTo>
                    <a:pt x="2055" y="2391"/>
                  </a:lnTo>
                  <a:lnTo>
                    <a:pt x="2035" y="2450"/>
                  </a:lnTo>
                  <a:lnTo>
                    <a:pt x="2035" y="2588"/>
                  </a:lnTo>
                  <a:lnTo>
                    <a:pt x="2035" y="2726"/>
                  </a:lnTo>
                  <a:lnTo>
                    <a:pt x="2016" y="2805"/>
                  </a:lnTo>
                  <a:lnTo>
                    <a:pt x="1976" y="2884"/>
                  </a:lnTo>
                  <a:lnTo>
                    <a:pt x="1956" y="2825"/>
                  </a:lnTo>
                  <a:lnTo>
                    <a:pt x="1917" y="2884"/>
                  </a:lnTo>
                  <a:lnTo>
                    <a:pt x="1917" y="2924"/>
                  </a:lnTo>
                  <a:lnTo>
                    <a:pt x="1937" y="2944"/>
                  </a:lnTo>
                  <a:lnTo>
                    <a:pt x="1877" y="2963"/>
                  </a:lnTo>
                  <a:lnTo>
                    <a:pt x="1858" y="2983"/>
                  </a:lnTo>
                  <a:lnTo>
                    <a:pt x="1858" y="3062"/>
                  </a:lnTo>
                  <a:lnTo>
                    <a:pt x="1838" y="3121"/>
                  </a:lnTo>
                  <a:lnTo>
                    <a:pt x="1838" y="3161"/>
                  </a:lnTo>
                  <a:lnTo>
                    <a:pt x="1798" y="3181"/>
                  </a:lnTo>
                  <a:lnTo>
                    <a:pt x="1759" y="3200"/>
                  </a:lnTo>
                  <a:lnTo>
                    <a:pt x="1739" y="3240"/>
                  </a:lnTo>
                  <a:lnTo>
                    <a:pt x="1719" y="3260"/>
                  </a:lnTo>
                  <a:lnTo>
                    <a:pt x="1739" y="3319"/>
                  </a:lnTo>
                  <a:lnTo>
                    <a:pt x="1778" y="3378"/>
                  </a:lnTo>
                  <a:lnTo>
                    <a:pt x="1798" y="3437"/>
                  </a:lnTo>
                  <a:lnTo>
                    <a:pt x="1739" y="3398"/>
                  </a:lnTo>
                  <a:lnTo>
                    <a:pt x="1680" y="3398"/>
                  </a:lnTo>
                  <a:lnTo>
                    <a:pt x="1620" y="3615"/>
                  </a:lnTo>
                  <a:lnTo>
                    <a:pt x="1581" y="3813"/>
                  </a:lnTo>
                  <a:lnTo>
                    <a:pt x="1443" y="4208"/>
                  </a:lnTo>
                  <a:lnTo>
                    <a:pt x="1423" y="4188"/>
                  </a:lnTo>
                  <a:lnTo>
                    <a:pt x="1403" y="4247"/>
                  </a:lnTo>
                  <a:lnTo>
                    <a:pt x="1383" y="4326"/>
                  </a:lnTo>
                  <a:lnTo>
                    <a:pt x="1364" y="4465"/>
                  </a:lnTo>
                  <a:lnTo>
                    <a:pt x="1344" y="4623"/>
                  </a:lnTo>
                  <a:lnTo>
                    <a:pt x="1324" y="4682"/>
                  </a:lnTo>
                  <a:lnTo>
                    <a:pt x="1285" y="4741"/>
                  </a:lnTo>
                  <a:lnTo>
                    <a:pt x="1304" y="4820"/>
                  </a:lnTo>
                  <a:lnTo>
                    <a:pt x="1324" y="4860"/>
                  </a:lnTo>
                  <a:lnTo>
                    <a:pt x="1423" y="4860"/>
                  </a:lnTo>
                  <a:lnTo>
                    <a:pt x="1502" y="4879"/>
                  </a:lnTo>
                  <a:lnTo>
                    <a:pt x="1502" y="4919"/>
                  </a:lnTo>
                  <a:lnTo>
                    <a:pt x="1482" y="4958"/>
                  </a:lnTo>
                  <a:lnTo>
                    <a:pt x="1383" y="4958"/>
                  </a:lnTo>
                  <a:lnTo>
                    <a:pt x="1364" y="4978"/>
                  </a:lnTo>
                  <a:lnTo>
                    <a:pt x="1364" y="4998"/>
                  </a:lnTo>
                  <a:lnTo>
                    <a:pt x="1304" y="4978"/>
                  </a:lnTo>
                  <a:lnTo>
                    <a:pt x="1265" y="4939"/>
                  </a:lnTo>
                  <a:lnTo>
                    <a:pt x="1245" y="4899"/>
                  </a:lnTo>
                  <a:lnTo>
                    <a:pt x="1206" y="4879"/>
                  </a:lnTo>
                  <a:lnTo>
                    <a:pt x="1225" y="5037"/>
                  </a:lnTo>
                  <a:lnTo>
                    <a:pt x="1186" y="5077"/>
                  </a:lnTo>
                  <a:lnTo>
                    <a:pt x="1166" y="5136"/>
                  </a:lnTo>
                  <a:lnTo>
                    <a:pt x="1146" y="5195"/>
                  </a:lnTo>
                  <a:lnTo>
                    <a:pt x="1107" y="5235"/>
                  </a:lnTo>
                  <a:lnTo>
                    <a:pt x="1107" y="5215"/>
                  </a:lnTo>
                  <a:lnTo>
                    <a:pt x="1087" y="5195"/>
                  </a:lnTo>
                  <a:lnTo>
                    <a:pt x="1067" y="5176"/>
                  </a:lnTo>
                  <a:lnTo>
                    <a:pt x="1087" y="5156"/>
                  </a:lnTo>
                  <a:lnTo>
                    <a:pt x="1107" y="5176"/>
                  </a:lnTo>
                  <a:lnTo>
                    <a:pt x="1127" y="5116"/>
                  </a:lnTo>
                  <a:lnTo>
                    <a:pt x="1127" y="5097"/>
                  </a:lnTo>
                  <a:lnTo>
                    <a:pt x="1107" y="5057"/>
                  </a:lnTo>
                  <a:lnTo>
                    <a:pt x="1087" y="5018"/>
                  </a:lnTo>
                  <a:lnTo>
                    <a:pt x="1067" y="5156"/>
                  </a:lnTo>
                  <a:lnTo>
                    <a:pt x="1048" y="5235"/>
                  </a:lnTo>
                  <a:lnTo>
                    <a:pt x="1008" y="5274"/>
                  </a:lnTo>
                  <a:lnTo>
                    <a:pt x="1048" y="5294"/>
                  </a:lnTo>
                  <a:lnTo>
                    <a:pt x="1048" y="5334"/>
                  </a:lnTo>
                  <a:lnTo>
                    <a:pt x="1048" y="5373"/>
                  </a:lnTo>
                  <a:lnTo>
                    <a:pt x="1067" y="5393"/>
                  </a:lnTo>
                  <a:lnTo>
                    <a:pt x="1048" y="5393"/>
                  </a:lnTo>
                  <a:lnTo>
                    <a:pt x="1067" y="5413"/>
                  </a:lnTo>
                  <a:lnTo>
                    <a:pt x="1087" y="5452"/>
                  </a:lnTo>
                  <a:lnTo>
                    <a:pt x="1087" y="5492"/>
                  </a:lnTo>
                  <a:lnTo>
                    <a:pt x="988" y="5472"/>
                  </a:lnTo>
                  <a:lnTo>
                    <a:pt x="988" y="5492"/>
                  </a:lnTo>
                  <a:lnTo>
                    <a:pt x="1028" y="5492"/>
                  </a:lnTo>
                  <a:lnTo>
                    <a:pt x="1048" y="5511"/>
                  </a:lnTo>
                  <a:lnTo>
                    <a:pt x="1028" y="5571"/>
                  </a:lnTo>
                  <a:lnTo>
                    <a:pt x="1008" y="5650"/>
                  </a:lnTo>
                  <a:lnTo>
                    <a:pt x="949" y="5709"/>
                  </a:lnTo>
                  <a:lnTo>
                    <a:pt x="909" y="5729"/>
                  </a:lnTo>
                  <a:lnTo>
                    <a:pt x="870" y="5729"/>
                  </a:lnTo>
                  <a:lnTo>
                    <a:pt x="870" y="5768"/>
                  </a:lnTo>
                  <a:lnTo>
                    <a:pt x="890" y="5808"/>
                  </a:lnTo>
                  <a:lnTo>
                    <a:pt x="890" y="5827"/>
                  </a:lnTo>
                  <a:lnTo>
                    <a:pt x="870" y="5867"/>
                  </a:lnTo>
                  <a:lnTo>
                    <a:pt x="830" y="5827"/>
                  </a:lnTo>
                  <a:lnTo>
                    <a:pt x="751" y="6025"/>
                  </a:lnTo>
                  <a:lnTo>
                    <a:pt x="692" y="6143"/>
                  </a:lnTo>
                  <a:lnTo>
                    <a:pt x="633" y="6222"/>
                  </a:lnTo>
                  <a:lnTo>
                    <a:pt x="613" y="6361"/>
                  </a:lnTo>
                  <a:lnTo>
                    <a:pt x="613" y="6440"/>
                  </a:lnTo>
                  <a:lnTo>
                    <a:pt x="633" y="6499"/>
                  </a:lnTo>
                  <a:lnTo>
                    <a:pt x="653" y="6479"/>
                  </a:lnTo>
                  <a:lnTo>
                    <a:pt x="672" y="6460"/>
                  </a:lnTo>
                  <a:lnTo>
                    <a:pt x="692" y="6440"/>
                  </a:lnTo>
                  <a:lnTo>
                    <a:pt x="732" y="6479"/>
                  </a:lnTo>
                  <a:lnTo>
                    <a:pt x="751" y="6519"/>
                  </a:lnTo>
                  <a:lnTo>
                    <a:pt x="751" y="6539"/>
                  </a:lnTo>
                  <a:lnTo>
                    <a:pt x="732" y="6598"/>
                  </a:lnTo>
                  <a:lnTo>
                    <a:pt x="692" y="6598"/>
                  </a:lnTo>
                  <a:lnTo>
                    <a:pt x="672" y="6618"/>
                  </a:lnTo>
                  <a:lnTo>
                    <a:pt x="653" y="6637"/>
                  </a:lnTo>
                  <a:lnTo>
                    <a:pt x="633" y="6598"/>
                  </a:lnTo>
                  <a:lnTo>
                    <a:pt x="593" y="6598"/>
                  </a:lnTo>
                  <a:lnTo>
                    <a:pt x="574" y="6618"/>
                  </a:lnTo>
                  <a:lnTo>
                    <a:pt x="554" y="6677"/>
                  </a:lnTo>
                  <a:lnTo>
                    <a:pt x="534" y="6716"/>
                  </a:lnTo>
                  <a:lnTo>
                    <a:pt x="514" y="6736"/>
                  </a:lnTo>
                  <a:lnTo>
                    <a:pt x="475" y="6736"/>
                  </a:lnTo>
                  <a:lnTo>
                    <a:pt x="495" y="6776"/>
                  </a:lnTo>
                  <a:lnTo>
                    <a:pt x="475" y="6815"/>
                  </a:lnTo>
                  <a:lnTo>
                    <a:pt x="475" y="6874"/>
                  </a:lnTo>
                  <a:lnTo>
                    <a:pt x="495" y="6934"/>
                  </a:lnTo>
                  <a:lnTo>
                    <a:pt x="455" y="6914"/>
                  </a:lnTo>
                  <a:lnTo>
                    <a:pt x="455" y="6894"/>
                  </a:lnTo>
                  <a:lnTo>
                    <a:pt x="455" y="6874"/>
                  </a:lnTo>
                  <a:lnTo>
                    <a:pt x="435" y="6855"/>
                  </a:lnTo>
                  <a:lnTo>
                    <a:pt x="435" y="6914"/>
                  </a:lnTo>
                  <a:lnTo>
                    <a:pt x="396" y="6894"/>
                  </a:lnTo>
                  <a:lnTo>
                    <a:pt x="376" y="6934"/>
                  </a:lnTo>
                  <a:lnTo>
                    <a:pt x="376" y="6953"/>
                  </a:lnTo>
                  <a:lnTo>
                    <a:pt x="416" y="7013"/>
                  </a:lnTo>
                  <a:lnTo>
                    <a:pt x="435" y="7072"/>
                  </a:lnTo>
                  <a:lnTo>
                    <a:pt x="455" y="7131"/>
                  </a:lnTo>
                  <a:lnTo>
                    <a:pt x="455" y="7171"/>
                  </a:lnTo>
                  <a:lnTo>
                    <a:pt x="376" y="7092"/>
                  </a:lnTo>
                  <a:lnTo>
                    <a:pt x="376" y="7131"/>
                  </a:lnTo>
                  <a:lnTo>
                    <a:pt x="396" y="7190"/>
                  </a:lnTo>
                  <a:lnTo>
                    <a:pt x="416" y="7250"/>
                  </a:lnTo>
                  <a:lnTo>
                    <a:pt x="416" y="7289"/>
                  </a:lnTo>
                  <a:lnTo>
                    <a:pt x="396" y="7289"/>
                  </a:lnTo>
                  <a:lnTo>
                    <a:pt x="396" y="7348"/>
                  </a:lnTo>
                  <a:lnTo>
                    <a:pt x="376" y="7329"/>
                  </a:lnTo>
                  <a:lnTo>
                    <a:pt x="416" y="7388"/>
                  </a:lnTo>
                  <a:lnTo>
                    <a:pt x="416" y="7447"/>
                  </a:lnTo>
                  <a:lnTo>
                    <a:pt x="416" y="7506"/>
                  </a:lnTo>
                  <a:lnTo>
                    <a:pt x="435" y="7546"/>
                  </a:lnTo>
                  <a:lnTo>
                    <a:pt x="356" y="7566"/>
                  </a:lnTo>
                  <a:lnTo>
                    <a:pt x="337" y="7585"/>
                  </a:lnTo>
                  <a:lnTo>
                    <a:pt x="356" y="7625"/>
                  </a:lnTo>
                  <a:lnTo>
                    <a:pt x="258" y="7585"/>
                  </a:lnTo>
                  <a:lnTo>
                    <a:pt x="277" y="7526"/>
                  </a:lnTo>
                  <a:lnTo>
                    <a:pt x="297" y="7526"/>
                  </a:lnTo>
                  <a:lnTo>
                    <a:pt x="337" y="7506"/>
                  </a:lnTo>
                  <a:lnTo>
                    <a:pt x="337" y="7447"/>
                  </a:lnTo>
                  <a:lnTo>
                    <a:pt x="277" y="7467"/>
                  </a:lnTo>
                  <a:lnTo>
                    <a:pt x="238" y="7506"/>
                  </a:lnTo>
                  <a:lnTo>
                    <a:pt x="159" y="7605"/>
                  </a:lnTo>
                  <a:lnTo>
                    <a:pt x="100" y="7724"/>
                  </a:lnTo>
                  <a:lnTo>
                    <a:pt x="60" y="7842"/>
                  </a:lnTo>
                  <a:lnTo>
                    <a:pt x="60" y="7901"/>
                  </a:lnTo>
                  <a:lnTo>
                    <a:pt x="40" y="7980"/>
                  </a:lnTo>
                  <a:lnTo>
                    <a:pt x="1" y="8040"/>
                  </a:lnTo>
                  <a:lnTo>
                    <a:pt x="1" y="8119"/>
                  </a:lnTo>
                  <a:lnTo>
                    <a:pt x="1265" y="8790"/>
                  </a:lnTo>
                  <a:lnTo>
                    <a:pt x="1383" y="8652"/>
                  </a:lnTo>
                  <a:lnTo>
                    <a:pt x="1423" y="8593"/>
                  </a:lnTo>
                  <a:lnTo>
                    <a:pt x="1423" y="8514"/>
                  </a:lnTo>
                  <a:lnTo>
                    <a:pt x="1304" y="8533"/>
                  </a:lnTo>
                  <a:lnTo>
                    <a:pt x="1383" y="8593"/>
                  </a:lnTo>
                  <a:lnTo>
                    <a:pt x="1324" y="8593"/>
                  </a:lnTo>
                  <a:lnTo>
                    <a:pt x="1265" y="8553"/>
                  </a:lnTo>
                  <a:lnTo>
                    <a:pt x="1166" y="8454"/>
                  </a:lnTo>
                  <a:lnTo>
                    <a:pt x="1186" y="8454"/>
                  </a:lnTo>
                  <a:lnTo>
                    <a:pt x="1206" y="8415"/>
                  </a:lnTo>
                  <a:lnTo>
                    <a:pt x="1245" y="8415"/>
                  </a:lnTo>
                  <a:lnTo>
                    <a:pt x="1245" y="8336"/>
                  </a:lnTo>
                  <a:lnTo>
                    <a:pt x="1206" y="8336"/>
                  </a:lnTo>
                  <a:lnTo>
                    <a:pt x="1206" y="8356"/>
                  </a:lnTo>
                  <a:lnTo>
                    <a:pt x="1186" y="8356"/>
                  </a:lnTo>
                  <a:lnTo>
                    <a:pt x="1166" y="8336"/>
                  </a:lnTo>
                  <a:lnTo>
                    <a:pt x="1225" y="8277"/>
                  </a:lnTo>
                  <a:lnTo>
                    <a:pt x="1265" y="8277"/>
                  </a:lnTo>
                  <a:lnTo>
                    <a:pt x="1285" y="8316"/>
                  </a:lnTo>
                  <a:lnTo>
                    <a:pt x="1285" y="8277"/>
                  </a:lnTo>
                  <a:lnTo>
                    <a:pt x="1285" y="8237"/>
                  </a:lnTo>
                  <a:lnTo>
                    <a:pt x="1285" y="8198"/>
                  </a:lnTo>
                  <a:lnTo>
                    <a:pt x="1245" y="8198"/>
                  </a:lnTo>
                  <a:lnTo>
                    <a:pt x="1265" y="8178"/>
                  </a:lnTo>
                  <a:lnTo>
                    <a:pt x="1304" y="8198"/>
                  </a:lnTo>
                  <a:lnTo>
                    <a:pt x="1364" y="8277"/>
                  </a:lnTo>
                  <a:lnTo>
                    <a:pt x="1403" y="8257"/>
                  </a:lnTo>
                  <a:lnTo>
                    <a:pt x="1423" y="8257"/>
                  </a:lnTo>
                  <a:lnTo>
                    <a:pt x="1482" y="8296"/>
                  </a:lnTo>
                  <a:lnTo>
                    <a:pt x="1502" y="8217"/>
                  </a:lnTo>
                  <a:lnTo>
                    <a:pt x="1541" y="8237"/>
                  </a:lnTo>
                  <a:lnTo>
                    <a:pt x="1561" y="8277"/>
                  </a:lnTo>
                  <a:lnTo>
                    <a:pt x="1581" y="8237"/>
                  </a:lnTo>
                  <a:lnTo>
                    <a:pt x="1581" y="8198"/>
                  </a:lnTo>
                  <a:lnTo>
                    <a:pt x="1581" y="8178"/>
                  </a:lnTo>
                  <a:lnTo>
                    <a:pt x="1620" y="8158"/>
                  </a:lnTo>
                  <a:lnTo>
                    <a:pt x="1561" y="8099"/>
                  </a:lnTo>
                  <a:lnTo>
                    <a:pt x="1680" y="8000"/>
                  </a:lnTo>
                  <a:lnTo>
                    <a:pt x="1739" y="7882"/>
                  </a:lnTo>
                  <a:lnTo>
                    <a:pt x="1680" y="7882"/>
                  </a:lnTo>
                  <a:lnTo>
                    <a:pt x="1660" y="7842"/>
                  </a:lnTo>
                  <a:lnTo>
                    <a:pt x="1680" y="7822"/>
                  </a:lnTo>
                  <a:lnTo>
                    <a:pt x="1719" y="7803"/>
                  </a:lnTo>
                  <a:lnTo>
                    <a:pt x="1778" y="7763"/>
                  </a:lnTo>
                  <a:lnTo>
                    <a:pt x="1798" y="7743"/>
                  </a:lnTo>
                  <a:lnTo>
                    <a:pt x="1798" y="7704"/>
                  </a:lnTo>
                  <a:lnTo>
                    <a:pt x="1798" y="7645"/>
                  </a:lnTo>
                  <a:lnTo>
                    <a:pt x="1798" y="7585"/>
                  </a:lnTo>
                  <a:lnTo>
                    <a:pt x="1759" y="7546"/>
                  </a:lnTo>
                  <a:lnTo>
                    <a:pt x="1719" y="7526"/>
                  </a:lnTo>
                  <a:lnTo>
                    <a:pt x="1719" y="7506"/>
                  </a:lnTo>
                  <a:lnTo>
                    <a:pt x="1739" y="7487"/>
                  </a:lnTo>
                  <a:lnTo>
                    <a:pt x="1798" y="7487"/>
                  </a:lnTo>
                  <a:lnTo>
                    <a:pt x="1739" y="7368"/>
                  </a:lnTo>
                  <a:lnTo>
                    <a:pt x="1739" y="7329"/>
                  </a:lnTo>
                  <a:lnTo>
                    <a:pt x="1759" y="7309"/>
                  </a:lnTo>
                  <a:lnTo>
                    <a:pt x="1778" y="7289"/>
                  </a:lnTo>
                  <a:lnTo>
                    <a:pt x="1798" y="7408"/>
                  </a:lnTo>
                  <a:lnTo>
                    <a:pt x="1838" y="7408"/>
                  </a:lnTo>
                  <a:lnTo>
                    <a:pt x="1858" y="7368"/>
                  </a:lnTo>
                  <a:lnTo>
                    <a:pt x="1877" y="7309"/>
                  </a:lnTo>
                  <a:lnTo>
                    <a:pt x="1917" y="7269"/>
                  </a:lnTo>
                  <a:lnTo>
                    <a:pt x="1858" y="7131"/>
                  </a:lnTo>
                  <a:lnTo>
                    <a:pt x="1798" y="6953"/>
                  </a:lnTo>
                  <a:lnTo>
                    <a:pt x="1739" y="6934"/>
                  </a:lnTo>
                  <a:lnTo>
                    <a:pt x="1680" y="6914"/>
                  </a:lnTo>
                  <a:lnTo>
                    <a:pt x="1620" y="6874"/>
                  </a:lnTo>
                  <a:lnTo>
                    <a:pt x="1581" y="6815"/>
                  </a:lnTo>
                  <a:lnTo>
                    <a:pt x="1620" y="6815"/>
                  </a:lnTo>
                  <a:lnTo>
                    <a:pt x="1640" y="6795"/>
                  </a:lnTo>
                  <a:lnTo>
                    <a:pt x="1680" y="6756"/>
                  </a:lnTo>
                  <a:lnTo>
                    <a:pt x="1719" y="6716"/>
                  </a:lnTo>
                  <a:lnTo>
                    <a:pt x="1759" y="6736"/>
                  </a:lnTo>
                  <a:lnTo>
                    <a:pt x="1818" y="6716"/>
                  </a:lnTo>
                  <a:lnTo>
                    <a:pt x="1858" y="6736"/>
                  </a:lnTo>
                  <a:lnTo>
                    <a:pt x="1858" y="6776"/>
                  </a:lnTo>
                  <a:lnTo>
                    <a:pt x="1798" y="6776"/>
                  </a:lnTo>
                  <a:lnTo>
                    <a:pt x="1759" y="6795"/>
                  </a:lnTo>
                  <a:lnTo>
                    <a:pt x="1759" y="6815"/>
                  </a:lnTo>
                  <a:lnTo>
                    <a:pt x="1858" y="6795"/>
                  </a:lnTo>
                  <a:lnTo>
                    <a:pt x="1976" y="6736"/>
                  </a:lnTo>
                  <a:lnTo>
                    <a:pt x="2016" y="6776"/>
                  </a:lnTo>
                  <a:lnTo>
                    <a:pt x="2016" y="6835"/>
                  </a:lnTo>
                  <a:lnTo>
                    <a:pt x="1976" y="6815"/>
                  </a:lnTo>
                  <a:lnTo>
                    <a:pt x="1956" y="6815"/>
                  </a:lnTo>
                  <a:lnTo>
                    <a:pt x="1956" y="6855"/>
                  </a:lnTo>
                  <a:lnTo>
                    <a:pt x="1976" y="6874"/>
                  </a:lnTo>
                  <a:lnTo>
                    <a:pt x="2035" y="6874"/>
                  </a:lnTo>
                  <a:lnTo>
                    <a:pt x="2095" y="6855"/>
                  </a:lnTo>
                  <a:lnTo>
                    <a:pt x="2134" y="6874"/>
                  </a:lnTo>
                  <a:lnTo>
                    <a:pt x="2134" y="6815"/>
                  </a:lnTo>
                  <a:lnTo>
                    <a:pt x="2134" y="6795"/>
                  </a:lnTo>
                  <a:lnTo>
                    <a:pt x="2114" y="6795"/>
                  </a:lnTo>
                  <a:lnTo>
                    <a:pt x="2154" y="6776"/>
                  </a:lnTo>
                  <a:lnTo>
                    <a:pt x="2174" y="6756"/>
                  </a:lnTo>
                  <a:lnTo>
                    <a:pt x="2174" y="6677"/>
                  </a:lnTo>
                  <a:lnTo>
                    <a:pt x="2174" y="6618"/>
                  </a:lnTo>
                  <a:lnTo>
                    <a:pt x="2193" y="6578"/>
                  </a:lnTo>
                  <a:lnTo>
                    <a:pt x="2233" y="6558"/>
                  </a:lnTo>
                  <a:lnTo>
                    <a:pt x="2174" y="6558"/>
                  </a:lnTo>
                  <a:lnTo>
                    <a:pt x="2154" y="6519"/>
                  </a:lnTo>
                  <a:lnTo>
                    <a:pt x="2174" y="6479"/>
                  </a:lnTo>
                  <a:lnTo>
                    <a:pt x="2193" y="6479"/>
                  </a:lnTo>
                  <a:lnTo>
                    <a:pt x="2253" y="6460"/>
                  </a:lnTo>
                  <a:lnTo>
                    <a:pt x="2253" y="6420"/>
                  </a:lnTo>
                  <a:lnTo>
                    <a:pt x="2233" y="6381"/>
                  </a:lnTo>
                  <a:lnTo>
                    <a:pt x="2253" y="6341"/>
                  </a:lnTo>
                  <a:lnTo>
                    <a:pt x="2253" y="6321"/>
                  </a:lnTo>
                  <a:lnTo>
                    <a:pt x="2233" y="6321"/>
                  </a:lnTo>
                  <a:lnTo>
                    <a:pt x="2174" y="6301"/>
                  </a:lnTo>
                  <a:lnTo>
                    <a:pt x="2114" y="6301"/>
                  </a:lnTo>
                  <a:lnTo>
                    <a:pt x="2095" y="6282"/>
                  </a:lnTo>
                  <a:lnTo>
                    <a:pt x="2095" y="6262"/>
                  </a:lnTo>
                  <a:lnTo>
                    <a:pt x="2055" y="6203"/>
                  </a:lnTo>
                  <a:lnTo>
                    <a:pt x="2075" y="6163"/>
                  </a:lnTo>
                  <a:lnTo>
                    <a:pt x="2095" y="6143"/>
                  </a:lnTo>
                  <a:lnTo>
                    <a:pt x="2114" y="6104"/>
                  </a:lnTo>
                  <a:lnTo>
                    <a:pt x="2154" y="6104"/>
                  </a:lnTo>
                  <a:lnTo>
                    <a:pt x="2154" y="6124"/>
                  </a:lnTo>
                  <a:lnTo>
                    <a:pt x="2134" y="6163"/>
                  </a:lnTo>
                  <a:lnTo>
                    <a:pt x="2154" y="6203"/>
                  </a:lnTo>
                  <a:lnTo>
                    <a:pt x="2174" y="6025"/>
                  </a:lnTo>
                  <a:lnTo>
                    <a:pt x="2213" y="6025"/>
                  </a:lnTo>
                  <a:lnTo>
                    <a:pt x="2233" y="6045"/>
                  </a:lnTo>
                  <a:lnTo>
                    <a:pt x="2233" y="6084"/>
                  </a:lnTo>
                  <a:lnTo>
                    <a:pt x="2213" y="6124"/>
                  </a:lnTo>
                  <a:lnTo>
                    <a:pt x="2253" y="6084"/>
                  </a:lnTo>
                  <a:lnTo>
                    <a:pt x="2272" y="6025"/>
                  </a:lnTo>
                  <a:lnTo>
                    <a:pt x="2253" y="5985"/>
                  </a:lnTo>
                  <a:lnTo>
                    <a:pt x="2213" y="5926"/>
                  </a:lnTo>
                  <a:lnTo>
                    <a:pt x="2253" y="5887"/>
                  </a:lnTo>
                  <a:lnTo>
                    <a:pt x="2292" y="5847"/>
                  </a:lnTo>
                  <a:lnTo>
                    <a:pt x="2312" y="5887"/>
                  </a:lnTo>
                  <a:lnTo>
                    <a:pt x="2371" y="5926"/>
                  </a:lnTo>
                  <a:lnTo>
                    <a:pt x="2411" y="5966"/>
                  </a:lnTo>
                  <a:lnTo>
                    <a:pt x="2430" y="6005"/>
                  </a:lnTo>
                  <a:lnTo>
                    <a:pt x="2411" y="6045"/>
                  </a:lnTo>
                  <a:lnTo>
                    <a:pt x="2391" y="6045"/>
                  </a:lnTo>
                  <a:lnTo>
                    <a:pt x="2371" y="6025"/>
                  </a:lnTo>
                  <a:lnTo>
                    <a:pt x="2332" y="6005"/>
                  </a:lnTo>
                  <a:lnTo>
                    <a:pt x="2312" y="6005"/>
                  </a:lnTo>
                  <a:lnTo>
                    <a:pt x="2292" y="6025"/>
                  </a:lnTo>
                  <a:lnTo>
                    <a:pt x="2371" y="6045"/>
                  </a:lnTo>
                  <a:lnTo>
                    <a:pt x="2351" y="6064"/>
                  </a:lnTo>
                  <a:lnTo>
                    <a:pt x="2332" y="6104"/>
                  </a:lnTo>
                  <a:lnTo>
                    <a:pt x="2351" y="6163"/>
                  </a:lnTo>
                  <a:lnTo>
                    <a:pt x="2312" y="6163"/>
                  </a:lnTo>
                  <a:lnTo>
                    <a:pt x="2312" y="6124"/>
                  </a:lnTo>
                  <a:lnTo>
                    <a:pt x="2272" y="6222"/>
                  </a:lnTo>
                  <a:lnTo>
                    <a:pt x="2272" y="6262"/>
                  </a:lnTo>
                  <a:lnTo>
                    <a:pt x="2292" y="6321"/>
                  </a:lnTo>
                  <a:lnTo>
                    <a:pt x="2332" y="6301"/>
                  </a:lnTo>
                  <a:lnTo>
                    <a:pt x="2351" y="6262"/>
                  </a:lnTo>
                  <a:lnTo>
                    <a:pt x="2371" y="6183"/>
                  </a:lnTo>
                  <a:lnTo>
                    <a:pt x="2411" y="6104"/>
                  </a:lnTo>
                  <a:lnTo>
                    <a:pt x="2430" y="6084"/>
                  </a:lnTo>
                  <a:lnTo>
                    <a:pt x="2470" y="6064"/>
                  </a:lnTo>
                  <a:lnTo>
                    <a:pt x="2430" y="5847"/>
                  </a:lnTo>
                  <a:lnTo>
                    <a:pt x="2332" y="5847"/>
                  </a:lnTo>
                  <a:lnTo>
                    <a:pt x="2292" y="5808"/>
                  </a:lnTo>
                  <a:lnTo>
                    <a:pt x="2351" y="5808"/>
                  </a:lnTo>
                  <a:lnTo>
                    <a:pt x="2411" y="5788"/>
                  </a:lnTo>
                  <a:lnTo>
                    <a:pt x="2450" y="5748"/>
                  </a:lnTo>
                  <a:lnTo>
                    <a:pt x="2490" y="5709"/>
                  </a:lnTo>
                  <a:lnTo>
                    <a:pt x="2470" y="5709"/>
                  </a:lnTo>
                  <a:lnTo>
                    <a:pt x="2450" y="5689"/>
                  </a:lnTo>
                  <a:lnTo>
                    <a:pt x="2430" y="5630"/>
                  </a:lnTo>
                  <a:lnTo>
                    <a:pt x="2411" y="5590"/>
                  </a:lnTo>
                  <a:lnTo>
                    <a:pt x="2391" y="5571"/>
                  </a:lnTo>
                  <a:lnTo>
                    <a:pt x="2371" y="5571"/>
                  </a:lnTo>
                  <a:lnTo>
                    <a:pt x="2371" y="5590"/>
                  </a:lnTo>
                  <a:lnTo>
                    <a:pt x="2351" y="5610"/>
                  </a:lnTo>
                  <a:lnTo>
                    <a:pt x="2312" y="5610"/>
                  </a:lnTo>
                  <a:lnTo>
                    <a:pt x="2312" y="5571"/>
                  </a:lnTo>
                  <a:lnTo>
                    <a:pt x="2272" y="5551"/>
                  </a:lnTo>
                  <a:lnTo>
                    <a:pt x="2253" y="5551"/>
                  </a:lnTo>
                  <a:lnTo>
                    <a:pt x="2233" y="5531"/>
                  </a:lnTo>
                  <a:lnTo>
                    <a:pt x="2272" y="5472"/>
                  </a:lnTo>
                  <a:lnTo>
                    <a:pt x="2312" y="5492"/>
                  </a:lnTo>
                  <a:lnTo>
                    <a:pt x="2332" y="5492"/>
                  </a:lnTo>
                  <a:lnTo>
                    <a:pt x="2371" y="5452"/>
                  </a:lnTo>
                  <a:lnTo>
                    <a:pt x="2450" y="5551"/>
                  </a:lnTo>
                  <a:lnTo>
                    <a:pt x="2430" y="5373"/>
                  </a:lnTo>
                  <a:lnTo>
                    <a:pt x="2430" y="5255"/>
                  </a:lnTo>
                  <a:lnTo>
                    <a:pt x="2450" y="5156"/>
                  </a:lnTo>
                  <a:lnTo>
                    <a:pt x="2470" y="5195"/>
                  </a:lnTo>
                  <a:lnTo>
                    <a:pt x="2509" y="5235"/>
                  </a:lnTo>
                  <a:lnTo>
                    <a:pt x="2529" y="5314"/>
                  </a:lnTo>
                  <a:lnTo>
                    <a:pt x="2529" y="5353"/>
                  </a:lnTo>
                  <a:lnTo>
                    <a:pt x="2549" y="5393"/>
                  </a:lnTo>
                  <a:lnTo>
                    <a:pt x="2588" y="5413"/>
                  </a:lnTo>
                  <a:lnTo>
                    <a:pt x="2628" y="5432"/>
                  </a:lnTo>
                  <a:lnTo>
                    <a:pt x="2628" y="5393"/>
                  </a:lnTo>
                  <a:lnTo>
                    <a:pt x="2608" y="5353"/>
                  </a:lnTo>
                  <a:lnTo>
                    <a:pt x="2588" y="5334"/>
                  </a:lnTo>
                  <a:lnTo>
                    <a:pt x="2608" y="5294"/>
                  </a:lnTo>
                  <a:lnTo>
                    <a:pt x="2628" y="5294"/>
                  </a:lnTo>
                  <a:lnTo>
                    <a:pt x="2648" y="5274"/>
                  </a:lnTo>
                  <a:lnTo>
                    <a:pt x="2687" y="5215"/>
                  </a:lnTo>
                  <a:lnTo>
                    <a:pt x="2687" y="5136"/>
                  </a:lnTo>
                  <a:lnTo>
                    <a:pt x="2707" y="5077"/>
                  </a:lnTo>
                  <a:lnTo>
                    <a:pt x="2648" y="5097"/>
                  </a:lnTo>
                  <a:lnTo>
                    <a:pt x="2648" y="5057"/>
                  </a:lnTo>
                  <a:lnTo>
                    <a:pt x="2648" y="5037"/>
                  </a:lnTo>
                  <a:lnTo>
                    <a:pt x="2687" y="4978"/>
                  </a:lnTo>
                  <a:lnTo>
                    <a:pt x="2707" y="4998"/>
                  </a:lnTo>
                  <a:lnTo>
                    <a:pt x="2707" y="4939"/>
                  </a:lnTo>
                  <a:lnTo>
                    <a:pt x="2707" y="4899"/>
                  </a:lnTo>
                  <a:lnTo>
                    <a:pt x="2727" y="4840"/>
                  </a:lnTo>
                  <a:lnTo>
                    <a:pt x="2766" y="4781"/>
                  </a:lnTo>
                  <a:lnTo>
                    <a:pt x="2766" y="4721"/>
                  </a:lnTo>
                  <a:lnTo>
                    <a:pt x="2746" y="4721"/>
                  </a:lnTo>
                  <a:lnTo>
                    <a:pt x="2727" y="4741"/>
                  </a:lnTo>
                  <a:lnTo>
                    <a:pt x="2727" y="4781"/>
                  </a:lnTo>
                  <a:lnTo>
                    <a:pt x="2727" y="4820"/>
                  </a:lnTo>
                  <a:lnTo>
                    <a:pt x="2667" y="4840"/>
                  </a:lnTo>
                  <a:lnTo>
                    <a:pt x="2648" y="4860"/>
                  </a:lnTo>
                  <a:lnTo>
                    <a:pt x="2608" y="4840"/>
                  </a:lnTo>
                  <a:lnTo>
                    <a:pt x="2628" y="4761"/>
                  </a:lnTo>
                  <a:lnTo>
                    <a:pt x="2628" y="4682"/>
                  </a:lnTo>
                  <a:lnTo>
                    <a:pt x="2628" y="4623"/>
                  </a:lnTo>
                  <a:lnTo>
                    <a:pt x="2648" y="4544"/>
                  </a:lnTo>
                  <a:lnTo>
                    <a:pt x="2608" y="4563"/>
                  </a:lnTo>
                  <a:lnTo>
                    <a:pt x="2588" y="4524"/>
                  </a:lnTo>
                  <a:lnTo>
                    <a:pt x="2608" y="4504"/>
                  </a:lnTo>
                  <a:lnTo>
                    <a:pt x="2628" y="4425"/>
                  </a:lnTo>
                  <a:lnTo>
                    <a:pt x="2667" y="4405"/>
                  </a:lnTo>
                  <a:lnTo>
                    <a:pt x="2687" y="4405"/>
                  </a:lnTo>
                  <a:lnTo>
                    <a:pt x="2707" y="4445"/>
                  </a:lnTo>
                  <a:lnTo>
                    <a:pt x="2727" y="4484"/>
                  </a:lnTo>
                  <a:lnTo>
                    <a:pt x="2746" y="4504"/>
                  </a:lnTo>
                  <a:lnTo>
                    <a:pt x="2766" y="4484"/>
                  </a:lnTo>
                  <a:lnTo>
                    <a:pt x="2766" y="4524"/>
                  </a:lnTo>
                  <a:lnTo>
                    <a:pt x="2766" y="4563"/>
                  </a:lnTo>
                  <a:lnTo>
                    <a:pt x="2766" y="4603"/>
                  </a:lnTo>
                  <a:lnTo>
                    <a:pt x="2786" y="4623"/>
                  </a:lnTo>
                  <a:lnTo>
                    <a:pt x="2904" y="4603"/>
                  </a:lnTo>
                  <a:lnTo>
                    <a:pt x="2904" y="4563"/>
                  </a:lnTo>
                  <a:lnTo>
                    <a:pt x="2924" y="4544"/>
                  </a:lnTo>
                  <a:lnTo>
                    <a:pt x="2964" y="4504"/>
                  </a:lnTo>
                  <a:lnTo>
                    <a:pt x="2983" y="4484"/>
                  </a:lnTo>
                  <a:lnTo>
                    <a:pt x="2924" y="4504"/>
                  </a:lnTo>
                  <a:lnTo>
                    <a:pt x="2904" y="4484"/>
                  </a:lnTo>
                  <a:lnTo>
                    <a:pt x="2904" y="4465"/>
                  </a:lnTo>
                  <a:lnTo>
                    <a:pt x="2944" y="4445"/>
                  </a:lnTo>
                  <a:lnTo>
                    <a:pt x="2825" y="4425"/>
                  </a:lnTo>
                  <a:lnTo>
                    <a:pt x="2806" y="4465"/>
                  </a:lnTo>
                  <a:lnTo>
                    <a:pt x="2825" y="4504"/>
                  </a:lnTo>
                  <a:lnTo>
                    <a:pt x="2825" y="4544"/>
                  </a:lnTo>
                  <a:lnTo>
                    <a:pt x="2786" y="4563"/>
                  </a:lnTo>
                  <a:lnTo>
                    <a:pt x="2786" y="4484"/>
                  </a:lnTo>
                  <a:lnTo>
                    <a:pt x="2746" y="4445"/>
                  </a:lnTo>
                  <a:lnTo>
                    <a:pt x="2727" y="4386"/>
                  </a:lnTo>
                  <a:lnTo>
                    <a:pt x="2746" y="4326"/>
                  </a:lnTo>
                  <a:lnTo>
                    <a:pt x="2766" y="4326"/>
                  </a:lnTo>
                  <a:lnTo>
                    <a:pt x="2766" y="4346"/>
                  </a:lnTo>
                  <a:lnTo>
                    <a:pt x="2766" y="4366"/>
                  </a:lnTo>
                  <a:lnTo>
                    <a:pt x="2786" y="4346"/>
                  </a:lnTo>
                  <a:lnTo>
                    <a:pt x="2786" y="4307"/>
                  </a:lnTo>
                  <a:lnTo>
                    <a:pt x="2786" y="4267"/>
                  </a:lnTo>
                  <a:lnTo>
                    <a:pt x="2806" y="4228"/>
                  </a:lnTo>
                  <a:lnTo>
                    <a:pt x="2845" y="4307"/>
                  </a:lnTo>
                  <a:lnTo>
                    <a:pt x="2865" y="4326"/>
                  </a:lnTo>
                  <a:lnTo>
                    <a:pt x="2904" y="4326"/>
                  </a:lnTo>
                  <a:lnTo>
                    <a:pt x="2845" y="4267"/>
                  </a:lnTo>
                  <a:lnTo>
                    <a:pt x="2885" y="4247"/>
                  </a:lnTo>
                  <a:lnTo>
                    <a:pt x="2904" y="4247"/>
                  </a:lnTo>
                  <a:lnTo>
                    <a:pt x="2904" y="4228"/>
                  </a:lnTo>
                  <a:lnTo>
                    <a:pt x="2885" y="4228"/>
                  </a:lnTo>
                  <a:lnTo>
                    <a:pt x="2865" y="4208"/>
                  </a:lnTo>
                  <a:lnTo>
                    <a:pt x="2865" y="4168"/>
                  </a:lnTo>
                  <a:lnTo>
                    <a:pt x="2924" y="4168"/>
                  </a:lnTo>
                  <a:lnTo>
                    <a:pt x="2944" y="4129"/>
                  </a:lnTo>
                  <a:lnTo>
                    <a:pt x="2924" y="4109"/>
                  </a:lnTo>
                  <a:lnTo>
                    <a:pt x="2924" y="4089"/>
                  </a:lnTo>
                  <a:lnTo>
                    <a:pt x="2904" y="4030"/>
                  </a:lnTo>
                  <a:lnTo>
                    <a:pt x="2885" y="4050"/>
                  </a:lnTo>
                  <a:lnTo>
                    <a:pt x="2865" y="4070"/>
                  </a:lnTo>
                  <a:lnTo>
                    <a:pt x="2825" y="4070"/>
                  </a:lnTo>
                  <a:lnTo>
                    <a:pt x="2786" y="4030"/>
                  </a:lnTo>
                  <a:lnTo>
                    <a:pt x="2766" y="3991"/>
                  </a:lnTo>
                  <a:lnTo>
                    <a:pt x="2806" y="3911"/>
                  </a:lnTo>
                  <a:lnTo>
                    <a:pt x="2806" y="3852"/>
                  </a:lnTo>
                  <a:lnTo>
                    <a:pt x="2845" y="3813"/>
                  </a:lnTo>
                  <a:lnTo>
                    <a:pt x="2904" y="3793"/>
                  </a:lnTo>
                  <a:lnTo>
                    <a:pt x="2865" y="3734"/>
                  </a:lnTo>
                  <a:lnTo>
                    <a:pt x="2904" y="3753"/>
                  </a:lnTo>
                  <a:lnTo>
                    <a:pt x="2924" y="3714"/>
                  </a:lnTo>
                  <a:lnTo>
                    <a:pt x="2944" y="3655"/>
                  </a:lnTo>
                  <a:lnTo>
                    <a:pt x="2964" y="3674"/>
                  </a:lnTo>
                  <a:lnTo>
                    <a:pt x="2983" y="3694"/>
                  </a:lnTo>
                  <a:lnTo>
                    <a:pt x="2964" y="3734"/>
                  </a:lnTo>
                  <a:lnTo>
                    <a:pt x="2964" y="3793"/>
                  </a:lnTo>
                  <a:lnTo>
                    <a:pt x="2983" y="3832"/>
                  </a:lnTo>
                  <a:lnTo>
                    <a:pt x="3023" y="3852"/>
                  </a:lnTo>
                  <a:lnTo>
                    <a:pt x="3043" y="3832"/>
                  </a:lnTo>
                  <a:lnTo>
                    <a:pt x="3062" y="3832"/>
                  </a:lnTo>
                  <a:lnTo>
                    <a:pt x="3122" y="3872"/>
                  </a:lnTo>
                  <a:lnTo>
                    <a:pt x="3102" y="3832"/>
                  </a:lnTo>
                  <a:lnTo>
                    <a:pt x="3082" y="3813"/>
                  </a:lnTo>
                  <a:lnTo>
                    <a:pt x="3023" y="3793"/>
                  </a:lnTo>
                  <a:lnTo>
                    <a:pt x="2983" y="3753"/>
                  </a:lnTo>
                  <a:lnTo>
                    <a:pt x="3023" y="3753"/>
                  </a:lnTo>
                  <a:lnTo>
                    <a:pt x="3043" y="3714"/>
                  </a:lnTo>
                  <a:lnTo>
                    <a:pt x="3062" y="3694"/>
                  </a:lnTo>
                  <a:lnTo>
                    <a:pt x="3102" y="3714"/>
                  </a:lnTo>
                  <a:lnTo>
                    <a:pt x="3102" y="3674"/>
                  </a:lnTo>
                  <a:lnTo>
                    <a:pt x="3082" y="3655"/>
                  </a:lnTo>
                  <a:lnTo>
                    <a:pt x="3082" y="3615"/>
                  </a:lnTo>
                  <a:lnTo>
                    <a:pt x="3082" y="3595"/>
                  </a:lnTo>
                  <a:lnTo>
                    <a:pt x="3201" y="3655"/>
                  </a:lnTo>
                  <a:lnTo>
                    <a:pt x="3181" y="3635"/>
                  </a:lnTo>
                  <a:lnTo>
                    <a:pt x="3201" y="3615"/>
                  </a:lnTo>
                  <a:lnTo>
                    <a:pt x="3240" y="3595"/>
                  </a:lnTo>
                  <a:lnTo>
                    <a:pt x="3201" y="3576"/>
                  </a:lnTo>
                  <a:lnTo>
                    <a:pt x="3181" y="3576"/>
                  </a:lnTo>
                  <a:lnTo>
                    <a:pt x="3181" y="3595"/>
                  </a:lnTo>
                  <a:lnTo>
                    <a:pt x="3161" y="3576"/>
                  </a:lnTo>
                  <a:lnTo>
                    <a:pt x="3161" y="3556"/>
                  </a:lnTo>
                  <a:lnTo>
                    <a:pt x="3161" y="3516"/>
                  </a:lnTo>
                  <a:lnTo>
                    <a:pt x="3181" y="3497"/>
                  </a:lnTo>
                  <a:lnTo>
                    <a:pt x="3181" y="3477"/>
                  </a:lnTo>
                  <a:lnTo>
                    <a:pt x="3201" y="3457"/>
                  </a:lnTo>
                  <a:lnTo>
                    <a:pt x="3220" y="3418"/>
                  </a:lnTo>
                  <a:lnTo>
                    <a:pt x="3240" y="3378"/>
                  </a:lnTo>
                  <a:lnTo>
                    <a:pt x="3280" y="3339"/>
                  </a:lnTo>
                  <a:lnTo>
                    <a:pt x="3220" y="3319"/>
                  </a:lnTo>
                  <a:lnTo>
                    <a:pt x="3201" y="3319"/>
                  </a:lnTo>
                  <a:lnTo>
                    <a:pt x="3201" y="3339"/>
                  </a:lnTo>
                  <a:lnTo>
                    <a:pt x="3201" y="3358"/>
                  </a:lnTo>
                  <a:lnTo>
                    <a:pt x="3201" y="3398"/>
                  </a:lnTo>
                  <a:lnTo>
                    <a:pt x="3201" y="3418"/>
                  </a:lnTo>
                  <a:lnTo>
                    <a:pt x="3141" y="3418"/>
                  </a:lnTo>
                  <a:lnTo>
                    <a:pt x="3141" y="3339"/>
                  </a:lnTo>
                  <a:lnTo>
                    <a:pt x="3181" y="3240"/>
                  </a:lnTo>
                  <a:lnTo>
                    <a:pt x="3201" y="3141"/>
                  </a:lnTo>
                  <a:lnTo>
                    <a:pt x="3220" y="3102"/>
                  </a:lnTo>
                  <a:lnTo>
                    <a:pt x="3201" y="3042"/>
                  </a:lnTo>
                  <a:lnTo>
                    <a:pt x="3260" y="3023"/>
                  </a:lnTo>
                  <a:lnTo>
                    <a:pt x="3280" y="3023"/>
                  </a:lnTo>
                  <a:lnTo>
                    <a:pt x="3299" y="3062"/>
                  </a:lnTo>
                  <a:lnTo>
                    <a:pt x="3339" y="3082"/>
                  </a:lnTo>
                  <a:lnTo>
                    <a:pt x="3339" y="3141"/>
                  </a:lnTo>
                  <a:lnTo>
                    <a:pt x="3319" y="3181"/>
                  </a:lnTo>
                  <a:lnTo>
                    <a:pt x="3280" y="3220"/>
                  </a:lnTo>
                  <a:lnTo>
                    <a:pt x="3280" y="3260"/>
                  </a:lnTo>
                  <a:lnTo>
                    <a:pt x="3319" y="3200"/>
                  </a:lnTo>
                  <a:lnTo>
                    <a:pt x="3359" y="3121"/>
                  </a:lnTo>
                  <a:lnTo>
                    <a:pt x="3359" y="3042"/>
                  </a:lnTo>
                  <a:lnTo>
                    <a:pt x="3359" y="2983"/>
                  </a:lnTo>
                  <a:lnTo>
                    <a:pt x="3378" y="2944"/>
                  </a:lnTo>
                  <a:lnTo>
                    <a:pt x="3398" y="2944"/>
                  </a:lnTo>
                  <a:lnTo>
                    <a:pt x="3477" y="2924"/>
                  </a:lnTo>
                  <a:lnTo>
                    <a:pt x="3536" y="2884"/>
                  </a:lnTo>
                  <a:lnTo>
                    <a:pt x="3556" y="2865"/>
                  </a:lnTo>
                  <a:lnTo>
                    <a:pt x="3576" y="2825"/>
                  </a:lnTo>
                  <a:lnTo>
                    <a:pt x="3497" y="2825"/>
                  </a:lnTo>
                  <a:lnTo>
                    <a:pt x="3457" y="2845"/>
                  </a:lnTo>
                  <a:lnTo>
                    <a:pt x="3457" y="2805"/>
                  </a:lnTo>
                  <a:lnTo>
                    <a:pt x="3477" y="2786"/>
                  </a:lnTo>
                  <a:lnTo>
                    <a:pt x="3497" y="2746"/>
                  </a:lnTo>
                  <a:lnTo>
                    <a:pt x="3477" y="2726"/>
                  </a:lnTo>
                  <a:lnTo>
                    <a:pt x="3457" y="2746"/>
                  </a:lnTo>
                  <a:lnTo>
                    <a:pt x="3438" y="2746"/>
                  </a:lnTo>
                  <a:lnTo>
                    <a:pt x="3418" y="2726"/>
                  </a:lnTo>
                  <a:lnTo>
                    <a:pt x="3457" y="2687"/>
                  </a:lnTo>
                  <a:lnTo>
                    <a:pt x="3477" y="2687"/>
                  </a:lnTo>
                  <a:lnTo>
                    <a:pt x="3497" y="2707"/>
                  </a:lnTo>
                  <a:lnTo>
                    <a:pt x="3517" y="2667"/>
                  </a:lnTo>
                  <a:lnTo>
                    <a:pt x="3517" y="2647"/>
                  </a:lnTo>
                  <a:lnTo>
                    <a:pt x="3576" y="2647"/>
                  </a:lnTo>
                  <a:lnTo>
                    <a:pt x="3615" y="2628"/>
                  </a:lnTo>
                  <a:lnTo>
                    <a:pt x="3615" y="2608"/>
                  </a:lnTo>
                  <a:lnTo>
                    <a:pt x="3596" y="2568"/>
                  </a:lnTo>
                  <a:lnTo>
                    <a:pt x="3576" y="2568"/>
                  </a:lnTo>
                  <a:lnTo>
                    <a:pt x="3576" y="2588"/>
                  </a:lnTo>
                  <a:lnTo>
                    <a:pt x="3576" y="2608"/>
                  </a:lnTo>
                  <a:lnTo>
                    <a:pt x="3536" y="2588"/>
                  </a:lnTo>
                  <a:lnTo>
                    <a:pt x="3497" y="2549"/>
                  </a:lnTo>
                  <a:lnTo>
                    <a:pt x="3477" y="2470"/>
                  </a:lnTo>
                  <a:lnTo>
                    <a:pt x="3517" y="2470"/>
                  </a:lnTo>
                  <a:lnTo>
                    <a:pt x="3536" y="2410"/>
                  </a:lnTo>
                  <a:lnTo>
                    <a:pt x="3556" y="2430"/>
                  </a:lnTo>
                  <a:lnTo>
                    <a:pt x="3556" y="2470"/>
                  </a:lnTo>
                  <a:lnTo>
                    <a:pt x="3536" y="2489"/>
                  </a:lnTo>
                  <a:lnTo>
                    <a:pt x="3556" y="2529"/>
                  </a:lnTo>
                  <a:lnTo>
                    <a:pt x="3596" y="2450"/>
                  </a:lnTo>
                  <a:lnTo>
                    <a:pt x="3576" y="2470"/>
                  </a:lnTo>
                  <a:lnTo>
                    <a:pt x="3556" y="2351"/>
                  </a:lnTo>
                  <a:lnTo>
                    <a:pt x="3536" y="2391"/>
                  </a:lnTo>
                  <a:lnTo>
                    <a:pt x="3517" y="2371"/>
                  </a:lnTo>
                  <a:lnTo>
                    <a:pt x="3477" y="2351"/>
                  </a:lnTo>
                  <a:lnTo>
                    <a:pt x="3477" y="2331"/>
                  </a:lnTo>
                  <a:lnTo>
                    <a:pt x="3536" y="2252"/>
                  </a:lnTo>
                  <a:lnTo>
                    <a:pt x="3576" y="2233"/>
                  </a:lnTo>
                  <a:lnTo>
                    <a:pt x="3615" y="2252"/>
                  </a:lnTo>
                  <a:lnTo>
                    <a:pt x="3576" y="2213"/>
                  </a:lnTo>
                  <a:lnTo>
                    <a:pt x="3576" y="2173"/>
                  </a:lnTo>
                  <a:lnTo>
                    <a:pt x="3596" y="2094"/>
                  </a:lnTo>
                  <a:lnTo>
                    <a:pt x="3536" y="2094"/>
                  </a:lnTo>
                  <a:lnTo>
                    <a:pt x="3517" y="2035"/>
                  </a:lnTo>
                  <a:lnTo>
                    <a:pt x="3615" y="1996"/>
                  </a:lnTo>
                  <a:lnTo>
                    <a:pt x="3615" y="2035"/>
                  </a:lnTo>
                  <a:lnTo>
                    <a:pt x="3734" y="2035"/>
                  </a:lnTo>
                  <a:lnTo>
                    <a:pt x="3754" y="2075"/>
                  </a:lnTo>
                  <a:lnTo>
                    <a:pt x="3754" y="2114"/>
                  </a:lnTo>
                  <a:lnTo>
                    <a:pt x="3694" y="2173"/>
                  </a:lnTo>
                  <a:lnTo>
                    <a:pt x="3754" y="2154"/>
                  </a:lnTo>
                  <a:lnTo>
                    <a:pt x="3773" y="2134"/>
                  </a:lnTo>
                  <a:lnTo>
                    <a:pt x="3773" y="2114"/>
                  </a:lnTo>
                  <a:lnTo>
                    <a:pt x="3773" y="2075"/>
                  </a:lnTo>
                  <a:lnTo>
                    <a:pt x="3754" y="2015"/>
                  </a:lnTo>
                  <a:lnTo>
                    <a:pt x="3754" y="1996"/>
                  </a:lnTo>
                  <a:lnTo>
                    <a:pt x="3773" y="1956"/>
                  </a:lnTo>
                  <a:lnTo>
                    <a:pt x="3813" y="1976"/>
                  </a:lnTo>
                  <a:lnTo>
                    <a:pt x="3833" y="2015"/>
                  </a:lnTo>
                  <a:lnTo>
                    <a:pt x="3833" y="1956"/>
                  </a:lnTo>
                  <a:lnTo>
                    <a:pt x="3833" y="1917"/>
                  </a:lnTo>
                  <a:lnTo>
                    <a:pt x="3852" y="1897"/>
                  </a:lnTo>
                  <a:lnTo>
                    <a:pt x="3793" y="1897"/>
                  </a:lnTo>
                  <a:lnTo>
                    <a:pt x="3754" y="1877"/>
                  </a:lnTo>
                  <a:lnTo>
                    <a:pt x="3734" y="1838"/>
                  </a:lnTo>
                  <a:lnTo>
                    <a:pt x="3852" y="1798"/>
                  </a:lnTo>
                  <a:lnTo>
                    <a:pt x="3872" y="1778"/>
                  </a:lnTo>
                  <a:lnTo>
                    <a:pt x="3872" y="1759"/>
                  </a:lnTo>
                  <a:lnTo>
                    <a:pt x="3833" y="1739"/>
                  </a:lnTo>
                  <a:lnTo>
                    <a:pt x="3793" y="1699"/>
                  </a:lnTo>
                  <a:lnTo>
                    <a:pt x="3773" y="1660"/>
                  </a:lnTo>
                  <a:lnTo>
                    <a:pt x="3694" y="1660"/>
                  </a:lnTo>
                  <a:lnTo>
                    <a:pt x="3675" y="1640"/>
                  </a:lnTo>
                  <a:lnTo>
                    <a:pt x="3675" y="1600"/>
                  </a:lnTo>
                  <a:lnTo>
                    <a:pt x="3694" y="1581"/>
                  </a:lnTo>
                  <a:lnTo>
                    <a:pt x="3655" y="1541"/>
                  </a:lnTo>
                  <a:lnTo>
                    <a:pt x="3655" y="1581"/>
                  </a:lnTo>
                  <a:lnTo>
                    <a:pt x="3655" y="1600"/>
                  </a:lnTo>
                  <a:lnTo>
                    <a:pt x="3655" y="1640"/>
                  </a:lnTo>
                  <a:lnTo>
                    <a:pt x="3655" y="1660"/>
                  </a:lnTo>
                  <a:lnTo>
                    <a:pt x="3615" y="1640"/>
                  </a:lnTo>
                  <a:lnTo>
                    <a:pt x="3596" y="1620"/>
                  </a:lnTo>
                  <a:lnTo>
                    <a:pt x="3615" y="1581"/>
                  </a:lnTo>
                  <a:lnTo>
                    <a:pt x="3596" y="1541"/>
                  </a:lnTo>
                  <a:lnTo>
                    <a:pt x="3675" y="1482"/>
                  </a:lnTo>
                  <a:lnTo>
                    <a:pt x="3754" y="1442"/>
                  </a:lnTo>
                  <a:lnTo>
                    <a:pt x="3833" y="1502"/>
                  </a:lnTo>
                  <a:lnTo>
                    <a:pt x="3872" y="1561"/>
                  </a:lnTo>
                  <a:lnTo>
                    <a:pt x="3931" y="1640"/>
                  </a:lnTo>
                  <a:lnTo>
                    <a:pt x="3971" y="1660"/>
                  </a:lnTo>
                  <a:lnTo>
                    <a:pt x="4010" y="1680"/>
                  </a:lnTo>
                  <a:lnTo>
                    <a:pt x="4050" y="1521"/>
                  </a:lnTo>
                  <a:lnTo>
                    <a:pt x="4089" y="1442"/>
                  </a:lnTo>
                  <a:lnTo>
                    <a:pt x="4129" y="1403"/>
                  </a:lnTo>
                  <a:lnTo>
                    <a:pt x="4109" y="1344"/>
                  </a:lnTo>
                  <a:lnTo>
                    <a:pt x="4070" y="1304"/>
                  </a:lnTo>
                  <a:lnTo>
                    <a:pt x="4030" y="1284"/>
                  </a:lnTo>
                  <a:lnTo>
                    <a:pt x="3971" y="1265"/>
                  </a:lnTo>
                  <a:lnTo>
                    <a:pt x="3971" y="1205"/>
                  </a:lnTo>
                  <a:lnTo>
                    <a:pt x="4010" y="1186"/>
                  </a:lnTo>
                  <a:lnTo>
                    <a:pt x="4030" y="1245"/>
                  </a:lnTo>
                  <a:lnTo>
                    <a:pt x="4030" y="1107"/>
                  </a:lnTo>
                  <a:lnTo>
                    <a:pt x="4050" y="1028"/>
                  </a:lnTo>
                  <a:lnTo>
                    <a:pt x="4070" y="949"/>
                  </a:lnTo>
                  <a:lnTo>
                    <a:pt x="4070" y="909"/>
                  </a:lnTo>
                  <a:lnTo>
                    <a:pt x="4030" y="889"/>
                  </a:lnTo>
                  <a:lnTo>
                    <a:pt x="3931" y="870"/>
                  </a:lnTo>
                  <a:lnTo>
                    <a:pt x="3951" y="791"/>
                  </a:lnTo>
                  <a:lnTo>
                    <a:pt x="3931" y="810"/>
                  </a:lnTo>
                  <a:lnTo>
                    <a:pt x="3892" y="771"/>
                  </a:lnTo>
                  <a:lnTo>
                    <a:pt x="3892" y="731"/>
                  </a:lnTo>
                  <a:lnTo>
                    <a:pt x="3931" y="672"/>
                  </a:lnTo>
                  <a:lnTo>
                    <a:pt x="3971" y="692"/>
                  </a:lnTo>
                  <a:lnTo>
                    <a:pt x="3991" y="712"/>
                  </a:lnTo>
                  <a:lnTo>
                    <a:pt x="4010" y="692"/>
                  </a:lnTo>
                  <a:lnTo>
                    <a:pt x="4030" y="672"/>
                  </a:lnTo>
                  <a:lnTo>
                    <a:pt x="4030" y="633"/>
                  </a:lnTo>
                  <a:lnTo>
                    <a:pt x="4030" y="593"/>
                  </a:lnTo>
                  <a:lnTo>
                    <a:pt x="4089" y="633"/>
                  </a:lnTo>
                  <a:lnTo>
                    <a:pt x="4089" y="672"/>
                  </a:lnTo>
                  <a:lnTo>
                    <a:pt x="4070" y="692"/>
                  </a:lnTo>
                  <a:lnTo>
                    <a:pt x="4050" y="692"/>
                  </a:lnTo>
                  <a:lnTo>
                    <a:pt x="4050" y="791"/>
                  </a:lnTo>
                  <a:lnTo>
                    <a:pt x="4070" y="731"/>
                  </a:lnTo>
                  <a:lnTo>
                    <a:pt x="4129" y="692"/>
                  </a:lnTo>
                  <a:lnTo>
                    <a:pt x="4188" y="692"/>
                  </a:lnTo>
                  <a:lnTo>
                    <a:pt x="4247" y="712"/>
                  </a:lnTo>
                  <a:lnTo>
                    <a:pt x="4228" y="672"/>
                  </a:lnTo>
                  <a:lnTo>
                    <a:pt x="4149" y="672"/>
                  </a:lnTo>
                  <a:lnTo>
                    <a:pt x="4149" y="652"/>
                  </a:lnTo>
                  <a:lnTo>
                    <a:pt x="4149" y="633"/>
                  </a:lnTo>
                  <a:lnTo>
                    <a:pt x="4228" y="573"/>
                  </a:lnTo>
                  <a:lnTo>
                    <a:pt x="4267" y="514"/>
                  </a:lnTo>
                  <a:lnTo>
                    <a:pt x="3141" y="139"/>
                  </a:lnTo>
                  <a:lnTo>
                    <a:pt x="3102" y="178"/>
                  </a:lnTo>
                  <a:lnTo>
                    <a:pt x="3082" y="119"/>
                  </a:lnTo>
                  <a:lnTo>
                    <a:pt x="3082" y="99"/>
                  </a:lnTo>
                  <a:lnTo>
                    <a:pt x="3102" y="119"/>
                  </a:lnTo>
                  <a:lnTo>
                    <a:pt x="3082" y="80"/>
                  </a:lnTo>
                  <a:lnTo>
                    <a:pt x="3102" y="60"/>
                  </a:lnTo>
                  <a:lnTo>
                    <a:pt x="3082" y="2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34"/>
            <p:cNvSpPr/>
            <p:nvPr/>
          </p:nvSpPr>
          <p:spPr>
            <a:xfrm>
              <a:off x="4577504" y="-1215512"/>
              <a:ext cx="789" cy="789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34"/>
            <p:cNvSpPr/>
            <p:nvPr/>
          </p:nvSpPr>
          <p:spPr>
            <a:xfrm>
              <a:off x="4712644" y="-2018156"/>
              <a:ext cx="789" cy="38"/>
            </a:xfrm>
            <a:custGeom>
              <a:rect b="b" l="l" r="r" t="t"/>
              <a:pathLst>
                <a:path extrusionOk="0" h="1" w="21">
                  <a:moveTo>
                    <a:pt x="1" y="1"/>
                  </a:move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34"/>
            <p:cNvSpPr/>
            <p:nvPr/>
          </p:nvSpPr>
          <p:spPr>
            <a:xfrm>
              <a:off x="4622049" y="-2251296"/>
              <a:ext cx="96569" cy="297788"/>
            </a:xfrm>
            <a:custGeom>
              <a:rect b="b" l="l" r="r" t="t"/>
              <a:pathLst>
                <a:path extrusionOk="0" h="7922" w="2569">
                  <a:moveTo>
                    <a:pt x="1206" y="60"/>
                  </a:moveTo>
                  <a:lnTo>
                    <a:pt x="1186" y="79"/>
                  </a:lnTo>
                  <a:lnTo>
                    <a:pt x="1186" y="119"/>
                  </a:lnTo>
                  <a:lnTo>
                    <a:pt x="1226" y="178"/>
                  </a:lnTo>
                  <a:lnTo>
                    <a:pt x="1245" y="237"/>
                  </a:lnTo>
                  <a:lnTo>
                    <a:pt x="1245" y="257"/>
                  </a:lnTo>
                  <a:lnTo>
                    <a:pt x="1206" y="277"/>
                  </a:lnTo>
                  <a:lnTo>
                    <a:pt x="1245" y="297"/>
                  </a:lnTo>
                  <a:lnTo>
                    <a:pt x="1265" y="316"/>
                  </a:lnTo>
                  <a:lnTo>
                    <a:pt x="1344" y="336"/>
                  </a:lnTo>
                  <a:lnTo>
                    <a:pt x="1344" y="376"/>
                  </a:lnTo>
                  <a:lnTo>
                    <a:pt x="1384" y="356"/>
                  </a:lnTo>
                  <a:lnTo>
                    <a:pt x="1463" y="316"/>
                  </a:lnTo>
                  <a:lnTo>
                    <a:pt x="1364" y="218"/>
                  </a:lnTo>
                  <a:lnTo>
                    <a:pt x="1344" y="178"/>
                  </a:lnTo>
                  <a:lnTo>
                    <a:pt x="1324" y="99"/>
                  </a:lnTo>
                  <a:lnTo>
                    <a:pt x="1285" y="99"/>
                  </a:lnTo>
                  <a:lnTo>
                    <a:pt x="1265" y="79"/>
                  </a:lnTo>
                  <a:lnTo>
                    <a:pt x="1245" y="60"/>
                  </a:lnTo>
                  <a:close/>
                  <a:moveTo>
                    <a:pt x="21" y="593"/>
                  </a:moveTo>
                  <a:lnTo>
                    <a:pt x="60" y="613"/>
                  </a:lnTo>
                  <a:lnTo>
                    <a:pt x="60" y="593"/>
                  </a:lnTo>
                  <a:close/>
                  <a:moveTo>
                    <a:pt x="1265" y="1521"/>
                  </a:moveTo>
                  <a:lnTo>
                    <a:pt x="1265" y="1561"/>
                  </a:lnTo>
                  <a:lnTo>
                    <a:pt x="1285" y="1581"/>
                  </a:lnTo>
                  <a:lnTo>
                    <a:pt x="1305" y="1600"/>
                  </a:lnTo>
                  <a:lnTo>
                    <a:pt x="1305" y="1561"/>
                  </a:lnTo>
                  <a:lnTo>
                    <a:pt x="1305" y="1541"/>
                  </a:lnTo>
                  <a:lnTo>
                    <a:pt x="1265" y="1521"/>
                  </a:lnTo>
                  <a:close/>
                  <a:moveTo>
                    <a:pt x="2068" y="5065"/>
                  </a:moveTo>
                  <a:lnTo>
                    <a:pt x="2075" y="5077"/>
                  </a:lnTo>
                  <a:lnTo>
                    <a:pt x="2079" y="5073"/>
                  </a:lnTo>
                  <a:lnTo>
                    <a:pt x="2079" y="5073"/>
                  </a:lnTo>
                  <a:lnTo>
                    <a:pt x="2068" y="5065"/>
                  </a:lnTo>
                  <a:close/>
                  <a:moveTo>
                    <a:pt x="2095" y="5057"/>
                  </a:moveTo>
                  <a:lnTo>
                    <a:pt x="2079" y="5073"/>
                  </a:lnTo>
                  <a:lnTo>
                    <a:pt x="2079" y="5073"/>
                  </a:lnTo>
                  <a:lnTo>
                    <a:pt x="2114" y="5096"/>
                  </a:lnTo>
                  <a:lnTo>
                    <a:pt x="2154" y="5136"/>
                  </a:lnTo>
                  <a:lnTo>
                    <a:pt x="2174" y="5136"/>
                  </a:lnTo>
                  <a:lnTo>
                    <a:pt x="2174" y="5096"/>
                  </a:lnTo>
                  <a:lnTo>
                    <a:pt x="2174" y="5077"/>
                  </a:lnTo>
                  <a:lnTo>
                    <a:pt x="2193" y="5057"/>
                  </a:lnTo>
                  <a:close/>
                  <a:moveTo>
                    <a:pt x="613" y="5254"/>
                  </a:moveTo>
                  <a:lnTo>
                    <a:pt x="673" y="5373"/>
                  </a:lnTo>
                  <a:lnTo>
                    <a:pt x="673" y="5393"/>
                  </a:lnTo>
                  <a:lnTo>
                    <a:pt x="692" y="5373"/>
                  </a:lnTo>
                  <a:lnTo>
                    <a:pt x="712" y="5373"/>
                  </a:lnTo>
                  <a:lnTo>
                    <a:pt x="692" y="5314"/>
                  </a:lnTo>
                  <a:lnTo>
                    <a:pt x="673" y="5294"/>
                  </a:lnTo>
                  <a:lnTo>
                    <a:pt x="653" y="5294"/>
                  </a:lnTo>
                  <a:lnTo>
                    <a:pt x="613" y="5254"/>
                  </a:lnTo>
                  <a:close/>
                  <a:moveTo>
                    <a:pt x="890" y="0"/>
                  </a:moveTo>
                  <a:lnTo>
                    <a:pt x="850" y="60"/>
                  </a:lnTo>
                  <a:lnTo>
                    <a:pt x="850" y="13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811" y="79"/>
                  </a:lnTo>
                  <a:lnTo>
                    <a:pt x="21" y="119"/>
                  </a:lnTo>
                  <a:lnTo>
                    <a:pt x="1" y="158"/>
                  </a:lnTo>
                  <a:lnTo>
                    <a:pt x="40" y="139"/>
                  </a:lnTo>
                  <a:lnTo>
                    <a:pt x="80" y="158"/>
                  </a:lnTo>
                  <a:lnTo>
                    <a:pt x="179" y="158"/>
                  </a:lnTo>
                  <a:lnTo>
                    <a:pt x="218" y="198"/>
                  </a:lnTo>
                  <a:lnTo>
                    <a:pt x="218" y="237"/>
                  </a:lnTo>
                  <a:lnTo>
                    <a:pt x="218" y="297"/>
                  </a:lnTo>
                  <a:lnTo>
                    <a:pt x="179" y="297"/>
                  </a:lnTo>
                  <a:lnTo>
                    <a:pt x="159" y="277"/>
                  </a:lnTo>
                  <a:lnTo>
                    <a:pt x="119" y="237"/>
                  </a:lnTo>
                  <a:lnTo>
                    <a:pt x="80" y="198"/>
                  </a:lnTo>
                  <a:lnTo>
                    <a:pt x="60" y="198"/>
                  </a:lnTo>
                  <a:lnTo>
                    <a:pt x="21" y="218"/>
                  </a:lnTo>
                  <a:lnTo>
                    <a:pt x="21" y="237"/>
                  </a:lnTo>
                  <a:lnTo>
                    <a:pt x="40" y="257"/>
                  </a:lnTo>
                  <a:lnTo>
                    <a:pt x="80" y="257"/>
                  </a:lnTo>
                  <a:lnTo>
                    <a:pt x="100" y="237"/>
                  </a:lnTo>
                  <a:lnTo>
                    <a:pt x="80" y="336"/>
                  </a:lnTo>
                  <a:lnTo>
                    <a:pt x="40" y="395"/>
                  </a:lnTo>
                  <a:lnTo>
                    <a:pt x="1" y="435"/>
                  </a:lnTo>
                  <a:lnTo>
                    <a:pt x="40" y="474"/>
                  </a:lnTo>
                  <a:lnTo>
                    <a:pt x="80" y="514"/>
                  </a:lnTo>
                  <a:lnTo>
                    <a:pt x="100" y="534"/>
                  </a:lnTo>
                  <a:lnTo>
                    <a:pt x="159" y="573"/>
                  </a:lnTo>
                  <a:lnTo>
                    <a:pt x="139" y="553"/>
                  </a:lnTo>
                  <a:lnTo>
                    <a:pt x="119" y="534"/>
                  </a:lnTo>
                  <a:lnTo>
                    <a:pt x="100" y="514"/>
                  </a:lnTo>
                  <a:lnTo>
                    <a:pt x="119" y="494"/>
                  </a:lnTo>
                  <a:lnTo>
                    <a:pt x="218" y="534"/>
                  </a:lnTo>
                  <a:lnTo>
                    <a:pt x="198" y="593"/>
                  </a:lnTo>
                  <a:lnTo>
                    <a:pt x="179" y="632"/>
                  </a:lnTo>
                  <a:lnTo>
                    <a:pt x="139" y="712"/>
                  </a:lnTo>
                  <a:lnTo>
                    <a:pt x="80" y="652"/>
                  </a:lnTo>
                  <a:lnTo>
                    <a:pt x="100" y="652"/>
                  </a:lnTo>
                  <a:lnTo>
                    <a:pt x="80" y="632"/>
                  </a:lnTo>
                  <a:lnTo>
                    <a:pt x="60" y="613"/>
                  </a:lnTo>
                  <a:lnTo>
                    <a:pt x="60" y="652"/>
                  </a:lnTo>
                  <a:lnTo>
                    <a:pt x="60" y="692"/>
                  </a:lnTo>
                  <a:lnTo>
                    <a:pt x="80" y="712"/>
                  </a:lnTo>
                  <a:lnTo>
                    <a:pt x="60" y="712"/>
                  </a:lnTo>
                  <a:lnTo>
                    <a:pt x="80" y="751"/>
                  </a:lnTo>
                  <a:lnTo>
                    <a:pt x="80" y="791"/>
                  </a:lnTo>
                  <a:lnTo>
                    <a:pt x="60" y="850"/>
                  </a:lnTo>
                  <a:lnTo>
                    <a:pt x="40" y="889"/>
                  </a:lnTo>
                  <a:lnTo>
                    <a:pt x="40" y="909"/>
                  </a:lnTo>
                  <a:lnTo>
                    <a:pt x="60" y="929"/>
                  </a:lnTo>
                  <a:lnTo>
                    <a:pt x="119" y="949"/>
                  </a:lnTo>
                  <a:lnTo>
                    <a:pt x="159" y="929"/>
                  </a:lnTo>
                  <a:lnTo>
                    <a:pt x="179" y="909"/>
                  </a:lnTo>
                  <a:lnTo>
                    <a:pt x="218" y="909"/>
                  </a:lnTo>
                  <a:lnTo>
                    <a:pt x="198" y="929"/>
                  </a:lnTo>
                  <a:lnTo>
                    <a:pt x="179" y="968"/>
                  </a:lnTo>
                  <a:lnTo>
                    <a:pt x="159" y="988"/>
                  </a:lnTo>
                  <a:lnTo>
                    <a:pt x="139" y="988"/>
                  </a:lnTo>
                  <a:lnTo>
                    <a:pt x="119" y="968"/>
                  </a:lnTo>
                  <a:lnTo>
                    <a:pt x="100" y="1047"/>
                  </a:lnTo>
                  <a:lnTo>
                    <a:pt x="119" y="1087"/>
                  </a:lnTo>
                  <a:lnTo>
                    <a:pt x="198" y="1087"/>
                  </a:lnTo>
                  <a:lnTo>
                    <a:pt x="238" y="1107"/>
                  </a:lnTo>
                  <a:lnTo>
                    <a:pt x="258" y="1126"/>
                  </a:lnTo>
                  <a:lnTo>
                    <a:pt x="238" y="1146"/>
                  </a:lnTo>
                  <a:lnTo>
                    <a:pt x="218" y="1166"/>
                  </a:lnTo>
                  <a:lnTo>
                    <a:pt x="179" y="1146"/>
                  </a:lnTo>
                  <a:lnTo>
                    <a:pt x="100" y="1146"/>
                  </a:lnTo>
                  <a:lnTo>
                    <a:pt x="60" y="1166"/>
                  </a:lnTo>
                  <a:lnTo>
                    <a:pt x="139" y="1245"/>
                  </a:lnTo>
                  <a:lnTo>
                    <a:pt x="80" y="1284"/>
                  </a:lnTo>
                  <a:lnTo>
                    <a:pt x="80" y="1324"/>
                  </a:lnTo>
                  <a:lnTo>
                    <a:pt x="80" y="1383"/>
                  </a:lnTo>
                  <a:lnTo>
                    <a:pt x="139" y="1462"/>
                  </a:lnTo>
                  <a:lnTo>
                    <a:pt x="198" y="1561"/>
                  </a:lnTo>
                  <a:lnTo>
                    <a:pt x="218" y="1600"/>
                  </a:lnTo>
                  <a:lnTo>
                    <a:pt x="238" y="1660"/>
                  </a:lnTo>
                  <a:lnTo>
                    <a:pt x="179" y="1660"/>
                  </a:lnTo>
                  <a:lnTo>
                    <a:pt x="119" y="1620"/>
                  </a:lnTo>
                  <a:lnTo>
                    <a:pt x="100" y="1561"/>
                  </a:lnTo>
                  <a:lnTo>
                    <a:pt x="80" y="1521"/>
                  </a:lnTo>
                  <a:lnTo>
                    <a:pt x="60" y="1541"/>
                  </a:lnTo>
                  <a:lnTo>
                    <a:pt x="60" y="1561"/>
                  </a:lnTo>
                  <a:lnTo>
                    <a:pt x="60" y="1620"/>
                  </a:lnTo>
                  <a:lnTo>
                    <a:pt x="80" y="1660"/>
                  </a:lnTo>
                  <a:lnTo>
                    <a:pt x="80" y="1679"/>
                  </a:lnTo>
                  <a:lnTo>
                    <a:pt x="80" y="1699"/>
                  </a:lnTo>
                  <a:lnTo>
                    <a:pt x="80" y="1739"/>
                  </a:lnTo>
                  <a:lnTo>
                    <a:pt x="119" y="1778"/>
                  </a:lnTo>
                  <a:lnTo>
                    <a:pt x="159" y="1798"/>
                  </a:lnTo>
                  <a:lnTo>
                    <a:pt x="198" y="1798"/>
                  </a:lnTo>
                  <a:lnTo>
                    <a:pt x="198" y="1818"/>
                  </a:lnTo>
                  <a:lnTo>
                    <a:pt x="179" y="1837"/>
                  </a:lnTo>
                  <a:lnTo>
                    <a:pt x="139" y="1857"/>
                  </a:lnTo>
                  <a:lnTo>
                    <a:pt x="179" y="1877"/>
                  </a:lnTo>
                  <a:lnTo>
                    <a:pt x="218" y="1916"/>
                  </a:lnTo>
                  <a:lnTo>
                    <a:pt x="238" y="2015"/>
                  </a:lnTo>
                  <a:lnTo>
                    <a:pt x="179" y="2015"/>
                  </a:lnTo>
                  <a:lnTo>
                    <a:pt x="258" y="2114"/>
                  </a:lnTo>
                  <a:lnTo>
                    <a:pt x="258" y="2094"/>
                  </a:lnTo>
                  <a:lnTo>
                    <a:pt x="337" y="2094"/>
                  </a:lnTo>
                  <a:lnTo>
                    <a:pt x="337" y="2114"/>
                  </a:lnTo>
                  <a:lnTo>
                    <a:pt x="376" y="2074"/>
                  </a:lnTo>
                  <a:lnTo>
                    <a:pt x="396" y="2055"/>
                  </a:lnTo>
                  <a:lnTo>
                    <a:pt x="356" y="1976"/>
                  </a:lnTo>
                  <a:lnTo>
                    <a:pt x="337" y="1936"/>
                  </a:lnTo>
                  <a:lnTo>
                    <a:pt x="337" y="1897"/>
                  </a:lnTo>
                  <a:lnTo>
                    <a:pt x="337" y="1857"/>
                  </a:lnTo>
                  <a:lnTo>
                    <a:pt x="396" y="1837"/>
                  </a:lnTo>
                  <a:lnTo>
                    <a:pt x="475" y="1837"/>
                  </a:lnTo>
                  <a:lnTo>
                    <a:pt x="455" y="1857"/>
                  </a:lnTo>
                  <a:lnTo>
                    <a:pt x="436" y="1877"/>
                  </a:lnTo>
                  <a:lnTo>
                    <a:pt x="495" y="1897"/>
                  </a:lnTo>
                  <a:lnTo>
                    <a:pt x="515" y="1897"/>
                  </a:lnTo>
                  <a:lnTo>
                    <a:pt x="515" y="1877"/>
                  </a:lnTo>
                  <a:lnTo>
                    <a:pt x="594" y="1877"/>
                  </a:lnTo>
                  <a:lnTo>
                    <a:pt x="613" y="1916"/>
                  </a:lnTo>
                  <a:lnTo>
                    <a:pt x="633" y="1976"/>
                  </a:lnTo>
                  <a:lnTo>
                    <a:pt x="673" y="2015"/>
                  </a:lnTo>
                  <a:lnTo>
                    <a:pt x="613" y="2035"/>
                  </a:lnTo>
                  <a:lnTo>
                    <a:pt x="574" y="2015"/>
                  </a:lnTo>
                  <a:lnTo>
                    <a:pt x="534" y="1976"/>
                  </a:lnTo>
                  <a:lnTo>
                    <a:pt x="475" y="1956"/>
                  </a:lnTo>
                  <a:lnTo>
                    <a:pt x="515" y="1995"/>
                  </a:lnTo>
                  <a:lnTo>
                    <a:pt x="534" y="2015"/>
                  </a:lnTo>
                  <a:lnTo>
                    <a:pt x="515" y="2035"/>
                  </a:lnTo>
                  <a:lnTo>
                    <a:pt x="436" y="2035"/>
                  </a:lnTo>
                  <a:lnTo>
                    <a:pt x="475" y="2074"/>
                  </a:lnTo>
                  <a:lnTo>
                    <a:pt x="534" y="2074"/>
                  </a:lnTo>
                  <a:lnTo>
                    <a:pt x="594" y="2055"/>
                  </a:lnTo>
                  <a:lnTo>
                    <a:pt x="653" y="2074"/>
                  </a:lnTo>
                  <a:lnTo>
                    <a:pt x="653" y="2114"/>
                  </a:lnTo>
                  <a:lnTo>
                    <a:pt x="613" y="2153"/>
                  </a:lnTo>
                  <a:lnTo>
                    <a:pt x="613" y="2173"/>
                  </a:lnTo>
                  <a:lnTo>
                    <a:pt x="594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52"/>
                  </a:lnTo>
                  <a:lnTo>
                    <a:pt x="653" y="2292"/>
                  </a:lnTo>
                  <a:lnTo>
                    <a:pt x="574" y="2331"/>
                  </a:lnTo>
                  <a:lnTo>
                    <a:pt x="594" y="2292"/>
                  </a:lnTo>
                  <a:lnTo>
                    <a:pt x="594" y="2272"/>
                  </a:lnTo>
                  <a:lnTo>
                    <a:pt x="554" y="2232"/>
                  </a:lnTo>
                  <a:lnTo>
                    <a:pt x="495" y="2213"/>
                  </a:lnTo>
                  <a:lnTo>
                    <a:pt x="475" y="2213"/>
                  </a:lnTo>
                  <a:lnTo>
                    <a:pt x="495" y="2193"/>
                  </a:lnTo>
                  <a:lnTo>
                    <a:pt x="455" y="2213"/>
                  </a:lnTo>
                  <a:lnTo>
                    <a:pt x="416" y="2232"/>
                  </a:lnTo>
                  <a:lnTo>
                    <a:pt x="356" y="2232"/>
                  </a:lnTo>
                  <a:lnTo>
                    <a:pt x="218" y="2153"/>
                  </a:lnTo>
                  <a:lnTo>
                    <a:pt x="218" y="2213"/>
                  </a:lnTo>
                  <a:lnTo>
                    <a:pt x="218" y="2252"/>
                  </a:lnTo>
                  <a:lnTo>
                    <a:pt x="179" y="2272"/>
                  </a:lnTo>
                  <a:lnTo>
                    <a:pt x="218" y="2292"/>
                  </a:lnTo>
                  <a:lnTo>
                    <a:pt x="238" y="2331"/>
                  </a:lnTo>
                  <a:lnTo>
                    <a:pt x="238" y="2390"/>
                  </a:lnTo>
                  <a:lnTo>
                    <a:pt x="238" y="2430"/>
                  </a:lnTo>
                  <a:lnTo>
                    <a:pt x="258" y="2469"/>
                  </a:lnTo>
                  <a:lnTo>
                    <a:pt x="297" y="2489"/>
                  </a:lnTo>
                  <a:lnTo>
                    <a:pt x="277" y="2509"/>
                  </a:lnTo>
                  <a:lnTo>
                    <a:pt x="258" y="2489"/>
                  </a:lnTo>
                  <a:lnTo>
                    <a:pt x="238" y="2489"/>
                  </a:lnTo>
                  <a:lnTo>
                    <a:pt x="238" y="2509"/>
                  </a:lnTo>
                  <a:lnTo>
                    <a:pt x="258" y="2608"/>
                  </a:lnTo>
                  <a:lnTo>
                    <a:pt x="277" y="2667"/>
                  </a:lnTo>
                  <a:lnTo>
                    <a:pt x="317" y="2726"/>
                  </a:lnTo>
                  <a:lnTo>
                    <a:pt x="297" y="2746"/>
                  </a:lnTo>
                  <a:lnTo>
                    <a:pt x="277" y="2766"/>
                  </a:lnTo>
                  <a:lnTo>
                    <a:pt x="238" y="2785"/>
                  </a:lnTo>
                  <a:lnTo>
                    <a:pt x="238" y="2845"/>
                  </a:lnTo>
                  <a:lnTo>
                    <a:pt x="238" y="2904"/>
                  </a:lnTo>
                  <a:lnTo>
                    <a:pt x="317" y="3003"/>
                  </a:lnTo>
                  <a:lnTo>
                    <a:pt x="376" y="3121"/>
                  </a:lnTo>
                  <a:lnTo>
                    <a:pt x="396" y="3181"/>
                  </a:lnTo>
                  <a:lnTo>
                    <a:pt x="396" y="3260"/>
                  </a:lnTo>
                  <a:lnTo>
                    <a:pt x="337" y="3220"/>
                  </a:lnTo>
                  <a:lnTo>
                    <a:pt x="337" y="3299"/>
                  </a:lnTo>
                  <a:lnTo>
                    <a:pt x="356" y="3319"/>
                  </a:lnTo>
                  <a:lnTo>
                    <a:pt x="396" y="3339"/>
                  </a:lnTo>
                  <a:lnTo>
                    <a:pt x="356" y="3358"/>
                  </a:lnTo>
                  <a:lnTo>
                    <a:pt x="337" y="3398"/>
                  </a:lnTo>
                  <a:lnTo>
                    <a:pt x="376" y="3457"/>
                  </a:lnTo>
                  <a:lnTo>
                    <a:pt x="396" y="3497"/>
                  </a:lnTo>
                  <a:lnTo>
                    <a:pt x="396" y="3536"/>
                  </a:lnTo>
                  <a:lnTo>
                    <a:pt x="376" y="3576"/>
                  </a:lnTo>
                  <a:lnTo>
                    <a:pt x="337" y="3595"/>
                  </a:lnTo>
                  <a:lnTo>
                    <a:pt x="337" y="3635"/>
                  </a:lnTo>
                  <a:lnTo>
                    <a:pt x="356" y="3655"/>
                  </a:lnTo>
                  <a:lnTo>
                    <a:pt x="396" y="3694"/>
                  </a:lnTo>
                  <a:lnTo>
                    <a:pt x="455" y="3714"/>
                  </a:lnTo>
                  <a:lnTo>
                    <a:pt x="495" y="3753"/>
                  </a:lnTo>
                  <a:lnTo>
                    <a:pt x="416" y="3753"/>
                  </a:lnTo>
                  <a:lnTo>
                    <a:pt x="396" y="3773"/>
                  </a:lnTo>
                  <a:lnTo>
                    <a:pt x="376" y="3793"/>
                  </a:lnTo>
                  <a:lnTo>
                    <a:pt x="475" y="4129"/>
                  </a:lnTo>
                  <a:lnTo>
                    <a:pt x="554" y="4504"/>
                  </a:lnTo>
                  <a:lnTo>
                    <a:pt x="515" y="4484"/>
                  </a:lnTo>
                  <a:lnTo>
                    <a:pt x="534" y="4543"/>
                  </a:lnTo>
                  <a:lnTo>
                    <a:pt x="554" y="4603"/>
                  </a:lnTo>
                  <a:lnTo>
                    <a:pt x="613" y="4721"/>
                  </a:lnTo>
                  <a:lnTo>
                    <a:pt x="653" y="4840"/>
                  </a:lnTo>
                  <a:lnTo>
                    <a:pt x="673" y="4899"/>
                  </a:lnTo>
                  <a:lnTo>
                    <a:pt x="653" y="4958"/>
                  </a:lnTo>
                  <a:lnTo>
                    <a:pt x="712" y="5017"/>
                  </a:lnTo>
                  <a:lnTo>
                    <a:pt x="752" y="5037"/>
                  </a:lnTo>
                  <a:lnTo>
                    <a:pt x="791" y="5017"/>
                  </a:lnTo>
                  <a:lnTo>
                    <a:pt x="811" y="4998"/>
                  </a:lnTo>
                  <a:lnTo>
                    <a:pt x="831" y="4978"/>
                  </a:lnTo>
                  <a:lnTo>
                    <a:pt x="929" y="4978"/>
                  </a:lnTo>
                  <a:lnTo>
                    <a:pt x="949" y="5017"/>
                  </a:lnTo>
                  <a:lnTo>
                    <a:pt x="949" y="5037"/>
                  </a:lnTo>
                  <a:lnTo>
                    <a:pt x="910" y="5057"/>
                  </a:lnTo>
                  <a:lnTo>
                    <a:pt x="850" y="5077"/>
                  </a:lnTo>
                  <a:lnTo>
                    <a:pt x="850" y="5096"/>
                  </a:lnTo>
                  <a:lnTo>
                    <a:pt x="850" y="5136"/>
                  </a:lnTo>
                  <a:lnTo>
                    <a:pt x="771" y="5136"/>
                  </a:lnTo>
                  <a:lnTo>
                    <a:pt x="752" y="5116"/>
                  </a:lnTo>
                  <a:lnTo>
                    <a:pt x="712" y="5096"/>
                  </a:lnTo>
                  <a:lnTo>
                    <a:pt x="653" y="5096"/>
                  </a:lnTo>
                  <a:lnTo>
                    <a:pt x="752" y="5215"/>
                  </a:lnTo>
                  <a:lnTo>
                    <a:pt x="732" y="5254"/>
                  </a:lnTo>
                  <a:lnTo>
                    <a:pt x="752" y="5314"/>
                  </a:lnTo>
                  <a:lnTo>
                    <a:pt x="752" y="5353"/>
                  </a:lnTo>
                  <a:lnTo>
                    <a:pt x="732" y="5413"/>
                  </a:lnTo>
                  <a:lnTo>
                    <a:pt x="732" y="5393"/>
                  </a:lnTo>
                  <a:lnTo>
                    <a:pt x="673" y="5393"/>
                  </a:lnTo>
                  <a:lnTo>
                    <a:pt x="673" y="5432"/>
                  </a:lnTo>
                  <a:lnTo>
                    <a:pt x="673" y="5492"/>
                  </a:lnTo>
                  <a:lnTo>
                    <a:pt x="712" y="5492"/>
                  </a:lnTo>
                  <a:lnTo>
                    <a:pt x="732" y="5511"/>
                  </a:lnTo>
                  <a:lnTo>
                    <a:pt x="752" y="5531"/>
                  </a:lnTo>
                  <a:lnTo>
                    <a:pt x="771" y="5551"/>
                  </a:lnTo>
                  <a:lnTo>
                    <a:pt x="771" y="5571"/>
                  </a:lnTo>
                  <a:lnTo>
                    <a:pt x="811" y="5571"/>
                  </a:lnTo>
                  <a:lnTo>
                    <a:pt x="850" y="5610"/>
                  </a:lnTo>
                  <a:lnTo>
                    <a:pt x="732" y="5650"/>
                  </a:lnTo>
                  <a:lnTo>
                    <a:pt x="811" y="5650"/>
                  </a:lnTo>
                  <a:lnTo>
                    <a:pt x="831" y="5709"/>
                  </a:lnTo>
                  <a:lnTo>
                    <a:pt x="831" y="5768"/>
                  </a:lnTo>
                  <a:lnTo>
                    <a:pt x="811" y="5847"/>
                  </a:lnTo>
                  <a:lnTo>
                    <a:pt x="791" y="5867"/>
                  </a:lnTo>
                  <a:lnTo>
                    <a:pt x="771" y="5887"/>
                  </a:lnTo>
                  <a:lnTo>
                    <a:pt x="771" y="5906"/>
                  </a:lnTo>
                  <a:lnTo>
                    <a:pt x="811" y="5926"/>
                  </a:lnTo>
                  <a:lnTo>
                    <a:pt x="831" y="5966"/>
                  </a:lnTo>
                  <a:lnTo>
                    <a:pt x="831" y="5985"/>
                  </a:lnTo>
                  <a:lnTo>
                    <a:pt x="771" y="5985"/>
                  </a:lnTo>
                  <a:lnTo>
                    <a:pt x="771" y="6064"/>
                  </a:lnTo>
                  <a:lnTo>
                    <a:pt x="791" y="6163"/>
                  </a:lnTo>
                  <a:lnTo>
                    <a:pt x="791" y="6262"/>
                  </a:lnTo>
                  <a:lnTo>
                    <a:pt x="771" y="6361"/>
                  </a:lnTo>
                  <a:lnTo>
                    <a:pt x="831" y="6479"/>
                  </a:lnTo>
                  <a:lnTo>
                    <a:pt x="870" y="6519"/>
                  </a:lnTo>
                  <a:lnTo>
                    <a:pt x="910" y="6578"/>
                  </a:lnTo>
                  <a:lnTo>
                    <a:pt x="910" y="6538"/>
                  </a:lnTo>
                  <a:lnTo>
                    <a:pt x="929" y="6519"/>
                  </a:lnTo>
                  <a:lnTo>
                    <a:pt x="949" y="6499"/>
                  </a:lnTo>
                  <a:lnTo>
                    <a:pt x="989" y="6519"/>
                  </a:lnTo>
                  <a:lnTo>
                    <a:pt x="1008" y="6519"/>
                  </a:lnTo>
                  <a:lnTo>
                    <a:pt x="1028" y="6558"/>
                  </a:lnTo>
                  <a:lnTo>
                    <a:pt x="1048" y="6598"/>
                  </a:lnTo>
                  <a:lnTo>
                    <a:pt x="1008" y="6617"/>
                  </a:lnTo>
                  <a:lnTo>
                    <a:pt x="1008" y="6637"/>
                  </a:lnTo>
                  <a:lnTo>
                    <a:pt x="989" y="6657"/>
                  </a:lnTo>
                  <a:lnTo>
                    <a:pt x="969" y="6637"/>
                  </a:lnTo>
                  <a:lnTo>
                    <a:pt x="929" y="6657"/>
                  </a:lnTo>
                  <a:lnTo>
                    <a:pt x="910" y="6677"/>
                  </a:lnTo>
                  <a:lnTo>
                    <a:pt x="929" y="6736"/>
                  </a:lnTo>
                  <a:lnTo>
                    <a:pt x="929" y="6775"/>
                  </a:lnTo>
                  <a:lnTo>
                    <a:pt x="910" y="6795"/>
                  </a:lnTo>
                  <a:lnTo>
                    <a:pt x="890" y="6815"/>
                  </a:lnTo>
                  <a:lnTo>
                    <a:pt x="910" y="6835"/>
                  </a:lnTo>
                  <a:lnTo>
                    <a:pt x="929" y="6874"/>
                  </a:lnTo>
                  <a:lnTo>
                    <a:pt x="949" y="6933"/>
                  </a:lnTo>
                  <a:lnTo>
                    <a:pt x="989" y="6953"/>
                  </a:lnTo>
                  <a:lnTo>
                    <a:pt x="949" y="6953"/>
                  </a:lnTo>
                  <a:lnTo>
                    <a:pt x="929" y="6933"/>
                  </a:lnTo>
                  <a:lnTo>
                    <a:pt x="929" y="6914"/>
                  </a:lnTo>
                  <a:lnTo>
                    <a:pt x="910" y="6914"/>
                  </a:lnTo>
                  <a:lnTo>
                    <a:pt x="929" y="6953"/>
                  </a:lnTo>
                  <a:lnTo>
                    <a:pt x="890" y="6953"/>
                  </a:lnTo>
                  <a:lnTo>
                    <a:pt x="890" y="6993"/>
                  </a:lnTo>
                  <a:lnTo>
                    <a:pt x="910" y="7012"/>
                  </a:lnTo>
                  <a:lnTo>
                    <a:pt x="949" y="7052"/>
                  </a:lnTo>
                  <a:lnTo>
                    <a:pt x="1008" y="7072"/>
                  </a:lnTo>
                  <a:lnTo>
                    <a:pt x="1048" y="7111"/>
                  </a:lnTo>
                  <a:lnTo>
                    <a:pt x="1028" y="7111"/>
                  </a:lnTo>
                  <a:lnTo>
                    <a:pt x="1068" y="7151"/>
                  </a:lnTo>
                  <a:lnTo>
                    <a:pt x="949" y="7111"/>
                  </a:lnTo>
                  <a:lnTo>
                    <a:pt x="989" y="7151"/>
                  </a:lnTo>
                  <a:lnTo>
                    <a:pt x="1028" y="7190"/>
                  </a:lnTo>
                  <a:lnTo>
                    <a:pt x="1068" y="7210"/>
                  </a:lnTo>
                  <a:lnTo>
                    <a:pt x="1087" y="7249"/>
                  </a:lnTo>
                  <a:lnTo>
                    <a:pt x="1068" y="7269"/>
                  </a:lnTo>
                  <a:lnTo>
                    <a:pt x="1107" y="7309"/>
                  </a:lnTo>
                  <a:lnTo>
                    <a:pt x="1068" y="7309"/>
                  </a:lnTo>
                  <a:lnTo>
                    <a:pt x="1127" y="7328"/>
                  </a:lnTo>
                  <a:lnTo>
                    <a:pt x="1147" y="7368"/>
                  </a:lnTo>
                  <a:lnTo>
                    <a:pt x="1186" y="7407"/>
                  </a:lnTo>
                  <a:lnTo>
                    <a:pt x="1226" y="7447"/>
                  </a:lnTo>
                  <a:lnTo>
                    <a:pt x="1166" y="7486"/>
                  </a:lnTo>
                  <a:lnTo>
                    <a:pt x="1147" y="7506"/>
                  </a:lnTo>
                  <a:lnTo>
                    <a:pt x="1186" y="7526"/>
                  </a:lnTo>
                  <a:lnTo>
                    <a:pt x="1068" y="7546"/>
                  </a:lnTo>
                  <a:lnTo>
                    <a:pt x="1068" y="7486"/>
                  </a:lnTo>
                  <a:lnTo>
                    <a:pt x="1087" y="7467"/>
                  </a:lnTo>
                  <a:lnTo>
                    <a:pt x="1107" y="7447"/>
                  </a:lnTo>
                  <a:lnTo>
                    <a:pt x="1087" y="7407"/>
                  </a:lnTo>
                  <a:lnTo>
                    <a:pt x="1048" y="7447"/>
                  </a:lnTo>
                  <a:lnTo>
                    <a:pt x="1028" y="7486"/>
                  </a:lnTo>
                  <a:lnTo>
                    <a:pt x="989" y="7605"/>
                  </a:lnTo>
                  <a:lnTo>
                    <a:pt x="1008" y="7704"/>
                  </a:lnTo>
                  <a:lnTo>
                    <a:pt x="1028" y="7803"/>
                  </a:lnTo>
                  <a:lnTo>
                    <a:pt x="1048" y="7842"/>
                  </a:lnTo>
                  <a:lnTo>
                    <a:pt x="1048" y="7882"/>
                  </a:lnTo>
                  <a:lnTo>
                    <a:pt x="2549" y="7921"/>
                  </a:lnTo>
                  <a:lnTo>
                    <a:pt x="2569" y="7842"/>
                  </a:lnTo>
                  <a:lnTo>
                    <a:pt x="2549" y="7783"/>
                  </a:lnTo>
                  <a:lnTo>
                    <a:pt x="2529" y="7743"/>
                  </a:lnTo>
                  <a:lnTo>
                    <a:pt x="2450" y="7822"/>
                  </a:lnTo>
                  <a:lnTo>
                    <a:pt x="2549" y="7822"/>
                  </a:lnTo>
                  <a:lnTo>
                    <a:pt x="2490" y="7862"/>
                  </a:lnTo>
                  <a:lnTo>
                    <a:pt x="2411" y="7862"/>
                  </a:lnTo>
                  <a:lnTo>
                    <a:pt x="2272" y="7822"/>
                  </a:lnTo>
                  <a:lnTo>
                    <a:pt x="2292" y="7803"/>
                  </a:lnTo>
                  <a:lnTo>
                    <a:pt x="2292" y="7783"/>
                  </a:lnTo>
                  <a:lnTo>
                    <a:pt x="2312" y="7763"/>
                  </a:lnTo>
                  <a:lnTo>
                    <a:pt x="2332" y="7763"/>
                  </a:lnTo>
                  <a:lnTo>
                    <a:pt x="2292" y="7684"/>
                  </a:lnTo>
                  <a:lnTo>
                    <a:pt x="2272" y="7704"/>
                  </a:lnTo>
                  <a:lnTo>
                    <a:pt x="2253" y="7723"/>
                  </a:lnTo>
                  <a:lnTo>
                    <a:pt x="2233" y="7723"/>
                  </a:lnTo>
                  <a:lnTo>
                    <a:pt x="2272" y="7664"/>
                  </a:lnTo>
                  <a:lnTo>
                    <a:pt x="2292" y="7644"/>
                  </a:lnTo>
                  <a:lnTo>
                    <a:pt x="2312" y="7664"/>
                  </a:lnTo>
                  <a:lnTo>
                    <a:pt x="2292" y="7605"/>
                  </a:lnTo>
                  <a:lnTo>
                    <a:pt x="2272" y="7585"/>
                  </a:lnTo>
                  <a:lnTo>
                    <a:pt x="2233" y="7585"/>
                  </a:lnTo>
                  <a:lnTo>
                    <a:pt x="2233" y="7565"/>
                  </a:lnTo>
                  <a:lnTo>
                    <a:pt x="2292" y="7565"/>
                  </a:lnTo>
                  <a:lnTo>
                    <a:pt x="2391" y="7605"/>
                  </a:lnTo>
                  <a:lnTo>
                    <a:pt x="2391" y="7565"/>
                  </a:lnTo>
                  <a:lnTo>
                    <a:pt x="2490" y="7565"/>
                  </a:lnTo>
                  <a:lnTo>
                    <a:pt x="2470" y="7486"/>
                  </a:lnTo>
                  <a:lnTo>
                    <a:pt x="2569" y="7506"/>
                  </a:lnTo>
                  <a:lnTo>
                    <a:pt x="2569" y="7486"/>
                  </a:lnTo>
                  <a:lnTo>
                    <a:pt x="2549" y="7447"/>
                  </a:lnTo>
                  <a:lnTo>
                    <a:pt x="2529" y="7427"/>
                  </a:lnTo>
                  <a:lnTo>
                    <a:pt x="2549" y="7388"/>
                  </a:lnTo>
                  <a:lnTo>
                    <a:pt x="2470" y="7388"/>
                  </a:lnTo>
                  <a:lnTo>
                    <a:pt x="2529" y="7249"/>
                  </a:lnTo>
                  <a:lnTo>
                    <a:pt x="2529" y="7131"/>
                  </a:lnTo>
                  <a:lnTo>
                    <a:pt x="2470" y="7170"/>
                  </a:lnTo>
                  <a:lnTo>
                    <a:pt x="2450" y="7131"/>
                  </a:lnTo>
                  <a:lnTo>
                    <a:pt x="2450" y="7111"/>
                  </a:lnTo>
                  <a:lnTo>
                    <a:pt x="2470" y="7072"/>
                  </a:lnTo>
                  <a:lnTo>
                    <a:pt x="2509" y="7032"/>
                  </a:lnTo>
                  <a:lnTo>
                    <a:pt x="2509" y="7012"/>
                  </a:lnTo>
                  <a:lnTo>
                    <a:pt x="2509" y="6973"/>
                  </a:lnTo>
                  <a:lnTo>
                    <a:pt x="2470" y="6933"/>
                  </a:lnTo>
                  <a:lnTo>
                    <a:pt x="2430" y="6894"/>
                  </a:lnTo>
                  <a:lnTo>
                    <a:pt x="2391" y="6874"/>
                  </a:lnTo>
                  <a:lnTo>
                    <a:pt x="2332" y="6874"/>
                  </a:lnTo>
                  <a:lnTo>
                    <a:pt x="2332" y="6854"/>
                  </a:lnTo>
                  <a:lnTo>
                    <a:pt x="2332" y="6835"/>
                  </a:lnTo>
                  <a:lnTo>
                    <a:pt x="2391" y="6815"/>
                  </a:lnTo>
                  <a:lnTo>
                    <a:pt x="2292" y="6756"/>
                  </a:lnTo>
                  <a:lnTo>
                    <a:pt x="2272" y="6716"/>
                  </a:lnTo>
                  <a:lnTo>
                    <a:pt x="2272" y="6696"/>
                  </a:lnTo>
                  <a:lnTo>
                    <a:pt x="2272" y="6677"/>
                  </a:lnTo>
                  <a:lnTo>
                    <a:pt x="2351" y="6756"/>
                  </a:lnTo>
                  <a:lnTo>
                    <a:pt x="2391" y="6736"/>
                  </a:lnTo>
                  <a:lnTo>
                    <a:pt x="2391" y="6677"/>
                  </a:lnTo>
                  <a:lnTo>
                    <a:pt x="2391" y="6637"/>
                  </a:lnTo>
                  <a:lnTo>
                    <a:pt x="2391" y="6598"/>
                  </a:lnTo>
                  <a:lnTo>
                    <a:pt x="2154" y="6400"/>
                  </a:lnTo>
                  <a:lnTo>
                    <a:pt x="2095" y="6420"/>
                  </a:lnTo>
                  <a:lnTo>
                    <a:pt x="2016" y="6440"/>
                  </a:lnTo>
                  <a:lnTo>
                    <a:pt x="1956" y="6420"/>
                  </a:lnTo>
                  <a:lnTo>
                    <a:pt x="1897" y="6400"/>
                  </a:lnTo>
                  <a:lnTo>
                    <a:pt x="1917" y="6380"/>
                  </a:lnTo>
                  <a:lnTo>
                    <a:pt x="1937" y="6341"/>
                  </a:lnTo>
                  <a:lnTo>
                    <a:pt x="1976" y="6262"/>
                  </a:lnTo>
                  <a:lnTo>
                    <a:pt x="2016" y="6262"/>
                  </a:lnTo>
                  <a:lnTo>
                    <a:pt x="2055" y="6222"/>
                  </a:lnTo>
                  <a:lnTo>
                    <a:pt x="2095" y="6203"/>
                  </a:lnTo>
                  <a:lnTo>
                    <a:pt x="2114" y="6222"/>
                  </a:lnTo>
                  <a:lnTo>
                    <a:pt x="2114" y="6242"/>
                  </a:lnTo>
                  <a:lnTo>
                    <a:pt x="2075" y="6282"/>
                  </a:lnTo>
                  <a:lnTo>
                    <a:pt x="2055" y="6301"/>
                  </a:lnTo>
                  <a:lnTo>
                    <a:pt x="2055" y="6321"/>
                  </a:lnTo>
                  <a:lnTo>
                    <a:pt x="2134" y="6262"/>
                  </a:lnTo>
                  <a:lnTo>
                    <a:pt x="2213" y="6163"/>
                  </a:lnTo>
                  <a:lnTo>
                    <a:pt x="2253" y="6183"/>
                  </a:lnTo>
                  <a:lnTo>
                    <a:pt x="2272" y="6222"/>
                  </a:lnTo>
                  <a:lnTo>
                    <a:pt x="2213" y="6222"/>
                  </a:lnTo>
                  <a:lnTo>
                    <a:pt x="2253" y="6262"/>
                  </a:lnTo>
                  <a:lnTo>
                    <a:pt x="2272" y="6262"/>
                  </a:lnTo>
                  <a:lnTo>
                    <a:pt x="2312" y="6242"/>
                  </a:lnTo>
                  <a:lnTo>
                    <a:pt x="2351" y="6203"/>
                  </a:lnTo>
                  <a:lnTo>
                    <a:pt x="2411" y="6203"/>
                  </a:lnTo>
                  <a:lnTo>
                    <a:pt x="2391" y="6143"/>
                  </a:lnTo>
                  <a:lnTo>
                    <a:pt x="2351" y="6143"/>
                  </a:lnTo>
                  <a:lnTo>
                    <a:pt x="2371" y="6124"/>
                  </a:lnTo>
                  <a:lnTo>
                    <a:pt x="2391" y="6084"/>
                  </a:lnTo>
                  <a:lnTo>
                    <a:pt x="2351" y="6045"/>
                  </a:lnTo>
                  <a:lnTo>
                    <a:pt x="2332" y="5985"/>
                  </a:lnTo>
                  <a:lnTo>
                    <a:pt x="2332" y="5946"/>
                  </a:lnTo>
                  <a:lnTo>
                    <a:pt x="2351" y="5926"/>
                  </a:lnTo>
                  <a:lnTo>
                    <a:pt x="2312" y="5946"/>
                  </a:lnTo>
                  <a:lnTo>
                    <a:pt x="2292" y="5946"/>
                  </a:lnTo>
                  <a:lnTo>
                    <a:pt x="2253" y="5926"/>
                  </a:lnTo>
                  <a:lnTo>
                    <a:pt x="2253" y="5887"/>
                  </a:lnTo>
                  <a:lnTo>
                    <a:pt x="2272" y="5867"/>
                  </a:lnTo>
                  <a:lnTo>
                    <a:pt x="2332" y="5827"/>
                  </a:lnTo>
                  <a:lnTo>
                    <a:pt x="2292" y="5808"/>
                  </a:lnTo>
                  <a:lnTo>
                    <a:pt x="2272" y="5788"/>
                  </a:lnTo>
                  <a:lnTo>
                    <a:pt x="2272" y="5748"/>
                  </a:lnTo>
                  <a:lnTo>
                    <a:pt x="2233" y="5729"/>
                  </a:lnTo>
                  <a:lnTo>
                    <a:pt x="2174" y="5748"/>
                  </a:lnTo>
                  <a:lnTo>
                    <a:pt x="2134" y="5768"/>
                  </a:lnTo>
                  <a:lnTo>
                    <a:pt x="2075" y="5748"/>
                  </a:lnTo>
                  <a:lnTo>
                    <a:pt x="2035" y="5729"/>
                  </a:lnTo>
                  <a:lnTo>
                    <a:pt x="2016" y="5689"/>
                  </a:lnTo>
                  <a:lnTo>
                    <a:pt x="2035" y="5650"/>
                  </a:lnTo>
                  <a:lnTo>
                    <a:pt x="2016" y="5630"/>
                  </a:lnTo>
                  <a:lnTo>
                    <a:pt x="2055" y="5610"/>
                  </a:lnTo>
                  <a:lnTo>
                    <a:pt x="2075" y="5630"/>
                  </a:lnTo>
                  <a:lnTo>
                    <a:pt x="2095" y="5669"/>
                  </a:lnTo>
                  <a:lnTo>
                    <a:pt x="2114" y="5689"/>
                  </a:lnTo>
                  <a:lnTo>
                    <a:pt x="2035" y="5551"/>
                  </a:lnTo>
                  <a:lnTo>
                    <a:pt x="2075" y="5531"/>
                  </a:lnTo>
                  <a:lnTo>
                    <a:pt x="2114" y="5531"/>
                  </a:lnTo>
                  <a:lnTo>
                    <a:pt x="2134" y="5571"/>
                  </a:lnTo>
                  <a:lnTo>
                    <a:pt x="2134" y="5610"/>
                  </a:lnTo>
                  <a:lnTo>
                    <a:pt x="2154" y="5551"/>
                  </a:lnTo>
                  <a:lnTo>
                    <a:pt x="2134" y="5511"/>
                  </a:lnTo>
                  <a:lnTo>
                    <a:pt x="2095" y="5472"/>
                  </a:lnTo>
                  <a:lnTo>
                    <a:pt x="2035" y="5452"/>
                  </a:lnTo>
                  <a:lnTo>
                    <a:pt x="2055" y="5413"/>
                  </a:lnTo>
                  <a:lnTo>
                    <a:pt x="2055" y="5353"/>
                  </a:lnTo>
                  <a:lnTo>
                    <a:pt x="2114" y="5373"/>
                  </a:lnTo>
                  <a:lnTo>
                    <a:pt x="2174" y="5373"/>
                  </a:lnTo>
                  <a:lnTo>
                    <a:pt x="2233" y="5393"/>
                  </a:lnTo>
                  <a:lnTo>
                    <a:pt x="2272" y="5413"/>
                  </a:lnTo>
                  <a:lnTo>
                    <a:pt x="2253" y="5452"/>
                  </a:lnTo>
                  <a:lnTo>
                    <a:pt x="2154" y="5452"/>
                  </a:lnTo>
                  <a:lnTo>
                    <a:pt x="2154" y="5472"/>
                  </a:lnTo>
                  <a:lnTo>
                    <a:pt x="2233" y="5472"/>
                  </a:lnTo>
                  <a:lnTo>
                    <a:pt x="2213" y="5511"/>
                  </a:lnTo>
                  <a:lnTo>
                    <a:pt x="2233" y="5531"/>
                  </a:lnTo>
                  <a:lnTo>
                    <a:pt x="2253" y="5571"/>
                  </a:lnTo>
                  <a:lnTo>
                    <a:pt x="2233" y="5571"/>
                  </a:lnTo>
                  <a:lnTo>
                    <a:pt x="2213" y="5551"/>
                  </a:lnTo>
                  <a:lnTo>
                    <a:pt x="2233" y="5650"/>
                  </a:lnTo>
                  <a:lnTo>
                    <a:pt x="2253" y="5689"/>
                  </a:lnTo>
                  <a:lnTo>
                    <a:pt x="2292" y="5709"/>
                  </a:lnTo>
                  <a:lnTo>
                    <a:pt x="2312" y="5669"/>
                  </a:lnTo>
                  <a:lnTo>
                    <a:pt x="2312" y="5650"/>
                  </a:lnTo>
                  <a:lnTo>
                    <a:pt x="2292" y="5571"/>
                  </a:lnTo>
                  <a:lnTo>
                    <a:pt x="2292" y="5492"/>
                  </a:lnTo>
                  <a:lnTo>
                    <a:pt x="2292" y="5472"/>
                  </a:lnTo>
                  <a:lnTo>
                    <a:pt x="2332" y="5452"/>
                  </a:lnTo>
                  <a:lnTo>
                    <a:pt x="2193" y="5294"/>
                  </a:lnTo>
                  <a:lnTo>
                    <a:pt x="2134" y="5333"/>
                  </a:lnTo>
                  <a:lnTo>
                    <a:pt x="2095" y="5333"/>
                  </a:lnTo>
                  <a:lnTo>
                    <a:pt x="2055" y="5314"/>
                  </a:lnTo>
                  <a:lnTo>
                    <a:pt x="2114" y="5294"/>
                  </a:lnTo>
                  <a:lnTo>
                    <a:pt x="2154" y="5254"/>
                  </a:lnTo>
                  <a:lnTo>
                    <a:pt x="2174" y="5215"/>
                  </a:lnTo>
                  <a:lnTo>
                    <a:pt x="2174" y="5175"/>
                  </a:lnTo>
                  <a:lnTo>
                    <a:pt x="2134" y="5175"/>
                  </a:lnTo>
                  <a:lnTo>
                    <a:pt x="2095" y="5136"/>
                  </a:lnTo>
                  <a:lnTo>
                    <a:pt x="2055" y="5116"/>
                  </a:lnTo>
                  <a:lnTo>
                    <a:pt x="1996" y="5116"/>
                  </a:lnTo>
                  <a:lnTo>
                    <a:pt x="2016" y="5136"/>
                  </a:lnTo>
                  <a:lnTo>
                    <a:pt x="2016" y="5156"/>
                  </a:lnTo>
                  <a:lnTo>
                    <a:pt x="1976" y="5175"/>
                  </a:lnTo>
                  <a:lnTo>
                    <a:pt x="1956" y="5136"/>
                  </a:lnTo>
                  <a:lnTo>
                    <a:pt x="1917" y="5136"/>
                  </a:lnTo>
                  <a:lnTo>
                    <a:pt x="1877" y="5156"/>
                  </a:lnTo>
                  <a:lnTo>
                    <a:pt x="1877" y="5136"/>
                  </a:lnTo>
                  <a:lnTo>
                    <a:pt x="1877" y="5077"/>
                  </a:lnTo>
                  <a:lnTo>
                    <a:pt x="1937" y="5077"/>
                  </a:lnTo>
                  <a:lnTo>
                    <a:pt x="1956" y="5017"/>
                  </a:lnTo>
                  <a:lnTo>
                    <a:pt x="2055" y="5057"/>
                  </a:lnTo>
                  <a:lnTo>
                    <a:pt x="2068" y="5065"/>
                  </a:lnTo>
                  <a:lnTo>
                    <a:pt x="1976" y="4919"/>
                  </a:lnTo>
                  <a:lnTo>
                    <a:pt x="1917" y="4859"/>
                  </a:lnTo>
                  <a:lnTo>
                    <a:pt x="1877" y="4780"/>
                  </a:lnTo>
                  <a:lnTo>
                    <a:pt x="1917" y="4780"/>
                  </a:lnTo>
                  <a:lnTo>
                    <a:pt x="1956" y="4800"/>
                  </a:lnTo>
                  <a:lnTo>
                    <a:pt x="2016" y="4859"/>
                  </a:lnTo>
                  <a:lnTo>
                    <a:pt x="2075" y="4899"/>
                  </a:lnTo>
                  <a:lnTo>
                    <a:pt x="2174" y="4899"/>
                  </a:lnTo>
                  <a:lnTo>
                    <a:pt x="2154" y="4859"/>
                  </a:lnTo>
                  <a:lnTo>
                    <a:pt x="2114" y="4840"/>
                  </a:lnTo>
                  <a:lnTo>
                    <a:pt x="2095" y="4840"/>
                  </a:lnTo>
                  <a:lnTo>
                    <a:pt x="2075" y="4800"/>
                  </a:lnTo>
                  <a:lnTo>
                    <a:pt x="2095" y="4780"/>
                  </a:lnTo>
                  <a:lnTo>
                    <a:pt x="2114" y="4761"/>
                  </a:lnTo>
                  <a:lnTo>
                    <a:pt x="2114" y="4721"/>
                  </a:lnTo>
                  <a:lnTo>
                    <a:pt x="2075" y="4662"/>
                  </a:lnTo>
                  <a:lnTo>
                    <a:pt x="2055" y="4603"/>
                  </a:lnTo>
                  <a:lnTo>
                    <a:pt x="2016" y="4642"/>
                  </a:lnTo>
                  <a:lnTo>
                    <a:pt x="1996" y="4622"/>
                  </a:lnTo>
                  <a:lnTo>
                    <a:pt x="1996" y="4583"/>
                  </a:lnTo>
                  <a:lnTo>
                    <a:pt x="2016" y="4524"/>
                  </a:lnTo>
                  <a:lnTo>
                    <a:pt x="2035" y="4524"/>
                  </a:lnTo>
                  <a:lnTo>
                    <a:pt x="1996" y="4504"/>
                  </a:lnTo>
                  <a:lnTo>
                    <a:pt x="2016" y="4484"/>
                  </a:lnTo>
                  <a:lnTo>
                    <a:pt x="1996" y="4464"/>
                  </a:lnTo>
                  <a:lnTo>
                    <a:pt x="1976" y="4405"/>
                  </a:lnTo>
                  <a:lnTo>
                    <a:pt x="1976" y="4346"/>
                  </a:lnTo>
                  <a:lnTo>
                    <a:pt x="1956" y="4306"/>
                  </a:lnTo>
                  <a:lnTo>
                    <a:pt x="1937" y="4306"/>
                  </a:lnTo>
                  <a:lnTo>
                    <a:pt x="1937" y="4346"/>
                  </a:lnTo>
                  <a:lnTo>
                    <a:pt x="1956" y="4366"/>
                  </a:lnTo>
                  <a:lnTo>
                    <a:pt x="1956" y="4405"/>
                  </a:lnTo>
                  <a:lnTo>
                    <a:pt x="1937" y="4445"/>
                  </a:lnTo>
                  <a:lnTo>
                    <a:pt x="1897" y="4464"/>
                  </a:lnTo>
                  <a:lnTo>
                    <a:pt x="1877" y="4445"/>
                  </a:lnTo>
                  <a:lnTo>
                    <a:pt x="1858" y="4385"/>
                  </a:lnTo>
                  <a:lnTo>
                    <a:pt x="1818" y="4346"/>
                  </a:lnTo>
                  <a:lnTo>
                    <a:pt x="1779" y="4287"/>
                  </a:lnTo>
                  <a:lnTo>
                    <a:pt x="1759" y="4227"/>
                  </a:lnTo>
                  <a:lnTo>
                    <a:pt x="1739" y="4247"/>
                  </a:lnTo>
                  <a:lnTo>
                    <a:pt x="1719" y="4227"/>
                  </a:lnTo>
                  <a:lnTo>
                    <a:pt x="1700" y="4208"/>
                  </a:lnTo>
                  <a:lnTo>
                    <a:pt x="1700" y="4148"/>
                  </a:lnTo>
                  <a:lnTo>
                    <a:pt x="1719" y="4109"/>
                  </a:lnTo>
                  <a:lnTo>
                    <a:pt x="1739" y="4109"/>
                  </a:lnTo>
                  <a:lnTo>
                    <a:pt x="1779" y="4129"/>
                  </a:lnTo>
                  <a:lnTo>
                    <a:pt x="1818" y="4148"/>
                  </a:lnTo>
                  <a:lnTo>
                    <a:pt x="1838" y="4129"/>
                  </a:lnTo>
                  <a:lnTo>
                    <a:pt x="1877" y="4168"/>
                  </a:lnTo>
                  <a:lnTo>
                    <a:pt x="1877" y="4188"/>
                  </a:lnTo>
                  <a:lnTo>
                    <a:pt x="1897" y="4208"/>
                  </a:lnTo>
                  <a:lnTo>
                    <a:pt x="1937" y="4227"/>
                  </a:lnTo>
                  <a:lnTo>
                    <a:pt x="2035" y="4168"/>
                  </a:lnTo>
                  <a:lnTo>
                    <a:pt x="1996" y="4129"/>
                  </a:lnTo>
                  <a:lnTo>
                    <a:pt x="2016" y="4089"/>
                  </a:lnTo>
                  <a:lnTo>
                    <a:pt x="2035" y="4069"/>
                  </a:lnTo>
                  <a:lnTo>
                    <a:pt x="2035" y="4030"/>
                  </a:lnTo>
                  <a:lnTo>
                    <a:pt x="1996" y="4069"/>
                  </a:lnTo>
                  <a:lnTo>
                    <a:pt x="1956" y="4069"/>
                  </a:lnTo>
                  <a:lnTo>
                    <a:pt x="1956" y="4050"/>
                  </a:lnTo>
                  <a:lnTo>
                    <a:pt x="1976" y="4030"/>
                  </a:lnTo>
                  <a:lnTo>
                    <a:pt x="1858" y="4050"/>
                  </a:lnTo>
                  <a:lnTo>
                    <a:pt x="1877" y="4089"/>
                  </a:lnTo>
                  <a:lnTo>
                    <a:pt x="1897" y="4109"/>
                  </a:lnTo>
                  <a:lnTo>
                    <a:pt x="1917" y="4148"/>
                  </a:lnTo>
                  <a:lnTo>
                    <a:pt x="1897" y="4168"/>
                  </a:lnTo>
                  <a:lnTo>
                    <a:pt x="1858" y="4129"/>
                  </a:lnTo>
                  <a:lnTo>
                    <a:pt x="1798" y="4109"/>
                  </a:lnTo>
                  <a:lnTo>
                    <a:pt x="1759" y="4069"/>
                  </a:lnTo>
                  <a:lnTo>
                    <a:pt x="1739" y="4010"/>
                  </a:lnTo>
                  <a:lnTo>
                    <a:pt x="1759" y="4010"/>
                  </a:lnTo>
                  <a:lnTo>
                    <a:pt x="1779" y="4030"/>
                  </a:lnTo>
                  <a:lnTo>
                    <a:pt x="1798" y="4050"/>
                  </a:lnTo>
                  <a:lnTo>
                    <a:pt x="1798" y="4010"/>
                  </a:lnTo>
                  <a:lnTo>
                    <a:pt x="1779" y="3990"/>
                  </a:lnTo>
                  <a:lnTo>
                    <a:pt x="1759" y="3951"/>
                  </a:lnTo>
                  <a:lnTo>
                    <a:pt x="1759" y="3911"/>
                  </a:lnTo>
                  <a:lnTo>
                    <a:pt x="1818" y="3951"/>
                  </a:lnTo>
                  <a:lnTo>
                    <a:pt x="1858" y="3971"/>
                  </a:lnTo>
                  <a:lnTo>
                    <a:pt x="1897" y="3951"/>
                  </a:lnTo>
                  <a:lnTo>
                    <a:pt x="1798" y="3931"/>
                  </a:lnTo>
                  <a:lnTo>
                    <a:pt x="1838" y="3892"/>
                  </a:lnTo>
                  <a:lnTo>
                    <a:pt x="1858" y="3892"/>
                  </a:lnTo>
                  <a:lnTo>
                    <a:pt x="1838" y="3872"/>
                  </a:lnTo>
                  <a:lnTo>
                    <a:pt x="1779" y="3872"/>
                  </a:lnTo>
                  <a:lnTo>
                    <a:pt x="1779" y="3852"/>
                  </a:lnTo>
                  <a:lnTo>
                    <a:pt x="1798" y="3832"/>
                  </a:lnTo>
                  <a:lnTo>
                    <a:pt x="1838" y="3813"/>
                  </a:lnTo>
                  <a:lnTo>
                    <a:pt x="1818" y="3793"/>
                  </a:lnTo>
                  <a:lnTo>
                    <a:pt x="1818" y="3773"/>
                  </a:lnTo>
                  <a:lnTo>
                    <a:pt x="1779" y="3753"/>
                  </a:lnTo>
                  <a:lnTo>
                    <a:pt x="1759" y="3734"/>
                  </a:lnTo>
                  <a:lnTo>
                    <a:pt x="1739" y="3773"/>
                  </a:lnTo>
                  <a:lnTo>
                    <a:pt x="1640" y="3773"/>
                  </a:lnTo>
                  <a:lnTo>
                    <a:pt x="1601" y="3753"/>
                  </a:lnTo>
                  <a:lnTo>
                    <a:pt x="1601" y="3694"/>
                  </a:lnTo>
                  <a:lnTo>
                    <a:pt x="1581" y="3635"/>
                  </a:lnTo>
                  <a:lnTo>
                    <a:pt x="1601" y="3595"/>
                  </a:lnTo>
                  <a:lnTo>
                    <a:pt x="1640" y="3536"/>
                  </a:lnTo>
                  <a:lnTo>
                    <a:pt x="1581" y="3516"/>
                  </a:lnTo>
                  <a:lnTo>
                    <a:pt x="1621" y="3516"/>
                  </a:lnTo>
                  <a:lnTo>
                    <a:pt x="1621" y="3477"/>
                  </a:lnTo>
                  <a:lnTo>
                    <a:pt x="1621" y="3437"/>
                  </a:lnTo>
                  <a:lnTo>
                    <a:pt x="1660" y="3437"/>
                  </a:lnTo>
                  <a:lnTo>
                    <a:pt x="1660" y="3477"/>
                  </a:lnTo>
                  <a:lnTo>
                    <a:pt x="1700" y="3516"/>
                  </a:lnTo>
                  <a:lnTo>
                    <a:pt x="1719" y="3536"/>
                  </a:lnTo>
                  <a:lnTo>
                    <a:pt x="1759" y="3536"/>
                  </a:lnTo>
                  <a:lnTo>
                    <a:pt x="1779" y="3516"/>
                  </a:lnTo>
                  <a:lnTo>
                    <a:pt x="1798" y="3497"/>
                  </a:lnTo>
                  <a:lnTo>
                    <a:pt x="1858" y="3516"/>
                  </a:lnTo>
                  <a:lnTo>
                    <a:pt x="1858" y="3516"/>
                  </a:lnTo>
                  <a:lnTo>
                    <a:pt x="1838" y="3497"/>
                  </a:lnTo>
                  <a:lnTo>
                    <a:pt x="1798" y="3477"/>
                  </a:lnTo>
                  <a:lnTo>
                    <a:pt x="1739" y="3497"/>
                  </a:lnTo>
                  <a:lnTo>
                    <a:pt x="1700" y="3477"/>
                  </a:lnTo>
                  <a:lnTo>
                    <a:pt x="1719" y="3457"/>
                  </a:lnTo>
                  <a:lnTo>
                    <a:pt x="1719" y="3437"/>
                  </a:lnTo>
                  <a:lnTo>
                    <a:pt x="1739" y="3418"/>
                  </a:lnTo>
                  <a:lnTo>
                    <a:pt x="1779" y="3418"/>
                  </a:lnTo>
                  <a:lnTo>
                    <a:pt x="1759" y="3378"/>
                  </a:lnTo>
                  <a:lnTo>
                    <a:pt x="1739" y="3358"/>
                  </a:lnTo>
                  <a:lnTo>
                    <a:pt x="1700" y="3339"/>
                  </a:lnTo>
                  <a:lnTo>
                    <a:pt x="1700" y="3319"/>
                  </a:lnTo>
                  <a:lnTo>
                    <a:pt x="1818" y="3319"/>
                  </a:lnTo>
                  <a:lnTo>
                    <a:pt x="1818" y="3299"/>
                  </a:lnTo>
                  <a:lnTo>
                    <a:pt x="1818" y="3279"/>
                  </a:lnTo>
                  <a:lnTo>
                    <a:pt x="1838" y="3260"/>
                  </a:lnTo>
                  <a:lnTo>
                    <a:pt x="1779" y="3260"/>
                  </a:lnTo>
                  <a:lnTo>
                    <a:pt x="1779" y="3279"/>
                  </a:lnTo>
                  <a:lnTo>
                    <a:pt x="1759" y="3260"/>
                  </a:lnTo>
                  <a:lnTo>
                    <a:pt x="1739" y="3240"/>
                  </a:lnTo>
                  <a:lnTo>
                    <a:pt x="1739" y="3200"/>
                  </a:lnTo>
                  <a:lnTo>
                    <a:pt x="1719" y="3181"/>
                  </a:lnTo>
                  <a:lnTo>
                    <a:pt x="1739" y="3161"/>
                  </a:lnTo>
                  <a:lnTo>
                    <a:pt x="1739" y="3121"/>
                  </a:lnTo>
                  <a:lnTo>
                    <a:pt x="1739" y="3082"/>
                  </a:lnTo>
                  <a:lnTo>
                    <a:pt x="1739" y="3042"/>
                  </a:lnTo>
                  <a:lnTo>
                    <a:pt x="1700" y="3062"/>
                  </a:lnTo>
                  <a:lnTo>
                    <a:pt x="1680" y="3062"/>
                  </a:lnTo>
                  <a:lnTo>
                    <a:pt x="1680" y="3082"/>
                  </a:lnTo>
                  <a:lnTo>
                    <a:pt x="1700" y="3102"/>
                  </a:lnTo>
                  <a:lnTo>
                    <a:pt x="1719" y="3121"/>
                  </a:lnTo>
                  <a:lnTo>
                    <a:pt x="1719" y="3141"/>
                  </a:lnTo>
                  <a:lnTo>
                    <a:pt x="1680" y="3161"/>
                  </a:lnTo>
                  <a:lnTo>
                    <a:pt x="1640" y="3102"/>
                  </a:lnTo>
                  <a:lnTo>
                    <a:pt x="1621" y="3022"/>
                  </a:lnTo>
                  <a:lnTo>
                    <a:pt x="1601" y="2924"/>
                  </a:lnTo>
                  <a:lnTo>
                    <a:pt x="1561" y="2864"/>
                  </a:lnTo>
                  <a:lnTo>
                    <a:pt x="1581" y="2825"/>
                  </a:lnTo>
                  <a:lnTo>
                    <a:pt x="1700" y="2825"/>
                  </a:lnTo>
                  <a:lnTo>
                    <a:pt x="1700" y="2864"/>
                  </a:lnTo>
                  <a:lnTo>
                    <a:pt x="1700" y="2904"/>
                  </a:lnTo>
                  <a:lnTo>
                    <a:pt x="1700" y="2943"/>
                  </a:lnTo>
                  <a:lnTo>
                    <a:pt x="1719" y="2983"/>
                  </a:lnTo>
                  <a:lnTo>
                    <a:pt x="1719" y="2924"/>
                  </a:lnTo>
                  <a:lnTo>
                    <a:pt x="1719" y="2864"/>
                  </a:lnTo>
                  <a:lnTo>
                    <a:pt x="1700" y="2785"/>
                  </a:lnTo>
                  <a:lnTo>
                    <a:pt x="1640" y="2746"/>
                  </a:lnTo>
                  <a:lnTo>
                    <a:pt x="1660" y="2706"/>
                  </a:lnTo>
                  <a:lnTo>
                    <a:pt x="1680" y="2687"/>
                  </a:lnTo>
                  <a:lnTo>
                    <a:pt x="1719" y="2647"/>
                  </a:lnTo>
                  <a:lnTo>
                    <a:pt x="1779" y="2608"/>
                  </a:lnTo>
                  <a:lnTo>
                    <a:pt x="1779" y="2568"/>
                  </a:lnTo>
                  <a:lnTo>
                    <a:pt x="1779" y="2548"/>
                  </a:lnTo>
                  <a:lnTo>
                    <a:pt x="1719" y="2568"/>
                  </a:lnTo>
                  <a:lnTo>
                    <a:pt x="1680" y="2588"/>
                  </a:lnTo>
                  <a:lnTo>
                    <a:pt x="1660" y="2568"/>
                  </a:lnTo>
                  <a:lnTo>
                    <a:pt x="1660" y="2548"/>
                  </a:lnTo>
                  <a:lnTo>
                    <a:pt x="1680" y="2509"/>
                  </a:lnTo>
                  <a:lnTo>
                    <a:pt x="1640" y="2509"/>
                  </a:lnTo>
                  <a:lnTo>
                    <a:pt x="1640" y="2529"/>
                  </a:lnTo>
                  <a:lnTo>
                    <a:pt x="1621" y="2529"/>
                  </a:lnTo>
                  <a:lnTo>
                    <a:pt x="1601" y="2509"/>
                  </a:lnTo>
                  <a:lnTo>
                    <a:pt x="1601" y="2489"/>
                  </a:lnTo>
                  <a:lnTo>
                    <a:pt x="1621" y="2469"/>
                  </a:lnTo>
                  <a:lnTo>
                    <a:pt x="1660" y="2469"/>
                  </a:lnTo>
                  <a:lnTo>
                    <a:pt x="1640" y="2450"/>
                  </a:lnTo>
                  <a:lnTo>
                    <a:pt x="1640" y="2430"/>
                  </a:lnTo>
                  <a:lnTo>
                    <a:pt x="1680" y="2390"/>
                  </a:lnTo>
                  <a:lnTo>
                    <a:pt x="1719" y="2371"/>
                  </a:lnTo>
                  <a:lnTo>
                    <a:pt x="1700" y="2351"/>
                  </a:lnTo>
                  <a:lnTo>
                    <a:pt x="1680" y="2331"/>
                  </a:lnTo>
                  <a:lnTo>
                    <a:pt x="1660" y="2331"/>
                  </a:lnTo>
                  <a:lnTo>
                    <a:pt x="1660" y="2351"/>
                  </a:lnTo>
                  <a:lnTo>
                    <a:pt x="1660" y="2371"/>
                  </a:lnTo>
                  <a:lnTo>
                    <a:pt x="1621" y="2371"/>
                  </a:lnTo>
                  <a:lnTo>
                    <a:pt x="1581" y="2351"/>
                  </a:lnTo>
                  <a:lnTo>
                    <a:pt x="1522" y="2311"/>
                  </a:lnTo>
                  <a:lnTo>
                    <a:pt x="1542" y="2311"/>
                  </a:lnTo>
                  <a:lnTo>
                    <a:pt x="1542" y="2292"/>
                  </a:lnTo>
                  <a:lnTo>
                    <a:pt x="1542" y="2252"/>
                  </a:lnTo>
                  <a:lnTo>
                    <a:pt x="1581" y="2252"/>
                  </a:lnTo>
                  <a:lnTo>
                    <a:pt x="1581" y="2272"/>
                  </a:lnTo>
                  <a:lnTo>
                    <a:pt x="1601" y="2311"/>
                  </a:lnTo>
                  <a:lnTo>
                    <a:pt x="1621" y="2311"/>
                  </a:lnTo>
                  <a:lnTo>
                    <a:pt x="1621" y="2252"/>
                  </a:lnTo>
                  <a:lnTo>
                    <a:pt x="1601" y="2272"/>
                  </a:lnTo>
                  <a:lnTo>
                    <a:pt x="1542" y="2193"/>
                  </a:lnTo>
                  <a:lnTo>
                    <a:pt x="1542" y="2213"/>
                  </a:lnTo>
                  <a:lnTo>
                    <a:pt x="1502" y="2232"/>
                  </a:lnTo>
                  <a:lnTo>
                    <a:pt x="1463" y="2213"/>
                  </a:lnTo>
                  <a:lnTo>
                    <a:pt x="1443" y="2193"/>
                  </a:lnTo>
                  <a:lnTo>
                    <a:pt x="1463" y="2114"/>
                  </a:lnTo>
                  <a:lnTo>
                    <a:pt x="1502" y="2094"/>
                  </a:lnTo>
                  <a:lnTo>
                    <a:pt x="1542" y="2094"/>
                  </a:lnTo>
                  <a:lnTo>
                    <a:pt x="1502" y="2074"/>
                  </a:lnTo>
                  <a:lnTo>
                    <a:pt x="1463" y="2055"/>
                  </a:lnTo>
                  <a:lnTo>
                    <a:pt x="1443" y="1976"/>
                  </a:lnTo>
                  <a:lnTo>
                    <a:pt x="1423" y="1995"/>
                  </a:lnTo>
                  <a:lnTo>
                    <a:pt x="1403" y="1995"/>
                  </a:lnTo>
                  <a:lnTo>
                    <a:pt x="1344" y="1976"/>
                  </a:lnTo>
                  <a:lnTo>
                    <a:pt x="1423" y="1877"/>
                  </a:lnTo>
                  <a:lnTo>
                    <a:pt x="1443" y="1916"/>
                  </a:lnTo>
                  <a:lnTo>
                    <a:pt x="1463" y="1916"/>
                  </a:lnTo>
                  <a:lnTo>
                    <a:pt x="1502" y="1877"/>
                  </a:lnTo>
                  <a:lnTo>
                    <a:pt x="1542" y="1877"/>
                  </a:lnTo>
                  <a:lnTo>
                    <a:pt x="1581" y="1897"/>
                  </a:lnTo>
                  <a:lnTo>
                    <a:pt x="1601" y="1936"/>
                  </a:lnTo>
                  <a:lnTo>
                    <a:pt x="1581" y="1995"/>
                  </a:lnTo>
                  <a:lnTo>
                    <a:pt x="1621" y="1956"/>
                  </a:lnTo>
                  <a:lnTo>
                    <a:pt x="1621" y="1936"/>
                  </a:lnTo>
                  <a:lnTo>
                    <a:pt x="1621" y="1916"/>
                  </a:lnTo>
                  <a:lnTo>
                    <a:pt x="1601" y="1897"/>
                  </a:lnTo>
                  <a:lnTo>
                    <a:pt x="1561" y="1857"/>
                  </a:lnTo>
                  <a:lnTo>
                    <a:pt x="1542" y="1837"/>
                  </a:lnTo>
                  <a:lnTo>
                    <a:pt x="1561" y="1798"/>
                  </a:lnTo>
                  <a:lnTo>
                    <a:pt x="1601" y="1798"/>
                  </a:lnTo>
                  <a:lnTo>
                    <a:pt x="1621" y="1818"/>
                  </a:lnTo>
                  <a:lnTo>
                    <a:pt x="1601" y="1778"/>
                  </a:lnTo>
                  <a:lnTo>
                    <a:pt x="1581" y="1739"/>
                  </a:lnTo>
                  <a:lnTo>
                    <a:pt x="1601" y="1719"/>
                  </a:lnTo>
                  <a:lnTo>
                    <a:pt x="1542" y="1739"/>
                  </a:lnTo>
                  <a:lnTo>
                    <a:pt x="1502" y="1739"/>
                  </a:lnTo>
                  <a:lnTo>
                    <a:pt x="1463" y="1719"/>
                  </a:lnTo>
                  <a:lnTo>
                    <a:pt x="1542" y="1640"/>
                  </a:lnTo>
                  <a:lnTo>
                    <a:pt x="1542" y="1620"/>
                  </a:lnTo>
                  <a:lnTo>
                    <a:pt x="1542" y="1600"/>
                  </a:lnTo>
                  <a:lnTo>
                    <a:pt x="1443" y="1600"/>
                  </a:lnTo>
                  <a:lnTo>
                    <a:pt x="1403" y="1561"/>
                  </a:lnTo>
                  <a:lnTo>
                    <a:pt x="1344" y="1620"/>
                  </a:lnTo>
                  <a:lnTo>
                    <a:pt x="1305" y="1600"/>
                  </a:lnTo>
                  <a:lnTo>
                    <a:pt x="1305" y="1640"/>
                  </a:lnTo>
                  <a:lnTo>
                    <a:pt x="1265" y="1640"/>
                  </a:lnTo>
                  <a:lnTo>
                    <a:pt x="1245" y="1620"/>
                  </a:lnTo>
                  <a:lnTo>
                    <a:pt x="1226" y="1581"/>
                  </a:lnTo>
                  <a:lnTo>
                    <a:pt x="1206" y="1561"/>
                  </a:lnTo>
                  <a:lnTo>
                    <a:pt x="1245" y="1482"/>
                  </a:lnTo>
                  <a:lnTo>
                    <a:pt x="1305" y="1423"/>
                  </a:lnTo>
                  <a:lnTo>
                    <a:pt x="1384" y="1423"/>
                  </a:lnTo>
                  <a:lnTo>
                    <a:pt x="1463" y="1462"/>
                  </a:lnTo>
                  <a:lnTo>
                    <a:pt x="1542" y="1482"/>
                  </a:lnTo>
                  <a:lnTo>
                    <a:pt x="1640" y="1482"/>
                  </a:lnTo>
                  <a:lnTo>
                    <a:pt x="1601" y="1363"/>
                  </a:lnTo>
                  <a:lnTo>
                    <a:pt x="1581" y="1284"/>
                  </a:lnTo>
                  <a:lnTo>
                    <a:pt x="1601" y="1245"/>
                  </a:lnTo>
                  <a:lnTo>
                    <a:pt x="1561" y="1205"/>
                  </a:lnTo>
                  <a:lnTo>
                    <a:pt x="1522" y="1186"/>
                  </a:lnTo>
                  <a:lnTo>
                    <a:pt x="1384" y="1186"/>
                  </a:lnTo>
                  <a:lnTo>
                    <a:pt x="1384" y="1146"/>
                  </a:lnTo>
                  <a:lnTo>
                    <a:pt x="1403" y="1126"/>
                  </a:lnTo>
                  <a:lnTo>
                    <a:pt x="1443" y="1166"/>
                  </a:lnTo>
                  <a:lnTo>
                    <a:pt x="1384" y="1047"/>
                  </a:lnTo>
                  <a:lnTo>
                    <a:pt x="1364" y="988"/>
                  </a:lnTo>
                  <a:lnTo>
                    <a:pt x="1364" y="929"/>
                  </a:lnTo>
                  <a:lnTo>
                    <a:pt x="1324" y="889"/>
                  </a:lnTo>
                  <a:lnTo>
                    <a:pt x="1285" y="889"/>
                  </a:lnTo>
                  <a:lnTo>
                    <a:pt x="1186" y="909"/>
                  </a:lnTo>
                  <a:lnTo>
                    <a:pt x="1166" y="850"/>
                  </a:lnTo>
                  <a:lnTo>
                    <a:pt x="1107" y="850"/>
                  </a:lnTo>
                  <a:lnTo>
                    <a:pt x="1107" y="810"/>
                  </a:lnTo>
                  <a:lnTo>
                    <a:pt x="1107" y="751"/>
                  </a:lnTo>
                  <a:lnTo>
                    <a:pt x="1147" y="771"/>
                  </a:lnTo>
                  <a:lnTo>
                    <a:pt x="1166" y="771"/>
                  </a:lnTo>
                  <a:lnTo>
                    <a:pt x="1186" y="751"/>
                  </a:lnTo>
                  <a:lnTo>
                    <a:pt x="1186" y="712"/>
                  </a:lnTo>
                  <a:lnTo>
                    <a:pt x="1166" y="672"/>
                  </a:lnTo>
                  <a:lnTo>
                    <a:pt x="1147" y="652"/>
                  </a:lnTo>
                  <a:lnTo>
                    <a:pt x="1226" y="672"/>
                  </a:lnTo>
                  <a:lnTo>
                    <a:pt x="1245" y="692"/>
                  </a:lnTo>
                  <a:lnTo>
                    <a:pt x="1245" y="712"/>
                  </a:lnTo>
                  <a:lnTo>
                    <a:pt x="1206" y="731"/>
                  </a:lnTo>
                  <a:lnTo>
                    <a:pt x="1265" y="791"/>
                  </a:lnTo>
                  <a:lnTo>
                    <a:pt x="1245" y="731"/>
                  </a:lnTo>
                  <a:lnTo>
                    <a:pt x="1285" y="692"/>
                  </a:lnTo>
                  <a:lnTo>
                    <a:pt x="1324" y="672"/>
                  </a:lnTo>
                  <a:lnTo>
                    <a:pt x="1403" y="672"/>
                  </a:lnTo>
                  <a:lnTo>
                    <a:pt x="1384" y="652"/>
                  </a:lnTo>
                  <a:lnTo>
                    <a:pt x="1364" y="632"/>
                  </a:lnTo>
                  <a:lnTo>
                    <a:pt x="1324" y="652"/>
                  </a:lnTo>
                  <a:lnTo>
                    <a:pt x="1305" y="672"/>
                  </a:lnTo>
                  <a:lnTo>
                    <a:pt x="1285" y="652"/>
                  </a:lnTo>
                  <a:lnTo>
                    <a:pt x="1265" y="632"/>
                  </a:lnTo>
                  <a:lnTo>
                    <a:pt x="1324" y="593"/>
                  </a:lnTo>
                  <a:lnTo>
                    <a:pt x="1344" y="534"/>
                  </a:lnTo>
                  <a:lnTo>
                    <a:pt x="1344" y="455"/>
                  </a:lnTo>
                  <a:lnTo>
                    <a:pt x="1344" y="415"/>
                  </a:lnTo>
                  <a:lnTo>
                    <a:pt x="1344" y="376"/>
                  </a:lnTo>
                  <a:lnTo>
                    <a:pt x="1324" y="395"/>
                  </a:lnTo>
                  <a:lnTo>
                    <a:pt x="1305" y="395"/>
                  </a:lnTo>
                  <a:lnTo>
                    <a:pt x="1285" y="376"/>
                  </a:lnTo>
                  <a:lnTo>
                    <a:pt x="1245" y="356"/>
                  </a:lnTo>
                  <a:lnTo>
                    <a:pt x="1186" y="356"/>
                  </a:lnTo>
                  <a:lnTo>
                    <a:pt x="1147" y="336"/>
                  </a:lnTo>
                  <a:lnTo>
                    <a:pt x="1127" y="316"/>
                  </a:lnTo>
                  <a:lnTo>
                    <a:pt x="1127" y="277"/>
                  </a:lnTo>
                  <a:lnTo>
                    <a:pt x="1087" y="297"/>
                  </a:lnTo>
                  <a:lnTo>
                    <a:pt x="1068" y="336"/>
                  </a:lnTo>
                  <a:lnTo>
                    <a:pt x="1068" y="415"/>
                  </a:lnTo>
                  <a:lnTo>
                    <a:pt x="1008" y="415"/>
                  </a:lnTo>
                  <a:lnTo>
                    <a:pt x="969" y="435"/>
                  </a:lnTo>
                  <a:lnTo>
                    <a:pt x="890" y="376"/>
                  </a:lnTo>
                  <a:lnTo>
                    <a:pt x="811" y="316"/>
                  </a:lnTo>
                  <a:lnTo>
                    <a:pt x="870" y="316"/>
                  </a:lnTo>
                  <a:lnTo>
                    <a:pt x="771" y="218"/>
                  </a:lnTo>
                  <a:lnTo>
                    <a:pt x="850" y="178"/>
                  </a:lnTo>
                  <a:lnTo>
                    <a:pt x="910" y="198"/>
                  </a:lnTo>
                  <a:lnTo>
                    <a:pt x="910" y="119"/>
                  </a:lnTo>
                  <a:lnTo>
                    <a:pt x="890" y="60"/>
                  </a:lnTo>
                  <a:lnTo>
                    <a:pt x="890" y="40"/>
                  </a:lnTo>
                  <a:lnTo>
                    <a:pt x="949" y="20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34"/>
            <p:cNvSpPr/>
            <p:nvPr/>
          </p:nvSpPr>
          <p:spPr>
            <a:xfrm>
              <a:off x="4697795" y="-2082738"/>
              <a:ext cx="789" cy="752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34"/>
            <p:cNvSpPr/>
            <p:nvPr/>
          </p:nvSpPr>
          <p:spPr>
            <a:xfrm>
              <a:off x="4509953" y="-1421173"/>
              <a:ext cx="679402" cy="664554"/>
            </a:xfrm>
            <a:custGeom>
              <a:rect b="b" l="l" r="r" t="t"/>
              <a:pathLst>
                <a:path extrusionOk="0" h="17679" w="18074">
                  <a:moveTo>
                    <a:pt x="3892" y="0"/>
                  </a:moveTo>
                  <a:lnTo>
                    <a:pt x="3832" y="40"/>
                  </a:lnTo>
                  <a:lnTo>
                    <a:pt x="3734" y="139"/>
                  </a:lnTo>
                  <a:lnTo>
                    <a:pt x="3635" y="277"/>
                  </a:lnTo>
                  <a:lnTo>
                    <a:pt x="3516" y="455"/>
                  </a:lnTo>
                  <a:lnTo>
                    <a:pt x="3240" y="948"/>
                  </a:lnTo>
                  <a:lnTo>
                    <a:pt x="2924" y="1580"/>
                  </a:lnTo>
                  <a:lnTo>
                    <a:pt x="2588" y="2311"/>
                  </a:lnTo>
                  <a:lnTo>
                    <a:pt x="2232" y="3141"/>
                  </a:lnTo>
                  <a:lnTo>
                    <a:pt x="1877" y="4010"/>
                  </a:lnTo>
                  <a:lnTo>
                    <a:pt x="1521" y="4938"/>
                  </a:lnTo>
                  <a:lnTo>
                    <a:pt x="1166" y="5847"/>
                  </a:lnTo>
                  <a:lnTo>
                    <a:pt x="850" y="6736"/>
                  </a:lnTo>
                  <a:lnTo>
                    <a:pt x="573" y="7565"/>
                  </a:lnTo>
                  <a:lnTo>
                    <a:pt x="336" y="8316"/>
                  </a:lnTo>
                  <a:lnTo>
                    <a:pt x="158" y="8968"/>
                  </a:lnTo>
                  <a:lnTo>
                    <a:pt x="40" y="9481"/>
                  </a:lnTo>
                  <a:lnTo>
                    <a:pt x="20" y="9679"/>
                  </a:lnTo>
                  <a:lnTo>
                    <a:pt x="0" y="9837"/>
                  </a:lnTo>
                  <a:lnTo>
                    <a:pt x="20" y="9936"/>
                  </a:lnTo>
                  <a:lnTo>
                    <a:pt x="40" y="9975"/>
                  </a:lnTo>
                  <a:lnTo>
                    <a:pt x="60" y="9995"/>
                  </a:lnTo>
                  <a:lnTo>
                    <a:pt x="2272" y="11318"/>
                  </a:lnTo>
                  <a:lnTo>
                    <a:pt x="6578" y="13945"/>
                  </a:lnTo>
                  <a:lnTo>
                    <a:pt x="12701" y="17678"/>
                  </a:lnTo>
                  <a:lnTo>
                    <a:pt x="18074" y="4148"/>
                  </a:lnTo>
                  <a:lnTo>
                    <a:pt x="15960" y="3477"/>
                  </a:lnTo>
                  <a:lnTo>
                    <a:pt x="11239" y="2035"/>
                  </a:lnTo>
                  <a:lnTo>
                    <a:pt x="8691" y="1264"/>
                  </a:lnTo>
                  <a:lnTo>
                    <a:pt x="6400" y="613"/>
                  </a:lnTo>
                  <a:lnTo>
                    <a:pt x="5472" y="356"/>
                  </a:lnTo>
                  <a:lnTo>
                    <a:pt x="4701" y="158"/>
                  </a:lnTo>
                  <a:lnTo>
                    <a:pt x="4168" y="40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34"/>
            <p:cNvSpPr/>
            <p:nvPr/>
          </p:nvSpPr>
          <p:spPr>
            <a:xfrm>
              <a:off x="4648062" y="-2474775"/>
              <a:ext cx="642263" cy="596967"/>
            </a:xfrm>
            <a:custGeom>
              <a:rect b="b" l="l" r="r" t="t"/>
              <a:pathLst>
                <a:path extrusionOk="0" h="15881" w="17086">
                  <a:moveTo>
                    <a:pt x="12345" y="0"/>
                  </a:moveTo>
                  <a:lnTo>
                    <a:pt x="0" y="4444"/>
                  </a:lnTo>
                  <a:lnTo>
                    <a:pt x="1699" y="15802"/>
                  </a:lnTo>
                  <a:lnTo>
                    <a:pt x="1778" y="15821"/>
                  </a:lnTo>
                  <a:lnTo>
                    <a:pt x="1936" y="15861"/>
                  </a:lnTo>
                  <a:lnTo>
                    <a:pt x="2173" y="15861"/>
                  </a:lnTo>
                  <a:lnTo>
                    <a:pt x="2469" y="15881"/>
                  </a:lnTo>
                  <a:lnTo>
                    <a:pt x="3259" y="15861"/>
                  </a:lnTo>
                  <a:lnTo>
                    <a:pt x="4267" y="15802"/>
                  </a:lnTo>
                  <a:lnTo>
                    <a:pt x="5452" y="15723"/>
                  </a:lnTo>
                  <a:lnTo>
                    <a:pt x="6736" y="15644"/>
                  </a:lnTo>
                  <a:lnTo>
                    <a:pt x="9541" y="15407"/>
                  </a:lnTo>
                  <a:lnTo>
                    <a:pt x="12326" y="15170"/>
                  </a:lnTo>
                  <a:lnTo>
                    <a:pt x="14735" y="14933"/>
                  </a:lnTo>
                  <a:lnTo>
                    <a:pt x="17086" y="14696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1" name="Google Shape;8961;p34"/>
          <p:cNvGrpSpPr/>
          <p:nvPr/>
        </p:nvGrpSpPr>
        <p:grpSpPr>
          <a:xfrm flipH="1" rot="998323">
            <a:off x="-364210" y="1988007"/>
            <a:ext cx="1294642" cy="1350930"/>
            <a:chOff x="8465725" y="2863051"/>
            <a:chExt cx="1956212" cy="2041561"/>
          </a:xfrm>
        </p:grpSpPr>
        <p:sp>
          <p:nvSpPr>
            <p:cNvPr id="8962" name="Google Shape;8962;p34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34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34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34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34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34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34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34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34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34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34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34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34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34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34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34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34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34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34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34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34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34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34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34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34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34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34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34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34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34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34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34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34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34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34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34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34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34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34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34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34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34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34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34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6" name="Google Shape;9006;p34"/>
          <p:cNvGrpSpPr/>
          <p:nvPr/>
        </p:nvGrpSpPr>
        <p:grpSpPr>
          <a:xfrm rot="1746615">
            <a:off x="8286991" y="1597482"/>
            <a:ext cx="1047275" cy="979617"/>
            <a:chOff x="-252624" y="1601574"/>
            <a:chExt cx="1047258" cy="979600"/>
          </a:xfrm>
        </p:grpSpPr>
        <p:sp>
          <p:nvSpPr>
            <p:cNvPr id="9007" name="Google Shape;9007;p34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34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34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34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34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34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34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34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34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34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34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34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34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0" name="Google Shape;9020;p34"/>
          <p:cNvGrpSpPr/>
          <p:nvPr/>
        </p:nvGrpSpPr>
        <p:grpSpPr>
          <a:xfrm>
            <a:off x="0" y="1002280"/>
            <a:ext cx="679382" cy="871990"/>
            <a:chOff x="8619938" y="2813305"/>
            <a:chExt cx="679382" cy="871990"/>
          </a:xfrm>
        </p:grpSpPr>
        <p:sp>
          <p:nvSpPr>
            <p:cNvPr id="9021" name="Google Shape;9021;p34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34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34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34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34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34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34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34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34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34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34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34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34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34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34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34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34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34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34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34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34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34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34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34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34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34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34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34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49" name="Google Shape;9049;p34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9050" name="Google Shape;9050;p34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1" name="Google Shape;9051;p34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34" Type="http://schemas.openxmlformats.org/officeDocument/2006/relationships/theme" Target="../theme/theme1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2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7750" y="365760"/>
            <a:ext cx="7708500" cy="54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000"/>
              <a:buFont typeface="Bowlby One"/>
              <a:buNone/>
              <a:defRPr sz="3000">
                <a:solidFill>
                  <a:schemeClr val="accent3"/>
                </a:solidFill>
                <a:latin typeface="Bowlby One"/>
                <a:ea typeface="Bowlby One"/>
                <a:cs typeface="Bowlby One"/>
                <a:sym typeface="Bowlby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692700" y="1351875"/>
            <a:ext cx="7711800" cy="324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2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9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3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1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3.png"/><Relationship Id="rId4" Type="http://schemas.openxmlformats.org/officeDocument/2006/relationships/image" Target="../media/image16.png"/><Relationship Id="rId5" Type="http://schemas.openxmlformats.org/officeDocument/2006/relationships/image" Target="../media/image1.png"/><Relationship Id="rId6" Type="http://schemas.openxmlformats.org/officeDocument/2006/relationships/image" Target="../media/image2.png"/><Relationship Id="rId7" Type="http://schemas.openxmlformats.org/officeDocument/2006/relationships/image" Target="../media/image15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6.png"/><Relationship Id="rId4" Type="http://schemas.openxmlformats.org/officeDocument/2006/relationships/image" Target="../media/image10.png"/><Relationship Id="rId9" Type="http://schemas.openxmlformats.org/officeDocument/2006/relationships/hyperlink" Target="https://munchfind.luluhoy.tech" TargetMode="External"/><Relationship Id="rId5" Type="http://schemas.openxmlformats.org/officeDocument/2006/relationships/image" Target="../media/image7.png"/><Relationship Id="rId6" Type="http://schemas.openxmlformats.org/officeDocument/2006/relationships/image" Target="../media/image8.png"/><Relationship Id="rId7" Type="http://schemas.openxmlformats.org/officeDocument/2006/relationships/image" Target="../media/image4.png"/><Relationship Id="rId8" Type="http://schemas.openxmlformats.org/officeDocument/2006/relationships/image" Target="../media/image5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7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4.png"/><Relationship Id="rId4" Type="http://schemas.openxmlformats.org/officeDocument/2006/relationships/image" Target="../media/image5.png"/><Relationship Id="rId5" Type="http://schemas.openxmlformats.org/officeDocument/2006/relationships/hyperlink" Target="https://munchfind.luluhoy.tech" TargetMode="Externa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55" name="Shape 9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6" name="Google Shape;9056;p35"/>
          <p:cNvSpPr/>
          <p:nvPr/>
        </p:nvSpPr>
        <p:spPr>
          <a:xfrm rot="-5400000">
            <a:off x="2302741" y="-680239"/>
            <a:ext cx="4538517" cy="6503979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7" name="Google Shape;9057;p35"/>
          <p:cNvSpPr txBox="1"/>
          <p:nvPr>
            <p:ph type="ctrTitle"/>
          </p:nvPr>
        </p:nvSpPr>
        <p:spPr>
          <a:xfrm>
            <a:off x="1971056" y="958645"/>
            <a:ext cx="5202000" cy="269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MUNCH</a:t>
            </a:r>
            <a:r>
              <a:rPr lang="en"/>
              <a:t> FIND</a:t>
            </a:r>
            <a:r>
              <a:rPr lang="en">
                <a:solidFill>
                  <a:schemeClr val="accent3"/>
                </a:solidFill>
              </a:rPr>
              <a:t>!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9058" name="Google Shape;9058;p35"/>
          <p:cNvSpPr txBox="1"/>
          <p:nvPr>
            <p:ph idx="1" type="subTitle"/>
          </p:nvPr>
        </p:nvSpPr>
        <p:spPr>
          <a:xfrm>
            <a:off x="1970950" y="3730875"/>
            <a:ext cx="5202000" cy="54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Presented by: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Refqi, Lutfil, Danique, Nurin</a:t>
            </a:r>
            <a:endParaRPr/>
          </a:p>
        </p:txBody>
      </p:sp>
      <p:grpSp>
        <p:nvGrpSpPr>
          <p:cNvPr id="9059" name="Google Shape;9059;p35"/>
          <p:cNvGrpSpPr/>
          <p:nvPr/>
        </p:nvGrpSpPr>
        <p:grpSpPr>
          <a:xfrm rot="1746615">
            <a:off x="4048366" y="-193218"/>
            <a:ext cx="1047275" cy="979617"/>
            <a:chOff x="-252624" y="1601574"/>
            <a:chExt cx="1047258" cy="979600"/>
          </a:xfrm>
        </p:grpSpPr>
        <p:sp>
          <p:nvSpPr>
            <p:cNvPr id="9060" name="Google Shape;9060;p35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35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35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35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35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35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35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35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35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35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35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35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35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76" name="Shape 9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7" name="Google Shape;9077;p36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 statement</a:t>
            </a:r>
            <a:endParaRPr/>
          </a:p>
        </p:txBody>
      </p:sp>
      <p:sp>
        <p:nvSpPr>
          <p:cNvPr id="9078" name="Google Shape;9078;p36"/>
          <p:cNvSpPr txBox="1"/>
          <p:nvPr>
            <p:ph idx="2" type="subTitle"/>
          </p:nvPr>
        </p:nvSpPr>
        <p:spPr>
          <a:xfrm>
            <a:off x="1180750" y="1114300"/>
            <a:ext cx="6782400" cy="328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000000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Individual decision fatigue and Group decision conflict</a:t>
            </a:r>
            <a:r>
              <a:rPr lang="en" sz="1050">
                <a:solidFill>
                  <a:srgbClr val="000000"/>
                </a:solidFill>
                <a:latin typeface="Aptos"/>
                <a:ea typeface="Aptos"/>
                <a:cs typeface="Aptos"/>
                <a:sym typeface="Aptos"/>
              </a:rPr>
              <a:t>.</a:t>
            </a:r>
            <a:r>
              <a:rPr lang="en" sz="1200">
                <a:solidFill>
                  <a:srgbClr val="000000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Users repeatedly experience difficulty and delay when deciding what to eat, particularly when using apps that are optimised for browsing rather than deciding. This has a real cost in time wasted, increased hunger/frustration, and a tendency to default to the same few options repeatedly rather than exploring genuinely. When groups need to agree on where to eat, existing tools offer no structured way to reach a decision. This leads to prolonged discussion, indecision, or dissatisfaction when one person's preference is chosen over others'.</a:t>
            </a:r>
            <a:endParaRPr sz="1200">
              <a:solidFill>
                <a:srgbClr val="000000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0" lvl="0" marL="0" rtl="0" algn="ctr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000000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0" lvl="0" marL="0" rtl="0" algn="ctr">
              <a:lnSpc>
                <a:spcPct val="11500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The opportunity here is to build a tool that inverts the usual product logic. Instead of expanding the user's choices, </a:t>
            </a:r>
            <a:r>
              <a:rPr i="1" lang="en" sz="1200">
                <a:solidFill>
                  <a:srgbClr val="000000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Munch Find!</a:t>
            </a:r>
            <a:r>
              <a:rPr lang="en" sz="1200">
                <a:solidFill>
                  <a:srgbClr val="000000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deliberately narrows the decision down to one, using randomisation constrained by user-set filters. This addresses a genuine, everyday, and currently unmet need, and does so with a mechanic simple enough to implement as a functional prototype within the scope of this module.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82" name="Shape 9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3" name="Google Shape;9083;p37"/>
          <p:cNvSpPr txBox="1"/>
          <p:nvPr>
            <p:ph type="title"/>
          </p:nvPr>
        </p:nvSpPr>
        <p:spPr>
          <a:xfrm>
            <a:off x="1691827" y="2608700"/>
            <a:ext cx="20193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Grab Fan</a:t>
            </a:r>
            <a:endParaRPr sz="1800"/>
          </a:p>
        </p:txBody>
      </p:sp>
      <p:sp>
        <p:nvSpPr>
          <p:cNvPr id="9084" name="Google Shape;9084;p37"/>
          <p:cNvSpPr txBox="1"/>
          <p:nvPr>
            <p:ph idx="4" type="title"/>
          </p:nvPr>
        </p:nvSpPr>
        <p:spPr>
          <a:xfrm>
            <a:off x="720000" y="365746"/>
            <a:ext cx="7704000" cy="75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Target Audience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Open Sans"/>
                <a:ea typeface="Open Sans"/>
                <a:cs typeface="Open Sans"/>
                <a:sym typeface="Open Sans"/>
              </a:rPr>
              <a:t>Students and young working adults, aged 18–30 who:</a:t>
            </a:r>
            <a:endParaRPr sz="12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5" name="Google Shape;9085;p37"/>
          <p:cNvSpPr txBox="1"/>
          <p:nvPr>
            <p:ph idx="3" type="subTitle"/>
          </p:nvPr>
        </p:nvSpPr>
        <p:spPr>
          <a:xfrm>
            <a:off x="1691500" y="2825325"/>
            <a:ext cx="20199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Order food delivery or eat out </a:t>
            </a:r>
            <a:r>
              <a:rPr b="1" lang="en"/>
              <a:t>3+ times a week</a:t>
            </a:r>
            <a:endParaRPr b="1"/>
          </a:p>
        </p:txBody>
      </p:sp>
      <p:sp>
        <p:nvSpPr>
          <p:cNvPr id="9086" name="Google Shape;9086;p37"/>
          <p:cNvSpPr/>
          <p:nvPr/>
        </p:nvSpPr>
        <p:spPr>
          <a:xfrm rot="-5400000">
            <a:off x="2324532" y="1631734"/>
            <a:ext cx="758986" cy="759008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7" name="Google Shape;9087;p37"/>
          <p:cNvSpPr/>
          <p:nvPr/>
        </p:nvSpPr>
        <p:spPr>
          <a:xfrm rot="-5400000">
            <a:off x="6358891" y="1631734"/>
            <a:ext cx="758986" cy="759008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88" name="Google Shape;9088;p37"/>
          <p:cNvGrpSpPr/>
          <p:nvPr/>
        </p:nvGrpSpPr>
        <p:grpSpPr>
          <a:xfrm>
            <a:off x="2536013" y="1851975"/>
            <a:ext cx="336025" cy="318525"/>
            <a:chOff x="930875" y="1193650"/>
            <a:chExt cx="336025" cy="318525"/>
          </a:xfrm>
        </p:grpSpPr>
        <p:sp>
          <p:nvSpPr>
            <p:cNvPr id="9089" name="Google Shape;9089;p37"/>
            <p:cNvSpPr/>
            <p:nvPr/>
          </p:nvSpPr>
          <p:spPr>
            <a:xfrm>
              <a:off x="1094200" y="1276475"/>
              <a:ext cx="9350" cy="30375"/>
            </a:xfrm>
            <a:custGeom>
              <a:rect b="b" l="l" r="r" t="t"/>
              <a:pathLst>
                <a:path extrusionOk="0" h="1215" w="374">
                  <a:moveTo>
                    <a:pt x="1" y="1"/>
                  </a:moveTo>
                  <a:lnTo>
                    <a:pt x="1" y="94"/>
                  </a:lnTo>
                  <a:lnTo>
                    <a:pt x="1" y="1027"/>
                  </a:lnTo>
                  <a:lnTo>
                    <a:pt x="1" y="1121"/>
                  </a:lnTo>
                  <a:lnTo>
                    <a:pt x="47" y="1167"/>
                  </a:lnTo>
                  <a:lnTo>
                    <a:pt x="94" y="1214"/>
                  </a:lnTo>
                  <a:lnTo>
                    <a:pt x="281" y="1214"/>
                  </a:lnTo>
                  <a:lnTo>
                    <a:pt x="327" y="1167"/>
                  </a:lnTo>
                  <a:lnTo>
                    <a:pt x="374" y="1121"/>
                  </a:lnTo>
                  <a:lnTo>
                    <a:pt x="374" y="1027"/>
                  </a:lnTo>
                  <a:lnTo>
                    <a:pt x="374" y="94"/>
                  </a:lnTo>
                  <a:lnTo>
                    <a:pt x="37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37"/>
            <p:cNvSpPr/>
            <p:nvPr/>
          </p:nvSpPr>
          <p:spPr>
            <a:xfrm>
              <a:off x="943700" y="1302150"/>
              <a:ext cx="310375" cy="192525"/>
            </a:xfrm>
            <a:custGeom>
              <a:rect b="b" l="l" r="r" t="t"/>
              <a:pathLst>
                <a:path extrusionOk="0" h="7701" w="12415">
                  <a:moveTo>
                    <a:pt x="6207" y="0"/>
                  </a:moveTo>
                  <a:lnTo>
                    <a:pt x="5554" y="47"/>
                  </a:lnTo>
                  <a:lnTo>
                    <a:pt x="4947" y="140"/>
                  </a:lnTo>
                  <a:lnTo>
                    <a:pt x="4387" y="280"/>
                  </a:lnTo>
                  <a:lnTo>
                    <a:pt x="3780" y="514"/>
                  </a:lnTo>
                  <a:lnTo>
                    <a:pt x="3267" y="747"/>
                  </a:lnTo>
                  <a:lnTo>
                    <a:pt x="2754" y="1074"/>
                  </a:lnTo>
                  <a:lnTo>
                    <a:pt x="2287" y="1401"/>
                  </a:lnTo>
                  <a:lnTo>
                    <a:pt x="1820" y="1821"/>
                  </a:lnTo>
                  <a:lnTo>
                    <a:pt x="1447" y="2241"/>
                  </a:lnTo>
                  <a:lnTo>
                    <a:pt x="1074" y="2754"/>
                  </a:lnTo>
                  <a:lnTo>
                    <a:pt x="747" y="3267"/>
                  </a:lnTo>
                  <a:lnTo>
                    <a:pt x="514" y="3781"/>
                  </a:lnTo>
                  <a:lnTo>
                    <a:pt x="280" y="4341"/>
                  </a:lnTo>
                  <a:lnTo>
                    <a:pt x="140" y="4947"/>
                  </a:lnTo>
                  <a:lnTo>
                    <a:pt x="47" y="5554"/>
                  </a:lnTo>
                  <a:lnTo>
                    <a:pt x="0" y="6207"/>
                  </a:lnTo>
                  <a:lnTo>
                    <a:pt x="0" y="7701"/>
                  </a:lnTo>
                  <a:lnTo>
                    <a:pt x="12414" y="7701"/>
                  </a:lnTo>
                  <a:lnTo>
                    <a:pt x="12134" y="6254"/>
                  </a:lnTo>
                  <a:lnTo>
                    <a:pt x="12087" y="5741"/>
                  </a:lnTo>
                  <a:lnTo>
                    <a:pt x="11994" y="5227"/>
                  </a:lnTo>
                  <a:lnTo>
                    <a:pt x="11807" y="4667"/>
                  </a:lnTo>
                  <a:lnTo>
                    <a:pt x="11621" y="4154"/>
                  </a:lnTo>
                  <a:lnTo>
                    <a:pt x="11387" y="3641"/>
                  </a:lnTo>
                  <a:lnTo>
                    <a:pt x="11107" y="3081"/>
                  </a:lnTo>
                  <a:lnTo>
                    <a:pt x="10781" y="2614"/>
                  </a:lnTo>
                  <a:lnTo>
                    <a:pt x="10407" y="2147"/>
                  </a:lnTo>
                  <a:lnTo>
                    <a:pt x="9987" y="1681"/>
                  </a:lnTo>
                  <a:lnTo>
                    <a:pt x="9567" y="1261"/>
                  </a:lnTo>
                  <a:lnTo>
                    <a:pt x="9054" y="934"/>
                  </a:lnTo>
                  <a:lnTo>
                    <a:pt x="8541" y="607"/>
                  </a:lnTo>
                  <a:lnTo>
                    <a:pt x="8027" y="374"/>
                  </a:lnTo>
                  <a:lnTo>
                    <a:pt x="7421" y="187"/>
                  </a:lnTo>
                  <a:lnTo>
                    <a:pt x="6861" y="47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37"/>
            <p:cNvSpPr/>
            <p:nvPr/>
          </p:nvSpPr>
          <p:spPr>
            <a:xfrm>
              <a:off x="1090700" y="1302150"/>
              <a:ext cx="163375" cy="192525"/>
            </a:xfrm>
            <a:custGeom>
              <a:rect b="b" l="l" r="r" t="t"/>
              <a:pathLst>
                <a:path extrusionOk="0" h="7701" w="6535">
                  <a:moveTo>
                    <a:pt x="1" y="0"/>
                  </a:moveTo>
                  <a:lnTo>
                    <a:pt x="561" y="94"/>
                  </a:lnTo>
                  <a:lnTo>
                    <a:pt x="1121" y="187"/>
                  </a:lnTo>
                  <a:lnTo>
                    <a:pt x="1681" y="327"/>
                  </a:lnTo>
                  <a:lnTo>
                    <a:pt x="2194" y="561"/>
                  </a:lnTo>
                  <a:lnTo>
                    <a:pt x="2707" y="794"/>
                  </a:lnTo>
                  <a:lnTo>
                    <a:pt x="3174" y="1121"/>
                  </a:lnTo>
                  <a:lnTo>
                    <a:pt x="3641" y="1447"/>
                  </a:lnTo>
                  <a:lnTo>
                    <a:pt x="4014" y="1821"/>
                  </a:lnTo>
                  <a:lnTo>
                    <a:pt x="4434" y="2241"/>
                  </a:lnTo>
                  <a:lnTo>
                    <a:pt x="4807" y="2754"/>
                  </a:lnTo>
                  <a:lnTo>
                    <a:pt x="5087" y="3267"/>
                  </a:lnTo>
                  <a:lnTo>
                    <a:pt x="5367" y="3781"/>
                  </a:lnTo>
                  <a:lnTo>
                    <a:pt x="5554" y="4341"/>
                  </a:lnTo>
                  <a:lnTo>
                    <a:pt x="5741" y="4947"/>
                  </a:lnTo>
                  <a:lnTo>
                    <a:pt x="5834" y="5554"/>
                  </a:lnTo>
                  <a:lnTo>
                    <a:pt x="5834" y="6207"/>
                  </a:lnTo>
                  <a:lnTo>
                    <a:pt x="5834" y="7701"/>
                  </a:lnTo>
                  <a:lnTo>
                    <a:pt x="6534" y="7701"/>
                  </a:lnTo>
                  <a:lnTo>
                    <a:pt x="6534" y="6207"/>
                  </a:lnTo>
                  <a:lnTo>
                    <a:pt x="6487" y="5554"/>
                  </a:lnTo>
                  <a:lnTo>
                    <a:pt x="6394" y="4947"/>
                  </a:lnTo>
                  <a:lnTo>
                    <a:pt x="6254" y="4341"/>
                  </a:lnTo>
                  <a:lnTo>
                    <a:pt x="6021" y="3781"/>
                  </a:lnTo>
                  <a:lnTo>
                    <a:pt x="5787" y="3267"/>
                  </a:lnTo>
                  <a:lnTo>
                    <a:pt x="5461" y="2754"/>
                  </a:lnTo>
                  <a:lnTo>
                    <a:pt x="5087" y="2241"/>
                  </a:lnTo>
                  <a:lnTo>
                    <a:pt x="4714" y="1821"/>
                  </a:lnTo>
                  <a:lnTo>
                    <a:pt x="4247" y="1401"/>
                  </a:lnTo>
                  <a:lnTo>
                    <a:pt x="3781" y="1074"/>
                  </a:lnTo>
                  <a:lnTo>
                    <a:pt x="3267" y="747"/>
                  </a:lnTo>
                  <a:lnTo>
                    <a:pt x="2754" y="514"/>
                  </a:lnTo>
                  <a:lnTo>
                    <a:pt x="2194" y="280"/>
                  </a:lnTo>
                  <a:lnTo>
                    <a:pt x="1587" y="140"/>
                  </a:lnTo>
                  <a:lnTo>
                    <a:pt x="981" y="47"/>
                  </a:lnTo>
                  <a:lnTo>
                    <a:pt x="3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37"/>
            <p:cNvSpPr/>
            <p:nvPr/>
          </p:nvSpPr>
          <p:spPr>
            <a:xfrm>
              <a:off x="930875" y="1479500"/>
              <a:ext cx="331350" cy="32675"/>
            </a:xfrm>
            <a:custGeom>
              <a:rect b="b" l="l" r="r" t="t"/>
              <a:pathLst>
                <a:path extrusionOk="0" h="1307" w="13254">
                  <a:moveTo>
                    <a:pt x="187" y="0"/>
                  </a:moveTo>
                  <a:lnTo>
                    <a:pt x="93" y="93"/>
                  </a:lnTo>
                  <a:lnTo>
                    <a:pt x="47" y="187"/>
                  </a:lnTo>
                  <a:lnTo>
                    <a:pt x="0" y="327"/>
                  </a:lnTo>
                  <a:lnTo>
                    <a:pt x="0" y="980"/>
                  </a:lnTo>
                  <a:lnTo>
                    <a:pt x="47" y="1073"/>
                  </a:lnTo>
                  <a:lnTo>
                    <a:pt x="93" y="1213"/>
                  </a:lnTo>
                  <a:lnTo>
                    <a:pt x="187" y="1260"/>
                  </a:lnTo>
                  <a:lnTo>
                    <a:pt x="327" y="1307"/>
                  </a:lnTo>
                  <a:lnTo>
                    <a:pt x="13114" y="1307"/>
                  </a:lnTo>
                  <a:lnTo>
                    <a:pt x="13160" y="1213"/>
                  </a:lnTo>
                  <a:lnTo>
                    <a:pt x="13207" y="1073"/>
                  </a:lnTo>
                  <a:lnTo>
                    <a:pt x="13254" y="653"/>
                  </a:lnTo>
                  <a:lnTo>
                    <a:pt x="13207" y="187"/>
                  </a:lnTo>
                  <a:lnTo>
                    <a:pt x="13160" y="47"/>
                  </a:lnTo>
                  <a:lnTo>
                    <a:pt x="1311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37"/>
            <p:cNvSpPr/>
            <p:nvPr/>
          </p:nvSpPr>
          <p:spPr>
            <a:xfrm>
              <a:off x="1075525" y="1235650"/>
              <a:ext cx="42025" cy="45525"/>
            </a:xfrm>
            <a:custGeom>
              <a:rect b="b" l="l" r="r" t="t"/>
              <a:pathLst>
                <a:path extrusionOk="0" h="1821" w="1681">
                  <a:moveTo>
                    <a:pt x="748" y="0"/>
                  </a:moveTo>
                  <a:lnTo>
                    <a:pt x="561" y="47"/>
                  </a:lnTo>
                  <a:lnTo>
                    <a:pt x="421" y="140"/>
                  </a:lnTo>
                  <a:lnTo>
                    <a:pt x="281" y="234"/>
                  </a:lnTo>
                  <a:lnTo>
                    <a:pt x="188" y="374"/>
                  </a:lnTo>
                  <a:lnTo>
                    <a:pt x="94" y="560"/>
                  </a:lnTo>
                  <a:lnTo>
                    <a:pt x="48" y="700"/>
                  </a:lnTo>
                  <a:lnTo>
                    <a:pt x="1" y="887"/>
                  </a:lnTo>
                  <a:lnTo>
                    <a:pt x="48" y="1074"/>
                  </a:lnTo>
                  <a:lnTo>
                    <a:pt x="94" y="1260"/>
                  </a:lnTo>
                  <a:lnTo>
                    <a:pt x="188" y="1447"/>
                  </a:lnTo>
                  <a:lnTo>
                    <a:pt x="281" y="1587"/>
                  </a:lnTo>
                  <a:lnTo>
                    <a:pt x="421" y="1680"/>
                  </a:lnTo>
                  <a:lnTo>
                    <a:pt x="561" y="1774"/>
                  </a:lnTo>
                  <a:lnTo>
                    <a:pt x="748" y="1820"/>
                  </a:lnTo>
                  <a:lnTo>
                    <a:pt x="1121" y="1820"/>
                  </a:lnTo>
                  <a:lnTo>
                    <a:pt x="1261" y="1774"/>
                  </a:lnTo>
                  <a:lnTo>
                    <a:pt x="1401" y="1680"/>
                  </a:lnTo>
                  <a:lnTo>
                    <a:pt x="1494" y="1587"/>
                  </a:lnTo>
                  <a:lnTo>
                    <a:pt x="1588" y="1447"/>
                  </a:lnTo>
                  <a:lnTo>
                    <a:pt x="1634" y="1260"/>
                  </a:lnTo>
                  <a:lnTo>
                    <a:pt x="1681" y="887"/>
                  </a:lnTo>
                  <a:lnTo>
                    <a:pt x="1634" y="560"/>
                  </a:lnTo>
                  <a:lnTo>
                    <a:pt x="1588" y="374"/>
                  </a:lnTo>
                  <a:lnTo>
                    <a:pt x="1494" y="234"/>
                  </a:lnTo>
                  <a:lnTo>
                    <a:pt x="1401" y="140"/>
                  </a:lnTo>
                  <a:lnTo>
                    <a:pt x="1261" y="4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37"/>
            <p:cNvSpPr/>
            <p:nvPr/>
          </p:nvSpPr>
          <p:spPr>
            <a:xfrm>
              <a:off x="1242375" y="1479500"/>
              <a:ext cx="24525" cy="32675"/>
            </a:xfrm>
            <a:custGeom>
              <a:rect b="b" l="l" r="r" t="t"/>
              <a:pathLst>
                <a:path extrusionOk="0" h="1307" w="981">
                  <a:moveTo>
                    <a:pt x="94" y="0"/>
                  </a:moveTo>
                  <a:lnTo>
                    <a:pt x="187" y="93"/>
                  </a:lnTo>
                  <a:lnTo>
                    <a:pt x="280" y="187"/>
                  </a:lnTo>
                  <a:lnTo>
                    <a:pt x="327" y="327"/>
                  </a:lnTo>
                  <a:lnTo>
                    <a:pt x="327" y="980"/>
                  </a:lnTo>
                  <a:lnTo>
                    <a:pt x="280" y="1073"/>
                  </a:lnTo>
                  <a:lnTo>
                    <a:pt x="187" y="1213"/>
                  </a:lnTo>
                  <a:lnTo>
                    <a:pt x="94" y="1260"/>
                  </a:lnTo>
                  <a:lnTo>
                    <a:pt x="0" y="1307"/>
                  </a:lnTo>
                  <a:lnTo>
                    <a:pt x="654" y="1307"/>
                  </a:lnTo>
                  <a:lnTo>
                    <a:pt x="794" y="1260"/>
                  </a:lnTo>
                  <a:lnTo>
                    <a:pt x="887" y="1213"/>
                  </a:lnTo>
                  <a:lnTo>
                    <a:pt x="980" y="1073"/>
                  </a:lnTo>
                  <a:lnTo>
                    <a:pt x="980" y="980"/>
                  </a:lnTo>
                  <a:lnTo>
                    <a:pt x="980" y="327"/>
                  </a:lnTo>
                  <a:lnTo>
                    <a:pt x="980" y="187"/>
                  </a:lnTo>
                  <a:lnTo>
                    <a:pt x="887" y="93"/>
                  </a:lnTo>
                  <a:lnTo>
                    <a:pt x="79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37"/>
            <p:cNvSpPr/>
            <p:nvPr/>
          </p:nvSpPr>
          <p:spPr>
            <a:xfrm>
              <a:off x="1090700" y="1235650"/>
              <a:ext cx="31525" cy="45525"/>
            </a:xfrm>
            <a:custGeom>
              <a:rect b="b" l="l" r="r" t="t"/>
              <a:pathLst>
                <a:path extrusionOk="0" h="1821" w="1261">
                  <a:moveTo>
                    <a:pt x="327" y="0"/>
                  </a:moveTo>
                  <a:lnTo>
                    <a:pt x="1" y="47"/>
                  </a:lnTo>
                  <a:lnTo>
                    <a:pt x="281" y="187"/>
                  </a:lnTo>
                  <a:lnTo>
                    <a:pt x="467" y="374"/>
                  </a:lnTo>
                  <a:lnTo>
                    <a:pt x="607" y="607"/>
                  </a:lnTo>
                  <a:lnTo>
                    <a:pt x="654" y="887"/>
                  </a:lnTo>
                  <a:lnTo>
                    <a:pt x="607" y="1214"/>
                  </a:lnTo>
                  <a:lnTo>
                    <a:pt x="467" y="1447"/>
                  </a:lnTo>
                  <a:lnTo>
                    <a:pt x="281" y="1634"/>
                  </a:lnTo>
                  <a:lnTo>
                    <a:pt x="1" y="1774"/>
                  </a:lnTo>
                  <a:lnTo>
                    <a:pt x="327" y="1820"/>
                  </a:lnTo>
                  <a:lnTo>
                    <a:pt x="514" y="1820"/>
                  </a:lnTo>
                  <a:lnTo>
                    <a:pt x="701" y="1774"/>
                  </a:lnTo>
                  <a:lnTo>
                    <a:pt x="841" y="1680"/>
                  </a:lnTo>
                  <a:lnTo>
                    <a:pt x="981" y="1587"/>
                  </a:lnTo>
                  <a:lnTo>
                    <a:pt x="1121" y="1447"/>
                  </a:lnTo>
                  <a:lnTo>
                    <a:pt x="1167" y="1260"/>
                  </a:lnTo>
                  <a:lnTo>
                    <a:pt x="1261" y="1074"/>
                  </a:lnTo>
                  <a:lnTo>
                    <a:pt x="1261" y="887"/>
                  </a:lnTo>
                  <a:lnTo>
                    <a:pt x="1261" y="700"/>
                  </a:lnTo>
                  <a:lnTo>
                    <a:pt x="1167" y="560"/>
                  </a:lnTo>
                  <a:lnTo>
                    <a:pt x="1121" y="374"/>
                  </a:lnTo>
                  <a:lnTo>
                    <a:pt x="981" y="234"/>
                  </a:lnTo>
                  <a:lnTo>
                    <a:pt x="841" y="140"/>
                  </a:lnTo>
                  <a:lnTo>
                    <a:pt x="701" y="47"/>
                  </a:lnTo>
                  <a:lnTo>
                    <a:pt x="51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37"/>
            <p:cNvSpPr/>
            <p:nvPr/>
          </p:nvSpPr>
          <p:spPr>
            <a:xfrm>
              <a:off x="977525" y="1193650"/>
              <a:ext cx="10525" cy="29200"/>
            </a:xfrm>
            <a:custGeom>
              <a:rect b="b" l="l" r="r" t="t"/>
              <a:pathLst>
                <a:path extrusionOk="0" h="1168" w="421">
                  <a:moveTo>
                    <a:pt x="141" y="0"/>
                  </a:moveTo>
                  <a:lnTo>
                    <a:pt x="94" y="47"/>
                  </a:lnTo>
                  <a:lnTo>
                    <a:pt x="47" y="94"/>
                  </a:lnTo>
                  <a:lnTo>
                    <a:pt x="1" y="187"/>
                  </a:lnTo>
                  <a:lnTo>
                    <a:pt x="1" y="980"/>
                  </a:lnTo>
                  <a:lnTo>
                    <a:pt x="47" y="1027"/>
                  </a:lnTo>
                  <a:lnTo>
                    <a:pt x="94" y="1120"/>
                  </a:lnTo>
                  <a:lnTo>
                    <a:pt x="141" y="1167"/>
                  </a:lnTo>
                  <a:lnTo>
                    <a:pt x="281" y="1167"/>
                  </a:lnTo>
                  <a:lnTo>
                    <a:pt x="374" y="1120"/>
                  </a:lnTo>
                  <a:lnTo>
                    <a:pt x="421" y="1027"/>
                  </a:lnTo>
                  <a:lnTo>
                    <a:pt x="421" y="980"/>
                  </a:lnTo>
                  <a:lnTo>
                    <a:pt x="421" y="187"/>
                  </a:lnTo>
                  <a:lnTo>
                    <a:pt x="421" y="94"/>
                  </a:lnTo>
                  <a:lnTo>
                    <a:pt x="374" y="47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37"/>
            <p:cNvSpPr/>
            <p:nvPr/>
          </p:nvSpPr>
          <p:spPr>
            <a:xfrm>
              <a:off x="977525" y="1240325"/>
              <a:ext cx="10525" cy="29175"/>
            </a:xfrm>
            <a:custGeom>
              <a:rect b="b" l="l" r="r" t="t"/>
              <a:pathLst>
                <a:path extrusionOk="0" h="1167" w="421">
                  <a:moveTo>
                    <a:pt x="141" y="0"/>
                  </a:moveTo>
                  <a:lnTo>
                    <a:pt x="94" y="47"/>
                  </a:lnTo>
                  <a:lnTo>
                    <a:pt x="47" y="93"/>
                  </a:lnTo>
                  <a:lnTo>
                    <a:pt x="1" y="187"/>
                  </a:lnTo>
                  <a:lnTo>
                    <a:pt x="1" y="980"/>
                  </a:lnTo>
                  <a:lnTo>
                    <a:pt x="47" y="1073"/>
                  </a:lnTo>
                  <a:lnTo>
                    <a:pt x="94" y="1120"/>
                  </a:lnTo>
                  <a:lnTo>
                    <a:pt x="141" y="1167"/>
                  </a:lnTo>
                  <a:lnTo>
                    <a:pt x="281" y="1167"/>
                  </a:lnTo>
                  <a:lnTo>
                    <a:pt x="374" y="1120"/>
                  </a:lnTo>
                  <a:lnTo>
                    <a:pt x="421" y="1073"/>
                  </a:lnTo>
                  <a:lnTo>
                    <a:pt x="421" y="980"/>
                  </a:lnTo>
                  <a:lnTo>
                    <a:pt x="421" y="187"/>
                  </a:lnTo>
                  <a:lnTo>
                    <a:pt x="421" y="93"/>
                  </a:lnTo>
                  <a:lnTo>
                    <a:pt x="374" y="47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37"/>
            <p:cNvSpPr/>
            <p:nvPr/>
          </p:nvSpPr>
          <p:spPr>
            <a:xfrm>
              <a:off x="944875" y="1226325"/>
              <a:ext cx="29175" cy="10525"/>
            </a:xfrm>
            <a:custGeom>
              <a:rect b="b" l="l" r="r" t="t"/>
              <a:pathLst>
                <a:path extrusionOk="0" h="421" w="1167">
                  <a:moveTo>
                    <a:pt x="187" y="0"/>
                  </a:moveTo>
                  <a:lnTo>
                    <a:pt x="140" y="47"/>
                  </a:lnTo>
                  <a:lnTo>
                    <a:pt x="47" y="47"/>
                  </a:lnTo>
                  <a:lnTo>
                    <a:pt x="0" y="140"/>
                  </a:lnTo>
                  <a:lnTo>
                    <a:pt x="0" y="187"/>
                  </a:lnTo>
                  <a:lnTo>
                    <a:pt x="0" y="280"/>
                  </a:lnTo>
                  <a:lnTo>
                    <a:pt x="47" y="327"/>
                  </a:lnTo>
                  <a:lnTo>
                    <a:pt x="140" y="373"/>
                  </a:lnTo>
                  <a:lnTo>
                    <a:pt x="187" y="420"/>
                  </a:lnTo>
                  <a:lnTo>
                    <a:pt x="980" y="420"/>
                  </a:lnTo>
                  <a:lnTo>
                    <a:pt x="1073" y="373"/>
                  </a:lnTo>
                  <a:lnTo>
                    <a:pt x="1120" y="327"/>
                  </a:lnTo>
                  <a:lnTo>
                    <a:pt x="1167" y="280"/>
                  </a:lnTo>
                  <a:lnTo>
                    <a:pt x="1167" y="187"/>
                  </a:lnTo>
                  <a:lnTo>
                    <a:pt x="1167" y="140"/>
                  </a:lnTo>
                  <a:lnTo>
                    <a:pt x="1120" y="47"/>
                  </a:lnTo>
                  <a:lnTo>
                    <a:pt x="1073" y="47"/>
                  </a:lnTo>
                  <a:lnTo>
                    <a:pt x="98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37"/>
            <p:cNvSpPr/>
            <p:nvPr/>
          </p:nvSpPr>
          <p:spPr>
            <a:xfrm>
              <a:off x="991525" y="1226325"/>
              <a:ext cx="29200" cy="10525"/>
            </a:xfrm>
            <a:custGeom>
              <a:rect b="b" l="l" r="r" t="t"/>
              <a:pathLst>
                <a:path extrusionOk="0" h="421" w="1168">
                  <a:moveTo>
                    <a:pt x="187" y="0"/>
                  </a:moveTo>
                  <a:lnTo>
                    <a:pt x="141" y="47"/>
                  </a:lnTo>
                  <a:lnTo>
                    <a:pt x="47" y="47"/>
                  </a:lnTo>
                  <a:lnTo>
                    <a:pt x="1" y="140"/>
                  </a:lnTo>
                  <a:lnTo>
                    <a:pt x="1" y="187"/>
                  </a:lnTo>
                  <a:lnTo>
                    <a:pt x="1" y="280"/>
                  </a:lnTo>
                  <a:lnTo>
                    <a:pt x="47" y="327"/>
                  </a:lnTo>
                  <a:lnTo>
                    <a:pt x="141" y="373"/>
                  </a:lnTo>
                  <a:lnTo>
                    <a:pt x="187" y="420"/>
                  </a:lnTo>
                  <a:lnTo>
                    <a:pt x="981" y="420"/>
                  </a:lnTo>
                  <a:lnTo>
                    <a:pt x="1074" y="373"/>
                  </a:lnTo>
                  <a:lnTo>
                    <a:pt x="1121" y="327"/>
                  </a:lnTo>
                  <a:lnTo>
                    <a:pt x="1167" y="280"/>
                  </a:lnTo>
                  <a:lnTo>
                    <a:pt x="1167" y="187"/>
                  </a:lnTo>
                  <a:lnTo>
                    <a:pt x="1167" y="140"/>
                  </a:lnTo>
                  <a:lnTo>
                    <a:pt x="1121" y="47"/>
                  </a:lnTo>
                  <a:lnTo>
                    <a:pt x="1074" y="47"/>
                  </a:lnTo>
                  <a:lnTo>
                    <a:pt x="9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37"/>
            <p:cNvSpPr/>
            <p:nvPr/>
          </p:nvSpPr>
          <p:spPr>
            <a:xfrm>
              <a:off x="1215550" y="1228650"/>
              <a:ext cx="10525" cy="29200"/>
            </a:xfrm>
            <a:custGeom>
              <a:rect b="b" l="l" r="r" t="t"/>
              <a:pathLst>
                <a:path extrusionOk="0" h="1168" w="421">
                  <a:moveTo>
                    <a:pt x="187" y="0"/>
                  </a:moveTo>
                  <a:lnTo>
                    <a:pt x="140" y="47"/>
                  </a:lnTo>
                  <a:lnTo>
                    <a:pt x="47" y="47"/>
                  </a:lnTo>
                  <a:lnTo>
                    <a:pt x="0" y="140"/>
                  </a:lnTo>
                  <a:lnTo>
                    <a:pt x="0" y="187"/>
                  </a:lnTo>
                  <a:lnTo>
                    <a:pt x="0" y="980"/>
                  </a:lnTo>
                  <a:lnTo>
                    <a:pt x="0" y="1074"/>
                  </a:lnTo>
                  <a:lnTo>
                    <a:pt x="47" y="1120"/>
                  </a:lnTo>
                  <a:lnTo>
                    <a:pt x="140" y="1167"/>
                  </a:lnTo>
                  <a:lnTo>
                    <a:pt x="280" y="1167"/>
                  </a:lnTo>
                  <a:lnTo>
                    <a:pt x="327" y="1120"/>
                  </a:lnTo>
                  <a:lnTo>
                    <a:pt x="373" y="1074"/>
                  </a:lnTo>
                  <a:lnTo>
                    <a:pt x="420" y="980"/>
                  </a:lnTo>
                  <a:lnTo>
                    <a:pt x="420" y="187"/>
                  </a:lnTo>
                  <a:lnTo>
                    <a:pt x="373" y="140"/>
                  </a:lnTo>
                  <a:lnTo>
                    <a:pt x="327" y="47"/>
                  </a:lnTo>
                  <a:lnTo>
                    <a:pt x="280" y="47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37"/>
            <p:cNvSpPr/>
            <p:nvPr/>
          </p:nvSpPr>
          <p:spPr>
            <a:xfrm>
              <a:off x="1215550" y="1275325"/>
              <a:ext cx="10525" cy="30350"/>
            </a:xfrm>
            <a:custGeom>
              <a:rect b="b" l="l" r="r" t="t"/>
              <a:pathLst>
                <a:path extrusionOk="0" h="1214" w="421">
                  <a:moveTo>
                    <a:pt x="187" y="0"/>
                  </a:moveTo>
                  <a:lnTo>
                    <a:pt x="140" y="47"/>
                  </a:lnTo>
                  <a:lnTo>
                    <a:pt x="47" y="93"/>
                  </a:lnTo>
                  <a:lnTo>
                    <a:pt x="0" y="140"/>
                  </a:lnTo>
                  <a:lnTo>
                    <a:pt x="0" y="233"/>
                  </a:lnTo>
                  <a:lnTo>
                    <a:pt x="0" y="980"/>
                  </a:lnTo>
                  <a:lnTo>
                    <a:pt x="0" y="1073"/>
                  </a:lnTo>
                  <a:lnTo>
                    <a:pt x="47" y="1120"/>
                  </a:lnTo>
                  <a:lnTo>
                    <a:pt x="140" y="1167"/>
                  </a:lnTo>
                  <a:lnTo>
                    <a:pt x="187" y="1213"/>
                  </a:lnTo>
                  <a:lnTo>
                    <a:pt x="280" y="1167"/>
                  </a:lnTo>
                  <a:lnTo>
                    <a:pt x="327" y="1120"/>
                  </a:lnTo>
                  <a:lnTo>
                    <a:pt x="373" y="1073"/>
                  </a:lnTo>
                  <a:lnTo>
                    <a:pt x="420" y="980"/>
                  </a:lnTo>
                  <a:lnTo>
                    <a:pt x="420" y="233"/>
                  </a:lnTo>
                  <a:lnTo>
                    <a:pt x="373" y="140"/>
                  </a:lnTo>
                  <a:lnTo>
                    <a:pt x="327" y="93"/>
                  </a:lnTo>
                  <a:lnTo>
                    <a:pt x="280" y="47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37"/>
            <p:cNvSpPr/>
            <p:nvPr/>
          </p:nvSpPr>
          <p:spPr>
            <a:xfrm>
              <a:off x="1182875" y="1262475"/>
              <a:ext cx="29200" cy="9375"/>
            </a:xfrm>
            <a:custGeom>
              <a:rect b="b" l="l" r="r" t="t"/>
              <a:pathLst>
                <a:path extrusionOk="0" h="375" w="1168">
                  <a:moveTo>
                    <a:pt x="94" y="1"/>
                  </a:moveTo>
                  <a:lnTo>
                    <a:pt x="47" y="47"/>
                  </a:lnTo>
                  <a:lnTo>
                    <a:pt x="0" y="94"/>
                  </a:lnTo>
                  <a:lnTo>
                    <a:pt x="0" y="187"/>
                  </a:lnTo>
                  <a:lnTo>
                    <a:pt x="0" y="281"/>
                  </a:lnTo>
                  <a:lnTo>
                    <a:pt x="47" y="327"/>
                  </a:lnTo>
                  <a:lnTo>
                    <a:pt x="94" y="374"/>
                  </a:lnTo>
                  <a:lnTo>
                    <a:pt x="1027" y="374"/>
                  </a:lnTo>
                  <a:lnTo>
                    <a:pt x="1120" y="327"/>
                  </a:lnTo>
                  <a:lnTo>
                    <a:pt x="1167" y="281"/>
                  </a:lnTo>
                  <a:lnTo>
                    <a:pt x="1167" y="187"/>
                  </a:lnTo>
                  <a:lnTo>
                    <a:pt x="1167" y="94"/>
                  </a:lnTo>
                  <a:lnTo>
                    <a:pt x="1120" y="47"/>
                  </a:lnTo>
                  <a:lnTo>
                    <a:pt x="10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37"/>
            <p:cNvSpPr/>
            <p:nvPr/>
          </p:nvSpPr>
          <p:spPr>
            <a:xfrm>
              <a:off x="1229550" y="1262475"/>
              <a:ext cx="29175" cy="9375"/>
            </a:xfrm>
            <a:custGeom>
              <a:rect b="b" l="l" r="r" t="t"/>
              <a:pathLst>
                <a:path extrusionOk="0" h="375" w="1167">
                  <a:moveTo>
                    <a:pt x="93" y="1"/>
                  </a:moveTo>
                  <a:lnTo>
                    <a:pt x="47" y="47"/>
                  </a:lnTo>
                  <a:lnTo>
                    <a:pt x="0" y="94"/>
                  </a:lnTo>
                  <a:lnTo>
                    <a:pt x="0" y="187"/>
                  </a:lnTo>
                  <a:lnTo>
                    <a:pt x="0" y="281"/>
                  </a:lnTo>
                  <a:lnTo>
                    <a:pt x="47" y="327"/>
                  </a:lnTo>
                  <a:lnTo>
                    <a:pt x="93" y="374"/>
                  </a:lnTo>
                  <a:lnTo>
                    <a:pt x="1027" y="374"/>
                  </a:lnTo>
                  <a:lnTo>
                    <a:pt x="1120" y="327"/>
                  </a:lnTo>
                  <a:lnTo>
                    <a:pt x="1167" y="281"/>
                  </a:lnTo>
                  <a:lnTo>
                    <a:pt x="1167" y="187"/>
                  </a:lnTo>
                  <a:lnTo>
                    <a:pt x="1167" y="94"/>
                  </a:lnTo>
                  <a:lnTo>
                    <a:pt x="1120" y="47"/>
                  </a:lnTo>
                  <a:lnTo>
                    <a:pt x="10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4" name="Google Shape;9104;p37"/>
          <p:cNvGrpSpPr/>
          <p:nvPr/>
        </p:nvGrpSpPr>
        <p:grpSpPr>
          <a:xfrm>
            <a:off x="6570338" y="1845550"/>
            <a:ext cx="336050" cy="331375"/>
            <a:chOff x="3959625" y="1186650"/>
            <a:chExt cx="336050" cy="331375"/>
          </a:xfrm>
        </p:grpSpPr>
        <p:sp>
          <p:nvSpPr>
            <p:cNvPr id="9105" name="Google Shape;9105;p37"/>
            <p:cNvSpPr/>
            <p:nvPr/>
          </p:nvSpPr>
          <p:spPr>
            <a:xfrm>
              <a:off x="4136975" y="1201825"/>
              <a:ext cx="61850" cy="49025"/>
            </a:xfrm>
            <a:custGeom>
              <a:rect b="b" l="l" r="r" t="t"/>
              <a:pathLst>
                <a:path extrusionOk="0" h="1961" w="2474">
                  <a:moveTo>
                    <a:pt x="0" y="0"/>
                  </a:moveTo>
                  <a:lnTo>
                    <a:pt x="0" y="1960"/>
                  </a:lnTo>
                  <a:lnTo>
                    <a:pt x="2427" y="1960"/>
                  </a:lnTo>
                  <a:lnTo>
                    <a:pt x="2427" y="1867"/>
                  </a:lnTo>
                  <a:lnTo>
                    <a:pt x="2474" y="1633"/>
                  </a:lnTo>
                  <a:lnTo>
                    <a:pt x="2474" y="980"/>
                  </a:lnTo>
                  <a:lnTo>
                    <a:pt x="2474" y="327"/>
                  </a:lnTo>
                  <a:lnTo>
                    <a:pt x="2474" y="93"/>
                  </a:lnTo>
                  <a:lnTo>
                    <a:pt x="242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37"/>
            <p:cNvSpPr/>
            <p:nvPr/>
          </p:nvSpPr>
          <p:spPr>
            <a:xfrm>
              <a:off x="4115975" y="1186650"/>
              <a:ext cx="23350" cy="129525"/>
            </a:xfrm>
            <a:custGeom>
              <a:rect b="b" l="l" r="r" t="t"/>
              <a:pathLst>
                <a:path extrusionOk="0" h="5181" w="934">
                  <a:moveTo>
                    <a:pt x="234" y="0"/>
                  </a:moveTo>
                  <a:lnTo>
                    <a:pt x="140" y="47"/>
                  </a:lnTo>
                  <a:lnTo>
                    <a:pt x="94" y="94"/>
                  </a:lnTo>
                  <a:lnTo>
                    <a:pt x="47" y="140"/>
                  </a:lnTo>
                  <a:lnTo>
                    <a:pt x="0" y="234"/>
                  </a:lnTo>
                  <a:lnTo>
                    <a:pt x="0" y="5181"/>
                  </a:lnTo>
                  <a:lnTo>
                    <a:pt x="934" y="5181"/>
                  </a:lnTo>
                  <a:lnTo>
                    <a:pt x="934" y="234"/>
                  </a:lnTo>
                  <a:lnTo>
                    <a:pt x="887" y="140"/>
                  </a:lnTo>
                  <a:lnTo>
                    <a:pt x="840" y="94"/>
                  </a:lnTo>
                  <a:lnTo>
                    <a:pt x="794" y="47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37"/>
            <p:cNvSpPr/>
            <p:nvPr/>
          </p:nvSpPr>
          <p:spPr>
            <a:xfrm>
              <a:off x="3995800" y="1303325"/>
              <a:ext cx="263700" cy="193700"/>
            </a:xfrm>
            <a:custGeom>
              <a:rect b="b" l="l" r="r" t="t"/>
              <a:pathLst>
                <a:path extrusionOk="0" h="7748" w="10548">
                  <a:moveTo>
                    <a:pt x="1774" y="0"/>
                  </a:moveTo>
                  <a:lnTo>
                    <a:pt x="1401" y="47"/>
                  </a:lnTo>
                  <a:lnTo>
                    <a:pt x="1074" y="140"/>
                  </a:lnTo>
                  <a:lnTo>
                    <a:pt x="794" y="327"/>
                  </a:lnTo>
                  <a:lnTo>
                    <a:pt x="514" y="560"/>
                  </a:lnTo>
                  <a:lnTo>
                    <a:pt x="327" y="794"/>
                  </a:lnTo>
                  <a:lnTo>
                    <a:pt x="141" y="1120"/>
                  </a:lnTo>
                  <a:lnTo>
                    <a:pt x="47" y="1447"/>
                  </a:lnTo>
                  <a:lnTo>
                    <a:pt x="1" y="1774"/>
                  </a:lnTo>
                  <a:lnTo>
                    <a:pt x="1" y="7747"/>
                  </a:lnTo>
                  <a:lnTo>
                    <a:pt x="10548" y="7747"/>
                  </a:lnTo>
                  <a:lnTo>
                    <a:pt x="10361" y="5834"/>
                  </a:lnTo>
                  <a:lnTo>
                    <a:pt x="10361" y="5740"/>
                  </a:lnTo>
                  <a:lnTo>
                    <a:pt x="10268" y="5647"/>
                  </a:lnTo>
                  <a:lnTo>
                    <a:pt x="10081" y="5600"/>
                  </a:lnTo>
                  <a:lnTo>
                    <a:pt x="9848" y="5460"/>
                  </a:lnTo>
                  <a:lnTo>
                    <a:pt x="9661" y="5367"/>
                  </a:lnTo>
                  <a:lnTo>
                    <a:pt x="9521" y="5180"/>
                  </a:lnTo>
                  <a:lnTo>
                    <a:pt x="9381" y="4994"/>
                  </a:lnTo>
                  <a:lnTo>
                    <a:pt x="9288" y="4807"/>
                  </a:lnTo>
                  <a:lnTo>
                    <a:pt x="9241" y="4574"/>
                  </a:lnTo>
                  <a:lnTo>
                    <a:pt x="9194" y="4340"/>
                  </a:lnTo>
                  <a:lnTo>
                    <a:pt x="9241" y="3874"/>
                  </a:lnTo>
                  <a:lnTo>
                    <a:pt x="9288" y="3687"/>
                  </a:lnTo>
                  <a:lnTo>
                    <a:pt x="9381" y="3500"/>
                  </a:lnTo>
                  <a:lnTo>
                    <a:pt x="9474" y="3314"/>
                  </a:lnTo>
                  <a:lnTo>
                    <a:pt x="9614" y="3174"/>
                  </a:lnTo>
                  <a:lnTo>
                    <a:pt x="9801" y="3080"/>
                  </a:lnTo>
                  <a:lnTo>
                    <a:pt x="9988" y="3034"/>
                  </a:lnTo>
                  <a:lnTo>
                    <a:pt x="10034" y="2987"/>
                  </a:lnTo>
                  <a:lnTo>
                    <a:pt x="10081" y="2940"/>
                  </a:lnTo>
                  <a:lnTo>
                    <a:pt x="10081" y="2800"/>
                  </a:lnTo>
                  <a:lnTo>
                    <a:pt x="10174" y="654"/>
                  </a:lnTo>
                  <a:lnTo>
                    <a:pt x="10221" y="233"/>
                  </a:lnTo>
                  <a:lnTo>
                    <a:pt x="10174" y="93"/>
                  </a:lnTo>
                  <a:lnTo>
                    <a:pt x="10128" y="47"/>
                  </a:lnTo>
                  <a:lnTo>
                    <a:pt x="100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37"/>
            <p:cNvSpPr/>
            <p:nvPr/>
          </p:nvSpPr>
          <p:spPr>
            <a:xfrm>
              <a:off x="4213975" y="1303325"/>
              <a:ext cx="45525" cy="193700"/>
            </a:xfrm>
            <a:custGeom>
              <a:rect b="b" l="l" r="r" t="t"/>
              <a:pathLst>
                <a:path extrusionOk="0" h="7748" w="1821">
                  <a:moveTo>
                    <a:pt x="654" y="0"/>
                  </a:moveTo>
                  <a:lnTo>
                    <a:pt x="841" y="47"/>
                  </a:lnTo>
                  <a:lnTo>
                    <a:pt x="981" y="187"/>
                  </a:lnTo>
                  <a:lnTo>
                    <a:pt x="1074" y="327"/>
                  </a:lnTo>
                  <a:lnTo>
                    <a:pt x="1121" y="514"/>
                  </a:lnTo>
                  <a:lnTo>
                    <a:pt x="1121" y="2894"/>
                  </a:lnTo>
                  <a:lnTo>
                    <a:pt x="1121" y="2940"/>
                  </a:lnTo>
                  <a:lnTo>
                    <a:pt x="1027" y="2987"/>
                  </a:lnTo>
                  <a:lnTo>
                    <a:pt x="841" y="3034"/>
                  </a:lnTo>
                  <a:lnTo>
                    <a:pt x="654" y="3127"/>
                  </a:lnTo>
                  <a:lnTo>
                    <a:pt x="467" y="3267"/>
                  </a:lnTo>
                  <a:lnTo>
                    <a:pt x="327" y="3407"/>
                  </a:lnTo>
                  <a:lnTo>
                    <a:pt x="187" y="3594"/>
                  </a:lnTo>
                  <a:lnTo>
                    <a:pt x="94" y="3780"/>
                  </a:lnTo>
                  <a:lnTo>
                    <a:pt x="47" y="4014"/>
                  </a:lnTo>
                  <a:lnTo>
                    <a:pt x="1" y="4247"/>
                  </a:lnTo>
                  <a:lnTo>
                    <a:pt x="47" y="4480"/>
                  </a:lnTo>
                  <a:lnTo>
                    <a:pt x="94" y="4667"/>
                  </a:lnTo>
                  <a:lnTo>
                    <a:pt x="187" y="4900"/>
                  </a:lnTo>
                  <a:lnTo>
                    <a:pt x="327" y="5040"/>
                  </a:lnTo>
                  <a:lnTo>
                    <a:pt x="467" y="5227"/>
                  </a:lnTo>
                  <a:lnTo>
                    <a:pt x="654" y="5367"/>
                  </a:lnTo>
                  <a:lnTo>
                    <a:pt x="841" y="5460"/>
                  </a:lnTo>
                  <a:lnTo>
                    <a:pt x="1027" y="5507"/>
                  </a:lnTo>
                  <a:lnTo>
                    <a:pt x="1121" y="5554"/>
                  </a:lnTo>
                  <a:lnTo>
                    <a:pt x="1121" y="5600"/>
                  </a:lnTo>
                  <a:lnTo>
                    <a:pt x="1121" y="7747"/>
                  </a:lnTo>
                  <a:lnTo>
                    <a:pt x="1821" y="7747"/>
                  </a:lnTo>
                  <a:lnTo>
                    <a:pt x="1821" y="5600"/>
                  </a:lnTo>
                  <a:lnTo>
                    <a:pt x="1774" y="5554"/>
                  </a:lnTo>
                  <a:lnTo>
                    <a:pt x="1727" y="5507"/>
                  </a:lnTo>
                  <a:lnTo>
                    <a:pt x="1494" y="5460"/>
                  </a:lnTo>
                  <a:lnTo>
                    <a:pt x="1307" y="5367"/>
                  </a:lnTo>
                  <a:lnTo>
                    <a:pt x="1121" y="5227"/>
                  </a:lnTo>
                  <a:lnTo>
                    <a:pt x="981" y="5040"/>
                  </a:lnTo>
                  <a:lnTo>
                    <a:pt x="841" y="4900"/>
                  </a:lnTo>
                  <a:lnTo>
                    <a:pt x="747" y="4667"/>
                  </a:lnTo>
                  <a:lnTo>
                    <a:pt x="701" y="4480"/>
                  </a:lnTo>
                  <a:lnTo>
                    <a:pt x="701" y="4247"/>
                  </a:lnTo>
                  <a:lnTo>
                    <a:pt x="701" y="4014"/>
                  </a:lnTo>
                  <a:lnTo>
                    <a:pt x="747" y="3780"/>
                  </a:lnTo>
                  <a:lnTo>
                    <a:pt x="841" y="3594"/>
                  </a:lnTo>
                  <a:lnTo>
                    <a:pt x="981" y="3407"/>
                  </a:lnTo>
                  <a:lnTo>
                    <a:pt x="1121" y="3267"/>
                  </a:lnTo>
                  <a:lnTo>
                    <a:pt x="1307" y="3127"/>
                  </a:lnTo>
                  <a:lnTo>
                    <a:pt x="1494" y="3034"/>
                  </a:lnTo>
                  <a:lnTo>
                    <a:pt x="1727" y="2987"/>
                  </a:lnTo>
                  <a:lnTo>
                    <a:pt x="1774" y="2940"/>
                  </a:lnTo>
                  <a:lnTo>
                    <a:pt x="1821" y="2894"/>
                  </a:lnTo>
                  <a:lnTo>
                    <a:pt x="1821" y="514"/>
                  </a:lnTo>
                  <a:lnTo>
                    <a:pt x="1774" y="327"/>
                  </a:lnTo>
                  <a:lnTo>
                    <a:pt x="1681" y="187"/>
                  </a:lnTo>
                  <a:lnTo>
                    <a:pt x="1494" y="47"/>
                  </a:lnTo>
                  <a:lnTo>
                    <a:pt x="13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37"/>
            <p:cNvSpPr/>
            <p:nvPr/>
          </p:nvSpPr>
          <p:spPr>
            <a:xfrm>
              <a:off x="4115975" y="1446825"/>
              <a:ext cx="51350" cy="51350"/>
            </a:xfrm>
            <a:custGeom>
              <a:rect b="b" l="l" r="r" t="t"/>
              <a:pathLst>
                <a:path extrusionOk="0" h="2054" w="2054">
                  <a:moveTo>
                    <a:pt x="1027" y="0"/>
                  </a:moveTo>
                  <a:lnTo>
                    <a:pt x="840" y="47"/>
                  </a:lnTo>
                  <a:lnTo>
                    <a:pt x="607" y="94"/>
                  </a:lnTo>
                  <a:lnTo>
                    <a:pt x="467" y="187"/>
                  </a:lnTo>
                  <a:lnTo>
                    <a:pt x="280" y="327"/>
                  </a:lnTo>
                  <a:lnTo>
                    <a:pt x="187" y="467"/>
                  </a:lnTo>
                  <a:lnTo>
                    <a:pt x="94" y="654"/>
                  </a:lnTo>
                  <a:lnTo>
                    <a:pt x="47" y="840"/>
                  </a:lnTo>
                  <a:lnTo>
                    <a:pt x="0" y="1027"/>
                  </a:lnTo>
                  <a:lnTo>
                    <a:pt x="47" y="1260"/>
                  </a:lnTo>
                  <a:lnTo>
                    <a:pt x="94" y="1447"/>
                  </a:lnTo>
                  <a:lnTo>
                    <a:pt x="187" y="1634"/>
                  </a:lnTo>
                  <a:lnTo>
                    <a:pt x="280" y="1774"/>
                  </a:lnTo>
                  <a:lnTo>
                    <a:pt x="467" y="1867"/>
                  </a:lnTo>
                  <a:lnTo>
                    <a:pt x="607" y="1960"/>
                  </a:lnTo>
                  <a:lnTo>
                    <a:pt x="840" y="2054"/>
                  </a:lnTo>
                  <a:lnTo>
                    <a:pt x="1214" y="2054"/>
                  </a:lnTo>
                  <a:lnTo>
                    <a:pt x="1447" y="1960"/>
                  </a:lnTo>
                  <a:lnTo>
                    <a:pt x="1587" y="1867"/>
                  </a:lnTo>
                  <a:lnTo>
                    <a:pt x="1727" y="1774"/>
                  </a:lnTo>
                  <a:lnTo>
                    <a:pt x="1867" y="1634"/>
                  </a:lnTo>
                  <a:lnTo>
                    <a:pt x="1961" y="1447"/>
                  </a:lnTo>
                  <a:lnTo>
                    <a:pt x="2007" y="1260"/>
                  </a:lnTo>
                  <a:lnTo>
                    <a:pt x="2054" y="1027"/>
                  </a:lnTo>
                  <a:lnTo>
                    <a:pt x="2007" y="840"/>
                  </a:lnTo>
                  <a:lnTo>
                    <a:pt x="1961" y="654"/>
                  </a:lnTo>
                  <a:lnTo>
                    <a:pt x="1867" y="467"/>
                  </a:lnTo>
                  <a:lnTo>
                    <a:pt x="1727" y="327"/>
                  </a:lnTo>
                  <a:lnTo>
                    <a:pt x="1587" y="187"/>
                  </a:lnTo>
                  <a:lnTo>
                    <a:pt x="1447" y="94"/>
                  </a:lnTo>
                  <a:lnTo>
                    <a:pt x="1214" y="47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37"/>
            <p:cNvSpPr/>
            <p:nvPr/>
          </p:nvSpPr>
          <p:spPr>
            <a:xfrm>
              <a:off x="3959625" y="1485325"/>
              <a:ext cx="332550" cy="32700"/>
            </a:xfrm>
            <a:custGeom>
              <a:rect b="b" l="l" r="r" t="t"/>
              <a:pathLst>
                <a:path extrusionOk="0" h="1308" w="13302">
                  <a:moveTo>
                    <a:pt x="141" y="0"/>
                  </a:moveTo>
                  <a:lnTo>
                    <a:pt x="48" y="47"/>
                  </a:lnTo>
                  <a:lnTo>
                    <a:pt x="1" y="140"/>
                  </a:lnTo>
                  <a:lnTo>
                    <a:pt x="1" y="234"/>
                  </a:lnTo>
                  <a:lnTo>
                    <a:pt x="1" y="1074"/>
                  </a:lnTo>
                  <a:lnTo>
                    <a:pt x="1" y="1167"/>
                  </a:lnTo>
                  <a:lnTo>
                    <a:pt x="48" y="1260"/>
                  </a:lnTo>
                  <a:lnTo>
                    <a:pt x="141" y="1307"/>
                  </a:lnTo>
                  <a:lnTo>
                    <a:pt x="13301" y="1307"/>
                  </a:lnTo>
                  <a:lnTo>
                    <a:pt x="13301" y="1260"/>
                  </a:lnTo>
                  <a:lnTo>
                    <a:pt x="13301" y="1074"/>
                  </a:lnTo>
                  <a:lnTo>
                    <a:pt x="13255" y="327"/>
                  </a:lnTo>
                  <a:lnTo>
                    <a:pt x="13255" y="94"/>
                  </a:lnTo>
                  <a:lnTo>
                    <a:pt x="13255" y="47"/>
                  </a:lnTo>
                  <a:lnTo>
                    <a:pt x="132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37"/>
            <p:cNvSpPr/>
            <p:nvPr/>
          </p:nvSpPr>
          <p:spPr>
            <a:xfrm>
              <a:off x="4034300" y="1347650"/>
              <a:ext cx="70025" cy="70025"/>
            </a:xfrm>
            <a:custGeom>
              <a:rect b="b" l="l" r="r" t="t"/>
              <a:pathLst>
                <a:path extrusionOk="0" h="2801" w="2801">
                  <a:moveTo>
                    <a:pt x="1121" y="1"/>
                  </a:moveTo>
                  <a:lnTo>
                    <a:pt x="841" y="94"/>
                  </a:lnTo>
                  <a:lnTo>
                    <a:pt x="607" y="234"/>
                  </a:lnTo>
                  <a:lnTo>
                    <a:pt x="421" y="421"/>
                  </a:lnTo>
                  <a:lnTo>
                    <a:pt x="234" y="607"/>
                  </a:lnTo>
                  <a:lnTo>
                    <a:pt x="94" y="841"/>
                  </a:lnTo>
                  <a:lnTo>
                    <a:pt x="1" y="1121"/>
                  </a:lnTo>
                  <a:lnTo>
                    <a:pt x="1" y="1401"/>
                  </a:lnTo>
                  <a:lnTo>
                    <a:pt x="1" y="1681"/>
                  </a:lnTo>
                  <a:lnTo>
                    <a:pt x="94" y="1914"/>
                  </a:lnTo>
                  <a:lnTo>
                    <a:pt x="234" y="2194"/>
                  </a:lnTo>
                  <a:lnTo>
                    <a:pt x="421" y="2381"/>
                  </a:lnTo>
                  <a:lnTo>
                    <a:pt x="607" y="2567"/>
                  </a:lnTo>
                  <a:lnTo>
                    <a:pt x="841" y="2661"/>
                  </a:lnTo>
                  <a:lnTo>
                    <a:pt x="1121" y="2754"/>
                  </a:lnTo>
                  <a:lnTo>
                    <a:pt x="1401" y="2801"/>
                  </a:lnTo>
                  <a:lnTo>
                    <a:pt x="1681" y="2754"/>
                  </a:lnTo>
                  <a:lnTo>
                    <a:pt x="1914" y="2661"/>
                  </a:lnTo>
                  <a:lnTo>
                    <a:pt x="2147" y="2567"/>
                  </a:lnTo>
                  <a:lnTo>
                    <a:pt x="2381" y="2381"/>
                  </a:lnTo>
                  <a:lnTo>
                    <a:pt x="2567" y="2194"/>
                  </a:lnTo>
                  <a:lnTo>
                    <a:pt x="2661" y="1914"/>
                  </a:lnTo>
                  <a:lnTo>
                    <a:pt x="2754" y="1681"/>
                  </a:lnTo>
                  <a:lnTo>
                    <a:pt x="2801" y="1401"/>
                  </a:lnTo>
                  <a:lnTo>
                    <a:pt x="2754" y="1121"/>
                  </a:lnTo>
                  <a:lnTo>
                    <a:pt x="2661" y="841"/>
                  </a:lnTo>
                  <a:lnTo>
                    <a:pt x="2567" y="607"/>
                  </a:lnTo>
                  <a:lnTo>
                    <a:pt x="2381" y="421"/>
                  </a:lnTo>
                  <a:lnTo>
                    <a:pt x="2147" y="234"/>
                  </a:lnTo>
                  <a:lnTo>
                    <a:pt x="1914" y="94"/>
                  </a:lnTo>
                  <a:lnTo>
                    <a:pt x="16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37"/>
            <p:cNvSpPr/>
            <p:nvPr/>
          </p:nvSpPr>
          <p:spPr>
            <a:xfrm>
              <a:off x="4152150" y="1334825"/>
              <a:ext cx="60675" cy="60675"/>
            </a:xfrm>
            <a:custGeom>
              <a:rect b="b" l="l" r="r" t="t"/>
              <a:pathLst>
                <a:path extrusionOk="0" h="2427" w="2427">
                  <a:moveTo>
                    <a:pt x="1214" y="0"/>
                  </a:moveTo>
                  <a:lnTo>
                    <a:pt x="980" y="47"/>
                  </a:lnTo>
                  <a:lnTo>
                    <a:pt x="747" y="94"/>
                  </a:lnTo>
                  <a:lnTo>
                    <a:pt x="560" y="234"/>
                  </a:lnTo>
                  <a:lnTo>
                    <a:pt x="374" y="374"/>
                  </a:lnTo>
                  <a:lnTo>
                    <a:pt x="234" y="560"/>
                  </a:lnTo>
                  <a:lnTo>
                    <a:pt x="94" y="747"/>
                  </a:lnTo>
                  <a:lnTo>
                    <a:pt x="47" y="980"/>
                  </a:lnTo>
                  <a:lnTo>
                    <a:pt x="0" y="1214"/>
                  </a:lnTo>
                  <a:lnTo>
                    <a:pt x="47" y="1447"/>
                  </a:lnTo>
                  <a:lnTo>
                    <a:pt x="94" y="1680"/>
                  </a:lnTo>
                  <a:lnTo>
                    <a:pt x="234" y="1867"/>
                  </a:lnTo>
                  <a:lnTo>
                    <a:pt x="374" y="2054"/>
                  </a:lnTo>
                  <a:lnTo>
                    <a:pt x="560" y="2194"/>
                  </a:lnTo>
                  <a:lnTo>
                    <a:pt x="747" y="2334"/>
                  </a:lnTo>
                  <a:lnTo>
                    <a:pt x="980" y="2380"/>
                  </a:lnTo>
                  <a:lnTo>
                    <a:pt x="1214" y="2427"/>
                  </a:lnTo>
                  <a:lnTo>
                    <a:pt x="1447" y="2380"/>
                  </a:lnTo>
                  <a:lnTo>
                    <a:pt x="1680" y="2334"/>
                  </a:lnTo>
                  <a:lnTo>
                    <a:pt x="1867" y="2194"/>
                  </a:lnTo>
                  <a:lnTo>
                    <a:pt x="2054" y="2054"/>
                  </a:lnTo>
                  <a:lnTo>
                    <a:pt x="2194" y="1867"/>
                  </a:lnTo>
                  <a:lnTo>
                    <a:pt x="2334" y="1680"/>
                  </a:lnTo>
                  <a:lnTo>
                    <a:pt x="2380" y="1447"/>
                  </a:lnTo>
                  <a:lnTo>
                    <a:pt x="2427" y="1214"/>
                  </a:lnTo>
                  <a:lnTo>
                    <a:pt x="2380" y="980"/>
                  </a:lnTo>
                  <a:lnTo>
                    <a:pt x="2334" y="747"/>
                  </a:lnTo>
                  <a:lnTo>
                    <a:pt x="2194" y="560"/>
                  </a:lnTo>
                  <a:lnTo>
                    <a:pt x="2054" y="374"/>
                  </a:lnTo>
                  <a:lnTo>
                    <a:pt x="1867" y="234"/>
                  </a:lnTo>
                  <a:lnTo>
                    <a:pt x="1680" y="94"/>
                  </a:lnTo>
                  <a:lnTo>
                    <a:pt x="1447" y="47"/>
                  </a:lnTo>
                  <a:lnTo>
                    <a:pt x="121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37"/>
            <p:cNvSpPr/>
            <p:nvPr/>
          </p:nvSpPr>
          <p:spPr>
            <a:xfrm>
              <a:off x="4183650" y="1201825"/>
              <a:ext cx="29175" cy="49025"/>
            </a:xfrm>
            <a:custGeom>
              <a:rect b="b" l="l" r="r" t="t"/>
              <a:pathLst>
                <a:path extrusionOk="0" h="1961" w="1167">
                  <a:moveTo>
                    <a:pt x="374" y="0"/>
                  </a:moveTo>
                  <a:lnTo>
                    <a:pt x="467" y="47"/>
                  </a:lnTo>
                  <a:lnTo>
                    <a:pt x="467" y="93"/>
                  </a:lnTo>
                  <a:lnTo>
                    <a:pt x="514" y="140"/>
                  </a:lnTo>
                  <a:lnTo>
                    <a:pt x="467" y="187"/>
                  </a:lnTo>
                  <a:lnTo>
                    <a:pt x="0" y="933"/>
                  </a:lnTo>
                  <a:lnTo>
                    <a:pt x="0" y="980"/>
                  </a:lnTo>
                  <a:lnTo>
                    <a:pt x="0" y="1027"/>
                  </a:lnTo>
                  <a:lnTo>
                    <a:pt x="467" y="1773"/>
                  </a:lnTo>
                  <a:lnTo>
                    <a:pt x="514" y="1820"/>
                  </a:lnTo>
                  <a:lnTo>
                    <a:pt x="467" y="1867"/>
                  </a:lnTo>
                  <a:lnTo>
                    <a:pt x="467" y="1913"/>
                  </a:lnTo>
                  <a:lnTo>
                    <a:pt x="374" y="1960"/>
                  </a:lnTo>
                  <a:lnTo>
                    <a:pt x="1074" y="1960"/>
                  </a:lnTo>
                  <a:lnTo>
                    <a:pt x="1120" y="1913"/>
                  </a:lnTo>
                  <a:lnTo>
                    <a:pt x="1167" y="1867"/>
                  </a:lnTo>
                  <a:lnTo>
                    <a:pt x="1167" y="1820"/>
                  </a:lnTo>
                  <a:lnTo>
                    <a:pt x="1167" y="1773"/>
                  </a:lnTo>
                  <a:lnTo>
                    <a:pt x="700" y="1027"/>
                  </a:lnTo>
                  <a:lnTo>
                    <a:pt x="654" y="980"/>
                  </a:lnTo>
                  <a:lnTo>
                    <a:pt x="700" y="933"/>
                  </a:lnTo>
                  <a:lnTo>
                    <a:pt x="1167" y="187"/>
                  </a:lnTo>
                  <a:lnTo>
                    <a:pt x="1167" y="140"/>
                  </a:lnTo>
                  <a:lnTo>
                    <a:pt x="1167" y="93"/>
                  </a:lnTo>
                  <a:lnTo>
                    <a:pt x="1120" y="47"/>
                  </a:lnTo>
                  <a:lnTo>
                    <a:pt x="107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37"/>
            <p:cNvSpPr/>
            <p:nvPr/>
          </p:nvSpPr>
          <p:spPr>
            <a:xfrm>
              <a:off x="4275825" y="1485325"/>
              <a:ext cx="19850" cy="32700"/>
            </a:xfrm>
            <a:custGeom>
              <a:rect b="b" l="l" r="r" t="t"/>
              <a:pathLst>
                <a:path extrusionOk="0" h="1308" w="794">
                  <a:moveTo>
                    <a:pt x="0" y="0"/>
                  </a:moveTo>
                  <a:lnTo>
                    <a:pt x="47" y="47"/>
                  </a:lnTo>
                  <a:lnTo>
                    <a:pt x="93" y="140"/>
                  </a:lnTo>
                  <a:lnTo>
                    <a:pt x="93" y="234"/>
                  </a:lnTo>
                  <a:lnTo>
                    <a:pt x="93" y="1074"/>
                  </a:lnTo>
                  <a:lnTo>
                    <a:pt x="93" y="1167"/>
                  </a:lnTo>
                  <a:lnTo>
                    <a:pt x="47" y="1260"/>
                  </a:lnTo>
                  <a:lnTo>
                    <a:pt x="0" y="1307"/>
                  </a:lnTo>
                  <a:lnTo>
                    <a:pt x="653" y="1307"/>
                  </a:lnTo>
                  <a:lnTo>
                    <a:pt x="747" y="1260"/>
                  </a:lnTo>
                  <a:lnTo>
                    <a:pt x="793" y="1167"/>
                  </a:lnTo>
                  <a:lnTo>
                    <a:pt x="793" y="1074"/>
                  </a:lnTo>
                  <a:lnTo>
                    <a:pt x="793" y="234"/>
                  </a:lnTo>
                  <a:lnTo>
                    <a:pt x="793" y="140"/>
                  </a:lnTo>
                  <a:lnTo>
                    <a:pt x="747" y="47"/>
                  </a:lnTo>
                  <a:lnTo>
                    <a:pt x="6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5" name="Google Shape;9115;p37"/>
          <p:cNvSpPr txBox="1"/>
          <p:nvPr>
            <p:ph type="title"/>
          </p:nvPr>
        </p:nvSpPr>
        <p:spPr>
          <a:xfrm>
            <a:off x="3711414" y="2608700"/>
            <a:ext cx="20193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Indecisive</a:t>
            </a:r>
            <a:endParaRPr sz="1800"/>
          </a:p>
        </p:txBody>
      </p:sp>
      <p:sp>
        <p:nvSpPr>
          <p:cNvPr id="9116" name="Google Shape;9116;p37"/>
          <p:cNvSpPr txBox="1"/>
          <p:nvPr>
            <p:ph idx="3" type="subTitle"/>
          </p:nvPr>
        </p:nvSpPr>
        <p:spPr>
          <a:xfrm>
            <a:off x="3711087" y="2825325"/>
            <a:ext cx="20199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/>
              <a:t>Regularly feel stuck or take a long time </a:t>
            </a:r>
            <a:r>
              <a:rPr b="1" lang="en" sz="1300"/>
              <a:t>deciding what to eat</a:t>
            </a:r>
            <a:endParaRPr b="1" sz="1300"/>
          </a:p>
        </p:txBody>
      </p:sp>
      <p:sp>
        <p:nvSpPr>
          <p:cNvPr id="9117" name="Google Shape;9117;p37"/>
          <p:cNvSpPr/>
          <p:nvPr/>
        </p:nvSpPr>
        <p:spPr>
          <a:xfrm rot="-5400000">
            <a:off x="4341707" y="1631721"/>
            <a:ext cx="758986" cy="759008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8" name="Google Shape;9118;p37"/>
          <p:cNvSpPr txBox="1"/>
          <p:nvPr>
            <p:ph type="title"/>
          </p:nvPr>
        </p:nvSpPr>
        <p:spPr>
          <a:xfrm>
            <a:off x="5731336" y="2608700"/>
            <a:ext cx="20193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Cucumber Comfort</a:t>
            </a:r>
            <a:endParaRPr sz="1200"/>
          </a:p>
        </p:txBody>
      </p:sp>
      <p:sp>
        <p:nvSpPr>
          <p:cNvPr id="9119" name="Google Shape;9119;p37"/>
          <p:cNvSpPr txBox="1"/>
          <p:nvPr>
            <p:ph idx="3" type="subTitle"/>
          </p:nvPr>
        </p:nvSpPr>
        <p:spPr>
          <a:xfrm>
            <a:off x="5731009" y="2825325"/>
            <a:ext cx="20199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Are </a:t>
            </a:r>
            <a:r>
              <a:rPr b="1" lang="en"/>
              <a:t>comfortable</a:t>
            </a:r>
            <a:r>
              <a:rPr lang="en"/>
              <a:t> using a mobile app to make quick decision</a:t>
            </a:r>
            <a:endParaRPr b="1"/>
          </a:p>
        </p:txBody>
      </p:sp>
      <p:grpSp>
        <p:nvGrpSpPr>
          <p:cNvPr id="9120" name="Google Shape;9120;p37"/>
          <p:cNvGrpSpPr/>
          <p:nvPr/>
        </p:nvGrpSpPr>
        <p:grpSpPr>
          <a:xfrm>
            <a:off x="4553188" y="1897475"/>
            <a:ext cx="336025" cy="227525"/>
            <a:chOff x="930875" y="3325225"/>
            <a:chExt cx="336025" cy="227525"/>
          </a:xfrm>
        </p:grpSpPr>
        <p:sp>
          <p:nvSpPr>
            <p:cNvPr id="9121" name="Google Shape;9121;p37"/>
            <p:cNvSpPr/>
            <p:nvPr/>
          </p:nvSpPr>
          <p:spPr>
            <a:xfrm>
              <a:off x="947200" y="3527050"/>
              <a:ext cx="303375" cy="25700"/>
            </a:xfrm>
            <a:custGeom>
              <a:rect b="b" l="l" r="r" t="t"/>
              <a:pathLst>
                <a:path extrusionOk="0" h="1028" w="12135">
                  <a:moveTo>
                    <a:pt x="0" y="1"/>
                  </a:moveTo>
                  <a:lnTo>
                    <a:pt x="0" y="701"/>
                  </a:lnTo>
                  <a:lnTo>
                    <a:pt x="0" y="841"/>
                  </a:lnTo>
                  <a:lnTo>
                    <a:pt x="94" y="934"/>
                  </a:lnTo>
                  <a:lnTo>
                    <a:pt x="187" y="1027"/>
                  </a:lnTo>
                  <a:lnTo>
                    <a:pt x="11854" y="1027"/>
                  </a:lnTo>
                  <a:lnTo>
                    <a:pt x="11901" y="981"/>
                  </a:lnTo>
                  <a:lnTo>
                    <a:pt x="11854" y="841"/>
                  </a:lnTo>
                  <a:lnTo>
                    <a:pt x="11807" y="701"/>
                  </a:lnTo>
                  <a:lnTo>
                    <a:pt x="11761" y="561"/>
                  </a:lnTo>
                  <a:lnTo>
                    <a:pt x="1213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37"/>
            <p:cNvSpPr/>
            <p:nvPr/>
          </p:nvSpPr>
          <p:spPr>
            <a:xfrm>
              <a:off x="1228375" y="3527050"/>
              <a:ext cx="22200" cy="25700"/>
            </a:xfrm>
            <a:custGeom>
              <a:rect b="b" l="l" r="r" t="t"/>
              <a:pathLst>
                <a:path extrusionOk="0" h="1028" w="888">
                  <a:moveTo>
                    <a:pt x="234" y="1"/>
                  </a:moveTo>
                  <a:lnTo>
                    <a:pt x="234" y="701"/>
                  </a:lnTo>
                  <a:lnTo>
                    <a:pt x="187" y="841"/>
                  </a:lnTo>
                  <a:lnTo>
                    <a:pt x="140" y="934"/>
                  </a:lnTo>
                  <a:lnTo>
                    <a:pt x="0" y="1027"/>
                  </a:lnTo>
                  <a:lnTo>
                    <a:pt x="700" y="1027"/>
                  </a:lnTo>
                  <a:lnTo>
                    <a:pt x="794" y="934"/>
                  </a:lnTo>
                  <a:lnTo>
                    <a:pt x="887" y="841"/>
                  </a:lnTo>
                  <a:lnTo>
                    <a:pt x="887" y="701"/>
                  </a:lnTo>
                  <a:lnTo>
                    <a:pt x="88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37"/>
            <p:cNvSpPr/>
            <p:nvPr/>
          </p:nvSpPr>
          <p:spPr>
            <a:xfrm>
              <a:off x="930875" y="3325225"/>
              <a:ext cx="252025" cy="204200"/>
            </a:xfrm>
            <a:custGeom>
              <a:rect b="b" l="l" r="r" t="t"/>
              <a:pathLst>
                <a:path extrusionOk="0" h="8168" w="10081">
                  <a:moveTo>
                    <a:pt x="327" y="0"/>
                  </a:moveTo>
                  <a:lnTo>
                    <a:pt x="187" y="47"/>
                  </a:lnTo>
                  <a:lnTo>
                    <a:pt x="93" y="93"/>
                  </a:lnTo>
                  <a:lnTo>
                    <a:pt x="47" y="233"/>
                  </a:lnTo>
                  <a:lnTo>
                    <a:pt x="0" y="327"/>
                  </a:lnTo>
                  <a:lnTo>
                    <a:pt x="0" y="7840"/>
                  </a:lnTo>
                  <a:lnTo>
                    <a:pt x="47" y="7980"/>
                  </a:lnTo>
                  <a:lnTo>
                    <a:pt x="93" y="8074"/>
                  </a:lnTo>
                  <a:lnTo>
                    <a:pt x="187" y="8167"/>
                  </a:lnTo>
                  <a:lnTo>
                    <a:pt x="10080" y="8167"/>
                  </a:lnTo>
                  <a:lnTo>
                    <a:pt x="100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37"/>
            <p:cNvSpPr/>
            <p:nvPr/>
          </p:nvSpPr>
          <p:spPr>
            <a:xfrm>
              <a:off x="1175875" y="3325225"/>
              <a:ext cx="28025" cy="204200"/>
            </a:xfrm>
            <a:custGeom>
              <a:rect b="b" l="l" r="r" t="t"/>
              <a:pathLst>
                <a:path extrusionOk="0" h="8168" w="1121">
                  <a:moveTo>
                    <a:pt x="0" y="0"/>
                  </a:moveTo>
                  <a:lnTo>
                    <a:pt x="0" y="8167"/>
                  </a:lnTo>
                  <a:lnTo>
                    <a:pt x="700" y="8167"/>
                  </a:lnTo>
                  <a:lnTo>
                    <a:pt x="1120" y="4014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37"/>
            <p:cNvSpPr/>
            <p:nvPr/>
          </p:nvSpPr>
          <p:spPr>
            <a:xfrm>
              <a:off x="1191050" y="3325225"/>
              <a:ext cx="70025" cy="204200"/>
            </a:xfrm>
            <a:custGeom>
              <a:rect b="b" l="l" r="r" t="t"/>
              <a:pathLst>
                <a:path extrusionOk="0" h="8168" w="2801">
                  <a:moveTo>
                    <a:pt x="0" y="0"/>
                  </a:moveTo>
                  <a:lnTo>
                    <a:pt x="0" y="8167"/>
                  </a:lnTo>
                  <a:lnTo>
                    <a:pt x="2753" y="8167"/>
                  </a:lnTo>
                  <a:lnTo>
                    <a:pt x="2800" y="8120"/>
                  </a:lnTo>
                  <a:lnTo>
                    <a:pt x="2800" y="8027"/>
                  </a:lnTo>
                  <a:lnTo>
                    <a:pt x="2753" y="7700"/>
                  </a:lnTo>
                  <a:lnTo>
                    <a:pt x="2800" y="607"/>
                  </a:lnTo>
                  <a:lnTo>
                    <a:pt x="2800" y="233"/>
                  </a:lnTo>
                  <a:lnTo>
                    <a:pt x="2800" y="93"/>
                  </a:lnTo>
                  <a:lnTo>
                    <a:pt x="2753" y="47"/>
                  </a:lnTo>
                  <a:lnTo>
                    <a:pt x="27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37"/>
            <p:cNvSpPr/>
            <p:nvPr/>
          </p:nvSpPr>
          <p:spPr>
            <a:xfrm>
              <a:off x="954200" y="3349725"/>
              <a:ext cx="201850" cy="156350"/>
            </a:xfrm>
            <a:custGeom>
              <a:rect b="b" l="l" r="r" t="t"/>
              <a:pathLst>
                <a:path extrusionOk="0" h="6254" w="8074">
                  <a:moveTo>
                    <a:pt x="47" y="0"/>
                  </a:moveTo>
                  <a:lnTo>
                    <a:pt x="0" y="93"/>
                  </a:lnTo>
                  <a:lnTo>
                    <a:pt x="0" y="6160"/>
                  </a:lnTo>
                  <a:lnTo>
                    <a:pt x="47" y="6207"/>
                  </a:lnTo>
                  <a:lnTo>
                    <a:pt x="140" y="6254"/>
                  </a:lnTo>
                  <a:lnTo>
                    <a:pt x="7887" y="6254"/>
                  </a:lnTo>
                  <a:lnTo>
                    <a:pt x="7981" y="6207"/>
                  </a:lnTo>
                  <a:lnTo>
                    <a:pt x="8074" y="3220"/>
                  </a:lnTo>
                  <a:lnTo>
                    <a:pt x="8027" y="47"/>
                  </a:lnTo>
                  <a:lnTo>
                    <a:pt x="79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37"/>
            <p:cNvSpPr/>
            <p:nvPr/>
          </p:nvSpPr>
          <p:spPr>
            <a:xfrm>
              <a:off x="1209700" y="3454725"/>
              <a:ext cx="38525" cy="51350"/>
            </a:xfrm>
            <a:custGeom>
              <a:rect b="b" l="l" r="r" t="t"/>
              <a:pathLst>
                <a:path extrusionOk="0" h="2054" w="1541">
                  <a:moveTo>
                    <a:pt x="47" y="0"/>
                  </a:moveTo>
                  <a:lnTo>
                    <a:pt x="1" y="47"/>
                  </a:lnTo>
                  <a:lnTo>
                    <a:pt x="1" y="2007"/>
                  </a:lnTo>
                  <a:lnTo>
                    <a:pt x="47" y="2054"/>
                  </a:lnTo>
                  <a:lnTo>
                    <a:pt x="1541" y="2054"/>
                  </a:lnTo>
                  <a:lnTo>
                    <a:pt x="1541" y="2007"/>
                  </a:lnTo>
                  <a:lnTo>
                    <a:pt x="1541" y="47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37"/>
            <p:cNvSpPr/>
            <p:nvPr/>
          </p:nvSpPr>
          <p:spPr>
            <a:xfrm>
              <a:off x="1209700" y="3349725"/>
              <a:ext cx="38525" cy="38525"/>
            </a:xfrm>
            <a:custGeom>
              <a:rect b="b" l="l" r="r" t="t"/>
              <a:pathLst>
                <a:path extrusionOk="0" h="1541" w="1541">
                  <a:moveTo>
                    <a:pt x="607" y="0"/>
                  </a:moveTo>
                  <a:lnTo>
                    <a:pt x="374" y="93"/>
                  </a:lnTo>
                  <a:lnTo>
                    <a:pt x="374" y="140"/>
                  </a:lnTo>
                  <a:lnTo>
                    <a:pt x="374" y="233"/>
                  </a:lnTo>
                  <a:lnTo>
                    <a:pt x="374" y="280"/>
                  </a:lnTo>
                  <a:lnTo>
                    <a:pt x="374" y="373"/>
                  </a:lnTo>
                  <a:lnTo>
                    <a:pt x="234" y="373"/>
                  </a:lnTo>
                  <a:lnTo>
                    <a:pt x="141" y="327"/>
                  </a:lnTo>
                  <a:lnTo>
                    <a:pt x="94" y="373"/>
                  </a:lnTo>
                  <a:lnTo>
                    <a:pt x="1" y="607"/>
                  </a:lnTo>
                  <a:lnTo>
                    <a:pt x="1" y="840"/>
                  </a:lnTo>
                  <a:lnTo>
                    <a:pt x="94" y="1073"/>
                  </a:lnTo>
                  <a:lnTo>
                    <a:pt x="234" y="1307"/>
                  </a:lnTo>
                  <a:lnTo>
                    <a:pt x="374" y="1400"/>
                  </a:lnTo>
                  <a:lnTo>
                    <a:pt x="467" y="1447"/>
                  </a:lnTo>
                  <a:lnTo>
                    <a:pt x="654" y="1493"/>
                  </a:lnTo>
                  <a:lnTo>
                    <a:pt x="794" y="1540"/>
                  </a:lnTo>
                  <a:lnTo>
                    <a:pt x="934" y="1493"/>
                  </a:lnTo>
                  <a:lnTo>
                    <a:pt x="1074" y="1447"/>
                  </a:lnTo>
                  <a:lnTo>
                    <a:pt x="1214" y="1400"/>
                  </a:lnTo>
                  <a:lnTo>
                    <a:pt x="1307" y="1307"/>
                  </a:lnTo>
                  <a:lnTo>
                    <a:pt x="1401" y="1167"/>
                  </a:lnTo>
                  <a:lnTo>
                    <a:pt x="1494" y="1027"/>
                  </a:lnTo>
                  <a:lnTo>
                    <a:pt x="1541" y="887"/>
                  </a:lnTo>
                  <a:lnTo>
                    <a:pt x="1541" y="747"/>
                  </a:lnTo>
                  <a:lnTo>
                    <a:pt x="1541" y="607"/>
                  </a:lnTo>
                  <a:lnTo>
                    <a:pt x="1494" y="467"/>
                  </a:lnTo>
                  <a:lnTo>
                    <a:pt x="1401" y="327"/>
                  </a:lnTo>
                  <a:lnTo>
                    <a:pt x="1307" y="187"/>
                  </a:lnTo>
                  <a:lnTo>
                    <a:pt x="1121" y="47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37"/>
            <p:cNvSpPr/>
            <p:nvPr/>
          </p:nvSpPr>
          <p:spPr>
            <a:xfrm>
              <a:off x="1231875" y="3454725"/>
              <a:ext cx="16350" cy="51350"/>
            </a:xfrm>
            <a:custGeom>
              <a:rect b="b" l="l" r="r" t="t"/>
              <a:pathLst>
                <a:path extrusionOk="0" h="2054" w="654">
                  <a:moveTo>
                    <a:pt x="0" y="0"/>
                  </a:moveTo>
                  <a:lnTo>
                    <a:pt x="47" y="47"/>
                  </a:lnTo>
                  <a:lnTo>
                    <a:pt x="47" y="2007"/>
                  </a:lnTo>
                  <a:lnTo>
                    <a:pt x="0" y="2054"/>
                  </a:lnTo>
                  <a:lnTo>
                    <a:pt x="654" y="2054"/>
                  </a:lnTo>
                  <a:lnTo>
                    <a:pt x="654" y="2007"/>
                  </a:lnTo>
                  <a:lnTo>
                    <a:pt x="654" y="47"/>
                  </a:lnTo>
                  <a:lnTo>
                    <a:pt x="65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37"/>
            <p:cNvSpPr/>
            <p:nvPr/>
          </p:nvSpPr>
          <p:spPr>
            <a:xfrm>
              <a:off x="1221375" y="3349725"/>
              <a:ext cx="26850" cy="38525"/>
            </a:xfrm>
            <a:custGeom>
              <a:rect b="b" l="l" r="r" t="t"/>
              <a:pathLst>
                <a:path extrusionOk="0" h="1541" w="1074">
                  <a:moveTo>
                    <a:pt x="234" y="0"/>
                  </a:moveTo>
                  <a:lnTo>
                    <a:pt x="0" y="47"/>
                  </a:lnTo>
                  <a:lnTo>
                    <a:pt x="140" y="93"/>
                  </a:lnTo>
                  <a:lnTo>
                    <a:pt x="280" y="187"/>
                  </a:lnTo>
                  <a:lnTo>
                    <a:pt x="374" y="327"/>
                  </a:lnTo>
                  <a:lnTo>
                    <a:pt x="420" y="467"/>
                  </a:lnTo>
                  <a:lnTo>
                    <a:pt x="467" y="607"/>
                  </a:lnTo>
                  <a:lnTo>
                    <a:pt x="467" y="747"/>
                  </a:lnTo>
                  <a:lnTo>
                    <a:pt x="467" y="887"/>
                  </a:lnTo>
                  <a:lnTo>
                    <a:pt x="420" y="1027"/>
                  </a:lnTo>
                  <a:lnTo>
                    <a:pt x="374" y="1167"/>
                  </a:lnTo>
                  <a:lnTo>
                    <a:pt x="280" y="1307"/>
                  </a:lnTo>
                  <a:lnTo>
                    <a:pt x="140" y="1400"/>
                  </a:lnTo>
                  <a:lnTo>
                    <a:pt x="0" y="1447"/>
                  </a:lnTo>
                  <a:lnTo>
                    <a:pt x="234" y="1540"/>
                  </a:lnTo>
                  <a:lnTo>
                    <a:pt x="467" y="1493"/>
                  </a:lnTo>
                  <a:lnTo>
                    <a:pt x="654" y="1447"/>
                  </a:lnTo>
                  <a:lnTo>
                    <a:pt x="840" y="1307"/>
                  </a:lnTo>
                  <a:lnTo>
                    <a:pt x="934" y="1167"/>
                  </a:lnTo>
                  <a:lnTo>
                    <a:pt x="1027" y="1027"/>
                  </a:lnTo>
                  <a:lnTo>
                    <a:pt x="1074" y="887"/>
                  </a:lnTo>
                  <a:lnTo>
                    <a:pt x="1074" y="747"/>
                  </a:lnTo>
                  <a:lnTo>
                    <a:pt x="1074" y="607"/>
                  </a:lnTo>
                  <a:lnTo>
                    <a:pt x="1027" y="467"/>
                  </a:lnTo>
                  <a:lnTo>
                    <a:pt x="934" y="327"/>
                  </a:lnTo>
                  <a:lnTo>
                    <a:pt x="840" y="187"/>
                  </a:lnTo>
                  <a:lnTo>
                    <a:pt x="654" y="93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37"/>
            <p:cNvSpPr/>
            <p:nvPr/>
          </p:nvSpPr>
          <p:spPr>
            <a:xfrm>
              <a:off x="1147875" y="3349725"/>
              <a:ext cx="19850" cy="156350"/>
            </a:xfrm>
            <a:custGeom>
              <a:rect b="b" l="l" r="r" t="t"/>
              <a:pathLst>
                <a:path extrusionOk="0" h="6254" w="794">
                  <a:moveTo>
                    <a:pt x="94" y="0"/>
                  </a:moveTo>
                  <a:lnTo>
                    <a:pt x="94" y="93"/>
                  </a:lnTo>
                  <a:lnTo>
                    <a:pt x="94" y="6160"/>
                  </a:lnTo>
                  <a:lnTo>
                    <a:pt x="94" y="6207"/>
                  </a:lnTo>
                  <a:lnTo>
                    <a:pt x="0" y="6254"/>
                  </a:lnTo>
                  <a:lnTo>
                    <a:pt x="700" y="6254"/>
                  </a:lnTo>
                  <a:lnTo>
                    <a:pt x="747" y="6207"/>
                  </a:lnTo>
                  <a:lnTo>
                    <a:pt x="794" y="6160"/>
                  </a:lnTo>
                  <a:lnTo>
                    <a:pt x="794" y="93"/>
                  </a:lnTo>
                  <a:lnTo>
                    <a:pt x="74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37"/>
            <p:cNvSpPr/>
            <p:nvPr/>
          </p:nvSpPr>
          <p:spPr>
            <a:xfrm>
              <a:off x="1245875" y="3325225"/>
              <a:ext cx="21025" cy="204200"/>
            </a:xfrm>
            <a:custGeom>
              <a:rect b="b" l="l" r="r" t="t"/>
              <a:pathLst>
                <a:path extrusionOk="0" h="8168" w="841">
                  <a:moveTo>
                    <a:pt x="0" y="0"/>
                  </a:moveTo>
                  <a:lnTo>
                    <a:pt x="140" y="47"/>
                  </a:lnTo>
                  <a:lnTo>
                    <a:pt x="234" y="93"/>
                  </a:lnTo>
                  <a:lnTo>
                    <a:pt x="280" y="233"/>
                  </a:lnTo>
                  <a:lnTo>
                    <a:pt x="327" y="327"/>
                  </a:lnTo>
                  <a:lnTo>
                    <a:pt x="327" y="7840"/>
                  </a:lnTo>
                  <a:lnTo>
                    <a:pt x="280" y="7980"/>
                  </a:lnTo>
                  <a:lnTo>
                    <a:pt x="234" y="8074"/>
                  </a:lnTo>
                  <a:lnTo>
                    <a:pt x="140" y="8167"/>
                  </a:lnTo>
                  <a:lnTo>
                    <a:pt x="654" y="8167"/>
                  </a:lnTo>
                  <a:lnTo>
                    <a:pt x="747" y="8074"/>
                  </a:lnTo>
                  <a:lnTo>
                    <a:pt x="840" y="7980"/>
                  </a:lnTo>
                  <a:lnTo>
                    <a:pt x="840" y="7840"/>
                  </a:lnTo>
                  <a:lnTo>
                    <a:pt x="840" y="327"/>
                  </a:lnTo>
                  <a:lnTo>
                    <a:pt x="840" y="233"/>
                  </a:lnTo>
                  <a:lnTo>
                    <a:pt x="747" y="93"/>
                  </a:lnTo>
                  <a:lnTo>
                    <a:pt x="654" y="47"/>
                  </a:lnTo>
                  <a:lnTo>
                    <a:pt x="51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37"/>
            <p:cNvSpPr/>
            <p:nvPr/>
          </p:nvSpPr>
          <p:spPr>
            <a:xfrm>
              <a:off x="1208550" y="3406875"/>
              <a:ext cx="40850" cy="10525"/>
            </a:xfrm>
            <a:custGeom>
              <a:rect b="b" l="l" r="r" t="t"/>
              <a:pathLst>
                <a:path extrusionOk="0" h="421" w="1634">
                  <a:moveTo>
                    <a:pt x="140" y="1"/>
                  </a:moveTo>
                  <a:lnTo>
                    <a:pt x="47" y="48"/>
                  </a:lnTo>
                  <a:lnTo>
                    <a:pt x="0" y="141"/>
                  </a:lnTo>
                  <a:lnTo>
                    <a:pt x="0" y="188"/>
                  </a:lnTo>
                  <a:lnTo>
                    <a:pt x="0" y="281"/>
                  </a:lnTo>
                  <a:lnTo>
                    <a:pt x="47" y="328"/>
                  </a:lnTo>
                  <a:lnTo>
                    <a:pt x="140" y="374"/>
                  </a:lnTo>
                  <a:lnTo>
                    <a:pt x="187" y="421"/>
                  </a:lnTo>
                  <a:lnTo>
                    <a:pt x="1447" y="421"/>
                  </a:lnTo>
                  <a:lnTo>
                    <a:pt x="1540" y="374"/>
                  </a:lnTo>
                  <a:lnTo>
                    <a:pt x="1587" y="328"/>
                  </a:lnTo>
                  <a:lnTo>
                    <a:pt x="1633" y="281"/>
                  </a:lnTo>
                  <a:lnTo>
                    <a:pt x="1633" y="188"/>
                  </a:lnTo>
                  <a:lnTo>
                    <a:pt x="1633" y="141"/>
                  </a:lnTo>
                  <a:lnTo>
                    <a:pt x="1587" y="48"/>
                  </a:lnTo>
                  <a:lnTo>
                    <a:pt x="154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37"/>
            <p:cNvSpPr/>
            <p:nvPr/>
          </p:nvSpPr>
          <p:spPr>
            <a:xfrm>
              <a:off x="1208550" y="3425550"/>
              <a:ext cx="40850" cy="10525"/>
            </a:xfrm>
            <a:custGeom>
              <a:rect b="b" l="l" r="r" t="t"/>
              <a:pathLst>
                <a:path extrusionOk="0" h="421" w="1634">
                  <a:moveTo>
                    <a:pt x="140" y="1"/>
                  </a:moveTo>
                  <a:lnTo>
                    <a:pt x="47" y="47"/>
                  </a:lnTo>
                  <a:lnTo>
                    <a:pt x="0" y="141"/>
                  </a:lnTo>
                  <a:lnTo>
                    <a:pt x="0" y="187"/>
                  </a:lnTo>
                  <a:lnTo>
                    <a:pt x="0" y="281"/>
                  </a:lnTo>
                  <a:lnTo>
                    <a:pt x="47" y="327"/>
                  </a:lnTo>
                  <a:lnTo>
                    <a:pt x="140" y="374"/>
                  </a:lnTo>
                  <a:lnTo>
                    <a:pt x="187" y="421"/>
                  </a:lnTo>
                  <a:lnTo>
                    <a:pt x="1447" y="421"/>
                  </a:lnTo>
                  <a:lnTo>
                    <a:pt x="1540" y="374"/>
                  </a:lnTo>
                  <a:lnTo>
                    <a:pt x="1587" y="327"/>
                  </a:lnTo>
                  <a:lnTo>
                    <a:pt x="1633" y="281"/>
                  </a:lnTo>
                  <a:lnTo>
                    <a:pt x="1633" y="187"/>
                  </a:lnTo>
                  <a:lnTo>
                    <a:pt x="1633" y="141"/>
                  </a:lnTo>
                  <a:lnTo>
                    <a:pt x="1587" y="47"/>
                  </a:lnTo>
                  <a:lnTo>
                    <a:pt x="154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37"/>
            <p:cNvSpPr/>
            <p:nvPr/>
          </p:nvSpPr>
          <p:spPr>
            <a:xfrm>
              <a:off x="1212050" y="3352050"/>
              <a:ext cx="19850" cy="19850"/>
            </a:xfrm>
            <a:custGeom>
              <a:rect b="b" l="l" r="r" t="t"/>
              <a:pathLst>
                <a:path extrusionOk="0" h="794" w="794">
                  <a:moveTo>
                    <a:pt x="280" y="0"/>
                  </a:moveTo>
                  <a:lnTo>
                    <a:pt x="140" y="94"/>
                  </a:lnTo>
                  <a:lnTo>
                    <a:pt x="0" y="280"/>
                  </a:lnTo>
                  <a:lnTo>
                    <a:pt x="467" y="700"/>
                  </a:lnTo>
                  <a:lnTo>
                    <a:pt x="513" y="747"/>
                  </a:lnTo>
                  <a:lnTo>
                    <a:pt x="607" y="794"/>
                  </a:lnTo>
                  <a:lnTo>
                    <a:pt x="653" y="747"/>
                  </a:lnTo>
                  <a:lnTo>
                    <a:pt x="747" y="700"/>
                  </a:lnTo>
                  <a:lnTo>
                    <a:pt x="793" y="654"/>
                  </a:lnTo>
                  <a:lnTo>
                    <a:pt x="793" y="560"/>
                  </a:lnTo>
                  <a:lnTo>
                    <a:pt x="793" y="514"/>
                  </a:lnTo>
                  <a:lnTo>
                    <a:pt x="747" y="420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37"/>
            <p:cNvSpPr/>
            <p:nvPr/>
          </p:nvSpPr>
          <p:spPr>
            <a:xfrm>
              <a:off x="1135025" y="3380050"/>
              <a:ext cx="9375" cy="95700"/>
            </a:xfrm>
            <a:custGeom>
              <a:rect b="b" l="l" r="r" t="t"/>
              <a:pathLst>
                <a:path extrusionOk="0" h="3828" w="375">
                  <a:moveTo>
                    <a:pt x="188" y="0"/>
                  </a:moveTo>
                  <a:lnTo>
                    <a:pt x="94" y="47"/>
                  </a:lnTo>
                  <a:lnTo>
                    <a:pt x="48" y="47"/>
                  </a:lnTo>
                  <a:lnTo>
                    <a:pt x="1" y="140"/>
                  </a:lnTo>
                  <a:lnTo>
                    <a:pt x="1" y="187"/>
                  </a:lnTo>
                  <a:lnTo>
                    <a:pt x="1" y="3641"/>
                  </a:lnTo>
                  <a:lnTo>
                    <a:pt x="1" y="3734"/>
                  </a:lnTo>
                  <a:lnTo>
                    <a:pt x="48" y="3781"/>
                  </a:lnTo>
                  <a:lnTo>
                    <a:pt x="94" y="3827"/>
                  </a:lnTo>
                  <a:lnTo>
                    <a:pt x="234" y="3827"/>
                  </a:lnTo>
                  <a:lnTo>
                    <a:pt x="328" y="3781"/>
                  </a:lnTo>
                  <a:lnTo>
                    <a:pt x="374" y="3734"/>
                  </a:lnTo>
                  <a:lnTo>
                    <a:pt x="374" y="3641"/>
                  </a:lnTo>
                  <a:lnTo>
                    <a:pt x="374" y="187"/>
                  </a:lnTo>
                  <a:lnTo>
                    <a:pt x="374" y="140"/>
                  </a:lnTo>
                  <a:lnTo>
                    <a:pt x="328" y="47"/>
                  </a:lnTo>
                  <a:lnTo>
                    <a:pt x="234" y="4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40" name="Shape 9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1" name="Google Shape;9141;p38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Survey Questions​</a:t>
            </a:r>
            <a:endParaRPr/>
          </a:p>
        </p:txBody>
      </p:sp>
      <p:sp>
        <p:nvSpPr>
          <p:cNvPr id="9142" name="Google Shape;9142;p38"/>
          <p:cNvSpPr txBox="1"/>
          <p:nvPr>
            <p:ph idx="1" type="body"/>
          </p:nvPr>
        </p:nvSpPr>
        <p:spPr>
          <a:xfrm>
            <a:off x="763575" y="788175"/>
            <a:ext cx="3395700" cy="4042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 sz="1100"/>
              <a:t>What </a:t>
            </a:r>
            <a:r>
              <a:rPr b="1" lang="en" sz="1100"/>
              <a:t>features</a:t>
            </a:r>
            <a:r>
              <a:rPr lang="en" sz="1100"/>
              <a:t> do you expect to see in Munch Find!?</a:t>
            </a:r>
            <a:endParaRPr sz="1100"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 sz="1100"/>
              <a:t>How </a:t>
            </a:r>
            <a:r>
              <a:rPr b="1" lang="en" sz="1100"/>
              <a:t>frequently</a:t>
            </a:r>
            <a:r>
              <a:rPr lang="en" sz="1100"/>
              <a:t> would you use Munch Find!?</a:t>
            </a:r>
            <a:endParaRPr sz="1100"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 sz="1100"/>
              <a:t>When you can't decide what to eat, how do you currently make the </a:t>
            </a:r>
            <a:r>
              <a:rPr b="1" lang="en" sz="1100"/>
              <a:t>decision</a:t>
            </a:r>
            <a:r>
              <a:rPr lang="en" sz="1100"/>
              <a:t>?</a:t>
            </a:r>
            <a:endParaRPr sz="1100"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 sz="1100"/>
              <a:t>Which </a:t>
            </a:r>
            <a:r>
              <a:rPr b="1" lang="en" sz="1100"/>
              <a:t>filters</a:t>
            </a:r>
            <a:r>
              <a:rPr lang="en" sz="1100"/>
              <a:t> are most important to you when choosing food?</a:t>
            </a:r>
            <a:endParaRPr sz="1100"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 sz="1100"/>
              <a:t>How often would you use a "</a:t>
            </a:r>
            <a:r>
              <a:rPr b="1" lang="en" sz="1100"/>
              <a:t>Group Mode</a:t>
            </a:r>
            <a:r>
              <a:rPr lang="en" sz="1100"/>
              <a:t>" where a group of people can get one shared random result together?</a:t>
            </a:r>
            <a:endParaRPr sz="1100"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 sz="1100"/>
              <a:t>If the app picks a result you </a:t>
            </a:r>
            <a:r>
              <a:rPr b="1" lang="en" sz="1100"/>
              <a:t>don't like</a:t>
            </a:r>
            <a:r>
              <a:rPr lang="en" sz="1100"/>
              <a:t>, what should happen?</a:t>
            </a:r>
            <a:endParaRPr sz="1100"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 sz="1100"/>
              <a:t>Would you like the app to remember your past picks (</a:t>
            </a:r>
            <a:r>
              <a:rPr b="1" lang="en" sz="1100"/>
              <a:t>history</a:t>
            </a:r>
            <a:r>
              <a:rPr lang="en" sz="1100"/>
              <a:t>)?</a:t>
            </a:r>
            <a:endParaRPr sz="1100"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 sz="1100"/>
              <a:t>How would you like to see the result </a:t>
            </a:r>
            <a:r>
              <a:rPr b="1" lang="en" sz="1100"/>
              <a:t>displayed</a:t>
            </a:r>
            <a:r>
              <a:rPr lang="en" sz="1100"/>
              <a:t>?</a:t>
            </a:r>
            <a:endParaRPr sz="1100"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 sz="1100"/>
              <a:t>What type of </a:t>
            </a:r>
            <a:r>
              <a:rPr b="1" lang="en" sz="1100"/>
              <a:t>notifications</a:t>
            </a:r>
            <a:r>
              <a:rPr lang="en" sz="1100"/>
              <a:t>, if any, would you want from the app?</a:t>
            </a:r>
            <a:endParaRPr sz="1100"/>
          </a:p>
        </p:txBody>
      </p:sp>
      <p:sp>
        <p:nvSpPr>
          <p:cNvPr id="9143" name="Google Shape;9143;p38"/>
          <p:cNvSpPr txBox="1"/>
          <p:nvPr>
            <p:ph idx="1" type="body"/>
          </p:nvPr>
        </p:nvSpPr>
        <p:spPr>
          <a:xfrm>
            <a:off x="4387830" y="788175"/>
            <a:ext cx="3690900" cy="4042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 sz="1100"/>
              <a:t>Which </a:t>
            </a:r>
            <a:r>
              <a:rPr b="1" lang="en" sz="1100"/>
              <a:t>sharing</a:t>
            </a:r>
            <a:r>
              <a:rPr lang="en" sz="1100"/>
              <a:t> options would be useful to you?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 sz="1100"/>
              <a:t>.</a:t>
            </a:r>
            <a:endParaRPr sz="11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 sz="1100"/>
              <a:t>Which </a:t>
            </a:r>
            <a:r>
              <a:rPr b="1" lang="en" sz="1100"/>
              <a:t>device</a:t>
            </a:r>
            <a:r>
              <a:rPr lang="en" sz="1100"/>
              <a:t> will you primarily use to access Munch Find!?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 sz="1100"/>
              <a:t>How </a:t>
            </a:r>
            <a:r>
              <a:rPr b="1" lang="en" sz="1100"/>
              <a:t>quickly</a:t>
            </a:r>
            <a:r>
              <a:rPr lang="en" sz="1100"/>
              <a:t> do you expect the app to show a result after tapping "Find me food"?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" sz="1100"/>
              <a:t>What additional </a:t>
            </a:r>
            <a:r>
              <a:rPr b="1" lang="en" sz="1100"/>
              <a:t>features</a:t>
            </a:r>
            <a:r>
              <a:rPr lang="en" sz="1100"/>
              <a:t> would you like to suggest for Munch Find!?</a:t>
            </a:r>
            <a:endParaRPr sz="1100"/>
          </a:p>
        </p:txBody>
      </p:sp>
      <p:pic>
        <p:nvPicPr>
          <p:cNvPr id="9144" name="Google Shape;9144;p3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09978" y="1486300"/>
            <a:ext cx="2835375" cy="18424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8F4"/>
        </a:solidFill>
      </p:bgPr>
    </p:bg>
    <p:spTree>
      <p:nvGrpSpPr>
        <p:cNvPr id="9148" name="Shape 9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49" name="Google Shape;9149;p39"/>
          <p:cNvPicPr preferRelativeResize="0"/>
          <p:nvPr/>
        </p:nvPicPr>
        <p:blipFill rotWithShape="1">
          <a:blip r:embed="rId3">
            <a:alphaModFix/>
          </a:blip>
          <a:srcRect b="5060" l="4345" r="5321" t="0"/>
          <a:stretch/>
        </p:blipFill>
        <p:spPr>
          <a:xfrm>
            <a:off x="221888" y="0"/>
            <a:ext cx="8700216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9150" name="Google Shape;9150;p39"/>
          <p:cNvSpPr txBox="1"/>
          <p:nvPr/>
        </p:nvSpPr>
        <p:spPr>
          <a:xfrm>
            <a:off x="8136600" y="506075"/>
            <a:ext cx="302700" cy="33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1"/>
                </a:solidFill>
                <a:highlight>
                  <a:srgbClr val="FDEDD1"/>
                </a:highlight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sz="1000">
              <a:solidFill>
                <a:schemeClr val="lt1"/>
              </a:solidFill>
              <a:highlight>
                <a:srgbClr val="FDEDD1"/>
              </a:highlight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54" name="Shape 9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5" name="Google Shape;9155;p40"/>
          <p:cNvSpPr/>
          <p:nvPr/>
        </p:nvSpPr>
        <p:spPr>
          <a:xfrm rot="-5400000">
            <a:off x="1444153" y="1552821"/>
            <a:ext cx="758986" cy="759008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6" name="Google Shape;9156;p40"/>
          <p:cNvSpPr/>
          <p:nvPr/>
        </p:nvSpPr>
        <p:spPr>
          <a:xfrm rot="-5400000">
            <a:off x="1444153" y="3078071"/>
            <a:ext cx="758986" cy="759008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7" name="Google Shape;9157;p40"/>
          <p:cNvSpPr/>
          <p:nvPr/>
        </p:nvSpPr>
        <p:spPr>
          <a:xfrm rot="-5400000">
            <a:off x="4796978" y="1552821"/>
            <a:ext cx="758986" cy="759008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8" name="Google Shape;9158;p40"/>
          <p:cNvSpPr/>
          <p:nvPr/>
        </p:nvSpPr>
        <p:spPr>
          <a:xfrm rot="-5400000">
            <a:off x="4796978" y="3078071"/>
            <a:ext cx="758986" cy="759008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9" name="Google Shape;9159;p40"/>
          <p:cNvSpPr txBox="1"/>
          <p:nvPr>
            <p:ph idx="8"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Possible Solutions</a:t>
            </a:r>
            <a:endParaRPr/>
          </a:p>
        </p:txBody>
      </p:sp>
      <p:sp>
        <p:nvSpPr>
          <p:cNvPr id="9160" name="Google Shape;9160;p40"/>
          <p:cNvSpPr txBox="1"/>
          <p:nvPr>
            <p:ph type="title"/>
          </p:nvPr>
        </p:nvSpPr>
        <p:spPr>
          <a:xfrm>
            <a:off x="2365778" y="1552266"/>
            <a:ext cx="1978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/>
              <a:t>Random single-tap decision</a:t>
            </a:r>
            <a:endParaRPr sz="900"/>
          </a:p>
        </p:txBody>
      </p:sp>
      <p:sp>
        <p:nvSpPr>
          <p:cNvPr id="9161" name="Google Shape;9161;p40"/>
          <p:cNvSpPr txBox="1"/>
          <p:nvPr>
            <p:ph idx="1" type="subTitle"/>
          </p:nvPr>
        </p:nvSpPr>
        <p:spPr>
          <a:xfrm>
            <a:off x="2365775" y="1763671"/>
            <a:ext cx="1978200" cy="75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/>
              <a:t>removes the need to browse one tap gives the user one store and one dish, ending the scrolling cycle entirely</a:t>
            </a:r>
            <a:endParaRPr sz="1000"/>
          </a:p>
        </p:txBody>
      </p:sp>
      <p:sp>
        <p:nvSpPr>
          <p:cNvPr id="9162" name="Google Shape;9162;p40"/>
          <p:cNvSpPr txBox="1"/>
          <p:nvPr>
            <p:ph idx="2" type="title"/>
          </p:nvPr>
        </p:nvSpPr>
        <p:spPr>
          <a:xfrm>
            <a:off x="5721659" y="1552266"/>
            <a:ext cx="1978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/>
              <a:t>Filtered randomisation</a:t>
            </a:r>
            <a:endParaRPr sz="900"/>
          </a:p>
        </p:txBody>
      </p:sp>
      <p:sp>
        <p:nvSpPr>
          <p:cNvPr id="9163" name="Google Shape;9163;p40"/>
          <p:cNvSpPr txBox="1"/>
          <p:nvPr>
            <p:ph idx="3" type="subTitle"/>
          </p:nvPr>
        </p:nvSpPr>
        <p:spPr>
          <a:xfrm>
            <a:off x="5721650" y="1763667"/>
            <a:ext cx="1978200" cy="98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/>
              <a:t>lets the user narrow by budget, cuisine, or dietary restriction first, so the random pick stays relevant instead of completely blind.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9164" name="Google Shape;9164;p40"/>
          <p:cNvSpPr txBox="1"/>
          <p:nvPr>
            <p:ph idx="4" type="title"/>
          </p:nvPr>
        </p:nvSpPr>
        <p:spPr>
          <a:xfrm>
            <a:off x="2365778" y="3077506"/>
            <a:ext cx="1975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/>
              <a:t>Group Mode / shared session</a:t>
            </a:r>
            <a:endParaRPr sz="900"/>
          </a:p>
        </p:txBody>
      </p:sp>
      <p:sp>
        <p:nvSpPr>
          <p:cNvPr id="9165" name="Google Shape;9165;p40"/>
          <p:cNvSpPr txBox="1"/>
          <p:nvPr>
            <p:ph idx="5" type="subTitle"/>
          </p:nvPr>
        </p:nvSpPr>
        <p:spPr>
          <a:xfrm>
            <a:off x="2365775" y="3288924"/>
            <a:ext cx="1978200" cy="132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/>
              <a:t>multiple users join one session and receive the same randomised result, removing the need for group negotiation and eliminating the "blame" that falls on whoever chooses.</a:t>
            </a:r>
            <a:endParaRPr sz="1000"/>
          </a:p>
        </p:txBody>
      </p:sp>
      <p:sp>
        <p:nvSpPr>
          <p:cNvPr id="9166" name="Google Shape;9166;p40"/>
          <p:cNvSpPr txBox="1"/>
          <p:nvPr>
            <p:ph idx="6" type="title"/>
          </p:nvPr>
        </p:nvSpPr>
        <p:spPr>
          <a:xfrm>
            <a:off x="5721659" y="3077506"/>
            <a:ext cx="1978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/>
              <a:t>Distance/location-based narrowing</a:t>
            </a:r>
            <a:endParaRPr sz="900"/>
          </a:p>
        </p:txBody>
      </p:sp>
      <p:sp>
        <p:nvSpPr>
          <p:cNvPr id="9167" name="Google Shape;9167;p40"/>
          <p:cNvSpPr txBox="1"/>
          <p:nvPr>
            <p:ph idx="7" type="subTitle"/>
          </p:nvPr>
        </p:nvSpPr>
        <p:spPr>
          <a:xfrm>
            <a:off x="5721650" y="3288925"/>
            <a:ext cx="1978200" cy="87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/>
              <a:t>prioritises nearby stores so the random result is realistic and immediately actionable, not a restaurant across town.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  <p:grpSp>
        <p:nvGrpSpPr>
          <p:cNvPr id="9168" name="Google Shape;9168;p40"/>
          <p:cNvGrpSpPr/>
          <p:nvPr/>
        </p:nvGrpSpPr>
        <p:grpSpPr>
          <a:xfrm>
            <a:off x="1655621" y="1764888"/>
            <a:ext cx="336050" cy="334875"/>
            <a:chOff x="3959625" y="2580850"/>
            <a:chExt cx="336050" cy="334875"/>
          </a:xfrm>
        </p:grpSpPr>
        <p:sp>
          <p:nvSpPr>
            <p:cNvPr id="9169" name="Google Shape;9169;p40"/>
            <p:cNvSpPr/>
            <p:nvPr/>
          </p:nvSpPr>
          <p:spPr>
            <a:xfrm>
              <a:off x="3959625" y="2600700"/>
              <a:ext cx="316225" cy="310350"/>
            </a:xfrm>
            <a:custGeom>
              <a:rect b="b" l="l" r="r" t="t"/>
              <a:pathLst>
                <a:path extrusionOk="0" h="12414" w="12649">
                  <a:moveTo>
                    <a:pt x="4108" y="0"/>
                  </a:moveTo>
                  <a:lnTo>
                    <a:pt x="2988" y="3360"/>
                  </a:lnTo>
                  <a:lnTo>
                    <a:pt x="2568" y="5367"/>
                  </a:lnTo>
                  <a:lnTo>
                    <a:pt x="1914" y="6580"/>
                  </a:lnTo>
                  <a:lnTo>
                    <a:pt x="1448" y="7934"/>
                  </a:lnTo>
                  <a:lnTo>
                    <a:pt x="1401" y="8727"/>
                  </a:lnTo>
                  <a:lnTo>
                    <a:pt x="934" y="9567"/>
                  </a:lnTo>
                  <a:lnTo>
                    <a:pt x="1" y="12321"/>
                  </a:lnTo>
                  <a:lnTo>
                    <a:pt x="1" y="12414"/>
                  </a:lnTo>
                  <a:lnTo>
                    <a:pt x="48" y="12367"/>
                  </a:lnTo>
                  <a:lnTo>
                    <a:pt x="141" y="12274"/>
                  </a:lnTo>
                  <a:lnTo>
                    <a:pt x="281" y="12227"/>
                  </a:lnTo>
                  <a:lnTo>
                    <a:pt x="12648" y="8494"/>
                  </a:lnTo>
                  <a:lnTo>
                    <a:pt x="4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40"/>
            <p:cNvSpPr/>
            <p:nvPr/>
          </p:nvSpPr>
          <p:spPr>
            <a:xfrm>
              <a:off x="3959625" y="2801375"/>
              <a:ext cx="316225" cy="114350"/>
            </a:xfrm>
            <a:custGeom>
              <a:rect b="b" l="l" r="r" t="t"/>
              <a:pathLst>
                <a:path extrusionOk="0" h="4574" w="12649">
                  <a:moveTo>
                    <a:pt x="12135" y="0"/>
                  </a:moveTo>
                  <a:lnTo>
                    <a:pt x="10361" y="560"/>
                  </a:lnTo>
                  <a:lnTo>
                    <a:pt x="9568" y="1027"/>
                  </a:lnTo>
                  <a:lnTo>
                    <a:pt x="7935" y="1400"/>
                  </a:lnTo>
                  <a:lnTo>
                    <a:pt x="5834" y="2100"/>
                  </a:lnTo>
                  <a:lnTo>
                    <a:pt x="4621" y="2753"/>
                  </a:lnTo>
                  <a:lnTo>
                    <a:pt x="3221" y="2940"/>
                  </a:lnTo>
                  <a:lnTo>
                    <a:pt x="94" y="4014"/>
                  </a:lnTo>
                  <a:lnTo>
                    <a:pt x="1" y="4294"/>
                  </a:lnTo>
                  <a:lnTo>
                    <a:pt x="1" y="4434"/>
                  </a:lnTo>
                  <a:lnTo>
                    <a:pt x="48" y="4527"/>
                  </a:lnTo>
                  <a:lnTo>
                    <a:pt x="141" y="4574"/>
                  </a:lnTo>
                  <a:lnTo>
                    <a:pt x="281" y="4574"/>
                  </a:lnTo>
                  <a:lnTo>
                    <a:pt x="3594" y="3500"/>
                  </a:lnTo>
                  <a:lnTo>
                    <a:pt x="4668" y="2894"/>
                  </a:lnTo>
                  <a:lnTo>
                    <a:pt x="5834" y="2707"/>
                  </a:lnTo>
                  <a:lnTo>
                    <a:pt x="8541" y="1820"/>
                  </a:lnTo>
                  <a:lnTo>
                    <a:pt x="9381" y="1353"/>
                  </a:lnTo>
                  <a:lnTo>
                    <a:pt x="10128" y="1307"/>
                  </a:lnTo>
                  <a:lnTo>
                    <a:pt x="12648" y="467"/>
                  </a:lnTo>
                  <a:lnTo>
                    <a:pt x="121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40"/>
            <p:cNvSpPr/>
            <p:nvPr/>
          </p:nvSpPr>
          <p:spPr>
            <a:xfrm>
              <a:off x="4138150" y="2685850"/>
              <a:ext cx="66525" cy="66550"/>
            </a:xfrm>
            <a:custGeom>
              <a:rect b="b" l="l" r="r" t="t"/>
              <a:pathLst>
                <a:path extrusionOk="0" h="2662" w="2661">
                  <a:moveTo>
                    <a:pt x="1120" y="1"/>
                  </a:moveTo>
                  <a:lnTo>
                    <a:pt x="887" y="94"/>
                  </a:lnTo>
                  <a:lnTo>
                    <a:pt x="607" y="234"/>
                  </a:lnTo>
                  <a:lnTo>
                    <a:pt x="420" y="374"/>
                  </a:lnTo>
                  <a:lnTo>
                    <a:pt x="234" y="608"/>
                  </a:lnTo>
                  <a:lnTo>
                    <a:pt x="94" y="841"/>
                  </a:lnTo>
                  <a:lnTo>
                    <a:pt x="47" y="1121"/>
                  </a:lnTo>
                  <a:lnTo>
                    <a:pt x="0" y="1354"/>
                  </a:lnTo>
                  <a:lnTo>
                    <a:pt x="47" y="1634"/>
                  </a:lnTo>
                  <a:lnTo>
                    <a:pt x="94" y="1868"/>
                  </a:lnTo>
                  <a:lnTo>
                    <a:pt x="234" y="2148"/>
                  </a:lnTo>
                  <a:lnTo>
                    <a:pt x="420" y="2334"/>
                  </a:lnTo>
                  <a:lnTo>
                    <a:pt x="607" y="2521"/>
                  </a:lnTo>
                  <a:lnTo>
                    <a:pt x="840" y="2614"/>
                  </a:lnTo>
                  <a:lnTo>
                    <a:pt x="1074" y="2661"/>
                  </a:lnTo>
                  <a:lnTo>
                    <a:pt x="1307" y="2614"/>
                  </a:lnTo>
                  <a:lnTo>
                    <a:pt x="1540" y="2568"/>
                  </a:lnTo>
                  <a:lnTo>
                    <a:pt x="1774" y="2428"/>
                  </a:lnTo>
                  <a:lnTo>
                    <a:pt x="1960" y="2288"/>
                  </a:lnTo>
                  <a:lnTo>
                    <a:pt x="2194" y="2101"/>
                  </a:lnTo>
                  <a:lnTo>
                    <a:pt x="2380" y="1914"/>
                  </a:lnTo>
                  <a:lnTo>
                    <a:pt x="2520" y="1681"/>
                  </a:lnTo>
                  <a:lnTo>
                    <a:pt x="2614" y="1494"/>
                  </a:lnTo>
                  <a:lnTo>
                    <a:pt x="2660" y="1261"/>
                  </a:lnTo>
                  <a:lnTo>
                    <a:pt x="2660" y="1028"/>
                  </a:lnTo>
                  <a:lnTo>
                    <a:pt x="2614" y="794"/>
                  </a:lnTo>
                  <a:lnTo>
                    <a:pt x="2520" y="608"/>
                  </a:lnTo>
                  <a:lnTo>
                    <a:pt x="2334" y="374"/>
                  </a:lnTo>
                  <a:lnTo>
                    <a:pt x="2147" y="234"/>
                  </a:lnTo>
                  <a:lnTo>
                    <a:pt x="1914" y="94"/>
                  </a:lnTo>
                  <a:lnTo>
                    <a:pt x="163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40"/>
            <p:cNvSpPr/>
            <p:nvPr/>
          </p:nvSpPr>
          <p:spPr>
            <a:xfrm>
              <a:off x="4082150" y="2634525"/>
              <a:ext cx="47850" cy="40850"/>
            </a:xfrm>
            <a:custGeom>
              <a:rect b="b" l="l" r="r" t="t"/>
              <a:pathLst>
                <a:path extrusionOk="0" h="1634" w="1914">
                  <a:moveTo>
                    <a:pt x="467" y="1"/>
                  </a:moveTo>
                  <a:lnTo>
                    <a:pt x="420" y="47"/>
                  </a:lnTo>
                  <a:lnTo>
                    <a:pt x="373" y="141"/>
                  </a:lnTo>
                  <a:lnTo>
                    <a:pt x="0" y="1261"/>
                  </a:lnTo>
                  <a:lnTo>
                    <a:pt x="0" y="1307"/>
                  </a:lnTo>
                  <a:lnTo>
                    <a:pt x="0" y="1401"/>
                  </a:lnTo>
                  <a:lnTo>
                    <a:pt x="47" y="1447"/>
                  </a:lnTo>
                  <a:lnTo>
                    <a:pt x="140" y="1494"/>
                  </a:lnTo>
                  <a:lnTo>
                    <a:pt x="1260" y="1634"/>
                  </a:lnTo>
                  <a:lnTo>
                    <a:pt x="1307" y="1587"/>
                  </a:lnTo>
                  <a:lnTo>
                    <a:pt x="1400" y="1494"/>
                  </a:lnTo>
                  <a:lnTo>
                    <a:pt x="1633" y="1167"/>
                  </a:lnTo>
                  <a:lnTo>
                    <a:pt x="1913" y="654"/>
                  </a:lnTo>
                  <a:lnTo>
                    <a:pt x="1913" y="561"/>
                  </a:lnTo>
                  <a:lnTo>
                    <a:pt x="1867" y="467"/>
                  </a:lnTo>
                  <a:lnTo>
                    <a:pt x="1820" y="421"/>
                  </a:lnTo>
                  <a:lnTo>
                    <a:pt x="1773" y="374"/>
                  </a:lnTo>
                  <a:lnTo>
                    <a:pt x="6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40"/>
            <p:cNvSpPr/>
            <p:nvPr/>
          </p:nvSpPr>
          <p:spPr>
            <a:xfrm>
              <a:off x="4082150" y="2640350"/>
              <a:ext cx="47850" cy="42025"/>
            </a:xfrm>
            <a:custGeom>
              <a:rect b="b" l="l" r="r" t="t"/>
              <a:pathLst>
                <a:path extrusionOk="0" h="1681" w="1914">
                  <a:moveTo>
                    <a:pt x="1400" y="1"/>
                  </a:moveTo>
                  <a:lnTo>
                    <a:pt x="1027" y="1028"/>
                  </a:lnTo>
                  <a:lnTo>
                    <a:pt x="980" y="1121"/>
                  </a:lnTo>
                  <a:lnTo>
                    <a:pt x="933" y="1168"/>
                  </a:lnTo>
                  <a:lnTo>
                    <a:pt x="793" y="1168"/>
                  </a:lnTo>
                  <a:lnTo>
                    <a:pt x="47" y="934"/>
                  </a:lnTo>
                  <a:lnTo>
                    <a:pt x="0" y="1028"/>
                  </a:lnTo>
                  <a:lnTo>
                    <a:pt x="0" y="1074"/>
                  </a:lnTo>
                  <a:lnTo>
                    <a:pt x="0" y="1168"/>
                  </a:lnTo>
                  <a:lnTo>
                    <a:pt x="47" y="1214"/>
                  </a:lnTo>
                  <a:lnTo>
                    <a:pt x="140" y="1261"/>
                  </a:lnTo>
                  <a:lnTo>
                    <a:pt x="1260" y="1634"/>
                  </a:lnTo>
                  <a:lnTo>
                    <a:pt x="1353" y="1681"/>
                  </a:lnTo>
                  <a:lnTo>
                    <a:pt x="1400" y="1634"/>
                  </a:lnTo>
                  <a:lnTo>
                    <a:pt x="1493" y="1588"/>
                  </a:lnTo>
                  <a:lnTo>
                    <a:pt x="1540" y="1541"/>
                  </a:lnTo>
                  <a:lnTo>
                    <a:pt x="1913" y="421"/>
                  </a:lnTo>
                  <a:lnTo>
                    <a:pt x="1913" y="328"/>
                  </a:lnTo>
                  <a:lnTo>
                    <a:pt x="1867" y="234"/>
                  </a:lnTo>
                  <a:lnTo>
                    <a:pt x="1820" y="188"/>
                  </a:lnTo>
                  <a:lnTo>
                    <a:pt x="1773" y="141"/>
                  </a:lnTo>
                  <a:lnTo>
                    <a:pt x="140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40"/>
            <p:cNvSpPr/>
            <p:nvPr/>
          </p:nvSpPr>
          <p:spPr>
            <a:xfrm>
              <a:off x="4142800" y="2690525"/>
              <a:ext cx="64200" cy="64200"/>
            </a:xfrm>
            <a:custGeom>
              <a:rect b="b" l="l" r="r" t="t"/>
              <a:pathLst>
                <a:path extrusionOk="0" h="2568" w="2568">
                  <a:moveTo>
                    <a:pt x="1914" y="1"/>
                  </a:moveTo>
                  <a:lnTo>
                    <a:pt x="2008" y="187"/>
                  </a:lnTo>
                  <a:lnTo>
                    <a:pt x="2054" y="421"/>
                  </a:lnTo>
                  <a:lnTo>
                    <a:pt x="2101" y="654"/>
                  </a:lnTo>
                  <a:lnTo>
                    <a:pt x="2101" y="887"/>
                  </a:lnTo>
                  <a:lnTo>
                    <a:pt x="2054" y="1074"/>
                  </a:lnTo>
                  <a:lnTo>
                    <a:pt x="1961" y="1307"/>
                  </a:lnTo>
                  <a:lnTo>
                    <a:pt x="1821" y="1494"/>
                  </a:lnTo>
                  <a:lnTo>
                    <a:pt x="1681" y="1681"/>
                  </a:lnTo>
                  <a:lnTo>
                    <a:pt x="1494" y="1821"/>
                  </a:lnTo>
                  <a:lnTo>
                    <a:pt x="1308" y="1961"/>
                  </a:lnTo>
                  <a:lnTo>
                    <a:pt x="1121" y="2007"/>
                  </a:lnTo>
                  <a:lnTo>
                    <a:pt x="888" y="2054"/>
                  </a:lnTo>
                  <a:lnTo>
                    <a:pt x="421" y="2054"/>
                  </a:lnTo>
                  <a:lnTo>
                    <a:pt x="234" y="2007"/>
                  </a:lnTo>
                  <a:lnTo>
                    <a:pt x="1" y="1867"/>
                  </a:lnTo>
                  <a:lnTo>
                    <a:pt x="1" y="1867"/>
                  </a:lnTo>
                  <a:lnTo>
                    <a:pt x="234" y="2147"/>
                  </a:lnTo>
                  <a:lnTo>
                    <a:pt x="421" y="2334"/>
                  </a:lnTo>
                  <a:lnTo>
                    <a:pt x="701" y="2474"/>
                  </a:lnTo>
                  <a:lnTo>
                    <a:pt x="934" y="2521"/>
                  </a:lnTo>
                  <a:lnTo>
                    <a:pt x="1214" y="2567"/>
                  </a:lnTo>
                  <a:lnTo>
                    <a:pt x="1448" y="2521"/>
                  </a:lnTo>
                  <a:lnTo>
                    <a:pt x="1728" y="2474"/>
                  </a:lnTo>
                  <a:lnTo>
                    <a:pt x="1961" y="2334"/>
                  </a:lnTo>
                  <a:lnTo>
                    <a:pt x="2148" y="2147"/>
                  </a:lnTo>
                  <a:lnTo>
                    <a:pt x="2334" y="1961"/>
                  </a:lnTo>
                  <a:lnTo>
                    <a:pt x="2474" y="1681"/>
                  </a:lnTo>
                  <a:lnTo>
                    <a:pt x="2568" y="1447"/>
                  </a:lnTo>
                  <a:lnTo>
                    <a:pt x="2568" y="1167"/>
                  </a:lnTo>
                  <a:lnTo>
                    <a:pt x="2568" y="934"/>
                  </a:lnTo>
                  <a:lnTo>
                    <a:pt x="2474" y="654"/>
                  </a:lnTo>
                  <a:lnTo>
                    <a:pt x="2334" y="421"/>
                  </a:lnTo>
                  <a:lnTo>
                    <a:pt x="2148" y="187"/>
                  </a:lnTo>
                  <a:lnTo>
                    <a:pt x="19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40"/>
            <p:cNvSpPr/>
            <p:nvPr/>
          </p:nvSpPr>
          <p:spPr>
            <a:xfrm>
              <a:off x="4143975" y="2786200"/>
              <a:ext cx="74700" cy="60700"/>
            </a:xfrm>
            <a:custGeom>
              <a:rect b="b" l="l" r="r" t="t"/>
              <a:pathLst>
                <a:path extrusionOk="0" h="2428" w="2988">
                  <a:moveTo>
                    <a:pt x="561" y="0"/>
                  </a:moveTo>
                  <a:lnTo>
                    <a:pt x="467" y="47"/>
                  </a:lnTo>
                  <a:lnTo>
                    <a:pt x="47" y="654"/>
                  </a:lnTo>
                  <a:lnTo>
                    <a:pt x="1" y="747"/>
                  </a:lnTo>
                  <a:lnTo>
                    <a:pt x="47" y="794"/>
                  </a:lnTo>
                  <a:lnTo>
                    <a:pt x="841" y="1354"/>
                  </a:lnTo>
                  <a:lnTo>
                    <a:pt x="887" y="1400"/>
                  </a:lnTo>
                  <a:lnTo>
                    <a:pt x="841" y="1494"/>
                  </a:lnTo>
                  <a:lnTo>
                    <a:pt x="561" y="1867"/>
                  </a:lnTo>
                  <a:lnTo>
                    <a:pt x="561" y="1960"/>
                  </a:lnTo>
                  <a:lnTo>
                    <a:pt x="607" y="2007"/>
                  </a:lnTo>
                  <a:lnTo>
                    <a:pt x="1167" y="2427"/>
                  </a:lnTo>
                  <a:lnTo>
                    <a:pt x="2194" y="1727"/>
                  </a:lnTo>
                  <a:lnTo>
                    <a:pt x="2847" y="1774"/>
                  </a:lnTo>
                  <a:lnTo>
                    <a:pt x="2941" y="1634"/>
                  </a:lnTo>
                  <a:lnTo>
                    <a:pt x="2987" y="1494"/>
                  </a:lnTo>
                  <a:lnTo>
                    <a:pt x="2987" y="1354"/>
                  </a:lnTo>
                  <a:lnTo>
                    <a:pt x="2987" y="1214"/>
                  </a:lnTo>
                  <a:lnTo>
                    <a:pt x="2941" y="1027"/>
                  </a:lnTo>
                  <a:lnTo>
                    <a:pt x="2894" y="934"/>
                  </a:lnTo>
                  <a:lnTo>
                    <a:pt x="2801" y="794"/>
                  </a:lnTo>
                  <a:lnTo>
                    <a:pt x="2661" y="700"/>
                  </a:lnTo>
                  <a:lnTo>
                    <a:pt x="1961" y="140"/>
                  </a:lnTo>
                  <a:lnTo>
                    <a:pt x="1867" y="140"/>
                  </a:lnTo>
                  <a:lnTo>
                    <a:pt x="1821" y="187"/>
                  </a:lnTo>
                  <a:lnTo>
                    <a:pt x="1541" y="560"/>
                  </a:lnTo>
                  <a:lnTo>
                    <a:pt x="1447" y="607"/>
                  </a:lnTo>
                  <a:lnTo>
                    <a:pt x="1401" y="56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40"/>
            <p:cNvSpPr/>
            <p:nvPr/>
          </p:nvSpPr>
          <p:spPr>
            <a:xfrm>
              <a:off x="4048300" y="2580850"/>
              <a:ext cx="246200" cy="243875"/>
            </a:xfrm>
            <a:custGeom>
              <a:rect b="b" l="l" r="r" t="t"/>
              <a:pathLst>
                <a:path extrusionOk="0" h="9755" w="9848">
                  <a:moveTo>
                    <a:pt x="794" y="1"/>
                  </a:moveTo>
                  <a:lnTo>
                    <a:pt x="654" y="47"/>
                  </a:lnTo>
                  <a:lnTo>
                    <a:pt x="561" y="141"/>
                  </a:lnTo>
                  <a:lnTo>
                    <a:pt x="47" y="887"/>
                  </a:lnTo>
                  <a:lnTo>
                    <a:pt x="1" y="981"/>
                  </a:lnTo>
                  <a:lnTo>
                    <a:pt x="1" y="1121"/>
                  </a:lnTo>
                  <a:lnTo>
                    <a:pt x="47" y="1261"/>
                  </a:lnTo>
                  <a:lnTo>
                    <a:pt x="141" y="1354"/>
                  </a:lnTo>
                  <a:lnTo>
                    <a:pt x="1401" y="2194"/>
                  </a:lnTo>
                  <a:lnTo>
                    <a:pt x="2567" y="3081"/>
                  </a:lnTo>
                  <a:lnTo>
                    <a:pt x="3688" y="4061"/>
                  </a:lnTo>
                  <a:lnTo>
                    <a:pt x="4761" y="5088"/>
                  </a:lnTo>
                  <a:lnTo>
                    <a:pt x="5788" y="6161"/>
                  </a:lnTo>
                  <a:lnTo>
                    <a:pt x="6768" y="7328"/>
                  </a:lnTo>
                  <a:lnTo>
                    <a:pt x="7654" y="8494"/>
                  </a:lnTo>
                  <a:lnTo>
                    <a:pt x="8541" y="9708"/>
                  </a:lnTo>
                  <a:lnTo>
                    <a:pt x="8588" y="9754"/>
                  </a:lnTo>
                  <a:lnTo>
                    <a:pt x="8634" y="9754"/>
                  </a:lnTo>
                  <a:lnTo>
                    <a:pt x="8821" y="9568"/>
                  </a:lnTo>
                  <a:lnTo>
                    <a:pt x="9194" y="9381"/>
                  </a:lnTo>
                  <a:lnTo>
                    <a:pt x="9614" y="9148"/>
                  </a:lnTo>
                  <a:lnTo>
                    <a:pt x="9801" y="9008"/>
                  </a:lnTo>
                  <a:lnTo>
                    <a:pt x="9848" y="8961"/>
                  </a:lnTo>
                  <a:lnTo>
                    <a:pt x="9848" y="8821"/>
                  </a:lnTo>
                  <a:lnTo>
                    <a:pt x="8914" y="7561"/>
                  </a:lnTo>
                  <a:lnTo>
                    <a:pt x="7981" y="6301"/>
                  </a:lnTo>
                  <a:lnTo>
                    <a:pt x="6954" y="5134"/>
                  </a:lnTo>
                  <a:lnTo>
                    <a:pt x="5881" y="3968"/>
                  </a:lnTo>
                  <a:lnTo>
                    <a:pt x="4761" y="2894"/>
                  </a:lnTo>
                  <a:lnTo>
                    <a:pt x="3547" y="1868"/>
                  </a:lnTo>
                  <a:lnTo>
                    <a:pt x="2334" y="934"/>
                  </a:lnTo>
                  <a:lnTo>
                    <a:pt x="1027" y="47"/>
                  </a:lnTo>
                  <a:lnTo>
                    <a:pt x="88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40"/>
            <p:cNvSpPr/>
            <p:nvPr/>
          </p:nvSpPr>
          <p:spPr>
            <a:xfrm>
              <a:off x="4007475" y="2684700"/>
              <a:ext cx="63025" cy="85200"/>
            </a:xfrm>
            <a:custGeom>
              <a:rect b="b" l="l" r="r" t="t"/>
              <a:pathLst>
                <a:path extrusionOk="0" h="3408" w="2521">
                  <a:moveTo>
                    <a:pt x="1074" y="0"/>
                  </a:moveTo>
                  <a:lnTo>
                    <a:pt x="0" y="3220"/>
                  </a:lnTo>
                  <a:lnTo>
                    <a:pt x="234" y="3360"/>
                  </a:lnTo>
                  <a:lnTo>
                    <a:pt x="514" y="3407"/>
                  </a:lnTo>
                  <a:lnTo>
                    <a:pt x="747" y="3407"/>
                  </a:lnTo>
                  <a:lnTo>
                    <a:pt x="980" y="3360"/>
                  </a:lnTo>
                  <a:lnTo>
                    <a:pt x="1214" y="3267"/>
                  </a:lnTo>
                  <a:lnTo>
                    <a:pt x="1447" y="3174"/>
                  </a:lnTo>
                  <a:lnTo>
                    <a:pt x="1680" y="2987"/>
                  </a:lnTo>
                  <a:lnTo>
                    <a:pt x="1914" y="2800"/>
                  </a:lnTo>
                  <a:lnTo>
                    <a:pt x="2147" y="2520"/>
                  </a:lnTo>
                  <a:lnTo>
                    <a:pt x="2334" y="2240"/>
                  </a:lnTo>
                  <a:lnTo>
                    <a:pt x="2427" y="1960"/>
                  </a:lnTo>
                  <a:lnTo>
                    <a:pt x="2520" y="1634"/>
                  </a:lnTo>
                  <a:lnTo>
                    <a:pt x="2520" y="1354"/>
                  </a:lnTo>
                  <a:lnTo>
                    <a:pt x="2474" y="1074"/>
                  </a:lnTo>
                  <a:lnTo>
                    <a:pt x="2334" y="794"/>
                  </a:lnTo>
                  <a:lnTo>
                    <a:pt x="2100" y="514"/>
                  </a:lnTo>
                  <a:lnTo>
                    <a:pt x="1867" y="327"/>
                  </a:lnTo>
                  <a:lnTo>
                    <a:pt x="1634" y="187"/>
                  </a:lnTo>
                  <a:lnTo>
                    <a:pt x="1354" y="94"/>
                  </a:lnTo>
                  <a:lnTo>
                    <a:pt x="107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40"/>
            <p:cNvSpPr/>
            <p:nvPr/>
          </p:nvSpPr>
          <p:spPr>
            <a:xfrm>
              <a:off x="3982975" y="2799025"/>
              <a:ext cx="29175" cy="40875"/>
            </a:xfrm>
            <a:custGeom>
              <a:rect b="b" l="l" r="r" t="t"/>
              <a:pathLst>
                <a:path extrusionOk="0" h="1635" w="1167">
                  <a:moveTo>
                    <a:pt x="514" y="1"/>
                  </a:moveTo>
                  <a:lnTo>
                    <a:pt x="0" y="1634"/>
                  </a:lnTo>
                  <a:lnTo>
                    <a:pt x="0" y="1634"/>
                  </a:lnTo>
                  <a:lnTo>
                    <a:pt x="560" y="1494"/>
                  </a:lnTo>
                  <a:lnTo>
                    <a:pt x="980" y="1401"/>
                  </a:lnTo>
                  <a:lnTo>
                    <a:pt x="1120" y="1354"/>
                  </a:lnTo>
                  <a:lnTo>
                    <a:pt x="1167" y="1307"/>
                  </a:lnTo>
                  <a:lnTo>
                    <a:pt x="1167" y="654"/>
                  </a:lnTo>
                  <a:lnTo>
                    <a:pt x="1167" y="234"/>
                  </a:lnTo>
                  <a:lnTo>
                    <a:pt x="1167" y="94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40"/>
            <p:cNvSpPr/>
            <p:nvPr/>
          </p:nvSpPr>
          <p:spPr>
            <a:xfrm>
              <a:off x="4076300" y="2745375"/>
              <a:ext cx="42025" cy="53675"/>
            </a:xfrm>
            <a:custGeom>
              <a:rect b="b" l="l" r="r" t="t"/>
              <a:pathLst>
                <a:path extrusionOk="0" h="2147" w="1681">
                  <a:moveTo>
                    <a:pt x="1587" y="0"/>
                  </a:moveTo>
                  <a:lnTo>
                    <a:pt x="1541" y="47"/>
                  </a:lnTo>
                  <a:lnTo>
                    <a:pt x="1121" y="607"/>
                  </a:lnTo>
                  <a:lnTo>
                    <a:pt x="1027" y="653"/>
                  </a:lnTo>
                  <a:lnTo>
                    <a:pt x="981" y="653"/>
                  </a:lnTo>
                  <a:lnTo>
                    <a:pt x="701" y="467"/>
                  </a:lnTo>
                  <a:lnTo>
                    <a:pt x="607" y="420"/>
                  </a:lnTo>
                  <a:lnTo>
                    <a:pt x="561" y="467"/>
                  </a:lnTo>
                  <a:lnTo>
                    <a:pt x="94" y="1073"/>
                  </a:lnTo>
                  <a:lnTo>
                    <a:pt x="1" y="1260"/>
                  </a:lnTo>
                  <a:lnTo>
                    <a:pt x="1" y="1493"/>
                  </a:lnTo>
                  <a:lnTo>
                    <a:pt x="94" y="1680"/>
                  </a:lnTo>
                  <a:lnTo>
                    <a:pt x="234" y="1820"/>
                  </a:lnTo>
                  <a:lnTo>
                    <a:pt x="934" y="2147"/>
                  </a:lnTo>
                  <a:lnTo>
                    <a:pt x="1121" y="2147"/>
                  </a:lnTo>
                  <a:lnTo>
                    <a:pt x="1307" y="1913"/>
                  </a:lnTo>
                  <a:lnTo>
                    <a:pt x="1587" y="1447"/>
                  </a:lnTo>
                  <a:lnTo>
                    <a:pt x="1681" y="4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40"/>
            <p:cNvSpPr/>
            <p:nvPr/>
          </p:nvSpPr>
          <p:spPr>
            <a:xfrm>
              <a:off x="4037800" y="2828200"/>
              <a:ext cx="68875" cy="58350"/>
            </a:xfrm>
            <a:custGeom>
              <a:rect b="b" l="l" r="r" t="t"/>
              <a:pathLst>
                <a:path extrusionOk="0" h="2334" w="2755">
                  <a:moveTo>
                    <a:pt x="1354" y="0"/>
                  </a:moveTo>
                  <a:lnTo>
                    <a:pt x="1121" y="47"/>
                  </a:lnTo>
                  <a:lnTo>
                    <a:pt x="841" y="94"/>
                  </a:lnTo>
                  <a:lnTo>
                    <a:pt x="607" y="234"/>
                  </a:lnTo>
                  <a:lnTo>
                    <a:pt x="421" y="420"/>
                  </a:lnTo>
                  <a:lnTo>
                    <a:pt x="234" y="607"/>
                  </a:lnTo>
                  <a:lnTo>
                    <a:pt x="94" y="840"/>
                  </a:lnTo>
                  <a:lnTo>
                    <a:pt x="47" y="1120"/>
                  </a:lnTo>
                  <a:lnTo>
                    <a:pt x="1" y="1400"/>
                  </a:lnTo>
                  <a:lnTo>
                    <a:pt x="47" y="1634"/>
                  </a:lnTo>
                  <a:lnTo>
                    <a:pt x="94" y="1914"/>
                  </a:lnTo>
                  <a:lnTo>
                    <a:pt x="234" y="2147"/>
                  </a:lnTo>
                  <a:lnTo>
                    <a:pt x="421" y="2334"/>
                  </a:lnTo>
                  <a:lnTo>
                    <a:pt x="794" y="2101"/>
                  </a:lnTo>
                  <a:lnTo>
                    <a:pt x="1167" y="1821"/>
                  </a:lnTo>
                  <a:lnTo>
                    <a:pt x="2707" y="1634"/>
                  </a:lnTo>
                  <a:lnTo>
                    <a:pt x="2754" y="1307"/>
                  </a:lnTo>
                  <a:lnTo>
                    <a:pt x="2707" y="980"/>
                  </a:lnTo>
                  <a:lnTo>
                    <a:pt x="2567" y="700"/>
                  </a:lnTo>
                  <a:lnTo>
                    <a:pt x="2334" y="420"/>
                  </a:lnTo>
                  <a:lnTo>
                    <a:pt x="2147" y="234"/>
                  </a:lnTo>
                  <a:lnTo>
                    <a:pt x="1914" y="94"/>
                  </a:lnTo>
                  <a:lnTo>
                    <a:pt x="1634" y="47"/>
                  </a:lnTo>
                  <a:lnTo>
                    <a:pt x="135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40"/>
            <p:cNvSpPr/>
            <p:nvPr/>
          </p:nvSpPr>
          <p:spPr>
            <a:xfrm>
              <a:off x="4255975" y="2789700"/>
              <a:ext cx="39700" cy="37350"/>
            </a:xfrm>
            <a:custGeom>
              <a:rect b="b" l="l" r="r" t="t"/>
              <a:pathLst>
                <a:path extrusionOk="0" h="1494" w="1588">
                  <a:moveTo>
                    <a:pt x="1214" y="0"/>
                  </a:moveTo>
                  <a:lnTo>
                    <a:pt x="1167" y="234"/>
                  </a:lnTo>
                  <a:lnTo>
                    <a:pt x="1121" y="280"/>
                  </a:lnTo>
                  <a:lnTo>
                    <a:pt x="1027" y="374"/>
                  </a:lnTo>
                  <a:lnTo>
                    <a:pt x="234" y="934"/>
                  </a:lnTo>
                  <a:lnTo>
                    <a:pt x="94" y="980"/>
                  </a:lnTo>
                  <a:lnTo>
                    <a:pt x="1" y="1027"/>
                  </a:lnTo>
                  <a:lnTo>
                    <a:pt x="234" y="1354"/>
                  </a:lnTo>
                  <a:lnTo>
                    <a:pt x="327" y="1447"/>
                  </a:lnTo>
                  <a:lnTo>
                    <a:pt x="421" y="1494"/>
                  </a:lnTo>
                  <a:lnTo>
                    <a:pt x="561" y="1494"/>
                  </a:lnTo>
                  <a:lnTo>
                    <a:pt x="654" y="1447"/>
                  </a:lnTo>
                  <a:lnTo>
                    <a:pt x="1447" y="934"/>
                  </a:lnTo>
                  <a:lnTo>
                    <a:pt x="1541" y="840"/>
                  </a:lnTo>
                  <a:lnTo>
                    <a:pt x="1587" y="747"/>
                  </a:lnTo>
                  <a:lnTo>
                    <a:pt x="1587" y="607"/>
                  </a:lnTo>
                  <a:lnTo>
                    <a:pt x="1541" y="467"/>
                  </a:lnTo>
                  <a:lnTo>
                    <a:pt x="1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40"/>
            <p:cNvSpPr/>
            <p:nvPr/>
          </p:nvSpPr>
          <p:spPr>
            <a:xfrm>
              <a:off x="3982975" y="2799025"/>
              <a:ext cx="33850" cy="40875"/>
            </a:xfrm>
            <a:custGeom>
              <a:rect b="b" l="l" r="r" t="t"/>
              <a:pathLst>
                <a:path extrusionOk="0" h="1635" w="1354">
                  <a:moveTo>
                    <a:pt x="887" y="1"/>
                  </a:moveTo>
                  <a:lnTo>
                    <a:pt x="887" y="934"/>
                  </a:lnTo>
                  <a:lnTo>
                    <a:pt x="840" y="1027"/>
                  </a:lnTo>
                  <a:lnTo>
                    <a:pt x="794" y="1074"/>
                  </a:lnTo>
                  <a:lnTo>
                    <a:pt x="747" y="1121"/>
                  </a:lnTo>
                  <a:lnTo>
                    <a:pt x="140" y="1121"/>
                  </a:lnTo>
                  <a:lnTo>
                    <a:pt x="0" y="1634"/>
                  </a:lnTo>
                  <a:lnTo>
                    <a:pt x="1120" y="1634"/>
                  </a:lnTo>
                  <a:lnTo>
                    <a:pt x="1214" y="1587"/>
                  </a:lnTo>
                  <a:lnTo>
                    <a:pt x="1307" y="1541"/>
                  </a:lnTo>
                  <a:lnTo>
                    <a:pt x="1307" y="1494"/>
                  </a:lnTo>
                  <a:lnTo>
                    <a:pt x="1354" y="1401"/>
                  </a:lnTo>
                  <a:lnTo>
                    <a:pt x="1354" y="234"/>
                  </a:lnTo>
                  <a:lnTo>
                    <a:pt x="1307" y="141"/>
                  </a:lnTo>
                  <a:lnTo>
                    <a:pt x="1307" y="94"/>
                  </a:lnTo>
                  <a:lnTo>
                    <a:pt x="1214" y="47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40"/>
            <p:cNvSpPr/>
            <p:nvPr/>
          </p:nvSpPr>
          <p:spPr>
            <a:xfrm>
              <a:off x="4077475" y="2746525"/>
              <a:ext cx="52525" cy="58375"/>
            </a:xfrm>
            <a:custGeom>
              <a:rect b="b" l="l" r="r" t="t"/>
              <a:pathLst>
                <a:path extrusionOk="0" h="2335" w="2101">
                  <a:moveTo>
                    <a:pt x="1587" y="1"/>
                  </a:moveTo>
                  <a:lnTo>
                    <a:pt x="1167" y="561"/>
                  </a:lnTo>
                  <a:lnTo>
                    <a:pt x="1167" y="607"/>
                  </a:lnTo>
                  <a:lnTo>
                    <a:pt x="1214" y="701"/>
                  </a:lnTo>
                  <a:lnTo>
                    <a:pt x="1447" y="887"/>
                  </a:lnTo>
                  <a:lnTo>
                    <a:pt x="1494" y="934"/>
                  </a:lnTo>
                  <a:lnTo>
                    <a:pt x="1494" y="1027"/>
                  </a:lnTo>
                  <a:lnTo>
                    <a:pt x="1027" y="1634"/>
                  </a:lnTo>
                  <a:lnTo>
                    <a:pt x="887" y="1774"/>
                  </a:lnTo>
                  <a:lnTo>
                    <a:pt x="700" y="1821"/>
                  </a:lnTo>
                  <a:lnTo>
                    <a:pt x="514" y="1821"/>
                  </a:lnTo>
                  <a:lnTo>
                    <a:pt x="327" y="1727"/>
                  </a:lnTo>
                  <a:lnTo>
                    <a:pt x="0" y="1494"/>
                  </a:lnTo>
                  <a:lnTo>
                    <a:pt x="47" y="1634"/>
                  </a:lnTo>
                  <a:lnTo>
                    <a:pt x="187" y="1774"/>
                  </a:lnTo>
                  <a:lnTo>
                    <a:pt x="794" y="2241"/>
                  </a:lnTo>
                  <a:lnTo>
                    <a:pt x="980" y="2334"/>
                  </a:lnTo>
                  <a:lnTo>
                    <a:pt x="1167" y="2334"/>
                  </a:lnTo>
                  <a:lnTo>
                    <a:pt x="1354" y="2241"/>
                  </a:lnTo>
                  <a:lnTo>
                    <a:pt x="1540" y="2101"/>
                  </a:lnTo>
                  <a:lnTo>
                    <a:pt x="1960" y="1494"/>
                  </a:lnTo>
                  <a:lnTo>
                    <a:pt x="2007" y="1401"/>
                  </a:lnTo>
                  <a:lnTo>
                    <a:pt x="1960" y="1354"/>
                  </a:lnTo>
                  <a:lnTo>
                    <a:pt x="1680" y="1167"/>
                  </a:lnTo>
                  <a:lnTo>
                    <a:pt x="1634" y="1074"/>
                  </a:lnTo>
                  <a:lnTo>
                    <a:pt x="1680" y="1027"/>
                  </a:lnTo>
                  <a:lnTo>
                    <a:pt x="2054" y="467"/>
                  </a:lnTo>
                  <a:lnTo>
                    <a:pt x="2100" y="374"/>
                  </a:lnTo>
                  <a:lnTo>
                    <a:pt x="2054" y="327"/>
                  </a:lnTo>
                  <a:lnTo>
                    <a:pt x="163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40"/>
            <p:cNvSpPr/>
            <p:nvPr/>
          </p:nvSpPr>
          <p:spPr>
            <a:xfrm>
              <a:off x="4007475" y="2691700"/>
              <a:ext cx="65350" cy="79350"/>
            </a:xfrm>
            <a:custGeom>
              <a:rect b="b" l="l" r="r" t="t"/>
              <a:pathLst>
                <a:path extrusionOk="0" h="3174" w="2614">
                  <a:moveTo>
                    <a:pt x="1820" y="0"/>
                  </a:moveTo>
                  <a:lnTo>
                    <a:pt x="1960" y="280"/>
                  </a:lnTo>
                  <a:lnTo>
                    <a:pt x="2100" y="560"/>
                  </a:lnTo>
                  <a:lnTo>
                    <a:pt x="2147" y="840"/>
                  </a:lnTo>
                  <a:lnTo>
                    <a:pt x="2100" y="1120"/>
                  </a:lnTo>
                  <a:lnTo>
                    <a:pt x="2054" y="1447"/>
                  </a:lnTo>
                  <a:lnTo>
                    <a:pt x="1960" y="1727"/>
                  </a:lnTo>
                  <a:lnTo>
                    <a:pt x="1820" y="1960"/>
                  </a:lnTo>
                  <a:lnTo>
                    <a:pt x="1634" y="2194"/>
                  </a:lnTo>
                  <a:lnTo>
                    <a:pt x="1307" y="2474"/>
                  </a:lnTo>
                  <a:lnTo>
                    <a:pt x="887" y="2614"/>
                  </a:lnTo>
                  <a:lnTo>
                    <a:pt x="514" y="2707"/>
                  </a:lnTo>
                  <a:lnTo>
                    <a:pt x="94" y="2707"/>
                  </a:lnTo>
                  <a:lnTo>
                    <a:pt x="0" y="2940"/>
                  </a:lnTo>
                  <a:lnTo>
                    <a:pt x="280" y="3080"/>
                  </a:lnTo>
                  <a:lnTo>
                    <a:pt x="514" y="3174"/>
                  </a:lnTo>
                  <a:lnTo>
                    <a:pt x="1074" y="3174"/>
                  </a:lnTo>
                  <a:lnTo>
                    <a:pt x="1354" y="3127"/>
                  </a:lnTo>
                  <a:lnTo>
                    <a:pt x="1634" y="3034"/>
                  </a:lnTo>
                  <a:lnTo>
                    <a:pt x="1867" y="2894"/>
                  </a:lnTo>
                  <a:lnTo>
                    <a:pt x="2100" y="2660"/>
                  </a:lnTo>
                  <a:lnTo>
                    <a:pt x="2334" y="2427"/>
                  </a:lnTo>
                  <a:lnTo>
                    <a:pt x="2474" y="2100"/>
                  </a:lnTo>
                  <a:lnTo>
                    <a:pt x="2567" y="1774"/>
                  </a:lnTo>
                  <a:lnTo>
                    <a:pt x="2614" y="1447"/>
                  </a:lnTo>
                  <a:lnTo>
                    <a:pt x="2567" y="1120"/>
                  </a:lnTo>
                  <a:lnTo>
                    <a:pt x="2474" y="794"/>
                  </a:lnTo>
                  <a:lnTo>
                    <a:pt x="2334" y="514"/>
                  </a:lnTo>
                  <a:lnTo>
                    <a:pt x="2100" y="234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40"/>
            <p:cNvSpPr/>
            <p:nvPr/>
          </p:nvSpPr>
          <p:spPr>
            <a:xfrm>
              <a:off x="4157975" y="2815375"/>
              <a:ext cx="60700" cy="31525"/>
            </a:xfrm>
            <a:custGeom>
              <a:rect b="b" l="l" r="r" t="t"/>
              <a:pathLst>
                <a:path extrusionOk="0" h="1261" w="2428">
                  <a:moveTo>
                    <a:pt x="2427" y="0"/>
                  </a:moveTo>
                  <a:lnTo>
                    <a:pt x="1" y="840"/>
                  </a:lnTo>
                  <a:lnTo>
                    <a:pt x="47" y="840"/>
                  </a:lnTo>
                  <a:lnTo>
                    <a:pt x="607" y="1260"/>
                  </a:lnTo>
                  <a:lnTo>
                    <a:pt x="2194" y="747"/>
                  </a:lnTo>
                  <a:lnTo>
                    <a:pt x="2287" y="607"/>
                  </a:lnTo>
                  <a:lnTo>
                    <a:pt x="2381" y="467"/>
                  </a:lnTo>
                  <a:lnTo>
                    <a:pt x="2427" y="327"/>
                  </a:lnTo>
                  <a:lnTo>
                    <a:pt x="2427" y="187"/>
                  </a:lnTo>
                  <a:lnTo>
                    <a:pt x="24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40"/>
            <p:cNvSpPr/>
            <p:nvPr/>
          </p:nvSpPr>
          <p:spPr>
            <a:xfrm>
              <a:off x="4040150" y="2853875"/>
              <a:ext cx="66525" cy="35025"/>
            </a:xfrm>
            <a:custGeom>
              <a:rect b="b" l="l" r="r" t="t"/>
              <a:pathLst>
                <a:path extrusionOk="0" h="1401" w="2661">
                  <a:moveTo>
                    <a:pt x="2613" y="0"/>
                  </a:moveTo>
                  <a:lnTo>
                    <a:pt x="0" y="840"/>
                  </a:lnTo>
                  <a:lnTo>
                    <a:pt x="140" y="1120"/>
                  </a:lnTo>
                  <a:lnTo>
                    <a:pt x="327" y="1307"/>
                  </a:lnTo>
                  <a:lnTo>
                    <a:pt x="373" y="1400"/>
                  </a:lnTo>
                  <a:lnTo>
                    <a:pt x="2613" y="607"/>
                  </a:lnTo>
                  <a:lnTo>
                    <a:pt x="2660" y="327"/>
                  </a:lnTo>
                  <a:lnTo>
                    <a:pt x="26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40"/>
          <p:cNvGrpSpPr/>
          <p:nvPr/>
        </p:nvGrpSpPr>
        <p:grpSpPr>
          <a:xfrm>
            <a:off x="1691209" y="3289563"/>
            <a:ext cx="264875" cy="336025"/>
            <a:chOff x="3994625" y="3271550"/>
            <a:chExt cx="264875" cy="336025"/>
          </a:xfrm>
        </p:grpSpPr>
        <p:sp>
          <p:nvSpPr>
            <p:cNvPr id="9188" name="Google Shape;9188;p40"/>
            <p:cNvSpPr/>
            <p:nvPr/>
          </p:nvSpPr>
          <p:spPr>
            <a:xfrm>
              <a:off x="4007475" y="3271550"/>
              <a:ext cx="246200" cy="336025"/>
            </a:xfrm>
            <a:custGeom>
              <a:rect b="b" l="l" r="r" t="t"/>
              <a:pathLst>
                <a:path extrusionOk="0" h="13441" w="9848">
                  <a:moveTo>
                    <a:pt x="4527" y="0"/>
                  </a:moveTo>
                  <a:lnTo>
                    <a:pt x="4014" y="47"/>
                  </a:lnTo>
                  <a:lnTo>
                    <a:pt x="3547" y="94"/>
                  </a:lnTo>
                  <a:lnTo>
                    <a:pt x="3080" y="187"/>
                  </a:lnTo>
                  <a:lnTo>
                    <a:pt x="2614" y="327"/>
                  </a:lnTo>
                  <a:lnTo>
                    <a:pt x="2194" y="467"/>
                  </a:lnTo>
                  <a:lnTo>
                    <a:pt x="1820" y="654"/>
                  </a:lnTo>
                  <a:lnTo>
                    <a:pt x="1447" y="840"/>
                  </a:lnTo>
                  <a:lnTo>
                    <a:pt x="1120" y="1027"/>
                  </a:lnTo>
                  <a:lnTo>
                    <a:pt x="840" y="1260"/>
                  </a:lnTo>
                  <a:lnTo>
                    <a:pt x="607" y="1494"/>
                  </a:lnTo>
                  <a:lnTo>
                    <a:pt x="374" y="1727"/>
                  </a:lnTo>
                  <a:lnTo>
                    <a:pt x="234" y="2007"/>
                  </a:lnTo>
                  <a:lnTo>
                    <a:pt x="94" y="2287"/>
                  </a:lnTo>
                  <a:lnTo>
                    <a:pt x="0" y="2567"/>
                  </a:lnTo>
                  <a:lnTo>
                    <a:pt x="0" y="2847"/>
                  </a:lnTo>
                  <a:lnTo>
                    <a:pt x="47" y="3220"/>
                  </a:lnTo>
                  <a:lnTo>
                    <a:pt x="140" y="3547"/>
                  </a:lnTo>
                  <a:lnTo>
                    <a:pt x="327" y="3920"/>
                  </a:lnTo>
                  <a:lnTo>
                    <a:pt x="607" y="4200"/>
                  </a:lnTo>
                  <a:lnTo>
                    <a:pt x="700" y="4387"/>
                  </a:lnTo>
                  <a:lnTo>
                    <a:pt x="747" y="4574"/>
                  </a:lnTo>
                  <a:lnTo>
                    <a:pt x="747" y="12787"/>
                  </a:lnTo>
                  <a:lnTo>
                    <a:pt x="794" y="13021"/>
                  </a:lnTo>
                  <a:lnTo>
                    <a:pt x="934" y="13254"/>
                  </a:lnTo>
                  <a:lnTo>
                    <a:pt x="1167" y="13394"/>
                  </a:lnTo>
                  <a:lnTo>
                    <a:pt x="1400" y="13441"/>
                  </a:lnTo>
                  <a:lnTo>
                    <a:pt x="8681" y="13441"/>
                  </a:lnTo>
                  <a:lnTo>
                    <a:pt x="8821" y="13394"/>
                  </a:lnTo>
                  <a:lnTo>
                    <a:pt x="8914" y="13347"/>
                  </a:lnTo>
                  <a:lnTo>
                    <a:pt x="8961" y="13301"/>
                  </a:lnTo>
                  <a:lnTo>
                    <a:pt x="9007" y="13207"/>
                  </a:lnTo>
                  <a:lnTo>
                    <a:pt x="9101" y="12974"/>
                  </a:lnTo>
                  <a:lnTo>
                    <a:pt x="9101" y="12694"/>
                  </a:lnTo>
                  <a:lnTo>
                    <a:pt x="9101" y="4480"/>
                  </a:lnTo>
                  <a:lnTo>
                    <a:pt x="9147" y="4247"/>
                  </a:lnTo>
                  <a:lnTo>
                    <a:pt x="9287" y="4014"/>
                  </a:lnTo>
                  <a:lnTo>
                    <a:pt x="9567" y="3734"/>
                  </a:lnTo>
                  <a:lnTo>
                    <a:pt x="9707" y="3454"/>
                  </a:lnTo>
                  <a:lnTo>
                    <a:pt x="9801" y="3174"/>
                  </a:lnTo>
                  <a:lnTo>
                    <a:pt x="9847" y="2847"/>
                  </a:lnTo>
                  <a:lnTo>
                    <a:pt x="9847" y="2660"/>
                  </a:lnTo>
                  <a:lnTo>
                    <a:pt x="9801" y="2474"/>
                  </a:lnTo>
                  <a:lnTo>
                    <a:pt x="9661" y="2240"/>
                  </a:lnTo>
                  <a:lnTo>
                    <a:pt x="9521" y="2007"/>
                  </a:lnTo>
                  <a:lnTo>
                    <a:pt x="9334" y="1774"/>
                  </a:lnTo>
                  <a:lnTo>
                    <a:pt x="9101" y="1540"/>
                  </a:lnTo>
                  <a:lnTo>
                    <a:pt x="8821" y="1260"/>
                  </a:lnTo>
                  <a:lnTo>
                    <a:pt x="8494" y="1074"/>
                  </a:lnTo>
                  <a:lnTo>
                    <a:pt x="8167" y="840"/>
                  </a:lnTo>
                  <a:lnTo>
                    <a:pt x="7794" y="654"/>
                  </a:lnTo>
                  <a:lnTo>
                    <a:pt x="7421" y="467"/>
                  </a:lnTo>
                  <a:lnTo>
                    <a:pt x="7001" y="280"/>
                  </a:lnTo>
                  <a:lnTo>
                    <a:pt x="6534" y="187"/>
                  </a:lnTo>
                  <a:lnTo>
                    <a:pt x="6067" y="47"/>
                  </a:lnTo>
                  <a:lnTo>
                    <a:pt x="55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40"/>
            <p:cNvSpPr/>
            <p:nvPr/>
          </p:nvSpPr>
          <p:spPr>
            <a:xfrm>
              <a:off x="3994625" y="3339225"/>
              <a:ext cx="112050" cy="129525"/>
            </a:xfrm>
            <a:custGeom>
              <a:rect b="b" l="l" r="r" t="t"/>
              <a:pathLst>
                <a:path extrusionOk="0" h="5181" w="4482">
                  <a:moveTo>
                    <a:pt x="3128" y="0"/>
                  </a:moveTo>
                  <a:lnTo>
                    <a:pt x="2941" y="47"/>
                  </a:lnTo>
                  <a:lnTo>
                    <a:pt x="2754" y="140"/>
                  </a:lnTo>
                  <a:lnTo>
                    <a:pt x="2568" y="233"/>
                  </a:lnTo>
                  <a:lnTo>
                    <a:pt x="2428" y="373"/>
                  </a:lnTo>
                  <a:lnTo>
                    <a:pt x="2241" y="607"/>
                  </a:lnTo>
                  <a:lnTo>
                    <a:pt x="2148" y="840"/>
                  </a:lnTo>
                  <a:lnTo>
                    <a:pt x="2148" y="887"/>
                  </a:lnTo>
                  <a:lnTo>
                    <a:pt x="2101" y="887"/>
                  </a:lnTo>
                  <a:lnTo>
                    <a:pt x="1868" y="840"/>
                  </a:lnTo>
                  <a:lnTo>
                    <a:pt x="1681" y="840"/>
                  </a:lnTo>
                  <a:lnTo>
                    <a:pt x="1448" y="887"/>
                  </a:lnTo>
                  <a:lnTo>
                    <a:pt x="1261" y="933"/>
                  </a:lnTo>
                  <a:lnTo>
                    <a:pt x="1028" y="1027"/>
                  </a:lnTo>
                  <a:lnTo>
                    <a:pt x="888" y="1167"/>
                  </a:lnTo>
                  <a:lnTo>
                    <a:pt x="701" y="1307"/>
                  </a:lnTo>
                  <a:lnTo>
                    <a:pt x="561" y="1447"/>
                  </a:lnTo>
                  <a:lnTo>
                    <a:pt x="421" y="1680"/>
                  </a:lnTo>
                  <a:lnTo>
                    <a:pt x="374" y="1867"/>
                  </a:lnTo>
                  <a:lnTo>
                    <a:pt x="281" y="2054"/>
                  </a:lnTo>
                  <a:lnTo>
                    <a:pt x="281" y="2287"/>
                  </a:lnTo>
                  <a:lnTo>
                    <a:pt x="281" y="2520"/>
                  </a:lnTo>
                  <a:lnTo>
                    <a:pt x="328" y="2707"/>
                  </a:lnTo>
                  <a:lnTo>
                    <a:pt x="421" y="2894"/>
                  </a:lnTo>
                  <a:lnTo>
                    <a:pt x="514" y="3080"/>
                  </a:lnTo>
                  <a:lnTo>
                    <a:pt x="468" y="3174"/>
                  </a:lnTo>
                  <a:lnTo>
                    <a:pt x="328" y="3314"/>
                  </a:lnTo>
                  <a:lnTo>
                    <a:pt x="188" y="3547"/>
                  </a:lnTo>
                  <a:lnTo>
                    <a:pt x="94" y="3734"/>
                  </a:lnTo>
                  <a:lnTo>
                    <a:pt x="48" y="3920"/>
                  </a:lnTo>
                  <a:lnTo>
                    <a:pt x="1" y="4154"/>
                  </a:lnTo>
                  <a:lnTo>
                    <a:pt x="48" y="4340"/>
                  </a:lnTo>
                  <a:lnTo>
                    <a:pt x="94" y="4527"/>
                  </a:lnTo>
                  <a:lnTo>
                    <a:pt x="188" y="4714"/>
                  </a:lnTo>
                  <a:lnTo>
                    <a:pt x="281" y="4900"/>
                  </a:lnTo>
                  <a:lnTo>
                    <a:pt x="468" y="5040"/>
                  </a:lnTo>
                  <a:lnTo>
                    <a:pt x="654" y="5134"/>
                  </a:lnTo>
                  <a:lnTo>
                    <a:pt x="888" y="5180"/>
                  </a:lnTo>
                  <a:lnTo>
                    <a:pt x="1121" y="5134"/>
                  </a:lnTo>
                  <a:lnTo>
                    <a:pt x="1308" y="4994"/>
                  </a:lnTo>
                  <a:lnTo>
                    <a:pt x="1541" y="4807"/>
                  </a:lnTo>
                  <a:lnTo>
                    <a:pt x="1728" y="4620"/>
                  </a:lnTo>
                  <a:lnTo>
                    <a:pt x="2101" y="4200"/>
                  </a:lnTo>
                  <a:lnTo>
                    <a:pt x="2241" y="3967"/>
                  </a:lnTo>
                  <a:lnTo>
                    <a:pt x="2288" y="3827"/>
                  </a:lnTo>
                  <a:lnTo>
                    <a:pt x="2288" y="3687"/>
                  </a:lnTo>
                  <a:lnTo>
                    <a:pt x="2194" y="3454"/>
                  </a:lnTo>
                  <a:lnTo>
                    <a:pt x="2381" y="3407"/>
                  </a:lnTo>
                  <a:lnTo>
                    <a:pt x="2614" y="3360"/>
                  </a:lnTo>
                  <a:lnTo>
                    <a:pt x="2801" y="3314"/>
                  </a:lnTo>
                  <a:lnTo>
                    <a:pt x="2894" y="3267"/>
                  </a:lnTo>
                  <a:lnTo>
                    <a:pt x="2988" y="3174"/>
                  </a:lnTo>
                  <a:lnTo>
                    <a:pt x="3081" y="2987"/>
                  </a:lnTo>
                  <a:lnTo>
                    <a:pt x="3174" y="2800"/>
                  </a:lnTo>
                  <a:lnTo>
                    <a:pt x="3221" y="2567"/>
                  </a:lnTo>
                  <a:lnTo>
                    <a:pt x="3221" y="2380"/>
                  </a:lnTo>
                  <a:lnTo>
                    <a:pt x="3548" y="2334"/>
                  </a:lnTo>
                  <a:lnTo>
                    <a:pt x="3828" y="2240"/>
                  </a:lnTo>
                  <a:lnTo>
                    <a:pt x="4061" y="2100"/>
                  </a:lnTo>
                  <a:lnTo>
                    <a:pt x="4294" y="1867"/>
                  </a:lnTo>
                  <a:lnTo>
                    <a:pt x="4388" y="1633"/>
                  </a:lnTo>
                  <a:lnTo>
                    <a:pt x="4481" y="1400"/>
                  </a:lnTo>
                  <a:lnTo>
                    <a:pt x="4481" y="1167"/>
                  </a:lnTo>
                  <a:lnTo>
                    <a:pt x="4481" y="933"/>
                  </a:lnTo>
                  <a:lnTo>
                    <a:pt x="4388" y="700"/>
                  </a:lnTo>
                  <a:lnTo>
                    <a:pt x="4294" y="513"/>
                  </a:lnTo>
                  <a:lnTo>
                    <a:pt x="4108" y="327"/>
                  </a:lnTo>
                  <a:lnTo>
                    <a:pt x="3921" y="140"/>
                  </a:lnTo>
                  <a:lnTo>
                    <a:pt x="3734" y="47"/>
                  </a:lnTo>
                  <a:lnTo>
                    <a:pt x="354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40"/>
            <p:cNvSpPr/>
            <p:nvPr/>
          </p:nvSpPr>
          <p:spPr>
            <a:xfrm>
              <a:off x="4080975" y="3495550"/>
              <a:ext cx="86350" cy="93375"/>
            </a:xfrm>
            <a:custGeom>
              <a:rect b="b" l="l" r="r" t="t"/>
              <a:pathLst>
                <a:path extrusionOk="0" h="3735" w="3454">
                  <a:moveTo>
                    <a:pt x="1867" y="1"/>
                  </a:moveTo>
                  <a:lnTo>
                    <a:pt x="1494" y="47"/>
                  </a:lnTo>
                  <a:lnTo>
                    <a:pt x="1167" y="141"/>
                  </a:lnTo>
                  <a:lnTo>
                    <a:pt x="840" y="327"/>
                  </a:lnTo>
                  <a:lnTo>
                    <a:pt x="560" y="561"/>
                  </a:lnTo>
                  <a:lnTo>
                    <a:pt x="327" y="841"/>
                  </a:lnTo>
                  <a:lnTo>
                    <a:pt x="140" y="1167"/>
                  </a:lnTo>
                  <a:lnTo>
                    <a:pt x="47" y="1494"/>
                  </a:lnTo>
                  <a:lnTo>
                    <a:pt x="0" y="1867"/>
                  </a:lnTo>
                  <a:lnTo>
                    <a:pt x="47" y="2241"/>
                  </a:lnTo>
                  <a:lnTo>
                    <a:pt x="140" y="2614"/>
                  </a:lnTo>
                  <a:lnTo>
                    <a:pt x="327" y="2941"/>
                  </a:lnTo>
                  <a:lnTo>
                    <a:pt x="560" y="3221"/>
                  </a:lnTo>
                  <a:lnTo>
                    <a:pt x="840" y="3407"/>
                  </a:lnTo>
                  <a:lnTo>
                    <a:pt x="1167" y="3594"/>
                  </a:lnTo>
                  <a:lnTo>
                    <a:pt x="1494" y="3687"/>
                  </a:lnTo>
                  <a:lnTo>
                    <a:pt x="1867" y="3734"/>
                  </a:lnTo>
                  <a:lnTo>
                    <a:pt x="2054" y="3734"/>
                  </a:lnTo>
                  <a:lnTo>
                    <a:pt x="2240" y="3687"/>
                  </a:lnTo>
                  <a:lnTo>
                    <a:pt x="2567" y="3547"/>
                  </a:lnTo>
                  <a:lnTo>
                    <a:pt x="2801" y="3314"/>
                  </a:lnTo>
                  <a:lnTo>
                    <a:pt x="3034" y="3034"/>
                  </a:lnTo>
                  <a:lnTo>
                    <a:pt x="3174" y="2707"/>
                  </a:lnTo>
                  <a:lnTo>
                    <a:pt x="3314" y="2381"/>
                  </a:lnTo>
                  <a:lnTo>
                    <a:pt x="3407" y="2054"/>
                  </a:lnTo>
                  <a:lnTo>
                    <a:pt x="3407" y="1821"/>
                  </a:lnTo>
                  <a:lnTo>
                    <a:pt x="3454" y="1447"/>
                  </a:lnTo>
                  <a:lnTo>
                    <a:pt x="3361" y="1074"/>
                  </a:lnTo>
                  <a:lnTo>
                    <a:pt x="3267" y="794"/>
                  </a:lnTo>
                  <a:lnTo>
                    <a:pt x="3081" y="514"/>
                  </a:lnTo>
                  <a:lnTo>
                    <a:pt x="2847" y="327"/>
                  </a:lnTo>
                  <a:lnTo>
                    <a:pt x="2567" y="141"/>
                  </a:lnTo>
                  <a:lnTo>
                    <a:pt x="2240" y="47"/>
                  </a:lnTo>
                  <a:lnTo>
                    <a:pt x="186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40"/>
            <p:cNvSpPr/>
            <p:nvPr/>
          </p:nvSpPr>
          <p:spPr>
            <a:xfrm>
              <a:off x="4098475" y="3292550"/>
              <a:ext cx="122525" cy="112025"/>
            </a:xfrm>
            <a:custGeom>
              <a:rect b="b" l="l" r="r" t="t"/>
              <a:pathLst>
                <a:path extrusionOk="0" h="4481" w="4901">
                  <a:moveTo>
                    <a:pt x="794" y="0"/>
                  </a:moveTo>
                  <a:lnTo>
                    <a:pt x="607" y="47"/>
                  </a:lnTo>
                  <a:lnTo>
                    <a:pt x="420" y="94"/>
                  </a:lnTo>
                  <a:lnTo>
                    <a:pt x="234" y="187"/>
                  </a:lnTo>
                  <a:lnTo>
                    <a:pt x="140" y="327"/>
                  </a:lnTo>
                  <a:lnTo>
                    <a:pt x="47" y="514"/>
                  </a:lnTo>
                  <a:lnTo>
                    <a:pt x="0" y="700"/>
                  </a:lnTo>
                  <a:lnTo>
                    <a:pt x="0" y="934"/>
                  </a:lnTo>
                  <a:lnTo>
                    <a:pt x="94" y="1214"/>
                  </a:lnTo>
                  <a:lnTo>
                    <a:pt x="280" y="1727"/>
                  </a:lnTo>
                  <a:lnTo>
                    <a:pt x="607" y="2334"/>
                  </a:lnTo>
                  <a:lnTo>
                    <a:pt x="1027" y="2894"/>
                  </a:lnTo>
                  <a:lnTo>
                    <a:pt x="1447" y="3407"/>
                  </a:lnTo>
                  <a:lnTo>
                    <a:pt x="1821" y="3827"/>
                  </a:lnTo>
                  <a:lnTo>
                    <a:pt x="2194" y="4107"/>
                  </a:lnTo>
                  <a:lnTo>
                    <a:pt x="2521" y="4294"/>
                  </a:lnTo>
                  <a:lnTo>
                    <a:pt x="2847" y="4434"/>
                  </a:lnTo>
                  <a:lnTo>
                    <a:pt x="3221" y="4481"/>
                  </a:lnTo>
                  <a:lnTo>
                    <a:pt x="3547" y="4434"/>
                  </a:lnTo>
                  <a:lnTo>
                    <a:pt x="3827" y="4341"/>
                  </a:lnTo>
                  <a:lnTo>
                    <a:pt x="4154" y="4154"/>
                  </a:lnTo>
                  <a:lnTo>
                    <a:pt x="4387" y="3921"/>
                  </a:lnTo>
                  <a:lnTo>
                    <a:pt x="4621" y="3594"/>
                  </a:lnTo>
                  <a:lnTo>
                    <a:pt x="4761" y="3360"/>
                  </a:lnTo>
                  <a:lnTo>
                    <a:pt x="4854" y="3034"/>
                  </a:lnTo>
                  <a:lnTo>
                    <a:pt x="4901" y="2754"/>
                  </a:lnTo>
                  <a:lnTo>
                    <a:pt x="4901" y="2380"/>
                  </a:lnTo>
                  <a:lnTo>
                    <a:pt x="4807" y="2054"/>
                  </a:lnTo>
                  <a:lnTo>
                    <a:pt x="4714" y="1727"/>
                  </a:lnTo>
                  <a:lnTo>
                    <a:pt x="4481" y="1447"/>
                  </a:lnTo>
                  <a:lnTo>
                    <a:pt x="4201" y="1214"/>
                  </a:lnTo>
                  <a:lnTo>
                    <a:pt x="3781" y="887"/>
                  </a:lnTo>
                  <a:lnTo>
                    <a:pt x="3221" y="560"/>
                  </a:lnTo>
                  <a:lnTo>
                    <a:pt x="2567" y="234"/>
                  </a:lnTo>
                  <a:lnTo>
                    <a:pt x="2194" y="140"/>
                  </a:lnTo>
                  <a:lnTo>
                    <a:pt x="1821" y="47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40"/>
            <p:cNvSpPr/>
            <p:nvPr/>
          </p:nvSpPr>
          <p:spPr>
            <a:xfrm>
              <a:off x="4153300" y="3331050"/>
              <a:ext cx="45525" cy="40850"/>
            </a:xfrm>
            <a:custGeom>
              <a:rect b="b" l="l" r="r" t="t"/>
              <a:pathLst>
                <a:path extrusionOk="0" h="1634" w="1821">
                  <a:moveTo>
                    <a:pt x="794" y="0"/>
                  </a:moveTo>
                  <a:lnTo>
                    <a:pt x="608" y="47"/>
                  </a:lnTo>
                  <a:lnTo>
                    <a:pt x="468" y="140"/>
                  </a:lnTo>
                  <a:lnTo>
                    <a:pt x="281" y="234"/>
                  </a:lnTo>
                  <a:lnTo>
                    <a:pt x="188" y="374"/>
                  </a:lnTo>
                  <a:lnTo>
                    <a:pt x="48" y="607"/>
                  </a:lnTo>
                  <a:lnTo>
                    <a:pt x="1" y="887"/>
                  </a:lnTo>
                  <a:lnTo>
                    <a:pt x="48" y="1074"/>
                  </a:lnTo>
                  <a:lnTo>
                    <a:pt x="141" y="1167"/>
                  </a:lnTo>
                  <a:lnTo>
                    <a:pt x="468" y="1400"/>
                  </a:lnTo>
                  <a:lnTo>
                    <a:pt x="794" y="1587"/>
                  </a:lnTo>
                  <a:lnTo>
                    <a:pt x="934" y="1634"/>
                  </a:lnTo>
                  <a:lnTo>
                    <a:pt x="1214" y="1634"/>
                  </a:lnTo>
                  <a:lnTo>
                    <a:pt x="1354" y="1587"/>
                  </a:lnTo>
                  <a:lnTo>
                    <a:pt x="1448" y="1494"/>
                  </a:lnTo>
                  <a:lnTo>
                    <a:pt x="1588" y="1400"/>
                  </a:lnTo>
                  <a:lnTo>
                    <a:pt x="1728" y="1074"/>
                  </a:lnTo>
                  <a:lnTo>
                    <a:pt x="1821" y="794"/>
                  </a:lnTo>
                  <a:lnTo>
                    <a:pt x="1821" y="654"/>
                  </a:lnTo>
                  <a:lnTo>
                    <a:pt x="1774" y="514"/>
                  </a:lnTo>
                  <a:lnTo>
                    <a:pt x="1728" y="420"/>
                  </a:lnTo>
                  <a:lnTo>
                    <a:pt x="1634" y="280"/>
                  </a:lnTo>
                  <a:lnTo>
                    <a:pt x="1494" y="140"/>
                  </a:lnTo>
                  <a:lnTo>
                    <a:pt x="1308" y="4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40"/>
            <p:cNvSpPr/>
            <p:nvPr/>
          </p:nvSpPr>
          <p:spPr>
            <a:xfrm>
              <a:off x="4125300" y="3271550"/>
              <a:ext cx="134200" cy="336025"/>
            </a:xfrm>
            <a:custGeom>
              <a:rect b="b" l="l" r="r" t="t"/>
              <a:pathLst>
                <a:path extrusionOk="0" h="13441" w="5368">
                  <a:moveTo>
                    <a:pt x="1" y="0"/>
                  </a:moveTo>
                  <a:lnTo>
                    <a:pt x="934" y="94"/>
                  </a:lnTo>
                  <a:lnTo>
                    <a:pt x="1821" y="280"/>
                  </a:lnTo>
                  <a:lnTo>
                    <a:pt x="2661" y="560"/>
                  </a:lnTo>
                  <a:lnTo>
                    <a:pt x="2988" y="700"/>
                  </a:lnTo>
                  <a:lnTo>
                    <a:pt x="3361" y="887"/>
                  </a:lnTo>
                  <a:lnTo>
                    <a:pt x="3641" y="1074"/>
                  </a:lnTo>
                  <a:lnTo>
                    <a:pt x="3921" y="1307"/>
                  </a:lnTo>
                  <a:lnTo>
                    <a:pt x="4154" y="1540"/>
                  </a:lnTo>
                  <a:lnTo>
                    <a:pt x="4341" y="1774"/>
                  </a:lnTo>
                  <a:lnTo>
                    <a:pt x="4481" y="2007"/>
                  </a:lnTo>
                  <a:lnTo>
                    <a:pt x="4621" y="2287"/>
                  </a:lnTo>
                  <a:lnTo>
                    <a:pt x="4668" y="2567"/>
                  </a:lnTo>
                  <a:lnTo>
                    <a:pt x="4714" y="2847"/>
                  </a:lnTo>
                  <a:lnTo>
                    <a:pt x="4668" y="3220"/>
                  </a:lnTo>
                  <a:lnTo>
                    <a:pt x="4528" y="3547"/>
                  </a:lnTo>
                  <a:lnTo>
                    <a:pt x="4341" y="3920"/>
                  </a:lnTo>
                  <a:lnTo>
                    <a:pt x="4108" y="4200"/>
                  </a:lnTo>
                  <a:lnTo>
                    <a:pt x="3968" y="4387"/>
                  </a:lnTo>
                  <a:lnTo>
                    <a:pt x="3968" y="4574"/>
                  </a:lnTo>
                  <a:lnTo>
                    <a:pt x="3968" y="12787"/>
                  </a:lnTo>
                  <a:lnTo>
                    <a:pt x="3874" y="13021"/>
                  </a:lnTo>
                  <a:lnTo>
                    <a:pt x="3734" y="13254"/>
                  </a:lnTo>
                  <a:lnTo>
                    <a:pt x="3548" y="13394"/>
                  </a:lnTo>
                  <a:lnTo>
                    <a:pt x="3314" y="13441"/>
                  </a:lnTo>
                  <a:lnTo>
                    <a:pt x="3968" y="13441"/>
                  </a:lnTo>
                  <a:lnTo>
                    <a:pt x="4248" y="13394"/>
                  </a:lnTo>
                  <a:lnTo>
                    <a:pt x="4434" y="13254"/>
                  </a:lnTo>
                  <a:lnTo>
                    <a:pt x="4574" y="13021"/>
                  </a:lnTo>
                  <a:lnTo>
                    <a:pt x="4621" y="12787"/>
                  </a:lnTo>
                  <a:lnTo>
                    <a:pt x="4621" y="4574"/>
                  </a:lnTo>
                  <a:lnTo>
                    <a:pt x="4668" y="4387"/>
                  </a:lnTo>
                  <a:lnTo>
                    <a:pt x="4761" y="4200"/>
                  </a:lnTo>
                  <a:lnTo>
                    <a:pt x="5041" y="3920"/>
                  </a:lnTo>
                  <a:lnTo>
                    <a:pt x="5228" y="3547"/>
                  </a:lnTo>
                  <a:lnTo>
                    <a:pt x="5321" y="3220"/>
                  </a:lnTo>
                  <a:lnTo>
                    <a:pt x="5368" y="2847"/>
                  </a:lnTo>
                  <a:lnTo>
                    <a:pt x="5368" y="2567"/>
                  </a:lnTo>
                  <a:lnTo>
                    <a:pt x="5274" y="2287"/>
                  </a:lnTo>
                  <a:lnTo>
                    <a:pt x="5181" y="2007"/>
                  </a:lnTo>
                  <a:lnTo>
                    <a:pt x="4994" y="1727"/>
                  </a:lnTo>
                  <a:lnTo>
                    <a:pt x="4761" y="1494"/>
                  </a:lnTo>
                  <a:lnTo>
                    <a:pt x="4528" y="1260"/>
                  </a:lnTo>
                  <a:lnTo>
                    <a:pt x="4248" y="1027"/>
                  </a:lnTo>
                  <a:lnTo>
                    <a:pt x="3921" y="840"/>
                  </a:lnTo>
                  <a:lnTo>
                    <a:pt x="3548" y="654"/>
                  </a:lnTo>
                  <a:lnTo>
                    <a:pt x="3174" y="467"/>
                  </a:lnTo>
                  <a:lnTo>
                    <a:pt x="2754" y="327"/>
                  </a:lnTo>
                  <a:lnTo>
                    <a:pt x="2288" y="187"/>
                  </a:lnTo>
                  <a:lnTo>
                    <a:pt x="1821" y="94"/>
                  </a:lnTo>
                  <a:lnTo>
                    <a:pt x="1354" y="47"/>
                  </a:lnTo>
                  <a:lnTo>
                    <a:pt x="84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40"/>
            <p:cNvSpPr/>
            <p:nvPr/>
          </p:nvSpPr>
          <p:spPr>
            <a:xfrm>
              <a:off x="4118300" y="3292550"/>
              <a:ext cx="109700" cy="112025"/>
            </a:xfrm>
            <a:custGeom>
              <a:rect b="b" l="l" r="r" t="t"/>
              <a:pathLst>
                <a:path extrusionOk="0" h="4481" w="4388">
                  <a:moveTo>
                    <a:pt x="1" y="0"/>
                  </a:moveTo>
                  <a:lnTo>
                    <a:pt x="421" y="47"/>
                  </a:lnTo>
                  <a:lnTo>
                    <a:pt x="841" y="140"/>
                  </a:lnTo>
                  <a:lnTo>
                    <a:pt x="1634" y="420"/>
                  </a:lnTo>
                  <a:lnTo>
                    <a:pt x="2381" y="700"/>
                  </a:lnTo>
                  <a:lnTo>
                    <a:pt x="2941" y="1027"/>
                  </a:lnTo>
                  <a:lnTo>
                    <a:pt x="3221" y="1260"/>
                  </a:lnTo>
                  <a:lnTo>
                    <a:pt x="3454" y="1587"/>
                  </a:lnTo>
                  <a:lnTo>
                    <a:pt x="3594" y="1914"/>
                  </a:lnTo>
                  <a:lnTo>
                    <a:pt x="3688" y="2240"/>
                  </a:lnTo>
                  <a:lnTo>
                    <a:pt x="3734" y="2614"/>
                  </a:lnTo>
                  <a:lnTo>
                    <a:pt x="3688" y="2987"/>
                  </a:lnTo>
                  <a:lnTo>
                    <a:pt x="3594" y="3360"/>
                  </a:lnTo>
                  <a:lnTo>
                    <a:pt x="3361" y="3687"/>
                  </a:lnTo>
                  <a:lnTo>
                    <a:pt x="3128" y="3967"/>
                  </a:lnTo>
                  <a:lnTo>
                    <a:pt x="2848" y="4201"/>
                  </a:lnTo>
                  <a:lnTo>
                    <a:pt x="2521" y="4341"/>
                  </a:lnTo>
                  <a:lnTo>
                    <a:pt x="2148" y="4434"/>
                  </a:lnTo>
                  <a:lnTo>
                    <a:pt x="2428" y="4481"/>
                  </a:lnTo>
                  <a:lnTo>
                    <a:pt x="2708" y="4481"/>
                  </a:lnTo>
                  <a:lnTo>
                    <a:pt x="2941" y="4434"/>
                  </a:lnTo>
                  <a:lnTo>
                    <a:pt x="3221" y="4341"/>
                  </a:lnTo>
                  <a:lnTo>
                    <a:pt x="3454" y="4247"/>
                  </a:lnTo>
                  <a:lnTo>
                    <a:pt x="3688" y="4061"/>
                  </a:lnTo>
                  <a:lnTo>
                    <a:pt x="3874" y="3874"/>
                  </a:lnTo>
                  <a:lnTo>
                    <a:pt x="4061" y="3687"/>
                  </a:lnTo>
                  <a:lnTo>
                    <a:pt x="4248" y="3360"/>
                  </a:lnTo>
                  <a:lnTo>
                    <a:pt x="4388" y="2987"/>
                  </a:lnTo>
                  <a:lnTo>
                    <a:pt x="4388" y="2614"/>
                  </a:lnTo>
                  <a:lnTo>
                    <a:pt x="4388" y="2240"/>
                  </a:lnTo>
                  <a:lnTo>
                    <a:pt x="4294" y="1914"/>
                  </a:lnTo>
                  <a:lnTo>
                    <a:pt x="4108" y="1587"/>
                  </a:lnTo>
                  <a:lnTo>
                    <a:pt x="3921" y="1260"/>
                  </a:lnTo>
                  <a:lnTo>
                    <a:pt x="3594" y="1027"/>
                  </a:lnTo>
                  <a:lnTo>
                    <a:pt x="3314" y="840"/>
                  </a:lnTo>
                  <a:lnTo>
                    <a:pt x="2894" y="654"/>
                  </a:lnTo>
                  <a:lnTo>
                    <a:pt x="2428" y="467"/>
                  </a:lnTo>
                  <a:lnTo>
                    <a:pt x="1961" y="280"/>
                  </a:lnTo>
                  <a:lnTo>
                    <a:pt x="1448" y="140"/>
                  </a:lnTo>
                  <a:lnTo>
                    <a:pt x="934" y="47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40"/>
            <p:cNvSpPr/>
            <p:nvPr/>
          </p:nvSpPr>
          <p:spPr>
            <a:xfrm>
              <a:off x="4119475" y="3495550"/>
              <a:ext cx="54850" cy="93375"/>
            </a:xfrm>
            <a:custGeom>
              <a:rect b="b" l="l" r="r" t="t"/>
              <a:pathLst>
                <a:path extrusionOk="0" h="3735" w="2194">
                  <a:moveTo>
                    <a:pt x="327" y="1"/>
                  </a:moveTo>
                  <a:lnTo>
                    <a:pt x="0" y="47"/>
                  </a:lnTo>
                  <a:lnTo>
                    <a:pt x="327" y="141"/>
                  </a:lnTo>
                  <a:lnTo>
                    <a:pt x="607" y="281"/>
                  </a:lnTo>
                  <a:lnTo>
                    <a:pt x="887" y="467"/>
                  </a:lnTo>
                  <a:lnTo>
                    <a:pt x="1074" y="654"/>
                  </a:lnTo>
                  <a:lnTo>
                    <a:pt x="1261" y="934"/>
                  </a:lnTo>
                  <a:lnTo>
                    <a:pt x="1401" y="1214"/>
                  </a:lnTo>
                  <a:lnTo>
                    <a:pt x="1494" y="1541"/>
                  </a:lnTo>
                  <a:lnTo>
                    <a:pt x="1541" y="1867"/>
                  </a:lnTo>
                  <a:lnTo>
                    <a:pt x="1494" y="2194"/>
                  </a:lnTo>
                  <a:lnTo>
                    <a:pt x="1401" y="2521"/>
                  </a:lnTo>
                  <a:lnTo>
                    <a:pt x="1261" y="2801"/>
                  </a:lnTo>
                  <a:lnTo>
                    <a:pt x="1074" y="3081"/>
                  </a:lnTo>
                  <a:lnTo>
                    <a:pt x="887" y="3314"/>
                  </a:lnTo>
                  <a:lnTo>
                    <a:pt x="607" y="3501"/>
                  </a:lnTo>
                  <a:lnTo>
                    <a:pt x="327" y="3641"/>
                  </a:lnTo>
                  <a:lnTo>
                    <a:pt x="0" y="3734"/>
                  </a:lnTo>
                  <a:lnTo>
                    <a:pt x="327" y="3734"/>
                  </a:lnTo>
                  <a:lnTo>
                    <a:pt x="700" y="3687"/>
                  </a:lnTo>
                  <a:lnTo>
                    <a:pt x="1074" y="3594"/>
                  </a:lnTo>
                  <a:lnTo>
                    <a:pt x="1401" y="3407"/>
                  </a:lnTo>
                  <a:lnTo>
                    <a:pt x="1681" y="3221"/>
                  </a:lnTo>
                  <a:lnTo>
                    <a:pt x="1914" y="2941"/>
                  </a:lnTo>
                  <a:lnTo>
                    <a:pt x="2054" y="2614"/>
                  </a:lnTo>
                  <a:lnTo>
                    <a:pt x="2194" y="2241"/>
                  </a:lnTo>
                  <a:lnTo>
                    <a:pt x="2194" y="1867"/>
                  </a:lnTo>
                  <a:lnTo>
                    <a:pt x="2194" y="1494"/>
                  </a:lnTo>
                  <a:lnTo>
                    <a:pt x="2054" y="1167"/>
                  </a:lnTo>
                  <a:lnTo>
                    <a:pt x="1914" y="841"/>
                  </a:lnTo>
                  <a:lnTo>
                    <a:pt x="1681" y="561"/>
                  </a:lnTo>
                  <a:lnTo>
                    <a:pt x="1401" y="327"/>
                  </a:lnTo>
                  <a:lnTo>
                    <a:pt x="1074" y="141"/>
                  </a:lnTo>
                  <a:lnTo>
                    <a:pt x="700" y="47"/>
                  </a:lnTo>
                  <a:lnTo>
                    <a:pt x="32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40"/>
            <p:cNvSpPr/>
            <p:nvPr/>
          </p:nvSpPr>
          <p:spPr>
            <a:xfrm>
              <a:off x="4153300" y="3338050"/>
              <a:ext cx="46700" cy="39700"/>
            </a:xfrm>
            <a:custGeom>
              <a:rect b="b" l="l" r="r" t="t"/>
              <a:pathLst>
                <a:path extrusionOk="0" h="1588" w="1868">
                  <a:moveTo>
                    <a:pt x="1634" y="0"/>
                  </a:moveTo>
                  <a:lnTo>
                    <a:pt x="1588" y="280"/>
                  </a:lnTo>
                  <a:lnTo>
                    <a:pt x="1448" y="514"/>
                  </a:lnTo>
                  <a:lnTo>
                    <a:pt x="1354" y="654"/>
                  </a:lnTo>
                  <a:lnTo>
                    <a:pt x="1168" y="747"/>
                  </a:lnTo>
                  <a:lnTo>
                    <a:pt x="1028" y="840"/>
                  </a:lnTo>
                  <a:lnTo>
                    <a:pt x="841" y="887"/>
                  </a:lnTo>
                  <a:lnTo>
                    <a:pt x="514" y="887"/>
                  </a:lnTo>
                  <a:lnTo>
                    <a:pt x="328" y="840"/>
                  </a:lnTo>
                  <a:lnTo>
                    <a:pt x="141" y="747"/>
                  </a:lnTo>
                  <a:lnTo>
                    <a:pt x="1" y="607"/>
                  </a:lnTo>
                  <a:lnTo>
                    <a:pt x="1" y="840"/>
                  </a:lnTo>
                  <a:lnTo>
                    <a:pt x="94" y="1027"/>
                  </a:lnTo>
                  <a:lnTo>
                    <a:pt x="234" y="1214"/>
                  </a:lnTo>
                  <a:lnTo>
                    <a:pt x="374" y="1400"/>
                  </a:lnTo>
                  <a:lnTo>
                    <a:pt x="561" y="1494"/>
                  </a:lnTo>
                  <a:lnTo>
                    <a:pt x="748" y="1540"/>
                  </a:lnTo>
                  <a:lnTo>
                    <a:pt x="934" y="1587"/>
                  </a:lnTo>
                  <a:lnTo>
                    <a:pt x="1074" y="1540"/>
                  </a:lnTo>
                  <a:lnTo>
                    <a:pt x="1261" y="1494"/>
                  </a:lnTo>
                  <a:lnTo>
                    <a:pt x="1448" y="1447"/>
                  </a:lnTo>
                  <a:lnTo>
                    <a:pt x="1588" y="1307"/>
                  </a:lnTo>
                  <a:lnTo>
                    <a:pt x="1681" y="1167"/>
                  </a:lnTo>
                  <a:lnTo>
                    <a:pt x="1774" y="1027"/>
                  </a:lnTo>
                  <a:lnTo>
                    <a:pt x="1821" y="887"/>
                  </a:lnTo>
                  <a:lnTo>
                    <a:pt x="1868" y="560"/>
                  </a:lnTo>
                  <a:lnTo>
                    <a:pt x="1821" y="280"/>
                  </a:lnTo>
                  <a:lnTo>
                    <a:pt x="1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40"/>
            <p:cNvSpPr/>
            <p:nvPr/>
          </p:nvSpPr>
          <p:spPr>
            <a:xfrm>
              <a:off x="4001625" y="3339225"/>
              <a:ext cx="105050" cy="133025"/>
            </a:xfrm>
            <a:custGeom>
              <a:rect b="b" l="l" r="r" t="t"/>
              <a:pathLst>
                <a:path extrusionOk="0" h="5321" w="4202">
                  <a:moveTo>
                    <a:pt x="3128" y="0"/>
                  </a:moveTo>
                  <a:lnTo>
                    <a:pt x="3268" y="140"/>
                  </a:lnTo>
                  <a:lnTo>
                    <a:pt x="3314" y="327"/>
                  </a:lnTo>
                  <a:lnTo>
                    <a:pt x="3361" y="513"/>
                  </a:lnTo>
                  <a:lnTo>
                    <a:pt x="3408" y="700"/>
                  </a:lnTo>
                  <a:lnTo>
                    <a:pt x="3408" y="887"/>
                  </a:lnTo>
                  <a:lnTo>
                    <a:pt x="3361" y="1073"/>
                  </a:lnTo>
                  <a:lnTo>
                    <a:pt x="3268" y="1260"/>
                  </a:lnTo>
                  <a:lnTo>
                    <a:pt x="3174" y="1400"/>
                  </a:lnTo>
                  <a:lnTo>
                    <a:pt x="2988" y="1633"/>
                  </a:lnTo>
                  <a:lnTo>
                    <a:pt x="2708" y="1820"/>
                  </a:lnTo>
                  <a:lnTo>
                    <a:pt x="2428" y="1913"/>
                  </a:lnTo>
                  <a:lnTo>
                    <a:pt x="2148" y="1913"/>
                  </a:lnTo>
                  <a:lnTo>
                    <a:pt x="2101" y="2147"/>
                  </a:lnTo>
                  <a:lnTo>
                    <a:pt x="2054" y="2334"/>
                  </a:lnTo>
                  <a:lnTo>
                    <a:pt x="1961" y="2567"/>
                  </a:lnTo>
                  <a:lnTo>
                    <a:pt x="1868" y="2754"/>
                  </a:lnTo>
                  <a:lnTo>
                    <a:pt x="1728" y="2894"/>
                  </a:lnTo>
                  <a:lnTo>
                    <a:pt x="1588" y="3034"/>
                  </a:lnTo>
                  <a:lnTo>
                    <a:pt x="1401" y="3174"/>
                  </a:lnTo>
                  <a:lnTo>
                    <a:pt x="1214" y="3267"/>
                  </a:lnTo>
                  <a:lnTo>
                    <a:pt x="1308" y="3547"/>
                  </a:lnTo>
                  <a:lnTo>
                    <a:pt x="1308" y="3827"/>
                  </a:lnTo>
                  <a:lnTo>
                    <a:pt x="1214" y="4107"/>
                  </a:lnTo>
                  <a:lnTo>
                    <a:pt x="1074" y="4387"/>
                  </a:lnTo>
                  <a:lnTo>
                    <a:pt x="888" y="4620"/>
                  </a:lnTo>
                  <a:lnTo>
                    <a:pt x="608" y="4760"/>
                  </a:lnTo>
                  <a:lnTo>
                    <a:pt x="328" y="4854"/>
                  </a:lnTo>
                  <a:lnTo>
                    <a:pt x="1" y="4854"/>
                  </a:lnTo>
                  <a:lnTo>
                    <a:pt x="188" y="5040"/>
                  </a:lnTo>
                  <a:lnTo>
                    <a:pt x="374" y="5180"/>
                  </a:lnTo>
                  <a:lnTo>
                    <a:pt x="608" y="5274"/>
                  </a:lnTo>
                  <a:lnTo>
                    <a:pt x="841" y="5320"/>
                  </a:lnTo>
                  <a:lnTo>
                    <a:pt x="1074" y="5320"/>
                  </a:lnTo>
                  <a:lnTo>
                    <a:pt x="1308" y="5227"/>
                  </a:lnTo>
                  <a:lnTo>
                    <a:pt x="1541" y="5134"/>
                  </a:lnTo>
                  <a:lnTo>
                    <a:pt x="1728" y="4994"/>
                  </a:lnTo>
                  <a:lnTo>
                    <a:pt x="1914" y="4807"/>
                  </a:lnTo>
                  <a:lnTo>
                    <a:pt x="2054" y="4527"/>
                  </a:lnTo>
                  <a:lnTo>
                    <a:pt x="2101" y="4247"/>
                  </a:lnTo>
                  <a:lnTo>
                    <a:pt x="2101" y="3967"/>
                  </a:lnTo>
                  <a:lnTo>
                    <a:pt x="2054" y="3687"/>
                  </a:lnTo>
                  <a:lnTo>
                    <a:pt x="2241" y="3594"/>
                  </a:lnTo>
                  <a:lnTo>
                    <a:pt x="2381" y="3500"/>
                  </a:lnTo>
                  <a:lnTo>
                    <a:pt x="2568" y="3360"/>
                  </a:lnTo>
                  <a:lnTo>
                    <a:pt x="2708" y="3174"/>
                  </a:lnTo>
                  <a:lnTo>
                    <a:pt x="2801" y="2987"/>
                  </a:lnTo>
                  <a:lnTo>
                    <a:pt x="2894" y="2800"/>
                  </a:lnTo>
                  <a:lnTo>
                    <a:pt x="2941" y="2567"/>
                  </a:lnTo>
                  <a:lnTo>
                    <a:pt x="2941" y="2380"/>
                  </a:lnTo>
                  <a:lnTo>
                    <a:pt x="3268" y="2334"/>
                  </a:lnTo>
                  <a:lnTo>
                    <a:pt x="3548" y="2240"/>
                  </a:lnTo>
                  <a:lnTo>
                    <a:pt x="3781" y="2100"/>
                  </a:lnTo>
                  <a:lnTo>
                    <a:pt x="4014" y="1867"/>
                  </a:lnTo>
                  <a:lnTo>
                    <a:pt x="4108" y="1633"/>
                  </a:lnTo>
                  <a:lnTo>
                    <a:pt x="4201" y="1400"/>
                  </a:lnTo>
                  <a:lnTo>
                    <a:pt x="4201" y="1167"/>
                  </a:lnTo>
                  <a:lnTo>
                    <a:pt x="4201" y="933"/>
                  </a:lnTo>
                  <a:lnTo>
                    <a:pt x="4108" y="700"/>
                  </a:lnTo>
                  <a:lnTo>
                    <a:pt x="4014" y="513"/>
                  </a:lnTo>
                  <a:lnTo>
                    <a:pt x="3828" y="327"/>
                  </a:lnTo>
                  <a:lnTo>
                    <a:pt x="3641" y="140"/>
                  </a:lnTo>
                  <a:lnTo>
                    <a:pt x="3408" y="47"/>
                  </a:lnTo>
                  <a:lnTo>
                    <a:pt x="312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40"/>
            <p:cNvSpPr/>
            <p:nvPr/>
          </p:nvSpPr>
          <p:spPr>
            <a:xfrm>
              <a:off x="4010975" y="3329875"/>
              <a:ext cx="243850" cy="246200"/>
            </a:xfrm>
            <a:custGeom>
              <a:rect b="b" l="l" r="r" t="t"/>
              <a:pathLst>
                <a:path extrusionOk="0" h="9848" w="9754">
                  <a:moveTo>
                    <a:pt x="3034" y="1"/>
                  </a:moveTo>
                  <a:lnTo>
                    <a:pt x="2987" y="47"/>
                  </a:lnTo>
                  <a:lnTo>
                    <a:pt x="2707" y="701"/>
                  </a:lnTo>
                  <a:lnTo>
                    <a:pt x="2707" y="747"/>
                  </a:lnTo>
                  <a:lnTo>
                    <a:pt x="2754" y="841"/>
                  </a:lnTo>
                  <a:lnTo>
                    <a:pt x="2940" y="981"/>
                  </a:lnTo>
                  <a:lnTo>
                    <a:pt x="3080" y="1167"/>
                  </a:lnTo>
                  <a:lnTo>
                    <a:pt x="3174" y="1401"/>
                  </a:lnTo>
                  <a:lnTo>
                    <a:pt x="3220" y="1681"/>
                  </a:lnTo>
                  <a:lnTo>
                    <a:pt x="3127" y="1961"/>
                  </a:lnTo>
                  <a:lnTo>
                    <a:pt x="2987" y="2241"/>
                  </a:lnTo>
                  <a:lnTo>
                    <a:pt x="2707" y="2381"/>
                  </a:lnTo>
                  <a:lnTo>
                    <a:pt x="2427" y="2474"/>
                  </a:lnTo>
                  <a:lnTo>
                    <a:pt x="2240" y="2474"/>
                  </a:lnTo>
                  <a:lnTo>
                    <a:pt x="2007" y="2428"/>
                  </a:lnTo>
                  <a:lnTo>
                    <a:pt x="1960" y="2428"/>
                  </a:lnTo>
                  <a:lnTo>
                    <a:pt x="1867" y="2474"/>
                  </a:lnTo>
                  <a:lnTo>
                    <a:pt x="0" y="6674"/>
                  </a:lnTo>
                  <a:lnTo>
                    <a:pt x="0" y="6768"/>
                  </a:lnTo>
                  <a:lnTo>
                    <a:pt x="47" y="6861"/>
                  </a:lnTo>
                  <a:lnTo>
                    <a:pt x="1820" y="7654"/>
                  </a:lnTo>
                  <a:lnTo>
                    <a:pt x="1914" y="7654"/>
                  </a:lnTo>
                  <a:lnTo>
                    <a:pt x="1960" y="7608"/>
                  </a:lnTo>
                  <a:lnTo>
                    <a:pt x="2100" y="7421"/>
                  </a:lnTo>
                  <a:lnTo>
                    <a:pt x="2287" y="7328"/>
                  </a:lnTo>
                  <a:lnTo>
                    <a:pt x="2520" y="7234"/>
                  </a:lnTo>
                  <a:lnTo>
                    <a:pt x="2940" y="7234"/>
                  </a:lnTo>
                  <a:lnTo>
                    <a:pt x="3080" y="7328"/>
                  </a:lnTo>
                  <a:lnTo>
                    <a:pt x="3267" y="7421"/>
                  </a:lnTo>
                  <a:lnTo>
                    <a:pt x="3360" y="7514"/>
                  </a:lnTo>
                  <a:lnTo>
                    <a:pt x="3454" y="7654"/>
                  </a:lnTo>
                  <a:lnTo>
                    <a:pt x="3547" y="7794"/>
                  </a:lnTo>
                  <a:lnTo>
                    <a:pt x="3594" y="7934"/>
                  </a:lnTo>
                  <a:lnTo>
                    <a:pt x="3594" y="8121"/>
                  </a:lnTo>
                  <a:lnTo>
                    <a:pt x="3594" y="8354"/>
                  </a:lnTo>
                  <a:lnTo>
                    <a:pt x="3594" y="8401"/>
                  </a:lnTo>
                  <a:lnTo>
                    <a:pt x="3640" y="8448"/>
                  </a:lnTo>
                  <a:lnTo>
                    <a:pt x="6674" y="9848"/>
                  </a:lnTo>
                  <a:lnTo>
                    <a:pt x="6721" y="9801"/>
                  </a:lnTo>
                  <a:lnTo>
                    <a:pt x="6721" y="9754"/>
                  </a:lnTo>
                  <a:lnTo>
                    <a:pt x="6721" y="9661"/>
                  </a:lnTo>
                  <a:lnTo>
                    <a:pt x="9567" y="3128"/>
                  </a:lnTo>
                  <a:lnTo>
                    <a:pt x="9707" y="3034"/>
                  </a:lnTo>
                  <a:lnTo>
                    <a:pt x="9754" y="3034"/>
                  </a:lnTo>
                  <a:lnTo>
                    <a:pt x="9754" y="2988"/>
                  </a:lnTo>
                  <a:lnTo>
                    <a:pt x="7981" y="2194"/>
                  </a:lnTo>
                  <a:lnTo>
                    <a:pt x="7841" y="2194"/>
                  </a:lnTo>
                  <a:lnTo>
                    <a:pt x="7607" y="2334"/>
                  </a:lnTo>
                  <a:lnTo>
                    <a:pt x="7374" y="2381"/>
                  </a:lnTo>
                  <a:lnTo>
                    <a:pt x="7141" y="2334"/>
                  </a:lnTo>
                  <a:lnTo>
                    <a:pt x="6954" y="2241"/>
                  </a:lnTo>
                  <a:lnTo>
                    <a:pt x="6767" y="2054"/>
                  </a:lnTo>
                  <a:lnTo>
                    <a:pt x="6674" y="1867"/>
                  </a:lnTo>
                  <a:lnTo>
                    <a:pt x="6674" y="1681"/>
                  </a:lnTo>
                  <a:lnTo>
                    <a:pt x="6627" y="1634"/>
                  </a:lnTo>
                  <a:lnTo>
                    <a:pt x="6581" y="1587"/>
                  </a:lnTo>
                  <a:lnTo>
                    <a:pt x="312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40"/>
            <p:cNvSpPr/>
            <p:nvPr/>
          </p:nvSpPr>
          <p:spPr>
            <a:xfrm>
              <a:off x="4161475" y="3397550"/>
              <a:ext cx="94525" cy="178525"/>
            </a:xfrm>
            <a:custGeom>
              <a:rect b="b" l="l" r="r" t="t"/>
              <a:pathLst>
                <a:path extrusionOk="0" h="7141" w="3781">
                  <a:moveTo>
                    <a:pt x="3081" y="1"/>
                  </a:moveTo>
                  <a:lnTo>
                    <a:pt x="3127" y="47"/>
                  </a:lnTo>
                  <a:lnTo>
                    <a:pt x="3127" y="141"/>
                  </a:lnTo>
                  <a:lnTo>
                    <a:pt x="141" y="6767"/>
                  </a:lnTo>
                  <a:lnTo>
                    <a:pt x="94" y="6814"/>
                  </a:lnTo>
                  <a:lnTo>
                    <a:pt x="1" y="6814"/>
                  </a:lnTo>
                  <a:lnTo>
                    <a:pt x="654" y="7141"/>
                  </a:lnTo>
                  <a:lnTo>
                    <a:pt x="747" y="7141"/>
                  </a:lnTo>
                  <a:lnTo>
                    <a:pt x="794" y="7047"/>
                  </a:lnTo>
                  <a:lnTo>
                    <a:pt x="3781" y="421"/>
                  </a:lnTo>
                  <a:lnTo>
                    <a:pt x="3781" y="327"/>
                  </a:lnTo>
                  <a:lnTo>
                    <a:pt x="3734" y="281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40"/>
            <p:cNvSpPr/>
            <p:nvPr/>
          </p:nvSpPr>
          <p:spPr>
            <a:xfrm>
              <a:off x="4101975" y="3394050"/>
              <a:ext cx="45525" cy="45525"/>
            </a:xfrm>
            <a:custGeom>
              <a:rect b="b" l="l" r="r" t="t"/>
              <a:pathLst>
                <a:path extrusionOk="0" h="1821" w="1821">
                  <a:moveTo>
                    <a:pt x="887" y="1"/>
                  </a:moveTo>
                  <a:lnTo>
                    <a:pt x="700" y="47"/>
                  </a:lnTo>
                  <a:lnTo>
                    <a:pt x="560" y="94"/>
                  </a:lnTo>
                  <a:lnTo>
                    <a:pt x="374" y="187"/>
                  </a:lnTo>
                  <a:lnTo>
                    <a:pt x="234" y="281"/>
                  </a:lnTo>
                  <a:lnTo>
                    <a:pt x="140" y="421"/>
                  </a:lnTo>
                  <a:lnTo>
                    <a:pt x="47" y="561"/>
                  </a:lnTo>
                  <a:lnTo>
                    <a:pt x="0" y="747"/>
                  </a:lnTo>
                  <a:lnTo>
                    <a:pt x="0" y="934"/>
                  </a:lnTo>
                  <a:lnTo>
                    <a:pt x="0" y="1121"/>
                  </a:lnTo>
                  <a:lnTo>
                    <a:pt x="47" y="1261"/>
                  </a:lnTo>
                  <a:lnTo>
                    <a:pt x="140" y="1447"/>
                  </a:lnTo>
                  <a:lnTo>
                    <a:pt x="234" y="1587"/>
                  </a:lnTo>
                  <a:lnTo>
                    <a:pt x="374" y="1681"/>
                  </a:lnTo>
                  <a:lnTo>
                    <a:pt x="560" y="1774"/>
                  </a:lnTo>
                  <a:lnTo>
                    <a:pt x="700" y="1821"/>
                  </a:lnTo>
                  <a:lnTo>
                    <a:pt x="1074" y="1821"/>
                  </a:lnTo>
                  <a:lnTo>
                    <a:pt x="1260" y="1774"/>
                  </a:lnTo>
                  <a:lnTo>
                    <a:pt x="1400" y="1681"/>
                  </a:lnTo>
                  <a:lnTo>
                    <a:pt x="1541" y="1587"/>
                  </a:lnTo>
                  <a:lnTo>
                    <a:pt x="1681" y="1447"/>
                  </a:lnTo>
                  <a:lnTo>
                    <a:pt x="1727" y="1261"/>
                  </a:lnTo>
                  <a:lnTo>
                    <a:pt x="1774" y="1121"/>
                  </a:lnTo>
                  <a:lnTo>
                    <a:pt x="1821" y="934"/>
                  </a:lnTo>
                  <a:lnTo>
                    <a:pt x="1774" y="747"/>
                  </a:lnTo>
                  <a:lnTo>
                    <a:pt x="1727" y="561"/>
                  </a:lnTo>
                  <a:lnTo>
                    <a:pt x="1681" y="421"/>
                  </a:lnTo>
                  <a:lnTo>
                    <a:pt x="1541" y="281"/>
                  </a:lnTo>
                  <a:lnTo>
                    <a:pt x="1400" y="187"/>
                  </a:lnTo>
                  <a:lnTo>
                    <a:pt x="1260" y="94"/>
                  </a:lnTo>
                  <a:lnTo>
                    <a:pt x="1074" y="47"/>
                  </a:lnTo>
                  <a:lnTo>
                    <a:pt x="8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40"/>
            <p:cNvSpPr/>
            <p:nvPr/>
          </p:nvSpPr>
          <p:spPr>
            <a:xfrm>
              <a:off x="4150975" y="3476875"/>
              <a:ext cx="31525" cy="31525"/>
            </a:xfrm>
            <a:custGeom>
              <a:rect b="b" l="l" r="r" t="t"/>
              <a:pathLst>
                <a:path extrusionOk="0" h="1261" w="1261">
                  <a:moveTo>
                    <a:pt x="607" y="1"/>
                  </a:moveTo>
                  <a:lnTo>
                    <a:pt x="374" y="48"/>
                  </a:lnTo>
                  <a:lnTo>
                    <a:pt x="187" y="188"/>
                  </a:lnTo>
                  <a:lnTo>
                    <a:pt x="47" y="374"/>
                  </a:lnTo>
                  <a:lnTo>
                    <a:pt x="1" y="654"/>
                  </a:lnTo>
                  <a:lnTo>
                    <a:pt x="47" y="888"/>
                  </a:lnTo>
                  <a:lnTo>
                    <a:pt x="187" y="1074"/>
                  </a:lnTo>
                  <a:lnTo>
                    <a:pt x="374" y="1214"/>
                  </a:lnTo>
                  <a:lnTo>
                    <a:pt x="607" y="1261"/>
                  </a:lnTo>
                  <a:lnTo>
                    <a:pt x="887" y="1214"/>
                  </a:lnTo>
                  <a:lnTo>
                    <a:pt x="1074" y="1074"/>
                  </a:lnTo>
                  <a:lnTo>
                    <a:pt x="1214" y="888"/>
                  </a:lnTo>
                  <a:lnTo>
                    <a:pt x="1261" y="654"/>
                  </a:lnTo>
                  <a:lnTo>
                    <a:pt x="1214" y="374"/>
                  </a:lnTo>
                  <a:lnTo>
                    <a:pt x="1074" y="188"/>
                  </a:lnTo>
                  <a:lnTo>
                    <a:pt x="887" y="48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2" name="Google Shape;9202;p40"/>
          <p:cNvGrpSpPr/>
          <p:nvPr/>
        </p:nvGrpSpPr>
        <p:grpSpPr>
          <a:xfrm>
            <a:off x="5051046" y="3289563"/>
            <a:ext cx="250850" cy="336025"/>
            <a:chOff x="5510200" y="3966900"/>
            <a:chExt cx="250850" cy="336025"/>
          </a:xfrm>
        </p:grpSpPr>
        <p:sp>
          <p:nvSpPr>
            <p:cNvPr id="9203" name="Google Shape;9203;p40"/>
            <p:cNvSpPr/>
            <p:nvPr/>
          </p:nvSpPr>
          <p:spPr>
            <a:xfrm>
              <a:off x="5636200" y="3982075"/>
              <a:ext cx="80525" cy="54850"/>
            </a:xfrm>
            <a:custGeom>
              <a:rect b="b" l="l" r="r" t="t"/>
              <a:pathLst>
                <a:path extrusionOk="0" h="2194" w="3221">
                  <a:moveTo>
                    <a:pt x="0" y="0"/>
                  </a:moveTo>
                  <a:lnTo>
                    <a:pt x="0" y="2194"/>
                  </a:lnTo>
                  <a:lnTo>
                    <a:pt x="3174" y="2194"/>
                  </a:lnTo>
                  <a:lnTo>
                    <a:pt x="3174" y="2147"/>
                  </a:lnTo>
                  <a:lnTo>
                    <a:pt x="3127" y="2054"/>
                  </a:lnTo>
                  <a:lnTo>
                    <a:pt x="2894" y="1727"/>
                  </a:lnTo>
                  <a:lnTo>
                    <a:pt x="2567" y="1260"/>
                  </a:lnTo>
                  <a:lnTo>
                    <a:pt x="2520" y="1167"/>
                  </a:lnTo>
                  <a:lnTo>
                    <a:pt x="2474" y="1027"/>
                  </a:lnTo>
                  <a:lnTo>
                    <a:pt x="2987" y="234"/>
                  </a:lnTo>
                  <a:lnTo>
                    <a:pt x="3174" y="94"/>
                  </a:lnTo>
                  <a:lnTo>
                    <a:pt x="3220" y="47"/>
                  </a:lnTo>
                  <a:lnTo>
                    <a:pt x="317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40"/>
            <p:cNvSpPr/>
            <p:nvPr/>
          </p:nvSpPr>
          <p:spPr>
            <a:xfrm>
              <a:off x="5685200" y="3982075"/>
              <a:ext cx="33850" cy="54850"/>
            </a:xfrm>
            <a:custGeom>
              <a:rect b="b" l="l" r="r" t="t"/>
              <a:pathLst>
                <a:path extrusionOk="0" h="2194" w="1354">
                  <a:moveTo>
                    <a:pt x="607" y="0"/>
                  </a:moveTo>
                  <a:lnTo>
                    <a:pt x="654" y="47"/>
                  </a:lnTo>
                  <a:lnTo>
                    <a:pt x="654" y="140"/>
                  </a:lnTo>
                  <a:lnTo>
                    <a:pt x="654" y="187"/>
                  </a:lnTo>
                  <a:lnTo>
                    <a:pt x="0" y="1027"/>
                  </a:lnTo>
                  <a:lnTo>
                    <a:pt x="0" y="1074"/>
                  </a:lnTo>
                  <a:lnTo>
                    <a:pt x="0" y="1167"/>
                  </a:lnTo>
                  <a:lnTo>
                    <a:pt x="654" y="2007"/>
                  </a:lnTo>
                  <a:lnTo>
                    <a:pt x="654" y="2054"/>
                  </a:lnTo>
                  <a:lnTo>
                    <a:pt x="654" y="2147"/>
                  </a:lnTo>
                  <a:lnTo>
                    <a:pt x="607" y="2147"/>
                  </a:lnTo>
                  <a:lnTo>
                    <a:pt x="560" y="2194"/>
                  </a:lnTo>
                  <a:lnTo>
                    <a:pt x="1214" y="2194"/>
                  </a:lnTo>
                  <a:lnTo>
                    <a:pt x="1307" y="2147"/>
                  </a:lnTo>
                  <a:lnTo>
                    <a:pt x="1354" y="2147"/>
                  </a:lnTo>
                  <a:lnTo>
                    <a:pt x="1354" y="2054"/>
                  </a:lnTo>
                  <a:lnTo>
                    <a:pt x="1307" y="2007"/>
                  </a:lnTo>
                  <a:lnTo>
                    <a:pt x="700" y="1167"/>
                  </a:lnTo>
                  <a:lnTo>
                    <a:pt x="654" y="1074"/>
                  </a:lnTo>
                  <a:lnTo>
                    <a:pt x="700" y="1027"/>
                  </a:lnTo>
                  <a:lnTo>
                    <a:pt x="1307" y="187"/>
                  </a:lnTo>
                  <a:lnTo>
                    <a:pt x="1354" y="140"/>
                  </a:lnTo>
                  <a:lnTo>
                    <a:pt x="1354" y="47"/>
                  </a:lnTo>
                  <a:lnTo>
                    <a:pt x="13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40"/>
            <p:cNvSpPr/>
            <p:nvPr/>
          </p:nvSpPr>
          <p:spPr>
            <a:xfrm>
              <a:off x="5630350" y="3966900"/>
              <a:ext cx="10525" cy="296375"/>
            </a:xfrm>
            <a:custGeom>
              <a:rect b="b" l="l" r="r" t="t"/>
              <a:pathLst>
                <a:path extrusionOk="0" h="11855" w="421">
                  <a:moveTo>
                    <a:pt x="141" y="1"/>
                  </a:moveTo>
                  <a:lnTo>
                    <a:pt x="94" y="47"/>
                  </a:lnTo>
                  <a:lnTo>
                    <a:pt x="48" y="141"/>
                  </a:lnTo>
                  <a:lnTo>
                    <a:pt x="1" y="187"/>
                  </a:lnTo>
                  <a:lnTo>
                    <a:pt x="1" y="11668"/>
                  </a:lnTo>
                  <a:lnTo>
                    <a:pt x="48" y="11761"/>
                  </a:lnTo>
                  <a:lnTo>
                    <a:pt x="94" y="11808"/>
                  </a:lnTo>
                  <a:lnTo>
                    <a:pt x="141" y="11854"/>
                  </a:lnTo>
                  <a:lnTo>
                    <a:pt x="281" y="11854"/>
                  </a:lnTo>
                  <a:lnTo>
                    <a:pt x="374" y="11808"/>
                  </a:lnTo>
                  <a:lnTo>
                    <a:pt x="421" y="11761"/>
                  </a:lnTo>
                  <a:lnTo>
                    <a:pt x="421" y="11668"/>
                  </a:lnTo>
                  <a:lnTo>
                    <a:pt x="421" y="187"/>
                  </a:lnTo>
                  <a:lnTo>
                    <a:pt x="421" y="141"/>
                  </a:lnTo>
                  <a:lnTo>
                    <a:pt x="374" y="4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40"/>
            <p:cNvSpPr/>
            <p:nvPr/>
          </p:nvSpPr>
          <p:spPr>
            <a:xfrm>
              <a:off x="5510200" y="4140750"/>
              <a:ext cx="45525" cy="35025"/>
            </a:xfrm>
            <a:custGeom>
              <a:rect b="b" l="l" r="r" t="t"/>
              <a:pathLst>
                <a:path extrusionOk="0" h="1401" w="1821">
                  <a:moveTo>
                    <a:pt x="280" y="0"/>
                  </a:moveTo>
                  <a:lnTo>
                    <a:pt x="187" y="47"/>
                  </a:lnTo>
                  <a:lnTo>
                    <a:pt x="140" y="93"/>
                  </a:lnTo>
                  <a:lnTo>
                    <a:pt x="93" y="187"/>
                  </a:lnTo>
                  <a:lnTo>
                    <a:pt x="0" y="1167"/>
                  </a:lnTo>
                  <a:lnTo>
                    <a:pt x="0" y="1260"/>
                  </a:lnTo>
                  <a:lnTo>
                    <a:pt x="47" y="1307"/>
                  </a:lnTo>
                  <a:lnTo>
                    <a:pt x="140" y="1354"/>
                  </a:lnTo>
                  <a:lnTo>
                    <a:pt x="233" y="1400"/>
                  </a:lnTo>
                  <a:lnTo>
                    <a:pt x="887" y="1307"/>
                  </a:lnTo>
                  <a:lnTo>
                    <a:pt x="1773" y="933"/>
                  </a:lnTo>
                  <a:lnTo>
                    <a:pt x="1820" y="747"/>
                  </a:lnTo>
                  <a:lnTo>
                    <a:pt x="1027" y="280"/>
                  </a:lnTo>
                  <a:lnTo>
                    <a:pt x="373" y="47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40"/>
            <p:cNvSpPr/>
            <p:nvPr/>
          </p:nvSpPr>
          <p:spPr>
            <a:xfrm>
              <a:off x="5532350" y="4147750"/>
              <a:ext cx="24525" cy="25675"/>
            </a:xfrm>
            <a:custGeom>
              <a:rect b="b" l="l" r="r" t="t"/>
              <a:pathLst>
                <a:path extrusionOk="0" h="1027" w="981">
                  <a:moveTo>
                    <a:pt x="141" y="0"/>
                  </a:moveTo>
                  <a:lnTo>
                    <a:pt x="1" y="1027"/>
                  </a:lnTo>
                  <a:lnTo>
                    <a:pt x="1" y="1027"/>
                  </a:lnTo>
                  <a:lnTo>
                    <a:pt x="887" y="887"/>
                  </a:lnTo>
                  <a:lnTo>
                    <a:pt x="981" y="373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40"/>
            <p:cNvSpPr/>
            <p:nvPr/>
          </p:nvSpPr>
          <p:spPr>
            <a:xfrm>
              <a:off x="5610525" y="4062575"/>
              <a:ext cx="44350" cy="51350"/>
            </a:xfrm>
            <a:custGeom>
              <a:rect b="b" l="l" r="r" t="t"/>
              <a:pathLst>
                <a:path extrusionOk="0" h="2054" w="1774">
                  <a:moveTo>
                    <a:pt x="794" y="0"/>
                  </a:moveTo>
                  <a:lnTo>
                    <a:pt x="607" y="47"/>
                  </a:lnTo>
                  <a:lnTo>
                    <a:pt x="421" y="140"/>
                  </a:lnTo>
                  <a:lnTo>
                    <a:pt x="281" y="280"/>
                  </a:lnTo>
                  <a:lnTo>
                    <a:pt x="141" y="420"/>
                  </a:lnTo>
                  <a:lnTo>
                    <a:pt x="47" y="607"/>
                  </a:lnTo>
                  <a:lnTo>
                    <a:pt x="1" y="794"/>
                  </a:lnTo>
                  <a:lnTo>
                    <a:pt x="1" y="1027"/>
                  </a:lnTo>
                  <a:lnTo>
                    <a:pt x="1" y="1214"/>
                  </a:lnTo>
                  <a:lnTo>
                    <a:pt x="47" y="1400"/>
                  </a:lnTo>
                  <a:lnTo>
                    <a:pt x="141" y="1587"/>
                  </a:lnTo>
                  <a:lnTo>
                    <a:pt x="281" y="1727"/>
                  </a:lnTo>
                  <a:lnTo>
                    <a:pt x="421" y="1867"/>
                  </a:lnTo>
                  <a:lnTo>
                    <a:pt x="607" y="1960"/>
                  </a:lnTo>
                  <a:lnTo>
                    <a:pt x="794" y="2007"/>
                  </a:lnTo>
                  <a:lnTo>
                    <a:pt x="1027" y="2054"/>
                  </a:lnTo>
                  <a:lnTo>
                    <a:pt x="1214" y="2007"/>
                  </a:lnTo>
                  <a:lnTo>
                    <a:pt x="1354" y="1914"/>
                  </a:lnTo>
                  <a:lnTo>
                    <a:pt x="1494" y="1820"/>
                  </a:lnTo>
                  <a:lnTo>
                    <a:pt x="1634" y="1634"/>
                  </a:lnTo>
                  <a:lnTo>
                    <a:pt x="1774" y="1307"/>
                  </a:lnTo>
                  <a:lnTo>
                    <a:pt x="1774" y="1027"/>
                  </a:lnTo>
                  <a:lnTo>
                    <a:pt x="1774" y="747"/>
                  </a:lnTo>
                  <a:lnTo>
                    <a:pt x="1634" y="374"/>
                  </a:lnTo>
                  <a:lnTo>
                    <a:pt x="1494" y="234"/>
                  </a:lnTo>
                  <a:lnTo>
                    <a:pt x="1354" y="94"/>
                  </a:lnTo>
                  <a:lnTo>
                    <a:pt x="121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40"/>
            <p:cNvSpPr/>
            <p:nvPr/>
          </p:nvSpPr>
          <p:spPr>
            <a:xfrm>
              <a:off x="5519525" y="4222400"/>
              <a:ext cx="227525" cy="80525"/>
            </a:xfrm>
            <a:custGeom>
              <a:rect b="b" l="l" r="r" t="t"/>
              <a:pathLst>
                <a:path extrusionOk="0" h="3221" w="9101">
                  <a:moveTo>
                    <a:pt x="607" y="1"/>
                  </a:moveTo>
                  <a:lnTo>
                    <a:pt x="374" y="48"/>
                  </a:lnTo>
                  <a:lnTo>
                    <a:pt x="187" y="188"/>
                  </a:lnTo>
                  <a:lnTo>
                    <a:pt x="47" y="374"/>
                  </a:lnTo>
                  <a:lnTo>
                    <a:pt x="0" y="608"/>
                  </a:lnTo>
                  <a:lnTo>
                    <a:pt x="0" y="2988"/>
                  </a:lnTo>
                  <a:lnTo>
                    <a:pt x="0" y="3081"/>
                  </a:lnTo>
                  <a:lnTo>
                    <a:pt x="47" y="3174"/>
                  </a:lnTo>
                  <a:lnTo>
                    <a:pt x="140" y="3221"/>
                  </a:lnTo>
                  <a:lnTo>
                    <a:pt x="9101" y="3221"/>
                  </a:lnTo>
                  <a:lnTo>
                    <a:pt x="9101" y="3128"/>
                  </a:lnTo>
                  <a:lnTo>
                    <a:pt x="9101" y="2848"/>
                  </a:lnTo>
                  <a:lnTo>
                    <a:pt x="9054" y="2054"/>
                  </a:lnTo>
                  <a:lnTo>
                    <a:pt x="8914" y="841"/>
                  </a:lnTo>
                  <a:lnTo>
                    <a:pt x="8914" y="281"/>
                  </a:lnTo>
                  <a:lnTo>
                    <a:pt x="8914" y="188"/>
                  </a:lnTo>
                  <a:lnTo>
                    <a:pt x="8867" y="94"/>
                  </a:lnTo>
                  <a:lnTo>
                    <a:pt x="877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40"/>
            <p:cNvSpPr/>
            <p:nvPr/>
          </p:nvSpPr>
          <p:spPr>
            <a:xfrm>
              <a:off x="5544025" y="4139575"/>
              <a:ext cx="179700" cy="54850"/>
            </a:xfrm>
            <a:custGeom>
              <a:rect b="b" l="l" r="r" t="t"/>
              <a:pathLst>
                <a:path extrusionOk="0" h="2194" w="7188">
                  <a:moveTo>
                    <a:pt x="747" y="0"/>
                  </a:moveTo>
                  <a:lnTo>
                    <a:pt x="607" y="47"/>
                  </a:lnTo>
                  <a:lnTo>
                    <a:pt x="420" y="140"/>
                  </a:lnTo>
                  <a:lnTo>
                    <a:pt x="280" y="234"/>
                  </a:lnTo>
                  <a:lnTo>
                    <a:pt x="187" y="374"/>
                  </a:lnTo>
                  <a:lnTo>
                    <a:pt x="94" y="560"/>
                  </a:lnTo>
                  <a:lnTo>
                    <a:pt x="0" y="747"/>
                  </a:lnTo>
                  <a:lnTo>
                    <a:pt x="0" y="980"/>
                  </a:lnTo>
                  <a:lnTo>
                    <a:pt x="0" y="1167"/>
                  </a:lnTo>
                  <a:lnTo>
                    <a:pt x="47" y="1354"/>
                  </a:lnTo>
                  <a:lnTo>
                    <a:pt x="140" y="1541"/>
                  </a:lnTo>
                  <a:lnTo>
                    <a:pt x="280" y="1681"/>
                  </a:lnTo>
                  <a:lnTo>
                    <a:pt x="420" y="1821"/>
                  </a:lnTo>
                  <a:lnTo>
                    <a:pt x="607" y="1914"/>
                  </a:lnTo>
                  <a:lnTo>
                    <a:pt x="794" y="1961"/>
                  </a:lnTo>
                  <a:lnTo>
                    <a:pt x="1494" y="2054"/>
                  </a:lnTo>
                  <a:lnTo>
                    <a:pt x="2241" y="2147"/>
                  </a:lnTo>
                  <a:lnTo>
                    <a:pt x="2941" y="2194"/>
                  </a:lnTo>
                  <a:lnTo>
                    <a:pt x="4387" y="2194"/>
                  </a:lnTo>
                  <a:lnTo>
                    <a:pt x="5087" y="2147"/>
                  </a:lnTo>
                  <a:lnTo>
                    <a:pt x="5834" y="2054"/>
                  </a:lnTo>
                  <a:lnTo>
                    <a:pt x="6534" y="1961"/>
                  </a:lnTo>
                  <a:lnTo>
                    <a:pt x="6721" y="1914"/>
                  </a:lnTo>
                  <a:lnTo>
                    <a:pt x="6861" y="1821"/>
                  </a:lnTo>
                  <a:lnTo>
                    <a:pt x="7001" y="1681"/>
                  </a:lnTo>
                  <a:lnTo>
                    <a:pt x="7094" y="1494"/>
                  </a:lnTo>
                  <a:lnTo>
                    <a:pt x="7141" y="1307"/>
                  </a:lnTo>
                  <a:lnTo>
                    <a:pt x="7187" y="1121"/>
                  </a:lnTo>
                  <a:lnTo>
                    <a:pt x="7187" y="887"/>
                  </a:lnTo>
                  <a:lnTo>
                    <a:pt x="7141" y="700"/>
                  </a:lnTo>
                  <a:lnTo>
                    <a:pt x="7094" y="840"/>
                  </a:lnTo>
                  <a:lnTo>
                    <a:pt x="6954" y="467"/>
                  </a:lnTo>
                  <a:lnTo>
                    <a:pt x="6767" y="187"/>
                  </a:lnTo>
                  <a:lnTo>
                    <a:pt x="6674" y="94"/>
                  </a:lnTo>
                  <a:lnTo>
                    <a:pt x="6534" y="0"/>
                  </a:lnTo>
                  <a:lnTo>
                    <a:pt x="6207" y="0"/>
                  </a:lnTo>
                  <a:lnTo>
                    <a:pt x="4947" y="140"/>
                  </a:lnTo>
                  <a:lnTo>
                    <a:pt x="3687" y="234"/>
                  </a:lnTo>
                  <a:lnTo>
                    <a:pt x="2381" y="140"/>
                  </a:lnTo>
                  <a:lnTo>
                    <a:pt x="11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40"/>
            <p:cNvSpPr/>
            <p:nvPr/>
          </p:nvSpPr>
          <p:spPr>
            <a:xfrm>
              <a:off x="5714375" y="4141900"/>
              <a:ext cx="42025" cy="33875"/>
            </a:xfrm>
            <a:custGeom>
              <a:rect b="b" l="l" r="r" t="t"/>
              <a:pathLst>
                <a:path extrusionOk="0" h="1355" w="1681">
                  <a:moveTo>
                    <a:pt x="1493" y="1"/>
                  </a:moveTo>
                  <a:lnTo>
                    <a:pt x="0" y="607"/>
                  </a:lnTo>
                  <a:lnTo>
                    <a:pt x="93" y="1121"/>
                  </a:lnTo>
                  <a:lnTo>
                    <a:pt x="1633" y="1354"/>
                  </a:lnTo>
                  <a:lnTo>
                    <a:pt x="1680" y="1308"/>
                  </a:lnTo>
                  <a:lnTo>
                    <a:pt x="1633" y="1261"/>
                  </a:lnTo>
                  <a:lnTo>
                    <a:pt x="1540" y="1168"/>
                  </a:lnTo>
                  <a:lnTo>
                    <a:pt x="1493" y="1074"/>
                  </a:lnTo>
                  <a:lnTo>
                    <a:pt x="1493" y="374"/>
                  </a:lnTo>
                  <a:lnTo>
                    <a:pt x="1540" y="94"/>
                  </a:lnTo>
                  <a:lnTo>
                    <a:pt x="15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40"/>
            <p:cNvSpPr/>
            <p:nvPr/>
          </p:nvSpPr>
          <p:spPr>
            <a:xfrm>
              <a:off x="5719025" y="4222400"/>
              <a:ext cx="32700" cy="80525"/>
            </a:xfrm>
            <a:custGeom>
              <a:rect b="b" l="l" r="r" t="t"/>
              <a:pathLst>
                <a:path extrusionOk="0" h="3221" w="1308">
                  <a:moveTo>
                    <a:pt x="1" y="1"/>
                  </a:moveTo>
                  <a:lnTo>
                    <a:pt x="281" y="48"/>
                  </a:lnTo>
                  <a:lnTo>
                    <a:pt x="467" y="188"/>
                  </a:lnTo>
                  <a:lnTo>
                    <a:pt x="607" y="374"/>
                  </a:lnTo>
                  <a:lnTo>
                    <a:pt x="654" y="608"/>
                  </a:lnTo>
                  <a:lnTo>
                    <a:pt x="654" y="2988"/>
                  </a:lnTo>
                  <a:lnTo>
                    <a:pt x="654" y="3081"/>
                  </a:lnTo>
                  <a:lnTo>
                    <a:pt x="607" y="3174"/>
                  </a:lnTo>
                  <a:lnTo>
                    <a:pt x="514" y="3221"/>
                  </a:lnTo>
                  <a:lnTo>
                    <a:pt x="1214" y="3221"/>
                  </a:lnTo>
                  <a:lnTo>
                    <a:pt x="1261" y="3174"/>
                  </a:lnTo>
                  <a:lnTo>
                    <a:pt x="1307" y="3081"/>
                  </a:lnTo>
                  <a:lnTo>
                    <a:pt x="1307" y="2988"/>
                  </a:lnTo>
                  <a:lnTo>
                    <a:pt x="1307" y="608"/>
                  </a:lnTo>
                  <a:lnTo>
                    <a:pt x="1261" y="374"/>
                  </a:lnTo>
                  <a:lnTo>
                    <a:pt x="1121" y="188"/>
                  </a:lnTo>
                  <a:lnTo>
                    <a:pt x="934" y="48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40"/>
            <p:cNvSpPr/>
            <p:nvPr/>
          </p:nvSpPr>
          <p:spPr>
            <a:xfrm>
              <a:off x="5626850" y="4062575"/>
              <a:ext cx="35025" cy="51350"/>
            </a:xfrm>
            <a:custGeom>
              <a:rect b="b" l="l" r="r" t="t"/>
              <a:pathLst>
                <a:path extrusionOk="0" h="2054" w="1401">
                  <a:moveTo>
                    <a:pt x="188" y="0"/>
                  </a:moveTo>
                  <a:lnTo>
                    <a:pt x="1" y="47"/>
                  </a:lnTo>
                  <a:lnTo>
                    <a:pt x="281" y="187"/>
                  </a:lnTo>
                  <a:lnTo>
                    <a:pt x="514" y="420"/>
                  </a:lnTo>
                  <a:lnTo>
                    <a:pt x="654" y="700"/>
                  </a:lnTo>
                  <a:lnTo>
                    <a:pt x="701" y="1027"/>
                  </a:lnTo>
                  <a:lnTo>
                    <a:pt x="654" y="1354"/>
                  </a:lnTo>
                  <a:lnTo>
                    <a:pt x="514" y="1634"/>
                  </a:lnTo>
                  <a:lnTo>
                    <a:pt x="281" y="1820"/>
                  </a:lnTo>
                  <a:lnTo>
                    <a:pt x="1" y="1960"/>
                  </a:lnTo>
                  <a:lnTo>
                    <a:pt x="188" y="2007"/>
                  </a:lnTo>
                  <a:lnTo>
                    <a:pt x="374" y="2054"/>
                  </a:lnTo>
                  <a:lnTo>
                    <a:pt x="561" y="2007"/>
                  </a:lnTo>
                  <a:lnTo>
                    <a:pt x="748" y="1960"/>
                  </a:lnTo>
                  <a:lnTo>
                    <a:pt x="934" y="1867"/>
                  </a:lnTo>
                  <a:lnTo>
                    <a:pt x="1074" y="1727"/>
                  </a:lnTo>
                  <a:lnTo>
                    <a:pt x="1214" y="1587"/>
                  </a:lnTo>
                  <a:lnTo>
                    <a:pt x="1308" y="1400"/>
                  </a:lnTo>
                  <a:lnTo>
                    <a:pt x="1354" y="1214"/>
                  </a:lnTo>
                  <a:lnTo>
                    <a:pt x="1401" y="1027"/>
                  </a:lnTo>
                  <a:lnTo>
                    <a:pt x="1354" y="794"/>
                  </a:lnTo>
                  <a:lnTo>
                    <a:pt x="1308" y="607"/>
                  </a:lnTo>
                  <a:lnTo>
                    <a:pt x="1214" y="420"/>
                  </a:lnTo>
                  <a:lnTo>
                    <a:pt x="1074" y="280"/>
                  </a:lnTo>
                  <a:lnTo>
                    <a:pt x="934" y="140"/>
                  </a:lnTo>
                  <a:lnTo>
                    <a:pt x="748" y="47"/>
                  </a:lnTo>
                  <a:lnTo>
                    <a:pt x="56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40"/>
            <p:cNvSpPr/>
            <p:nvPr/>
          </p:nvSpPr>
          <p:spPr>
            <a:xfrm>
              <a:off x="5742375" y="4140750"/>
              <a:ext cx="18675" cy="35025"/>
            </a:xfrm>
            <a:custGeom>
              <a:rect b="b" l="l" r="r" t="t"/>
              <a:pathLst>
                <a:path extrusionOk="0" h="1401" w="747">
                  <a:moveTo>
                    <a:pt x="467" y="0"/>
                  </a:moveTo>
                  <a:lnTo>
                    <a:pt x="373" y="47"/>
                  </a:lnTo>
                  <a:lnTo>
                    <a:pt x="0" y="187"/>
                  </a:lnTo>
                  <a:lnTo>
                    <a:pt x="93" y="1167"/>
                  </a:lnTo>
                  <a:lnTo>
                    <a:pt x="93" y="1214"/>
                  </a:lnTo>
                  <a:lnTo>
                    <a:pt x="47" y="1307"/>
                  </a:lnTo>
                  <a:lnTo>
                    <a:pt x="513" y="1400"/>
                  </a:lnTo>
                  <a:lnTo>
                    <a:pt x="607" y="1354"/>
                  </a:lnTo>
                  <a:lnTo>
                    <a:pt x="700" y="1307"/>
                  </a:lnTo>
                  <a:lnTo>
                    <a:pt x="747" y="1260"/>
                  </a:lnTo>
                  <a:lnTo>
                    <a:pt x="747" y="1167"/>
                  </a:lnTo>
                  <a:lnTo>
                    <a:pt x="653" y="187"/>
                  </a:lnTo>
                  <a:lnTo>
                    <a:pt x="607" y="93"/>
                  </a:lnTo>
                  <a:lnTo>
                    <a:pt x="560" y="47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40"/>
            <p:cNvSpPr/>
            <p:nvPr/>
          </p:nvSpPr>
          <p:spPr>
            <a:xfrm>
              <a:off x="5693375" y="4139575"/>
              <a:ext cx="35025" cy="51350"/>
            </a:xfrm>
            <a:custGeom>
              <a:rect b="b" l="l" r="r" t="t"/>
              <a:pathLst>
                <a:path extrusionOk="0" h="2054" w="1401">
                  <a:moveTo>
                    <a:pt x="233" y="0"/>
                  </a:moveTo>
                  <a:lnTo>
                    <a:pt x="0" y="47"/>
                  </a:lnTo>
                  <a:lnTo>
                    <a:pt x="233" y="140"/>
                  </a:lnTo>
                  <a:lnTo>
                    <a:pt x="420" y="327"/>
                  </a:lnTo>
                  <a:lnTo>
                    <a:pt x="607" y="514"/>
                  </a:lnTo>
                  <a:lnTo>
                    <a:pt x="700" y="794"/>
                  </a:lnTo>
                  <a:lnTo>
                    <a:pt x="700" y="840"/>
                  </a:lnTo>
                  <a:lnTo>
                    <a:pt x="700" y="1027"/>
                  </a:lnTo>
                  <a:lnTo>
                    <a:pt x="700" y="1214"/>
                  </a:lnTo>
                  <a:lnTo>
                    <a:pt x="653" y="1354"/>
                  </a:lnTo>
                  <a:lnTo>
                    <a:pt x="607" y="1541"/>
                  </a:lnTo>
                  <a:lnTo>
                    <a:pt x="513" y="1681"/>
                  </a:lnTo>
                  <a:lnTo>
                    <a:pt x="420" y="1821"/>
                  </a:lnTo>
                  <a:lnTo>
                    <a:pt x="280" y="1961"/>
                  </a:lnTo>
                  <a:lnTo>
                    <a:pt x="140" y="2054"/>
                  </a:lnTo>
                  <a:lnTo>
                    <a:pt x="560" y="1961"/>
                  </a:lnTo>
                  <a:lnTo>
                    <a:pt x="747" y="1914"/>
                  </a:lnTo>
                  <a:lnTo>
                    <a:pt x="933" y="1821"/>
                  </a:lnTo>
                  <a:lnTo>
                    <a:pt x="1073" y="1681"/>
                  </a:lnTo>
                  <a:lnTo>
                    <a:pt x="1213" y="1541"/>
                  </a:lnTo>
                  <a:lnTo>
                    <a:pt x="1307" y="1354"/>
                  </a:lnTo>
                  <a:lnTo>
                    <a:pt x="1353" y="1167"/>
                  </a:lnTo>
                  <a:lnTo>
                    <a:pt x="1400" y="980"/>
                  </a:lnTo>
                  <a:lnTo>
                    <a:pt x="1353" y="747"/>
                  </a:lnTo>
                  <a:lnTo>
                    <a:pt x="1307" y="560"/>
                  </a:lnTo>
                  <a:lnTo>
                    <a:pt x="1213" y="374"/>
                  </a:lnTo>
                  <a:lnTo>
                    <a:pt x="1073" y="234"/>
                  </a:lnTo>
                  <a:lnTo>
                    <a:pt x="933" y="140"/>
                  </a:lnTo>
                  <a:lnTo>
                    <a:pt x="747" y="47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6" name="Google Shape;9216;p40"/>
          <p:cNvGrpSpPr/>
          <p:nvPr/>
        </p:nvGrpSpPr>
        <p:grpSpPr>
          <a:xfrm>
            <a:off x="5008459" y="1815638"/>
            <a:ext cx="336025" cy="233375"/>
            <a:chOff x="6986075" y="4018225"/>
            <a:chExt cx="336025" cy="233375"/>
          </a:xfrm>
        </p:grpSpPr>
        <p:sp>
          <p:nvSpPr>
            <p:cNvPr id="9217" name="Google Shape;9217;p40"/>
            <p:cNvSpPr/>
            <p:nvPr/>
          </p:nvSpPr>
          <p:spPr>
            <a:xfrm>
              <a:off x="6986075" y="4036900"/>
              <a:ext cx="330200" cy="175025"/>
            </a:xfrm>
            <a:custGeom>
              <a:rect b="b" l="l" r="r" t="t"/>
              <a:pathLst>
                <a:path extrusionOk="0" h="7001" w="13208">
                  <a:moveTo>
                    <a:pt x="6441" y="1"/>
                  </a:moveTo>
                  <a:lnTo>
                    <a:pt x="6161" y="94"/>
                  </a:lnTo>
                  <a:lnTo>
                    <a:pt x="5694" y="327"/>
                  </a:lnTo>
                  <a:lnTo>
                    <a:pt x="5181" y="607"/>
                  </a:lnTo>
                  <a:lnTo>
                    <a:pt x="4947" y="747"/>
                  </a:lnTo>
                  <a:lnTo>
                    <a:pt x="4714" y="841"/>
                  </a:lnTo>
                  <a:lnTo>
                    <a:pt x="4434" y="934"/>
                  </a:lnTo>
                  <a:lnTo>
                    <a:pt x="4201" y="981"/>
                  </a:lnTo>
                  <a:lnTo>
                    <a:pt x="3641" y="1027"/>
                  </a:lnTo>
                  <a:lnTo>
                    <a:pt x="3081" y="1121"/>
                  </a:lnTo>
                  <a:lnTo>
                    <a:pt x="2847" y="1214"/>
                  </a:lnTo>
                  <a:lnTo>
                    <a:pt x="2614" y="1354"/>
                  </a:lnTo>
                  <a:lnTo>
                    <a:pt x="2427" y="1494"/>
                  </a:lnTo>
                  <a:lnTo>
                    <a:pt x="2241" y="1727"/>
                  </a:lnTo>
                  <a:lnTo>
                    <a:pt x="2007" y="2194"/>
                  </a:lnTo>
                  <a:lnTo>
                    <a:pt x="1774" y="2707"/>
                  </a:lnTo>
                  <a:lnTo>
                    <a:pt x="1634" y="2987"/>
                  </a:lnTo>
                  <a:lnTo>
                    <a:pt x="1494" y="3174"/>
                  </a:lnTo>
                  <a:lnTo>
                    <a:pt x="1354" y="3407"/>
                  </a:lnTo>
                  <a:lnTo>
                    <a:pt x="1121" y="3594"/>
                  </a:lnTo>
                  <a:lnTo>
                    <a:pt x="701" y="3967"/>
                  </a:lnTo>
                  <a:lnTo>
                    <a:pt x="327" y="4341"/>
                  </a:lnTo>
                  <a:lnTo>
                    <a:pt x="187" y="4574"/>
                  </a:lnTo>
                  <a:lnTo>
                    <a:pt x="47" y="4807"/>
                  </a:lnTo>
                  <a:lnTo>
                    <a:pt x="0" y="5041"/>
                  </a:lnTo>
                  <a:lnTo>
                    <a:pt x="0" y="5228"/>
                  </a:lnTo>
                  <a:lnTo>
                    <a:pt x="0" y="5648"/>
                  </a:lnTo>
                  <a:lnTo>
                    <a:pt x="94" y="6441"/>
                  </a:lnTo>
                  <a:lnTo>
                    <a:pt x="140" y="6581"/>
                  </a:lnTo>
                  <a:lnTo>
                    <a:pt x="187" y="6721"/>
                  </a:lnTo>
                  <a:lnTo>
                    <a:pt x="280" y="6814"/>
                  </a:lnTo>
                  <a:lnTo>
                    <a:pt x="420" y="6861"/>
                  </a:lnTo>
                  <a:lnTo>
                    <a:pt x="607" y="6954"/>
                  </a:lnTo>
                  <a:lnTo>
                    <a:pt x="794" y="7001"/>
                  </a:lnTo>
                  <a:lnTo>
                    <a:pt x="12601" y="7001"/>
                  </a:lnTo>
                  <a:lnTo>
                    <a:pt x="12788" y="6954"/>
                  </a:lnTo>
                  <a:lnTo>
                    <a:pt x="13021" y="6861"/>
                  </a:lnTo>
                  <a:lnTo>
                    <a:pt x="13114" y="6814"/>
                  </a:lnTo>
                  <a:lnTo>
                    <a:pt x="13114" y="6674"/>
                  </a:lnTo>
                  <a:lnTo>
                    <a:pt x="13161" y="6394"/>
                  </a:lnTo>
                  <a:lnTo>
                    <a:pt x="13208" y="5648"/>
                  </a:lnTo>
                  <a:lnTo>
                    <a:pt x="13208" y="5274"/>
                  </a:lnTo>
                  <a:lnTo>
                    <a:pt x="13114" y="4901"/>
                  </a:lnTo>
                  <a:lnTo>
                    <a:pt x="12974" y="4667"/>
                  </a:lnTo>
                  <a:lnTo>
                    <a:pt x="12834" y="4434"/>
                  </a:lnTo>
                  <a:lnTo>
                    <a:pt x="12508" y="4061"/>
                  </a:lnTo>
                  <a:lnTo>
                    <a:pt x="12134" y="3734"/>
                  </a:lnTo>
                  <a:lnTo>
                    <a:pt x="11808" y="3361"/>
                  </a:lnTo>
                  <a:lnTo>
                    <a:pt x="11668" y="3127"/>
                  </a:lnTo>
                  <a:lnTo>
                    <a:pt x="11528" y="2847"/>
                  </a:lnTo>
                  <a:lnTo>
                    <a:pt x="11294" y="2334"/>
                  </a:lnTo>
                  <a:lnTo>
                    <a:pt x="11061" y="1821"/>
                  </a:lnTo>
                  <a:lnTo>
                    <a:pt x="10921" y="1587"/>
                  </a:lnTo>
                  <a:lnTo>
                    <a:pt x="10734" y="1447"/>
                  </a:lnTo>
                  <a:lnTo>
                    <a:pt x="10501" y="1307"/>
                  </a:lnTo>
                  <a:lnTo>
                    <a:pt x="10221" y="1214"/>
                  </a:lnTo>
                  <a:lnTo>
                    <a:pt x="9707" y="1121"/>
                  </a:lnTo>
                  <a:lnTo>
                    <a:pt x="9101" y="1027"/>
                  </a:lnTo>
                  <a:lnTo>
                    <a:pt x="8867" y="981"/>
                  </a:lnTo>
                  <a:lnTo>
                    <a:pt x="8587" y="934"/>
                  </a:lnTo>
                  <a:lnTo>
                    <a:pt x="8354" y="841"/>
                  </a:lnTo>
                  <a:lnTo>
                    <a:pt x="8121" y="701"/>
                  </a:lnTo>
                  <a:lnTo>
                    <a:pt x="7654" y="374"/>
                  </a:lnTo>
                  <a:lnTo>
                    <a:pt x="7421" y="234"/>
                  </a:lnTo>
                  <a:lnTo>
                    <a:pt x="7187" y="94"/>
                  </a:lnTo>
                  <a:lnTo>
                    <a:pt x="695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40"/>
            <p:cNvSpPr/>
            <p:nvPr/>
          </p:nvSpPr>
          <p:spPr>
            <a:xfrm>
              <a:off x="7144750" y="4036900"/>
              <a:ext cx="177350" cy="175025"/>
            </a:xfrm>
            <a:custGeom>
              <a:rect b="b" l="l" r="r" t="t"/>
              <a:pathLst>
                <a:path extrusionOk="0" h="7001" w="7094">
                  <a:moveTo>
                    <a:pt x="374" y="1"/>
                  </a:moveTo>
                  <a:lnTo>
                    <a:pt x="0" y="47"/>
                  </a:lnTo>
                  <a:lnTo>
                    <a:pt x="420" y="187"/>
                  </a:lnTo>
                  <a:lnTo>
                    <a:pt x="840" y="421"/>
                  </a:lnTo>
                  <a:lnTo>
                    <a:pt x="1260" y="654"/>
                  </a:lnTo>
                  <a:lnTo>
                    <a:pt x="1680" y="841"/>
                  </a:lnTo>
                  <a:lnTo>
                    <a:pt x="1914" y="934"/>
                  </a:lnTo>
                  <a:lnTo>
                    <a:pt x="2194" y="981"/>
                  </a:lnTo>
                  <a:lnTo>
                    <a:pt x="2754" y="1027"/>
                  </a:lnTo>
                  <a:lnTo>
                    <a:pt x="3314" y="1121"/>
                  </a:lnTo>
                  <a:lnTo>
                    <a:pt x="3547" y="1214"/>
                  </a:lnTo>
                  <a:lnTo>
                    <a:pt x="3781" y="1354"/>
                  </a:lnTo>
                  <a:lnTo>
                    <a:pt x="3967" y="1494"/>
                  </a:lnTo>
                  <a:lnTo>
                    <a:pt x="4107" y="1727"/>
                  </a:lnTo>
                  <a:lnTo>
                    <a:pt x="4387" y="2194"/>
                  </a:lnTo>
                  <a:lnTo>
                    <a:pt x="4621" y="2707"/>
                  </a:lnTo>
                  <a:lnTo>
                    <a:pt x="4714" y="2987"/>
                  </a:lnTo>
                  <a:lnTo>
                    <a:pt x="4901" y="3174"/>
                  </a:lnTo>
                  <a:lnTo>
                    <a:pt x="5041" y="3407"/>
                  </a:lnTo>
                  <a:lnTo>
                    <a:pt x="5227" y="3594"/>
                  </a:lnTo>
                  <a:lnTo>
                    <a:pt x="5647" y="3967"/>
                  </a:lnTo>
                  <a:lnTo>
                    <a:pt x="6067" y="4341"/>
                  </a:lnTo>
                  <a:lnTo>
                    <a:pt x="6207" y="4574"/>
                  </a:lnTo>
                  <a:lnTo>
                    <a:pt x="6301" y="4807"/>
                  </a:lnTo>
                  <a:lnTo>
                    <a:pt x="6347" y="5041"/>
                  </a:lnTo>
                  <a:lnTo>
                    <a:pt x="6394" y="5228"/>
                  </a:lnTo>
                  <a:lnTo>
                    <a:pt x="6394" y="5648"/>
                  </a:lnTo>
                  <a:lnTo>
                    <a:pt x="6254" y="6441"/>
                  </a:lnTo>
                  <a:lnTo>
                    <a:pt x="6254" y="6581"/>
                  </a:lnTo>
                  <a:lnTo>
                    <a:pt x="6161" y="6721"/>
                  </a:lnTo>
                  <a:lnTo>
                    <a:pt x="6067" y="6814"/>
                  </a:lnTo>
                  <a:lnTo>
                    <a:pt x="5974" y="6861"/>
                  </a:lnTo>
                  <a:lnTo>
                    <a:pt x="5787" y="6954"/>
                  </a:lnTo>
                  <a:lnTo>
                    <a:pt x="5647" y="7001"/>
                  </a:lnTo>
                  <a:lnTo>
                    <a:pt x="6254" y="7001"/>
                  </a:lnTo>
                  <a:lnTo>
                    <a:pt x="6441" y="6954"/>
                  </a:lnTo>
                  <a:lnTo>
                    <a:pt x="6674" y="6861"/>
                  </a:lnTo>
                  <a:lnTo>
                    <a:pt x="6767" y="6814"/>
                  </a:lnTo>
                  <a:lnTo>
                    <a:pt x="6861" y="6721"/>
                  </a:lnTo>
                  <a:lnTo>
                    <a:pt x="6907" y="6581"/>
                  </a:lnTo>
                  <a:lnTo>
                    <a:pt x="6954" y="6441"/>
                  </a:lnTo>
                  <a:lnTo>
                    <a:pt x="7047" y="5648"/>
                  </a:lnTo>
                  <a:lnTo>
                    <a:pt x="7094" y="5228"/>
                  </a:lnTo>
                  <a:lnTo>
                    <a:pt x="7047" y="5041"/>
                  </a:lnTo>
                  <a:lnTo>
                    <a:pt x="7001" y="4807"/>
                  </a:lnTo>
                  <a:lnTo>
                    <a:pt x="6907" y="4574"/>
                  </a:lnTo>
                  <a:lnTo>
                    <a:pt x="6721" y="4341"/>
                  </a:lnTo>
                  <a:lnTo>
                    <a:pt x="6347" y="3967"/>
                  </a:lnTo>
                  <a:lnTo>
                    <a:pt x="5927" y="3594"/>
                  </a:lnTo>
                  <a:lnTo>
                    <a:pt x="5741" y="3407"/>
                  </a:lnTo>
                  <a:lnTo>
                    <a:pt x="5554" y="3174"/>
                  </a:lnTo>
                  <a:lnTo>
                    <a:pt x="5414" y="2987"/>
                  </a:lnTo>
                  <a:lnTo>
                    <a:pt x="5274" y="2707"/>
                  </a:lnTo>
                  <a:lnTo>
                    <a:pt x="5041" y="2194"/>
                  </a:lnTo>
                  <a:lnTo>
                    <a:pt x="4807" y="1727"/>
                  </a:lnTo>
                  <a:lnTo>
                    <a:pt x="4667" y="1494"/>
                  </a:lnTo>
                  <a:lnTo>
                    <a:pt x="4434" y="1354"/>
                  </a:lnTo>
                  <a:lnTo>
                    <a:pt x="4247" y="1214"/>
                  </a:lnTo>
                  <a:lnTo>
                    <a:pt x="3967" y="1121"/>
                  </a:lnTo>
                  <a:lnTo>
                    <a:pt x="3454" y="1027"/>
                  </a:lnTo>
                  <a:lnTo>
                    <a:pt x="2894" y="981"/>
                  </a:lnTo>
                  <a:lnTo>
                    <a:pt x="2614" y="934"/>
                  </a:lnTo>
                  <a:lnTo>
                    <a:pt x="2334" y="841"/>
                  </a:lnTo>
                  <a:lnTo>
                    <a:pt x="2100" y="747"/>
                  </a:lnTo>
                  <a:lnTo>
                    <a:pt x="1867" y="607"/>
                  </a:lnTo>
                  <a:lnTo>
                    <a:pt x="1354" y="327"/>
                  </a:lnTo>
                  <a:lnTo>
                    <a:pt x="887" y="94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40"/>
            <p:cNvSpPr/>
            <p:nvPr/>
          </p:nvSpPr>
          <p:spPr>
            <a:xfrm>
              <a:off x="6997750" y="4087075"/>
              <a:ext cx="106175" cy="106200"/>
            </a:xfrm>
            <a:custGeom>
              <a:rect b="b" l="l" r="r" t="t"/>
              <a:pathLst>
                <a:path extrusionOk="0" h="4248" w="4247">
                  <a:moveTo>
                    <a:pt x="2100" y="0"/>
                  </a:moveTo>
                  <a:lnTo>
                    <a:pt x="1680" y="47"/>
                  </a:lnTo>
                  <a:lnTo>
                    <a:pt x="1307" y="140"/>
                  </a:lnTo>
                  <a:lnTo>
                    <a:pt x="934" y="327"/>
                  </a:lnTo>
                  <a:lnTo>
                    <a:pt x="607" y="607"/>
                  </a:lnTo>
                  <a:lnTo>
                    <a:pt x="374" y="934"/>
                  </a:lnTo>
                  <a:lnTo>
                    <a:pt x="140" y="1260"/>
                  </a:lnTo>
                  <a:lnTo>
                    <a:pt x="47" y="1680"/>
                  </a:lnTo>
                  <a:lnTo>
                    <a:pt x="0" y="2100"/>
                  </a:lnTo>
                  <a:lnTo>
                    <a:pt x="0" y="2380"/>
                  </a:lnTo>
                  <a:lnTo>
                    <a:pt x="94" y="2660"/>
                  </a:lnTo>
                  <a:lnTo>
                    <a:pt x="140" y="2940"/>
                  </a:lnTo>
                  <a:lnTo>
                    <a:pt x="280" y="3174"/>
                  </a:lnTo>
                  <a:lnTo>
                    <a:pt x="374" y="3267"/>
                  </a:lnTo>
                  <a:lnTo>
                    <a:pt x="514" y="3361"/>
                  </a:lnTo>
                  <a:lnTo>
                    <a:pt x="607" y="3407"/>
                  </a:lnTo>
                  <a:lnTo>
                    <a:pt x="747" y="3501"/>
                  </a:lnTo>
                  <a:lnTo>
                    <a:pt x="1027" y="3781"/>
                  </a:lnTo>
                  <a:lnTo>
                    <a:pt x="1354" y="4014"/>
                  </a:lnTo>
                  <a:lnTo>
                    <a:pt x="1727" y="4154"/>
                  </a:lnTo>
                  <a:lnTo>
                    <a:pt x="1914" y="4201"/>
                  </a:lnTo>
                  <a:lnTo>
                    <a:pt x="2100" y="4247"/>
                  </a:lnTo>
                  <a:lnTo>
                    <a:pt x="2567" y="4201"/>
                  </a:lnTo>
                  <a:lnTo>
                    <a:pt x="2940" y="4061"/>
                  </a:lnTo>
                  <a:lnTo>
                    <a:pt x="3314" y="3874"/>
                  </a:lnTo>
                  <a:lnTo>
                    <a:pt x="3594" y="3594"/>
                  </a:lnTo>
                  <a:lnTo>
                    <a:pt x="3874" y="3314"/>
                  </a:lnTo>
                  <a:lnTo>
                    <a:pt x="4060" y="2940"/>
                  </a:lnTo>
                  <a:lnTo>
                    <a:pt x="4200" y="2520"/>
                  </a:lnTo>
                  <a:lnTo>
                    <a:pt x="4247" y="2100"/>
                  </a:lnTo>
                  <a:lnTo>
                    <a:pt x="4200" y="1820"/>
                  </a:lnTo>
                  <a:lnTo>
                    <a:pt x="4154" y="1587"/>
                  </a:lnTo>
                  <a:lnTo>
                    <a:pt x="4014" y="1354"/>
                  </a:lnTo>
                  <a:lnTo>
                    <a:pt x="3874" y="1167"/>
                  </a:lnTo>
                  <a:lnTo>
                    <a:pt x="3547" y="794"/>
                  </a:lnTo>
                  <a:lnTo>
                    <a:pt x="3127" y="514"/>
                  </a:lnTo>
                  <a:lnTo>
                    <a:pt x="3080" y="420"/>
                  </a:lnTo>
                  <a:lnTo>
                    <a:pt x="3080" y="327"/>
                  </a:lnTo>
                  <a:lnTo>
                    <a:pt x="3034" y="234"/>
                  </a:lnTo>
                  <a:lnTo>
                    <a:pt x="2987" y="187"/>
                  </a:lnTo>
                  <a:lnTo>
                    <a:pt x="2567" y="47"/>
                  </a:lnTo>
                  <a:lnTo>
                    <a:pt x="21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40"/>
            <p:cNvSpPr/>
            <p:nvPr/>
          </p:nvSpPr>
          <p:spPr>
            <a:xfrm>
              <a:off x="7170425" y="4018225"/>
              <a:ext cx="144675" cy="134200"/>
            </a:xfrm>
            <a:custGeom>
              <a:rect b="b" l="l" r="r" t="t"/>
              <a:pathLst>
                <a:path extrusionOk="0" h="5368" w="5787">
                  <a:moveTo>
                    <a:pt x="1727" y="1"/>
                  </a:moveTo>
                  <a:lnTo>
                    <a:pt x="1680" y="94"/>
                  </a:lnTo>
                  <a:lnTo>
                    <a:pt x="0" y="2428"/>
                  </a:lnTo>
                  <a:lnTo>
                    <a:pt x="4154" y="5368"/>
                  </a:lnTo>
                  <a:lnTo>
                    <a:pt x="4994" y="4061"/>
                  </a:lnTo>
                  <a:lnTo>
                    <a:pt x="5554" y="3174"/>
                  </a:lnTo>
                  <a:lnTo>
                    <a:pt x="5740" y="2848"/>
                  </a:lnTo>
                  <a:lnTo>
                    <a:pt x="5787" y="2708"/>
                  </a:lnTo>
                  <a:lnTo>
                    <a:pt x="4294" y="1681"/>
                  </a:lnTo>
                  <a:lnTo>
                    <a:pt x="4154" y="1634"/>
                  </a:lnTo>
                  <a:lnTo>
                    <a:pt x="4060" y="1681"/>
                  </a:lnTo>
                  <a:lnTo>
                    <a:pt x="3780" y="1821"/>
                  </a:lnTo>
                  <a:lnTo>
                    <a:pt x="3360" y="1821"/>
                  </a:lnTo>
                  <a:lnTo>
                    <a:pt x="3174" y="1774"/>
                  </a:lnTo>
                  <a:lnTo>
                    <a:pt x="2940" y="1634"/>
                  </a:lnTo>
                  <a:lnTo>
                    <a:pt x="2707" y="1354"/>
                  </a:lnTo>
                  <a:lnTo>
                    <a:pt x="2660" y="1214"/>
                  </a:lnTo>
                  <a:lnTo>
                    <a:pt x="2614" y="1074"/>
                  </a:lnTo>
                  <a:lnTo>
                    <a:pt x="2614" y="888"/>
                  </a:lnTo>
                  <a:lnTo>
                    <a:pt x="2660" y="701"/>
                  </a:lnTo>
                  <a:lnTo>
                    <a:pt x="2614" y="561"/>
                  </a:lnTo>
                  <a:lnTo>
                    <a:pt x="2567" y="468"/>
                  </a:lnTo>
                  <a:lnTo>
                    <a:pt x="1960" y="48"/>
                  </a:lnTo>
                  <a:lnTo>
                    <a:pt x="19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40"/>
            <p:cNvSpPr/>
            <p:nvPr/>
          </p:nvSpPr>
          <p:spPr>
            <a:xfrm>
              <a:off x="7004750" y="4091750"/>
              <a:ext cx="99175" cy="101525"/>
            </a:xfrm>
            <a:custGeom>
              <a:rect b="b" l="l" r="r" t="t"/>
              <a:pathLst>
                <a:path extrusionOk="0" h="4061" w="3967">
                  <a:moveTo>
                    <a:pt x="2707" y="0"/>
                  </a:moveTo>
                  <a:lnTo>
                    <a:pt x="2287" y="233"/>
                  </a:lnTo>
                  <a:lnTo>
                    <a:pt x="1820" y="513"/>
                  </a:lnTo>
                  <a:lnTo>
                    <a:pt x="1447" y="887"/>
                  </a:lnTo>
                  <a:lnTo>
                    <a:pt x="1074" y="1213"/>
                  </a:lnTo>
                  <a:lnTo>
                    <a:pt x="747" y="1633"/>
                  </a:lnTo>
                  <a:lnTo>
                    <a:pt x="467" y="2053"/>
                  </a:lnTo>
                  <a:lnTo>
                    <a:pt x="234" y="2520"/>
                  </a:lnTo>
                  <a:lnTo>
                    <a:pt x="0" y="2987"/>
                  </a:lnTo>
                  <a:lnTo>
                    <a:pt x="140" y="3220"/>
                  </a:lnTo>
                  <a:lnTo>
                    <a:pt x="327" y="3407"/>
                  </a:lnTo>
                  <a:lnTo>
                    <a:pt x="560" y="3594"/>
                  </a:lnTo>
                  <a:lnTo>
                    <a:pt x="747" y="3734"/>
                  </a:lnTo>
                  <a:lnTo>
                    <a:pt x="1027" y="3874"/>
                  </a:lnTo>
                  <a:lnTo>
                    <a:pt x="1260" y="3967"/>
                  </a:lnTo>
                  <a:lnTo>
                    <a:pt x="1540" y="4014"/>
                  </a:lnTo>
                  <a:lnTo>
                    <a:pt x="1820" y="4060"/>
                  </a:lnTo>
                  <a:lnTo>
                    <a:pt x="2287" y="4014"/>
                  </a:lnTo>
                  <a:lnTo>
                    <a:pt x="2660" y="3874"/>
                  </a:lnTo>
                  <a:lnTo>
                    <a:pt x="3034" y="3687"/>
                  </a:lnTo>
                  <a:lnTo>
                    <a:pt x="3314" y="3407"/>
                  </a:lnTo>
                  <a:lnTo>
                    <a:pt x="3594" y="3127"/>
                  </a:lnTo>
                  <a:lnTo>
                    <a:pt x="3780" y="2753"/>
                  </a:lnTo>
                  <a:lnTo>
                    <a:pt x="3920" y="2333"/>
                  </a:lnTo>
                  <a:lnTo>
                    <a:pt x="3967" y="1913"/>
                  </a:lnTo>
                  <a:lnTo>
                    <a:pt x="3920" y="1587"/>
                  </a:lnTo>
                  <a:lnTo>
                    <a:pt x="3874" y="1307"/>
                  </a:lnTo>
                  <a:lnTo>
                    <a:pt x="3780" y="1027"/>
                  </a:lnTo>
                  <a:lnTo>
                    <a:pt x="3594" y="747"/>
                  </a:lnTo>
                  <a:lnTo>
                    <a:pt x="3454" y="513"/>
                  </a:lnTo>
                  <a:lnTo>
                    <a:pt x="3220" y="327"/>
                  </a:lnTo>
                  <a:lnTo>
                    <a:pt x="2987" y="140"/>
                  </a:lnTo>
                  <a:lnTo>
                    <a:pt x="27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40"/>
            <p:cNvSpPr/>
            <p:nvPr/>
          </p:nvSpPr>
          <p:spPr>
            <a:xfrm>
              <a:off x="7260250" y="4076575"/>
              <a:ext cx="57200" cy="75850"/>
            </a:xfrm>
            <a:custGeom>
              <a:rect b="b" l="l" r="r" t="t"/>
              <a:pathLst>
                <a:path extrusionOk="0" h="3034" w="2288">
                  <a:moveTo>
                    <a:pt x="1634" y="0"/>
                  </a:moveTo>
                  <a:lnTo>
                    <a:pt x="1681" y="94"/>
                  </a:lnTo>
                  <a:lnTo>
                    <a:pt x="1727" y="140"/>
                  </a:lnTo>
                  <a:lnTo>
                    <a:pt x="1727" y="234"/>
                  </a:lnTo>
                  <a:lnTo>
                    <a:pt x="1681" y="327"/>
                  </a:lnTo>
                  <a:lnTo>
                    <a:pt x="1" y="2660"/>
                  </a:lnTo>
                  <a:lnTo>
                    <a:pt x="561" y="3034"/>
                  </a:lnTo>
                  <a:lnTo>
                    <a:pt x="2241" y="700"/>
                  </a:lnTo>
                  <a:lnTo>
                    <a:pt x="2241" y="607"/>
                  </a:lnTo>
                  <a:lnTo>
                    <a:pt x="2287" y="514"/>
                  </a:lnTo>
                  <a:lnTo>
                    <a:pt x="2241" y="467"/>
                  </a:lnTo>
                  <a:lnTo>
                    <a:pt x="2194" y="374"/>
                  </a:lnTo>
                  <a:lnTo>
                    <a:pt x="1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40"/>
            <p:cNvSpPr/>
            <p:nvPr/>
          </p:nvSpPr>
          <p:spPr>
            <a:xfrm>
              <a:off x="7014075" y="4077750"/>
              <a:ext cx="273025" cy="173850"/>
            </a:xfrm>
            <a:custGeom>
              <a:rect b="b" l="l" r="r" t="t"/>
              <a:pathLst>
                <a:path extrusionOk="0" h="6954" w="10921">
                  <a:moveTo>
                    <a:pt x="5367" y="0"/>
                  </a:moveTo>
                  <a:lnTo>
                    <a:pt x="4854" y="47"/>
                  </a:lnTo>
                  <a:lnTo>
                    <a:pt x="4294" y="140"/>
                  </a:lnTo>
                  <a:lnTo>
                    <a:pt x="3781" y="280"/>
                  </a:lnTo>
                  <a:lnTo>
                    <a:pt x="3267" y="467"/>
                  </a:lnTo>
                  <a:lnTo>
                    <a:pt x="2801" y="653"/>
                  </a:lnTo>
                  <a:lnTo>
                    <a:pt x="2381" y="933"/>
                  </a:lnTo>
                  <a:lnTo>
                    <a:pt x="1961" y="1260"/>
                  </a:lnTo>
                  <a:lnTo>
                    <a:pt x="1541" y="1587"/>
                  </a:lnTo>
                  <a:lnTo>
                    <a:pt x="1214" y="2007"/>
                  </a:lnTo>
                  <a:lnTo>
                    <a:pt x="887" y="2380"/>
                  </a:lnTo>
                  <a:lnTo>
                    <a:pt x="654" y="2847"/>
                  </a:lnTo>
                  <a:lnTo>
                    <a:pt x="421" y="3313"/>
                  </a:lnTo>
                  <a:lnTo>
                    <a:pt x="234" y="3827"/>
                  </a:lnTo>
                  <a:lnTo>
                    <a:pt x="94" y="4340"/>
                  </a:lnTo>
                  <a:lnTo>
                    <a:pt x="1" y="4854"/>
                  </a:lnTo>
                  <a:lnTo>
                    <a:pt x="1" y="5414"/>
                  </a:lnTo>
                  <a:lnTo>
                    <a:pt x="1" y="6300"/>
                  </a:lnTo>
                  <a:lnTo>
                    <a:pt x="47" y="6580"/>
                  </a:lnTo>
                  <a:lnTo>
                    <a:pt x="187" y="6767"/>
                  </a:lnTo>
                  <a:lnTo>
                    <a:pt x="374" y="6907"/>
                  </a:lnTo>
                  <a:lnTo>
                    <a:pt x="607" y="6954"/>
                  </a:lnTo>
                  <a:lnTo>
                    <a:pt x="10641" y="6954"/>
                  </a:lnTo>
                  <a:lnTo>
                    <a:pt x="10734" y="6907"/>
                  </a:lnTo>
                  <a:lnTo>
                    <a:pt x="10828" y="6860"/>
                  </a:lnTo>
                  <a:lnTo>
                    <a:pt x="10874" y="6767"/>
                  </a:lnTo>
                  <a:lnTo>
                    <a:pt x="10921" y="6534"/>
                  </a:lnTo>
                  <a:lnTo>
                    <a:pt x="10921" y="6300"/>
                  </a:lnTo>
                  <a:lnTo>
                    <a:pt x="10921" y="5414"/>
                  </a:lnTo>
                  <a:lnTo>
                    <a:pt x="10921" y="4854"/>
                  </a:lnTo>
                  <a:lnTo>
                    <a:pt x="10828" y="4294"/>
                  </a:lnTo>
                  <a:lnTo>
                    <a:pt x="10688" y="3780"/>
                  </a:lnTo>
                  <a:lnTo>
                    <a:pt x="10548" y="3313"/>
                  </a:lnTo>
                  <a:lnTo>
                    <a:pt x="10314" y="2847"/>
                  </a:lnTo>
                  <a:lnTo>
                    <a:pt x="10081" y="2380"/>
                  </a:lnTo>
                  <a:lnTo>
                    <a:pt x="9801" y="1960"/>
                  </a:lnTo>
                  <a:lnTo>
                    <a:pt x="9474" y="1587"/>
                  </a:lnTo>
                  <a:lnTo>
                    <a:pt x="9101" y="1260"/>
                  </a:lnTo>
                  <a:lnTo>
                    <a:pt x="8727" y="933"/>
                  </a:lnTo>
                  <a:lnTo>
                    <a:pt x="8307" y="653"/>
                  </a:lnTo>
                  <a:lnTo>
                    <a:pt x="7841" y="420"/>
                  </a:lnTo>
                  <a:lnTo>
                    <a:pt x="7374" y="280"/>
                  </a:lnTo>
                  <a:lnTo>
                    <a:pt x="6861" y="140"/>
                  </a:lnTo>
                  <a:lnTo>
                    <a:pt x="6347" y="47"/>
                  </a:lnTo>
                  <a:lnTo>
                    <a:pt x="578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40"/>
            <p:cNvSpPr/>
            <p:nvPr/>
          </p:nvSpPr>
          <p:spPr>
            <a:xfrm>
              <a:off x="7144750" y="4077750"/>
              <a:ext cx="149350" cy="173850"/>
            </a:xfrm>
            <a:custGeom>
              <a:rect b="b" l="l" r="r" t="t"/>
              <a:pathLst>
                <a:path extrusionOk="0" h="6954" w="5974">
                  <a:moveTo>
                    <a:pt x="0" y="0"/>
                  </a:moveTo>
                  <a:lnTo>
                    <a:pt x="560" y="47"/>
                  </a:lnTo>
                  <a:lnTo>
                    <a:pt x="1074" y="140"/>
                  </a:lnTo>
                  <a:lnTo>
                    <a:pt x="1587" y="280"/>
                  </a:lnTo>
                  <a:lnTo>
                    <a:pt x="2054" y="467"/>
                  </a:lnTo>
                  <a:lnTo>
                    <a:pt x="2520" y="700"/>
                  </a:lnTo>
                  <a:lnTo>
                    <a:pt x="2987" y="980"/>
                  </a:lnTo>
                  <a:lnTo>
                    <a:pt x="3360" y="1307"/>
                  </a:lnTo>
                  <a:lnTo>
                    <a:pt x="3734" y="1633"/>
                  </a:lnTo>
                  <a:lnTo>
                    <a:pt x="4061" y="2053"/>
                  </a:lnTo>
                  <a:lnTo>
                    <a:pt x="4387" y="2427"/>
                  </a:lnTo>
                  <a:lnTo>
                    <a:pt x="4667" y="2893"/>
                  </a:lnTo>
                  <a:lnTo>
                    <a:pt x="4854" y="3360"/>
                  </a:lnTo>
                  <a:lnTo>
                    <a:pt x="5041" y="3827"/>
                  </a:lnTo>
                  <a:lnTo>
                    <a:pt x="5181" y="4340"/>
                  </a:lnTo>
                  <a:lnTo>
                    <a:pt x="5274" y="4900"/>
                  </a:lnTo>
                  <a:lnTo>
                    <a:pt x="5274" y="5414"/>
                  </a:lnTo>
                  <a:lnTo>
                    <a:pt x="5274" y="6300"/>
                  </a:lnTo>
                  <a:lnTo>
                    <a:pt x="5227" y="6580"/>
                  </a:lnTo>
                  <a:lnTo>
                    <a:pt x="5087" y="6767"/>
                  </a:lnTo>
                  <a:lnTo>
                    <a:pt x="4901" y="6907"/>
                  </a:lnTo>
                  <a:lnTo>
                    <a:pt x="4621" y="6954"/>
                  </a:lnTo>
                  <a:lnTo>
                    <a:pt x="5321" y="6954"/>
                  </a:lnTo>
                  <a:lnTo>
                    <a:pt x="5554" y="6907"/>
                  </a:lnTo>
                  <a:lnTo>
                    <a:pt x="5787" y="6767"/>
                  </a:lnTo>
                  <a:lnTo>
                    <a:pt x="5927" y="6580"/>
                  </a:lnTo>
                  <a:lnTo>
                    <a:pt x="5974" y="6300"/>
                  </a:lnTo>
                  <a:lnTo>
                    <a:pt x="5974" y="5414"/>
                  </a:lnTo>
                  <a:lnTo>
                    <a:pt x="5927" y="4854"/>
                  </a:lnTo>
                  <a:lnTo>
                    <a:pt x="5834" y="4340"/>
                  </a:lnTo>
                  <a:lnTo>
                    <a:pt x="5741" y="3827"/>
                  </a:lnTo>
                  <a:lnTo>
                    <a:pt x="5554" y="3313"/>
                  </a:lnTo>
                  <a:lnTo>
                    <a:pt x="5321" y="2847"/>
                  </a:lnTo>
                  <a:lnTo>
                    <a:pt x="5041" y="2380"/>
                  </a:lnTo>
                  <a:lnTo>
                    <a:pt x="4714" y="2007"/>
                  </a:lnTo>
                  <a:lnTo>
                    <a:pt x="4387" y="1587"/>
                  </a:lnTo>
                  <a:lnTo>
                    <a:pt x="4014" y="1260"/>
                  </a:lnTo>
                  <a:lnTo>
                    <a:pt x="3594" y="933"/>
                  </a:lnTo>
                  <a:lnTo>
                    <a:pt x="3127" y="653"/>
                  </a:lnTo>
                  <a:lnTo>
                    <a:pt x="2660" y="467"/>
                  </a:lnTo>
                  <a:lnTo>
                    <a:pt x="2147" y="280"/>
                  </a:lnTo>
                  <a:lnTo>
                    <a:pt x="1634" y="140"/>
                  </a:lnTo>
                  <a:lnTo>
                    <a:pt x="1120" y="47"/>
                  </a:lnTo>
                  <a:lnTo>
                    <a:pt x="5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28" name="Shape 9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9" name="Google Shape;9229;p41"/>
          <p:cNvSpPr/>
          <p:nvPr/>
        </p:nvSpPr>
        <p:spPr>
          <a:xfrm rot="-5400000">
            <a:off x="1444153" y="1552821"/>
            <a:ext cx="758986" cy="759008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30" name="Google Shape;9230;p41"/>
          <p:cNvSpPr/>
          <p:nvPr/>
        </p:nvSpPr>
        <p:spPr>
          <a:xfrm rot="-5400000">
            <a:off x="1444153" y="3078071"/>
            <a:ext cx="758986" cy="759008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31" name="Google Shape;9231;p41"/>
          <p:cNvSpPr/>
          <p:nvPr/>
        </p:nvSpPr>
        <p:spPr>
          <a:xfrm rot="-5400000">
            <a:off x="4796978" y="1552821"/>
            <a:ext cx="758986" cy="759008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32" name="Google Shape;9232;p41"/>
          <p:cNvSpPr/>
          <p:nvPr/>
        </p:nvSpPr>
        <p:spPr>
          <a:xfrm rot="-5400000">
            <a:off x="4796978" y="3078071"/>
            <a:ext cx="758986" cy="759008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33" name="Google Shape;9233;p41"/>
          <p:cNvSpPr txBox="1"/>
          <p:nvPr>
            <p:ph idx="8"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Expected Benefits</a:t>
            </a:r>
            <a:endParaRPr/>
          </a:p>
        </p:txBody>
      </p:sp>
      <p:sp>
        <p:nvSpPr>
          <p:cNvPr id="9234" name="Google Shape;9234;p41"/>
          <p:cNvSpPr txBox="1"/>
          <p:nvPr>
            <p:ph type="title"/>
          </p:nvPr>
        </p:nvSpPr>
        <p:spPr>
          <a:xfrm>
            <a:off x="2365778" y="1552266"/>
            <a:ext cx="1978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/>
              <a:t>Saves time</a:t>
            </a:r>
            <a:endParaRPr sz="900"/>
          </a:p>
        </p:txBody>
      </p:sp>
      <p:sp>
        <p:nvSpPr>
          <p:cNvPr id="9235" name="Google Shape;9235;p41"/>
          <p:cNvSpPr txBox="1"/>
          <p:nvPr>
            <p:ph idx="1" type="subTitle"/>
          </p:nvPr>
        </p:nvSpPr>
        <p:spPr>
          <a:xfrm>
            <a:off x="2365775" y="1763671"/>
            <a:ext cx="1978200" cy="75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/>
              <a:t>users reach a final food decision in under a minute instead of spending 10-20 minutes scrolling delivery apps</a:t>
            </a:r>
            <a:endParaRPr sz="1000"/>
          </a:p>
        </p:txBody>
      </p:sp>
      <p:sp>
        <p:nvSpPr>
          <p:cNvPr id="9236" name="Google Shape;9236;p41"/>
          <p:cNvSpPr txBox="1"/>
          <p:nvPr>
            <p:ph idx="2" type="title"/>
          </p:nvPr>
        </p:nvSpPr>
        <p:spPr>
          <a:xfrm>
            <a:off x="5721659" y="1552266"/>
            <a:ext cx="1978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/>
              <a:t>Reduces decision fatigue</a:t>
            </a:r>
            <a:endParaRPr sz="900"/>
          </a:p>
        </p:txBody>
      </p:sp>
      <p:sp>
        <p:nvSpPr>
          <p:cNvPr id="9237" name="Google Shape;9237;p41"/>
          <p:cNvSpPr txBox="1"/>
          <p:nvPr>
            <p:ph idx="3" type="subTitle"/>
          </p:nvPr>
        </p:nvSpPr>
        <p:spPr>
          <a:xfrm>
            <a:off x="5721650" y="1763667"/>
            <a:ext cx="1978200" cy="98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/>
              <a:t>removes the mental effort of comparing endless options, especially useful after a long day or when hunger is already making decisions harder</a:t>
            </a:r>
            <a:endParaRPr sz="1000"/>
          </a:p>
        </p:txBody>
      </p:sp>
      <p:sp>
        <p:nvSpPr>
          <p:cNvPr id="9238" name="Google Shape;9238;p41"/>
          <p:cNvSpPr txBox="1"/>
          <p:nvPr>
            <p:ph idx="4" type="title"/>
          </p:nvPr>
        </p:nvSpPr>
        <p:spPr>
          <a:xfrm>
            <a:off x="2365778" y="3077506"/>
            <a:ext cx="1975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/>
              <a:t>Resolves group conflict</a:t>
            </a:r>
            <a:endParaRPr sz="900"/>
          </a:p>
        </p:txBody>
      </p:sp>
      <p:sp>
        <p:nvSpPr>
          <p:cNvPr id="9239" name="Google Shape;9239;p41"/>
          <p:cNvSpPr txBox="1"/>
          <p:nvPr>
            <p:ph idx="5" type="subTitle"/>
          </p:nvPr>
        </p:nvSpPr>
        <p:spPr>
          <a:xfrm>
            <a:off x="2365775" y="3288924"/>
            <a:ext cx="1978200" cy="132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/>
              <a:t>Group Mode gives friends, coworkers, or families a neutral "decider" so no single person is blamed for a bad pick, and no time is wasted negotiating.</a:t>
            </a:r>
            <a:endParaRPr sz="1000"/>
          </a:p>
        </p:txBody>
      </p:sp>
      <p:sp>
        <p:nvSpPr>
          <p:cNvPr id="9240" name="Google Shape;9240;p41"/>
          <p:cNvSpPr txBox="1"/>
          <p:nvPr>
            <p:ph idx="6" type="title"/>
          </p:nvPr>
        </p:nvSpPr>
        <p:spPr>
          <a:xfrm>
            <a:off x="5721659" y="3077506"/>
            <a:ext cx="1978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/>
              <a:t>Encourages food variety</a:t>
            </a:r>
            <a:endParaRPr sz="900"/>
          </a:p>
        </p:txBody>
      </p:sp>
      <p:sp>
        <p:nvSpPr>
          <p:cNvPr id="9241" name="Google Shape;9241;p41"/>
          <p:cNvSpPr txBox="1"/>
          <p:nvPr>
            <p:ph idx="7" type="subTitle"/>
          </p:nvPr>
        </p:nvSpPr>
        <p:spPr>
          <a:xfrm>
            <a:off x="5721650" y="3288925"/>
            <a:ext cx="1978200" cy="87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/>
              <a:t>random selection nudges users toward stores or dishes they might not have picked themselves, breaking the habit of defaulting to the same 2-3 places</a:t>
            </a:r>
            <a:endParaRPr sz="1000"/>
          </a:p>
        </p:txBody>
      </p:sp>
      <p:grpSp>
        <p:nvGrpSpPr>
          <p:cNvPr id="9242" name="Google Shape;9242;p41"/>
          <p:cNvGrpSpPr/>
          <p:nvPr/>
        </p:nvGrpSpPr>
        <p:grpSpPr>
          <a:xfrm>
            <a:off x="1655621" y="1764888"/>
            <a:ext cx="336050" cy="334875"/>
            <a:chOff x="3959625" y="2580850"/>
            <a:chExt cx="336050" cy="334875"/>
          </a:xfrm>
        </p:grpSpPr>
        <p:sp>
          <p:nvSpPr>
            <p:cNvPr id="9243" name="Google Shape;9243;p41"/>
            <p:cNvSpPr/>
            <p:nvPr/>
          </p:nvSpPr>
          <p:spPr>
            <a:xfrm>
              <a:off x="3959625" y="2600700"/>
              <a:ext cx="316225" cy="310350"/>
            </a:xfrm>
            <a:custGeom>
              <a:rect b="b" l="l" r="r" t="t"/>
              <a:pathLst>
                <a:path extrusionOk="0" h="12414" w="12649">
                  <a:moveTo>
                    <a:pt x="4108" y="0"/>
                  </a:moveTo>
                  <a:lnTo>
                    <a:pt x="2988" y="3360"/>
                  </a:lnTo>
                  <a:lnTo>
                    <a:pt x="2568" y="5367"/>
                  </a:lnTo>
                  <a:lnTo>
                    <a:pt x="1914" y="6580"/>
                  </a:lnTo>
                  <a:lnTo>
                    <a:pt x="1448" y="7934"/>
                  </a:lnTo>
                  <a:lnTo>
                    <a:pt x="1401" y="8727"/>
                  </a:lnTo>
                  <a:lnTo>
                    <a:pt x="934" y="9567"/>
                  </a:lnTo>
                  <a:lnTo>
                    <a:pt x="1" y="12321"/>
                  </a:lnTo>
                  <a:lnTo>
                    <a:pt x="1" y="12414"/>
                  </a:lnTo>
                  <a:lnTo>
                    <a:pt x="48" y="12367"/>
                  </a:lnTo>
                  <a:lnTo>
                    <a:pt x="141" y="12274"/>
                  </a:lnTo>
                  <a:lnTo>
                    <a:pt x="281" y="12227"/>
                  </a:lnTo>
                  <a:lnTo>
                    <a:pt x="12648" y="8494"/>
                  </a:lnTo>
                  <a:lnTo>
                    <a:pt x="4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41"/>
            <p:cNvSpPr/>
            <p:nvPr/>
          </p:nvSpPr>
          <p:spPr>
            <a:xfrm>
              <a:off x="3959625" y="2801375"/>
              <a:ext cx="316225" cy="114350"/>
            </a:xfrm>
            <a:custGeom>
              <a:rect b="b" l="l" r="r" t="t"/>
              <a:pathLst>
                <a:path extrusionOk="0" h="4574" w="12649">
                  <a:moveTo>
                    <a:pt x="12135" y="0"/>
                  </a:moveTo>
                  <a:lnTo>
                    <a:pt x="10361" y="560"/>
                  </a:lnTo>
                  <a:lnTo>
                    <a:pt x="9568" y="1027"/>
                  </a:lnTo>
                  <a:lnTo>
                    <a:pt x="7935" y="1400"/>
                  </a:lnTo>
                  <a:lnTo>
                    <a:pt x="5834" y="2100"/>
                  </a:lnTo>
                  <a:lnTo>
                    <a:pt x="4621" y="2753"/>
                  </a:lnTo>
                  <a:lnTo>
                    <a:pt x="3221" y="2940"/>
                  </a:lnTo>
                  <a:lnTo>
                    <a:pt x="94" y="4014"/>
                  </a:lnTo>
                  <a:lnTo>
                    <a:pt x="1" y="4294"/>
                  </a:lnTo>
                  <a:lnTo>
                    <a:pt x="1" y="4434"/>
                  </a:lnTo>
                  <a:lnTo>
                    <a:pt x="48" y="4527"/>
                  </a:lnTo>
                  <a:lnTo>
                    <a:pt x="141" y="4574"/>
                  </a:lnTo>
                  <a:lnTo>
                    <a:pt x="281" y="4574"/>
                  </a:lnTo>
                  <a:lnTo>
                    <a:pt x="3594" y="3500"/>
                  </a:lnTo>
                  <a:lnTo>
                    <a:pt x="4668" y="2894"/>
                  </a:lnTo>
                  <a:lnTo>
                    <a:pt x="5834" y="2707"/>
                  </a:lnTo>
                  <a:lnTo>
                    <a:pt x="8541" y="1820"/>
                  </a:lnTo>
                  <a:lnTo>
                    <a:pt x="9381" y="1353"/>
                  </a:lnTo>
                  <a:lnTo>
                    <a:pt x="10128" y="1307"/>
                  </a:lnTo>
                  <a:lnTo>
                    <a:pt x="12648" y="467"/>
                  </a:lnTo>
                  <a:lnTo>
                    <a:pt x="121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41"/>
            <p:cNvSpPr/>
            <p:nvPr/>
          </p:nvSpPr>
          <p:spPr>
            <a:xfrm>
              <a:off x="4138150" y="2685850"/>
              <a:ext cx="66525" cy="66550"/>
            </a:xfrm>
            <a:custGeom>
              <a:rect b="b" l="l" r="r" t="t"/>
              <a:pathLst>
                <a:path extrusionOk="0" h="2662" w="2661">
                  <a:moveTo>
                    <a:pt x="1120" y="1"/>
                  </a:moveTo>
                  <a:lnTo>
                    <a:pt x="887" y="94"/>
                  </a:lnTo>
                  <a:lnTo>
                    <a:pt x="607" y="234"/>
                  </a:lnTo>
                  <a:lnTo>
                    <a:pt x="420" y="374"/>
                  </a:lnTo>
                  <a:lnTo>
                    <a:pt x="234" y="608"/>
                  </a:lnTo>
                  <a:lnTo>
                    <a:pt x="94" y="841"/>
                  </a:lnTo>
                  <a:lnTo>
                    <a:pt x="47" y="1121"/>
                  </a:lnTo>
                  <a:lnTo>
                    <a:pt x="0" y="1354"/>
                  </a:lnTo>
                  <a:lnTo>
                    <a:pt x="47" y="1634"/>
                  </a:lnTo>
                  <a:lnTo>
                    <a:pt x="94" y="1868"/>
                  </a:lnTo>
                  <a:lnTo>
                    <a:pt x="234" y="2148"/>
                  </a:lnTo>
                  <a:lnTo>
                    <a:pt x="420" y="2334"/>
                  </a:lnTo>
                  <a:lnTo>
                    <a:pt x="607" y="2521"/>
                  </a:lnTo>
                  <a:lnTo>
                    <a:pt x="840" y="2614"/>
                  </a:lnTo>
                  <a:lnTo>
                    <a:pt x="1074" y="2661"/>
                  </a:lnTo>
                  <a:lnTo>
                    <a:pt x="1307" y="2614"/>
                  </a:lnTo>
                  <a:lnTo>
                    <a:pt x="1540" y="2568"/>
                  </a:lnTo>
                  <a:lnTo>
                    <a:pt x="1774" y="2428"/>
                  </a:lnTo>
                  <a:lnTo>
                    <a:pt x="1960" y="2288"/>
                  </a:lnTo>
                  <a:lnTo>
                    <a:pt x="2194" y="2101"/>
                  </a:lnTo>
                  <a:lnTo>
                    <a:pt x="2380" y="1914"/>
                  </a:lnTo>
                  <a:lnTo>
                    <a:pt x="2520" y="1681"/>
                  </a:lnTo>
                  <a:lnTo>
                    <a:pt x="2614" y="1494"/>
                  </a:lnTo>
                  <a:lnTo>
                    <a:pt x="2660" y="1261"/>
                  </a:lnTo>
                  <a:lnTo>
                    <a:pt x="2660" y="1028"/>
                  </a:lnTo>
                  <a:lnTo>
                    <a:pt x="2614" y="794"/>
                  </a:lnTo>
                  <a:lnTo>
                    <a:pt x="2520" y="608"/>
                  </a:lnTo>
                  <a:lnTo>
                    <a:pt x="2334" y="374"/>
                  </a:lnTo>
                  <a:lnTo>
                    <a:pt x="2147" y="234"/>
                  </a:lnTo>
                  <a:lnTo>
                    <a:pt x="1914" y="94"/>
                  </a:lnTo>
                  <a:lnTo>
                    <a:pt x="163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41"/>
            <p:cNvSpPr/>
            <p:nvPr/>
          </p:nvSpPr>
          <p:spPr>
            <a:xfrm>
              <a:off x="4082150" y="2634525"/>
              <a:ext cx="47850" cy="40850"/>
            </a:xfrm>
            <a:custGeom>
              <a:rect b="b" l="l" r="r" t="t"/>
              <a:pathLst>
                <a:path extrusionOk="0" h="1634" w="1914">
                  <a:moveTo>
                    <a:pt x="467" y="1"/>
                  </a:moveTo>
                  <a:lnTo>
                    <a:pt x="420" y="47"/>
                  </a:lnTo>
                  <a:lnTo>
                    <a:pt x="373" y="141"/>
                  </a:lnTo>
                  <a:lnTo>
                    <a:pt x="0" y="1261"/>
                  </a:lnTo>
                  <a:lnTo>
                    <a:pt x="0" y="1307"/>
                  </a:lnTo>
                  <a:lnTo>
                    <a:pt x="0" y="1401"/>
                  </a:lnTo>
                  <a:lnTo>
                    <a:pt x="47" y="1447"/>
                  </a:lnTo>
                  <a:lnTo>
                    <a:pt x="140" y="1494"/>
                  </a:lnTo>
                  <a:lnTo>
                    <a:pt x="1260" y="1634"/>
                  </a:lnTo>
                  <a:lnTo>
                    <a:pt x="1307" y="1587"/>
                  </a:lnTo>
                  <a:lnTo>
                    <a:pt x="1400" y="1494"/>
                  </a:lnTo>
                  <a:lnTo>
                    <a:pt x="1633" y="1167"/>
                  </a:lnTo>
                  <a:lnTo>
                    <a:pt x="1913" y="654"/>
                  </a:lnTo>
                  <a:lnTo>
                    <a:pt x="1913" y="561"/>
                  </a:lnTo>
                  <a:lnTo>
                    <a:pt x="1867" y="467"/>
                  </a:lnTo>
                  <a:lnTo>
                    <a:pt x="1820" y="421"/>
                  </a:lnTo>
                  <a:lnTo>
                    <a:pt x="1773" y="374"/>
                  </a:lnTo>
                  <a:lnTo>
                    <a:pt x="6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41"/>
            <p:cNvSpPr/>
            <p:nvPr/>
          </p:nvSpPr>
          <p:spPr>
            <a:xfrm>
              <a:off x="4082150" y="2640350"/>
              <a:ext cx="47850" cy="42025"/>
            </a:xfrm>
            <a:custGeom>
              <a:rect b="b" l="l" r="r" t="t"/>
              <a:pathLst>
                <a:path extrusionOk="0" h="1681" w="1914">
                  <a:moveTo>
                    <a:pt x="1400" y="1"/>
                  </a:moveTo>
                  <a:lnTo>
                    <a:pt x="1027" y="1028"/>
                  </a:lnTo>
                  <a:lnTo>
                    <a:pt x="980" y="1121"/>
                  </a:lnTo>
                  <a:lnTo>
                    <a:pt x="933" y="1168"/>
                  </a:lnTo>
                  <a:lnTo>
                    <a:pt x="793" y="1168"/>
                  </a:lnTo>
                  <a:lnTo>
                    <a:pt x="47" y="934"/>
                  </a:lnTo>
                  <a:lnTo>
                    <a:pt x="0" y="1028"/>
                  </a:lnTo>
                  <a:lnTo>
                    <a:pt x="0" y="1074"/>
                  </a:lnTo>
                  <a:lnTo>
                    <a:pt x="0" y="1168"/>
                  </a:lnTo>
                  <a:lnTo>
                    <a:pt x="47" y="1214"/>
                  </a:lnTo>
                  <a:lnTo>
                    <a:pt x="140" y="1261"/>
                  </a:lnTo>
                  <a:lnTo>
                    <a:pt x="1260" y="1634"/>
                  </a:lnTo>
                  <a:lnTo>
                    <a:pt x="1353" y="1681"/>
                  </a:lnTo>
                  <a:lnTo>
                    <a:pt x="1400" y="1634"/>
                  </a:lnTo>
                  <a:lnTo>
                    <a:pt x="1493" y="1588"/>
                  </a:lnTo>
                  <a:lnTo>
                    <a:pt x="1540" y="1541"/>
                  </a:lnTo>
                  <a:lnTo>
                    <a:pt x="1913" y="421"/>
                  </a:lnTo>
                  <a:lnTo>
                    <a:pt x="1913" y="328"/>
                  </a:lnTo>
                  <a:lnTo>
                    <a:pt x="1867" y="234"/>
                  </a:lnTo>
                  <a:lnTo>
                    <a:pt x="1820" y="188"/>
                  </a:lnTo>
                  <a:lnTo>
                    <a:pt x="1773" y="141"/>
                  </a:lnTo>
                  <a:lnTo>
                    <a:pt x="140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41"/>
            <p:cNvSpPr/>
            <p:nvPr/>
          </p:nvSpPr>
          <p:spPr>
            <a:xfrm>
              <a:off x="4142800" y="2690525"/>
              <a:ext cx="64200" cy="64200"/>
            </a:xfrm>
            <a:custGeom>
              <a:rect b="b" l="l" r="r" t="t"/>
              <a:pathLst>
                <a:path extrusionOk="0" h="2568" w="2568">
                  <a:moveTo>
                    <a:pt x="1914" y="1"/>
                  </a:moveTo>
                  <a:lnTo>
                    <a:pt x="2008" y="187"/>
                  </a:lnTo>
                  <a:lnTo>
                    <a:pt x="2054" y="421"/>
                  </a:lnTo>
                  <a:lnTo>
                    <a:pt x="2101" y="654"/>
                  </a:lnTo>
                  <a:lnTo>
                    <a:pt x="2101" y="887"/>
                  </a:lnTo>
                  <a:lnTo>
                    <a:pt x="2054" y="1074"/>
                  </a:lnTo>
                  <a:lnTo>
                    <a:pt x="1961" y="1307"/>
                  </a:lnTo>
                  <a:lnTo>
                    <a:pt x="1821" y="1494"/>
                  </a:lnTo>
                  <a:lnTo>
                    <a:pt x="1681" y="1681"/>
                  </a:lnTo>
                  <a:lnTo>
                    <a:pt x="1494" y="1821"/>
                  </a:lnTo>
                  <a:lnTo>
                    <a:pt x="1308" y="1961"/>
                  </a:lnTo>
                  <a:lnTo>
                    <a:pt x="1121" y="2007"/>
                  </a:lnTo>
                  <a:lnTo>
                    <a:pt x="888" y="2054"/>
                  </a:lnTo>
                  <a:lnTo>
                    <a:pt x="421" y="2054"/>
                  </a:lnTo>
                  <a:lnTo>
                    <a:pt x="234" y="2007"/>
                  </a:lnTo>
                  <a:lnTo>
                    <a:pt x="1" y="1867"/>
                  </a:lnTo>
                  <a:lnTo>
                    <a:pt x="1" y="1867"/>
                  </a:lnTo>
                  <a:lnTo>
                    <a:pt x="234" y="2147"/>
                  </a:lnTo>
                  <a:lnTo>
                    <a:pt x="421" y="2334"/>
                  </a:lnTo>
                  <a:lnTo>
                    <a:pt x="701" y="2474"/>
                  </a:lnTo>
                  <a:lnTo>
                    <a:pt x="934" y="2521"/>
                  </a:lnTo>
                  <a:lnTo>
                    <a:pt x="1214" y="2567"/>
                  </a:lnTo>
                  <a:lnTo>
                    <a:pt x="1448" y="2521"/>
                  </a:lnTo>
                  <a:lnTo>
                    <a:pt x="1728" y="2474"/>
                  </a:lnTo>
                  <a:lnTo>
                    <a:pt x="1961" y="2334"/>
                  </a:lnTo>
                  <a:lnTo>
                    <a:pt x="2148" y="2147"/>
                  </a:lnTo>
                  <a:lnTo>
                    <a:pt x="2334" y="1961"/>
                  </a:lnTo>
                  <a:lnTo>
                    <a:pt x="2474" y="1681"/>
                  </a:lnTo>
                  <a:lnTo>
                    <a:pt x="2568" y="1447"/>
                  </a:lnTo>
                  <a:lnTo>
                    <a:pt x="2568" y="1167"/>
                  </a:lnTo>
                  <a:lnTo>
                    <a:pt x="2568" y="934"/>
                  </a:lnTo>
                  <a:lnTo>
                    <a:pt x="2474" y="654"/>
                  </a:lnTo>
                  <a:lnTo>
                    <a:pt x="2334" y="421"/>
                  </a:lnTo>
                  <a:lnTo>
                    <a:pt x="2148" y="187"/>
                  </a:lnTo>
                  <a:lnTo>
                    <a:pt x="19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41"/>
            <p:cNvSpPr/>
            <p:nvPr/>
          </p:nvSpPr>
          <p:spPr>
            <a:xfrm>
              <a:off x="4143975" y="2786200"/>
              <a:ext cx="74700" cy="60700"/>
            </a:xfrm>
            <a:custGeom>
              <a:rect b="b" l="l" r="r" t="t"/>
              <a:pathLst>
                <a:path extrusionOk="0" h="2428" w="2988">
                  <a:moveTo>
                    <a:pt x="561" y="0"/>
                  </a:moveTo>
                  <a:lnTo>
                    <a:pt x="467" y="47"/>
                  </a:lnTo>
                  <a:lnTo>
                    <a:pt x="47" y="654"/>
                  </a:lnTo>
                  <a:lnTo>
                    <a:pt x="1" y="747"/>
                  </a:lnTo>
                  <a:lnTo>
                    <a:pt x="47" y="794"/>
                  </a:lnTo>
                  <a:lnTo>
                    <a:pt x="841" y="1354"/>
                  </a:lnTo>
                  <a:lnTo>
                    <a:pt x="887" y="1400"/>
                  </a:lnTo>
                  <a:lnTo>
                    <a:pt x="841" y="1494"/>
                  </a:lnTo>
                  <a:lnTo>
                    <a:pt x="561" y="1867"/>
                  </a:lnTo>
                  <a:lnTo>
                    <a:pt x="561" y="1960"/>
                  </a:lnTo>
                  <a:lnTo>
                    <a:pt x="607" y="2007"/>
                  </a:lnTo>
                  <a:lnTo>
                    <a:pt x="1167" y="2427"/>
                  </a:lnTo>
                  <a:lnTo>
                    <a:pt x="2194" y="1727"/>
                  </a:lnTo>
                  <a:lnTo>
                    <a:pt x="2847" y="1774"/>
                  </a:lnTo>
                  <a:lnTo>
                    <a:pt x="2941" y="1634"/>
                  </a:lnTo>
                  <a:lnTo>
                    <a:pt x="2987" y="1494"/>
                  </a:lnTo>
                  <a:lnTo>
                    <a:pt x="2987" y="1354"/>
                  </a:lnTo>
                  <a:lnTo>
                    <a:pt x="2987" y="1214"/>
                  </a:lnTo>
                  <a:lnTo>
                    <a:pt x="2941" y="1027"/>
                  </a:lnTo>
                  <a:lnTo>
                    <a:pt x="2894" y="934"/>
                  </a:lnTo>
                  <a:lnTo>
                    <a:pt x="2801" y="794"/>
                  </a:lnTo>
                  <a:lnTo>
                    <a:pt x="2661" y="700"/>
                  </a:lnTo>
                  <a:lnTo>
                    <a:pt x="1961" y="140"/>
                  </a:lnTo>
                  <a:lnTo>
                    <a:pt x="1867" y="140"/>
                  </a:lnTo>
                  <a:lnTo>
                    <a:pt x="1821" y="187"/>
                  </a:lnTo>
                  <a:lnTo>
                    <a:pt x="1541" y="560"/>
                  </a:lnTo>
                  <a:lnTo>
                    <a:pt x="1447" y="607"/>
                  </a:lnTo>
                  <a:lnTo>
                    <a:pt x="1401" y="56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41"/>
            <p:cNvSpPr/>
            <p:nvPr/>
          </p:nvSpPr>
          <p:spPr>
            <a:xfrm>
              <a:off x="4048300" y="2580850"/>
              <a:ext cx="246200" cy="243875"/>
            </a:xfrm>
            <a:custGeom>
              <a:rect b="b" l="l" r="r" t="t"/>
              <a:pathLst>
                <a:path extrusionOk="0" h="9755" w="9848">
                  <a:moveTo>
                    <a:pt x="794" y="1"/>
                  </a:moveTo>
                  <a:lnTo>
                    <a:pt x="654" y="47"/>
                  </a:lnTo>
                  <a:lnTo>
                    <a:pt x="561" y="141"/>
                  </a:lnTo>
                  <a:lnTo>
                    <a:pt x="47" y="887"/>
                  </a:lnTo>
                  <a:lnTo>
                    <a:pt x="1" y="981"/>
                  </a:lnTo>
                  <a:lnTo>
                    <a:pt x="1" y="1121"/>
                  </a:lnTo>
                  <a:lnTo>
                    <a:pt x="47" y="1261"/>
                  </a:lnTo>
                  <a:lnTo>
                    <a:pt x="141" y="1354"/>
                  </a:lnTo>
                  <a:lnTo>
                    <a:pt x="1401" y="2194"/>
                  </a:lnTo>
                  <a:lnTo>
                    <a:pt x="2567" y="3081"/>
                  </a:lnTo>
                  <a:lnTo>
                    <a:pt x="3688" y="4061"/>
                  </a:lnTo>
                  <a:lnTo>
                    <a:pt x="4761" y="5088"/>
                  </a:lnTo>
                  <a:lnTo>
                    <a:pt x="5788" y="6161"/>
                  </a:lnTo>
                  <a:lnTo>
                    <a:pt x="6768" y="7328"/>
                  </a:lnTo>
                  <a:lnTo>
                    <a:pt x="7654" y="8494"/>
                  </a:lnTo>
                  <a:lnTo>
                    <a:pt x="8541" y="9708"/>
                  </a:lnTo>
                  <a:lnTo>
                    <a:pt x="8588" y="9754"/>
                  </a:lnTo>
                  <a:lnTo>
                    <a:pt x="8634" y="9754"/>
                  </a:lnTo>
                  <a:lnTo>
                    <a:pt x="8821" y="9568"/>
                  </a:lnTo>
                  <a:lnTo>
                    <a:pt x="9194" y="9381"/>
                  </a:lnTo>
                  <a:lnTo>
                    <a:pt x="9614" y="9148"/>
                  </a:lnTo>
                  <a:lnTo>
                    <a:pt x="9801" y="9008"/>
                  </a:lnTo>
                  <a:lnTo>
                    <a:pt x="9848" y="8961"/>
                  </a:lnTo>
                  <a:lnTo>
                    <a:pt x="9848" y="8821"/>
                  </a:lnTo>
                  <a:lnTo>
                    <a:pt x="8914" y="7561"/>
                  </a:lnTo>
                  <a:lnTo>
                    <a:pt x="7981" y="6301"/>
                  </a:lnTo>
                  <a:lnTo>
                    <a:pt x="6954" y="5134"/>
                  </a:lnTo>
                  <a:lnTo>
                    <a:pt x="5881" y="3968"/>
                  </a:lnTo>
                  <a:lnTo>
                    <a:pt x="4761" y="2894"/>
                  </a:lnTo>
                  <a:lnTo>
                    <a:pt x="3547" y="1868"/>
                  </a:lnTo>
                  <a:lnTo>
                    <a:pt x="2334" y="934"/>
                  </a:lnTo>
                  <a:lnTo>
                    <a:pt x="1027" y="47"/>
                  </a:lnTo>
                  <a:lnTo>
                    <a:pt x="88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41"/>
            <p:cNvSpPr/>
            <p:nvPr/>
          </p:nvSpPr>
          <p:spPr>
            <a:xfrm>
              <a:off x="4007475" y="2684700"/>
              <a:ext cx="63025" cy="85200"/>
            </a:xfrm>
            <a:custGeom>
              <a:rect b="b" l="l" r="r" t="t"/>
              <a:pathLst>
                <a:path extrusionOk="0" h="3408" w="2521">
                  <a:moveTo>
                    <a:pt x="1074" y="0"/>
                  </a:moveTo>
                  <a:lnTo>
                    <a:pt x="0" y="3220"/>
                  </a:lnTo>
                  <a:lnTo>
                    <a:pt x="234" y="3360"/>
                  </a:lnTo>
                  <a:lnTo>
                    <a:pt x="514" y="3407"/>
                  </a:lnTo>
                  <a:lnTo>
                    <a:pt x="747" y="3407"/>
                  </a:lnTo>
                  <a:lnTo>
                    <a:pt x="980" y="3360"/>
                  </a:lnTo>
                  <a:lnTo>
                    <a:pt x="1214" y="3267"/>
                  </a:lnTo>
                  <a:lnTo>
                    <a:pt x="1447" y="3174"/>
                  </a:lnTo>
                  <a:lnTo>
                    <a:pt x="1680" y="2987"/>
                  </a:lnTo>
                  <a:lnTo>
                    <a:pt x="1914" y="2800"/>
                  </a:lnTo>
                  <a:lnTo>
                    <a:pt x="2147" y="2520"/>
                  </a:lnTo>
                  <a:lnTo>
                    <a:pt x="2334" y="2240"/>
                  </a:lnTo>
                  <a:lnTo>
                    <a:pt x="2427" y="1960"/>
                  </a:lnTo>
                  <a:lnTo>
                    <a:pt x="2520" y="1634"/>
                  </a:lnTo>
                  <a:lnTo>
                    <a:pt x="2520" y="1354"/>
                  </a:lnTo>
                  <a:lnTo>
                    <a:pt x="2474" y="1074"/>
                  </a:lnTo>
                  <a:lnTo>
                    <a:pt x="2334" y="794"/>
                  </a:lnTo>
                  <a:lnTo>
                    <a:pt x="2100" y="514"/>
                  </a:lnTo>
                  <a:lnTo>
                    <a:pt x="1867" y="327"/>
                  </a:lnTo>
                  <a:lnTo>
                    <a:pt x="1634" y="187"/>
                  </a:lnTo>
                  <a:lnTo>
                    <a:pt x="1354" y="94"/>
                  </a:lnTo>
                  <a:lnTo>
                    <a:pt x="107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41"/>
            <p:cNvSpPr/>
            <p:nvPr/>
          </p:nvSpPr>
          <p:spPr>
            <a:xfrm>
              <a:off x="3982975" y="2799025"/>
              <a:ext cx="29175" cy="40875"/>
            </a:xfrm>
            <a:custGeom>
              <a:rect b="b" l="l" r="r" t="t"/>
              <a:pathLst>
                <a:path extrusionOk="0" h="1635" w="1167">
                  <a:moveTo>
                    <a:pt x="514" y="1"/>
                  </a:moveTo>
                  <a:lnTo>
                    <a:pt x="0" y="1634"/>
                  </a:lnTo>
                  <a:lnTo>
                    <a:pt x="0" y="1634"/>
                  </a:lnTo>
                  <a:lnTo>
                    <a:pt x="560" y="1494"/>
                  </a:lnTo>
                  <a:lnTo>
                    <a:pt x="980" y="1401"/>
                  </a:lnTo>
                  <a:lnTo>
                    <a:pt x="1120" y="1354"/>
                  </a:lnTo>
                  <a:lnTo>
                    <a:pt x="1167" y="1307"/>
                  </a:lnTo>
                  <a:lnTo>
                    <a:pt x="1167" y="654"/>
                  </a:lnTo>
                  <a:lnTo>
                    <a:pt x="1167" y="234"/>
                  </a:lnTo>
                  <a:lnTo>
                    <a:pt x="1167" y="94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41"/>
            <p:cNvSpPr/>
            <p:nvPr/>
          </p:nvSpPr>
          <p:spPr>
            <a:xfrm>
              <a:off x="4076300" y="2745375"/>
              <a:ext cx="42025" cy="53675"/>
            </a:xfrm>
            <a:custGeom>
              <a:rect b="b" l="l" r="r" t="t"/>
              <a:pathLst>
                <a:path extrusionOk="0" h="2147" w="1681">
                  <a:moveTo>
                    <a:pt x="1587" y="0"/>
                  </a:moveTo>
                  <a:lnTo>
                    <a:pt x="1541" y="47"/>
                  </a:lnTo>
                  <a:lnTo>
                    <a:pt x="1121" y="607"/>
                  </a:lnTo>
                  <a:lnTo>
                    <a:pt x="1027" y="653"/>
                  </a:lnTo>
                  <a:lnTo>
                    <a:pt x="981" y="653"/>
                  </a:lnTo>
                  <a:lnTo>
                    <a:pt x="701" y="467"/>
                  </a:lnTo>
                  <a:lnTo>
                    <a:pt x="607" y="420"/>
                  </a:lnTo>
                  <a:lnTo>
                    <a:pt x="561" y="467"/>
                  </a:lnTo>
                  <a:lnTo>
                    <a:pt x="94" y="1073"/>
                  </a:lnTo>
                  <a:lnTo>
                    <a:pt x="1" y="1260"/>
                  </a:lnTo>
                  <a:lnTo>
                    <a:pt x="1" y="1493"/>
                  </a:lnTo>
                  <a:lnTo>
                    <a:pt x="94" y="1680"/>
                  </a:lnTo>
                  <a:lnTo>
                    <a:pt x="234" y="1820"/>
                  </a:lnTo>
                  <a:lnTo>
                    <a:pt x="934" y="2147"/>
                  </a:lnTo>
                  <a:lnTo>
                    <a:pt x="1121" y="2147"/>
                  </a:lnTo>
                  <a:lnTo>
                    <a:pt x="1307" y="1913"/>
                  </a:lnTo>
                  <a:lnTo>
                    <a:pt x="1587" y="1447"/>
                  </a:lnTo>
                  <a:lnTo>
                    <a:pt x="1681" y="4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41"/>
            <p:cNvSpPr/>
            <p:nvPr/>
          </p:nvSpPr>
          <p:spPr>
            <a:xfrm>
              <a:off x="4037800" y="2828200"/>
              <a:ext cx="68875" cy="58350"/>
            </a:xfrm>
            <a:custGeom>
              <a:rect b="b" l="l" r="r" t="t"/>
              <a:pathLst>
                <a:path extrusionOk="0" h="2334" w="2755">
                  <a:moveTo>
                    <a:pt x="1354" y="0"/>
                  </a:moveTo>
                  <a:lnTo>
                    <a:pt x="1121" y="47"/>
                  </a:lnTo>
                  <a:lnTo>
                    <a:pt x="841" y="94"/>
                  </a:lnTo>
                  <a:lnTo>
                    <a:pt x="607" y="234"/>
                  </a:lnTo>
                  <a:lnTo>
                    <a:pt x="421" y="420"/>
                  </a:lnTo>
                  <a:lnTo>
                    <a:pt x="234" y="607"/>
                  </a:lnTo>
                  <a:lnTo>
                    <a:pt x="94" y="840"/>
                  </a:lnTo>
                  <a:lnTo>
                    <a:pt x="47" y="1120"/>
                  </a:lnTo>
                  <a:lnTo>
                    <a:pt x="1" y="1400"/>
                  </a:lnTo>
                  <a:lnTo>
                    <a:pt x="47" y="1634"/>
                  </a:lnTo>
                  <a:lnTo>
                    <a:pt x="94" y="1914"/>
                  </a:lnTo>
                  <a:lnTo>
                    <a:pt x="234" y="2147"/>
                  </a:lnTo>
                  <a:lnTo>
                    <a:pt x="421" y="2334"/>
                  </a:lnTo>
                  <a:lnTo>
                    <a:pt x="794" y="2101"/>
                  </a:lnTo>
                  <a:lnTo>
                    <a:pt x="1167" y="1821"/>
                  </a:lnTo>
                  <a:lnTo>
                    <a:pt x="2707" y="1634"/>
                  </a:lnTo>
                  <a:lnTo>
                    <a:pt x="2754" y="1307"/>
                  </a:lnTo>
                  <a:lnTo>
                    <a:pt x="2707" y="980"/>
                  </a:lnTo>
                  <a:lnTo>
                    <a:pt x="2567" y="700"/>
                  </a:lnTo>
                  <a:lnTo>
                    <a:pt x="2334" y="420"/>
                  </a:lnTo>
                  <a:lnTo>
                    <a:pt x="2147" y="234"/>
                  </a:lnTo>
                  <a:lnTo>
                    <a:pt x="1914" y="94"/>
                  </a:lnTo>
                  <a:lnTo>
                    <a:pt x="1634" y="47"/>
                  </a:lnTo>
                  <a:lnTo>
                    <a:pt x="135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41"/>
            <p:cNvSpPr/>
            <p:nvPr/>
          </p:nvSpPr>
          <p:spPr>
            <a:xfrm>
              <a:off x="4255975" y="2789700"/>
              <a:ext cx="39700" cy="37350"/>
            </a:xfrm>
            <a:custGeom>
              <a:rect b="b" l="l" r="r" t="t"/>
              <a:pathLst>
                <a:path extrusionOk="0" h="1494" w="1588">
                  <a:moveTo>
                    <a:pt x="1214" y="0"/>
                  </a:moveTo>
                  <a:lnTo>
                    <a:pt x="1167" y="234"/>
                  </a:lnTo>
                  <a:lnTo>
                    <a:pt x="1121" y="280"/>
                  </a:lnTo>
                  <a:lnTo>
                    <a:pt x="1027" y="374"/>
                  </a:lnTo>
                  <a:lnTo>
                    <a:pt x="234" y="934"/>
                  </a:lnTo>
                  <a:lnTo>
                    <a:pt x="94" y="980"/>
                  </a:lnTo>
                  <a:lnTo>
                    <a:pt x="1" y="1027"/>
                  </a:lnTo>
                  <a:lnTo>
                    <a:pt x="234" y="1354"/>
                  </a:lnTo>
                  <a:lnTo>
                    <a:pt x="327" y="1447"/>
                  </a:lnTo>
                  <a:lnTo>
                    <a:pt x="421" y="1494"/>
                  </a:lnTo>
                  <a:lnTo>
                    <a:pt x="561" y="1494"/>
                  </a:lnTo>
                  <a:lnTo>
                    <a:pt x="654" y="1447"/>
                  </a:lnTo>
                  <a:lnTo>
                    <a:pt x="1447" y="934"/>
                  </a:lnTo>
                  <a:lnTo>
                    <a:pt x="1541" y="840"/>
                  </a:lnTo>
                  <a:lnTo>
                    <a:pt x="1587" y="747"/>
                  </a:lnTo>
                  <a:lnTo>
                    <a:pt x="1587" y="607"/>
                  </a:lnTo>
                  <a:lnTo>
                    <a:pt x="1541" y="467"/>
                  </a:lnTo>
                  <a:lnTo>
                    <a:pt x="1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41"/>
            <p:cNvSpPr/>
            <p:nvPr/>
          </p:nvSpPr>
          <p:spPr>
            <a:xfrm>
              <a:off x="3982975" y="2799025"/>
              <a:ext cx="33850" cy="40875"/>
            </a:xfrm>
            <a:custGeom>
              <a:rect b="b" l="l" r="r" t="t"/>
              <a:pathLst>
                <a:path extrusionOk="0" h="1635" w="1354">
                  <a:moveTo>
                    <a:pt x="887" y="1"/>
                  </a:moveTo>
                  <a:lnTo>
                    <a:pt x="887" y="934"/>
                  </a:lnTo>
                  <a:lnTo>
                    <a:pt x="840" y="1027"/>
                  </a:lnTo>
                  <a:lnTo>
                    <a:pt x="794" y="1074"/>
                  </a:lnTo>
                  <a:lnTo>
                    <a:pt x="747" y="1121"/>
                  </a:lnTo>
                  <a:lnTo>
                    <a:pt x="140" y="1121"/>
                  </a:lnTo>
                  <a:lnTo>
                    <a:pt x="0" y="1634"/>
                  </a:lnTo>
                  <a:lnTo>
                    <a:pt x="1120" y="1634"/>
                  </a:lnTo>
                  <a:lnTo>
                    <a:pt x="1214" y="1587"/>
                  </a:lnTo>
                  <a:lnTo>
                    <a:pt x="1307" y="1541"/>
                  </a:lnTo>
                  <a:lnTo>
                    <a:pt x="1307" y="1494"/>
                  </a:lnTo>
                  <a:lnTo>
                    <a:pt x="1354" y="1401"/>
                  </a:lnTo>
                  <a:lnTo>
                    <a:pt x="1354" y="234"/>
                  </a:lnTo>
                  <a:lnTo>
                    <a:pt x="1307" y="141"/>
                  </a:lnTo>
                  <a:lnTo>
                    <a:pt x="1307" y="94"/>
                  </a:lnTo>
                  <a:lnTo>
                    <a:pt x="1214" y="47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41"/>
            <p:cNvSpPr/>
            <p:nvPr/>
          </p:nvSpPr>
          <p:spPr>
            <a:xfrm>
              <a:off x="4077475" y="2746525"/>
              <a:ext cx="52525" cy="58375"/>
            </a:xfrm>
            <a:custGeom>
              <a:rect b="b" l="l" r="r" t="t"/>
              <a:pathLst>
                <a:path extrusionOk="0" h="2335" w="2101">
                  <a:moveTo>
                    <a:pt x="1587" y="1"/>
                  </a:moveTo>
                  <a:lnTo>
                    <a:pt x="1167" y="561"/>
                  </a:lnTo>
                  <a:lnTo>
                    <a:pt x="1167" y="607"/>
                  </a:lnTo>
                  <a:lnTo>
                    <a:pt x="1214" y="701"/>
                  </a:lnTo>
                  <a:lnTo>
                    <a:pt x="1447" y="887"/>
                  </a:lnTo>
                  <a:lnTo>
                    <a:pt x="1494" y="934"/>
                  </a:lnTo>
                  <a:lnTo>
                    <a:pt x="1494" y="1027"/>
                  </a:lnTo>
                  <a:lnTo>
                    <a:pt x="1027" y="1634"/>
                  </a:lnTo>
                  <a:lnTo>
                    <a:pt x="887" y="1774"/>
                  </a:lnTo>
                  <a:lnTo>
                    <a:pt x="700" y="1821"/>
                  </a:lnTo>
                  <a:lnTo>
                    <a:pt x="514" y="1821"/>
                  </a:lnTo>
                  <a:lnTo>
                    <a:pt x="327" y="1727"/>
                  </a:lnTo>
                  <a:lnTo>
                    <a:pt x="0" y="1494"/>
                  </a:lnTo>
                  <a:lnTo>
                    <a:pt x="47" y="1634"/>
                  </a:lnTo>
                  <a:lnTo>
                    <a:pt x="187" y="1774"/>
                  </a:lnTo>
                  <a:lnTo>
                    <a:pt x="794" y="2241"/>
                  </a:lnTo>
                  <a:lnTo>
                    <a:pt x="980" y="2334"/>
                  </a:lnTo>
                  <a:lnTo>
                    <a:pt x="1167" y="2334"/>
                  </a:lnTo>
                  <a:lnTo>
                    <a:pt x="1354" y="2241"/>
                  </a:lnTo>
                  <a:lnTo>
                    <a:pt x="1540" y="2101"/>
                  </a:lnTo>
                  <a:lnTo>
                    <a:pt x="1960" y="1494"/>
                  </a:lnTo>
                  <a:lnTo>
                    <a:pt x="2007" y="1401"/>
                  </a:lnTo>
                  <a:lnTo>
                    <a:pt x="1960" y="1354"/>
                  </a:lnTo>
                  <a:lnTo>
                    <a:pt x="1680" y="1167"/>
                  </a:lnTo>
                  <a:lnTo>
                    <a:pt x="1634" y="1074"/>
                  </a:lnTo>
                  <a:lnTo>
                    <a:pt x="1680" y="1027"/>
                  </a:lnTo>
                  <a:lnTo>
                    <a:pt x="2054" y="467"/>
                  </a:lnTo>
                  <a:lnTo>
                    <a:pt x="2100" y="374"/>
                  </a:lnTo>
                  <a:lnTo>
                    <a:pt x="2054" y="327"/>
                  </a:lnTo>
                  <a:lnTo>
                    <a:pt x="163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41"/>
            <p:cNvSpPr/>
            <p:nvPr/>
          </p:nvSpPr>
          <p:spPr>
            <a:xfrm>
              <a:off x="4007475" y="2691700"/>
              <a:ext cx="65350" cy="79350"/>
            </a:xfrm>
            <a:custGeom>
              <a:rect b="b" l="l" r="r" t="t"/>
              <a:pathLst>
                <a:path extrusionOk="0" h="3174" w="2614">
                  <a:moveTo>
                    <a:pt x="1820" y="0"/>
                  </a:moveTo>
                  <a:lnTo>
                    <a:pt x="1960" y="280"/>
                  </a:lnTo>
                  <a:lnTo>
                    <a:pt x="2100" y="560"/>
                  </a:lnTo>
                  <a:lnTo>
                    <a:pt x="2147" y="840"/>
                  </a:lnTo>
                  <a:lnTo>
                    <a:pt x="2100" y="1120"/>
                  </a:lnTo>
                  <a:lnTo>
                    <a:pt x="2054" y="1447"/>
                  </a:lnTo>
                  <a:lnTo>
                    <a:pt x="1960" y="1727"/>
                  </a:lnTo>
                  <a:lnTo>
                    <a:pt x="1820" y="1960"/>
                  </a:lnTo>
                  <a:lnTo>
                    <a:pt x="1634" y="2194"/>
                  </a:lnTo>
                  <a:lnTo>
                    <a:pt x="1307" y="2474"/>
                  </a:lnTo>
                  <a:lnTo>
                    <a:pt x="887" y="2614"/>
                  </a:lnTo>
                  <a:lnTo>
                    <a:pt x="514" y="2707"/>
                  </a:lnTo>
                  <a:lnTo>
                    <a:pt x="94" y="2707"/>
                  </a:lnTo>
                  <a:lnTo>
                    <a:pt x="0" y="2940"/>
                  </a:lnTo>
                  <a:lnTo>
                    <a:pt x="280" y="3080"/>
                  </a:lnTo>
                  <a:lnTo>
                    <a:pt x="514" y="3174"/>
                  </a:lnTo>
                  <a:lnTo>
                    <a:pt x="1074" y="3174"/>
                  </a:lnTo>
                  <a:lnTo>
                    <a:pt x="1354" y="3127"/>
                  </a:lnTo>
                  <a:lnTo>
                    <a:pt x="1634" y="3034"/>
                  </a:lnTo>
                  <a:lnTo>
                    <a:pt x="1867" y="2894"/>
                  </a:lnTo>
                  <a:lnTo>
                    <a:pt x="2100" y="2660"/>
                  </a:lnTo>
                  <a:lnTo>
                    <a:pt x="2334" y="2427"/>
                  </a:lnTo>
                  <a:lnTo>
                    <a:pt x="2474" y="2100"/>
                  </a:lnTo>
                  <a:lnTo>
                    <a:pt x="2567" y="1774"/>
                  </a:lnTo>
                  <a:lnTo>
                    <a:pt x="2614" y="1447"/>
                  </a:lnTo>
                  <a:lnTo>
                    <a:pt x="2567" y="1120"/>
                  </a:lnTo>
                  <a:lnTo>
                    <a:pt x="2474" y="794"/>
                  </a:lnTo>
                  <a:lnTo>
                    <a:pt x="2334" y="514"/>
                  </a:lnTo>
                  <a:lnTo>
                    <a:pt x="2100" y="234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41"/>
            <p:cNvSpPr/>
            <p:nvPr/>
          </p:nvSpPr>
          <p:spPr>
            <a:xfrm>
              <a:off x="4157975" y="2815375"/>
              <a:ext cx="60700" cy="31525"/>
            </a:xfrm>
            <a:custGeom>
              <a:rect b="b" l="l" r="r" t="t"/>
              <a:pathLst>
                <a:path extrusionOk="0" h="1261" w="2428">
                  <a:moveTo>
                    <a:pt x="2427" y="0"/>
                  </a:moveTo>
                  <a:lnTo>
                    <a:pt x="1" y="840"/>
                  </a:lnTo>
                  <a:lnTo>
                    <a:pt x="47" y="840"/>
                  </a:lnTo>
                  <a:lnTo>
                    <a:pt x="607" y="1260"/>
                  </a:lnTo>
                  <a:lnTo>
                    <a:pt x="2194" y="747"/>
                  </a:lnTo>
                  <a:lnTo>
                    <a:pt x="2287" y="607"/>
                  </a:lnTo>
                  <a:lnTo>
                    <a:pt x="2381" y="467"/>
                  </a:lnTo>
                  <a:lnTo>
                    <a:pt x="2427" y="327"/>
                  </a:lnTo>
                  <a:lnTo>
                    <a:pt x="2427" y="187"/>
                  </a:lnTo>
                  <a:lnTo>
                    <a:pt x="24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41"/>
            <p:cNvSpPr/>
            <p:nvPr/>
          </p:nvSpPr>
          <p:spPr>
            <a:xfrm>
              <a:off x="4040150" y="2853875"/>
              <a:ext cx="66525" cy="35025"/>
            </a:xfrm>
            <a:custGeom>
              <a:rect b="b" l="l" r="r" t="t"/>
              <a:pathLst>
                <a:path extrusionOk="0" h="1401" w="2661">
                  <a:moveTo>
                    <a:pt x="2613" y="0"/>
                  </a:moveTo>
                  <a:lnTo>
                    <a:pt x="0" y="840"/>
                  </a:lnTo>
                  <a:lnTo>
                    <a:pt x="140" y="1120"/>
                  </a:lnTo>
                  <a:lnTo>
                    <a:pt x="327" y="1307"/>
                  </a:lnTo>
                  <a:lnTo>
                    <a:pt x="373" y="1400"/>
                  </a:lnTo>
                  <a:lnTo>
                    <a:pt x="2613" y="607"/>
                  </a:lnTo>
                  <a:lnTo>
                    <a:pt x="2660" y="327"/>
                  </a:lnTo>
                  <a:lnTo>
                    <a:pt x="26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1" name="Google Shape;9261;p41"/>
          <p:cNvGrpSpPr/>
          <p:nvPr/>
        </p:nvGrpSpPr>
        <p:grpSpPr>
          <a:xfrm>
            <a:off x="1691209" y="3289563"/>
            <a:ext cx="264875" cy="336025"/>
            <a:chOff x="3994625" y="3271550"/>
            <a:chExt cx="264875" cy="336025"/>
          </a:xfrm>
        </p:grpSpPr>
        <p:sp>
          <p:nvSpPr>
            <p:cNvPr id="9262" name="Google Shape;9262;p41"/>
            <p:cNvSpPr/>
            <p:nvPr/>
          </p:nvSpPr>
          <p:spPr>
            <a:xfrm>
              <a:off x="4007475" y="3271550"/>
              <a:ext cx="246200" cy="336025"/>
            </a:xfrm>
            <a:custGeom>
              <a:rect b="b" l="l" r="r" t="t"/>
              <a:pathLst>
                <a:path extrusionOk="0" h="13441" w="9848">
                  <a:moveTo>
                    <a:pt x="4527" y="0"/>
                  </a:moveTo>
                  <a:lnTo>
                    <a:pt x="4014" y="47"/>
                  </a:lnTo>
                  <a:lnTo>
                    <a:pt x="3547" y="94"/>
                  </a:lnTo>
                  <a:lnTo>
                    <a:pt x="3080" y="187"/>
                  </a:lnTo>
                  <a:lnTo>
                    <a:pt x="2614" y="327"/>
                  </a:lnTo>
                  <a:lnTo>
                    <a:pt x="2194" y="467"/>
                  </a:lnTo>
                  <a:lnTo>
                    <a:pt x="1820" y="654"/>
                  </a:lnTo>
                  <a:lnTo>
                    <a:pt x="1447" y="840"/>
                  </a:lnTo>
                  <a:lnTo>
                    <a:pt x="1120" y="1027"/>
                  </a:lnTo>
                  <a:lnTo>
                    <a:pt x="840" y="1260"/>
                  </a:lnTo>
                  <a:lnTo>
                    <a:pt x="607" y="1494"/>
                  </a:lnTo>
                  <a:lnTo>
                    <a:pt x="374" y="1727"/>
                  </a:lnTo>
                  <a:lnTo>
                    <a:pt x="234" y="2007"/>
                  </a:lnTo>
                  <a:lnTo>
                    <a:pt x="94" y="2287"/>
                  </a:lnTo>
                  <a:lnTo>
                    <a:pt x="0" y="2567"/>
                  </a:lnTo>
                  <a:lnTo>
                    <a:pt x="0" y="2847"/>
                  </a:lnTo>
                  <a:lnTo>
                    <a:pt x="47" y="3220"/>
                  </a:lnTo>
                  <a:lnTo>
                    <a:pt x="140" y="3547"/>
                  </a:lnTo>
                  <a:lnTo>
                    <a:pt x="327" y="3920"/>
                  </a:lnTo>
                  <a:lnTo>
                    <a:pt x="607" y="4200"/>
                  </a:lnTo>
                  <a:lnTo>
                    <a:pt x="700" y="4387"/>
                  </a:lnTo>
                  <a:lnTo>
                    <a:pt x="747" y="4574"/>
                  </a:lnTo>
                  <a:lnTo>
                    <a:pt x="747" y="12787"/>
                  </a:lnTo>
                  <a:lnTo>
                    <a:pt x="794" y="13021"/>
                  </a:lnTo>
                  <a:lnTo>
                    <a:pt x="934" y="13254"/>
                  </a:lnTo>
                  <a:lnTo>
                    <a:pt x="1167" y="13394"/>
                  </a:lnTo>
                  <a:lnTo>
                    <a:pt x="1400" y="13441"/>
                  </a:lnTo>
                  <a:lnTo>
                    <a:pt x="8681" y="13441"/>
                  </a:lnTo>
                  <a:lnTo>
                    <a:pt x="8821" y="13394"/>
                  </a:lnTo>
                  <a:lnTo>
                    <a:pt x="8914" y="13347"/>
                  </a:lnTo>
                  <a:lnTo>
                    <a:pt x="8961" y="13301"/>
                  </a:lnTo>
                  <a:lnTo>
                    <a:pt x="9007" y="13207"/>
                  </a:lnTo>
                  <a:lnTo>
                    <a:pt x="9101" y="12974"/>
                  </a:lnTo>
                  <a:lnTo>
                    <a:pt x="9101" y="12694"/>
                  </a:lnTo>
                  <a:lnTo>
                    <a:pt x="9101" y="4480"/>
                  </a:lnTo>
                  <a:lnTo>
                    <a:pt x="9147" y="4247"/>
                  </a:lnTo>
                  <a:lnTo>
                    <a:pt x="9287" y="4014"/>
                  </a:lnTo>
                  <a:lnTo>
                    <a:pt x="9567" y="3734"/>
                  </a:lnTo>
                  <a:lnTo>
                    <a:pt x="9707" y="3454"/>
                  </a:lnTo>
                  <a:lnTo>
                    <a:pt x="9801" y="3174"/>
                  </a:lnTo>
                  <a:lnTo>
                    <a:pt x="9847" y="2847"/>
                  </a:lnTo>
                  <a:lnTo>
                    <a:pt x="9847" y="2660"/>
                  </a:lnTo>
                  <a:lnTo>
                    <a:pt x="9801" y="2474"/>
                  </a:lnTo>
                  <a:lnTo>
                    <a:pt x="9661" y="2240"/>
                  </a:lnTo>
                  <a:lnTo>
                    <a:pt x="9521" y="2007"/>
                  </a:lnTo>
                  <a:lnTo>
                    <a:pt x="9334" y="1774"/>
                  </a:lnTo>
                  <a:lnTo>
                    <a:pt x="9101" y="1540"/>
                  </a:lnTo>
                  <a:lnTo>
                    <a:pt x="8821" y="1260"/>
                  </a:lnTo>
                  <a:lnTo>
                    <a:pt x="8494" y="1074"/>
                  </a:lnTo>
                  <a:lnTo>
                    <a:pt x="8167" y="840"/>
                  </a:lnTo>
                  <a:lnTo>
                    <a:pt x="7794" y="654"/>
                  </a:lnTo>
                  <a:lnTo>
                    <a:pt x="7421" y="467"/>
                  </a:lnTo>
                  <a:lnTo>
                    <a:pt x="7001" y="280"/>
                  </a:lnTo>
                  <a:lnTo>
                    <a:pt x="6534" y="187"/>
                  </a:lnTo>
                  <a:lnTo>
                    <a:pt x="6067" y="47"/>
                  </a:lnTo>
                  <a:lnTo>
                    <a:pt x="55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41"/>
            <p:cNvSpPr/>
            <p:nvPr/>
          </p:nvSpPr>
          <p:spPr>
            <a:xfrm>
              <a:off x="3994625" y="3339225"/>
              <a:ext cx="112050" cy="129525"/>
            </a:xfrm>
            <a:custGeom>
              <a:rect b="b" l="l" r="r" t="t"/>
              <a:pathLst>
                <a:path extrusionOk="0" h="5181" w="4482">
                  <a:moveTo>
                    <a:pt x="3128" y="0"/>
                  </a:moveTo>
                  <a:lnTo>
                    <a:pt x="2941" y="47"/>
                  </a:lnTo>
                  <a:lnTo>
                    <a:pt x="2754" y="140"/>
                  </a:lnTo>
                  <a:lnTo>
                    <a:pt x="2568" y="233"/>
                  </a:lnTo>
                  <a:lnTo>
                    <a:pt x="2428" y="373"/>
                  </a:lnTo>
                  <a:lnTo>
                    <a:pt x="2241" y="607"/>
                  </a:lnTo>
                  <a:lnTo>
                    <a:pt x="2148" y="840"/>
                  </a:lnTo>
                  <a:lnTo>
                    <a:pt x="2148" y="887"/>
                  </a:lnTo>
                  <a:lnTo>
                    <a:pt x="2101" y="887"/>
                  </a:lnTo>
                  <a:lnTo>
                    <a:pt x="1868" y="840"/>
                  </a:lnTo>
                  <a:lnTo>
                    <a:pt x="1681" y="840"/>
                  </a:lnTo>
                  <a:lnTo>
                    <a:pt x="1448" y="887"/>
                  </a:lnTo>
                  <a:lnTo>
                    <a:pt x="1261" y="933"/>
                  </a:lnTo>
                  <a:lnTo>
                    <a:pt x="1028" y="1027"/>
                  </a:lnTo>
                  <a:lnTo>
                    <a:pt x="888" y="1167"/>
                  </a:lnTo>
                  <a:lnTo>
                    <a:pt x="701" y="1307"/>
                  </a:lnTo>
                  <a:lnTo>
                    <a:pt x="561" y="1447"/>
                  </a:lnTo>
                  <a:lnTo>
                    <a:pt x="421" y="1680"/>
                  </a:lnTo>
                  <a:lnTo>
                    <a:pt x="374" y="1867"/>
                  </a:lnTo>
                  <a:lnTo>
                    <a:pt x="281" y="2054"/>
                  </a:lnTo>
                  <a:lnTo>
                    <a:pt x="281" y="2287"/>
                  </a:lnTo>
                  <a:lnTo>
                    <a:pt x="281" y="2520"/>
                  </a:lnTo>
                  <a:lnTo>
                    <a:pt x="328" y="2707"/>
                  </a:lnTo>
                  <a:lnTo>
                    <a:pt x="421" y="2894"/>
                  </a:lnTo>
                  <a:lnTo>
                    <a:pt x="514" y="3080"/>
                  </a:lnTo>
                  <a:lnTo>
                    <a:pt x="468" y="3174"/>
                  </a:lnTo>
                  <a:lnTo>
                    <a:pt x="328" y="3314"/>
                  </a:lnTo>
                  <a:lnTo>
                    <a:pt x="188" y="3547"/>
                  </a:lnTo>
                  <a:lnTo>
                    <a:pt x="94" y="3734"/>
                  </a:lnTo>
                  <a:lnTo>
                    <a:pt x="48" y="3920"/>
                  </a:lnTo>
                  <a:lnTo>
                    <a:pt x="1" y="4154"/>
                  </a:lnTo>
                  <a:lnTo>
                    <a:pt x="48" y="4340"/>
                  </a:lnTo>
                  <a:lnTo>
                    <a:pt x="94" y="4527"/>
                  </a:lnTo>
                  <a:lnTo>
                    <a:pt x="188" y="4714"/>
                  </a:lnTo>
                  <a:lnTo>
                    <a:pt x="281" y="4900"/>
                  </a:lnTo>
                  <a:lnTo>
                    <a:pt x="468" y="5040"/>
                  </a:lnTo>
                  <a:lnTo>
                    <a:pt x="654" y="5134"/>
                  </a:lnTo>
                  <a:lnTo>
                    <a:pt x="888" y="5180"/>
                  </a:lnTo>
                  <a:lnTo>
                    <a:pt x="1121" y="5134"/>
                  </a:lnTo>
                  <a:lnTo>
                    <a:pt x="1308" y="4994"/>
                  </a:lnTo>
                  <a:lnTo>
                    <a:pt x="1541" y="4807"/>
                  </a:lnTo>
                  <a:lnTo>
                    <a:pt x="1728" y="4620"/>
                  </a:lnTo>
                  <a:lnTo>
                    <a:pt x="2101" y="4200"/>
                  </a:lnTo>
                  <a:lnTo>
                    <a:pt x="2241" y="3967"/>
                  </a:lnTo>
                  <a:lnTo>
                    <a:pt x="2288" y="3827"/>
                  </a:lnTo>
                  <a:lnTo>
                    <a:pt x="2288" y="3687"/>
                  </a:lnTo>
                  <a:lnTo>
                    <a:pt x="2194" y="3454"/>
                  </a:lnTo>
                  <a:lnTo>
                    <a:pt x="2381" y="3407"/>
                  </a:lnTo>
                  <a:lnTo>
                    <a:pt x="2614" y="3360"/>
                  </a:lnTo>
                  <a:lnTo>
                    <a:pt x="2801" y="3314"/>
                  </a:lnTo>
                  <a:lnTo>
                    <a:pt x="2894" y="3267"/>
                  </a:lnTo>
                  <a:lnTo>
                    <a:pt x="2988" y="3174"/>
                  </a:lnTo>
                  <a:lnTo>
                    <a:pt x="3081" y="2987"/>
                  </a:lnTo>
                  <a:lnTo>
                    <a:pt x="3174" y="2800"/>
                  </a:lnTo>
                  <a:lnTo>
                    <a:pt x="3221" y="2567"/>
                  </a:lnTo>
                  <a:lnTo>
                    <a:pt x="3221" y="2380"/>
                  </a:lnTo>
                  <a:lnTo>
                    <a:pt x="3548" y="2334"/>
                  </a:lnTo>
                  <a:lnTo>
                    <a:pt x="3828" y="2240"/>
                  </a:lnTo>
                  <a:lnTo>
                    <a:pt x="4061" y="2100"/>
                  </a:lnTo>
                  <a:lnTo>
                    <a:pt x="4294" y="1867"/>
                  </a:lnTo>
                  <a:lnTo>
                    <a:pt x="4388" y="1633"/>
                  </a:lnTo>
                  <a:lnTo>
                    <a:pt x="4481" y="1400"/>
                  </a:lnTo>
                  <a:lnTo>
                    <a:pt x="4481" y="1167"/>
                  </a:lnTo>
                  <a:lnTo>
                    <a:pt x="4481" y="933"/>
                  </a:lnTo>
                  <a:lnTo>
                    <a:pt x="4388" y="700"/>
                  </a:lnTo>
                  <a:lnTo>
                    <a:pt x="4294" y="513"/>
                  </a:lnTo>
                  <a:lnTo>
                    <a:pt x="4108" y="327"/>
                  </a:lnTo>
                  <a:lnTo>
                    <a:pt x="3921" y="140"/>
                  </a:lnTo>
                  <a:lnTo>
                    <a:pt x="3734" y="47"/>
                  </a:lnTo>
                  <a:lnTo>
                    <a:pt x="354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41"/>
            <p:cNvSpPr/>
            <p:nvPr/>
          </p:nvSpPr>
          <p:spPr>
            <a:xfrm>
              <a:off x="4080975" y="3495550"/>
              <a:ext cx="86350" cy="93375"/>
            </a:xfrm>
            <a:custGeom>
              <a:rect b="b" l="l" r="r" t="t"/>
              <a:pathLst>
                <a:path extrusionOk="0" h="3735" w="3454">
                  <a:moveTo>
                    <a:pt x="1867" y="1"/>
                  </a:moveTo>
                  <a:lnTo>
                    <a:pt x="1494" y="47"/>
                  </a:lnTo>
                  <a:lnTo>
                    <a:pt x="1167" y="141"/>
                  </a:lnTo>
                  <a:lnTo>
                    <a:pt x="840" y="327"/>
                  </a:lnTo>
                  <a:lnTo>
                    <a:pt x="560" y="561"/>
                  </a:lnTo>
                  <a:lnTo>
                    <a:pt x="327" y="841"/>
                  </a:lnTo>
                  <a:lnTo>
                    <a:pt x="140" y="1167"/>
                  </a:lnTo>
                  <a:lnTo>
                    <a:pt x="47" y="1494"/>
                  </a:lnTo>
                  <a:lnTo>
                    <a:pt x="0" y="1867"/>
                  </a:lnTo>
                  <a:lnTo>
                    <a:pt x="47" y="2241"/>
                  </a:lnTo>
                  <a:lnTo>
                    <a:pt x="140" y="2614"/>
                  </a:lnTo>
                  <a:lnTo>
                    <a:pt x="327" y="2941"/>
                  </a:lnTo>
                  <a:lnTo>
                    <a:pt x="560" y="3221"/>
                  </a:lnTo>
                  <a:lnTo>
                    <a:pt x="840" y="3407"/>
                  </a:lnTo>
                  <a:lnTo>
                    <a:pt x="1167" y="3594"/>
                  </a:lnTo>
                  <a:lnTo>
                    <a:pt x="1494" y="3687"/>
                  </a:lnTo>
                  <a:lnTo>
                    <a:pt x="1867" y="3734"/>
                  </a:lnTo>
                  <a:lnTo>
                    <a:pt x="2054" y="3734"/>
                  </a:lnTo>
                  <a:lnTo>
                    <a:pt x="2240" y="3687"/>
                  </a:lnTo>
                  <a:lnTo>
                    <a:pt x="2567" y="3547"/>
                  </a:lnTo>
                  <a:lnTo>
                    <a:pt x="2801" y="3314"/>
                  </a:lnTo>
                  <a:lnTo>
                    <a:pt x="3034" y="3034"/>
                  </a:lnTo>
                  <a:lnTo>
                    <a:pt x="3174" y="2707"/>
                  </a:lnTo>
                  <a:lnTo>
                    <a:pt x="3314" y="2381"/>
                  </a:lnTo>
                  <a:lnTo>
                    <a:pt x="3407" y="2054"/>
                  </a:lnTo>
                  <a:lnTo>
                    <a:pt x="3407" y="1821"/>
                  </a:lnTo>
                  <a:lnTo>
                    <a:pt x="3454" y="1447"/>
                  </a:lnTo>
                  <a:lnTo>
                    <a:pt x="3361" y="1074"/>
                  </a:lnTo>
                  <a:lnTo>
                    <a:pt x="3267" y="794"/>
                  </a:lnTo>
                  <a:lnTo>
                    <a:pt x="3081" y="514"/>
                  </a:lnTo>
                  <a:lnTo>
                    <a:pt x="2847" y="327"/>
                  </a:lnTo>
                  <a:lnTo>
                    <a:pt x="2567" y="141"/>
                  </a:lnTo>
                  <a:lnTo>
                    <a:pt x="2240" y="47"/>
                  </a:lnTo>
                  <a:lnTo>
                    <a:pt x="186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41"/>
            <p:cNvSpPr/>
            <p:nvPr/>
          </p:nvSpPr>
          <p:spPr>
            <a:xfrm>
              <a:off x="4098475" y="3292550"/>
              <a:ext cx="122525" cy="112025"/>
            </a:xfrm>
            <a:custGeom>
              <a:rect b="b" l="l" r="r" t="t"/>
              <a:pathLst>
                <a:path extrusionOk="0" h="4481" w="4901">
                  <a:moveTo>
                    <a:pt x="794" y="0"/>
                  </a:moveTo>
                  <a:lnTo>
                    <a:pt x="607" y="47"/>
                  </a:lnTo>
                  <a:lnTo>
                    <a:pt x="420" y="94"/>
                  </a:lnTo>
                  <a:lnTo>
                    <a:pt x="234" y="187"/>
                  </a:lnTo>
                  <a:lnTo>
                    <a:pt x="140" y="327"/>
                  </a:lnTo>
                  <a:lnTo>
                    <a:pt x="47" y="514"/>
                  </a:lnTo>
                  <a:lnTo>
                    <a:pt x="0" y="700"/>
                  </a:lnTo>
                  <a:lnTo>
                    <a:pt x="0" y="934"/>
                  </a:lnTo>
                  <a:lnTo>
                    <a:pt x="94" y="1214"/>
                  </a:lnTo>
                  <a:lnTo>
                    <a:pt x="280" y="1727"/>
                  </a:lnTo>
                  <a:lnTo>
                    <a:pt x="607" y="2334"/>
                  </a:lnTo>
                  <a:lnTo>
                    <a:pt x="1027" y="2894"/>
                  </a:lnTo>
                  <a:lnTo>
                    <a:pt x="1447" y="3407"/>
                  </a:lnTo>
                  <a:lnTo>
                    <a:pt x="1821" y="3827"/>
                  </a:lnTo>
                  <a:lnTo>
                    <a:pt x="2194" y="4107"/>
                  </a:lnTo>
                  <a:lnTo>
                    <a:pt x="2521" y="4294"/>
                  </a:lnTo>
                  <a:lnTo>
                    <a:pt x="2847" y="4434"/>
                  </a:lnTo>
                  <a:lnTo>
                    <a:pt x="3221" y="4481"/>
                  </a:lnTo>
                  <a:lnTo>
                    <a:pt x="3547" y="4434"/>
                  </a:lnTo>
                  <a:lnTo>
                    <a:pt x="3827" y="4341"/>
                  </a:lnTo>
                  <a:lnTo>
                    <a:pt x="4154" y="4154"/>
                  </a:lnTo>
                  <a:lnTo>
                    <a:pt x="4387" y="3921"/>
                  </a:lnTo>
                  <a:lnTo>
                    <a:pt x="4621" y="3594"/>
                  </a:lnTo>
                  <a:lnTo>
                    <a:pt x="4761" y="3360"/>
                  </a:lnTo>
                  <a:lnTo>
                    <a:pt x="4854" y="3034"/>
                  </a:lnTo>
                  <a:lnTo>
                    <a:pt x="4901" y="2754"/>
                  </a:lnTo>
                  <a:lnTo>
                    <a:pt x="4901" y="2380"/>
                  </a:lnTo>
                  <a:lnTo>
                    <a:pt x="4807" y="2054"/>
                  </a:lnTo>
                  <a:lnTo>
                    <a:pt x="4714" y="1727"/>
                  </a:lnTo>
                  <a:lnTo>
                    <a:pt x="4481" y="1447"/>
                  </a:lnTo>
                  <a:lnTo>
                    <a:pt x="4201" y="1214"/>
                  </a:lnTo>
                  <a:lnTo>
                    <a:pt x="3781" y="887"/>
                  </a:lnTo>
                  <a:lnTo>
                    <a:pt x="3221" y="560"/>
                  </a:lnTo>
                  <a:lnTo>
                    <a:pt x="2567" y="234"/>
                  </a:lnTo>
                  <a:lnTo>
                    <a:pt x="2194" y="140"/>
                  </a:lnTo>
                  <a:lnTo>
                    <a:pt x="1821" y="47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41"/>
            <p:cNvSpPr/>
            <p:nvPr/>
          </p:nvSpPr>
          <p:spPr>
            <a:xfrm>
              <a:off x="4153300" y="3331050"/>
              <a:ext cx="45525" cy="40850"/>
            </a:xfrm>
            <a:custGeom>
              <a:rect b="b" l="l" r="r" t="t"/>
              <a:pathLst>
                <a:path extrusionOk="0" h="1634" w="1821">
                  <a:moveTo>
                    <a:pt x="794" y="0"/>
                  </a:moveTo>
                  <a:lnTo>
                    <a:pt x="608" y="47"/>
                  </a:lnTo>
                  <a:lnTo>
                    <a:pt x="468" y="140"/>
                  </a:lnTo>
                  <a:lnTo>
                    <a:pt x="281" y="234"/>
                  </a:lnTo>
                  <a:lnTo>
                    <a:pt x="188" y="374"/>
                  </a:lnTo>
                  <a:lnTo>
                    <a:pt x="48" y="607"/>
                  </a:lnTo>
                  <a:lnTo>
                    <a:pt x="1" y="887"/>
                  </a:lnTo>
                  <a:lnTo>
                    <a:pt x="48" y="1074"/>
                  </a:lnTo>
                  <a:lnTo>
                    <a:pt x="141" y="1167"/>
                  </a:lnTo>
                  <a:lnTo>
                    <a:pt x="468" y="1400"/>
                  </a:lnTo>
                  <a:lnTo>
                    <a:pt x="794" y="1587"/>
                  </a:lnTo>
                  <a:lnTo>
                    <a:pt x="934" y="1634"/>
                  </a:lnTo>
                  <a:lnTo>
                    <a:pt x="1214" y="1634"/>
                  </a:lnTo>
                  <a:lnTo>
                    <a:pt x="1354" y="1587"/>
                  </a:lnTo>
                  <a:lnTo>
                    <a:pt x="1448" y="1494"/>
                  </a:lnTo>
                  <a:lnTo>
                    <a:pt x="1588" y="1400"/>
                  </a:lnTo>
                  <a:lnTo>
                    <a:pt x="1728" y="1074"/>
                  </a:lnTo>
                  <a:lnTo>
                    <a:pt x="1821" y="794"/>
                  </a:lnTo>
                  <a:lnTo>
                    <a:pt x="1821" y="654"/>
                  </a:lnTo>
                  <a:lnTo>
                    <a:pt x="1774" y="514"/>
                  </a:lnTo>
                  <a:lnTo>
                    <a:pt x="1728" y="420"/>
                  </a:lnTo>
                  <a:lnTo>
                    <a:pt x="1634" y="280"/>
                  </a:lnTo>
                  <a:lnTo>
                    <a:pt x="1494" y="140"/>
                  </a:lnTo>
                  <a:lnTo>
                    <a:pt x="1308" y="4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41"/>
            <p:cNvSpPr/>
            <p:nvPr/>
          </p:nvSpPr>
          <p:spPr>
            <a:xfrm>
              <a:off x="4125300" y="3271550"/>
              <a:ext cx="134200" cy="336025"/>
            </a:xfrm>
            <a:custGeom>
              <a:rect b="b" l="l" r="r" t="t"/>
              <a:pathLst>
                <a:path extrusionOk="0" h="13441" w="5368">
                  <a:moveTo>
                    <a:pt x="1" y="0"/>
                  </a:moveTo>
                  <a:lnTo>
                    <a:pt x="934" y="94"/>
                  </a:lnTo>
                  <a:lnTo>
                    <a:pt x="1821" y="280"/>
                  </a:lnTo>
                  <a:lnTo>
                    <a:pt x="2661" y="560"/>
                  </a:lnTo>
                  <a:lnTo>
                    <a:pt x="2988" y="700"/>
                  </a:lnTo>
                  <a:lnTo>
                    <a:pt x="3361" y="887"/>
                  </a:lnTo>
                  <a:lnTo>
                    <a:pt x="3641" y="1074"/>
                  </a:lnTo>
                  <a:lnTo>
                    <a:pt x="3921" y="1307"/>
                  </a:lnTo>
                  <a:lnTo>
                    <a:pt x="4154" y="1540"/>
                  </a:lnTo>
                  <a:lnTo>
                    <a:pt x="4341" y="1774"/>
                  </a:lnTo>
                  <a:lnTo>
                    <a:pt x="4481" y="2007"/>
                  </a:lnTo>
                  <a:lnTo>
                    <a:pt x="4621" y="2287"/>
                  </a:lnTo>
                  <a:lnTo>
                    <a:pt x="4668" y="2567"/>
                  </a:lnTo>
                  <a:lnTo>
                    <a:pt x="4714" y="2847"/>
                  </a:lnTo>
                  <a:lnTo>
                    <a:pt x="4668" y="3220"/>
                  </a:lnTo>
                  <a:lnTo>
                    <a:pt x="4528" y="3547"/>
                  </a:lnTo>
                  <a:lnTo>
                    <a:pt x="4341" y="3920"/>
                  </a:lnTo>
                  <a:lnTo>
                    <a:pt x="4108" y="4200"/>
                  </a:lnTo>
                  <a:lnTo>
                    <a:pt x="3968" y="4387"/>
                  </a:lnTo>
                  <a:lnTo>
                    <a:pt x="3968" y="4574"/>
                  </a:lnTo>
                  <a:lnTo>
                    <a:pt x="3968" y="12787"/>
                  </a:lnTo>
                  <a:lnTo>
                    <a:pt x="3874" y="13021"/>
                  </a:lnTo>
                  <a:lnTo>
                    <a:pt x="3734" y="13254"/>
                  </a:lnTo>
                  <a:lnTo>
                    <a:pt x="3548" y="13394"/>
                  </a:lnTo>
                  <a:lnTo>
                    <a:pt x="3314" y="13441"/>
                  </a:lnTo>
                  <a:lnTo>
                    <a:pt x="3968" y="13441"/>
                  </a:lnTo>
                  <a:lnTo>
                    <a:pt x="4248" y="13394"/>
                  </a:lnTo>
                  <a:lnTo>
                    <a:pt x="4434" y="13254"/>
                  </a:lnTo>
                  <a:lnTo>
                    <a:pt x="4574" y="13021"/>
                  </a:lnTo>
                  <a:lnTo>
                    <a:pt x="4621" y="12787"/>
                  </a:lnTo>
                  <a:lnTo>
                    <a:pt x="4621" y="4574"/>
                  </a:lnTo>
                  <a:lnTo>
                    <a:pt x="4668" y="4387"/>
                  </a:lnTo>
                  <a:lnTo>
                    <a:pt x="4761" y="4200"/>
                  </a:lnTo>
                  <a:lnTo>
                    <a:pt x="5041" y="3920"/>
                  </a:lnTo>
                  <a:lnTo>
                    <a:pt x="5228" y="3547"/>
                  </a:lnTo>
                  <a:lnTo>
                    <a:pt x="5321" y="3220"/>
                  </a:lnTo>
                  <a:lnTo>
                    <a:pt x="5368" y="2847"/>
                  </a:lnTo>
                  <a:lnTo>
                    <a:pt x="5368" y="2567"/>
                  </a:lnTo>
                  <a:lnTo>
                    <a:pt x="5274" y="2287"/>
                  </a:lnTo>
                  <a:lnTo>
                    <a:pt x="5181" y="2007"/>
                  </a:lnTo>
                  <a:lnTo>
                    <a:pt x="4994" y="1727"/>
                  </a:lnTo>
                  <a:lnTo>
                    <a:pt x="4761" y="1494"/>
                  </a:lnTo>
                  <a:lnTo>
                    <a:pt x="4528" y="1260"/>
                  </a:lnTo>
                  <a:lnTo>
                    <a:pt x="4248" y="1027"/>
                  </a:lnTo>
                  <a:lnTo>
                    <a:pt x="3921" y="840"/>
                  </a:lnTo>
                  <a:lnTo>
                    <a:pt x="3548" y="654"/>
                  </a:lnTo>
                  <a:lnTo>
                    <a:pt x="3174" y="467"/>
                  </a:lnTo>
                  <a:lnTo>
                    <a:pt x="2754" y="327"/>
                  </a:lnTo>
                  <a:lnTo>
                    <a:pt x="2288" y="187"/>
                  </a:lnTo>
                  <a:lnTo>
                    <a:pt x="1821" y="94"/>
                  </a:lnTo>
                  <a:lnTo>
                    <a:pt x="1354" y="47"/>
                  </a:lnTo>
                  <a:lnTo>
                    <a:pt x="84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41"/>
            <p:cNvSpPr/>
            <p:nvPr/>
          </p:nvSpPr>
          <p:spPr>
            <a:xfrm>
              <a:off x="4118300" y="3292550"/>
              <a:ext cx="109700" cy="112025"/>
            </a:xfrm>
            <a:custGeom>
              <a:rect b="b" l="l" r="r" t="t"/>
              <a:pathLst>
                <a:path extrusionOk="0" h="4481" w="4388">
                  <a:moveTo>
                    <a:pt x="1" y="0"/>
                  </a:moveTo>
                  <a:lnTo>
                    <a:pt x="421" y="47"/>
                  </a:lnTo>
                  <a:lnTo>
                    <a:pt x="841" y="140"/>
                  </a:lnTo>
                  <a:lnTo>
                    <a:pt x="1634" y="420"/>
                  </a:lnTo>
                  <a:lnTo>
                    <a:pt x="2381" y="700"/>
                  </a:lnTo>
                  <a:lnTo>
                    <a:pt x="2941" y="1027"/>
                  </a:lnTo>
                  <a:lnTo>
                    <a:pt x="3221" y="1260"/>
                  </a:lnTo>
                  <a:lnTo>
                    <a:pt x="3454" y="1587"/>
                  </a:lnTo>
                  <a:lnTo>
                    <a:pt x="3594" y="1914"/>
                  </a:lnTo>
                  <a:lnTo>
                    <a:pt x="3688" y="2240"/>
                  </a:lnTo>
                  <a:lnTo>
                    <a:pt x="3734" y="2614"/>
                  </a:lnTo>
                  <a:lnTo>
                    <a:pt x="3688" y="2987"/>
                  </a:lnTo>
                  <a:lnTo>
                    <a:pt x="3594" y="3360"/>
                  </a:lnTo>
                  <a:lnTo>
                    <a:pt x="3361" y="3687"/>
                  </a:lnTo>
                  <a:lnTo>
                    <a:pt x="3128" y="3967"/>
                  </a:lnTo>
                  <a:lnTo>
                    <a:pt x="2848" y="4201"/>
                  </a:lnTo>
                  <a:lnTo>
                    <a:pt x="2521" y="4341"/>
                  </a:lnTo>
                  <a:lnTo>
                    <a:pt x="2148" y="4434"/>
                  </a:lnTo>
                  <a:lnTo>
                    <a:pt x="2428" y="4481"/>
                  </a:lnTo>
                  <a:lnTo>
                    <a:pt x="2708" y="4481"/>
                  </a:lnTo>
                  <a:lnTo>
                    <a:pt x="2941" y="4434"/>
                  </a:lnTo>
                  <a:lnTo>
                    <a:pt x="3221" y="4341"/>
                  </a:lnTo>
                  <a:lnTo>
                    <a:pt x="3454" y="4247"/>
                  </a:lnTo>
                  <a:lnTo>
                    <a:pt x="3688" y="4061"/>
                  </a:lnTo>
                  <a:lnTo>
                    <a:pt x="3874" y="3874"/>
                  </a:lnTo>
                  <a:lnTo>
                    <a:pt x="4061" y="3687"/>
                  </a:lnTo>
                  <a:lnTo>
                    <a:pt x="4248" y="3360"/>
                  </a:lnTo>
                  <a:lnTo>
                    <a:pt x="4388" y="2987"/>
                  </a:lnTo>
                  <a:lnTo>
                    <a:pt x="4388" y="2614"/>
                  </a:lnTo>
                  <a:lnTo>
                    <a:pt x="4388" y="2240"/>
                  </a:lnTo>
                  <a:lnTo>
                    <a:pt x="4294" y="1914"/>
                  </a:lnTo>
                  <a:lnTo>
                    <a:pt x="4108" y="1587"/>
                  </a:lnTo>
                  <a:lnTo>
                    <a:pt x="3921" y="1260"/>
                  </a:lnTo>
                  <a:lnTo>
                    <a:pt x="3594" y="1027"/>
                  </a:lnTo>
                  <a:lnTo>
                    <a:pt x="3314" y="840"/>
                  </a:lnTo>
                  <a:lnTo>
                    <a:pt x="2894" y="654"/>
                  </a:lnTo>
                  <a:lnTo>
                    <a:pt x="2428" y="467"/>
                  </a:lnTo>
                  <a:lnTo>
                    <a:pt x="1961" y="280"/>
                  </a:lnTo>
                  <a:lnTo>
                    <a:pt x="1448" y="140"/>
                  </a:lnTo>
                  <a:lnTo>
                    <a:pt x="934" y="47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41"/>
            <p:cNvSpPr/>
            <p:nvPr/>
          </p:nvSpPr>
          <p:spPr>
            <a:xfrm>
              <a:off x="4119475" y="3495550"/>
              <a:ext cx="54850" cy="93375"/>
            </a:xfrm>
            <a:custGeom>
              <a:rect b="b" l="l" r="r" t="t"/>
              <a:pathLst>
                <a:path extrusionOk="0" h="3735" w="2194">
                  <a:moveTo>
                    <a:pt x="327" y="1"/>
                  </a:moveTo>
                  <a:lnTo>
                    <a:pt x="0" y="47"/>
                  </a:lnTo>
                  <a:lnTo>
                    <a:pt x="327" y="141"/>
                  </a:lnTo>
                  <a:lnTo>
                    <a:pt x="607" y="281"/>
                  </a:lnTo>
                  <a:lnTo>
                    <a:pt x="887" y="467"/>
                  </a:lnTo>
                  <a:lnTo>
                    <a:pt x="1074" y="654"/>
                  </a:lnTo>
                  <a:lnTo>
                    <a:pt x="1261" y="934"/>
                  </a:lnTo>
                  <a:lnTo>
                    <a:pt x="1401" y="1214"/>
                  </a:lnTo>
                  <a:lnTo>
                    <a:pt x="1494" y="1541"/>
                  </a:lnTo>
                  <a:lnTo>
                    <a:pt x="1541" y="1867"/>
                  </a:lnTo>
                  <a:lnTo>
                    <a:pt x="1494" y="2194"/>
                  </a:lnTo>
                  <a:lnTo>
                    <a:pt x="1401" y="2521"/>
                  </a:lnTo>
                  <a:lnTo>
                    <a:pt x="1261" y="2801"/>
                  </a:lnTo>
                  <a:lnTo>
                    <a:pt x="1074" y="3081"/>
                  </a:lnTo>
                  <a:lnTo>
                    <a:pt x="887" y="3314"/>
                  </a:lnTo>
                  <a:lnTo>
                    <a:pt x="607" y="3501"/>
                  </a:lnTo>
                  <a:lnTo>
                    <a:pt x="327" y="3641"/>
                  </a:lnTo>
                  <a:lnTo>
                    <a:pt x="0" y="3734"/>
                  </a:lnTo>
                  <a:lnTo>
                    <a:pt x="327" y="3734"/>
                  </a:lnTo>
                  <a:lnTo>
                    <a:pt x="700" y="3687"/>
                  </a:lnTo>
                  <a:lnTo>
                    <a:pt x="1074" y="3594"/>
                  </a:lnTo>
                  <a:lnTo>
                    <a:pt x="1401" y="3407"/>
                  </a:lnTo>
                  <a:lnTo>
                    <a:pt x="1681" y="3221"/>
                  </a:lnTo>
                  <a:lnTo>
                    <a:pt x="1914" y="2941"/>
                  </a:lnTo>
                  <a:lnTo>
                    <a:pt x="2054" y="2614"/>
                  </a:lnTo>
                  <a:lnTo>
                    <a:pt x="2194" y="2241"/>
                  </a:lnTo>
                  <a:lnTo>
                    <a:pt x="2194" y="1867"/>
                  </a:lnTo>
                  <a:lnTo>
                    <a:pt x="2194" y="1494"/>
                  </a:lnTo>
                  <a:lnTo>
                    <a:pt x="2054" y="1167"/>
                  </a:lnTo>
                  <a:lnTo>
                    <a:pt x="1914" y="841"/>
                  </a:lnTo>
                  <a:lnTo>
                    <a:pt x="1681" y="561"/>
                  </a:lnTo>
                  <a:lnTo>
                    <a:pt x="1401" y="327"/>
                  </a:lnTo>
                  <a:lnTo>
                    <a:pt x="1074" y="141"/>
                  </a:lnTo>
                  <a:lnTo>
                    <a:pt x="700" y="47"/>
                  </a:lnTo>
                  <a:lnTo>
                    <a:pt x="32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41"/>
            <p:cNvSpPr/>
            <p:nvPr/>
          </p:nvSpPr>
          <p:spPr>
            <a:xfrm>
              <a:off x="4153300" y="3338050"/>
              <a:ext cx="46700" cy="39700"/>
            </a:xfrm>
            <a:custGeom>
              <a:rect b="b" l="l" r="r" t="t"/>
              <a:pathLst>
                <a:path extrusionOk="0" h="1588" w="1868">
                  <a:moveTo>
                    <a:pt x="1634" y="0"/>
                  </a:moveTo>
                  <a:lnTo>
                    <a:pt x="1588" y="280"/>
                  </a:lnTo>
                  <a:lnTo>
                    <a:pt x="1448" y="514"/>
                  </a:lnTo>
                  <a:lnTo>
                    <a:pt x="1354" y="654"/>
                  </a:lnTo>
                  <a:lnTo>
                    <a:pt x="1168" y="747"/>
                  </a:lnTo>
                  <a:lnTo>
                    <a:pt x="1028" y="840"/>
                  </a:lnTo>
                  <a:lnTo>
                    <a:pt x="841" y="887"/>
                  </a:lnTo>
                  <a:lnTo>
                    <a:pt x="514" y="887"/>
                  </a:lnTo>
                  <a:lnTo>
                    <a:pt x="328" y="840"/>
                  </a:lnTo>
                  <a:lnTo>
                    <a:pt x="141" y="747"/>
                  </a:lnTo>
                  <a:lnTo>
                    <a:pt x="1" y="607"/>
                  </a:lnTo>
                  <a:lnTo>
                    <a:pt x="1" y="840"/>
                  </a:lnTo>
                  <a:lnTo>
                    <a:pt x="94" y="1027"/>
                  </a:lnTo>
                  <a:lnTo>
                    <a:pt x="234" y="1214"/>
                  </a:lnTo>
                  <a:lnTo>
                    <a:pt x="374" y="1400"/>
                  </a:lnTo>
                  <a:lnTo>
                    <a:pt x="561" y="1494"/>
                  </a:lnTo>
                  <a:lnTo>
                    <a:pt x="748" y="1540"/>
                  </a:lnTo>
                  <a:lnTo>
                    <a:pt x="934" y="1587"/>
                  </a:lnTo>
                  <a:lnTo>
                    <a:pt x="1074" y="1540"/>
                  </a:lnTo>
                  <a:lnTo>
                    <a:pt x="1261" y="1494"/>
                  </a:lnTo>
                  <a:lnTo>
                    <a:pt x="1448" y="1447"/>
                  </a:lnTo>
                  <a:lnTo>
                    <a:pt x="1588" y="1307"/>
                  </a:lnTo>
                  <a:lnTo>
                    <a:pt x="1681" y="1167"/>
                  </a:lnTo>
                  <a:lnTo>
                    <a:pt x="1774" y="1027"/>
                  </a:lnTo>
                  <a:lnTo>
                    <a:pt x="1821" y="887"/>
                  </a:lnTo>
                  <a:lnTo>
                    <a:pt x="1868" y="560"/>
                  </a:lnTo>
                  <a:lnTo>
                    <a:pt x="1821" y="280"/>
                  </a:lnTo>
                  <a:lnTo>
                    <a:pt x="1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41"/>
            <p:cNvSpPr/>
            <p:nvPr/>
          </p:nvSpPr>
          <p:spPr>
            <a:xfrm>
              <a:off x="4001625" y="3339225"/>
              <a:ext cx="105050" cy="133025"/>
            </a:xfrm>
            <a:custGeom>
              <a:rect b="b" l="l" r="r" t="t"/>
              <a:pathLst>
                <a:path extrusionOk="0" h="5321" w="4202">
                  <a:moveTo>
                    <a:pt x="3128" y="0"/>
                  </a:moveTo>
                  <a:lnTo>
                    <a:pt x="3268" y="140"/>
                  </a:lnTo>
                  <a:lnTo>
                    <a:pt x="3314" y="327"/>
                  </a:lnTo>
                  <a:lnTo>
                    <a:pt x="3361" y="513"/>
                  </a:lnTo>
                  <a:lnTo>
                    <a:pt x="3408" y="700"/>
                  </a:lnTo>
                  <a:lnTo>
                    <a:pt x="3408" y="887"/>
                  </a:lnTo>
                  <a:lnTo>
                    <a:pt x="3361" y="1073"/>
                  </a:lnTo>
                  <a:lnTo>
                    <a:pt x="3268" y="1260"/>
                  </a:lnTo>
                  <a:lnTo>
                    <a:pt x="3174" y="1400"/>
                  </a:lnTo>
                  <a:lnTo>
                    <a:pt x="2988" y="1633"/>
                  </a:lnTo>
                  <a:lnTo>
                    <a:pt x="2708" y="1820"/>
                  </a:lnTo>
                  <a:lnTo>
                    <a:pt x="2428" y="1913"/>
                  </a:lnTo>
                  <a:lnTo>
                    <a:pt x="2148" y="1913"/>
                  </a:lnTo>
                  <a:lnTo>
                    <a:pt x="2101" y="2147"/>
                  </a:lnTo>
                  <a:lnTo>
                    <a:pt x="2054" y="2334"/>
                  </a:lnTo>
                  <a:lnTo>
                    <a:pt x="1961" y="2567"/>
                  </a:lnTo>
                  <a:lnTo>
                    <a:pt x="1868" y="2754"/>
                  </a:lnTo>
                  <a:lnTo>
                    <a:pt x="1728" y="2894"/>
                  </a:lnTo>
                  <a:lnTo>
                    <a:pt x="1588" y="3034"/>
                  </a:lnTo>
                  <a:lnTo>
                    <a:pt x="1401" y="3174"/>
                  </a:lnTo>
                  <a:lnTo>
                    <a:pt x="1214" y="3267"/>
                  </a:lnTo>
                  <a:lnTo>
                    <a:pt x="1308" y="3547"/>
                  </a:lnTo>
                  <a:lnTo>
                    <a:pt x="1308" y="3827"/>
                  </a:lnTo>
                  <a:lnTo>
                    <a:pt x="1214" y="4107"/>
                  </a:lnTo>
                  <a:lnTo>
                    <a:pt x="1074" y="4387"/>
                  </a:lnTo>
                  <a:lnTo>
                    <a:pt x="888" y="4620"/>
                  </a:lnTo>
                  <a:lnTo>
                    <a:pt x="608" y="4760"/>
                  </a:lnTo>
                  <a:lnTo>
                    <a:pt x="328" y="4854"/>
                  </a:lnTo>
                  <a:lnTo>
                    <a:pt x="1" y="4854"/>
                  </a:lnTo>
                  <a:lnTo>
                    <a:pt x="188" y="5040"/>
                  </a:lnTo>
                  <a:lnTo>
                    <a:pt x="374" y="5180"/>
                  </a:lnTo>
                  <a:lnTo>
                    <a:pt x="608" y="5274"/>
                  </a:lnTo>
                  <a:lnTo>
                    <a:pt x="841" y="5320"/>
                  </a:lnTo>
                  <a:lnTo>
                    <a:pt x="1074" y="5320"/>
                  </a:lnTo>
                  <a:lnTo>
                    <a:pt x="1308" y="5227"/>
                  </a:lnTo>
                  <a:lnTo>
                    <a:pt x="1541" y="5134"/>
                  </a:lnTo>
                  <a:lnTo>
                    <a:pt x="1728" y="4994"/>
                  </a:lnTo>
                  <a:lnTo>
                    <a:pt x="1914" y="4807"/>
                  </a:lnTo>
                  <a:lnTo>
                    <a:pt x="2054" y="4527"/>
                  </a:lnTo>
                  <a:lnTo>
                    <a:pt x="2101" y="4247"/>
                  </a:lnTo>
                  <a:lnTo>
                    <a:pt x="2101" y="3967"/>
                  </a:lnTo>
                  <a:lnTo>
                    <a:pt x="2054" y="3687"/>
                  </a:lnTo>
                  <a:lnTo>
                    <a:pt x="2241" y="3594"/>
                  </a:lnTo>
                  <a:lnTo>
                    <a:pt x="2381" y="3500"/>
                  </a:lnTo>
                  <a:lnTo>
                    <a:pt x="2568" y="3360"/>
                  </a:lnTo>
                  <a:lnTo>
                    <a:pt x="2708" y="3174"/>
                  </a:lnTo>
                  <a:lnTo>
                    <a:pt x="2801" y="2987"/>
                  </a:lnTo>
                  <a:lnTo>
                    <a:pt x="2894" y="2800"/>
                  </a:lnTo>
                  <a:lnTo>
                    <a:pt x="2941" y="2567"/>
                  </a:lnTo>
                  <a:lnTo>
                    <a:pt x="2941" y="2380"/>
                  </a:lnTo>
                  <a:lnTo>
                    <a:pt x="3268" y="2334"/>
                  </a:lnTo>
                  <a:lnTo>
                    <a:pt x="3548" y="2240"/>
                  </a:lnTo>
                  <a:lnTo>
                    <a:pt x="3781" y="2100"/>
                  </a:lnTo>
                  <a:lnTo>
                    <a:pt x="4014" y="1867"/>
                  </a:lnTo>
                  <a:lnTo>
                    <a:pt x="4108" y="1633"/>
                  </a:lnTo>
                  <a:lnTo>
                    <a:pt x="4201" y="1400"/>
                  </a:lnTo>
                  <a:lnTo>
                    <a:pt x="4201" y="1167"/>
                  </a:lnTo>
                  <a:lnTo>
                    <a:pt x="4201" y="933"/>
                  </a:lnTo>
                  <a:lnTo>
                    <a:pt x="4108" y="700"/>
                  </a:lnTo>
                  <a:lnTo>
                    <a:pt x="4014" y="513"/>
                  </a:lnTo>
                  <a:lnTo>
                    <a:pt x="3828" y="327"/>
                  </a:lnTo>
                  <a:lnTo>
                    <a:pt x="3641" y="140"/>
                  </a:lnTo>
                  <a:lnTo>
                    <a:pt x="3408" y="47"/>
                  </a:lnTo>
                  <a:lnTo>
                    <a:pt x="312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41"/>
            <p:cNvSpPr/>
            <p:nvPr/>
          </p:nvSpPr>
          <p:spPr>
            <a:xfrm>
              <a:off x="4010975" y="3329875"/>
              <a:ext cx="243850" cy="246200"/>
            </a:xfrm>
            <a:custGeom>
              <a:rect b="b" l="l" r="r" t="t"/>
              <a:pathLst>
                <a:path extrusionOk="0" h="9848" w="9754">
                  <a:moveTo>
                    <a:pt x="3034" y="1"/>
                  </a:moveTo>
                  <a:lnTo>
                    <a:pt x="2987" y="47"/>
                  </a:lnTo>
                  <a:lnTo>
                    <a:pt x="2707" y="701"/>
                  </a:lnTo>
                  <a:lnTo>
                    <a:pt x="2707" y="747"/>
                  </a:lnTo>
                  <a:lnTo>
                    <a:pt x="2754" y="841"/>
                  </a:lnTo>
                  <a:lnTo>
                    <a:pt x="2940" y="981"/>
                  </a:lnTo>
                  <a:lnTo>
                    <a:pt x="3080" y="1167"/>
                  </a:lnTo>
                  <a:lnTo>
                    <a:pt x="3174" y="1401"/>
                  </a:lnTo>
                  <a:lnTo>
                    <a:pt x="3220" y="1681"/>
                  </a:lnTo>
                  <a:lnTo>
                    <a:pt x="3127" y="1961"/>
                  </a:lnTo>
                  <a:lnTo>
                    <a:pt x="2987" y="2241"/>
                  </a:lnTo>
                  <a:lnTo>
                    <a:pt x="2707" y="2381"/>
                  </a:lnTo>
                  <a:lnTo>
                    <a:pt x="2427" y="2474"/>
                  </a:lnTo>
                  <a:lnTo>
                    <a:pt x="2240" y="2474"/>
                  </a:lnTo>
                  <a:lnTo>
                    <a:pt x="2007" y="2428"/>
                  </a:lnTo>
                  <a:lnTo>
                    <a:pt x="1960" y="2428"/>
                  </a:lnTo>
                  <a:lnTo>
                    <a:pt x="1867" y="2474"/>
                  </a:lnTo>
                  <a:lnTo>
                    <a:pt x="0" y="6674"/>
                  </a:lnTo>
                  <a:lnTo>
                    <a:pt x="0" y="6768"/>
                  </a:lnTo>
                  <a:lnTo>
                    <a:pt x="47" y="6861"/>
                  </a:lnTo>
                  <a:lnTo>
                    <a:pt x="1820" y="7654"/>
                  </a:lnTo>
                  <a:lnTo>
                    <a:pt x="1914" y="7654"/>
                  </a:lnTo>
                  <a:lnTo>
                    <a:pt x="1960" y="7608"/>
                  </a:lnTo>
                  <a:lnTo>
                    <a:pt x="2100" y="7421"/>
                  </a:lnTo>
                  <a:lnTo>
                    <a:pt x="2287" y="7328"/>
                  </a:lnTo>
                  <a:lnTo>
                    <a:pt x="2520" y="7234"/>
                  </a:lnTo>
                  <a:lnTo>
                    <a:pt x="2940" y="7234"/>
                  </a:lnTo>
                  <a:lnTo>
                    <a:pt x="3080" y="7328"/>
                  </a:lnTo>
                  <a:lnTo>
                    <a:pt x="3267" y="7421"/>
                  </a:lnTo>
                  <a:lnTo>
                    <a:pt x="3360" y="7514"/>
                  </a:lnTo>
                  <a:lnTo>
                    <a:pt x="3454" y="7654"/>
                  </a:lnTo>
                  <a:lnTo>
                    <a:pt x="3547" y="7794"/>
                  </a:lnTo>
                  <a:lnTo>
                    <a:pt x="3594" y="7934"/>
                  </a:lnTo>
                  <a:lnTo>
                    <a:pt x="3594" y="8121"/>
                  </a:lnTo>
                  <a:lnTo>
                    <a:pt x="3594" y="8354"/>
                  </a:lnTo>
                  <a:lnTo>
                    <a:pt x="3594" y="8401"/>
                  </a:lnTo>
                  <a:lnTo>
                    <a:pt x="3640" y="8448"/>
                  </a:lnTo>
                  <a:lnTo>
                    <a:pt x="6674" y="9848"/>
                  </a:lnTo>
                  <a:lnTo>
                    <a:pt x="6721" y="9801"/>
                  </a:lnTo>
                  <a:lnTo>
                    <a:pt x="6721" y="9754"/>
                  </a:lnTo>
                  <a:lnTo>
                    <a:pt x="6721" y="9661"/>
                  </a:lnTo>
                  <a:lnTo>
                    <a:pt x="9567" y="3128"/>
                  </a:lnTo>
                  <a:lnTo>
                    <a:pt x="9707" y="3034"/>
                  </a:lnTo>
                  <a:lnTo>
                    <a:pt x="9754" y="3034"/>
                  </a:lnTo>
                  <a:lnTo>
                    <a:pt x="9754" y="2988"/>
                  </a:lnTo>
                  <a:lnTo>
                    <a:pt x="7981" y="2194"/>
                  </a:lnTo>
                  <a:lnTo>
                    <a:pt x="7841" y="2194"/>
                  </a:lnTo>
                  <a:lnTo>
                    <a:pt x="7607" y="2334"/>
                  </a:lnTo>
                  <a:lnTo>
                    <a:pt x="7374" y="2381"/>
                  </a:lnTo>
                  <a:lnTo>
                    <a:pt x="7141" y="2334"/>
                  </a:lnTo>
                  <a:lnTo>
                    <a:pt x="6954" y="2241"/>
                  </a:lnTo>
                  <a:lnTo>
                    <a:pt x="6767" y="2054"/>
                  </a:lnTo>
                  <a:lnTo>
                    <a:pt x="6674" y="1867"/>
                  </a:lnTo>
                  <a:lnTo>
                    <a:pt x="6674" y="1681"/>
                  </a:lnTo>
                  <a:lnTo>
                    <a:pt x="6627" y="1634"/>
                  </a:lnTo>
                  <a:lnTo>
                    <a:pt x="6581" y="1587"/>
                  </a:lnTo>
                  <a:lnTo>
                    <a:pt x="312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41"/>
            <p:cNvSpPr/>
            <p:nvPr/>
          </p:nvSpPr>
          <p:spPr>
            <a:xfrm>
              <a:off x="4161475" y="3397550"/>
              <a:ext cx="94525" cy="178525"/>
            </a:xfrm>
            <a:custGeom>
              <a:rect b="b" l="l" r="r" t="t"/>
              <a:pathLst>
                <a:path extrusionOk="0" h="7141" w="3781">
                  <a:moveTo>
                    <a:pt x="3081" y="1"/>
                  </a:moveTo>
                  <a:lnTo>
                    <a:pt x="3127" y="47"/>
                  </a:lnTo>
                  <a:lnTo>
                    <a:pt x="3127" y="141"/>
                  </a:lnTo>
                  <a:lnTo>
                    <a:pt x="141" y="6767"/>
                  </a:lnTo>
                  <a:lnTo>
                    <a:pt x="94" y="6814"/>
                  </a:lnTo>
                  <a:lnTo>
                    <a:pt x="1" y="6814"/>
                  </a:lnTo>
                  <a:lnTo>
                    <a:pt x="654" y="7141"/>
                  </a:lnTo>
                  <a:lnTo>
                    <a:pt x="747" y="7141"/>
                  </a:lnTo>
                  <a:lnTo>
                    <a:pt x="794" y="7047"/>
                  </a:lnTo>
                  <a:lnTo>
                    <a:pt x="3781" y="421"/>
                  </a:lnTo>
                  <a:lnTo>
                    <a:pt x="3781" y="327"/>
                  </a:lnTo>
                  <a:lnTo>
                    <a:pt x="3734" y="281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41"/>
            <p:cNvSpPr/>
            <p:nvPr/>
          </p:nvSpPr>
          <p:spPr>
            <a:xfrm>
              <a:off x="4101975" y="3394050"/>
              <a:ext cx="45525" cy="45525"/>
            </a:xfrm>
            <a:custGeom>
              <a:rect b="b" l="l" r="r" t="t"/>
              <a:pathLst>
                <a:path extrusionOk="0" h="1821" w="1821">
                  <a:moveTo>
                    <a:pt x="887" y="1"/>
                  </a:moveTo>
                  <a:lnTo>
                    <a:pt x="700" y="47"/>
                  </a:lnTo>
                  <a:lnTo>
                    <a:pt x="560" y="94"/>
                  </a:lnTo>
                  <a:lnTo>
                    <a:pt x="374" y="187"/>
                  </a:lnTo>
                  <a:lnTo>
                    <a:pt x="234" y="281"/>
                  </a:lnTo>
                  <a:lnTo>
                    <a:pt x="140" y="421"/>
                  </a:lnTo>
                  <a:lnTo>
                    <a:pt x="47" y="561"/>
                  </a:lnTo>
                  <a:lnTo>
                    <a:pt x="0" y="747"/>
                  </a:lnTo>
                  <a:lnTo>
                    <a:pt x="0" y="934"/>
                  </a:lnTo>
                  <a:lnTo>
                    <a:pt x="0" y="1121"/>
                  </a:lnTo>
                  <a:lnTo>
                    <a:pt x="47" y="1261"/>
                  </a:lnTo>
                  <a:lnTo>
                    <a:pt x="140" y="1447"/>
                  </a:lnTo>
                  <a:lnTo>
                    <a:pt x="234" y="1587"/>
                  </a:lnTo>
                  <a:lnTo>
                    <a:pt x="374" y="1681"/>
                  </a:lnTo>
                  <a:lnTo>
                    <a:pt x="560" y="1774"/>
                  </a:lnTo>
                  <a:lnTo>
                    <a:pt x="700" y="1821"/>
                  </a:lnTo>
                  <a:lnTo>
                    <a:pt x="1074" y="1821"/>
                  </a:lnTo>
                  <a:lnTo>
                    <a:pt x="1260" y="1774"/>
                  </a:lnTo>
                  <a:lnTo>
                    <a:pt x="1400" y="1681"/>
                  </a:lnTo>
                  <a:lnTo>
                    <a:pt x="1541" y="1587"/>
                  </a:lnTo>
                  <a:lnTo>
                    <a:pt x="1681" y="1447"/>
                  </a:lnTo>
                  <a:lnTo>
                    <a:pt x="1727" y="1261"/>
                  </a:lnTo>
                  <a:lnTo>
                    <a:pt x="1774" y="1121"/>
                  </a:lnTo>
                  <a:lnTo>
                    <a:pt x="1821" y="934"/>
                  </a:lnTo>
                  <a:lnTo>
                    <a:pt x="1774" y="747"/>
                  </a:lnTo>
                  <a:lnTo>
                    <a:pt x="1727" y="561"/>
                  </a:lnTo>
                  <a:lnTo>
                    <a:pt x="1681" y="421"/>
                  </a:lnTo>
                  <a:lnTo>
                    <a:pt x="1541" y="281"/>
                  </a:lnTo>
                  <a:lnTo>
                    <a:pt x="1400" y="187"/>
                  </a:lnTo>
                  <a:lnTo>
                    <a:pt x="1260" y="94"/>
                  </a:lnTo>
                  <a:lnTo>
                    <a:pt x="1074" y="47"/>
                  </a:lnTo>
                  <a:lnTo>
                    <a:pt x="8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41"/>
            <p:cNvSpPr/>
            <p:nvPr/>
          </p:nvSpPr>
          <p:spPr>
            <a:xfrm>
              <a:off x="4150975" y="3476875"/>
              <a:ext cx="31525" cy="31525"/>
            </a:xfrm>
            <a:custGeom>
              <a:rect b="b" l="l" r="r" t="t"/>
              <a:pathLst>
                <a:path extrusionOk="0" h="1261" w="1261">
                  <a:moveTo>
                    <a:pt x="607" y="1"/>
                  </a:moveTo>
                  <a:lnTo>
                    <a:pt x="374" y="48"/>
                  </a:lnTo>
                  <a:lnTo>
                    <a:pt x="187" y="188"/>
                  </a:lnTo>
                  <a:lnTo>
                    <a:pt x="47" y="374"/>
                  </a:lnTo>
                  <a:lnTo>
                    <a:pt x="1" y="654"/>
                  </a:lnTo>
                  <a:lnTo>
                    <a:pt x="47" y="888"/>
                  </a:lnTo>
                  <a:lnTo>
                    <a:pt x="187" y="1074"/>
                  </a:lnTo>
                  <a:lnTo>
                    <a:pt x="374" y="1214"/>
                  </a:lnTo>
                  <a:lnTo>
                    <a:pt x="607" y="1261"/>
                  </a:lnTo>
                  <a:lnTo>
                    <a:pt x="887" y="1214"/>
                  </a:lnTo>
                  <a:lnTo>
                    <a:pt x="1074" y="1074"/>
                  </a:lnTo>
                  <a:lnTo>
                    <a:pt x="1214" y="888"/>
                  </a:lnTo>
                  <a:lnTo>
                    <a:pt x="1261" y="654"/>
                  </a:lnTo>
                  <a:lnTo>
                    <a:pt x="1214" y="374"/>
                  </a:lnTo>
                  <a:lnTo>
                    <a:pt x="1074" y="188"/>
                  </a:lnTo>
                  <a:lnTo>
                    <a:pt x="887" y="48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6" name="Google Shape;9276;p41"/>
          <p:cNvGrpSpPr/>
          <p:nvPr/>
        </p:nvGrpSpPr>
        <p:grpSpPr>
          <a:xfrm>
            <a:off x="5051046" y="3289563"/>
            <a:ext cx="250850" cy="336025"/>
            <a:chOff x="5510200" y="3966900"/>
            <a:chExt cx="250850" cy="336025"/>
          </a:xfrm>
        </p:grpSpPr>
        <p:sp>
          <p:nvSpPr>
            <p:cNvPr id="9277" name="Google Shape;9277;p41"/>
            <p:cNvSpPr/>
            <p:nvPr/>
          </p:nvSpPr>
          <p:spPr>
            <a:xfrm>
              <a:off x="5636200" y="3982075"/>
              <a:ext cx="80525" cy="54850"/>
            </a:xfrm>
            <a:custGeom>
              <a:rect b="b" l="l" r="r" t="t"/>
              <a:pathLst>
                <a:path extrusionOk="0" h="2194" w="3221">
                  <a:moveTo>
                    <a:pt x="0" y="0"/>
                  </a:moveTo>
                  <a:lnTo>
                    <a:pt x="0" y="2194"/>
                  </a:lnTo>
                  <a:lnTo>
                    <a:pt x="3174" y="2194"/>
                  </a:lnTo>
                  <a:lnTo>
                    <a:pt x="3174" y="2147"/>
                  </a:lnTo>
                  <a:lnTo>
                    <a:pt x="3127" y="2054"/>
                  </a:lnTo>
                  <a:lnTo>
                    <a:pt x="2894" y="1727"/>
                  </a:lnTo>
                  <a:lnTo>
                    <a:pt x="2567" y="1260"/>
                  </a:lnTo>
                  <a:lnTo>
                    <a:pt x="2520" y="1167"/>
                  </a:lnTo>
                  <a:lnTo>
                    <a:pt x="2474" y="1027"/>
                  </a:lnTo>
                  <a:lnTo>
                    <a:pt x="2987" y="234"/>
                  </a:lnTo>
                  <a:lnTo>
                    <a:pt x="3174" y="94"/>
                  </a:lnTo>
                  <a:lnTo>
                    <a:pt x="3220" y="47"/>
                  </a:lnTo>
                  <a:lnTo>
                    <a:pt x="317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41"/>
            <p:cNvSpPr/>
            <p:nvPr/>
          </p:nvSpPr>
          <p:spPr>
            <a:xfrm>
              <a:off x="5685200" y="3982075"/>
              <a:ext cx="33850" cy="54850"/>
            </a:xfrm>
            <a:custGeom>
              <a:rect b="b" l="l" r="r" t="t"/>
              <a:pathLst>
                <a:path extrusionOk="0" h="2194" w="1354">
                  <a:moveTo>
                    <a:pt x="607" y="0"/>
                  </a:moveTo>
                  <a:lnTo>
                    <a:pt x="654" y="47"/>
                  </a:lnTo>
                  <a:lnTo>
                    <a:pt x="654" y="140"/>
                  </a:lnTo>
                  <a:lnTo>
                    <a:pt x="654" y="187"/>
                  </a:lnTo>
                  <a:lnTo>
                    <a:pt x="0" y="1027"/>
                  </a:lnTo>
                  <a:lnTo>
                    <a:pt x="0" y="1074"/>
                  </a:lnTo>
                  <a:lnTo>
                    <a:pt x="0" y="1167"/>
                  </a:lnTo>
                  <a:lnTo>
                    <a:pt x="654" y="2007"/>
                  </a:lnTo>
                  <a:lnTo>
                    <a:pt x="654" y="2054"/>
                  </a:lnTo>
                  <a:lnTo>
                    <a:pt x="654" y="2147"/>
                  </a:lnTo>
                  <a:lnTo>
                    <a:pt x="607" y="2147"/>
                  </a:lnTo>
                  <a:lnTo>
                    <a:pt x="560" y="2194"/>
                  </a:lnTo>
                  <a:lnTo>
                    <a:pt x="1214" y="2194"/>
                  </a:lnTo>
                  <a:lnTo>
                    <a:pt x="1307" y="2147"/>
                  </a:lnTo>
                  <a:lnTo>
                    <a:pt x="1354" y="2147"/>
                  </a:lnTo>
                  <a:lnTo>
                    <a:pt x="1354" y="2054"/>
                  </a:lnTo>
                  <a:lnTo>
                    <a:pt x="1307" y="2007"/>
                  </a:lnTo>
                  <a:lnTo>
                    <a:pt x="700" y="1167"/>
                  </a:lnTo>
                  <a:lnTo>
                    <a:pt x="654" y="1074"/>
                  </a:lnTo>
                  <a:lnTo>
                    <a:pt x="700" y="1027"/>
                  </a:lnTo>
                  <a:lnTo>
                    <a:pt x="1307" y="187"/>
                  </a:lnTo>
                  <a:lnTo>
                    <a:pt x="1354" y="140"/>
                  </a:lnTo>
                  <a:lnTo>
                    <a:pt x="1354" y="47"/>
                  </a:lnTo>
                  <a:lnTo>
                    <a:pt x="13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41"/>
            <p:cNvSpPr/>
            <p:nvPr/>
          </p:nvSpPr>
          <p:spPr>
            <a:xfrm>
              <a:off x="5630350" y="3966900"/>
              <a:ext cx="10525" cy="296375"/>
            </a:xfrm>
            <a:custGeom>
              <a:rect b="b" l="l" r="r" t="t"/>
              <a:pathLst>
                <a:path extrusionOk="0" h="11855" w="421">
                  <a:moveTo>
                    <a:pt x="141" y="1"/>
                  </a:moveTo>
                  <a:lnTo>
                    <a:pt x="94" y="47"/>
                  </a:lnTo>
                  <a:lnTo>
                    <a:pt x="48" y="141"/>
                  </a:lnTo>
                  <a:lnTo>
                    <a:pt x="1" y="187"/>
                  </a:lnTo>
                  <a:lnTo>
                    <a:pt x="1" y="11668"/>
                  </a:lnTo>
                  <a:lnTo>
                    <a:pt x="48" y="11761"/>
                  </a:lnTo>
                  <a:lnTo>
                    <a:pt x="94" y="11808"/>
                  </a:lnTo>
                  <a:lnTo>
                    <a:pt x="141" y="11854"/>
                  </a:lnTo>
                  <a:lnTo>
                    <a:pt x="281" y="11854"/>
                  </a:lnTo>
                  <a:lnTo>
                    <a:pt x="374" y="11808"/>
                  </a:lnTo>
                  <a:lnTo>
                    <a:pt x="421" y="11761"/>
                  </a:lnTo>
                  <a:lnTo>
                    <a:pt x="421" y="11668"/>
                  </a:lnTo>
                  <a:lnTo>
                    <a:pt x="421" y="187"/>
                  </a:lnTo>
                  <a:lnTo>
                    <a:pt x="421" y="141"/>
                  </a:lnTo>
                  <a:lnTo>
                    <a:pt x="374" y="4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41"/>
            <p:cNvSpPr/>
            <p:nvPr/>
          </p:nvSpPr>
          <p:spPr>
            <a:xfrm>
              <a:off x="5510200" y="4140750"/>
              <a:ext cx="45525" cy="35025"/>
            </a:xfrm>
            <a:custGeom>
              <a:rect b="b" l="l" r="r" t="t"/>
              <a:pathLst>
                <a:path extrusionOk="0" h="1401" w="1821">
                  <a:moveTo>
                    <a:pt x="280" y="0"/>
                  </a:moveTo>
                  <a:lnTo>
                    <a:pt x="187" y="47"/>
                  </a:lnTo>
                  <a:lnTo>
                    <a:pt x="140" y="93"/>
                  </a:lnTo>
                  <a:lnTo>
                    <a:pt x="93" y="187"/>
                  </a:lnTo>
                  <a:lnTo>
                    <a:pt x="0" y="1167"/>
                  </a:lnTo>
                  <a:lnTo>
                    <a:pt x="0" y="1260"/>
                  </a:lnTo>
                  <a:lnTo>
                    <a:pt x="47" y="1307"/>
                  </a:lnTo>
                  <a:lnTo>
                    <a:pt x="140" y="1354"/>
                  </a:lnTo>
                  <a:lnTo>
                    <a:pt x="233" y="1400"/>
                  </a:lnTo>
                  <a:lnTo>
                    <a:pt x="887" y="1307"/>
                  </a:lnTo>
                  <a:lnTo>
                    <a:pt x="1773" y="933"/>
                  </a:lnTo>
                  <a:lnTo>
                    <a:pt x="1820" y="747"/>
                  </a:lnTo>
                  <a:lnTo>
                    <a:pt x="1027" y="280"/>
                  </a:lnTo>
                  <a:lnTo>
                    <a:pt x="373" y="47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41"/>
            <p:cNvSpPr/>
            <p:nvPr/>
          </p:nvSpPr>
          <p:spPr>
            <a:xfrm>
              <a:off x="5532350" y="4147750"/>
              <a:ext cx="24525" cy="25675"/>
            </a:xfrm>
            <a:custGeom>
              <a:rect b="b" l="l" r="r" t="t"/>
              <a:pathLst>
                <a:path extrusionOk="0" h="1027" w="981">
                  <a:moveTo>
                    <a:pt x="141" y="0"/>
                  </a:moveTo>
                  <a:lnTo>
                    <a:pt x="1" y="1027"/>
                  </a:lnTo>
                  <a:lnTo>
                    <a:pt x="1" y="1027"/>
                  </a:lnTo>
                  <a:lnTo>
                    <a:pt x="887" y="887"/>
                  </a:lnTo>
                  <a:lnTo>
                    <a:pt x="981" y="373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41"/>
            <p:cNvSpPr/>
            <p:nvPr/>
          </p:nvSpPr>
          <p:spPr>
            <a:xfrm>
              <a:off x="5610525" y="4062575"/>
              <a:ext cx="44350" cy="51350"/>
            </a:xfrm>
            <a:custGeom>
              <a:rect b="b" l="l" r="r" t="t"/>
              <a:pathLst>
                <a:path extrusionOk="0" h="2054" w="1774">
                  <a:moveTo>
                    <a:pt x="794" y="0"/>
                  </a:moveTo>
                  <a:lnTo>
                    <a:pt x="607" y="47"/>
                  </a:lnTo>
                  <a:lnTo>
                    <a:pt x="421" y="140"/>
                  </a:lnTo>
                  <a:lnTo>
                    <a:pt x="281" y="280"/>
                  </a:lnTo>
                  <a:lnTo>
                    <a:pt x="141" y="420"/>
                  </a:lnTo>
                  <a:lnTo>
                    <a:pt x="47" y="607"/>
                  </a:lnTo>
                  <a:lnTo>
                    <a:pt x="1" y="794"/>
                  </a:lnTo>
                  <a:lnTo>
                    <a:pt x="1" y="1027"/>
                  </a:lnTo>
                  <a:lnTo>
                    <a:pt x="1" y="1214"/>
                  </a:lnTo>
                  <a:lnTo>
                    <a:pt x="47" y="1400"/>
                  </a:lnTo>
                  <a:lnTo>
                    <a:pt x="141" y="1587"/>
                  </a:lnTo>
                  <a:lnTo>
                    <a:pt x="281" y="1727"/>
                  </a:lnTo>
                  <a:lnTo>
                    <a:pt x="421" y="1867"/>
                  </a:lnTo>
                  <a:lnTo>
                    <a:pt x="607" y="1960"/>
                  </a:lnTo>
                  <a:lnTo>
                    <a:pt x="794" y="2007"/>
                  </a:lnTo>
                  <a:lnTo>
                    <a:pt x="1027" y="2054"/>
                  </a:lnTo>
                  <a:lnTo>
                    <a:pt x="1214" y="2007"/>
                  </a:lnTo>
                  <a:lnTo>
                    <a:pt x="1354" y="1914"/>
                  </a:lnTo>
                  <a:lnTo>
                    <a:pt x="1494" y="1820"/>
                  </a:lnTo>
                  <a:lnTo>
                    <a:pt x="1634" y="1634"/>
                  </a:lnTo>
                  <a:lnTo>
                    <a:pt x="1774" y="1307"/>
                  </a:lnTo>
                  <a:lnTo>
                    <a:pt x="1774" y="1027"/>
                  </a:lnTo>
                  <a:lnTo>
                    <a:pt x="1774" y="747"/>
                  </a:lnTo>
                  <a:lnTo>
                    <a:pt x="1634" y="374"/>
                  </a:lnTo>
                  <a:lnTo>
                    <a:pt x="1494" y="234"/>
                  </a:lnTo>
                  <a:lnTo>
                    <a:pt x="1354" y="94"/>
                  </a:lnTo>
                  <a:lnTo>
                    <a:pt x="121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41"/>
            <p:cNvSpPr/>
            <p:nvPr/>
          </p:nvSpPr>
          <p:spPr>
            <a:xfrm>
              <a:off x="5519525" y="4222400"/>
              <a:ext cx="227525" cy="80525"/>
            </a:xfrm>
            <a:custGeom>
              <a:rect b="b" l="l" r="r" t="t"/>
              <a:pathLst>
                <a:path extrusionOk="0" h="3221" w="9101">
                  <a:moveTo>
                    <a:pt x="607" y="1"/>
                  </a:moveTo>
                  <a:lnTo>
                    <a:pt x="374" y="48"/>
                  </a:lnTo>
                  <a:lnTo>
                    <a:pt x="187" y="188"/>
                  </a:lnTo>
                  <a:lnTo>
                    <a:pt x="47" y="374"/>
                  </a:lnTo>
                  <a:lnTo>
                    <a:pt x="0" y="608"/>
                  </a:lnTo>
                  <a:lnTo>
                    <a:pt x="0" y="2988"/>
                  </a:lnTo>
                  <a:lnTo>
                    <a:pt x="0" y="3081"/>
                  </a:lnTo>
                  <a:lnTo>
                    <a:pt x="47" y="3174"/>
                  </a:lnTo>
                  <a:lnTo>
                    <a:pt x="140" y="3221"/>
                  </a:lnTo>
                  <a:lnTo>
                    <a:pt x="9101" y="3221"/>
                  </a:lnTo>
                  <a:lnTo>
                    <a:pt x="9101" y="3128"/>
                  </a:lnTo>
                  <a:lnTo>
                    <a:pt x="9101" y="2848"/>
                  </a:lnTo>
                  <a:lnTo>
                    <a:pt x="9054" y="2054"/>
                  </a:lnTo>
                  <a:lnTo>
                    <a:pt x="8914" y="841"/>
                  </a:lnTo>
                  <a:lnTo>
                    <a:pt x="8914" y="281"/>
                  </a:lnTo>
                  <a:lnTo>
                    <a:pt x="8914" y="188"/>
                  </a:lnTo>
                  <a:lnTo>
                    <a:pt x="8867" y="94"/>
                  </a:lnTo>
                  <a:lnTo>
                    <a:pt x="877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41"/>
            <p:cNvSpPr/>
            <p:nvPr/>
          </p:nvSpPr>
          <p:spPr>
            <a:xfrm>
              <a:off x="5544025" y="4139575"/>
              <a:ext cx="179700" cy="54850"/>
            </a:xfrm>
            <a:custGeom>
              <a:rect b="b" l="l" r="r" t="t"/>
              <a:pathLst>
                <a:path extrusionOk="0" h="2194" w="7188">
                  <a:moveTo>
                    <a:pt x="747" y="0"/>
                  </a:moveTo>
                  <a:lnTo>
                    <a:pt x="607" y="47"/>
                  </a:lnTo>
                  <a:lnTo>
                    <a:pt x="420" y="140"/>
                  </a:lnTo>
                  <a:lnTo>
                    <a:pt x="280" y="234"/>
                  </a:lnTo>
                  <a:lnTo>
                    <a:pt x="187" y="374"/>
                  </a:lnTo>
                  <a:lnTo>
                    <a:pt x="94" y="560"/>
                  </a:lnTo>
                  <a:lnTo>
                    <a:pt x="0" y="747"/>
                  </a:lnTo>
                  <a:lnTo>
                    <a:pt x="0" y="980"/>
                  </a:lnTo>
                  <a:lnTo>
                    <a:pt x="0" y="1167"/>
                  </a:lnTo>
                  <a:lnTo>
                    <a:pt x="47" y="1354"/>
                  </a:lnTo>
                  <a:lnTo>
                    <a:pt x="140" y="1541"/>
                  </a:lnTo>
                  <a:lnTo>
                    <a:pt x="280" y="1681"/>
                  </a:lnTo>
                  <a:lnTo>
                    <a:pt x="420" y="1821"/>
                  </a:lnTo>
                  <a:lnTo>
                    <a:pt x="607" y="1914"/>
                  </a:lnTo>
                  <a:lnTo>
                    <a:pt x="794" y="1961"/>
                  </a:lnTo>
                  <a:lnTo>
                    <a:pt x="1494" y="2054"/>
                  </a:lnTo>
                  <a:lnTo>
                    <a:pt x="2241" y="2147"/>
                  </a:lnTo>
                  <a:lnTo>
                    <a:pt x="2941" y="2194"/>
                  </a:lnTo>
                  <a:lnTo>
                    <a:pt x="4387" y="2194"/>
                  </a:lnTo>
                  <a:lnTo>
                    <a:pt x="5087" y="2147"/>
                  </a:lnTo>
                  <a:lnTo>
                    <a:pt x="5834" y="2054"/>
                  </a:lnTo>
                  <a:lnTo>
                    <a:pt x="6534" y="1961"/>
                  </a:lnTo>
                  <a:lnTo>
                    <a:pt x="6721" y="1914"/>
                  </a:lnTo>
                  <a:lnTo>
                    <a:pt x="6861" y="1821"/>
                  </a:lnTo>
                  <a:lnTo>
                    <a:pt x="7001" y="1681"/>
                  </a:lnTo>
                  <a:lnTo>
                    <a:pt x="7094" y="1494"/>
                  </a:lnTo>
                  <a:lnTo>
                    <a:pt x="7141" y="1307"/>
                  </a:lnTo>
                  <a:lnTo>
                    <a:pt x="7187" y="1121"/>
                  </a:lnTo>
                  <a:lnTo>
                    <a:pt x="7187" y="887"/>
                  </a:lnTo>
                  <a:lnTo>
                    <a:pt x="7141" y="700"/>
                  </a:lnTo>
                  <a:lnTo>
                    <a:pt x="7094" y="840"/>
                  </a:lnTo>
                  <a:lnTo>
                    <a:pt x="6954" y="467"/>
                  </a:lnTo>
                  <a:lnTo>
                    <a:pt x="6767" y="187"/>
                  </a:lnTo>
                  <a:lnTo>
                    <a:pt x="6674" y="94"/>
                  </a:lnTo>
                  <a:lnTo>
                    <a:pt x="6534" y="0"/>
                  </a:lnTo>
                  <a:lnTo>
                    <a:pt x="6207" y="0"/>
                  </a:lnTo>
                  <a:lnTo>
                    <a:pt x="4947" y="140"/>
                  </a:lnTo>
                  <a:lnTo>
                    <a:pt x="3687" y="234"/>
                  </a:lnTo>
                  <a:lnTo>
                    <a:pt x="2381" y="140"/>
                  </a:lnTo>
                  <a:lnTo>
                    <a:pt x="11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41"/>
            <p:cNvSpPr/>
            <p:nvPr/>
          </p:nvSpPr>
          <p:spPr>
            <a:xfrm>
              <a:off x="5714375" y="4141900"/>
              <a:ext cx="42025" cy="33875"/>
            </a:xfrm>
            <a:custGeom>
              <a:rect b="b" l="l" r="r" t="t"/>
              <a:pathLst>
                <a:path extrusionOk="0" h="1355" w="1681">
                  <a:moveTo>
                    <a:pt x="1493" y="1"/>
                  </a:moveTo>
                  <a:lnTo>
                    <a:pt x="0" y="607"/>
                  </a:lnTo>
                  <a:lnTo>
                    <a:pt x="93" y="1121"/>
                  </a:lnTo>
                  <a:lnTo>
                    <a:pt x="1633" y="1354"/>
                  </a:lnTo>
                  <a:lnTo>
                    <a:pt x="1680" y="1308"/>
                  </a:lnTo>
                  <a:lnTo>
                    <a:pt x="1633" y="1261"/>
                  </a:lnTo>
                  <a:lnTo>
                    <a:pt x="1540" y="1168"/>
                  </a:lnTo>
                  <a:lnTo>
                    <a:pt x="1493" y="1074"/>
                  </a:lnTo>
                  <a:lnTo>
                    <a:pt x="1493" y="374"/>
                  </a:lnTo>
                  <a:lnTo>
                    <a:pt x="1540" y="94"/>
                  </a:lnTo>
                  <a:lnTo>
                    <a:pt x="15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41"/>
            <p:cNvSpPr/>
            <p:nvPr/>
          </p:nvSpPr>
          <p:spPr>
            <a:xfrm>
              <a:off x="5719025" y="4222400"/>
              <a:ext cx="32700" cy="80525"/>
            </a:xfrm>
            <a:custGeom>
              <a:rect b="b" l="l" r="r" t="t"/>
              <a:pathLst>
                <a:path extrusionOk="0" h="3221" w="1308">
                  <a:moveTo>
                    <a:pt x="1" y="1"/>
                  </a:moveTo>
                  <a:lnTo>
                    <a:pt x="281" y="48"/>
                  </a:lnTo>
                  <a:lnTo>
                    <a:pt x="467" y="188"/>
                  </a:lnTo>
                  <a:lnTo>
                    <a:pt x="607" y="374"/>
                  </a:lnTo>
                  <a:lnTo>
                    <a:pt x="654" y="608"/>
                  </a:lnTo>
                  <a:lnTo>
                    <a:pt x="654" y="2988"/>
                  </a:lnTo>
                  <a:lnTo>
                    <a:pt x="654" y="3081"/>
                  </a:lnTo>
                  <a:lnTo>
                    <a:pt x="607" y="3174"/>
                  </a:lnTo>
                  <a:lnTo>
                    <a:pt x="514" y="3221"/>
                  </a:lnTo>
                  <a:lnTo>
                    <a:pt x="1214" y="3221"/>
                  </a:lnTo>
                  <a:lnTo>
                    <a:pt x="1261" y="3174"/>
                  </a:lnTo>
                  <a:lnTo>
                    <a:pt x="1307" y="3081"/>
                  </a:lnTo>
                  <a:lnTo>
                    <a:pt x="1307" y="2988"/>
                  </a:lnTo>
                  <a:lnTo>
                    <a:pt x="1307" y="608"/>
                  </a:lnTo>
                  <a:lnTo>
                    <a:pt x="1261" y="374"/>
                  </a:lnTo>
                  <a:lnTo>
                    <a:pt x="1121" y="188"/>
                  </a:lnTo>
                  <a:lnTo>
                    <a:pt x="934" y="48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41"/>
            <p:cNvSpPr/>
            <p:nvPr/>
          </p:nvSpPr>
          <p:spPr>
            <a:xfrm>
              <a:off x="5626850" y="4062575"/>
              <a:ext cx="35025" cy="51350"/>
            </a:xfrm>
            <a:custGeom>
              <a:rect b="b" l="l" r="r" t="t"/>
              <a:pathLst>
                <a:path extrusionOk="0" h="2054" w="1401">
                  <a:moveTo>
                    <a:pt x="188" y="0"/>
                  </a:moveTo>
                  <a:lnTo>
                    <a:pt x="1" y="47"/>
                  </a:lnTo>
                  <a:lnTo>
                    <a:pt x="281" y="187"/>
                  </a:lnTo>
                  <a:lnTo>
                    <a:pt x="514" y="420"/>
                  </a:lnTo>
                  <a:lnTo>
                    <a:pt x="654" y="700"/>
                  </a:lnTo>
                  <a:lnTo>
                    <a:pt x="701" y="1027"/>
                  </a:lnTo>
                  <a:lnTo>
                    <a:pt x="654" y="1354"/>
                  </a:lnTo>
                  <a:lnTo>
                    <a:pt x="514" y="1634"/>
                  </a:lnTo>
                  <a:lnTo>
                    <a:pt x="281" y="1820"/>
                  </a:lnTo>
                  <a:lnTo>
                    <a:pt x="1" y="1960"/>
                  </a:lnTo>
                  <a:lnTo>
                    <a:pt x="188" y="2007"/>
                  </a:lnTo>
                  <a:lnTo>
                    <a:pt x="374" y="2054"/>
                  </a:lnTo>
                  <a:lnTo>
                    <a:pt x="561" y="2007"/>
                  </a:lnTo>
                  <a:lnTo>
                    <a:pt x="748" y="1960"/>
                  </a:lnTo>
                  <a:lnTo>
                    <a:pt x="934" y="1867"/>
                  </a:lnTo>
                  <a:lnTo>
                    <a:pt x="1074" y="1727"/>
                  </a:lnTo>
                  <a:lnTo>
                    <a:pt x="1214" y="1587"/>
                  </a:lnTo>
                  <a:lnTo>
                    <a:pt x="1308" y="1400"/>
                  </a:lnTo>
                  <a:lnTo>
                    <a:pt x="1354" y="1214"/>
                  </a:lnTo>
                  <a:lnTo>
                    <a:pt x="1401" y="1027"/>
                  </a:lnTo>
                  <a:lnTo>
                    <a:pt x="1354" y="794"/>
                  </a:lnTo>
                  <a:lnTo>
                    <a:pt x="1308" y="607"/>
                  </a:lnTo>
                  <a:lnTo>
                    <a:pt x="1214" y="420"/>
                  </a:lnTo>
                  <a:lnTo>
                    <a:pt x="1074" y="280"/>
                  </a:lnTo>
                  <a:lnTo>
                    <a:pt x="934" y="140"/>
                  </a:lnTo>
                  <a:lnTo>
                    <a:pt x="748" y="47"/>
                  </a:lnTo>
                  <a:lnTo>
                    <a:pt x="56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41"/>
            <p:cNvSpPr/>
            <p:nvPr/>
          </p:nvSpPr>
          <p:spPr>
            <a:xfrm>
              <a:off x="5742375" y="4140750"/>
              <a:ext cx="18675" cy="35025"/>
            </a:xfrm>
            <a:custGeom>
              <a:rect b="b" l="l" r="r" t="t"/>
              <a:pathLst>
                <a:path extrusionOk="0" h="1401" w="747">
                  <a:moveTo>
                    <a:pt x="467" y="0"/>
                  </a:moveTo>
                  <a:lnTo>
                    <a:pt x="373" y="47"/>
                  </a:lnTo>
                  <a:lnTo>
                    <a:pt x="0" y="187"/>
                  </a:lnTo>
                  <a:lnTo>
                    <a:pt x="93" y="1167"/>
                  </a:lnTo>
                  <a:lnTo>
                    <a:pt x="93" y="1214"/>
                  </a:lnTo>
                  <a:lnTo>
                    <a:pt x="47" y="1307"/>
                  </a:lnTo>
                  <a:lnTo>
                    <a:pt x="513" y="1400"/>
                  </a:lnTo>
                  <a:lnTo>
                    <a:pt x="607" y="1354"/>
                  </a:lnTo>
                  <a:lnTo>
                    <a:pt x="700" y="1307"/>
                  </a:lnTo>
                  <a:lnTo>
                    <a:pt x="747" y="1260"/>
                  </a:lnTo>
                  <a:lnTo>
                    <a:pt x="747" y="1167"/>
                  </a:lnTo>
                  <a:lnTo>
                    <a:pt x="653" y="187"/>
                  </a:lnTo>
                  <a:lnTo>
                    <a:pt x="607" y="93"/>
                  </a:lnTo>
                  <a:lnTo>
                    <a:pt x="560" y="47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41"/>
            <p:cNvSpPr/>
            <p:nvPr/>
          </p:nvSpPr>
          <p:spPr>
            <a:xfrm>
              <a:off x="5693375" y="4139575"/>
              <a:ext cx="35025" cy="51350"/>
            </a:xfrm>
            <a:custGeom>
              <a:rect b="b" l="l" r="r" t="t"/>
              <a:pathLst>
                <a:path extrusionOk="0" h="2054" w="1401">
                  <a:moveTo>
                    <a:pt x="233" y="0"/>
                  </a:moveTo>
                  <a:lnTo>
                    <a:pt x="0" y="47"/>
                  </a:lnTo>
                  <a:lnTo>
                    <a:pt x="233" y="140"/>
                  </a:lnTo>
                  <a:lnTo>
                    <a:pt x="420" y="327"/>
                  </a:lnTo>
                  <a:lnTo>
                    <a:pt x="607" y="514"/>
                  </a:lnTo>
                  <a:lnTo>
                    <a:pt x="700" y="794"/>
                  </a:lnTo>
                  <a:lnTo>
                    <a:pt x="700" y="840"/>
                  </a:lnTo>
                  <a:lnTo>
                    <a:pt x="700" y="1027"/>
                  </a:lnTo>
                  <a:lnTo>
                    <a:pt x="700" y="1214"/>
                  </a:lnTo>
                  <a:lnTo>
                    <a:pt x="653" y="1354"/>
                  </a:lnTo>
                  <a:lnTo>
                    <a:pt x="607" y="1541"/>
                  </a:lnTo>
                  <a:lnTo>
                    <a:pt x="513" y="1681"/>
                  </a:lnTo>
                  <a:lnTo>
                    <a:pt x="420" y="1821"/>
                  </a:lnTo>
                  <a:lnTo>
                    <a:pt x="280" y="1961"/>
                  </a:lnTo>
                  <a:lnTo>
                    <a:pt x="140" y="2054"/>
                  </a:lnTo>
                  <a:lnTo>
                    <a:pt x="560" y="1961"/>
                  </a:lnTo>
                  <a:lnTo>
                    <a:pt x="747" y="1914"/>
                  </a:lnTo>
                  <a:lnTo>
                    <a:pt x="933" y="1821"/>
                  </a:lnTo>
                  <a:lnTo>
                    <a:pt x="1073" y="1681"/>
                  </a:lnTo>
                  <a:lnTo>
                    <a:pt x="1213" y="1541"/>
                  </a:lnTo>
                  <a:lnTo>
                    <a:pt x="1307" y="1354"/>
                  </a:lnTo>
                  <a:lnTo>
                    <a:pt x="1353" y="1167"/>
                  </a:lnTo>
                  <a:lnTo>
                    <a:pt x="1400" y="980"/>
                  </a:lnTo>
                  <a:lnTo>
                    <a:pt x="1353" y="747"/>
                  </a:lnTo>
                  <a:lnTo>
                    <a:pt x="1307" y="560"/>
                  </a:lnTo>
                  <a:lnTo>
                    <a:pt x="1213" y="374"/>
                  </a:lnTo>
                  <a:lnTo>
                    <a:pt x="1073" y="234"/>
                  </a:lnTo>
                  <a:lnTo>
                    <a:pt x="933" y="140"/>
                  </a:lnTo>
                  <a:lnTo>
                    <a:pt x="747" y="47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0" name="Google Shape;9290;p41"/>
          <p:cNvGrpSpPr/>
          <p:nvPr/>
        </p:nvGrpSpPr>
        <p:grpSpPr>
          <a:xfrm>
            <a:off x="5008459" y="1815638"/>
            <a:ext cx="336025" cy="233375"/>
            <a:chOff x="6986075" y="4018225"/>
            <a:chExt cx="336025" cy="233375"/>
          </a:xfrm>
        </p:grpSpPr>
        <p:sp>
          <p:nvSpPr>
            <p:cNvPr id="9291" name="Google Shape;9291;p41"/>
            <p:cNvSpPr/>
            <p:nvPr/>
          </p:nvSpPr>
          <p:spPr>
            <a:xfrm>
              <a:off x="6986075" y="4036900"/>
              <a:ext cx="330200" cy="175025"/>
            </a:xfrm>
            <a:custGeom>
              <a:rect b="b" l="l" r="r" t="t"/>
              <a:pathLst>
                <a:path extrusionOk="0" h="7001" w="13208">
                  <a:moveTo>
                    <a:pt x="6441" y="1"/>
                  </a:moveTo>
                  <a:lnTo>
                    <a:pt x="6161" y="94"/>
                  </a:lnTo>
                  <a:lnTo>
                    <a:pt x="5694" y="327"/>
                  </a:lnTo>
                  <a:lnTo>
                    <a:pt x="5181" y="607"/>
                  </a:lnTo>
                  <a:lnTo>
                    <a:pt x="4947" y="747"/>
                  </a:lnTo>
                  <a:lnTo>
                    <a:pt x="4714" y="841"/>
                  </a:lnTo>
                  <a:lnTo>
                    <a:pt x="4434" y="934"/>
                  </a:lnTo>
                  <a:lnTo>
                    <a:pt x="4201" y="981"/>
                  </a:lnTo>
                  <a:lnTo>
                    <a:pt x="3641" y="1027"/>
                  </a:lnTo>
                  <a:lnTo>
                    <a:pt x="3081" y="1121"/>
                  </a:lnTo>
                  <a:lnTo>
                    <a:pt x="2847" y="1214"/>
                  </a:lnTo>
                  <a:lnTo>
                    <a:pt x="2614" y="1354"/>
                  </a:lnTo>
                  <a:lnTo>
                    <a:pt x="2427" y="1494"/>
                  </a:lnTo>
                  <a:lnTo>
                    <a:pt x="2241" y="1727"/>
                  </a:lnTo>
                  <a:lnTo>
                    <a:pt x="2007" y="2194"/>
                  </a:lnTo>
                  <a:lnTo>
                    <a:pt x="1774" y="2707"/>
                  </a:lnTo>
                  <a:lnTo>
                    <a:pt x="1634" y="2987"/>
                  </a:lnTo>
                  <a:lnTo>
                    <a:pt x="1494" y="3174"/>
                  </a:lnTo>
                  <a:lnTo>
                    <a:pt x="1354" y="3407"/>
                  </a:lnTo>
                  <a:lnTo>
                    <a:pt x="1121" y="3594"/>
                  </a:lnTo>
                  <a:lnTo>
                    <a:pt x="701" y="3967"/>
                  </a:lnTo>
                  <a:lnTo>
                    <a:pt x="327" y="4341"/>
                  </a:lnTo>
                  <a:lnTo>
                    <a:pt x="187" y="4574"/>
                  </a:lnTo>
                  <a:lnTo>
                    <a:pt x="47" y="4807"/>
                  </a:lnTo>
                  <a:lnTo>
                    <a:pt x="0" y="5041"/>
                  </a:lnTo>
                  <a:lnTo>
                    <a:pt x="0" y="5228"/>
                  </a:lnTo>
                  <a:lnTo>
                    <a:pt x="0" y="5648"/>
                  </a:lnTo>
                  <a:lnTo>
                    <a:pt x="94" y="6441"/>
                  </a:lnTo>
                  <a:lnTo>
                    <a:pt x="140" y="6581"/>
                  </a:lnTo>
                  <a:lnTo>
                    <a:pt x="187" y="6721"/>
                  </a:lnTo>
                  <a:lnTo>
                    <a:pt x="280" y="6814"/>
                  </a:lnTo>
                  <a:lnTo>
                    <a:pt x="420" y="6861"/>
                  </a:lnTo>
                  <a:lnTo>
                    <a:pt x="607" y="6954"/>
                  </a:lnTo>
                  <a:lnTo>
                    <a:pt x="794" y="7001"/>
                  </a:lnTo>
                  <a:lnTo>
                    <a:pt x="12601" y="7001"/>
                  </a:lnTo>
                  <a:lnTo>
                    <a:pt x="12788" y="6954"/>
                  </a:lnTo>
                  <a:lnTo>
                    <a:pt x="13021" y="6861"/>
                  </a:lnTo>
                  <a:lnTo>
                    <a:pt x="13114" y="6814"/>
                  </a:lnTo>
                  <a:lnTo>
                    <a:pt x="13114" y="6674"/>
                  </a:lnTo>
                  <a:lnTo>
                    <a:pt x="13161" y="6394"/>
                  </a:lnTo>
                  <a:lnTo>
                    <a:pt x="13208" y="5648"/>
                  </a:lnTo>
                  <a:lnTo>
                    <a:pt x="13208" y="5274"/>
                  </a:lnTo>
                  <a:lnTo>
                    <a:pt x="13114" y="4901"/>
                  </a:lnTo>
                  <a:lnTo>
                    <a:pt x="12974" y="4667"/>
                  </a:lnTo>
                  <a:lnTo>
                    <a:pt x="12834" y="4434"/>
                  </a:lnTo>
                  <a:lnTo>
                    <a:pt x="12508" y="4061"/>
                  </a:lnTo>
                  <a:lnTo>
                    <a:pt x="12134" y="3734"/>
                  </a:lnTo>
                  <a:lnTo>
                    <a:pt x="11808" y="3361"/>
                  </a:lnTo>
                  <a:lnTo>
                    <a:pt x="11668" y="3127"/>
                  </a:lnTo>
                  <a:lnTo>
                    <a:pt x="11528" y="2847"/>
                  </a:lnTo>
                  <a:lnTo>
                    <a:pt x="11294" y="2334"/>
                  </a:lnTo>
                  <a:lnTo>
                    <a:pt x="11061" y="1821"/>
                  </a:lnTo>
                  <a:lnTo>
                    <a:pt x="10921" y="1587"/>
                  </a:lnTo>
                  <a:lnTo>
                    <a:pt x="10734" y="1447"/>
                  </a:lnTo>
                  <a:lnTo>
                    <a:pt x="10501" y="1307"/>
                  </a:lnTo>
                  <a:lnTo>
                    <a:pt x="10221" y="1214"/>
                  </a:lnTo>
                  <a:lnTo>
                    <a:pt x="9707" y="1121"/>
                  </a:lnTo>
                  <a:lnTo>
                    <a:pt x="9101" y="1027"/>
                  </a:lnTo>
                  <a:lnTo>
                    <a:pt x="8867" y="981"/>
                  </a:lnTo>
                  <a:lnTo>
                    <a:pt x="8587" y="934"/>
                  </a:lnTo>
                  <a:lnTo>
                    <a:pt x="8354" y="841"/>
                  </a:lnTo>
                  <a:lnTo>
                    <a:pt x="8121" y="701"/>
                  </a:lnTo>
                  <a:lnTo>
                    <a:pt x="7654" y="374"/>
                  </a:lnTo>
                  <a:lnTo>
                    <a:pt x="7421" y="234"/>
                  </a:lnTo>
                  <a:lnTo>
                    <a:pt x="7187" y="94"/>
                  </a:lnTo>
                  <a:lnTo>
                    <a:pt x="695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41"/>
            <p:cNvSpPr/>
            <p:nvPr/>
          </p:nvSpPr>
          <p:spPr>
            <a:xfrm>
              <a:off x="7144750" y="4036900"/>
              <a:ext cx="177350" cy="175025"/>
            </a:xfrm>
            <a:custGeom>
              <a:rect b="b" l="l" r="r" t="t"/>
              <a:pathLst>
                <a:path extrusionOk="0" h="7001" w="7094">
                  <a:moveTo>
                    <a:pt x="374" y="1"/>
                  </a:moveTo>
                  <a:lnTo>
                    <a:pt x="0" y="47"/>
                  </a:lnTo>
                  <a:lnTo>
                    <a:pt x="420" y="187"/>
                  </a:lnTo>
                  <a:lnTo>
                    <a:pt x="840" y="421"/>
                  </a:lnTo>
                  <a:lnTo>
                    <a:pt x="1260" y="654"/>
                  </a:lnTo>
                  <a:lnTo>
                    <a:pt x="1680" y="841"/>
                  </a:lnTo>
                  <a:lnTo>
                    <a:pt x="1914" y="934"/>
                  </a:lnTo>
                  <a:lnTo>
                    <a:pt x="2194" y="981"/>
                  </a:lnTo>
                  <a:lnTo>
                    <a:pt x="2754" y="1027"/>
                  </a:lnTo>
                  <a:lnTo>
                    <a:pt x="3314" y="1121"/>
                  </a:lnTo>
                  <a:lnTo>
                    <a:pt x="3547" y="1214"/>
                  </a:lnTo>
                  <a:lnTo>
                    <a:pt x="3781" y="1354"/>
                  </a:lnTo>
                  <a:lnTo>
                    <a:pt x="3967" y="1494"/>
                  </a:lnTo>
                  <a:lnTo>
                    <a:pt x="4107" y="1727"/>
                  </a:lnTo>
                  <a:lnTo>
                    <a:pt x="4387" y="2194"/>
                  </a:lnTo>
                  <a:lnTo>
                    <a:pt x="4621" y="2707"/>
                  </a:lnTo>
                  <a:lnTo>
                    <a:pt x="4714" y="2987"/>
                  </a:lnTo>
                  <a:lnTo>
                    <a:pt x="4901" y="3174"/>
                  </a:lnTo>
                  <a:lnTo>
                    <a:pt x="5041" y="3407"/>
                  </a:lnTo>
                  <a:lnTo>
                    <a:pt x="5227" y="3594"/>
                  </a:lnTo>
                  <a:lnTo>
                    <a:pt x="5647" y="3967"/>
                  </a:lnTo>
                  <a:lnTo>
                    <a:pt x="6067" y="4341"/>
                  </a:lnTo>
                  <a:lnTo>
                    <a:pt x="6207" y="4574"/>
                  </a:lnTo>
                  <a:lnTo>
                    <a:pt x="6301" y="4807"/>
                  </a:lnTo>
                  <a:lnTo>
                    <a:pt x="6347" y="5041"/>
                  </a:lnTo>
                  <a:lnTo>
                    <a:pt x="6394" y="5228"/>
                  </a:lnTo>
                  <a:lnTo>
                    <a:pt x="6394" y="5648"/>
                  </a:lnTo>
                  <a:lnTo>
                    <a:pt x="6254" y="6441"/>
                  </a:lnTo>
                  <a:lnTo>
                    <a:pt x="6254" y="6581"/>
                  </a:lnTo>
                  <a:lnTo>
                    <a:pt x="6161" y="6721"/>
                  </a:lnTo>
                  <a:lnTo>
                    <a:pt x="6067" y="6814"/>
                  </a:lnTo>
                  <a:lnTo>
                    <a:pt x="5974" y="6861"/>
                  </a:lnTo>
                  <a:lnTo>
                    <a:pt x="5787" y="6954"/>
                  </a:lnTo>
                  <a:lnTo>
                    <a:pt x="5647" y="7001"/>
                  </a:lnTo>
                  <a:lnTo>
                    <a:pt x="6254" y="7001"/>
                  </a:lnTo>
                  <a:lnTo>
                    <a:pt x="6441" y="6954"/>
                  </a:lnTo>
                  <a:lnTo>
                    <a:pt x="6674" y="6861"/>
                  </a:lnTo>
                  <a:lnTo>
                    <a:pt x="6767" y="6814"/>
                  </a:lnTo>
                  <a:lnTo>
                    <a:pt x="6861" y="6721"/>
                  </a:lnTo>
                  <a:lnTo>
                    <a:pt x="6907" y="6581"/>
                  </a:lnTo>
                  <a:lnTo>
                    <a:pt x="6954" y="6441"/>
                  </a:lnTo>
                  <a:lnTo>
                    <a:pt x="7047" y="5648"/>
                  </a:lnTo>
                  <a:lnTo>
                    <a:pt x="7094" y="5228"/>
                  </a:lnTo>
                  <a:lnTo>
                    <a:pt x="7047" y="5041"/>
                  </a:lnTo>
                  <a:lnTo>
                    <a:pt x="7001" y="4807"/>
                  </a:lnTo>
                  <a:lnTo>
                    <a:pt x="6907" y="4574"/>
                  </a:lnTo>
                  <a:lnTo>
                    <a:pt x="6721" y="4341"/>
                  </a:lnTo>
                  <a:lnTo>
                    <a:pt x="6347" y="3967"/>
                  </a:lnTo>
                  <a:lnTo>
                    <a:pt x="5927" y="3594"/>
                  </a:lnTo>
                  <a:lnTo>
                    <a:pt x="5741" y="3407"/>
                  </a:lnTo>
                  <a:lnTo>
                    <a:pt x="5554" y="3174"/>
                  </a:lnTo>
                  <a:lnTo>
                    <a:pt x="5414" y="2987"/>
                  </a:lnTo>
                  <a:lnTo>
                    <a:pt x="5274" y="2707"/>
                  </a:lnTo>
                  <a:lnTo>
                    <a:pt x="5041" y="2194"/>
                  </a:lnTo>
                  <a:lnTo>
                    <a:pt x="4807" y="1727"/>
                  </a:lnTo>
                  <a:lnTo>
                    <a:pt x="4667" y="1494"/>
                  </a:lnTo>
                  <a:lnTo>
                    <a:pt x="4434" y="1354"/>
                  </a:lnTo>
                  <a:lnTo>
                    <a:pt x="4247" y="1214"/>
                  </a:lnTo>
                  <a:lnTo>
                    <a:pt x="3967" y="1121"/>
                  </a:lnTo>
                  <a:lnTo>
                    <a:pt x="3454" y="1027"/>
                  </a:lnTo>
                  <a:lnTo>
                    <a:pt x="2894" y="981"/>
                  </a:lnTo>
                  <a:lnTo>
                    <a:pt x="2614" y="934"/>
                  </a:lnTo>
                  <a:lnTo>
                    <a:pt x="2334" y="841"/>
                  </a:lnTo>
                  <a:lnTo>
                    <a:pt x="2100" y="747"/>
                  </a:lnTo>
                  <a:lnTo>
                    <a:pt x="1867" y="607"/>
                  </a:lnTo>
                  <a:lnTo>
                    <a:pt x="1354" y="327"/>
                  </a:lnTo>
                  <a:lnTo>
                    <a:pt x="887" y="94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41"/>
            <p:cNvSpPr/>
            <p:nvPr/>
          </p:nvSpPr>
          <p:spPr>
            <a:xfrm>
              <a:off x="6997750" y="4087075"/>
              <a:ext cx="106175" cy="106200"/>
            </a:xfrm>
            <a:custGeom>
              <a:rect b="b" l="l" r="r" t="t"/>
              <a:pathLst>
                <a:path extrusionOk="0" h="4248" w="4247">
                  <a:moveTo>
                    <a:pt x="2100" y="0"/>
                  </a:moveTo>
                  <a:lnTo>
                    <a:pt x="1680" y="47"/>
                  </a:lnTo>
                  <a:lnTo>
                    <a:pt x="1307" y="140"/>
                  </a:lnTo>
                  <a:lnTo>
                    <a:pt x="934" y="327"/>
                  </a:lnTo>
                  <a:lnTo>
                    <a:pt x="607" y="607"/>
                  </a:lnTo>
                  <a:lnTo>
                    <a:pt x="374" y="934"/>
                  </a:lnTo>
                  <a:lnTo>
                    <a:pt x="140" y="1260"/>
                  </a:lnTo>
                  <a:lnTo>
                    <a:pt x="47" y="1680"/>
                  </a:lnTo>
                  <a:lnTo>
                    <a:pt x="0" y="2100"/>
                  </a:lnTo>
                  <a:lnTo>
                    <a:pt x="0" y="2380"/>
                  </a:lnTo>
                  <a:lnTo>
                    <a:pt x="94" y="2660"/>
                  </a:lnTo>
                  <a:lnTo>
                    <a:pt x="140" y="2940"/>
                  </a:lnTo>
                  <a:lnTo>
                    <a:pt x="280" y="3174"/>
                  </a:lnTo>
                  <a:lnTo>
                    <a:pt x="374" y="3267"/>
                  </a:lnTo>
                  <a:lnTo>
                    <a:pt x="514" y="3361"/>
                  </a:lnTo>
                  <a:lnTo>
                    <a:pt x="607" y="3407"/>
                  </a:lnTo>
                  <a:lnTo>
                    <a:pt x="747" y="3501"/>
                  </a:lnTo>
                  <a:lnTo>
                    <a:pt x="1027" y="3781"/>
                  </a:lnTo>
                  <a:lnTo>
                    <a:pt x="1354" y="4014"/>
                  </a:lnTo>
                  <a:lnTo>
                    <a:pt x="1727" y="4154"/>
                  </a:lnTo>
                  <a:lnTo>
                    <a:pt x="1914" y="4201"/>
                  </a:lnTo>
                  <a:lnTo>
                    <a:pt x="2100" y="4247"/>
                  </a:lnTo>
                  <a:lnTo>
                    <a:pt x="2567" y="4201"/>
                  </a:lnTo>
                  <a:lnTo>
                    <a:pt x="2940" y="4061"/>
                  </a:lnTo>
                  <a:lnTo>
                    <a:pt x="3314" y="3874"/>
                  </a:lnTo>
                  <a:lnTo>
                    <a:pt x="3594" y="3594"/>
                  </a:lnTo>
                  <a:lnTo>
                    <a:pt x="3874" y="3314"/>
                  </a:lnTo>
                  <a:lnTo>
                    <a:pt x="4060" y="2940"/>
                  </a:lnTo>
                  <a:lnTo>
                    <a:pt x="4200" y="2520"/>
                  </a:lnTo>
                  <a:lnTo>
                    <a:pt x="4247" y="2100"/>
                  </a:lnTo>
                  <a:lnTo>
                    <a:pt x="4200" y="1820"/>
                  </a:lnTo>
                  <a:lnTo>
                    <a:pt x="4154" y="1587"/>
                  </a:lnTo>
                  <a:lnTo>
                    <a:pt x="4014" y="1354"/>
                  </a:lnTo>
                  <a:lnTo>
                    <a:pt x="3874" y="1167"/>
                  </a:lnTo>
                  <a:lnTo>
                    <a:pt x="3547" y="794"/>
                  </a:lnTo>
                  <a:lnTo>
                    <a:pt x="3127" y="514"/>
                  </a:lnTo>
                  <a:lnTo>
                    <a:pt x="3080" y="420"/>
                  </a:lnTo>
                  <a:lnTo>
                    <a:pt x="3080" y="327"/>
                  </a:lnTo>
                  <a:lnTo>
                    <a:pt x="3034" y="234"/>
                  </a:lnTo>
                  <a:lnTo>
                    <a:pt x="2987" y="187"/>
                  </a:lnTo>
                  <a:lnTo>
                    <a:pt x="2567" y="47"/>
                  </a:lnTo>
                  <a:lnTo>
                    <a:pt x="21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41"/>
            <p:cNvSpPr/>
            <p:nvPr/>
          </p:nvSpPr>
          <p:spPr>
            <a:xfrm>
              <a:off x="7170425" y="4018225"/>
              <a:ext cx="144675" cy="134200"/>
            </a:xfrm>
            <a:custGeom>
              <a:rect b="b" l="l" r="r" t="t"/>
              <a:pathLst>
                <a:path extrusionOk="0" h="5368" w="5787">
                  <a:moveTo>
                    <a:pt x="1727" y="1"/>
                  </a:moveTo>
                  <a:lnTo>
                    <a:pt x="1680" y="94"/>
                  </a:lnTo>
                  <a:lnTo>
                    <a:pt x="0" y="2428"/>
                  </a:lnTo>
                  <a:lnTo>
                    <a:pt x="4154" y="5368"/>
                  </a:lnTo>
                  <a:lnTo>
                    <a:pt x="4994" y="4061"/>
                  </a:lnTo>
                  <a:lnTo>
                    <a:pt x="5554" y="3174"/>
                  </a:lnTo>
                  <a:lnTo>
                    <a:pt x="5740" y="2848"/>
                  </a:lnTo>
                  <a:lnTo>
                    <a:pt x="5787" y="2708"/>
                  </a:lnTo>
                  <a:lnTo>
                    <a:pt x="4294" y="1681"/>
                  </a:lnTo>
                  <a:lnTo>
                    <a:pt x="4154" y="1634"/>
                  </a:lnTo>
                  <a:lnTo>
                    <a:pt x="4060" y="1681"/>
                  </a:lnTo>
                  <a:lnTo>
                    <a:pt x="3780" y="1821"/>
                  </a:lnTo>
                  <a:lnTo>
                    <a:pt x="3360" y="1821"/>
                  </a:lnTo>
                  <a:lnTo>
                    <a:pt x="3174" y="1774"/>
                  </a:lnTo>
                  <a:lnTo>
                    <a:pt x="2940" y="1634"/>
                  </a:lnTo>
                  <a:lnTo>
                    <a:pt x="2707" y="1354"/>
                  </a:lnTo>
                  <a:lnTo>
                    <a:pt x="2660" y="1214"/>
                  </a:lnTo>
                  <a:lnTo>
                    <a:pt x="2614" y="1074"/>
                  </a:lnTo>
                  <a:lnTo>
                    <a:pt x="2614" y="888"/>
                  </a:lnTo>
                  <a:lnTo>
                    <a:pt x="2660" y="701"/>
                  </a:lnTo>
                  <a:lnTo>
                    <a:pt x="2614" y="561"/>
                  </a:lnTo>
                  <a:lnTo>
                    <a:pt x="2567" y="468"/>
                  </a:lnTo>
                  <a:lnTo>
                    <a:pt x="1960" y="48"/>
                  </a:lnTo>
                  <a:lnTo>
                    <a:pt x="19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41"/>
            <p:cNvSpPr/>
            <p:nvPr/>
          </p:nvSpPr>
          <p:spPr>
            <a:xfrm>
              <a:off x="7004750" y="4091750"/>
              <a:ext cx="99175" cy="101525"/>
            </a:xfrm>
            <a:custGeom>
              <a:rect b="b" l="l" r="r" t="t"/>
              <a:pathLst>
                <a:path extrusionOk="0" h="4061" w="3967">
                  <a:moveTo>
                    <a:pt x="2707" y="0"/>
                  </a:moveTo>
                  <a:lnTo>
                    <a:pt x="2287" y="233"/>
                  </a:lnTo>
                  <a:lnTo>
                    <a:pt x="1820" y="513"/>
                  </a:lnTo>
                  <a:lnTo>
                    <a:pt x="1447" y="887"/>
                  </a:lnTo>
                  <a:lnTo>
                    <a:pt x="1074" y="1213"/>
                  </a:lnTo>
                  <a:lnTo>
                    <a:pt x="747" y="1633"/>
                  </a:lnTo>
                  <a:lnTo>
                    <a:pt x="467" y="2053"/>
                  </a:lnTo>
                  <a:lnTo>
                    <a:pt x="234" y="2520"/>
                  </a:lnTo>
                  <a:lnTo>
                    <a:pt x="0" y="2987"/>
                  </a:lnTo>
                  <a:lnTo>
                    <a:pt x="140" y="3220"/>
                  </a:lnTo>
                  <a:lnTo>
                    <a:pt x="327" y="3407"/>
                  </a:lnTo>
                  <a:lnTo>
                    <a:pt x="560" y="3594"/>
                  </a:lnTo>
                  <a:lnTo>
                    <a:pt x="747" y="3734"/>
                  </a:lnTo>
                  <a:lnTo>
                    <a:pt x="1027" y="3874"/>
                  </a:lnTo>
                  <a:lnTo>
                    <a:pt x="1260" y="3967"/>
                  </a:lnTo>
                  <a:lnTo>
                    <a:pt x="1540" y="4014"/>
                  </a:lnTo>
                  <a:lnTo>
                    <a:pt x="1820" y="4060"/>
                  </a:lnTo>
                  <a:lnTo>
                    <a:pt x="2287" y="4014"/>
                  </a:lnTo>
                  <a:lnTo>
                    <a:pt x="2660" y="3874"/>
                  </a:lnTo>
                  <a:lnTo>
                    <a:pt x="3034" y="3687"/>
                  </a:lnTo>
                  <a:lnTo>
                    <a:pt x="3314" y="3407"/>
                  </a:lnTo>
                  <a:lnTo>
                    <a:pt x="3594" y="3127"/>
                  </a:lnTo>
                  <a:lnTo>
                    <a:pt x="3780" y="2753"/>
                  </a:lnTo>
                  <a:lnTo>
                    <a:pt x="3920" y="2333"/>
                  </a:lnTo>
                  <a:lnTo>
                    <a:pt x="3967" y="1913"/>
                  </a:lnTo>
                  <a:lnTo>
                    <a:pt x="3920" y="1587"/>
                  </a:lnTo>
                  <a:lnTo>
                    <a:pt x="3874" y="1307"/>
                  </a:lnTo>
                  <a:lnTo>
                    <a:pt x="3780" y="1027"/>
                  </a:lnTo>
                  <a:lnTo>
                    <a:pt x="3594" y="747"/>
                  </a:lnTo>
                  <a:lnTo>
                    <a:pt x="3454" y="513"/>
                  </a:lnTo>
                  <a:lnTo>
                    <a:pt x="3220" y="327"/>
                  </a:lnTo>
                  <a:lnTo>
                    <a:pt x="2987" y="140"/>
                  </a:lnTo>
                  <a:lnTo>
                    <a:pt x="27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41"/>
            <p:cNvSpPr/>
            <p:nvPr/>
          </p:nvSpPr>
          <p:spPr>
            <a:xfrm>
              <a:off x="7260250" y="4076575"/>
              <a:ext cx="57200" cy="75850"/>
            </a:xfrm>
            <a:custGeom>
              <a:rect b="b" l="l" r="r" t="t"/>
              <a:pathLst>
                <a:path extrusionOk="0" h="3034" w="2288">
                  <a:moveTo>
                    <a:pt x="1634" y="0"/>
                  </a:moveTo>
                  <a:lnTo>
                    <a:pt x="1681" y="94"/>
                  </a:lnTo>
                  <a:lnTo>
                    <a:pt x="1727" y="140"/>
                  </a:lnTo>
                  <a:lnTo>
                    <a:pt x="1727" y="234"/>
                  </a:lnTo>
                  <a:lnTo>
                    <a:pt x="1681" y="327"/>
                  </a:lnTo>
                  <a:lnTo>
                    <a:pt x="1" y="2660"/>
                  </a:lnTo>
                  <a:lnTo>
                    <a:pt x="561" y="3034"/>
                  </a:lnTo>
                  <a:lnTo>
                    <a:pt x="2241" y="700"/>
                  </a:lnTo>
                  <a:lnTo>
                    <a:pt x="2241" y="607"/>
                  </a:lnTo>
                  <a:lnTo>
                    <a:pt x="2287" y="514"/>
                  </a:lnTo>
                  <a:lnTo>
                    <a:pt x="2241" y="467"/>
                  </a:lnTo>
                  <a:lnTo>
                    <a:pt x="2194" y="374"/>
                  </a:lnTo>
                  <a:lnTo>
                    <a:pt x="1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41"/>
            <p:cNvSpPr/>
            <p:nvPr/>
          </p:nvSpPr>
          <p:spPr>
            <a:xfrm>
              <a:off x="7014075" y="4077750"/>
              <a:ext cx="273025" cy="173850"/>
            </a:xfrm>
            <a:custGeom>
              <a:rect b="b" l="l" r="r" t="t"/>
              <a:pathLst>
                <a:path extrusionOk="0" h="6954" w="10921">
                  <a:moveTo>
                    <a:pt x="5367" y="0"/>
                  </a:moveTo>
                  <a:lnTo>
                    <a:pt x="4854" y="47"/>
                  </a:lnTo>
                  <a:lnTo>
                    <a:pt x="4294" y="140"/>
                  </a:lnTo>
                  <a:lnTo>
                    <a:pt x="3781" y="280"/>
                  </a:lnTo>
                  <a:lnTo>
                    <a:pt x="3267" y="467"/>
                  </a:lnTo>
                  <a:lnTo>
                    <a:pt x="2801" y="653"/>
                  </a:lnTo>
                  <a:lnTo>
                    <a:pt x="2381" y="933"/>
                  </a:lnTo>
                  <a:lnTo>
                    <a:pt x="1961" y="1260"/>
                  </a:lnTo>
                  <a:lnTo>
                    <a:pt x="1541" y="1587"/>
                  </a:lnTo>
                  <a:lnTo>
                    <a:pt x="1214" y="2007"/>
                  </a:lnTo>
                  <a:lnTo>
                    <a:pt x="887" y="2380"/>
                  </a:lnTo>
                  <a:lnTo>
                    <a:pt x="654" y="2847"/>
                  </a:lnTo>
                  <a:lnTo>
                    <a:pt x="421" y="3313"/>
                  </a:lnTo>
                  <a:lnTo>
                    <a:pt x="234" y="3827"/>
                  </a:lnTo>
                  <a:lnTo>
                    <a:pt x="94" y="4340"/>
                  </a:lnTo>
                  <a:lnTo>
                    <a:pt x="1" y="4854"/>
                  </a:lnTo>
                  <a:lnTo>
                    <a:pt x="1" y="5414"/>
                  </a:lnTo>
                  <a:lnTo>
                    <a:pt x="1" y="6300"/>
                  </a:lnTo>
                  <a:lnTo>
                    <a:pt x="47" y="6580"/>
                  </a:lnTo>
                  <a:lnTo>
                    <a:pt x="187" y="6767"/>
                  </a:lnTo>
                  <a:lnTo>
                    <a:pt x="374" y="6907"/>
                  </a:lnTo>
                  <a:lnTo>
                    <a:pt x="607" y="6954"/>
                  </a:lnTo>
                  <a:lnTo>
                    <a:pt x="10641" y="6954"/>
                  </a:lnTo>
                  <a:lnTo>
                    <a:pt x="10734" y="6907"/>
                  </a:lnTo>
                  <a:lnTo>
                    <a:pt x="10828" y="6860"/>
                  </a:lnTo>
                  <a:lnTo>
                    <a:pt x="10874" y="6767"/>
                  </a:lnTo>
                  <a:lnTo>
                    <a:pt x="10921" y="6534"/>
                  </a:lnTo>
                  <a:lnTo>
                    <a:pt x="10921" y="6300"/>
                  </a:lnTo>
                  <a:lnTo>
                    <a:pt x="10921" y="5414"/>
                  </a:lnTo>
                  <a:lnTo>
                    <a:pt x="10921" y="4854"/>
                  </a:lnTo>
                  <a:lnTo>
                    <a:pt x="10828" y="4294"/>
                  </a:lnTo>
                  <a:lnTo>
                    <a:pt x="10688" y="3780"/>
                  </a:lnTo>
                  <a:lnTo>
                    <a:pt x="10548" y="3313"/>
                  </a:lnTo>
                  <a:lnTo>
                    <a:pt x="10314" y="2847"/>
                  </a:lnTo>
                  <a:lnTo>
                    <a:pt x="10081" y="2380"/>
                  </a:lnTo>
                  <a:lnTo>
                    <a:pt x="9801" y="1960"/>
                  </a:lnTo>
                  <a:lnTo>
                    <a:pt x="9474" y="1587"/>
                  </a:lnTo>
                  <a:lnTo>
                    <a:pt x="9101" y="1260"/>
                  </a:lnTo>
                  <a:lnTo>
                    <a:pt x="8727" y="933"/>
                  </a:lnTo>
                  <a:lnTo>
                    <a:pt x="8307" y="653"/>
                  </a:lnTo>
                  <a:lnTo>
                    <a:pt x="7841" y="420"/>
                  </a:lnTo>
                  <a:lnTo>
                    <a:pt x="7374" y="280"/>
                  </a:lnTo>
                  <a:lnTo>
                    <a:pt x="6861" y="140"/>
                  </a:lnTo>
                  <a:lnTo>
                    <a:pt x="6347" y="47"/>
                  </a:lnTo>
                  <a:lnTo>
                    <a:pt x="578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41"/>
            <p:cNvSpPr/>
            <p:nvPr/>
          </p:nvSpPr>
          <p:spPr>
            <a:xfrm>
              <a:off x="7144750" y="4077750"/>
              <a:ext cx="149350" cy="173850"/>
            </a:xfrm>
            <a:custGeom>
              <a:rect b="b" l="l" r="r" t="t"/>
              <a:pathLst>
                <a:path extrusionOk="0" h="6954" w="5974">
                  <a:moveTo>
                    <a:pt x="0" y="0"/>
                  </a:moveTo>
                  <a:lnTo>
                    <a:pt x="560" y="47"/>
                  </a:lnTo>
                  <a:lnTo>
                    <a:pt x="1074" y="140"/>
                  </a:lnTo>
                  <a:lnTo>
                    <a:pt x="1587" y="280"/>
                  </a:lnTo>
                  <a:lnTo>
                    <a:pt x="2054" y="467"/>
                  </a:lnTo>
                  <a:lnTo>
                    <a:pt x="2520" y="700"/>
                  </a:lnTo>
                  <a:lnTo>
                    <a:pt x="2987" y="980"/>
                  </a:lnTo>
                  <a:lnTo>
                    <a:pt x="3360" y="1307"/>
                  </a:lnTo>
                  <a:lnTo>
                    <a:pt x="3734" y="1633"/>
                  </a:lnTo>
                  <a:lnTo>
                    <a:pt x="4061" y="2053"/>
                  </a:lnTo>
                  <a:lnTo>
                    <a:pt x="4387" y="2427"/>
                  </a:lnTo>
                  <a:lnTo>
                    <a:pt x="4667" y="2893"/>
                  </a:lnTo>
                  <a:lnTo>
                    <a:pt x="4854" y="3360"/>
                  </a:lnTo>
                  <a:lnTo>
                    <a:pt x="5041" y="3827"/>
                  </a:lnTo>
                  <a:lnTo>
                    <a:pt x="5181" y="4340"/>
                  </a:lnTo>
                  <a:lnTo>
                    <a:pt x="5274" y="4900"/>
                  </a:lnTo>
                  <a:lnTo>
                    <a:pt x="5274" y="5414"/>
                  </a:lnTo>
                  <a:lnTo>
                    <a:pt x="5274" y="6300"/>
                  </a:lnTo>
                  <a:lnTo>
                    <a:pt x="5227" y="6580"/>
                  </a:lnTo>
                  <a:lnTo>
                    <a:pt x="5087" y="6767"/>
                  </a:lnTo>
                  <a:lnTo>
                    <a:pt x="4901" y="6907"/>
                  </a:lnTo>
                  <a:lnTo>
                    <a:pt x="4621" y="6954"/>
                  </a:lnTo>
                  <a:lnTo>
                    <a:pt x="5321" y="6954"/>
                  </a:lnTo>
                  <a:lnTo>
                    <a:pt x="5554" y="6907"/>
                  </a:lnTo>
                  <a:lnTo>
                    <a:pt x="5787" y="6767"/>
                  </a:lnTo>
                  <a:lnTo>
                    <a:pt x="5927" y="6580"/>
                  </a:lnTo>
                  <a:lnTo>
                    <a:pt x="5974" y="6300"/>
                  </a:lnTo>
                  <a:lnTo>
                    <a:pt x="5974" y="5414"/>
                  </a:lnTo>
                  <a:lnTo>
                    <a:pt x="5927" y="4854"/>
                  </a:lnTo>
                  <a:lnTo>
                    <a:pt x="5834" y="4340"/>
                  </a:lnTo>
                  <a:lnTo>
                    <a:pt x="5741" y="3827"/>
                  </a:lnTo>
                  <a:lnTo>
                    <a:pt x="5554" y="3313"/>
                  </a:lnTo>
                  <a:lnTo>
                    <a:pt x="5321" y="2847"/>
                  </a:lnTo>
                  <a:lnTo>
                    <a:pt x="5041" y="2380"/>
                  </a:lnTo>
                  <a:lnTo>
                    <a:pt x="4714" y="2007"/>
                  </a:lnTo>
                  <a:lnTo>
                    <a:pt x="4387" y="1587"/>
                  </a:lnTo>
                  <a:lnTo>
                    <a:pt x="4014" y="1260"/>
                  </a:lnTo>
                  <a:lnTo>
                    <a:pt x="3594" y="933"/>
                  </a:lnTo>
                  <a:lnTo>
                    <a:pt x="3127" y="653"/>
                  </a:lnTo>
                  <a:lnTo>
                    <a:pt x="2660" y="467"/>
                  </a:lnTo>
                  <a:lnTo>
                    <a:pt x="2147" y="280"/>
                  </a:lnTo>
                  <a:lnTo>
                    <a:pt x="1634" y="140"/>
                  </a:lnTo>
                  <a:lnTo>
                    <a:pt x="1120" y="47"/>
                  </a:lnTo>
                  <a:lnTo>
                    <a:pt x="5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02" name="Shape 9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3" name="Google Shape;9303;p42"/>
          <p:cNvSpPr txBox="1"/>
          <p:nvPr>
            <p:ph type="title"/>
          </p:nvPr>
        </p:nvSpPr>
        <p:spPr>
          <a:xfrm>
            <a:off x="810375" y="152396"/>
            <a:ext cx="7704000" cy="77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/>
              <a:t>Storyboard​</a:t>
            </a:r>
            <a:endParaRPr sz="1200"/>
          </a:p>
        </p:txBody>
      </p:sp>
      <p:sp>
        <p:nvSpPr>
          <p:cNvPr id="9304" name="Google Shape;9304;p42"/>
          <p:cNvSpPr txBox="1"/>
          <p:nvPr/>
        </p:nvSpPr>
        <p:spPr>
          <a:xfrm>
            <a:off x="1035475" y="2215900"/>
            <a:ext cx="4587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9305" name="Google Shape;9305;p4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81563" y="670650"/>
            <a:ext cx="6980874" cy="39301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09" name="Shape 9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0" name="Google Shape;9310;p43"/>
          <p:cNvSpPr txBox="1"/>
          <p:nvPr>
            <p:ph type="title"/>
          </p:nvPr>
        </p:nvSpPr>
        <p:spPr>
          <a:xfrm>
            <a:off x="810375" y="152410"/>
            <a:ext cx="7704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 gantt chart​</a:t>
            </a:r>
            <a:endParaRPr/>
          </a:p>
        </p:txBody>
      </p:sp>
      <p:pic>
        <p:nvPicPr>
          <p:cNvPr id="9311" name="Google Shape;9311;p4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8325" y="877401"/>
            <a:ext cx="7867351" cy="38357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15" name="Shape 9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6" name="Google Shape;9316;p44"/>
          <p:cNvSpPr txBox="1"/>
          <p:nvPr>
            <p:ph type="title"/>
          </p:nvPr>
        </p:nvSpPr>
        <p:spPr>
          <a:xfrm>
            <a:off x="720000" y="365747"/>
            <a:ext cx="7704000" cy="88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Design Guide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>
                <a:solidFill>
                  <a:schemeClr val="dk1"/>
                </a:solidFill>
              </a:rPr>
              <a:t>Colors and Fonts</a:t>
            </a:r>
            <a:endParaRPr sz="1900"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9317" name="Google Shape;9317;p44"/>
          <p:cNvGraphicFramePr/>
          <p:nvPr/>
        </p:nvGraphicFramePr>
        <p:xfrm>
          <a:off x="1014188" y="12483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{96105778-6774-46F2-BA87-25D558C9729E}</a:tableStyleId>
              </a:tblPr>
              <a:tblGrid>
                <a:gridCol w="1223225"/>
                <a:gridCol w="1211150"/>
                <a:gridCol w="1223225"/>
              </a:tblGrid>
              <a:tr h="314100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latin typeface="Aptos"/>
                          <a:ea typeface="Aptos"/>
                          <a:cs typeface="Aptos"/>
                          <a:sym typeface="Aptos"/>
                        </a:rPr>
                        <a:t>Color Name</a:t>
                      </a:r>
                      <a:endParaRPr sz="1050"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latin typeface="Aptos"/>
                          <a:ea typeface="Aptos"/>
                          <a:cs typeface="Aptos"/>
                          <a:sym typeface="Aptos"/>
                        </a:rPr>
                        <a:t>Hex Code</a:t>
                      </a:r>
                      <a:endParaRPr sz="1050"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latin typeface="Aptos"/>
                          <a:ea typeface="Aptos"/>
                          <a:cs typeface="Aptos"/>
                          <a:sym typeface="Aptos"/>
                        </a:rPr>
                        <a:t>Usage</a:t>
                      </a:r>
                      <a:endParaRPr sz="1050"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73125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solidFill>
                            <a:srgbClr val="FFFFFF"/>
                          </a:solidFill>
                          <a:highlight>
                            <a:srgbClr val="B68235"/>
                          </a:highlight>
                          <a:latin typeface="Aptos"/>
                          <a:ea typeface="Aptos"/>
                          <a:cs typeface="Aptos"/>
                          <a:sym typeface="Aptos"/>
                        </a:rPr>
                        <a:t>Primary</a:t>
                      </a:r>
                      <a:endParaRPr sz="1050">
                        <a:solidFill>
                          <a:srgbClr val="FFFFFF"/>
                        </a:solidFill>
                        <a:highlight>
                          <a:srgbClr val="B68235"/>
                        </a:highlight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solidFill>
                            <a:srgbClr val="FFFFFF"/>
                          </a:solidFill>
                          <a:highlight>
                            <a:srgbClr val="B68235"/>
                          </a:highlight>
                          <a:latin typeface="Aptos"/>
                          <a:ea typeface="Aptos"/>
                          <a:cs typeface="Aptos"/>
                          <a:sym typeface="Aptos"/>
                        </a:rPr>
                        <a:t>#B68235</a:t>
                      </a:r>
                      <a:endParaRPr sz="1050">
                        <a:solidFill>
                          <a:srgbClr val="FFFFFF"/>
                        </a:solidFill>
                        <a:highlight>
                          <a:srgbClr val="B68235"/>
                        </a:highlight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solidFill>
                            <a:srgbClr val="FFFFFF"/>
                          </a:solidFill>
                          <a:highlight>
                            <a:srgbClr val="B68235"/>
                          </a:highlight>
                          <a:latin typeface="Aptos"/>
                          <a:ea typeface="Aptos"/>
                          <a:cs typeface="Aptos"/>
                          <a:sym typeface="Aptos"/>
                        </a:rPr>
                        <a:t>Buttons</a:t>
                      </a:r>
                      <a:endParaRPr sz="1050">
                        <a:solidFill>
                          <a:srgbClr val="FFFFFF"/>
                        </a:solidFill>
                        <a:highlight>
                          <a:srgbClr val="B68235"/>
                        </a:highlight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73125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solidFill>
                            <a:srgbClr val="FFFFFF"/>
                          </a:solidFill>
                          <a:highlight>
                            <a:srgbClr val="A18E76"/>
                          </a:highlight>
                          <a:latin typeface="Aptos"/>
                          <a:ea typeface="Aptos"/>
                          <a:cs typeface="Aptos"/>
                          <a:sym typeface="Aptos"/>
                        </a:rPr>
                        <a:t>Secondary</a:t>
                      </a:r>
                      <a:endParaRPr sz="1050">
                        <a:solidFill>
                          <a:srgbClr val="FFFFFF"/>
                        </a:solidFill>
                        <a:highlight>
                          <a:srgbClr val="A18E76"/>
                        </a:highlight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solidFill>
                            <a:srgbClr val="FFFFFF"/>
                          </a:solidFill>
                          <a:highlight>
                            <a:srgbClr val="A18E76"/>
                          </a:highlight>
                          <a:latin typeface="Aptos"/>
                          <a:ea typeface="Aptos"/>
                          <a:cs typeface="Aptos"/>
                          <a:sym typeface="Aptos"/>
                        </a:rPr>
                        <a:t>#A18E76</a:t>
                      </a:r>
                      <a:endParaRPr sz="1050">
                        <a:solidFill>
                          <a:srgbClr val="FFFFFF"/>
                        </a:solidFill>
                        <a:highlight>
                          <a:srgbClr val="A18E76"/>
                        </a:highlight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solidFill>
                            <a:srgbClr val="FFFFFF"/>
                          </a:solidFill>
                          <a:highlight>
                            <a:srgbClr val="A18E76"/>
                          </a:highlight>
                          <a:latin typeface="Aptos"/>
                          <a:ea typeface="Aptos"/>
                          <a:cs typeface="Aptos"/>
                          <a:sym typeface="Aptos"/>
                        </a:rPr>
                        <a:t>Accents</a:t>
                      </a:r>
                      <a:endParaRPr sz="1050">
                        <a:solidFill>
                          <a:srgbClr val="FFFFFF"/>
                        </a:solidFill>
                        <a:highlight>
                          <a:srgbClr val="A18E76"/>
                        </a:highlight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73125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highlight>
                            <a:srgbClr val="FEF7FF"/>
                          </a:highlight>
                          <a:latin typeface="Aptos"/>
                          <a:ea typeface="Aptos"/>
                          <a:cs typeface="Aptos"/>
                          <a:sym typeface="Aptos"/>
                        </a:rPr>
                        <a:t>Background</a:t>
                      </a:r>
                      <a:endParaRPr sz="1050">
                        <a:highlight>
                          <a:srgbClr val="FEF7FF"/>
                        </a:highlight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highlight>
                            <a:srgbClr val="FEF7FF"/>
                          </a:highlight>
                          <a:latin typeface="Aptos"/>
                          <a:ea typeface="Aptos"/>
                          <a:cs typeface="Aptos"/>
                          <a:sym typeface="Aptos"/>
                        </a:rPr>
                        <a:t>#FEF7FF</a:t>
                      </a:r>
                      <a:endParaRPr sz="1050">
                        <a:highlight>
                          <a:srgbClr val="FEF7FF"/>
                        </a:highlight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highlight>
                            <a:srgbClr val="FEF7FF"/>
                          </a:highlight>
                          <a:latin typeface="Aptos"/>
                          <a:ea typeface="Aptos"/>
                          <a:cs typeface="Aptos"/>
                          <a:sym typeface="Aptos"/>
                        </a:rPr>
                        <a:t>Page background</a:t>
                      </a:r>
                      <a:endParaRPr sz="1050">
                        <a:highlight>
                          <a:srgbClr val="FEF7FF"/>
                        </a:highlight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9318" name="Google Shape;9318;p44"/>
          <p:cNvGraphicFramePr/>
          <p:nvPr/>
        </p:nvGraphicFramePr>
        <p:xfrm>
          <a:off x="4766363" y="12483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{96105778-6774-46F2-BA87-25D558C9729E}</a:tableStyleId>
              </a:tblPr>
              <a:tblGrid>
                <a:gridCol w="915900"/>
                <a:gridCol w="933975"/>
                <a:gridCol w="891850"/>
                <a:gridCol w="915900"/>
              </a:tblGrid>
              <a:tr h="190500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latin typeface="Aptos"/>
                          <a:ea typeface="Aptos"/>
                          <a:cs typeface="Aptos"/>
                          <a:sym typeface="Aptos"/>
                        </a:rPr>
                        <a:t>Style</a:t>
                      </a:r>
                      <a:endParaRPr sz="1050"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latin typeface="Aptos"/>
                          <a:ea typeface="Aptos"/>
                          <a:cs typeface="Aptos"/>
                          <a:sym typeface="Aptos"/>
                        </a:rPr>
                        <a:t>Font</a:t>
                      </a:r>
                      <a:endParaRPr sz="1050"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latin typeface="Aptos"/>
                          <a:ea typeface="Aptos"/>
                          <a:cs typeface="Aptos"/>
                          <a:sym typeface="Aptos"/>
                        </a:rPr>
                        <a:t>Size</a:t>
                      </a:r>
                      <a:endParaRPr sz="1050"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latin typeface="Aptos"/>
                          <a:ea typeface="Aptos"/>
                          <a:cs typeface="Aptos"/>
                          <a:sym typeface="Aptos"/>
                        </a:rPr>
                        <a:t>Weight</a:t>
                      </a:r>
                      <a:endParaRPr sz="1050"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61950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latin typeface="Aptos"/>
                          <a:ea typeface="Aptos"/>
                          <a:cs typeface="Aptos"/>
                          <a:sym typeface="Aptos"/>
                        </a:rPr>
                        <a:t>Heading</a:t>
                      </a:r>
                      <a:endParaRPr sz="1050"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50">
                          <a:latin typeface="Cormorant Garamond"/>
                          <a:ea typeface="Cormorant Garamond"/>
                          <a:cs typeface="Cormorant Garamond"/>
                          <a:sym typeface="Cormorant Garamond"/>
                        </a:rPr>
                        <a:t>Cormorant Garamond</a:t>
                      </a:r>
                      <a:r>
                        <a:rPr lang="en" sz="1050">
                          <a:latin typeface="Cormorant Garamond"/>
                          <a:ea typeface="Cormorant Garamond"/>
                          <a:cs typeface="Cormorant Garamond"/>
                          <a:sym typeface="Cormorant Garamond"/>
                        </a:rPr>
                        <a:t>	</a:t>
                      </a:r>
                      <a:endParaRPr sz="1050">
                        <a:latin typeface="Cormorant Garamond"/>
                        <a:ea typeface="Cormorant Garamond"/>
                        <a:cs typeface="Cormorant Garamond"/>
                        <a:sym typeface="Cormorant Garamond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latin typeface="Aptos"/>
                          <a:ea typeface="Aptos"/>
                          <a:cs typeface="Aptos"/>
                          <a:sym typeface="Aptos"/>
                        </a:rPr>
                        <a:t>40px</a:t>
                      </a:r>
                      <a:endParaRPr sz="1050"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latin typeface="Aptos"/>
                          <a:ea typeface="Aptos"/>
                          <a:cs typeface="Aptos"/>
                          <a:sym typeface="Aptos"/>
                        </a:rPr>
                        <a:t>Bold</a:t>
                      </a:r>
                      <a:endParaRPr sz="1050"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0000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latin typeface="Aptos"/>
                          <a:ea typeface="Aptos"/>
                          <a:cs typeface="Aptos"/>
                          <a:sym typeface="Aptos"/>
                        </a:rPr>
                        <a:t>Body</a:t>
                      </a:r>
                      <a:endParaRPr sz="1050"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latin typeface="Cormorant Garamond"/>
                          <a:ea typeface="Cormorant Garamond"/>
                          <a:cs typeface="Cormorant Garamond"/>
                          <a:sym typeface="Cormorant Garamond"/>
                        </a:rPr>
                        <a:t>Cormorant Garamond</a:t>
                      </a:r>
                      <a:endParaRPr sz="1050">
                        <a:latin typeface="Cormorant Garamond"/>
                        <a:ea typeface="Cormorant Garamond"/>
                        <a:cs typeface="Cormorant Garamond"/>
                        <a:sym typeface="Cormorant Garamond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latin typeface="Aptos"/>
                          <a:ea typeface="Aptos"/>
                          <a:cs typeface="Aptos"/>
                          <a:sym typeface="Aptos"/>
                        </a:rPr>
                        <a:t>15px</a:t>
                      </a:r>
                      <a:endParaRPr sz="1050"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50">
                          <a:latin typeface="Aptos"/>
                          <a:ea typeface="Aptos"/>
                          <a:cs typeface="Aptos"/>
                          <a:sym typeface="Aptos"/>
                        </a:rPr>
                        <a:t>Regular</a:t>
                      </a:r>
                      <a:endParaRPr sz="1050">
                        <a:latin typeface="Aptos"/>
                        <a:ea typeface="Aptos"/>
                        <a:cs typeface="Aptos"/>
                        <a:sym typeface="Aptos"/>
                      </a:endParaRPr>
                    </a:p>
                  </a:txBody>
                  <a:tcPr marT="0" marB="0" marR="63500" marL="63500">
                    <a:lnL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9319" name="Google Shape;9319;p44"/>
          <p:cNvSpPr txBox="1"/>
          <p:nvPr>
            <p:ph type="title"/>
          </p:nvPr>
        </p:nvSpPr>
        <p:spPr>
          <a:xfrm>
            <a:off x="720000" y="2493499"/>
            <a:ext cx="7704000" cy="47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>
                <a:solidFill>
                  <a:schemeClr val="dk1"/>
                </a:solidFill>
              </a:rPr>
              <a:t>Tech Stack</a:t>
            </a:r>
            <a:endParaRPr/>
          </a:p>
        </p:txBody>
      </p:sp>
      <p:pic>
        <p:nvPicPr>
          <p:cNvPr id="9320" name="Google Shape;9320;p4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935884" y="3084287"/>
            <a:ext cx="1542651" cy="311091"/>
          </a:xfrm>
          <a:prstGeom prst="rect">
            <a:avLst/>
          </a:prstGeom>
          <a:noFill/>
          <a:ln>
            <a:noFill/>
          </a:ln>
        </p:spPr>
      </p:pic>
      <p:pic>
        <p:nvPicPr>
          <p:cNvPr id="9321" name="Google Shape;9321;p4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619050" y="3528613"/>
            <a:ext cx="2118661" cy="656487"/>
          </a:xfrm>
          <a:prstGeom prst="rect">
            <a:avLst/>
          </a:prstGeom>
          <a:noFill/>
          <a:ln>
            <a:noFill/>
          </a:ln>
        </p:spPr>
      </p:pic>
      <p:pic>
        <p:nvPicPr>
          <p:cNvPr id="9322" name="Google Shape;9322;p4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832356" y="2972612"/>
            <a:ext cx="1453913" cy="656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9323" name="Google Shape;9323;p4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549700" y="2972588"/>
            <a:ext cx="1975352" cy="691575"/>
          </a:xfrm>
          <a:prstGeom prst="rect">
            <a:avLst/>
          </a:prstGeom>
          <a:noFill/>
          <a:ln>
            <a:noFill/>
          </a:ln>
        </p:spPr>
      </p:pic>
      <p:sp>
        <p:nvSpPr>
          <p:cNvPr id="9324" name="Google Shape;9324;p44"/>
          <p:cNvSpPr txBox="1"/>
          <p:nvPr/>
        </p:nvSpPr>
        <p:spPr>
          <a:xfrm>
            <a:off x="5549700" y="3498300"/>
            <a:ext cx="1975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^^For scraping data^^</a:t>
            </a:r>
            <a:endParaRPr sz="1300">
              <a:solidFill>
                <a:schemeClr val="l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325" name="Google Shape;9325;p44"/>
          <p:cNvSpPr txBox="1"/>
          <p:nvPr/>
        </p:nvSpPr>
        <p:spPr>
          <a:xfrm>
            <a:off x="3795450" y="3629100"/>
            <a:ext cx="16965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^^For Database^^</a:t>
            </a:r>
            <a:endParaRPr>
              <a:solidFill>
                <a:schemeClr val="l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326" name="Google Shape;9326;p44"/>
          <p:cNvSpPr txBox="1"/>
          <p:nvPr/>
        </p:nvSpPr>
        <p:spPr>
          <a:xfrm>
            <a:off x="1618950" y="4235500"/>
            <a:ext cx="21765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^^For UI/Frontend^^</a:t>
            </a:r>
            <a:endParaRPr>
              <a:solidFill>
                <a:schemeClr val="l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327" name="Google Shape;9327;p44"/>
          <p:cNvSpPr txBox="1"/>
          <p:nvPr/>
        </p:nvSpPr>
        <p:spPr>
          <a:xfrm>
            <a:off x="5286275" y="4289600"/>
            <a:ext cx="23865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^^An Agentic ai for coding^^</a:t>
            </a:r>
            <a:endParaRPr sz="1300">
              <a:solidFill>
                <a:schemeClr val="l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9328" name="Google Shape;9328;p44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607125" y="3835298"/>
            <a:ext cx="1860504" cy="400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32" name="Shape 9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3" name="Google Shape;9333;p45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Prototype</a:t>
            </a:r>
            <a:endParaRPr/>
          </a:p>
        </p:txBody>
      </p:sp>
      <p:pic>
        <p:nvPicPr>
          <p:cNvPr id="9334" name="Google Shape;9334;p45" title="Screenshot_20260824_131308_Samsung Browser-portrait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20000" y="1066860"/>
            <a:ext cx="2071339" cy="3924239"/>
          </a:xfrm>
          <a:prstGeom prst="rect">
            <a:avLst/>
          </a:prstGeom>
          <a:noFill/>
          <a:ln>
            <a:noFill/>
          </a:ln>
        </p:spPr>
      </p:pic>
      <p:pic>
        <p:nvPicPr>
          <p:cNvPr id="9335" name="Google Shape;9335;p45" title="Screenshot_20260824_131314_Samsung Browser-portrait.png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680289" y="1066860"/>
            <a:ext cx="2071339" cy="3924239"/>
          </a:xfrm>
          <a:prstGeom prst="rect">
            <a:avLst/>
          </a:prstGeom>
          <a:noFill/>
          <a:ln>
            <a:noFill/>
          </a:ln>
        </p:spPr>
      </p:pic>
      <p:pic>
        <p:nvPicPr>
          <p:cNvPr id="9336" name="Google Shape;9336;p45" title="Screenshot_20260824_131322_Samsung Browser-portrait.png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599878" y="1066860"/>
            <a:ext cx="2071339" cy="3924239"/>
          </a:xfrm>
          <a:prstGeom prst="rect">
            <a:avLst/>
          </a:prstGeom>
          <a:noFill/>
          <a:ln>
            <a:noFill/>
          </a:ln>
        </p:spPr>
      </p:pic>
      <p:pic>
        <p:nvPicPr>
          <p:cNvPr id="9337" name="Google Shape;9337;p45" title="Screenshot_20260824_131358_Maps-portrait.png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7242975" y="3264200"/>
            <a:ext cx="723316" cy="1370353"/>
          </a:xfrm>
          <a:prstGeom prst="rect">
            <a:avLst/>
          </a:prstGeom>
          <a:noFill/>
          <a:ln>
            <a:noFill/>
          </a:ln>
        </p:spPr>
      </p:pic>
      <p:pic>
        <p:nvPicPr>
          <p:cNvPr id="9338" name="Google Shape;9338;p45" title="Screenshot_20260824_131353_Grab-portrait.png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6591384" y="3264200"/>
            <a:ext cx="723316" cy="1370353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9339" name="Google Shape;9339;p45"/>
          <p:cNvCxnSpPr>
            <a:endCxn id="9338" idx="0"/>
          </p:cNvCxnSpPr>
          <p:nvPr/>
        </p:nvCxnSpPr>
        <p:spPr>
          <a:xfrm>
            <a:off x="5375942" y="3044900"/>
            <a:ext cx="1577100" cy="2193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9340" name="Google Shape;9340;p45"/>
          <p:cNvCxnSpPr/>
          <p:nvPr/>
        </p:nvCxnSpPr>
        <p:spPr>
          <a:xfrm>
            <a:off x="6040108" y="3252000"/>
            <a:ext cx="1389300" cy="2193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9341" name="Google Shape;9341;p45"/>
          <p:cNvSpPr txBox="1"/>
          <p:nvPr/>
        </p:nvSpPr>
        <p:spPr>
          <a:xfrm>
            <a:off x="6671225" y="4473550"/>
            <a:ext cx="12666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Grab | Maps</a:t>
            </a:r>
            <a:endParaRPr>
              <a:solidFill>
                <a:schemeClr val="l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342" name="Google Shape;9342;p45"/>
          <p:cNvSpPr txBox="1"/>
          <p:nvPr/>
        </p:nvSpPr>
        <p:spPr>
          <a:xfrm>
            <a:off x="2986675" y="914450"/>
            <a:ext cx="7233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Filters</a:t>
            </a:r>
            <a:endParaRPr>
              <a:solidFill>
                <a:schemeClr val="l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343" name="Google Shape;9343;p45"/>
          <p:cNvSpPr txBox="1"/>
          <p:nvPr/>
        </p:nvSpPr>
        <p:spPr>
          <a:xfrm>
            <a:off x="5055725" y="914450"/>
            <a:ext cx="11595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Selection</a:t>
            </a:r>
            <a:endParaRPr>
              <a:solidFill>
                <a:schemeClr val="l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9344" name="Google Shape;9344;p45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6980893" y="1750185"/>
            <a:ext cx="1257300" cy="1257300"/>
          </a:xfrm>
          <a:prstGeom prst="rect">
            <a:avLst/>
          </a:prstGeom>
          <a:noFill/>
          <a:ln>
            <a:noFill/>
          </a:ln>
        </p:spPr>
      </p:pic>
      <p:sp>
        <p:nvSpPr>
          <p:cNvPr id="9345" name="Google Shape;9345;p45"/>
          <p:cNvSpPr txBox="1"/>
          <p:nvPr/>
        </p:nvSpPr>
        <p:spPr>
          <a:xfrm>
            <a:off x="6374900" y="1121550"/>
            <a:ext cx="2469300" cy="585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Try it here!</a:t>
            </a:r>
            <a:endParaRPr>
              <a:solidFill>
                <a:schemeClr val="lt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chemeClr val="accent3"/>
                </a:solidFill>
                <a:latin typeface="Open Sans"/>
                <a:ea typeface="Open Sans"/>
                <a:cs typeface="Open Sans"/>
                <a:sym typeface="Open Sans"/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munchfind.luluhoy.tech</a:t>
            </a:r>
            <a:endParaRPr sz="1200">
              <a:solidFill>
                <a:schemeClr val="accent3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49" name="Shape 9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0" name="Google Shape;9350;p46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351" name="Google Shape;9351;p46"/>
          <p:cNvPicPr preferRelativeResize="0"/>
          <p:nvPr/>
        </p:nvPicPr>
        <p:blipFill rotWithShape="1">
          <a:blip r:embed="rId3">
            <a:alphaModFix/>
          </a:blip>
          <a:srcRect b="12833" l="3642" r="0" t="4372"/>
          <a:stretch/>
        </p:blipFill>
        <p:spPr>
          <a:xfrm>
            <a:off x="0" y="0"/>
            <a:ext cx="9576629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9352" name="Google Shape;9352;p46"/>
          <p:cNvSpPr txBox="1"/>
          <p:nvPr/>
        </p:nvSpPr>
        <p:spPr>
          <a:xfrm>
            <a:off x="3257750" y="1714500"/>
            <a:ext cx="4587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highlight>
                  <a:srgbClr val="FFFF00"/>
                </a:highlight>
                <a:latin typeface="Open Sans"/>
                <a:ea typeface="Open Sans"/>
                <a:cs typeface="Open Sans"/>
                <a:sym typeface="Open Sans"/>
              </a:rPr>
              <a:t>Limitation: Only 2100 restaurants in the ease side</a:t>
            </a:r>
            <a:endParaRPr>
              <a:solidFill>
                <a:schemeClr val="lt1"/>
              </a:solidFill>
              <a:highlight>
                <a:srgbClr val="FFFF00"/>
              </a:highlight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56" name="Shape 9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7" name="Google Shape;9357;p47"/>
          <p:cNvSpPr txBox="1"/>
          <p:nvPr>
            <p:ph type="title"/>
          </p:nvPr>
        </p:nvSpPr>
        <p:spPr>
          <a:xfrm>
            <a:off x="1892250" y="576050"/>
            <a:ext cx="53556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9358" name="Google Shape;9358;p47"/>
          <p:cNvSpPr txBox="1"/>
          <p:nvPr>
            <p:ph idx="1" type="subTitle"/>
          </p:nvPr>
        </p:nvSpPr>
        <p:spPr>
          <a:xfrm>
            <a:off x="1892250" y="1674598"/>
            <a:ext cx="53595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Bottoms up?</a:t>
            </a:r>
            <a:endParaRPr/>
          </a:p>
        </p:txBody>
      </p:sp>
      <p:pic>
        <p:nvPicPr>
          <p:cNvPr id="9359" name="Google Shape;9359;p47"/>
          <p:cNvPicPr preferRelativeResize="0"/>
          <p:nvPr/>
        </p:nvPicPr>
        <p:blipFill>
          <a:blip r:embed="rId3">
            <a:alphaModFix amt="1000"/>
          </a:blip>
          <a:stretch>
            <a:fillRect/>
          </a:stretch>
        </p:blipFill>
        <p:spPr>
          <a:xfrm>
            <a:off x="2565363" y="1726323"/>
            <a:ext cx="4009370" cy="2249702"/>
          </a:xfrm>
          <a:prstGeom prst="rect">
            <a:avLst/>
          </a:prstGeom>
          <a:noFill/>
          <a:ln>
            <a:noFill/>
          </a:ln>
        </p:spPr>
      </p:pic>
      <p:pic>
        <p:nvPicPr>
          <p:cNvPr id="9360" name="Google Shape;9360;p4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77318" y="2536848"/>
            <a:ext cx="1257300" cy="1257300"/>
          </a:xfrm>
          <a:prstGeom prst="rect">
            <a:avLst/>
          </a:prstGeom>
          <a:noFill/>
          <a:ln>
            <a:noFill/>
          </a:ln>
        </p:spPr>
      </p:pic>
      <p:sp>
        <p:nvSpPr>
          <p:cNvPr id="9361" name="Google Shape;9361;p47"/>
          <p:cNvSpPr txBox="1"/>
          <p:nvPr/>
        </p:nvSpPr>
        <p:spPr>
          <a:xfrm>
            <a:off x="571325" y="1908213"/>
            <a:ext cx="2469300" cy="585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Try it here!</a:t>
            </a:r>
            <a:endParaRPr>
              <a:solidFill>
                <a:schemeClr val="lt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chemeClr val="accent3"/>
                </a:solidFill>
                <a:latin typeface="Open Sans"/>
                <a:ea typeface="Open Sans"/>
                <a:cs typeface="Open Sans"/>
                <a:sym typeface="Open Sans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munchfind.luluhoy.tech</a:t>
            </a:r>
            <a:endParaRPr sz="1200">
              <a:solidFill>
                <a:schemeClr val="accent3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It's Lunch Time! by Slidesgo">
  <a:themeElements>
    <a:clrScheme name="Simple Light">
      <a:dk1>
        <a:srgbClr val="70311C"/>
      </a:dk1>
      <a:lt1>
        <a:srgbClr val="313131"/>
      </a:lt1>
      <a:dk2>
        <a:srgbClr val="DE8B54"/>
      </a:dk2>
      <a:lt2>
        <a:srgbClr val="E9BA79"/>
      </a:lt2>
      <a:accent1>
        <a:srgbClr val="FFD18E"/>
      </a:accent1>
      <a:accent2>
        <a:srgbClr val="FFB500"/>
      </a:accent2>
      <a:accent3>
        <a:srgbClr val="B33C3C"/>
      </a:accent3>
      <a:accent4>
        <a:srgbClr val="EFF4FF"/>
      </a:accent4>
      <a:accent5>
        <a:srgbClr val="BDCBF8"/>
      </a:accent5>
      <a:accent6>
        <a:srgbClr val="849B44"/>
      </a:accent6>
      <a:hlink>
        <a:srgbClr val="31313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